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embeddings/oleObject1.bin" ContentType="application/vnd.openxmlformats-officedocument.oleObject"/>
  <Override PartName="/ppt/media/image20.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8" r:id="rId5"/>
    <p:sldMasterId id="2147483693" r:id="rId6"/>
    <p:sldMasterId id="2147483717" r:id="rId7"/>
    <p:sldMasterId id="2147483753" r:id="rId8"/>
  </p:sldMasterIdLst>
  <p:notesMasterIdLst>
    <p:notesMasterId r:id="rId10"/>
  </p:notesMasterIdLst>
  <p:sldIdLst>
    <p:sldId id="2147483639" r:id="rId9"/>
    <p:sldId id="2147483640" r:id="rId17"/>
    <p:sldId id="2147483641" r:id="rId18"/>
    <p:sldId id="2147483642" r:id="rId19"/>
    <p:sldId id="2147483643" r:id="rId20"/>
    <p:sldId id="2147483644" r:id="rId21"/>
    <p:sldId id="2147483645" r:id="rId22"/>
    <p:sldId id="2147483646" r:id="rId23"/>
    <p:sldId id="2147483647" r:id="rId24"/>
    <p:sldId id="256" r:id="rId25"/>
    <p:sldId id="257" r:id="rId26"/>
    <p:sldId id="258" r:id="rId27"/>
    <p:sldId id="259" r:id="rId28"/>
    <p:sldId id="260" r:id="rId29"/>
    <p:sldId id="261" r:id="rId30"/>
    <p:sldId id="262" r:id="rId31"/>
    <p:sldId id="263" r:id="rId32"/>
    <p:sldId id="264" r:id="rId33"/>
    <p:sldId id="265" r:id="rId34"/>
    <p:sldId id="266" r:id="rId35"/>
  </p:sldIdLst>
  <p:sldSz cx="12192000" cy="6858000"/>
  <p:notesSz cx="6858000" cy="9144000"/>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0640062-B624-4A0B-B114-DFC5ACEBCA93}">
          <p14:sldIdLst/>
        </p14:section>
        <p14:section name="Current Resumes" id="{DCFF3E11-0547-4244-ACE9-53704F1EF213}">
          <p14:sldIdLst>
            <p14:sldId id="214748363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9F8502-C9D3-A1F7-E6DE-3BCF31C0E4F8}" name="Ei Ling Chin" initials="EC" userId="S::Ei.Ling.Chin@sg.ey.com::0a162df7-f027-4952-98d7-1e2b24ac454b" providerId="AD"/>
  <p188:author id="{BAC1D202-84EE-1B16-E4A7-22D9618963A8}" name="Emily SZ Ng" initials="EN" userId="S::Emily.SZ.Ng@sg.ey.com::810a86c8-cb65-4531-b15c-8dd516e5768b" providerId="AD"/>
  <p188:author id="{9210BA04-E742-1977-BFF2-57C085DD43F4}" name="Kiran Koduru" initials="KK" userId="S::Kiran.Koduru@sg.ey.com::3a73a226-ac62-4506-a23d-f6b0aacedf23" providerId="AD"/>
  <p188:author id="{C09F550E-8714-8823-3B57-7657D0229FF1}" name="Dalia Sarkar" initials="" userId="S::Dalia.Sarkar@gds.ey.com::db25ae97-5c55-41b7-99a5-b1d3dad1b61b" providerId="AD"/>
  <p188:author id="{185FF60F-A465-E27C-6912-F0F98FCF1B20}" name="Jason Pang" initials="JP" userId="S::Jason.Pang@sg.ey.com::53e90ee3-f918-4397-9b0c-3e876745f883" providerId="AD"/>
  <p188:author id="{36AE3818-1E24-03DD-2344-2BAA19357F8E}" name="Debdyuti Datta Gupta" initials="DDG" userId="S::Debdyuti.Datta.Gupta@sg.ey.com::56413bc7-4b50-43a1-bb7d-bee0cb221dad" providerId="AD"/>
  <p188:author id="{C114B91A-B7FA-1614-80CF-7619A1AE010C}" name="Paul-KE Tan" initials="PT" userId="S::Paul-KE.Tan@sg.ey.com::26326c32-66a1-40d7-b85b-39cb1eef4585" providerId="AD"/>
  <p188:author id="{25A9663C-9AAA-E87B-2EFC-F1BCD011366D}" name="Kay Thwe" initials="KT" userId="S::Kay.Thwe@sg.ey.com::ac47cb8c-e7a6-4812-8092-4c33363a2645" providerId="AD"/>
  <p188:author id="{80BB5143-9E23-CEF6-02F0-6168060C5CCE}" name="Angela Gunawan" initials="AG" userId="S::Angela.Gunawan@sg.ey.com::8079f2ec-528c-4d94-9a0f-b2a064269ce9" providerId="AD"/>
  <p188:author id="{BD851D4F-57DC-734A-AAAD-47F44A38FDF6}" name="Shanthoshigaa D" initials="SD" userId="S::Shanthoshigaa.D@sg.ey.com::d375dbd9-3c9a-47d4-9ebe-6dcd302750ba" providerId="AD"/>
  <p188:author id="{45465959-F959-6B9C-BEB7-482EC9F861E3}" name="Hong Cao" initials="HC" userId="S::Hong.Cao@sg.ey.com::bc466f4e-77c5-4170-97f0-eebde26f402a" providerId="AD"/>
  <p188:author id="{DE85917D-C4FE-7660-F6A1-95BDA1493CAE}" name="He Li" initials="HL" userId="S::He.Li@sg.ey.com::bada4b94-8145-4b7e-a1be-76e32e2edf8b" providerId="AD"/>
  <p188:author id="{D9B3FB9D-642D-8F32-10C0-09259D87C786}" name="Tristan Yeo" initials="TY" userId="S::Tristan.Yeo@sg.ey.com::6f047217-dd70-49c8-aa58-c5bd70818095" providerId="AD"/>
  <p188:author id="{AC6766C2-8A03-7790-3219-33FD3670F6F5}" name="Rajesh Thirunavukkarasu" initials="RT" userId="S::Rajesh.Thirunavukkarasu@sg.ey.com::e6862f9c-219f-49aa-b01a-825e2384a17b" providerId="AD"/>
  <p188:author id="{015DE4D1-D376-DEFD-CDD4-A219961969BD}" name="Hong Cao" initials="HC" userId="S::hong.cao@sg.ey.com::bc466f4e-77c5-4170-97f0-eebde26f402a" providerId="AD"/>
  <p188:author id="{CE6124D7-B5DE-FD4E-2005-149A92EB5386}" name="Boat Thadtanone" initials="BT" userId="S::Boat.Thadtanone@sg.ey.com::bf33e4a8-9d64-4802-a086-563644dcb3f8" providerId="AD"/>
  <p188:author id="{882109E1-0A37-B92A-7B20-093B3D65D38C}" name="Chetna Ganjoo" initials="CG" userId="S::Chetna.Ganjoo@sg.ey.com::7e737470-ba13-4315-8c2b-ec10d75b5653" providerId="AD"/>
  <p188:author id="{4DA8FCE3-CE5C-664E-4743-DA50D803DA46}" name="Jin Jin" initials="JJ" userId="S::Jin.Jin@sg.ey.com::800aa56c-f329-46bc-856c-2ac9ba756206" providerId="AD"/>
  <p188:author id="{E1E8E2EA-3750-8B41-F02B-BE0E79BB5976}" name="YeeKhee Hor" initials="YH" userId="S::YeeKhee.Hor@sg.ey.com::d5774d87-ab61-4fd2-a19a-974c35415805" providerId="AD"/>
  <p188:author id="{662F01F5-99E9-546B-DE1F-0A4A92103289}" name="Arijit-AD Datta" initials="AD" userId="S::arijit-ad.datta@sg.ey.com::60820024-f6c7-47a1-b64e-47e9a47d535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474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644" y="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 Target="slides/slide1.xml"/><Relationship Id="rId10" Type="http://schemas.openxmlformats.org/officeDocument/2006/relationships/notesMaster" Target="notesMasters/notesMaster1.xml"/><Relationship Id="rId11" Type="http://schemas.openxmlformats.org/officeDocument/2006/relationships/tags" Target="tags/tag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8/10/relationships/authors" Target="authors.xml"/><Relationship Id="rId17"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D4C9B0-351C-49D9-8485-D265451F5785}" type="datetimeFigureOut">
              <a:rPr lang="en-US" smtClean="0"/>
              <a:t>8/7/2026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7D8158-2737-4C81-9AB7-BD065B542B67}" type="slidenum">
              <a:rPr lang="en-US" smtClean="0"/>
              <a:t>‹#›</a:t>
            </a:fld>
            <a:endParaRPr lang="en-US"/>
          </a:p>
        </p:txBody>
      </p:sp>
    </p:spTree>
    <p:extLst>
      <p:ext uri="{BB962C8B-B14F-4D97-AF65-F5344CB8AC3E}">
        <p14:creationId xmlns:p14="http://schemas.microsoft.com/office/powerpoint/2010/main" val="2943274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5556B-5D35-D099-90AB-F8D3754FC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A6319F-71BB-764A-97BD-7D4F885E796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FF6C53-185A-1CFE-8616-8A42A0E629F7}"/>
              </a:ext>
            </a:extLst>
          </p:cNvPr>
          <p:cNvSpPr>
            <a:spLocks noGrp="1"/>
          </p:cNvSpPr>
          <p:nvPr>
            <p:ph type="body" idx="1"/>
          </p:nvPr>
        </p:nvSpPr>
        <p:spPr/>
        <p:txBody>
          <a:bodyPr/>
          <a:lstStyle/>
          <a:p>
            <a:r>
              <a:rPr lang="en-SG"/>
              <a:t>* Ask about Education Credentials</a:t>
            </a:r>
          </a:p>
        </p:txBody>
      </p:sp>
      <p:sp>
        <p:nvSpPr>
          <p:cNvPr id="4" name="Slide Number Placeholder 3">
            <a:extLst>
              <a:ext uri="{FF2B5EF4-FFF2-40B4-BE49-F238E27FC236}">
                <a16:creationId xmlns:a16="http://schemas.microsoft.com/office/drawing/2014/main" id="{66420CAD-20F6-D060-C9CC-7FCA415F85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E3D326-314A-4388-8C16-B117BFD74A9A}"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81965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svg"/><Relationship Id="rId3" Type="http://schemas.openxmlformats.org/officeDocument/2006/relationships/image" Target="../media/image9.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svg"/><Relationship Id="rId3" Type="http://schemas.openxmlformats.org/officeDocument/2006/relationships/image" Target="../media/image9.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jpeg"/><Relationship Id="rId3" Type="http://schemas.openxmlformats.org/officeDocument/2006/relationships/image" Target="../media/image11.png"/><Relationship Id="rId4" Type="http://schemas.microsoft.com/office/2007/relationships/hdphoto" Target="../media/hdphoto1.wdp"/><Relationship Id="rId5" Type="http://schemas.openxmlformats.org/officeDocument/2006/relationships/image" Target="../media/image1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jpe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microsoft.com/office/2007/relationships/hdphoto" Target="../media/hdphoto2.wdp"/><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jpe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2.jpe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png"/><Relationship Id="rId3" Type="http://schemas.openxmlformats.org/officeDocument/2006/relationships/image" Target="../media/image2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5.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jpe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le Slide Frame 2">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A8D6BAB6-A68E-C404-5D92-6E11D325CFFA}"/>
              </a:ext>
            </a:extLst>
          </p:cNvPr>
          <p:cNvGrpSpPr/>
          <p:nvPr userDrawn="1"/>
        </p:nvGrpSpPr>
        <p:grpSpPr bwMode="black">
          <a:xfrm>
            <a:off x="10563226" y="5167683"/>
            <a:ext cx="1219200" cy="1284606"/>
            <a:chOff x="10563224" y="5158158"/>
            <a:chExt cx="1219200" cy="1284606"/>
          </a:xfrm>
        </p:grpSpPr>
        <p:sp>
          <p:nvSpPr>
            <p:cNvPr id="22" name="Freeform 21">
              <a:extLst>
                <a:ext uri="{FF2B5EF4-FFF2-40B4-BE49-F238E27FC236}">
                  <a16:creationId xmlns:a16="http://schemas.microsoft.com/office/drawing/2014/main" id="{BEE0067F-78DC-1ABA-D072-D13444B14ED9}"/>
                </a:ext>
              </a:extLst>
            </p:cNvPr>
            <p:cNvSpPr/>
            <p:nvPr/>
          </p:nvSpPr>
          <p:spPr bwMode="black">
            <a:xfrm>
              <a:off x="10826115" y="5158158"/>
              <a:ext cx="805814" cy="294004"/>
            </a:xfrm>
            <a:custGeom>
              <a:avLst/>
              <a:gdLst>
                <a:gd name="connsiteX0" fmla="*/ 805814 w 805814"/>
                <a:gd name="connsiteY0" fmla="*/ 0 h 294004"/>
                <a:gd name="connsiteX1" fmla="*/ 0 w 805814"/>
                <a:gd name="connsiteY1" fmla="*/ 294005 h 294004"/>
                <a:gd name="connsiteX2" fmla="*/ 805814 w 805814"/>
                <a:gd name="connsiteY2" fmla="*/ 151765 h 294004"/>
                <a:gd name="connsiteX3" fmla="*/ 805814 w 805814"/>
                <a:gd name="connsiteY3" fmla="*/ 0 h 294004"/>
              </a:gdLst>
              <a:ahLst/>
              <a:cxnLst>
                <a:cxn ang="0">
                  <a:pos x="connsiteX0" y="connsiteY0"/>
                </a:cxn>
                <a:cxn ang="0">
                  <a:pos x="connsiteX1" y="connsiteY1"/>
                </a:cxn>
                <a:cxn ang="0">
                  <a:pos x="connsiteX2" y="connsiteY2"/>
                </a:cxn>
                <a:cxn ang="0">
                  <a:pos x="connsiteX3" y="connsiteY3"/>
                </a:cxn>
              </a:cxnLst>
              <a:rect l="l" t="t" r="r" b="b"/>
              <a:pathLst>
                <a:path w="805814" h="294004">
                  <a:moveTo>
                    <a:pt x="805814" y="0"/>
                  </a:moveTo>
                  <a:lnTo>
                    <a:pt x="0" y="294005"/>
                  </a:lnTo>
                  <a:lnTo>
                    <a:pt x="805814" y="151765"/>
                  </a:lnTo>
                  <a:lnTo>
                    <a:pt x="805814" y="0"/>
                  </a:lnTo>
                  <a:close/>
                </a:path>
              </a:pathLst>
            </a:custGeom>
            <a:solidFill>
              <a:srgbClr val="FFE600"/>
            </a:solidFill>
            <a:ln w="63500" cap="flat">
              <a:noFill/>
              <a:prstDash val="solid"/>
              <a:miter/>
            </a:ln>
          </p:spPr>
          <p:txBody>
            <a:bodyPr rtlCol="0" anchor="ctr"/>
            <a:lstStyle/>
            <a:p>
              <a:endParaRPr lang="en-US" sz="1798"/>
            </a:p>
          </p:txBody>
        </p:sp>
        <p:sp>
          <p:nvSpPr>
            <p:cNvPr id="23" name="Freeform 22">
              <a:extLst>
                <a:ext uri="{FF2B5EF4-FFF2-40B4-BE49-F238E27FC236}">
                  <a16:creationId xmlns:a16="http://schemas.microsoft.com/office/drawing/2014/main" id="{51F51328-AAA1-9C6C-5EE4-05350DF6D22E}"/>
                </a:ext>
              </a:extLst>
            </p:cNvPr>
            <p:cNvSpPr/>
            <p:nvPr/>
          </p:nvSpPr>
          <p:spPr bwMode="black">
            <a:xfrm>
              <a:off x="10563224" y="5574083"/>
              <a:ext cx="1219200" cy="868681"/>
            </a:xfrm>
            <a:custGeom>
              <a:avLst/>
              <a:gdLst>
                <a:gd name="connsiteX0" fmla="*/ 245110 w 1219200"/>
                <a:gd name="connsiteY0" fmla="*/ 839471 h 868681"/>
                <a:gd name="connsiteX1" fmla="*/ 246379 w 1219200"/>
                <a:gd name="connsiteY1" fmla="*/ 839471 h 868681"/>
                <a:gd name="connsiteX2" fmla="*/ 245041 w 1219200"/>
                <a:gd name="connsiteY2" fmla="*/ 839979 h 868681"/>
                <a:gd name="connsiteX3" fmla="*/ 522605 w 1219200"/>
                <a:gd name="connsiteY3" fmla="*/ 796926 h 868681"/>
                <a:gd name="connsiteX4" fmla="*/ 504189 w 1219200"/>
                <a:gd name="connsiteY4" fmla="*/ 821691 h 868681"/>
                <a:gd name="connsiteX5" fmla="*/ 522605 w 1219200"/>
                <a:gd name="connsiteY5" fmla="*/ 845821 h 868681"/>
                <a:gd name="connsiteX6" fmla="*/ 541019 w 1219200"/>
                <a:gd name="connsiteY6" fmla="*/ 821691 h 868681"/>
                <a:gd name="connsiteX7" fmla="*/ 522605 w 1219200"/>
                <a:gd name="connsiteY7" fmla="*/ 796926 h 868681"/>
                <a:gd name="connsiteX8" fmla="*/ 817245 w 1219200"/>
                <a:gd name="connsiteY8" fmla="*/ 796291 h 868681"/>
                <a:gd name="connsiteX9" fmla="*/ 800735 w 1219200"/>
                <a:gd name="connsiteY9" fmla="*/ 819786 h 868681"/>
                <a:gd name="connsiteX10" fmla="*/ 817879 w 1219200"/>
                <a:gd name="connsiteY10" fmla="*/ 846456 h 868681"/>
                <a:gd name="connsiteX11" fmla="*/ 833754 w 1219200"/>
                <a:gd name="connsiteY11" fmla="*/ 838836 h 868681"/>
                <a:gd name="connsiteX12" fmla="*/ 833754 w 1219200"/>
                <a:gd name="connsiteY12" fmla="*/ 838201 h 868681"/>
                <a:gd name="connsiteX13" fmla="*/ 833754 w 1219200"/>
                <a:gd name="connsiteY13" fmla="*/ 803911 h 868681"/>
                <a:gd name="connsiteX14" fmla="*/ 817245 w 1219200"/>
                <a:gd name="connsiteY14" fmla="*/ 796291 h 868681"/>
                <a:gd name="connsiteX15" fmla="*/ 1179195 w 1219200"/>
                <a:gd name="connsiteY15" fmla="*/ 794386 h 868681"/>
                <a:gd name="connsiteX16" fmla="*/ 1163320 w 1219200"/>
                <a:gd name="connsiteY16" fmla="*/ 811531 h 868681"/>
                <a:gd name="connsiteX17" fmla="*/ 1163954 w 1219200"/>
                <a:gd name="connsiteY17" fmla="*/ 811531 h 868681"/>
                <a:gd name="connsiteX18" fmla="*/ 1195704 w 1219200"/>
                <a:gd name="connsiteY18" fmla="*/ 811531 h 868681"/>
                <a:gd name="connsiteX19" fmla="*/ 1179195 w 1219200"/>
                <a:gd name="connsiteY19" fmla="*/ 794386 h 868681"/>
                <a:gd name="connsiteX20" fmla="*/ 909320 w 1219200"/>
                <a:gd name="connsiteY20" fmla="*/ 794386 h 868681"/>
                <a:gd name="connsiteX21" fmla="*/ 893445 w 1219200"/>
                <a:gd name="connsiteY21" fmla="*/ 811531 h 868681"/>
                <a:gd name="connsiteX22" fmla="*/ 894079 w 1219200"/>
                <a:gd name="connsiteY22" fmla="*/ 811531 h 868681"/>
                <a:gd name="connsiteX23" fmla="*/ 925829 w 1219200"/>
                <a:gd name="connsiteY23" fmla="*/ 811531 h 868681"/>
                <a:gd name="connsiteX24" fmla="*/ 909320 w 1219200"/>
                <a:gd name="connsiteY24" fmla="*/ 794386 h 868681"/>
                <a:gd name="connsiteX25" fmla="*/ 737870 w 1219200"/>
                <a:gd name="connsiteY25" fmla="*/ 775971 h 868681"/>
                <a:gd name="connsiteX26" fmla="*/ 761364 w 1219200"/>
                <a:gd name="connsiteY26" fmla="*/ 775971 h 868681"/>
                <a:gd name="connsiteX27" fmla="*/ 761364 w 1219200"/>
                <a:gd name="connsiteY27" fmla="*/ 866141 h 868681"/>
                <a:gd name="connsiteX28" fmla="*/ 737870 w 1219200"/>
                <a:gd name="connsiteY28" fmla="*/ 866141 h 868681"/>
                <a:gd name="connsiteX29" fmla="*/ 143510 w 1219200"/>
                <a:gd name="connsiteY29" fmla="*/ 775971 h 868681"/>
                <a:gd name="connsiteX30" fmla="*/ 167004 w 1219200"/>
                <a:gd name="connsiteY30" fmla="*/ 775971 h 868681"/>
                <a:gd name="connsiteX31" fmla="*/ 167004 w 1219200"/>
                <a:gd name="connsiteY31" fmla="*/ 866141 h 868681"/>
                <a:gd name="connsiteX32" fmla="*/ 143510 w 1219200"/>
                <a:gd name="connsiteY32" fmla="*/ 866141 h 868681"/>
                <a:gd name="connsiteX33" fmla="*/ 635 w 1219200"/>
                <a:gd name="connsiteY33" fmla="*/ 775971 h 868681"/>
                <a:gd name="connsiteX34" fmla="*/ 26670 w 1219200"/>
                <a:gd name="connsiteY34" fmla="*/ 775971 h 868681"/>
                <a:gd name="connsiteX35" fmla="*/ 40004 w 1219200"/>
                <a:gd name="connsiteY35" fmla="*/ 828041 h 868681"/>
                <a:gd name="connsiteX36" fmla="*/ 55245 w 1219200"/>
                <a:gd name="connsiteY36" fmla="*/ 775971 h 868681"/>
                <a:gd name="connsiteX37" fmla="*/ 76200 w 1219200"/>
                <a:gd name="connsiteY37" fmla="*/ 775971 h 868681"/>
                <a:gd name="connsiteX38" fmla="*/ 91439 w 1219200"/>
                <a:gd name="connsiteY38" fmla="*/ 828041 h 868681"/>
                <a:gd name="connsiteX39" fmla="*/ 105409 w 1219200"/>
                <a:gd name="connsiteY39" fmla="*/ 775971 h 868681"/>
                <a:gd name="connsiteX40" fmla="*/ 130810 w 1219200"/>
                <a:gd name="connsiteY40" fmla="*/ 775971 h 868681"/>
                <a:gd name="connsiteX41" fmla="*/ 102235 w 1219200"/>
                <a:gd name="connsiteY41" fmla="*/ 866141 h 868681"/>
                <a:gd name="connsiteX42" fmla="*/ 80644 w 1219200"/>
                <a:gd name="connsiteY42" fmla="*/ 866141 h 868681"/>
                <a:gd name="connsiteX43" fmla="*/ 65405 w 1219200"/>
                <a:gd name="connsiteY43" fmla="*/ 811531 h 868681"/>
                <a:gd name="connsiteX44" fmla="*/ 50165 w 1219200"/>
                <a:gd name="connsiteY44" fmla="*/ 866141 h 868681"/>
                <a:gd name="connsiteX45" fmla="*/ 28575 w 1219200"/>
                <a:gd name="connsiteY45" fmla="*/ 866141 h 868681"/>
                <a:gd name="connsiteX46" fmla="*/ 1181099 w 1219200"/>
                <a:gd name="connsiteY46" fmla="*/ 774066 h 868681"/>
                <a:gd name="connsiteX47" fmla="*/ 1219200 w 1219200"/>
                <a:gd name="connsiteY47" fmla="*/ 821056 h 868681"/>
                <a:gd name="connsiteX48" fmla="*/ 1218564 w 1219200"/>
                <a:gd name="connsiteY48" fmla="*/ 821056 h 868681"/>
                <a:gd name="connsiteX49" fmla="*/ 1218564 w 1219200"/>
                <a:gd name="connsiteY49" fmla="*/ 828676 h 868681"/>
                <a:gd name="connsiteX50" fmla="*/ 1163954 w 1219200"/>
                <a:gd name="connsiteY50" fmla="*/ 828676 h 868681"/>
                <a:gd name="connsiteX51" fmla="*/ 1183004 w 1219200"/>
                <a:gd name="connsiteY51" fmla="*/ 846456 h 868681"/>
                <a:gd name="connsiteX52" fmla="*/ 1198879 w 1219200"/>
                <a:gd name="connsiteY52" fmla="*/ 840106 h 868681"/>
                <a:gd name="connsiteX53" fmla="*/ 1214754 w 1219200"/>
                <a:gd name="connsiteY53" fmla="*/ 853441 h 868681"/>
                <a:gd name="connsiteX54" fmla="*/ 1182370 w 1219200"/>
                <a:gd name="connsiteY54" fmla="*/ 868046 h 868681"/>
                <a:gd name="connsiteX55" fmla="*/ 1141095 w 1219200"/>
                <a:gd name="connsiteY55" fmla="*/ 821056 h 868681"/>
                <a:gd name="connsiteX56" fmla="*/ 1181099 w 1219200"/>
                <a:gd name="connsiteY56" fmla="*/ 774066 h 868681"/>
                <a:gd name="connsiteX57" fmla="*/ 1097915 w 1219200"/>
                <a:gd name="connsiteY57" fmla="*/ 774066 h 868681"/>
                <a:gd name="connsiteX58" fmla="*/ 1133474 w 1219200"/>
                <a:gd name="connsiteY58" fmla="*/ 793751 h 868681"/>
                <a:gd name="connsiteX59" fmla="*/ 1118235 w 1219200"/>
                <a:gd name="connsiteY59" fmla="*/ 808991 h 868681"/>
                <a:gd name="connsiteX60" fmla="*/ 1097915 w 1219200"/>
                <a:gd name="connsiteY60" fmla="*/ 796291 h 868681"/>
                <a:gd name="connsiteX61" fmla="*/ 1078864 w 1219200"/>
                <a:gd name="connsiteY61" fmla="*/ 820421 h 868681"/>
                <a:gd name="connsiteX62" fmla="*/ 1097915 w 1219200"/>
                <a:gd name="connsiteY62" fmla="*/ 845186 h 868681"/>
                <a:gd name="connsiteX63" fmla="*/ 1118235 w 1219200"/>
                <a:gd name="connsiteY63" fmla="*/ 833756 h 868681"/>
                <a:gd name="connsiteX64" fmla="*/ 1118870 w 1219200"/>
                <a:gd name="connsiteY64" fmla="*/ 834391 h 868681"/>
                <a:gd name="connsiteX65" fmla="*/ 1133474 w 1219200"/>
                <a:gd name="connsiteY65" fmla="*/ 848361 h 868681"/>
                <a:gd name="connsiteX66" fmla="*/ 1097280 w 1219200"/>
                <a:gd name="connsiteY66" fmla="*/ 868046 h 868681"/>
                <a:gd name="connsiteX67" fmla="*/ 1054735 w 1219200"/>
                <a:gd name="connsiteY67" fmla="*/ 821056 h 868681"/>
                <a:gd name="connsiteX68" fmla="*/ 1097915 w 1219200"/>
                <a:gd name="connsiteY68" fmla="*/ 774066 h 868681"/>
                <a:gd name="connsiteX69" fmla="*/ 1009015 w 1219200"/>
                <a:gd name="connsiteY69" fmla="*/ 774066 h 868681"/>
                <a:gd name="connsiteX70" fmla="*/ 1041400 w 1219200"/>
                <a:gd name="connsiteY70" fmla="*/ 815341 h 868681"/>
                <a:gd name="connsiteX71" fmla="*/ 1041400 w 1219200"/>
                <a:gd name="connsiteY71" fmla="*/ 866141 h 868681"/>
                <a:gd name="connsiteX72" fmla="*/ 1017905 w 1219200"/>
                <a:gd name="connsiteY72" fmla="*/ 866141 h 868681"/>
                <a:gd name="connsiteX73" fmla="*/ 1017905 w 1219200"/>
                <a:gd name="connsiteY73" fmla="*/ 817246 h 868681"/>
                <a:gd name="connsiteX74" fmla="*/ 1002665 w 1219200"/>
                <a:gd name="connsiteY74" fmla="*/ 796291 h 868681"/>
                <a:gd name="connsiteX75" fmla="*/ 986790 w 1219200"/>
                <a:gd name="connsiteY75" fmla="*/ 816611 h 868681"/>
                <a:gd name="connsiteX76" fmla="*/ 986790 w 1219200"/>
                <a:gd name="connsiteY76" fmla="*/ 866141 h 868681"/>
                <a:gd name="connsiteX77" fmla="*/ 963295 w 1219200"/>
                <a:gd name="connsiteY77" fmla="*/ 866141 h 868681"/>
                <a:gd name="connsiteX78" fmla="*/ 963295 w 1219200"/>
                <a:gd name="connsiteY78" fmla="*/ 775971 h 868681"/>
                <a:gd name="connsiteX79" fmla="*/ 986790 w 1219200"/>
                <a:gd name="connsiteY79" fmla="*/ 775971 h 868681"/>
                <a:gd name="connsiteX80" fmla="*/ 986790 w 1219200"/>
                <a:gd name="connsiteY80" fmla="*/ 782321 h 868681"/>
                <a:gd name="connsiteX81" fmla="*/ 1009015 w 1219200"/>
                <a:gd name="connsiteY81" fmla="*/ 774066 h 868681"/>
                <a:gd name="connsiteX82" fmla="*/ 911224 w 1219200"/>
                <a:gd name="connsiteY82" fmla="*/ 774066 h 868681"/>
                <a:gd name="connsiteX83" fmla="*/ 949325 w 1219200"/>
                <a:gd name="connsiteY83" fmla="*/ 821056 h 868681"/>
                <a:gd name="connsiteX84" fmla="*/ 948689 w 1219200"/>
                <a:gd name="connsiteY84" fmla="*/ 821056 h 868681"/>
                <a:gd name="connsiteX85" fmla="*/ 948689 w 1219200"/>
                <a:gd name="connsiteY85" fmla="*/ 828676 h 868681"/>
                <a:gd name="connsiteX86" fmla="*/ 894079 w 1219200"/>
                <a:gd name="connsiteY86" fmla="*/ 828676 h 868681"/>
                <a:gd name="connsiteX87" fmla="*/ 913129 w 1219200"/>
                <a:gd name="connsiteY87" fmla="*/ 846456 h 868681"/>
                <a:gd name="connsiteX88" fmla="*/ 929004 w 1219200"/>
                <a:gd name="connsiteY88" fmla="*/ 840106 h 868681"/>
                <a:gd name="connsiteX89" fmla="*/ 944879 w 1219200"/>
                <a:gd name="connsiteY89" fmla="*/ 853441 h 868681"/>
                <a:gd name="connsiteX90" fmla="*/ 912495 w 1219200"/>
                <a:gd name="connsiteY90" fmla="*/ 868046 h 868681"/>
                <a:gd name="connsiteX91" fmla="*/ 871220 w 1219200"/>
                <a:gd name="connsiteY91" fmla="*/ 821056 h 868681"/>
                <a:gd name="connsiteX92" fmla="*/ 911224 w 1219200"/>
                <a:gd name="connsiteY92" fmla="*/ 774066 h 868681"/>
                <a:gd name="connsiteX93" fmla="*/ 623570 w 1219200"/>
                <a:gd name="connsiteY93" fmla="*/ 774066 h 868681"/>
                <a:gd name="connsiteX94" fmla="*/ 655954 w 1219200"/>
                <a:gd name="connsiteY94" fmla="*/ 815341 h 868681"/>
                <a:gd name="connsiteX95" fmla="*/ 655954 w 1219200"/>
                <a:gd name="connsiteY95" fmla="*/ 866141 h 868681"/>
                <a:gd name="connsiteX96" fmla="*/ 632459 w 1219200"/>
                <a:gd name="connsiteY96" fmla="*/ 866141 h 868681"/>
                <a:gd name="connsiteX97" fmla="*/ 632459 w 1219200"/>
                <a:gd name="connsiteY97" fmla="*/ 817246 h 868681"/>
                <a:gd name="connsiteX98" fmla="*/ 617220 w 1219200"/>
                <a:gd name="connsiteY98" fmla="*/ 796291 h 868681"/>
                <a:gd name="connsiteX99" fmla="*/ 601345 w 1219200"/>
                <a:gd name="connsiteY99" fmla="*/ 816611 h 868681"/>
                <a:gd name="connsiteX100" fmla="*/ 601345 w 1219200"/>
                <a:gd name="connsiteY100" fmla="*/ 866141 h 868681"/>
                <a:gd name="connsiteX101" fmla="*/ 577849 w 1219200"/>
                <a:gd name="connsiteY101" fmla="*/ 866141 h 868681"/>
                <a:gd name="connsiteX102" fmla="*/ 577849 w 1219200"/>
                <a:gd name="connsiteY102" fmla="*/ 775971 h 868681"/>
                <a:gd name="connsiteX103" fmla="*/ 601345 w 1219200"/>
                <a:gd name="connsiteY103" fmla="*/ 775971 h 868681"/>
                <a:gd name="connsiteX104" fmla="*/ 601345 w 1219200"/>
                <a:gd name="connsiteY104" fmla="*/ 782321 h 868681"/>
                <a:gd name="connsiteX105" fmla="*/ 623570 w 1219200"/>
                <a:gd name="connsiteY105" fmla="*/ 774066 h 868681"/>
                <a:gd name="connsiteX106" fmla="*/ 522605 w 1219200"/>
                <a:gd name="connsiteY106" fmla="*/ 774066 h 868681"/>
                <a:gd name="connsiteX107" fmla="*/ 564515 w 1219200"/>
                <a:gd name="connsiteY107" fmla="*/ 821056 h 868681"/>
                <a:gd name="connsiteX108" fmla="*/ 522605 w 1219200"/>
                <a:gd name="connsiteY108" fmla="*/ 868046 h 868681"/>
                <a:gd name="connsiteX109" fmla="*/ 480695 w 1219200"/>
                <a:gd name="connsiteY109" fmla="*/ 821056 h 868681"/>
                <a:gd name="connsiteX110" fmla="*/ 522605 w 1219200"/>
                <a:gd name="connsiteY110" fmla="*/ 774066 h 868681"/>
                <a:gd name="connsiteX111" fmla="*/ 436879 w 1219200"/>
                <a:gd name="connsiteY111" fmla="*/ 774066 h 868681"/>
                <a:gd name="connsiteX112" fmla="*/ 472439 w 1219200"/>
                <a:gd name="connsiteY112" fmla="*/ 793751 h 868681"/>
                <a:gd name="connsiteX113" fmla="*/ 457200 w 1219200"/>
                <a:gd name="connsiteY113" fmla="*/ 808991 h 868681"/>
                <a:gd name="connsiteX114" fmla="*/ 436879 w 1219200"/>
                <a:gd name="connsiteY114" fmla="*/ 796291 h 868681"/>
                <a:gd name="connsiteX115" fmla="*/ 417829 w 1219200"/>
                <a:gd name="connsiteY115" fmla="*/ 820421 h 868681"/>
                <a:gd name="connsiteX116" fmla="*/ 436879 w 1219200"/>
                <a:gd name="connsiteY116" fmla="*/ 845186 h 868681"/>
                <a:gd name="connsiteX117" fmla="*/ 457200 w 1219200"/>
                <a:gd name="connsiteY117" fmla="*/ 833756 h 868681"/>
                <a:gd name="connsiteX118" fmla="*/ 457834 w 1219200"/>
                <a:gd name="connsiteY118" fmla="*/ 834391 h 868681"/>
                <a:gd name="connsiteX119" fmla="*/ 472439 w 1219200"/>
                <a:gd name="connsiteY119" fmla="*/ 848361 h 868681"/>
                <a:gd name="connsiteX120" fmla="*/ 436245 w 1219200"/>
                <a:gd name="connsiteY120" fmla="*/ 868046 h 868681"/>
                <a:gd name="connsiteX121" fmla="*/ 393700 w 1219200"/>
                <a:gd name="connsiteY121" fmla="*/ 821056 h 868681"/>
                <a:gd name="connsiteX122" fmla="*/ 436879 w 1219200"/>
                <a:gd name="connsiteY122" fmla="*/ 774066 h 868681"/>
                <a:gd name="connsiteX123" fmla="*/ 219075 w 1219200"/>
                <a:gd name="connsiteY123" fmla="*/ 742316 h 868681"/>
                <a:gd name="connsiteX124" fmla="*/ 219075 w 1219200"/>
                <a:gd name="connsiteY124" fmla="*/ 777241 h 868681"/>
                <a:gd name="connsiteX125" fmla="*/ 245110 w 1219200"/>
                <a:gd name="connsiteY125" fmla="*/ 777241 h 868681"/>
                <a:gd name="connsiteX126" fmla="*/ 245110 w 1219200"/>
                <a:gd name="connsiteY126" fmla="*/ 798831 h 868681"/>
                <a:gd name="connsiteX127" fmla="*/ 219075 w 1219200"/>
                <a:gd name="connsiteY127" fmla="*/ 798831 h 868681"/>
                <a:gd name="connsiteX128" fmla="*/ 219075 w 1219200"/>
                <a:gd name="connsiteY128" fmla="*/ 835661 h 868681"/>
                <a:gd name="connsiteX129" fmla="*/ 227965 w 1219200"/>
                <a:gd name="connsiteY129" fmla="*/ 846456 h 868681"/>
                <a:gd name="connsiteX130" fmla="*/ 245041 w 1219200"/>
                <a:gd name="connsiteY130" fmla="*/ 839979 h 868681"/>
                <a:gd name="connsiteX131" fmla="*/ 241935 w 1219200"/>
                <a:gd name="connsiteY131" fmla="*/ 862966 h 868681"/>
                <a:gd name="connsiteX132" fmla="*/ 219709 w 1219200"/>
                <a:gd name="connsiteY132" fmla="*/ 868681 h 868681"/>
                <a:gd name="connsiteX133" fmla="*/ 195579 w 1219200"/>
                <a:gd name="connsiteY133" fmla="*/ 842011 h 868681"/>
                <a:gd name="connsiteX134" fmla="*/ 195579 w 1219200"/>
                <a:gd name="connsiteY134" fmla="*/ 798831 h 868681"/>
                <a:gd name="connsiteX135" fmla="*/ 179704 w 1219200"/>
                <a:gd name="connsiteY135" fmla="*/ 798831 h 868681"/>
                <a:gd name="connsiteX136" fmla="*/ 179704 w 1219200"/>
                <a:gd name="connsiteY136" fmla="*/ 777241 h 868681"/>
                <a:gd name="connsiteX137" fmla="*/ 195579 w 1219200"/>
                <a:gd name="connsiteY137" fmla="*/ 777241 h 868681"/>
                <a:gd name="connsiteX138" fmla="*/ 195579 w 1219200"/>
                <a:gd name="connsiteY138" fmla="*/ 753746 h 868681"/>
                <a:gd name="connsiteX139" fmla="*/ 749935 w 1219200"/>
                <a:gd name="connsiteY139" fmla="*/ 741681 h 868681"/>
                <a:gd name="connsiteX140" fmla="*/ 763269 w 1219200"/>
                <a:gd name="connsiteY140" fmla="*/ 755016 h 868681"/>
                <a:gd name="connsiteX141" fmla="*/ 749935 w 1219200"/>
                <a:gd name="connsiteY141" fmla="*/ 768351 h 868681"/>
                <a:gd name="connsiteX142" fmla="*/ 736599 w 1219200"/>
                <a:gd name="connsiteY142" fmla="*/ 755016 h 868681"/>
                <a:gd name="connsiteX143" fmla="*/ 749935 w 1219200"/>
                <a:gd name="connsiteY143" fmla="*/ 741681 h 868681"/>
                <a:gd name="connsiteX144" fmla="*/ 154939 w 1219200"/>
                <a:gd name="connsiteY144" fmla="*/ 741681 h 868681"/>
                <a:gd name="connsiteX145" fmla="*/ 168275 w 1219200"/>
                <a:gd name="connsiteY145" fmla="*/ 755016 h 868681"/>
                <a:gd name="connsiteX146" fmla="*/ 154939 w 1219200"/>
                <a:gd name="connsiteY146" fmla="*/ 768351 h 868681"/>
                <a:gd name="connsiteX147" fmla="*/ 141605 w 1219200"/>
                <a:gd name="connsiteY147" fmla="*/ 755016 h 868681"/>
                <a:gd name="connsiteX148" fmla="*/ 154939 w 1219200"/>
                <a:gd name="connsiteY148" fmla="*/ 741681 h 868681"/>
                <a:gd name="connsiteX149" fmla="*/ 856614 w 1219200"/>
                <a:gd name="connsiteY149" fmla="*/ 741046 h 868681"/>
                <a:gd name="connsiteX150" fmla="*/ 856614 w 1219200"/>
                <a:gd name="connsiteY150" fmla="*/ 866141 h 868681"/>
                <a:gd name="connsiteX151" fmla="*/ 833120 w 1219200"/>
                <a:gd name="connsiteY151" fmla="*/ 866141 h 868681"/>
                <a:gd name="connsiteX152" fmla="*/ 833120 w 1219200"/>
                <a:gd name="connsiteY152" fmla="*/ 860426 h 868681"/>
                <a:gd name="connsiteX153" fmla="*/ 812799 w 1219200"/>
                <a:gd name="connsiteY153" fmla="*/ 868046 h 868681"/>
                <a:gd name="connsiteX154" fmla="*/ 775970 w 1219200"/>
                <a:gd name="connsiteY154" fmla="*/ 820421 h 868681"/>
                <a:gd name="connsiteX155" fmla="*/ 812165 w 1219200"/>
                <a:gd name="connsiteY155" fmla="*/ 774066 h 868681"/>
                <a:gd name="connsiteX156" fmla="*/ 833120 w 1219200"/>
                <a:gd name="connsiteY156" fmla="*/ 781051 h 868681"/>
                <a:gd name="connsiteX157" fmla="*/ 833120 w 1219200"/>
                <a:gd name="connsiteY157" fmla="*/ 752476 h 868681"/>
                <a:gd name="connsiteX158" fmla="*/ 707390 w 1219200"/>
                <a:gd name="connsiteY158" fmla="*/ 741046 h 868681"/>
                <a:gd name="connsiteX159" fmla="*/ 724534 w 1219200"/>
                <a:gd name="connsiteY159" fmla="*/ 743586 h 868681"/>
                <a:gd name="connsiteX160" fmla="*/ 724534 w 1219200"/>
                <a:gd name="connsiteY160" fmla="*/ 744221 h 868681"/>
                <a:gd name="connsiteX161" fmla="*/ 724534 w 1219200"/>
                <a:gd name="connsiteY161" fmla="*/ 762636 h 868681"/>
                <a:gd name="connsiteX162" fmla="*/ 713105 w 1219200"/>
                <a:gd name="connsiteY162" fmla="*/ 760731 h 868681"/>
                <a:gd name="connsiteX163" fmla="*/ 703579 w 1219200"/>
                <a:gd name="connsiteY163" fmla="*/ 768351 h 868681"/>
                <a:gd name="connsiteX164" fmla="*/ 703579 w 1219200"/>
                <a:gd name="connsiteY164" fmla="*/ 775336 h 868681"/>
                <a:gd name="connsiteX165" fmla="*/ 722629 w 1219200"/>
                <a:gd name="connsiteY165" fmla="*/ 775336 h 868681"/>
                <a:gd name="connsiteX166" fmla="*/ 722629 w 1219200"/>
                <a:gd name="connsiteY166" fmla="*/ 796926 h 868681"/>
                <a:gd name="connsiteX167" fmla="*/ 703579 w 1219200"/>
                <a:gd name="connsiteY167" fmla="*/ 796926 h 868681"/>
                <a:gd name="connsiteX168" fmla="*/ 703579 w 1219200"/>
                <a:gd name="connsiteY168" fmla="*/ 865506 h 868681"/>
                <a:gd name="connsiteX169" fmla="*/ 680084 w 1219200"/>
                <a:gd name="connsiteY169" fmla="*/ 865506 h 868681"/>
                <a:gd name="connsiteX170" fmla="*/ 680084 w 1219200"/>
                <a:gd name="connsiteY170" fmla="*/ 796926 h 868681"/>
                <a:gd name="connsiteX171" fmla="*/ 667385 w 1219200"/>
                <a:gd name="connsiteY171" fmla="*/ 796926 h 868681"/>
                <a:gd name="connsiteX172" fmla="*/ 667385 w 1219200"/>
                <a:gd name="connsiteY172" fmla="*/ 775336 h 868681"/>
                <a:gd name="connsiteX173" fmla="*/ 680084 w 1219200"/>
                <a:gd name="connsiteY173" fmla="*/ 775336 h 868681"/>
                <a:gd name="connsiteX174" fmla="*/ 680084 w 1219200"/>
                <a:gd name="connsiteY174" fmla="*/ 764541 h 868681"/>
                <a:gd name="connsiteX175" fmla="*/ 707390 w 1219200"/>
                <a:gd name="connsiteY175" fmla="*/ 741046 h 868681"/>
                <a:gd name="connsiteX176" fmla="*/ 282575 w 1219200"/>
                <a:gd name="connsiteY176" fmla="*/ 741046 h 868681"/>
                <a:gd name="connsiteX177" fmla="*/ 282575 w 1219200"/>
                <a:gd name="connsiteY177" fmla="*/ 782321 h 868681"/>
                <a:gd name="connsiteX178" fmla="*/ 304799 w 1219200"/>
                <a:gd name="connsiteY178" fmla="*/ 774066 h 868681"/>
                <a:gd name="connsiteX179" fmla="*/ 336549 w 1219200"/>
                <a:gd name="connsiteY179" fmla="*/ 815341 h 868681"/>
                <a:gd name="connsiteX180" fmla="*/ 336549 w 1219200"/>
                <a:gd name="connsiteY180" fmla="*/ 866141 h 868681"/>
                <a:gd name="connsiteX181" fmla="*/ 313689 w 1219200"/>
                <a:gd name="connsiteY181" fmla="*/ 866141 h 868681"/>
                <a:gd name="connsiteX182" fmla="*/ 313689 w 1219200"/>
                <a:gd name="connsiteY182" fmla="*/ 817246 h 868681"/>
                <a:gd name="connsiteX183" fmla="*/ 298450 w 1219200"/>
                <a:gd name="connsiteY183" fmla="*/ 796291 h 868681"/>
                <a:gd name="connsiteX184" fmla="*/ 282575 w 1219200"/>
                <a:gd name="connsiteY184" fmla="*/ 816611 h 868681"/>
                <a:gd name="connsiteX185" fmla="*/ 282575 w 1219200"/>
                <a:gd name="connsiteY185" fmla="*/ 866141 h 868681"/>
                <a:gd name="connsiteX186" fmla="*/ 259079 w 1219200"/>
                <a:gd name="connsiteY186" fmla="*/ 866141 h 868681"/>
                <a:gd name="connsiteX187" fmla="*/ 259079 w 1219200"/>
                <a:gd name="connsiteY187" fmla="*/ 752476 h 868681"/>
                <a:gd name="connsiteX188" fmla="*/ 92709 w 1219200"/>
                <a:gd name="connsiteY188" fmla="*/ 648336 h 868681"/>
                <a:gd name="connsiteX189" fmla="*/ 92709 w 1219200"/>
                <a:gd name="connsiteY189" fmla="*/ 649606 h 868681"/>
                <a:gd name="connsiteX190" fmla="*/ 92427 w 1219200"/>
                <a:gd name="connsiteY190" fmla="*/ 648959 h 868681"/>
                <a:gd name="connsiteX191" fmla="*/ 230504 w 1219200"/>
                <a:gd name="connsiteY191" fmla="*/ 643256 h 868681"/>
                <a:gd name="connsiteX192" fmla="*/ 215900 w 1219200"/>
                <a:gd name="connsiteY192" fmla="*/ 654686 h 868681"/>
                <a:gd name="connsiteX193" fmla="*/ 228599 w 1219200"/>
                <a:gd name="connsiteY193" fmla="*/ 667386 h 868681"/>
                <a:gd name="connsiteX194" fmla="*/ 245745 w 1219200"/>
                <a:gd name="connsiteY194" fmla="*/ 658496 h 868681"/>
                <a:gd name="connsiteX195" fmla="*/ 245745 w 1219200"/>
                <a:gd name="connsiteY195" fmla="*/ 647066 h 868681"/>
                <a:gd name="connsiteX196" fmla="*/ 230504 w 1219200"/>
                <a:gd name="connsiteY196" fmla="*/ 643256 h 868681"/>
                <a:gd name="connsiteX197" fmla="*/ 321310 w 1219200"/>
                <a:gd name="connsiteY197" fmla="*/ 614046 h 868681"/>
                <a:gd name="connsiteX198" fmla="*/ 306704 w 1219200"/>
                <a:gd name="connsiteY198" fmla="*/ 622301 h 868681"/>
                <a:gd name="connsiteX199" fmla="*/ 306704 w 1219200"/>
                <a:gd name="connsiteY199" fmla="*/ 656591 h 868681"/>
                <a:gd name="connsiteX200" fmla="*/ 323215 w 1219200"/>
                <a:gd name="connsiteY200" fmla="*/ 664846 h 868681"/>
                <a:gd name="connsiteX201" fmla="*/ 339090 w 1219200"/>
                <a:gd name="connsiteY201" fmla="*/ 640716 h 868681"/>
                <a:gd name="connsiteX202" fmla="*/ 338454 w 1219200"/>
                <a:gd name="connsiteY202" fmla="*/ 640716 h 868681"/>
                <a:gd name="connsiteX203" fmla="*/ 321310 w 1219200"/>
                <a:gd name="connsiteY203" fmla="*/ 614046 h 868681"/>
                <a:gd name="connsiteX204" fmla="*/ 1179195 w 1219200"/>
                <a:gd name="connsiteY204" fmla="*/ 612776 h 868681"/>
                <a:gd name="connsiteX205" fmla="*/ 1163320 w 1219200"/>
                <a:gd name="connsiteY205" fmla="*/ 629921 h 868681"/>
                <a:gd name="connsiteX206" fmla="*/ 1163954 w 1219200"/>
                <a:gd name="connsiteY206" fmla="*/ 629921 h 868681"/>
                <a:gd name="connsiteX207" fmla="*/ 1195704 w 1219200"/>
                <a:gd name="connsiteY207" fmla="*/ 629921 h 868681"/>
                <a:gd name="connsiteX208" fmla="*/ 1179195 w 1219200"/>
                <a:gd name="connsiteY208" fmla="*/ 612776 h 868681"/>
                <a:gd name="connsiteX209" fmla="*/ 689610 w 1219200"/>
                <a:gd name="connsiteY209" fmla="*/ 612776 h 868681"/>
                <a:gd name="connsiteX210" fmla="*/ 673735 w 1219200"/>
                <a:gd name="connsiteY210" fmla="*/ 629921 h 868681"/>
                <a:gd name="connsiteX211" fmla="*/ 674370 w 1219200"/>
                <a:gd name="connsiteY211" fmla="*/ 629921 h 868681"/>
                <a:gd name="connsiteX212" fmla="*/ 706120 w 1219200"/>
                <a:gd name="connsiteY212" fmla="*/ 629921 h 868681"/>
                <a:gd name="connsiteX213" fmla="*/ 689610 w 1219200"/>
                <a:gd name="connsiteY213" fmla="*/ 612776 h 868681"/>
                <a:gd name="connsiteX214" fmla="*/ 410845 w 1219200"/>
                <a:gd name="connsiteY214" fmla="*/ 612776 h 868681"/>
                <a:gd name="connsiteX215" fmla="*/ 395605 w 1219200"/>
                <a:gd name="connsiteY215" fmla="*/ 629921 h 868681"/>
                <a:gd name="connsiteX216" fmla="*/ 427355 w 1219200"/>
                <a:gd name="connsiteY216" fmla="*/ 629921 h 868681"/>
                <a:gd name="connsiteX217" fmla="*/ 410845 w 1219200"/>
                <a:gd name="connsiteY217" fmla="*/ 612776 h 868681"/>
                <a:gd name="connsiteX218" fmla="*/ 991870 w 1219200"/>
                <a:gd name="connsiteY218" fmla="*/ 594361 h 868681"/>
                <a:gd name="connsiteX219" fmla="*/ 1014095 w 1219200"/>
                <a:gd name="connsiteY219" fmla="*/ 594361 h 868681"/>
                <a:gd name="connsiteX220" fmla="*/ 1014095 w 1219200"/>
                <a:gd name="connsiteY220" fmla="*/ 643256 h 868681"/>
                <a:gd name="connsiteX221" fmla="*/ 1029334 w 1219200"/>
                <a:gd name="connsiteY221" fmla="*/ 664846 h 868681"/>
                <a:gd name="connsiteX222" fmla="*/ 1044575 w 1219200"/>
                <a:gd name="connsiteY222" fmla="*/ 644526 h 868681"/>
                <a:gd name="connsiteX223" fmla="*/ 1044575 w 1219200"/>
                <a:gd name="connsiteY223" fmla="*/ 594996 h 868681"/>
                <a:gd name="connsiteX224" fmla="*/ 1066799 w 1219200"/>
                <a:gd name="connsiteY224" fmla="*/ 594996 h 868681"/>
                <a:gd name="connsiteX225" fmla="*/ 1066799 w 1219200"/>
                <a:gd name="connsiteY225" fmla="*/ 684531 h 868681"/>
                <a:gd name="connsiteX226" fmla="*/ 1044575 w 1219200"/>
                <a:gd name="connsiteY226" fmla="*/ 684531 h 868681"/>
                <a:gd name="connsiteX227" fmla="*/ 1044575 w 1219200"/>
                <a:gd name="connsiteY227" fmla="*/ 678181 h 868681"/>
                <a:gd name="connsiteX228" fmla="*/ 1023620 w 1219200"/>
                <a:gd name="connsiteY228" fmla="*/ 686436 h 868681"/>
                <a:gd name="connsiteX229" fmla="*/ 991870 w 1219200"/>
                <a:gd name="connsiteY229" fmla="*/ 645161 h 868681"/>
                <a:gd name="connsiteX230" fmla="*/ 836295 w 1219200"/>
                <a:gd name="connsiteY230" fmla="*/ 594361 h 868681"/>
                <a:gd name="connsiteX231" fmla="*/ 858519 w 1219200"/>
                <a:gd name="connsiteY231" fmla="*/ 594361 h 868681"/>
                <a:gd name="connsiteX232" fmla="*/ 858519 w 1219200"/>
                <a:gd name="connsiteY232" fmla="*/ 643256 h 868681"/>
                <a:gd name="connsiteX233" fmla="*/ 873760 w 1219200"/>
                <a:gd name="connsiteY233" fmla="*/ 664846 h 868681"/>
                <a:gd name="connsiteX234" fmla="*/ 889000 w 1219200"/>
                <a:gd name="connsiteY234" fmla="*/ 644526 h 868681"/>
                <a:gd name="connsiteX235" fmla="*/ 889000 w 1219200"/>
                <a:gd name="connsiteY235" fmla="*/ 594996 h 868681"/>
                <a:gd name="connsiteX236" fmla="*/ 911224 w 1219200"/>
                <a:gd name="connsiteY236" fmla="*/ 594996 h 868681"/>
                <a:gd name="connsiteX237" fmla="*/ 911224 w 1219200"/>
                <a:gd name="connsiteY237" fmla="*/ 684531 h 868681"/>
                <a:gd name="connsiteX238" fmla="*/ 889000 w 1219200"/>
                <a:gd name="connsiteY238" fmla="*/ 684531 h 868681"/>
                <a:gd name="connsiteX239" fmla="*/ 889000 w 1219200"/>
                <a:gd name="connsiteY239" fmla="*/ 678181 h 868681"/>
                <a:gd name="connsiteX240" fmla="*/ 868045 w 1219200"/>
                <a:gd name="connsiteY240" fmla="*/ 686436 h 868681"/>
                <a:gd name="connsiteX241" fmla="*/ 836295 w 1219200"/>
                <a:gd name="connsiteY241" fmla="*/ 645161 h 868681"/>
                <a:gd name="connsiteX242" fmla="*/ 1181099 w 1219200"/>
                <a:gd name="connsiteY242" fmla="*/ 592456 h 868681"/>
                <a:gd name="connsiteX243" fmla="*/ 1219200 w 1219200"/>
                <a:gd name="connsiteY243" fmla="*/ 639446 h 868681"/>
                <a:gd name="connsiteX244" fmla="*/ 1218564 w 1219200"/>
                <a:gd name="connsiteY244" fmla="*/ 639446 h 868681"/>
                <a:gd name="connsiteX245" fmla="*/ 1218564 w 1219200"/>
                <a:gd name="connsiteY245" fmla="*/ 647066 h 868681"/>
                <a:gd name="connsiteX246" fmla="*/ 1163954 w 1219200"/>
                <a:gd name="connsiteY246" fmla="*/ 647066 h 868681"/>
                <a:gd name="connsiteX247" fmla="*/ 1183004 w 1219200"/>
                <a:gd name="connsiteY247" fmla="*/ 664846 h 868681"/>
                <a:gd name="connsiteX248" fmla="*/ 1198879 w 1219200"/>
                <a:gd name="connsiteY248" fmla="*/ 658496 h 868681"/>
                <a:gd name="connsiteX249" fmla="*/ 1214754 w 1219200"/>
                <a:gd name="connsiteY249" fmla="*/ 671831 h 868681"/>
                <a:gd name="connsiteX250" fmla="*/ 1182370 w 1219200"/>
                <a:gd name="connsiteY250" fmla="*/ 686436 h 868681"/>
                <a:gd name="connsiteX251" fmla="*/ 1141095 w 1219200"/>
                <a:gd name="connsiteY251" fmla="*/ 639446 h 868681"/>
                <a:gd name="connsiteX252" fmla="*/ 1181099 w 1219200"/>
                <a:gd name="connsiteY252" fmla="*/ 592456 h 868681"/>
                <a:gd name="connsiteX253" fmla="*/ 691515 w 1219200"/>
                <a:gd name="connsiteY253" fmla="*/ 592456 h 868681"/>
                <a:gd name="connsiteX254" fmla="*/ 729614 w 1219200"/>
                <a:gd name="connsiteY254" fmla="*/ 639446 h 868681"/>
                <a:gd name="connsiteX255" fmla="*/ 728980 w 1219200"/>
                <a:gd name="connsiteY255" fmla="*/ 639446 h 868681"/>
                <a:gd name="connsiteX256" fmla="*/ 728980 w 1219200"/>
                <a:gd name="connsiteY256" fmla="*/ 647066 h 868681"/>
                <a:gd name="connsiteX257" fmla="*/ 674370 w 1219200"/>
                <a:gd name="connsiteY257" fmla="*/ 647066 h 868681"/>
                <a:gd name="connsiteX258" fmla="*/ 693420 w 1219200"/>
                <a:gd name="connsiteY258" fmla="*/ 664846 h 868681"/>
                <a:gd name="connsiteX259" fmla="*/ 709295 w 1219200"/>
                <a:gd name="connsiteY259" fmla="*/ 658496 h 868681"/>
                <a:gd name="connsiteX260" fmla="*/ 725170 w 1219200"/>
                <a:gd name="connsiteY260" fmla="*/ 671831 h 868681"/>
                <a:gd name="connsiteX261" fmla="*/ 692784 w 1219200"/>
                <a:gd name="connsiteY261" fmla="*/ 686436 h 868681"/>
                <a:gd name="connsiteX262" fmla="*/ 651510 w 1219200"/>
                <a:gd name="connsiteY262" fmla="*/ 639446 h 868681"/>
                <a:gd name="connsiteX263" fmla="*/ 691515 w 1219200"/>
                <a:gd name="connsiteY263" fmla="*/ 592456 h 868681"/>
                <a:gd name="connsiteX264" fmla="*/ 412114 w 1219200"/>
                <a:gd name="connsiteY264" fmla="*/ 592456 h 868681"/>
                <a:gd name="connsiteX265" fmla="*/ 448310 w 1219200"/>
                <a:gd name="connsiteY265" fmla="*/ 639446 h 868681"/>
                <a:gd name="connsiteX266" fmla="*/ 448310 w 1219200"/>
                <a:gd name="connsiteY266" fmla="*/ 647066 h 868681"/>
                <a:gd name="connsiteX267" fmla="*/ 395605 w 1219200"/>
                <a:gd name="connsiteY267" fmla="*/ 647066 h 868681"/>
                <a:gd name="connsiteX268" fmla="*/ 415290 w 1219200"/>
                <a:gd name="connsiteY268" fmla="*/ 664846 h 868681"/>
                <a:gd name="connsiteX269" fmla="*/ 430530 w 1219200"/>
                <a:gd name="connsiteY269" fmla="*/ 658496 h 868681"/>
                <a:gd name="connsiteX270" fmla="*/ 446405 w 1219200"/>
                <a:gd name="connsiteY270" fmla="*/ 671831 h 868681"/>
                <a:gd name="connsiteX271" fmla="*/ 413385 w 1219200"/>
                <a:gd name="connsiteY271" fmla="*/ 686436 h 868681"/>
                <a:gd name="connsiteX272" fmla="*/ 372110 w 1219200"/>
                <a:gd name="connsiteY272" fmla="*/ 640081 h 868681"/>
                <a:gd name="connsiteX273" fmla="*/ 412114 w 1219200"/>
                <a:gd name="connsiteY273" fmla="*/ 592456 h 868681"/>
                <a:gd name="connsiteX274" fmla="*/ 326390 w 1219200"/>
                <a:gd name="connsiteY274" fmla="*/ 592456 h 868681"/>
                <a:gd name="connsiteX275" fmla="*/ 361314 w 1219200"/>
                <a:gd name="connsiteY275" fmla="*/ 639446 h 868681"/>
                <a:gd name="connsiteX276" fmla="*/ 326390 w 1219200"/>
                <a:gd name="connsiteY276" fmla="*/ 686436 h 868681"/>
                <a:gd name="connsiteX277" fmla="*/ 306070 w 1219200"/>
                <a:gd name="connsiteY277" fmla="*/ 678816 h 868681"/>
                <a:gd name="connsiteX278" fmla="*/ 306070 w 1219200"/>
                <a:gd name="connsiteY278" fmla="*/ 706121 h 868681"/>
                <a:gd name="connsiteX279" fmla="*/ 283845 w 1219200"/>
                <a:gd name="connsiteY279" fmla="*/ 717551 h 868681"/>
                <a:gd name="connsiteX280" fmla="*/ 283845 w 1219200"/>
                <a:gd name="connsiteY280" fmla="*/ 594361 h 868681"/>
                <a:gd name="connsiteX281" fmla="*/ 306070 w 1219200"/>
                <a:gd name="connsiteY281" fmla="*/ 594361 h 868681"/>
                <a:gd name="connsiteX282" fmla="*/ 306070 w 1219200"/>
                <a:gd name="connsiteY282" fmla="*/ 600711 h 868681"/>
                <a:gd name="connsiteX283" fmla="*/ 326390 w 1219200"/>
                <a:gd name="connsiteY283" fmla="*/ 592456 h 868681"/>
                <a:gd name="connsiteX284" fmla="*/ 231775 w 1219200"/>
                <a:gd name="connsiteY284" fmla="*/ 592456 h 868681"/>
                <a:gd name="connsiteX285" fmla="*/ 268605 w 1219200"/>
                <a:gd name="connsiteY285" fmla="*/ 624206 h 868681"/>
                <a:gd name="connsiteX286" fmla="*/ 268605 w 1219200"/>
                <a:gd name="connsiteY286" fmla="*/ 684531 h 868681"/>
                <a:gd name="connsiteX287" fmla="*/ 267970 w 1219200"/>
                <a:gd name="connsiteY287" fmla="*/ 684531 h 868681"/>
                <a:gd name="connsiteX288" fmla="*/ 245745 w 1219200"/>
                <a:gd name="connsiteY288" fmla="*/ 684531 h 868681"/>
                <a:gd name="connsiteX289" fmla="*/ 245745 w 1219200"/>
                <a:gd name="connsiteY289" fmla="*/ 678181 h 868681"/>
                <a:gd name="connsiteX290" fmla="*/ 224790 w 1219200"/>
                <a:gd name="connsiteY290" fmla="*/ 686436 h 868681"/>
                <a:gd name="connsiteX291" fmla="*/ 193040 w 1219200"/>
                <a:gd name="connsiteY291" fmla="*/ 655321 h 868681"/>
                <a:gd name="connsiteX292" fmla="*/ 227965 w 1219200"/>
                <a:gd name="connsiteY292" fmla="*/ 624841 h 868681"/>
                <a:gd name="connsiteX293" fmla="*/ 245745 w 1219200"/>
                <a:gd name="connsiteY293" fmla="*/ 628651 h 868681"/>
                <a:gd name="connsiteX294" fmla="*/ 245745 w 1219200"/>
                <a:gd name="connsiteY294" fmla="*/ 623571 h 868681"/>
                <a:gd name="connsiteX295" fmla="*/ 230504 w 1219200"/>
                <a:gd name="connsiteY295" fmla="*/ 611506 h 868681"/>
                <a:gd name="connsiteX296" fmla="*/ 209549 w 1219200"/>
                <a:gd name="connsiteY296" fmla="*/ 617221 h 868681"/>
                <a:gd name="connsiteX297" fmla="*/ 200659 w 1219200"/>
                <a:gd name="connsiteY297" fmla="*/ 601346 h 868681"/>
                <a:gd name="connsiteX298" fmla="*/ 231775 w 1219200"/>
                <a:gd name="connsiteY298" fmla="*/ 592456 h 868681"/>
                <a:gd name="connsiteX299" fmla="*/ 1125855 w 1219200"/>
                <a:gd name="connsiteY299" fmla="*/ 591821 h 868681"/>
                <a:gd name="connsiteX300" fmla="*/ 1142364 w 1219200"/>
                <a:gd name="connsiteY300" fmla="*/ 598171 h 868681"/>
                <a:gd name="connsiteX301" fmla="*/ 1141730 w 1219200"/>
                <a:gd name="connsiteY301" fmla="*/ 598806 h 868681"/>
                <a:gd name="connsiteX302" fmla="*/ 1132840 w 1219200"/>
                <a:gd name="connsiteY302" fmla="*/ 621031 h 868681"/>
                <a:gd name="connsiteX303" fmla="*/ 1120140 w 1219200"/>
                <a:gd name="connsiteY303" fmla="*/ 615316 h 868681"/>
                <a:gd name="connsiteX304" fmla="*/ 1106805 w 1219200"/>
                <a:gd name="connsiteY304" fmla="*/ 635001 h 868681"/>
                <a:gd name="connsiteX305" fmla="*/ 1106805 w 1219200"/>
                <a:gd name="connsiteY305" fmla="*/ 683896 h 868681"/>
                <a:gd name="connsiteX306" fmla="*/ 1084579 w 1219200"/>
                <a:gd name="connsiteY306" fmla="*/ 683896 h 868681"/>
                <a:gd name="connsiteX307" fmla="*/ 1084579 w 1219200"/>
                <a:gd name="connsiteY307" fmla="*/ 593726 h 868681"/>
                <a:gd name="connsiteX308" fmla="*/ 1106805 w 1219200"/>
                <a:gd name="connsiteY308" fmla="*/ 593726 h 868681"/>
                <a:gd name="connsiteX309" fmla="*/ 1106805 w 1219200"/>
                <a:gd name="connsiteY309" fmla="*/ 600076 h 868681"/>
                <a:gd name="connsiteX310" fmla="*/ 1125855 w 1219200"/>
                <a:gd name="connsiteY310" fmla="*/ 591821 h 868681"/>
                <a:gd name="connsiteX311" fmla="*/ 47625 w 1219200"/>
                <a:gd name="connsiteY311" fmla="*/ 563881 h 868681"/>
                <a:gd name="connsiteX312" fmla="*/ 90170 w 1219200"/>
                <a:gd name="connsiteY312" fmla="*/ 582296 h 868681"/>
                <a:gd name="connsiteX313" fmla="*/ 73659 w 1219200"/>
                <a:gd name="connsiteY313" fmla="*/ 598806 h 868681"/>
                <a:gd name="connsiteX314" fmla="*/ 46355 w 1219200"/>
                <a:gd name="connsiteY314" fmla="*/ 586741 h 868681"/>
                <a:gd name="connsiteX315" fmla="*/ 28575 w 1219200"/>
                <a:gd name="connsiteY315" fmla="*/ 598171 h 868681"/>
                <a:gd name="connsiteX316" fmla="*/ 33655 w 1219200"/>
                <a:gd name="connsiteY316" fmla="*/ 606426 h 868681"/>
                <a:gd name="connsiteX317" fmla="*/ 52704 w 1219200"/>
                <a:gd name="connsiteY317" fmla="*/ 612776 h 868681"/>
                <a:gd name="connsiteX318" fmla="*/ 81915 w 1219200"/>
                <a:gd name="connsiteY318" fmla="*/ 624841 h 868681"/>
                <a:gd name="connsiteX319" fmla="*/ 92427 w 1219200"/>
                <a:gd name="connsiteY319" fmla="*/ 648959 h 868681"/>
                <a:gd name="connsiteX320" fmla="*/ 79454 w 1219200"/>
                <a:gd name="connsiteY320" fmla="*/ 677626 h 868681"/>
                <a:gd name="connsiteX321" fmla="*/ 47625 w 1219200"/>
                <a:gd name="connsiteY321" fmla="*/ 686436 h 868681"/>
                <a:gd name="connsiteX322" fmla="*/ 0 w 1219200"/>
                <a:gd name="connsiteY322" fmla="*/ 664846 h 868681"/>
                <a:gd name="connsiteX323" fmla="*/ 16510 w 1219200"/>
                <a:gd name="connsiteY323" fmla="*/ 650241 h 868681"/>
                <a:gd name="connsiteX324" fmla="*/ 46989 w 1219200"/>
                <a:gd name="connsiteY324" fmla="*/ 664211 h 868681"/>
                <a:gd name="connsiteX325" fmla="*/ 68579 w 1219200"/>
                <a:gd name="connsiteY325" fmla="*/ 649606 h 868681"/>
                <a:gd name="connsiteX326" fmla="*/ 61595 w 1219200"/>
                <a:gd name="connsiteY326" fmla="*/ 640081 h 868681"/>
                <a:gd name="connsiteX327" fmla="*/ 41909 w 1219200"/>
                <a:gd name="connsiteY327" fmla="*/ 634366 h 868681"/>
                <a:gd name="connsiteX328" fmla="*/ 14605 w 1219200"/>
                <a:gd name="connsiteY328" fmla="*/ 623571 h 868681"/>
                <a:gd name="connsiteX329" fmla="*/ 4444 w 1219200"/>
                <a:gd name="connsiteY329" fmla="*/ 599441 h 868681"/>
                <a:gd name="connsiteX330" fmla="*/ 47625 w 1219200"/>
                <a:gd name="connsiteY330" fmla="*/ 563881 h 868681"/>
                <a:gd name="connsiteX331" fmla="*/ 814070 w 1219200"/>
                <a:gd name="connsiteY331" fmla="*/ 560071 h 868681"/>
                <a:gd name="connsiteX332" fmla="*/ 830579 w 1219200"/>
                <a:gd name="connsiteY332" fmla="*/ 562611 h 868681"/>
                <a:gd name="connsiteX333" fmla="*/ 829945 w 1219200"/>
                <a:gd name="connsiteY333" fmla="*/ 562611 h 868681"/>
                <a:gd name="connsiteX334" fmla="*/ 829945 w 1219200"/>
                <a:gd name="connsiteY334" fmla="*/ 581026 h 868681"/>
                <a:gd name="connsiteX335" fmla="*/ 818515 w 1219200"/>
                <a:gd name="connsiteY335" fmla="*/ 579121 h 868681"/>
                <a:gd name="connsiteX336" fmla="*/ 808989 w 1219200"/>
                <a:gd name="connsiteY336" fmla="*/ 586741 h 868681"/>
                <a:gd name="connsiteX337" fmla="*/ 808989 w 1219200"/>
                <a:gd name="connsiteY337" fmla="*/ 594361 h 868681"/>
                <a:gd name="connsiteX338" fmla="*/ 824230 w 1219200"/>
                <a:gd name="connsiteY338" fmla="*/ 594361 h 868681"/>
                <a:gd name="connsiteX339" fmla="*/ 824230 w 1219200"/>
                <a:gd name="connsiteY339" fmla="*/ 615951 h 868681"/>
                <a:gd name="connsiteX340" fmla="*/ 808989 w 1219200"/>
                <a:gd name="connsiteY340" fmla="*/ 615951 h 868681"/>
                <a:gd name="connsiteX341" fmla="*/ 808989 w 1219200"/>
                <a:gd name="connsiteY341" fmla="*/ 684531 h 868681"/>
                <a:gd name="connsiteX342" fmla="*/ 786765 w 1219200"/>
                <a:gd name="connsiteY342" fmla="*/ 684531 h 868681"/>
                <a:gd name="connsiteX343" fmla="*/ 786765 w 1219200"/>
                <a:gd name="connsiteY343" fmla="*/ 615951 h 868681"/>
                <a:gd name="connsiteX344" fmla="*/ 775970 w 1219200"/>
                <a:gd name="connsiteY344" fmla="*/ 615951 h 868681"/>
                <a:gd name="connsiteX345" fmla="*/ 775970 w 1219200"/>
                <a:gd name="connsiteY345" fmla="*/ 594361 h 868681"/>
                <a:gd name="connsiteX346" fmla="*/ 786765 w 1219200"/>
                <a:gd name="connsiteY346" fmla="*/ 594361 h 868681"/>
                <a:gd name="connsiteX347" fmla="*/ 786765 w 1219200"/>
                <a:gd name="connsiteY347" fmla="*/ 583566 h 868681"/>
                <a:gd name="connsiteX348" fmla="*/ 814070 w 1219200"/>
                <a:gd name="connsiteY348" fmla="*/ 560071 h 868681"/>
                <a:gd name="connsiteX349" fmla="*/ 957579 w 1219200"/>
                <a:gd name="connsiteY349" fmla="*/ 559436 h 868681"/>
                <a:gd name="connsiteX350" fmla="*/ 957579 w 1219200"/>
                <a:gd name="connsiteY350" fmla="*/ 594361 h 868681"/>
                <a:gd name="connsiteX351" fmla="*/ 979170 w 1219200"/>
                <a:gd name="connsiteY351" fmla="*/ 594361 h 868681"/>
                <a:gd name="connsiteX352" fmla="*/ 979170 w 1219200"/>
                <a:gd name="connsiteY352" fmla="*/ 615951 h 868681"/>
                <a:gd name="connsiteX353" fmla="*/ 957579 w 1219200"/>
                <a:gd name="connsiteY353" fmla="*/ 615951 h 868681"/>
                <a:gd name="connsiteX354" fmla="*/ 957579 w 1219200"/>
                <a:gd name="connsiteY354" fmla="*/ 654051 h 868681"/>
                <a:gd name="connsiteX355" fmla="*/ 966470 w 1219200"/>
                <a:gd name="connsiteY355" fmla="*/ 664846 h 868681"/>
                <a:gd name="connsiteX356" fmla="*/ 981075 w 1219200"/>
                <a:gd name="connsiteY356" fmla="*/ 658496 h 868681"/>
                <a:gd name="connsiteX357" fmla="*/ 977900 w 1219200"/>
                <a:gd name="connsiteY357" fmla="*/ 681356 h 868681"/>
                <a:gd name="connsiteX358" fmla="*/ 959485 w 1219200"/>
                <a:gd name="connsiteY358" fmla="*/ 686436 h 868681"/>
                <a:gd name="connsiteX359" fmla="*/ 935355 w 1219200"/>
                <a:gd name="connsiteY359" fmla="*/ 659766 h 868681"/>
                <a:gd name="connsiteX360" fmla="*/ 935355 w 1219200"/>
                <a:gd name="connsiteY360" fmla="*/ 615951 h 868681"/>
                <a:gd name="connsiteX361" fmla="*/ 922655 w 1219200"/>
                <a:gd name="connsiteY361" fmla="*/ 615951 h 868681"/>
                <a:gd name="connsiteX362" fmla="*/ 922655 w 1219200"/>
                <a:gd name="connsiteY362" fmla="*/ 594361 h 868681"/>
                <a:gd name="connsiteX363" fmla="*/ 935355 w 1219200"/>
                <a:gd name="connsiteY363" fmla="*/ 594361 h 868681"/>
                <a:gd name="connsiteX364" fmla="*/ 935355 w 1219200"/>
                <a:gd name="connsiteY364" fmla="*/ 570866 h 868681"/>
                <a:gd name="connsiteX365" fmla="*/ 586739 w 1219200"/>
                <a:gd name="connsiteY365" fmla="*/ 559436 h 868681"/>
                <a:gd name="connsiteX366" fmla="*/ 586739 w 1219200"/>
                <a:gd name="connsiteY366" fmla="*/ 600711 h 868681"/>
                <a:gd name="connsiteX367" fmla="*/ 607695 w 1219200"/>
                <a:gd name="connsiteY367" fmla="*/ 592456 h 868681"/>
                <a:gd name="connsiteX368" fmla="*/ 639445 w 1219200"/>
                <a:gd name="connsiteY368" fmla="*/ 633731 h 868681"/>
                <a:gd name="connsiteX369" fmla="*/ 639445 w 1219200"/>
                <a:gd name="connsiteY369" fmla="*/ 684531 h 868681"/>
                <a:gd name="connsiteX370" fmla="*/ 617220 w 1219200"/>
                <a:gd name="connsiteY370" fmla="*/ 684531 h 868681"/>
                <a:gd name="connsiteX371" fmla="*/ 617220 w 1219200"/>
                <a:gd name="connsiteY371" fmla="*/ 635636 h 868681"/>
                <a:gd name="connsiteX372" fmla="*/ 601980 w 1219200"/>
                <a:gd name="connsiteY372" fmla="*/ 614681 h 868681"/>
                <a:gd name="connsiteX373" fmla="*/ 586739 w 1219200"/>
                <a:gd name="connsiteY373" fmla="*/ 635001 h 868681"/>
                <a:gd name="connsiteX374" fmla="*/ 586739 w 1219200"/>
                <a:gd name="connsiteY374" fmla="*/ 684531 h 868681"/>
                <a:gd name="connsiteX375" fmla="*/ 564515 w 1219200"/>
                <a:gd name="connsiteY375" fmla="*/ 684531 h 868681"/>
                <a:gd name="connsiteX376" fmla="*/ 564515 w 1219200"/>
                <a:gd name="connsiteY376" fmla="*/ 570866 h 868681"/>
                <a:gd name="connsiteX377" fmla="*/ 529590 w 1219200"/>
                <a:gd name="connsiteY377" fmla="*/ 559436 h 868681"/>
                <a:gd name="connsiteX378" fmla="*/ 529590 w 1219200"/>
                <a:gd name="connsiteY378" fmla="*/ 594361 h 868681"/>
                <a:gd name="connsiteX379" fmla="*/ 550545 w 1219200"/>
                <a:gd name="connsiteY379" fmla="*/ 594361 h 868681"/>
                <a:gd name="connsiteX380" fmla="*/ 550545 w 1219200"/>
                <a:gd name="connsiteY380" fmla="*/ 615951 h 868681"/>
                <a:gd name="connsiteX381" fmla="*/ 529590 w 1219200"/>
                <a:gd name="connsiteY381" fmla="*/ 615951 h 868681"/>
                <a:gd name="connsiteX382" fmla="*/ 529590 w 1219200"/>
                <a:gd name="connsiteY382" fmla="*/ 654051 h 868681"/>
                <a:gd name="connsiteX383" fmla="*/ 538480 w 1219200"/>
                <a:gd name="connsiteY383" fmla="*/ 664846 h 868681"/>
                <a:gd name="connsiteX384" fmla="*/ 553084 w 1219200"/>
                <a:gd name="connsiteY384" fmla="*/ 658496 h 868681"/>
                <a:gd name="connsiteX385" fmla="*/ 549909 w 1219200"/>
                <a:gd name="connsiteY385" fmla="*/ 681356 h 868681"/>
                <a:gd name="connsiteX386" fmla="*/ 531495 w 1219200"/>
                <a:gd name="connsiteY386" fmla="*/ 686436 h 868681"/>
                <a:gd name="connsiteX387" fmla="*/ 507364 w 1219200"/>
                <a:gd name="connsiteY387" fmla="*/ 659766 h 868681"/>
                <a:gd name="connsiteX388" fmla="*/ 507364 w 1219200"/>
                <a:gd name="connsiteY388" fmla="*/ 615951 h 868681"/>
                <a:gd name="connsiteX389" fmla="*/ 491489 w 1219200"/>
                <a:gd name="connsiteY389" fmla="*/ 615951 h 868681"/>
                <a:gd name="connsiteX390" fmla="*/ 491489 w 1219200"/>
                <a:gd name="connsiteY390" fmla="*/ 594361 h 868681"/>
                <a:gd name="connsiteX391" fmla="*/ 507364 w 1219200"/>
                <a:gd name="connsiteY391" fmla="*/ 594361 h 868681"/>
                <a:gd name="connsiteX392" fmla="*/ 507364 w 1219200"/>
                <a:gd name="connsiteY392" fmla="*/ 570866 h 868681"/>
                <a:gd name="connsiteX393" fmla="*/ 128269 w 1219200"/>
                <a:gd name="connsiteY393" fmla="*/ 559436 h 868681"/>
                <a:gd name="connsiteX394" fmla="*/ 128269 w 1219200"/>
                <a:gd name="connsiteY394" fmla="*/ 600711 h 868681"/>
                <a:gd name="connsiteX395" fmla="*/ 149224 w 1219200"/>
                <a:gd name="connsiteY395" fmla="*/ 592456 h 868681"/>
                <a:gd name="connsiteX396" fmla="*/ 180974 w 1219200"/>
                <a:gd name="connsiteY396" fmla="*/ 633731 h 868681"/>
                <a:gd name="connsiteX397" fmla="*/ 180974 w 1219200"/>
                <a:gd name="connsiteY397" fmla="*/ 684531 h 868681"/>
                <a:gd name="connsiteX398" fmla="*/ 158750 w 1219200"/>
                <a:gd name="connsiteY398" fmla="*/ 684531 h 868681"/>
                <a:gd name="connsiteX399" fmla="*/ 158750 w 1219200"/>
                <a:gd name="connsiteY399" fmla="*/ 635636 h 868681"/>
                <a:gd name="connsiteX400" fmla="*/ 143510 w 1219200"/>
                <a:gd name="connsiteY400" fmla="*/ 614681 h 868681"/>
                <a:gd name="connsiteX401" fmla="*/ 128269 w 1219200"/>
                <a:gd name="connsiteY401" fmla="*/ 635001 h 868681"/>
                <a:gd name="connsiteX402" fmla="*/ 128269 w 1219200"/>
                <a:gd name="connsiteY402" fmla="*/ 684531 h 868681"/>
                <a:gd name="connsiteX403" fmla="*/ 106045 w 1219200"/>
                <a:gd name="connsiteY403" fmla="*/ 684531 h 868681"/>
                <a:gd name="connsiteX404" fmla="*/ 106045 w 1219200"/>
                <a:gd name="connsiteY404" fmla="*/ 570866 h 868681"/>
                <a:gd name="connsiteX405" fmla="*/ 269875 w 1219200"/>
                <a:gd name="connsiteY405" fmla="*/ 635 h 868681"/>
                <a:gd name="connsiteX406" fmla="*/ 501015 w 1219200"/>
                <a:gd name="connsiteY406" fmla="*/ 635 h 868681"/>
                <a:gd name="connsiteX407" fmla="*/ 554989 w 1219200"/>
                <a:gd name="connsiteY407" fmla="*/ 94615 h 868681"/>
                <a:gd name="connsiteX408" fmla="*/ 391795 w 1219200"/>
                <a:gd name="connsiteY408" fmla="*/ 94615 h 868681"/>
                <a:gd name="connsiteX409" fmla="*/ 391795 w 1219200"/>
                <a:gd name="connsiteY409" fmla="*/ 161925 h 868681"/>
                <a:gd name="connsiteX410" fmla="*/ 539114 w 1219200"/>
                <a:gd name="connsiteY410" fmla="*/ 161925 h 868681"/>
                <a:gd name="connsiteX411" fmla="*/ 539114 w 1219200"/>
                <a:gd name="connsiteY411" fmla="*/ 247650 h 868681"/>
                <a:gd name="connsiteX412" fmla="*/ 391795 w 1219200"/>
                <a:gd name="connsiteY412" fmla="*/ 247650 h 868681"/>
                <a:gd name="connsiteX413" fmla="*/ 391795 w 1219200"/>
                <a:gd name="connsiteY413" fmla="*/ 314325 h 868681"/>
                <a:gd name="connsiteX414" fmla="*/ 595629 w 1219200"/>
                <a:gd name="connsiteY414" fmla="*/ 314325 h 868681"/>
                <a:gd name="connsiteX415" fmla="*/ 595629 w 1219200"/>
                <a:gd name="connsiteY415" fmla="*/ 408305 h 868681"/>
                <a:gd name="connsiteX416" fmla="*/ 269875 w 1219200"/>
                <a:gd name="connsiteY416" fmla="*/ 408305 h 868681"/>
                <a:gd name="connsiteX417" fmla="*/ 539114 w 1219200"/>
                <a:gd name="connsiteY417" fmla="*/ 0 h 868681"/>
                <a:gd name="connsiteX418" fmla="*/ 674370 w 1219200"/>
                <a:gd name="connsiteY418" fmla="*/ 0 h 868681"/>
                <a:gd name="connsiteX419" fmla="*/ 743584 w 1219200"/>
                <a:gd name="connsiteY419" fmla="*/ 132715 h 868681"/>
                <a:gd name="connsiteX420" fmla="*/ 812799 w 1219200"/>
                <a:gd name="connsiteY420" fmla="*/ 0 h 868681"/>
                <a:gd name="connsiteX421" fmla="*/ 946150 w 1219200"/>
                <a:gd name="connsiteY421" fmla="*/ 0 h 868681"/>
                <a:gd name="connsiteX422" fmla="*/ 803275 w 1219200"/>
                <a:gd name="connsiteY422" fmla="*/ 246380 h 868681"/>
                <a:gd name="connsiteX423" fmla="*/ 803275 w 1219200"/>
                <a:gd name="connsiteY423" fmla="*/ 407670 h 868681"/>
                <a:gd name="connsiteX424" fmla="*/ 681355 w 1219200"/>
                <a:gd name="connsiteY424" fmla="*/ 407670 h 868681"/>
                <a:gd name="connsiteX425" fmla="*/ 681355 w 1219200"/>
                <a:gd name="connsiteY425" fmla="*/ 246380 h 868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219200" h="868681">
                  <a:moveTo>
                    <a:pt x="245110" y="839471"/>
                  </a:moveTo>
                  <a:lnTo>
                    <a:pt x="246379" y="839471"/>
                  </a:lnTo>
                  <a:lnTo>
                    <a:pt x="245041" y="839979"/>
                  </a:lnTo>
                  <a:close/>
                  <a:moveTo>
                    <a:pt x="522605" y="796926"/>
                  </a:moveTo>
                  <a:cubicBezTo>
                    <a:pt x="509905" y="796926"/>
                    <a:pt x="504189" y="807721"/>
                    <a:pt x="504189" y="821691"/>
                  </a:cubicBezTo>
                  <a:cubicBezTo>
                    <a:pt x="504189" y="831216"/>
                    <a:pt x="508000" y="845821"/>
                    <a:pt x="522605" y="845821"/>
                  </a:cubicBezTo>
                  <a:cubicBezTo>
                    <a:pt x="537845" y="845821"/>
                    <a:pt x="541019" y="831851"/>
                    <a:pt x="541019" y="821691"/>
                  </a:cubicBezTo>
                  <a:cubicBezTo>
                    <a:pt x="541019" y="807721"/>
                    <a:pt x="535305" y="796926"/>
                    <a:pt x="522605" y="796926"/>
                  </a:cubicBezTo>
                  <a:close/>
                  <a:moveTo>
                    <a:pt x="817245" y="796291"/>
                  </a:moveTo>
                  <a:cubicBezTo>
                    <a:pt x="803909" y="796291"/>
                    <a:pt x="800735" y="807086"/>
                    <a:pt x="800735" y="819786"/>
                  </a:cubicBezTo>
                  <a:cubicBezTo>
                    <a:pt x="800735" y="834391"/>
                    <a:pt x="805180" y="846456"/>
                    <a:pt x="817879" y="846456"/>
                  </a:cubicBezTo>
                  <a:cubicBezTo>
                    <a:pt x="824230" y="846456"/>
                    <a:pt x="828674" y="843281"/>
                    <a:pt x="833754" y="838836"/>
                  </a:cubicBezTo>
                  <a:lnTo>
                    <a:pt x="833754" y="838201"/>
                  </a:lnTo>
                  <a:lnTo>
                    <a:pt x="833754" y="803911"/>
                  </a:lnTo>
                  <a:cubicBezTo>
                    <a:pt x="828674" y="798831"/>
                    <a:pt x="824230" y="796291"/>
                    <a:pt x="817245" y="796291"/>
                  </a:cubicBezTo>
                  <a:close/>
                  <a:moveTo>
                    <a:pt x="1179195" y="794386"/>
                  </a:moveTo>
                  <a:cubicBezTo>
                    <a:pt x="1168400" y="794386"/>
                    <a:pt x="1163954" y="803911"/>
                    <a:pt x="1163320" y="811531"/>
                  </a:cubicBezTo>
                  <a:lnTo>
                    <a:pt x="1163954" y="811531"/>
                  </a:lnTo>
                  <a:lnTo>
                    <a:pt x="1195704" y="811531"/>
                  </a:lnTo>
                  <a:cubicBezTo>
                    <a:pt x="1195070" y="801371"/>
                    <a:pt x="1188720" y="794386"/>
                    <a:pt x="1179195" y="794386"/>
                  </a:cubicBezTo>
                  <a:close/>
                  <a:moveTo>
                    <a:pt x="909320" y="794386"/>
                  </a:moveTo>
                  <a:cubicBezTo>
                    <a:pt x="898525" y="794386"/>
                    <a:pt x="894079" y="803911"/>
                    <a:pt x="893445" y="811531"/>
                  </a:cubicBezTo>
                  <a:lnTo>
                    <a:pt x="894079" y="811531"/>
                  </a:lnTo>
                  <a:lnTo>
                    <a:pt x="925829" y="811531"/>
                  </a:lnTo>
                  <a:cubicBezTo>
                    <a:pt x="925195" y="801371"/>
                    <a:pt x="918845" y="794386"/>
                    <a:pt x="909320" y="794386"/>
                  </a:cubicBezTo>
                  <a:close/>
                  <a:moveTo>
                    <a:pt x="737870" y="775971"/>
                  </a:moveTo>
                  <a:lnTo>
                    <a:pt x="761364" y="775971"/>
                  </a:lnTo>
                  <a:lnTo>
                    <a:pt x="761364" y="866141"/>
                  </a:lnTo>
                  <a:lnTo>
                    <a:pt x="737870" y="866141"/>
                  </a:lnTo>
                  <a:close/>
                  <a:moveTo>
                    <a:pt x="143510" y="775971"/>
                  </a:moveTo>
                  <a:lnTo>
                    <a:pt x="167004" y="775971"/>
                  </a:lnTo>
                  <a:lnTo>
                    <a:pt x="167004" y="866141"/>
                  </a:lnTo>
                  <a:lnTo>
                    <a:pt x="143510" y="866141"/>
                  </a:lnTo>
                  <a:close/>
                  <a:moveTo>
                    <a:pt x="635" y="775971"/>
                  </a:moveTo>
                  <a:lnTo>
                    <a:pt x="26670" y="775971"/>
                  </a:lnTo>
                  <a:lnTo>
                    <a:pt x="40004" y="828041"/>
                  </a:lnTo>
                  <a:lnTo>
                    <a:pt x="55245" y="775971"/>
                  </a:lnTo>
                  <a:lnTo>
                    <a:pt x="76200" y="775971"/>
                  </a:lnTo>
                  <a:lnTo>
                    <a:pt x="91439" y="828041"/>
                  </a:lnTo>
                  <a:lnTo>
                    <a:pt x="105409" y="775971"/>
                  </a:lnTo>
                  <a:lnTo>
                    <a:pt x="130810" y="775971"/>
                  </a:lnTo>
                  <a:lnTo>
                    <a:pt x="102235" y="866141"/>
                  </a:lnTo>
                  <a:lnTo>
                    <a:pt x="80644" y="866141"/>
                  </a:lnTo>
                  <a:lnTo>
                    <a:pt x="65405" y="811531"/>
                  </a:lnTo>
                  <a:lnTo>
                    <a:pt x="50165" y="866141"/>
                  </a:lnTo>
                  <a:lnTo>
                    <a:pt x="28575" y="866141"/>
                  </a:lnTo>
                  <a:close/>
                  <a:moveTo>
                    <a:pt x="1181099" y="774066"/>
                  </a:moveTo>
                  <a:cubicBezTo>
                    <a:pt x="1204595" y="774066"/>
                    <a:pt x="1219200" y="795021"/>
                    <a:pt x="1219200" y="821056"/>
                  </a:cubicBezTo>
                  <a:lnTo>
                    <a:pt x="1218564" y="821056"/>
                  </a:lnTo>
                  <a:cubicBezTo>
                    <a:pt x="1218564" y="821056"/>
                    <a:pt x="1218564" y="827406"/>
                    <a:pt x="1218564" y="828676"/>
                  </a:cubicBezTo>
                  <a:lnTo>
                    <a:pt x="1163954" y="828676"/>
                  </a:lnTo>
                  <a:cubicBezTo>
                    <a:pt x="1165224" y="841376"/>
                    <a:pt x="1173480" y="846456"/>
                    <a:pt x="1183004" y="846456"/>
                  </a:cubicBezTo>
                  <a:cubicBezTo>
                    <a:pt x="1188720" y="846456"/>
                    <a:pt x="1193799" y="844551"/>
                    <a:pt x="1198879" y="840106"/>
                  </a:cubicBezTo>
                  <a:lnTo>
                    <a:pt x="1214754" y="853441"/>
                  </a:lnTo>
                  <a:cubicBezTo>
                    <a:pt x="1206500" y="864236"/>
                    <a:pt x="1193799" y="868046"/>
                    <a:pt x="1182370" y="868046"/>
                  </a:cubicBezTo>
                  <a:cubicBezTo>
                    <a:pt x="1156335" y="868046"/>
                    <a:pt x="1141095" y="847726"/>
                    <a:pt x="1141095" y="821056"/>
                  </a:cubicBezTo>
                  <a:cubicBezTo>
                    <a:pt x="1141095" y="792481"/>
                    <a:pt x="1158875" y="774066"/>
                    <a:pt x="1181099" y="774066"/>
                  </a:cubicBezTo>
                  <a:close/>
                  <a:moveTo>
                    <a:pt x="1097915" y="774066"/>
                  </a:moveTo>
                  <a:cubicBezTo>
                    <a:pt x="1113790" y="774066"/>
                    <a:pt x="1125220" y="781051"/>
                    <a:pt x="1133474" y="793751"/>
                  </a:cubicBezTo>
                  <a:lnTo>
                    <a:pt x="1118235" y="808991"/>
                  </a:lnTo>
                  <a:cubicBezTo>
                    <a:pt x="1113155" y="802006"/>
                    <a:pt x="1107439" y="796291"/>
                    <a:pt x="1097915" y="796291"/>
                  </a:cubicBezTo>
                  <a:cubicBezTo>
                    <a:pt x="1085215" y="796291"/>
                    <a:pt x="1078864" y="807086"/>
                    <a:pt x="1078864" y="820421"/>
                  </a:cubicBezTo>
                  <a:cubicBezTo>
                    <a:pt x="1078864" y="833121"/>
                    <a:pt x="1084579" y="845186"/>
                    <a:pt x="1097915" y="845186"/>
                  </a:cubicBezTo>
                  <a:cubicBezTo>
                    <a:pt x="1106170" y="845186"/>
                    <a:pt x="1113155" y="840741"/>
                    <a:pt x="1118235" y="833756"/>
                  </a:cubicBezTo>
                  <a:lnTo>
                    <a:pt x="1118870" y="834391"/>
                  </a:lnTo>
                  <a:lnTo>
                    <a:pt x="1133474" y="848361"/>
                  </a:lnTo>
                  <a:cubicBezTo>
                    <a:pt x="1125855" y="857886"/>
                    <a:pt x="1115060" y="868046"/>
                    <a:pt x="1097280" y="868046"/>
                  </a:cubicBezTo>
                  <a:cubicBezTo>
                    <a:pt x="1072515" y="868046"/>
                    <a:pt x="1054735" y="848361"/>
                    <a:pt x="1054735" y="821056"/>
                  </a:cubicBezTo>
                  <a:cubicBezTo>
                    <a:pt x="1054735" y="796291"/>
                    <a:pt x="1069974" y="774066"/>
                    <a:pt x="1097915" y="774066"/>
                  </a:cubicBezTo>
                  <a:close/>
                  <a:moveTo>
                    <a:pt x="1009015" y="774066"/>
                  </a:moveTo>
                  <a:cubicBezTo>
                    <a:pt x="1033144" y="774066"/>
                    <a:pt x="1041400" y="793116"/>
                    <a:pt x="1041400" y="815341"/>
                  </a:cubicBezTo>
                  <a:lnTo>
                    <a:pt x="1041400" y="866141"/>
                  </a:lnTo>
                  <a:lnTo>
                    <a:pt x="1017905" y="866141"/>
                  </a:lnTo>
                  <a:lnTo>
                    <a:pt x="1017905" y="817246"/>
                  </a:lnTo>
                  <a:cubicBezTo>
                    <a:pt x="1017905" y="804546"/>
                    <a:pt x="1014730" y="796291"/>
                    <a:pt x="1002665" y="796291"/>
                  </a:cubicBezTo>
                  <a:cubicBezTo>
                    <a:pt x="990599" y="796291"/>
                    <a:pt x="986790" y="803276"/>
                    <a:pt x="986790" y="816611"/>
                  </a:cubicBezTo>
                  <a:lnTo>
                    <a:pt x="986790" y="866141"/>
                  </a:lnTo>
                  <a:lnTo>
                    <a:pt x="963295" y="866141"/>
                  </a:lnTo>
                  <a:lnTo>
                    <a:pt x="963295" y="775971"/>
                  </a:lnTo>
                  <a:lnTo>
                    <a:pt x="986790" y="775971"/>
                  </a:lnTo>
                  <a:lnTo>
                    <a:pt x="986790" y="782321"/>
                  </a:lnTo>
                  <a:cubicBezTo>
                    <a:pt x="991870" y="777241"/>
                    <a:pt x="998855" y="774066"/>
                    <a:pt x="1009015" y="774066"/>
                  </a:cubicBezTo>
                  <a:close/>
                  <a:moveTo>
                    <a:pt x="911224" y="774066"/>
                  </a:moveTo>
                  <a:cubicBezTo>
                    <a:pt x="934720" y="774066"/>
                    <a:pt x="949325" y="795021"/>
                    <a:pt x="949325" y="821056"/>
                  </a:cubicBezTo>
                  <a:lnTo>
                    <a:pt x="948689" y="821056"/>
                  </a:lnTo>
                  <a:cubicBezTo>
                    <a:pt x="948689" y="821056"/>
                    <a:pt x="948689" y="827406"/>
                    <a:pt x="948689" y="828676"/>
                  </a:cubicBezTo>
                  <a:lnTo>
                    <a:pt x="894079" y="828676"/>
                  </a:lnTo>
                  <a:cubicBezTo>
                    <a:pt x="895349" y="841376"/>
                    <a:pt x="903605" y="846456"/>
                    <a:pt x="913129" y="846456"/>
                  </a:cubicBezTo>
                  <a:cubicBezTo>
                    <a:pt x="918845" y="846456"/>
                    <a:pt x="923924" y="844551"/>
                    <a:pt x="929004" y="840106"/>
                  </a:cubicBezTo>
                  <a:lnTo>
                    <a:pt x="944879" y="853441"/>
                  </a:lnTo>
                  <a:cubicBezTo>
                    <a:pt x="936625" y="864236"/>
                    <a:pt x="923924" y="868046"/>
                    <a:pt x="912495" y="868046"/>
                  </a:cubicBezTo>
                  <a:cubicBezTo>
                    <a:pt x="886459" y="868046"/>
                    <a:pt x="871220" y="847726"/>
                    <a:pt x="871220" y="821056"/>
                  </a:cubicBezTo>
                  <a:cubicBezTo>
                    <a:pt x="871220" y="792481"/>
                    <a:pt x="889000" y="774066"/>
                    <a:pt x="911224" y="774066"/>
                  </a:cubicBezTo>
                  <a:close/>
                  <a:moveTo>
                    <a:pt x="623570" y="774066"/>
                  </a:moveTo>
                  <a:cubicBezTo>
                    <a:pt x="647700" y="774066"/>
                    <a:pt x="655954" y="793116"/>
                    <a:pt x="655954" y="815341"/>
                  </a:cubicBezTo>
                  <a:lnTo>
                    <a:pt x="655954" y="866141"/>
                  </a:lnTo>
                  <a:lnTo>
                    <a:pt x="632459" y="866141"/>
                  </a:lnTo>
                  <a:lnTo>
                    <a:pt x="632459" y="817246"/>
                  </a:lnTo>
                  <a:cubicBezTo>
                    <a:pt x="632459" y="804546"/>
                    <a:pt x="629284" y="796291"/>
                    <a:pt x="617220" y="796291"/>
                  </a:cubicBezTo>
                  <a:cubicBezTo>
                    <a:pt x="605155" y="796291"/>
                    <a:pt x="601345" y="803276"/>
                    <a:pt x="601345" y="816611"/>
                  </a:cubicBezTo>
                  <a:lnTo>
                    <a:pt x="601345" y="866141"/>
                  </a:lnTo>
                  <a:lnTo>
                    <a:pt x="577849" y="866141"/>
                  </a:lnTo>
                  <a:lnTo>
                    <a:pt x="577849" y="775971"/>
                  </a:lnTo>
                  <a:lnTo>
                    <a:pt x="601345" y="775971"/>
                  </a:lnTo>
                  <a:lnTo>
                    <a:pt x="601345" y="782321"/>
                  </a:lnTo>
                  <a:cubicBezTo>
                    <a:pt x="606424" y="777241"/>
                    <a:pt x="613409" y="774066"/>
                    <a:pt x="623570" y="774066"/>
                  </a:cubicBezTo>
                  <a:close/>
                  <a:moveTo>
                    <a:pt x="522605" y="774066"/>
                  </a:moveTo>
                  <a:cubicBezTo>
                    <a:pt x="548004" y="774066"/>
                    <a:pt x="564515" y="793116"/>
                    <a:pt x="564515" y="821056"/>
                  </a:cubicBezTo>
                  <a:cubicBezTo>
                    <a:pt x="564515" y="848996"/>
                    <a:pt x="546735" y="868046"/>
                    <a:pt x="522605" y="868046"/>
                  </a:cubicBezTo>
                  <a:cubicBezTo>
                    <a:pt x="498474" y="868046"/>
                    <a:pt x="480695" y="848996"/>
                    <a:pt x="480695" y="821056"/>
                  </a:cubicBezTo>
                  <a:cubicBezTo>
                    <a:pt x="480695" y="794386"/>
                    <a:pt x="496570" y="774066"/>
                    <a:pt x="522605" y="774066"/>
                  </a:cubicBezTo>
                  <a:close/>
                  <a:moveTo>
                    <a:pt x="436879" y="774066"/>
                  </a:moveTo>
                  <a:cubicBezTo>
                    <a:pt x="452754" y="774066"/>
                    <a:pt x="464185" y="781051"/>
                    <a:pt x="472439" y="793751"/>
                  </a:cubicBezTo>
                  <a:lnTo>
                    <a:pt x="457200" y="808991"/>
                  </a:lnTo>
                  <a:cubicBezTo>
                    <a:pt x="452120" y="802006"/>
                    <a:pt x="446405" y="796291"/>
                    <a:pt x="436879" y="796291"/>
                  </a:cubicBezTo>
                  <a:cubicBezTo>
                    <a:pt x="424180" y="796291"/>
                    <a:pt x="417829" y="807086"/>
                    <a:pt x="417829" y="820421"/>
                  </a:cubicBezTo>
                  <a:cubicBezTo>
                    <a:pt x="417829" y="833121"/>
                    <a:pt x="423545" y="845186"/>
                    <a:pt x="436879" y="845186"/>
                  </a:cubicBezTo>
                  <a:cubicBezTo>
                    <a:pt x="445135" y="845186"/>
                    <a:pt x="452120" y="840741"/>
                    <a:pt x="457200" y="833756"/>
                  </a:cubicBezTo>
                  <a:lnTo>
                    <a:pt x="457834" y="834391"/>
                  </a:lnTo>
                  <a:lnTo>
                    <a:pt x="472439" y="848361"/>
                  </a:lnTo>
                  <a:cubicBezTo>
                    <a:pt x="464820" y="857886"/>
                    <a:pt x="454025" y="868046"/>
                    <a:pt x="436245" y="868046"/>
                  </a:cubicBezTo>
                  <a:cubicBezTo>
                    <a:pt x="411480" y="868046"/>
                    <a:pt x="393700" y="848361"/>
                    <a:pt x="393700" y="821056"/>
                  </a:cubicBezTo>
                  <a:cubicBezTo>
                    <a:pt x="393700" y="796291"/>
                    <a:pt x="408939" y="774066"/>
                    <a:pt x="436879" y="774066"/>
                  </a:cubicBezTo>
                  <a:close/>
                  <a:moveTo>
                    <a:pt x="219075" y="742316"/>
                  </a:moveTo>
                  <a:lnTo>
                    <a:pt x="219075" y="777241"/>
                  </a:lnTo>
                  <a:lnTo>
                    <a:pt x="245110" y="777241"/>
                  </a:lnTo>
                  <a:lnTo>
                    <a:pt x="245110" y="798831"/>
                  </a:lnTo>
                  <a:lnTo>
                    <a:pt x="219075" y="798831"/>
                  </a:lnTo>
                  <a:lnTo>
                    <a:pt x="219075" y="835661"/>
                  </a:lnTo>
                  <a:cubicBezTo>
                    <a:pt x="219075" y="843916"/>
                    <a:pt x="222250" y="846456"/>
                    <a:pt x="227965" y="846456"/>
                  </a:cubicBezTo>
                  <a:lnTo>
                    <a:pt x="245041" y="839979"/>
                  </a:lnTo>
                  <a:lnTo>
                    <a:pt x="241935" y="862966"/>
                  </a:lnTo>
                  <a:cubicBezTo>
                    <a:pt x="236855" y="866776"/>
                    <a:pt x="225424" y="868681"/>
                    <a:pt x="219709" y="868681"/>
                  </a:cubicBezTo>
                  <a:cubicBezTo>
                    <a:pt x="205739" y="868681"/>
                    <a:pt x="195579" y="857251"/>
                    <a:pt x="195579" y="842011"/>
                  </a:cubicBezTo>
                  <a:lnTo>
                    <a:pt x="195579" y="798831"/>
                  </a:lnTo>
                  <a:lnTo>
                    <a:pt x="179704" y="798831"/>
                  </a:lnTo>
                  <a:lnTo>
                    <a:pt x="179704" y="777241"/>
                  </a:lnTo>
                  <a:lnTo>
                    <a:pt x="195579" y="777241"/>
                  </a:lnTo>
                  <a:lnTo>
                    <a:pt x="195579" y="753746"/>
                  </a:lnTo>
                  <a:close/>
                  <a:moveTo>
                    <a:pt x="749935" y="741681"/>
                  </a:moveTo>
                  <a:cubicBezTo>
                    <a:pt x="757555" y="741681"/>
                    <a:pt x="763269" y="747396"/>
                    <a:pt x="763269" y="755016"/>
                  </a:cubicBezTo>
                  <a:cubicBezTo>
                    <a:pt x="763269" y="762636"/>
                    <a:pt x="757555" y="768351"/>
                    <a:pt x="749935" y="768351"/>
                  </a:cubicBezTo>
                  <a:cubicBezTo>
                    <a:pt x="742314" y="768351"/>
                    <a:pt x="736599" y="762636"/>
                    <a:pt x="736599" y="755016"/>
                  </a:cubicBezTo>
                  <a:cubicBezTo>
                    <a:pt x="736599" y="747396"/>
                    <a:pt x="742314" y="741681"/>
                    <a:pt x="749935" y="741681"/>
                  </a:cubicBezTo>
                  <a:close/>
                  <a:moveTo>
                    <a:pt x="154939" y="741681"/>
                  </a:moveTo>
                  <a:cubicBezTo>
                    <a:pt x="162560" y="741681"/>
                    <a:pt x="168275" y="747396"/>
                    <a:pt x="168275" y="755016"/>
                  </a:cubicBezTo>
                  <a:cubicBezTo>
                    <a:pt x="168275" y="762636"/>
                    <a:pt x="162560" y="768351"/>
                    <a:pt x="154939" y="768351"/>
                  </a:cubicBezTo>
                  <a:cubicBezTo>
                    <a:pt x="147320" y="768351"/>
                    <a:pt x="141605" y="762636"/>
                    <a:pt x="141605" y="755016"/>
                  </a:cubicBezTo>
                  <a:cubicBezTo>
                    <a:pt x="141605" y="747396"/>
                    <a:pt x="147320" y="741681"/>
                    <a:pt x="154939" y="741681"/>
                  </a:cubicBezTo>
                  <a:close/>
                  <a:moveTo>
                    <a:pt x="856614" y="741046"/>
                  </a:moveTo>
                  <a:lnTo>
                    <a:pt x="856614" y="866141"/>
                  </a:lnTo>
                  <a:lnTo>
                    <a:pt x="833120" y="866141"/>
                  </a:lnTo>
                  <a:lnTo>
                    <a:pt x="833120" y="860426"/>
                  </a:lnTo>
                  <a:cubicBezTo>
                    <a:pt x="825500" y="866141"/>
                    <a:pt x="821055" y="868046"/>
                    <a:pt x="812799" y="868046"/>
                  </a:cubicBezTo>
                  <a:cubicBezTo>
                    <a:pt x="786765" y="868046"/>
                    <a:pt x="775970" y="845821"/>
                    <a:pt x="775970" y="820421"/>
                  </a:cubicBezTo>
                  <a:cubicBezTo>
                    <a:pt x="775970" y="793116"/>
                    <a:pt x="788670" y="774066"/>
                    <a:pt x="812165" y="774066"/>
                  </a:cubicBezTo>
                  <a:cubicBezTo>
                    <a:pt x="819784" y="774066"/>
                    <a:pt x="827405" y="775971"/>
                    <a:pt x="833120" y="781051"/>
                  </a:cubicBezTo>
                  <a:lnTo>
                    <a:pt x="833120" y="752476"/>
                  </a:lnTo>
                  <a:close/>
                  <a:moveTo>
                    <a:pt x="707390" y="741046"/>
                  </a:moveTo>
                  <a:cubicBezTo>
                    <a:pt x="712470" y="741046"/>
                    <a:pt x="719454" y="741046"/>
                    <a:pt x="724534" y="743586"/>
                  </a:cubicBezTo>
                  <a:lnTo>
                    <a:pt x="724534" y="744221"/>
                  </a:lnTo>
                  <a:lnTo>
                    <a:pt x="724534" y="762636"/>
                  </a:lnTo>
                  <a:cubicBezTo>
                    <a:pt x="721360" y="761366"/>
                    <a:pt x="716280" y="760731"/>
                    <a:pt x="713105" y="760731"/>
                  </a:cubicBezTo>
                  <a:cubicBezTo>
                    <a:pt x="706120" y="760731"/>
                    <a:pt x="703579" y="762636"/>
                    <a:pt x="703579" y="768351"/>
                  </a:cubicBezTo>
                  <a:lnTo>
                    <a:pt x="703579" y="775336"/>
                  </a:lnTo>
                  <a:lnTo>
                    <a:pt x="722629" y="775336"/>
                  </a:lnTo>
                  <a:lnTo>
                    <a:pt x="722629" y="796926"/>
                  </a:lnTo>
                  <a:lnTo>
                    <a:pt x="703579" y="796926"/>
                  </a:lnTo>
                  <a:lnTo>
                    <a:pt x="703579" y="865506"/>
                  </a:lnTo>
                  <a:lnTo>
                    <a:pt x="680084" y="865506"/>
                  </a:lnTo>
                  <a:lnTo>
                    <a:pt x="680084" y="796926"/>
                  </a:lnTo>
                  <a:lnTo>
                    <a:pt x="667385" y="796926"/>
                  </a:lnTo>
                  <a:lnTo>
                    <a:pt x="667385" y="775336"/>
                  </a:lnTo>
                  <a:lnTo>
                    <a:pt x="680084" y="775336"/>
                  </a:lnTo>
                  <a:lnTo>
                    <a:pt x="680084" y="764541"/>
                  </a:lnTo>
                  <a:cubicBezTo>
                    <a:pt x="680084" y="748031"/>
                    <a:pt x="690879" y="741046"/>
                    <a:pt x="707390" y="741046"/>
                  </a:cubicBezTo>
                  <a:close/>
                  <a:moveTo>
                    <a:pt x="282575" y="741046"/>
                  </a:moveTo>
                  <a:lnTo>
                    <a:pt x="282575" y="782321"/>
                  </a:lnTo>
                  <a:cubicBezTo>
                    <a:pt x="287019" y="777241"/>
                    <a:pt x="295909" y="774066"/>
                    <a:pt x="304799" y="774066"/>
                  </a:cubicBezTo>
                  <a:cubicBezTo>
                    <a:pt x="328295" y="774066"/>
                    <a:pt x="336549" y="792481"/>
                    <a:pt x="336549" y="815341"/>
                  </a:cubicBezTo>
                  <a:lnTo>
                    <a:pt x="336549" y="866141"/>
                  </a:lnTo>
                  <a:lnTo>
                    <a:pt x="313689" y="866141"/>
                  </a:lnTo>
                  <a:lnTo>
                    <a:pt x="313689" y="817246"/>
                  </a:lnTo>
                  <a:cubicBezTo>
                    <a:pt x="313689" y="804546"/>
                    <a:pt x="310515" y="796291"/>
                    <a:pt x="298450" y="796291"/>
                  </a:cubicBezTo>
                  <a:cubicBezTo>
                    <a:pt x="286385" y="796291"/>
                    <a:pt x="282575" y="803276"/>
                    <a:pt x="282575" y="816611"/>
                  </a:cubicBezTo>
                  <a:lnTo>
                    <a:pt x="282575" y="866141"/>
                  </a:lnTo>
                  <a:lnTo>
                    <a:pt x="259079" y="866141"/>
                  </a:lnTo>
                  <a:lnTo>
                    <a:pt x="259079" y="752476"/>
                  </a:lnTo>
                  <a:close/>
                  <a:moveTo>
                    <a:pt x="92709" y="648336"/>
                  </a:moveTo>
                  <a:lnTo>
                    <a:pt x="92709" y="649606"/>
                  </a:lnTo>
                  <a:lnTo>
                    <a:pt x="92427" y="648959"/>
                  </a:lnTo>
                  <a:close/>
                  <a:moveTo>
                    <a:pt x="230504" y="643256"/>
                  </a:moveTo>
                  <a:cubicBezTo>
                    <a:pt x="220345" y="643256"/>
                    <a:pt x="215900" y="647701"/>
                    <a:pt x="215900" y="654686"/>
                  </a:cubicBezTo>
                  <a:cubicBezTo>
                    <a:pt x="215900" y="661671"/>
                    <a:pt x="220345" y="667386"/>
                    <a:pt x="228599" y="667386"/>
                  </a:cubicBezTo>
                  <a:cubicBezTo>
                    <a:pt x="233045" y="667386"/>
                    <a:pt x="240665" y="666116"/>
                    <a:pt x="245745" y="658496"/>
                  </a:cubicBezTo>
                  <a:lnTo>
                    <a:pt x="245745" y="647066"/>
                  </a:lnTo>
                  <a:cubicBezTo>
                    <a:pt x="241299" y="643891"/>
                    <a:pt x="234950" y="643256"/>
                    <a:pt x="230504" y="643256"/>
                  </a:cubicBezTo>
                  <a:close/>
                  <a:moveTo>
                    <a:pt x="321310" y="614046"/>
                  </a:moveTo>
                  <a:cubicBezTo>
                    <a:pt x="314959" y="614046"/>
                    <a:pt x="309879" y="617221"/>
                    <a:pt x="306704" y="622301"/>
                  </a:cubicBezTo>
                  <a:lnTo>
                    <a:pt x="306704" y="656591"/>
                  </a:lnTo>
                  <a:cubicBezTo>
                    <a:pt x="310515" y="661671"/>
                    <a:pt x="316230" y="664846"/>
                    <a:pt x="323215" y="664846"/>
                  </a:cubicBezTo>
                  <a:cubicBezTo>
                    <a:pt x="335915" y="664846"/>
                    <a:pt x="339090" y="653416"/>
                    <a:pt x="339090" y="640716"/>
                  </a:cubicBezTo>
                  <a:lnTo>
                    <a:pt x="338454" y="640716"/>
                  </a:lnTo>
                  <a:cubicBezTo>
                    <a:pt x="338454" y="627381"/>
                    <a:pt x="335280" y="614046"/>
                    <a:pt x="321310" y="614046"/>
                  </a:cubicBezTo>
                  <a:close/>
                  <a:moveTo>
                    <a:pt x="1179195" y="612776"/>
                  </a:moveTo>
                  <a:cubicBezTo>
                    <a:pt x="1168400" y="612776"/>
                    <a:pt x="1163954" y="622301"/>
                    <a:pt x="1163320" y="629921"/>
                  </a:cubicBezTo>
                  <a:lnTo>
                    <a:pt x="1163954" y="629921"/>
                  </a:lnTo>
                  <a:lnTo>
                    <a:pt x="1195704" y="629921"/>
                  </a:lnTo>
                  <a:cubicBezTo>
                    <a:pt x="1195070" y="619761"/>
                    <a:pt x="1188720" y="612776"/>
                    <a:pt x="1179195" y="612776"/>
                  </a:cubicBezTo>
                  <a:close/>
                  <a:moveTo>
                    <a:pt x="689610" y="612776"/>
                  </a:moveTo>
                  <a:cubicBezTo>
                    <a:pt x="678814" y="612776"/>
                    <a:pt x="674370" y="622301"/>
                    <a:pt x="673735" y="629921"/>
                  </a:cubicBezTo>
                  <a:lnTo>
                    <a:pt x="674370" y="629921"/>
                  </a:lnTo>
                  <a:lnTo>
                    <a:pt x="706120" y="629921"/>
                  </a:lnTo>
                  <a:cubicBezTo>
                    <a:pt x="705485" y="619761"/>
                    <a:pt x="699135" y="612776"/>
                    <a:pt x="689610" y="612776"/>
                  </a:cubicBezTo>
                  <a:close/>
                  <a:moveTo>
                    <a:pt x="410845" y="612776"/>
                  </a:moveTo>
                  <a:cubicBezTo>
                    <a:pt x="400685" y="612776"/>
                    <a:pt x="396239" y="622301"/>
                    <a:pt x="395605" y="629921"/>
                  </a:cubicBezTo>
                  <a:lnTo>
                    <a:pt x="427355" y="629921"/>
                  </a:lnTo>
                  <a:cubicBezTo>
                    <a:pt x="426084" y="619761"/>
                    <a:pt x="420370" y="612776"/>
                    <a:pt x="410845" y="612776"/>
                  </a:cubicBezTo>
                  <a:close/>
                  <a:moveTo>
                    <a:pt x="991870" y="594361"/>
                  </a:moveTo>
                  <a:lnTo>
                    <a:pt x="1014095" y="594361"/>
                  </a:lnTo>
                  <a:lnTo>
                    <a:pt x="1014095" y="643256"/>
                  </a:lnTo>
                  <a:cubicBezTo>
                    <a:pt x="1014095" y="655321"/>
                    <a:pt x="1016635" y="664846"/>
                    <a:pt x="1029334" y="664846"/>
                  </a:cubicBezTo>
                  <a:cubicBezTo>
                    <a:pt x="1042034" y="664846"/>
                    <a:pt x="1044575" y="655321"/>
                    <a:pt x="1044575" y="644526"/>
                  </a:cubicBezTo>
                  <a:lnTo>
                    <a:pt x="1044575" y="594996"/>
                  </a:lnTo>
                  <a:lnTo>
                    <a:pt x="1066799" y="594996"/>
                  </a:lnTo>
                  <a:lnTo>
                    <a:pt x="1066799" y="684531"/>
                  </a:lnTo>
                  <a:lnTo>
                    <a:pt x="1044575" y="684531"/>
                  </a:lnTo>
                  <a:lnTo>
                    <a:pt x="1044575" y="678181"/>
                  </a:lnTo>
                  <a:cubicBezTo>
                    <a:pt x="1039495" y="683896"/>
                    <a:pt x="1031875" y="686436"/>
                    <a:pt x="1023620" y="686436"/>
                  </a:cubicBezTo>
                  <a:cubicBezTo>
                    <a:pt x="1000125" y="686436"/>
                    <a:pt x="991870" y="669926"/>
                    <a:pt x="991870" y="645161"/>
                  </a:cubicBezTo>
                  <a:close/>
                  <a:moveTo>
                    <a:pt x="836295" y="594361"/>
                  </a:moveTo>
                  <a:lnTo>
                    <a:pt x="858519" y="594361"/>
                  </a:lnTo>
                  <a:lnTo>
                    <a:pt x="858519" y="643256"/>
                  </a:lnTo>
                  <a:cubicBezTo>
                    <a:pt x="858519" y="655321"/>
                    <a:pt x="861060" y="664846"/>
                    <a:pt x="873760" y="664846"/>
                  </a:cubicBezTo>
                  <a:cubicBezTo>
                    <a:pt x="886459" y="664846"/>
                    <a:pt x="889000" y="655321"/>
                    <a:pt x="889000" y="644526"/>
                  </a:cubicBezTo>
                  <a:lnTo>
                    <a:pt x="889000" y="594996"/>
                  </a:lnTo>
                  <a:lnTo>
                    <a:pt x="911224" y="594996"/>
                  </a:lnTo>
                  <a:lnTo>
                    <a:pt x="911224" y="684531"/>
                  </a:lnTo>
                  <a:lnTo>
                    <a:pt x="889000" y="684531"/>
                  </a:lnTo>
                  <a:lnTo>
                    <a:pt x="889000" y="678181"/>
                  </a:lnTo>
                  <a:cubicBezTo>
                    <a:pt x="883920" y="683896"/>
                    <a:pt x="876299" y="686436"/>
                    <a:pt x="868045" y="686436"/>
                  </a:cubicBezTo>
                  <a:cubicBezTo>
                    <a:pt x="844549" y="686436"/>
                    <a:pt x="836295" y="669926"/>
                    <a:pt x="836295" y="645161"/>
                  </a:cubicBezTo>
                  <a:close/>
                  <a:moveTo>
                    <a:pt x="1181099" y="592456"/>
                  </a:moveTo>
                  <a:cubicBezTo>
                    <a:pt x="1204595" y="592456"/>
                    <a:pt x="1219200" y="613411"/>
                    <a:pt x="1219200" y="639446"/>
                  </a:cubicBezTo>
                  <a:lnTo>
                    <a:pt x="1218564" y="639446"/>
                  </a:lnTo>
                  <a:cubicBezTo>
                    <a:pt x="1218564" y="639446"/>
                    <a:pt x="1218564" y="645796"/>
                    <a:pt x="1218564" y="647066"/>
                  </a:cubicBezTo>
                  <a:lnTo>
                    <a:pt x="1163954" y="647066"/>
                  </a:lnTo>
                  <a:cubicBezTo>
                    <a:pt x="1165224" y="659766"/>
                    <a:pt x="1173480" y="664846"/>
                    <a:pt x="1183004" y="664846"/>
                  </a:cubicBezTo>
                  <a:cubicBezTo>
                    <a:pt x="1188720" y="664846"/>
                    <a:pt x="1193799" y="662941"/>
                    <a:pt x="1198879" y="658496"/>
                  </a:cubicBezTo>
                  <a:lnTo>
                    <a:pt x="1214754" y="671831"/>
                  </a:lnTo>
                  <a:cubicBezTo>
                    <a:pt x="1206500" y="682626"/>
                    <a:pt x="1193799" y="686436"/>
                    <a:pt x="1182370" y="686436"/>
                  </a:cubicBezTo>
                  <a:cubicBezTo>
                    <a:pt x="1156335" y="686436"/>
                    <a:pt x="1141095" y="666116"/>
                    <a:pt x="1141095" y="639446"/>
                  </a:cubicBezTo>
                  <a:cubicBezTo>
                    <a:pt x="1141095" y="610871"/>
                    <a:pt x="1158875" y="592456"/>
                    <a:pt x="1181099" y="592456"/>
                  </a:cubicBezTo>
                  <a:close/>
                  <a:moveTo>
                    <a:pt x="691515" y="592456"/>
                  </a:moveTo>
                  <a:cubicBezTo>
                    <a:pt x="715010" y="592456"/>
                    <a:pt x="729614" y="613411"/>
                    <a:pt x="729614" y="639446"/>
                  </a:cubicBezTo>
                  <a:lnTo>
                    <a:pt x="728980" y="639446"/>
                  </a:lnTo>
                  <a:cubicBezTo>
                    <a:pt x="728980" y="639446"/>
                    <a:pt x="728980" y="645796"/>
                    <a:pt x="728980" y="647066"/>
                  </a:cubicBezTo>
                  <a:lnTo>
                    <a:pt x="674370" y="647066"/>
                  </a:lnTo>
                  <a:cubicBezTo>
                    <a:pt x="675640" y="659766"/>
                    <a:pt x="683894" y="664846"/>
                    <a:pt x="693420" y="664846"/>
                  </a:cubicBezTo>
                  <a:cubicBezTo>
                    <a:pt x="699135" y="664846"/>
                    <a:pt x="704215" y="662941"/>
                    <a:pt x="709295" y="658496"/>
                  </a:cubicBezTo>
                  <a:lnTo>
                    <a:pt x="725170" y="671831"/>
                  </a:lnTo>
                  <a:cubicBezTo>
                    <a:pt x="716915" y="682626"/>
                    <a:pt x="704215" y="686436"/>
                    <a:pt x="692784" y="686436"/>
                  </a:cubicBezTo>
                  <a:cubicBezTo>
                    <a:pt x="666750" y="686436"/>
                    <a:pt x="651510" y="666116"/>
                    <a:pt x="651510" y="639446"/>
                  </a:cubicBezTo>
                  <a:cubicBezTo>
                    <a:pt x="651510" y="610871"/>
                    <a:pt x="669290" y="592456"/>
                    <a:pt x="691515" y="592456"/>
                  </a:cubicBezTo>
                  <a:close/>
                  <a:moveTo>
                    <a:pt x="412114" y="592456"/>
                  </a:moveTo>
                  <a:cubicBezTo>
                    <a:pt x="437515" y="592456"/>
                    <a:pt x="448310" y="615316"/>
                    <a:pt x="448310" y="639446"/>
                  </a:cubicBezTo>
                  <a:cubicBezTo>
                    <a:pt x="448310" y="639446"/>
                    <a:pt x="448310" y="645796"/>
                    <a:pt x="448310" y="647066"/>
                  </a:cubicBezTo>
                  <a:lnTo>
                    <a:pt x="395605" y="647066"/>
                  </a:lnTo>
                  <a:cubicBezTo>
                    <a:pt x="396875" y="659766"/>
                    <a:pt x="405129" y="664846"/>
                    <a:pt x="415290" y="664846"/>
                  </a:cubicBezTo>
                  <a:cubicBezTo>
                    <a:pt x="421004" y="664846"/>
                    <a:pt x="426084" y="662941"/>
                    <a:pt x="430530" y="658496"/>
                  </a:cubicBezTo>
                  <a:lnTo>
                    <a:pt x="446405" y="671831"/>
                  </a:lnTo>
                  <a:cubicBezTo>
                    <a:pt x="438784" y="681991"/>
                    <a:pt x="425450" y="686436"/>
                    <a:pt x="413385" y="686436"/>
                  </a:cubicBezTo>
                  <a:cubicBezTo>
                    <a:pt x="387349" y="686436"/>
                    <a:pt x="372110" y="666116"/>
                    <a:pt x="372110" y="640081"/>
                  </a:cubicBezTo>
                  <a:cubicBezTo>
                    <a:pt x="372110" y="614046"/>
                    <a:pt x="388620" y="592456"/>
                    <a:pt x="412114" y="592456"/>
                  </a:cubicBezTo>
                  <a:close/>
                  <a:moveTo>
                    <a:pt x="326390" y="592456"/>
                  </a:moveTo>
                  <a:cubicBezTo>
                    <a:pt x="350519" y="592456"/>
                    <a:pt x="361314" y="615316"/>
                    <a:pt x="361314" y="639446"/>
                  </a:cubicBezTo>
                  <a:cubicBezTo>
                    <a:pt x="361314" y="662306"/>
                    <a:pt x="351790" y="686436"/>
                    <a:pt x="326390" y="686436"/>
                  </a:cubicBezTo>
                  <a:cubicBezTo>
                    <a:pt x="316230" y="686436"/>
                    <a:pt x="310515" y="682626"/>
                    <a:pt x="306070" y="678816"/>
                  </a:cubicBezTo>
                  <a:lnTo>
                    <a:pt x="306070" y="706121"/>
                  </a:lnTo>
                  <a:lnTo>
                    <a:pt x="283845" y="717551"/>
                  </a:lnTo>
                  <a:lnTo>
                    <a:pt x="283845" y="594361"/>
                  </a:lnTo>
                  <a:lnTo>
                    <a:pt x="306070" y="594361"/>
                  </a:lnTo>
                  <a:lnTo>
                    <a:pt x="306070" y="600711"/>
                  </a:lnTo>
                  <a:cubicBezTo>
                    <a:pt x="311784" y="595631"/>
                    <a:pt x="318135" y="592456"/>
                    <a:pt x="326390" y="592456"/>
                  </a:cubicBezTo>
                  <a:close/>
                  <a:moveTo>
                    <a:pt x="231775" y="592456"/>
                  </a:moveTo>
                  <a:cubicBezTo>
                    <a:pt x="254635" y="592456"/>
                    <a:pt x="268605" y="603251"/>
                    <a:pt x="268605" y="624206"/>
                  </a:cubicBezTo>
                  <a:lnTo>
                    <a:pt x="268605" y="684531"/>
                  </a:lnTo>
                  <a:lnTo>
                    <a:pt x="267970" y="684531"/>
                  </a:lnTo>
                  <a:lnTo>
                    <a:pt x="245745" y="684531"/>
                  </a:lnTo>
                  <a:lnTo>
                    <a:pt x="245745" y="678181"/>
                  </a:lnTo>
                  <a:cubicBezTo>
                    <a:pt x="240665" y="683261"/>
                    <a:pt x="233680" y="686436"/>
                    <a:pt x="224790" y="686436"/>
                  </a:cubicBezTo>
                  <a:cubicBezTo>
                    <a:pt x="207010" y="686436"/>
                    <a:pt x="193040" y="675006"/>
                    <a:pt x="193040" y="655321"/>
                  </a:cubicBezTo>
                  <a:cubicBezTo>
                    <a:pt x="193040" y="635636"/>
                    <a:pt x="206375" y="624841"/>
                    <a:pt x="227965" y="624841"/>
                  </a:cubicBezTo>
                  <a:cubicBezTo>
                    <a:pt x="233680" y="624841"/>
                    <a:pt x="239394" y="625476"/>
                    <a:pt x="245745" y="628651"/>
                  </a:cubicBezTo>
                  <a:lnTo>
                    <a:pt x="245745" y="623571"/>
                  </a:lnTo>
                  <a:cubicBezTo>
                    <a:pt x="245745" y="615316"/>
                    <a:pt x="240030" y="611506"/>
                    <a:pt x="230504" y="611506"/>
                  </a:cubicBezTo>
                  <a:cubicBezTo>
                    <a:pt x="223519" y="611506"/>
                    <a:pt x="216534" y="613411"/>
                    <a:pt x="209549" y="617221"/>
                  </a:cubicBezTo>
                  <a:lnTo>
                    <a:pt x="200659" y="601346"/>
                  </a:lnTo>
                  <a:cubicBezTo>
                    <a:pt x="210185" y="594996"/>
                    <a:pt x="219709" y="592456"/>
                    <a:pt x="231775" y="592456"/>
                  </a:cubicBezTo>
                  <a:close/>
                  <a:moveTo>
                    <a:pt x="1125855" y="591821"/>
                  </a:moveTo>
                  <a:cubicBezTo>
                    <a:pt x="1132204" y="591821"/>
                    <a:pt x="1137920" y="593726"/>
                    <a:pt x="1142364" y="598171"/>
                  </a:cubicBezTo>
                  <a:lnTo>
                    <a:pt x="1141730" y="598806"/>
                  </a:lnTo>
                  <a:lnTo>
                    <a:pt x="1132840" y="621031"/>
                  </a:lnTo>
                  <a:cubicBezTo>
                    <a:pt x="1129665" y="617856"/>
                    <a:pt x="1125220" y="615316"/>
                    <a:pt x="1120140" y="615316"/>
                  </a:cubicBezTo>
                  <a:cubicBezTo>
                    <a:pt x="1109345" y="615316"/>
                    <a:pt x="1106805" y="624206"/>
                    <a:pt x="1106805" y="635001"/>
                  </a:cubicBezTo>
                  <a:lnTo>
                    <a:pt x="1106805" y="683896"/>
                  </a:lnTo>
                  <a:lnTo>
                    <a:pt x="1084579" y="683896"/>
                  </a:lnTo>
                  <a:lnTo>
                    <a:pt x="1084579" y="593726"/>
                  </a:lnTo>
                  <a:lnTo>
                    <a:pt x="1106805" y="593726"/>
                  </a:lnTo>
                  <a:lnTo>
                    <a:pt x="1106805" y="600076"/>
                  </a:lnTo>
                  <a:cubicBezTo>
                    <a:pt x="1111885" y="594996"/>
                    <a:pt x="1118235" y="591821"/>
                    <a:pt x="1125855" y="591821"/>
                  </a:cubicBezTo>
                  <a:close/>
                  <a:moveTo>
                    <a:pt x="47625" y="563881"/>
                  </a:moveTo>
                  <a:cubicBezTo>
                    <a:pt x="66040" y="563881"/>
                    <a:pt x="79375" y="571501"/>
                    <a:pt x="90170" y="582296"/>
                  </a:cubicBezTo>
                  <a:lnTo>
                    <a:pt x="73659" y="598806"/>
                  </a:lnTo>
                  <a:cubicBezTo>
                    <a:pt x="66040" y="591186"/>
                    <a:pt x="58420" y="586741"/>
                    <a:pt x="46355" y="586741"/>
                  </a:cubicBezTo>
                  <a:cubicBezTo>
                    <a:pt x="36194" y="586741"/>
                    <a:pt x="28575" y="589916"/>
                    <a:pt x="28575" y="598171"/>
                  </a:cubicBezTo>
                  <a:cubicBezTo>
                    <a:pt x="28575" y="601981"/>
                    <a:pt x="29845" y="604521"/>
                    <a:pt x="33655" y="606426"/>
                  </a:cubicBezTo>
                  <a:cubicBezTo>
                    <a:pt x="38099" y="608966"/>
                    <a:pt x="43814" y="610236"/>
                    <a:pt x="52704" y="612776"/>
                  </a:cubicBezTo>
                  <a:cubicBezTo>
                    <a:pt x="63500" y="615951"/>
                    <a:pt x="73659" y="617856"/>
                    <a:pt x="81915" y="624841"/>
                  </a:cubicBezTo>
                  <a:lnTo>
                    <a:pt x="92427" y="648959"/>
                  </a:lnTo>
                  <a:lnTo>
                    <a:pt x="79454" y="677626"/>
                  </a:lnTo>
                  <a:cubicBezTo>
                    <a:pt x="71279" y="683738"/>
                    <a:pt x="60008" y="686436"/>
                    <a:pt x="47625" y="686436"/>
                  </a:cubicBezTo>
                  <a:cubicBezTo>
                    <a:pt x="29845" y="686436"/>
                    <a:pt x="10795" y="680721"/>
                    <a:pt x="0" y="664846"/>
                  </a:cubicBezTo>
                  <a:lnTo>
                    <a:pt x="16510" y="650241"/>
                  </a:lnTo>
                  <a:cubicBezTo>
                    <a:pt x="24129" y="659766"/>
                    <a:pt x="35560" y="664211"/>
                    <a:pt x="46989" y="664211"/>
                  </a:cubicBezTo>
                  <a:cubicBezTo>
                    <a:pt x="60325" y="664211"/>
                    <a:pt x="68579" y="657861"/>
                    <a:pt x="68579" y="649606"/>
                  </a:cubicBezTo>
                  <a:cubicBezTo>
                    <a:pt x="68579" y="646431"/>
                    <a:pt x="67310" y="642621"/>
                    <a:pt x="61595" y="640081"/>
                  </a:cubicBezTo>
                  <a:cubicBezTo>
                    <a:pt x="57150" y="638176"/>
                    <a:pt x="52069" y="636906"/>
                    <a:pt x="41909" y="634366"/>
                  </a:cubicBezTo>
                  <a:cubicBezTo>
                    <a:pt x="35560" y="633096"/>
                    <a:pt x="22860" y="629921"/>
                    <a:pt x="14605" y="623571"/>
                  </a:cubicBezTo>
                  <a:cubicBezTo>
                    <a:pt x="6349" y="617221"/>
                    <a:pt x="4444" y="607696"/>
                    <a:pt x="4444" y="599441"/>
                  </a:cubicBezTo>
                  <a:cubicBezTo>
                    <a:pt x="4444" y="574041"/>
                    <a:pt x="26034" y="563881"/>
                    <a:pt x="47625" y="563881"/>
                  </a:cubicBezTo>
                  <a:close/>
                  <a:moveTo>
                    <a:pt x="814070" y="560071"/>
                  </a:moveTo>
                  <a:cubicBezTo>
                    <a:pt x="820420" y="560071"/>
                    <a:pt x="824864" y="561341"/>
                    <a:pt x="830579" y="562611"/>
                  </a:cubicBezTo>
                  <a:lnTo>
                    <a:pt x="829945" y="562611"/>
                  </a:lnTo>
                  <a:lnTo>
                    <a:pt x="829945" y="581026"/>
                  </a:lnTo>
                  <a:cubicBezTo>
                    <a:pt x="824864" y="579756"/>
                    <a:pt x="821055" y="579121"/>
                    <a:pt x="818515" y="579121"/>
                  </a:cubicBezTo>
                  <a:cubicBezTo>
                    <a:pt x="810260" y="579121"/>
                    <a:pt x="808989" y="582296"/>
                    <a:pt x="808989" y="586741"/>
                  </a:cubicBezTo>
                  <a:lnTo>
                    <a:pt x="808989" y="594361"/>
                  </a:lnTo>
                  <a:lnTo>
                    <a:pt x="824230" y="594361"/>
                  </a:lnTo>
                  <a:lnTo>
                    <a:pt x="824230" y="615951"/>
                  </a:lnTo>
                  <a:lnTo>
                    <a:pt x="808989" y="615951"/>
                  </a:lnTo>
                  <a:lnTo>
                    <a:pt x="808989" y="684531"/>
                  </a:lnTo>
                  <a:lnTo>
                    <a:pt x="786765" y="684531"/>
                  </a:lnTo>
                  <a:lnTo>
                    <a:pt x="786765" y="615951"/>
                  </a:lnTo>
                  <a:lnTo>
                    <a:pt x="775970" y="615951"/>
                  </a:lnTo>
                  <a:lnTo>
                    <a:pt x="775970" y="594361"/>
                  </a:lnTo>
                  <a:lnTo>
                    <a:pt x="786765" y="594361"/>
                  </a:lnTo>
                  <a:lnTo>
                    <a:pt x="786765" y="583566"/>
                  </a:lnTo>
                  <a:cubicBezTo>
                    <a:pt x="786765" y="567691"/>
                    <a:pt x="795019" y="560071"/>
                    <a:pt x="814070" y="560071"/>
                  </a:cubicBezTo>
                  <a:close/>
                  <a:moveTo>
                    <a:pt x="957579" y="559436"/>
                  </a:moveTo>
                  <a:lnTo>
                    <a:pt x="957579" y="594361"/>
                  </a:lnTo>
                  <a:lnTo>
                    <a:pt x="979170" y="594361"/>
                  </a:lnTo>
                  <a:lnTo>
                    <a:pt x="979170" y="615951"/>
                  </a:lnTo>
                  <a:lnTo>
                    <a:pt x="957579" y="615951"/>
                  </a:lnTo>
                  <a:lnTo>
                    <a:pt x="957579" y="654051"/>
                  </a:lnTo>
                  <a:cubicBezTo>
                    <a:pt x="957579" y="661671"/>
                    <a:pt x="960754" y="664846"/>
                    <a:pt x="966470" y="664846"/>
                  </a:cubicBezTo>
                  <a:cubicBezTo>
                    <a:pt x="972185" y="664846"/>
                    <a:pt x="977900" y="661671"/>
                    <a:pt x="981075" y="658496"/>
                  </a:cubicBezTo>
                  <a:lnTo>
                    <a:pt x="977900" y="681356"/>
                  </a:lnTo>
                  <a:cubicBezTo>
                    <a:pt x="973454" y="685166"/>
                    <a:pt x="965200" y="686436"/>
                    <a:pt x="959485" y="686436"/>
                  </a:cubicBezTo>
                  <a:cubicBezTo>
                    <a:pt x="945515" y="686436"/>
                    <a:pt x="935355" y="676276"/>
                    <a:pt x="935355" y="659766"/>
                  </a:cubicBezTo>
                  <a:lnTo>
                    <a:pt x="935355" y="615951"/>
                  </a:lnTo>
                  <a:lnTo>
                    <a:pt x="922655" y="615951"/>
                  </a:lnTo>
                  <a:lnTo>
                    <a:pt x="922655" y="594361"/>
                  </a:lnTo>
                  <a:lnTo>
                    <a:pt x="935355" y="594361"/>
                  </a:lnTo>
                  <a:lnTo>
                    <a:pt x="935355" y="570866"/>
                  </a:lnTo>
                  <a:close/>
                  <a:moveTo>
                    <a:pt x="586739" y="559436"/>
                  </a:moveTo>
                  <a:lnTo>
                    <a:pt x="586739" y="600711"/>
                  </a:lnTo>
                  <a:cubicBezTo>
                    <a:pt x="591820" y="595631"/>
                    <a:pt x="597534" y="592456"/>
                    <a:pt x="607695" y="592456"/>
                  </a:cubicBezTo>
                  <a:cubicBezTo>
                    <a:pt x="631825" y="592456"/>
                    <a:pt x="639445" y="610871"/>
                    <a:pt x="639445" y="633731"/>
                  </a:cubicBezTo>
                  <a:lnTo>
                    <a:pt x="639445" y="684531"/>
                  </a:lnTo>
                  <a:lnTo>
                    <a:pt x="617220" y="684531"/>
                  </a:lnTo>
                  <a:lnTo>
                    <a:pt x="617220" y="635636"/>
                  </a:lnTo>
                  <a:cubicBezTo>
                    <a:pt x="617220" y="623571"/>
                    <a:pt x="614680" y="614681"/>
                    <a:pt x="601980" y="614681"/>
                  </a:cubicBezTo>
                  <a:cubicBezTo>
                    <a:pt x="589280" y="614681"/>
                    <a:pt x="586739" y="622936"/>
                    <a:pt x="586739" y="635001"/>
                  </a:cubicBezTo>
                  <a:lnTo>
                    <a:pt x="586739" y="684531"/>
                  </a:lnTo>
                  <a:lnTo>
                    <a:pt x="564515" y="684531"/>
                  </a:lnTo>
                  <a:lnTo>
                    <a:pt x="564515" y="570866"/>
                  </a:lnTo>
                  <a:close/>
                  <a:moveTo>
                    <a:pt x="529590" y="559436"/>
                  </a:moveTo>
                  <a:lnTo>
                    <a:pt x="529590" y="594361"/>
                  </a:lnTo>
                  <a:lnTo>
                    <a:pt x="550545" y="594361"/>
                  </a:lnTo>
                  <a:lnTo>
                    <a:pt x="550545" y="615951"/>
                  </a:lnTo>
                  <a:lnTo>
                    <a:pt x="529590" y="615951"/>
                  </a:lnTo>
                  <a:lnTo>
                    <a:pt x="529590" y="654051"/>
                  </a:lnTo>
                  <a:cubicBezTo>
                    <a:pt x="529590" y="661671"/>
                    <a:pt x="532765" y="664846"/>
                    <a:pt x="538480" y="664846"/>
                  </a:cubicBezTo>
                  <a:cubicBezTo>
                    <a:pt x="544195" y="664846"/>
                    <a:pt x="549275" y="661671"/>
                    <a:pt x="553084" y="658496"/>
                  </a:cubicBezTo>
                  <a:lnTo>
                    <a:pt x="549909" y="681356"/>
                  </a:lnTo>
                  <a:cubicBezTo>
                    <a:pt x="545465" y="685166"/>
                    <a:pt x="537209" y="686436"/>
                    <a:pt x="531495" y="686436"/>
                  </a:cubicBezTo>
                  <a:cubicBezTo>
                    <a:pt x="517525" y="686436"/>
                    <a:pt x="507364" y="676276"/>
                    <a:pt x="507364" y="659766"/>
                  </a:cubicBezTo>
                  <a:lnTo>
                    <a:pt x="507364" y="615951"/>
                  </a:lnTo>
                  <a:lnTo>
                    <a:pt x="491489" y="615951"/>
                  </a:lnTo>
                  <a:lnTo>
                    <a:pt x="491489" y="594361"/>
                  </a:lnTo>
                  <a:lnTo>
                    <a:pt x="507364" y="594361"/>
                  </a:lnTo>
                  <a:lnTo>
                    <a:pt x="507364" y="570866"/>
                  </a:lnTo>
                  <a:close/>
                  <a:moveTo>
                    <a:pt x="128269" y="559436"/>
                  </a:moveTo>
                  <a:lnTo>
                    <a:pt x="128269" y="600711"/>
                  </a:lnTo>
                  <a:cubicBezTo>
                    <a:pt x="133349" y="595631"/>
                    <a:pt x="139064" y="592456"/>
                    <a:pt x="149224" y="592456"/>
                  </a:cubicBezTo>
                  <a:cubicBezTo>
                    <a:pt x="173355" y="592456"/>
                    <a:pt x="180974" y="610871"/>
                    <a:pt x="180974" y="633731"/>
                  </a:cubicBezTo>
                  <a:lnTo>
                    <a:pt x="180974" y="684531"/>
                  </a:lnTo>
                  <a:lnTo>
                    <a:pt x="158750" y="684531"/>
                  </a:lnTo>
                  <a:lnTo>
                    <a:pt x="158750" y="635636"/>
                  </a:lnTo>
                  <a:cubicBezTo>
                    <a:pt x="158750" y="623571"/>
                    <a:pt x="156209" y="614681"/>
                    <a:pt x="143510" y="614681"/>
                  </a:cubicBezTo>
                  <a:cubicBezTo>
                    <a:pt x="130810" y="614681"/>
                    <a:pt x="128269" y="622936"/>
                    <a:pt x="128269" y="635001"/>
                  </a:cubicBezTo>
                  <a:lnTo>
                    <a:pt x="128269" y="684531"/>
                  </a:lnTo>
                  <a:lnTo>
                    <a:pt x="106045" y="684531"/>
                  </a:lnTo>
                  <a:lnTo>
                    <a:pt x="106045" y="570866"/>
                  </a:lnTo>
                  <a:close/>
                  <a:moveTo>
                    <a:pt x="269875" y="635"/>
                  </a:moveTo>
                  <a:lnTo>
                    <a:pt x="501015" y="635"/>
                  </a:lnTo>
                  <a:lnTo>
                    <a:pt x="554989" y="94615"/>
                  </a:lnTo>
                  <a:lnTo>
                    <a:pt x="391795" y="94615"/>
                  </a:lnTo>
                  <a:lnTo>
                    <a:pt x="391795" y="161925"/>
                  </a:lnTo>
                  <a:lnTo>
                    <a:pt x="539114" y="161925"/>
                  </a:lnTo>
                  <a:lnTo>
                    <a:pt x="539114" y="247650"/>
                  </a:lnTo>
                  <a:lnTo>
                    <a:pt x="391795" y="247650"/>
                  </a:lnTo>
                  <a:lnTo>
                    <a:pt x="391795" y="314325"/>
                  </a:lnTo>
                  <a:lnTo>
                    <a:pt x="595629" y="314325"/>
                  </a:lnTo>
                  <a:lnTo>
                    <a:pt x="595629" y="408305"/>
                  </a:lnTo>
                  <a:lnTo>
                    <a:pt x="269875" y="408305"/>
                  </a:lnTo>
                  <a:close/>
                  <a:moveTo>
                    <a:pt x="539114" y="0"/>
                  </a:moveTo>
                  <a:lnTo>
                    <a:pt x="674370" y="0"/>
                  </a:lnTo>
                  <a:lnTo>
                    <a:pt x="743584" y="132715"/>
                  </a:lnTo>
                  <a:lnTo>
                    <a:pt x="812799" y="0"/>
                  </a:lnTo>
                  <a:lnTo>
                    <a:pt x="946150" y="0"/>
                  </a:lnTo>
                  <a:lnTo>
                    <a:pt x="803275" y="246380"/>
                  </a:lnTo>
                  <a:lnTo>
                    <a:pt x="803275" y="407670"/>
                  </a:lnTo>
                  <a:lnTo>
                    <a:pt x="681355" y="407670"/>
                  </a:lnTo>
                  <a:lnTo>
                    <a:pt x="681355" y="246380"/>
                  </a:lnTo>
                  <a:close/>
                </a:path>
              </a:pathLst>
            </a:custGeom>
            <a:solidFill>
              <a:srgbClr val="FFFFFF"/>
            </a:solidFill>
            <a:ln w="63500" cap="flat">
              <a:noFill/>
              <a:prstDash val="solid"/>
              <a:miter/>
            </a:ln>
          </p:spPr>
          <p:txBody>
            <a:bodyPr rtlCol="0" anchor="ctr"/>
            <a:lstStyle/>
            <a:p>
              <a:endParaRPr lang="en-US" sz="1798"/>
            </a:p>
          </p:txBody>
        </p:sp>
      </p:grpSp>
      <p:grpSp>
        <p:nvGrpSpPr>
          <p:cNvPr id="2" name="Group 1">
            <a:extLst>
              <a:ext uri="{FF2B5EF4-FFF2-40B4-BE49-F238E27FC236}">
                <a16:creationId xmlns:a16="http://schemas.microsoft.com/office/drawing/2014/main" id="{7E7E8938-439A-DB5B-B3DF-7EF202013D57}"/>
              </a:ext>
            </a:extLst>
          </p:cNvPr>
          <p:cNvGrpSpPr/>
          <p:nvPr userDrawn="1"/>
        </p:nvGrpSpPr>
        <p:grpSpPr>
          <a:xfrm>
            <a:off x="485777"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sz="1798"/>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sz="1798"/>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9"/>
            <a:ext cx="4907628" cy="511939"/>
          </a:xfrm>
          <a:prstGeom prst="rect">
            <a:avLst/>
          </a:prstGeom>
        </p:spPr>
        <p:txBody>
          <a:bodyPr wrap="square">
            <a:noAutofit/>
          </a:bodyPr>
          <a:lstStyle>
            <a:lvl1pPr marL="0" indent="0" algn="l">
              <a:buNone/>
              <a:defRPr lang="en-GB" sz="1598" kern="1200" dirty="0">
                <a:solidFill>
                  <a:schemeClr val="tx1"/>
                </a:solidFill>
                <a:latin typeface="+mj-lt"/>
                <a:ea typeface="+mn-ea"/>
                <a:cs typeface="+mn-cs"/>
              </a:defRPr>
            </a:lvl1pPr>
            <a:lvl2pPr marL="456743" indent="0" algn="ctr">
              <a:buNone/>
              <a:defRPr sz="1998"/>
            </a:lvl2pPr>
            <a:lvl3pPr marL="913486" indent="0" algn="ctr">
              <a:buNone/>
              <a:defRPr sz="1798"/>
            </a:lvl3pPr>
            <a:lvl4pPr marL="1370229" indent="0" algn="ctr">
              <a:buNone/>
              <a:defRPr sz="1598"/>
            </a:lvl4pPr>
            <a:lvl5pPr marL="1826972" indent="0" algn="ctr">
              <a:buNone/>
              <a:defRPr sz="1598"/>
            </a:lvl5pPr>
            <a:lvl6pPr marL="2283715" indent="0" algn="ctr">
              <a:buNone/>
              <a:defRPr sz="1598"/>
            </a:lvl6pPr>
            <a:lvl7pPr marL="2740457" indent="0" algn="ctr">
              <a:buNone/>
              <a:defRPr sz="1598"/>
            </a:lvl7pPr>
            <a:lvl8pPr marL="3197201" indent="0" algn="ctr">
              <a:buNone/>
              <a:defRPr sz="1598"/>
            </a:lvl8pPr>
            <a:lvl9pPr marL="3653943" indent="0" algn="ctr">
              <a:buNone/>
              <a:defRPr sz="1598"/>
            </a:lvl9pPr>
          </a:lstStyle>
          <a:p>
            <a:r>
              <a:rPr lang="en-IN"/>
              <a:t>Proposal to provide </a:t>
            </a:r>
            <a:br>
              <a:rPr lang="en-IN"/>
            </a:br>
            <a:r>
              <a:rPr lang="en-IN"/>
              <a:t>audit services</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hasCustomPrompt="1"/>
          </p:nvPr>
        </p:nvSpPr>
        <p:spPr>
          <a:xfrm>
            <a:off x="889762" y="2698752"/>
            <a:ext cx="4906009" cy="1654043"/>
          </a:xfrm>
        </p:spPr>
        <p:txBody>
          <a:bodyPr anchor="t">
            <a:noAutofit/>
          </a:bodyPr>
          <a:lstStyle>
            <a:lvl1pPr>
              <a:defRPr sz="4196" b="1" i="0">
                <a:solidFill>
                  <a:schemeClr val="tx1"/>
                </a:solidFill>
                <a:latin typeface="EYInterstate Regular" panose="02000503020000020004" pitchFamily="2" charset="0"/>
              </a:defRPr>
            </a:lvl1pPr>
          </a:lstStyle>
          <a:p>
            <a:r>
              <a:rPr lang="en-GB"/>
              <a:t>National Research Foundation, Singapore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hasCustomPrompt="1"/>
          </p:nvPr>
        </p:nvSpPr>
        <p:spPr>
          <a:xfrm>
            <a:off x="889764" y="5047487"/>
            <a:ext cx="4906010" cy="338426"/>
          </a:xfrm>
          <a:prstGeom prst="rect">
            <a:avLst/>
          </a:prstGeom>
        </p:spPr>
        <p:txBody>
          <a:bodyPr wrap="square">
            <a:spAutoFit/>
          </a:bodyPr>
          <a:lstStyle>
            <a:lvl1pPr marL="0" indent="0">
              <a:buNone/>
              <a:defRPr sz="1598" b="1">
                <a:solidFill>
                  <a:schemeClr val="tx1"/>
                </a:solidFill>
                <a:latin typeface="+mj-lt"/>
              </a:defRPr>
            </a:lvl1pPr>
            <a:lvl2pPr marL="251748" indent="0">
              <a:buNone/>
              <a:defRPr sz="1598" b="1">
                <a:latin typeface="+mj-lt"/>
              </a:defRPr>
            </a:lvl2pPr>
            <a:lvl3pPr marL="503496" indent="0">
              <a:buNone/>
              <a:defRPr sz="1598" b="1">
                <a:latin typeface="+mj-lt"/>
              </a:defRPr>
            </a:lvl3pPr>
            <a:lvl4pPr marL="755244" indent="0">
              <a:buNone/>
              <a:defRPr sz="1598" b="1">
                <a:latin typeface="+mj-lt"/>
              </a:defRPr>
            </a:lvl4pPr>
            <a:lvl5pPr marL="1006992" indent="0">
              <a:buNone/>
              <a:defRPr sz="1598" b="1">
                <a:latin typeface="+mj-lt"/>
              </a:defRPr>
            </a:lvl5pPr>
          </a:lstStyle>
          <a:p>
            <a:pPr lvl="0"/>
            <a:r>
              <a:rPr lang="en-GB"/>
              <a:t>9 December, 2024</a:t>
            </a:r>
          </a:p>
        </p:txBody>
      </p:sp>
      <p:grpSp>
        <p:nvGrpSpPr>
          <p:cNvPr id="5" name="Group 4">
            <a:extLst>
              <a:ext uri="{FF2B5EF4-FFF2-40B4-BE49-F238E27FC236}">
                <a16:creationId xmlns:a16="http://schemas.microsoft.com/office/drawing/2014/main" id="{EFDFD624-ABC7-16CB-2121-0206B09686AF}"/>
              </a:ext>
            </a:extLst>
          </p:cNvPr>
          <p:cNvGrpSpPr/>
          <p:nvPr userDrawn="1"/>
        </p:nvGrpSpPr>
        <p:grpSpPr>
          <a:xfrm>
            <a:off x="485521" y="1291011"/>
            <a:ext cx="5703140" cy="4360545"/>
            <a:chOff x="485774" y="1291008"/>
            <a:chExt cx="5706110" cy="4360545"/>
          </a:xfrm>
        </p:grpSpPr>
        <p:sp>
          <p:nvSpPr>
            <p:cNvPr id="8" name="Freeform 25">
              <a:extLst>
                <a:ext uri="{FF2B5EF4-FFF2-40B4-BE49-F238E27FC236}">
                  <a16:creationId xmlns:a16="http://schemas.microsoft.com/office/drawing/2014/main" id="{D786720D-4321-57A7-7170-C630C1D4DEE7}"/>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sz="1798"/>
            </a:p>
          </p:txBody>
        </p:sp>
        <p:sp>
          <p:nvSpPr>
            <p:cNvPr id="9" name="Freeform 3">
              <a:extLst>
                <a:ext uri="{FF2B5EF4-FFF2-40B4-BE49-F238E27FC236}">
                  <a16:creationId xmlns:a16="http://schemas.microsoft.com/office/drawing/2014/main" id="{04AD9603-C6AC-198D-5649-C31F6250A7A1}"/>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00C864"/>
                </a:gs>
                <a:gs pos="100000">
                  <a:srgbClr val="4696FF"/>
                </a:gs>
              </a:gsLst>
              <a:lin ang="18600000" scaled="0"/>
              <a:tileRect/>
            </a:gradFill>
            <a:ln w="8181" cap="flat">
              <a:noFill/>
              <a:prstDash val="solid"/>
              <a:miter/>
            </a:ln>
          </p:spPr>
          <p:txBody>
            <a:bodyPr rtlCol="0" anchor="ctr"/>
            <a:lstStyle/>
            <a:p>
              <a:pPr lvl="0"/>
              <a:endParaRPr lang="en-US" sz="1798"/>
            </a:p>
          </p:txBody>
        </p:sp>
      </p:grpSp>
    </p:spTree>
    <p:extLst>
      <p:ext uri="{BB962C8B-B14F-4D97-AF65-F5344CB8AC3E}">
        <p14:creationId xmlns:p14="http://schemas.microsoft.com/office/powerpoint/2010/main" val="22390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817720" y="369888"/>
            <a:ext cx="10890905" cy="470898"/>
          </a:xfrm>
        </p:spPr>
        <p:txBody>
          <a:bodyPr/>
          <a:lstStyle>
            <a:lvl1pPr>
              <a:defRPr sz="1999" b="1">
                <a:solidFill>
                  <a:schemeClr val="bg1"/>
                </a:solidFill>
                <a:latin typeface="+mn-lt"/>
              </a:defRPr>
            </a:lvl1pPr>
          </a:lstStyle>
          <a:p>
            <a:r>
              <a:rPr lang="en-US"/>
              <a:t>Click to edit Master title style</a:t>
            </a:r>
          </a:p>
        </p:txBody>
      </p:sp>
    </p:spTree>
    <p:extLst>
      <p:ext uri="{BB962C8B-B14F-4D97-AF65-F5344CB8AC3E}">
        <p14:creationId xmlns:p14="http://schemas.microsoft.com/office/powerpoint/2010/main" val="22735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2677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Boiler plat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A5033F-6B58-4D17-B6AF-511A209D0DC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C77B58DA-C741-4F1C-9834-41B7C149DAEB}"/>
              </a:ext>
            </a:extLst>
          </p:cNvPr>
          <p:cNvSpPr txBox="1"/>
          <p:nvPr userDrawn="1"/>
        </p:nvSpPr>
        <p:spPr>
          <a:xfrm>
            <a:off x="567500" y="408825"/>
            <a:ext cx="4196826" cy="3414544"/>
          </a:xfrm>
          <a:prstGeom prst="rect">
            <a:avLst/>
          </a:prstGeom>
          <a:noFill/>
        </p:spPr>
        <p:txBody>
          <a:bodyPr wrap="square" lIns="0" tIns="28080" rIns="0" bIns="28080" rtlCol="0">
            <a:spAutoFit/>
          </a:bodyPr>
          <a:lstStyle/>
          <a:p>
            <a:pPr defTabSz="536340" fontAlgn="auto">
              <a:spcBef>
                <a:spcPts val="0"/>
              </a:spcBef>
              <a:spcAft>
                <a:spcPts val="987"/>
              </a:spcAft>
              <a:buClrTx/>
              <a:buSzTx/>
              <a:buFontTx/>
              <a:buNone/>
            </a:pPr>
            <a:r>
              <a:rPr lang="en-IN" sz="907" b="1">
                <a:solidFill>
                  <a:srgbClr val="FFFFFF"/>
                </a:solidFill>
                <a:latin typeface="EYInterstate Light"/>
                <a:cs typeface="Arial" charset="0"/>
              </a:rPr>
              <a:t>EY | Building a better working world</a:t>
            </a:r>
            <a:endParaRPr lang="en-IN" sz="907">
              <a:solidFill>
                <a:srgbClr val="FFFFFF"/>
              </a:solidFill>
              <a:latin typeface="EYInterstate Light"/>
              <a:cs typeface="Arial" charset="0"/>
            </a:endParaRPr>
          </a:p>
          <a:p>
            <a:pPr defTabSz="536340" fontAlgn="auto">
              <a:spcBef>
                <a:spcPts val="272"/>
              </a:spcBef>
              <a:spcAft>
                <a:spcPts val="272"/>
              </a:spcAft>
              <a:buClrTx/>
              <a:buSzTx/>
              <a:buFontTx/>
              <a:buNone/>
            </a:pPr>
            <a:r>
              <a:rPr lang="en-IN" sz="726" b="1">
                <a:solidFill>
                  <a:srgbClr val="FFFFFF"/>
                </a:solidFill>
                <a:latin typeface="EYInterstate Light"/>
                <a:cs typeface="Arial" charset="0"/>
              </a:rPr>
              <a:t>EY exists to build a better working world, helping to create long-term value for clients, people and society and build trust in the capital markets.</a:t>
            </a:r>
          </a:p>
          <a:p>
            <a:pPr defTabSz="536340" fontAlgn="auto">
              <a:spcBef>
                <a:spcPts val="272"/>
              </a:spcBef>
              <a:spcAft>
                <a:spcPts val="272"/>
              </a:spcAft>
              <a:buClrTx/>
              <a:buSzTx/>
              <a:buFontTx/>
              <a:buNone/>
            </a:pPr>
            <a:r>
              <a:rPr lang="en-IN" sz="726" b="1">
                <a:solidFill>
                  <a:srgbClr val="FFFFFF"/>
                </a:solidFill>
                <a:latin typeface="EYInterstate Light"/>
                <a:cs typeface="Arial" charset="0"/>
              </a:rPr>
              <a:t>Enabled by data and technology, diverse EY teams in over 150 countries provide trust through assurance and help clients grow, transform </a:t>
            </a:r>
            <a:br>
              <a:rPr lang="en-IN" sz="726" b="1">
                <a:solidFill>
                  <a:srgbClr val="FFFFFF"/>
                </a:solidFill>
                <a:latin typeface="EYInterstate Light"/>
                <a:cs typeface="Arial" charset="0"/>
              </a:rPr>
            </a:br>
            <a:r>
              <a:rPr lang="en-IN" sz="726" b="1">
                <a:solidFill>
                  <a:srgbClr val="FFFFFF"/>
                </a:solidFill>
                <a:latin typeface="EYInterstate Light"/>
                <a:cs typeface="Arial" charset="0"/>
              </a:rPr>
              <a:t>and operate.</a:t>
            </a:r>
          </a:p>
          <a:p>
            <a:pPr defTabSz="536340" fontAlgn="auto">
              <a:spcBef>
                <a:spcPts val="272"/>
              </a:spcBef>
              <a:spcAft>
                <a:spcPts val="272"/>
              </a:spcAft>
              <a:buClrTx/>
              <a:buSzTx/>
              <a:buFontTx/>
              <a:buNone/>
            </a:pPr>
            <a:r>
              <a:rPr lang="en-IN" sz="726" b="1">
                <a:solidFill>
                  <a:srgbClr val="FFFFFF"/>
                </a:solidFill>
                <a:latin typeface="EYInterstate Light"/>
                <a:cs typeface="Arial" charset="0"/>
              </a:rPr>
              <a:t>Working across assurance, consulting, law, strategy, tax and transactions, </a:t>
            </a:r>
            <a:br>
              <a:rPr lang="en-IN" sz="726" b="1">
                <a:solidFill>
                  <a:srgbClr val="FFFFFF"/>
                </a:solidFill>
                <a:latin typeface="EYInterstate Light"/>
                <a:cs typeface="Arial" charset="0"/>
              </a:rPr>
            </a:br>
            <a:r>
              <a:rPr lang="en-IN" sz="726" b="1">
                <a:solidFill>
                  <a:srgbClr val="FFFFFF"/>
                </a:solidFill>
                <a:latin typeface="EYInterstate Light"/>
                <a:cs typeface="Arial" charset="0"/>
              </a:rPr>
              <a:t>EY teams ask better questions to find new answers for the complex issues facing our world today.</a:t>
            </a:r>
          </a:p>
          <a:p>
            <a:pPr defTabSz="536340" fontAlgn="auto">
              <a:spcBef>
                <a:spcPts val="0"/>
              </a:spcBef>
              <a:spcAft>
                <a:spcPts val="0"/>
              </a:spcAft>
              <a:buClrTx/>
              <a:buSzTx/>
              <a:buFontTx/>
              <a:buNone/>
            </a:pPr>
            <a:endParaRPr lang="en-IN" sz="726" b="1">
              <a:solidFill>
                <a:srgbClr val="FFFFFF"/>
              </a:solidFill>
              <a:latin typeface="EYInterstate Light"/>
              <a:cs typeface="Arial" charset="0"/>
            </a:endParaRPr>
          </a:p>
          <a:p>
            <a:pPr defTabSz="536340" fontAlgn="auto">
              <a:spcBef>
                <a:spcPts val="0"/>
              </a:spcBef>
              <a:spcAft>
                <a:spcPts val="0"/>
              </a:spcAft>
              <a:buClrTx/>
              <a:buSzTx/>
              <a:buFontTx/>
              <a:buNone/>
            </a:pPr>
            <a:r>
              <a:rPr lang="en-IN" sz="726">
                <a:solidFill>
                  <a:srgbClr val="FFFFFF"/>
                </a:solidFill>
                <a:latin typeface="EYInterstate Light"/>
                <a:cs typeface="Arial" charset="0"/>
              </a:rPr>
              <a:t>EY refers to the global organisation, and may refer to one or more, of the member firms of Ernst &amp; Young Global Limited, each of which is a separate legal entity. Ernst &amp; Young Global Limited, a UK company limited by guarantee, does not provide services to clients. Information about how EY collects and uses personal data and a description of the rights individuals have under data protection legislation are available via ey.com/privacy. EY member firms do </a:t>
            </a:r>
            <a:br>
              <a:rPr lang="en-IN" sz="726">
                <a:solidFill>
                  <a:srgbClr val="FFFFFF"/>
                </a:solidFill>
                <a:latin typeface="EYInterstate Light"/>
                <a:cs typeface="Arial" charset="0"/>
              </a:rPr>
            </a:br>
            <a:r>
              <a:rPr lang="en-IN" sz="726">
                <a:solidFill>
                  <a:srgbClr val="FFFFFF"/>
                </a:solidFill>
                <a:latin typeface="EYInterstate Light"/>
                <a:cs typeface="Arial" charset="0"/>
              </a:rPr>
              <a:t>not practice law where prohibited by local laws. For more information about </a:t>
            </a:r>
            <a:br>
              <a:rPr lang="en-IN" sz="726">
                <a:solidFill>
                  <a:srgbClr val="FFFFFF"/>
                </a:solidFill>
                <a:latin typeface="EYInterstate Light"/>
                <a:cs typeface="Arial" charset="0"/>
              </a:rPr>
            </a:br>
            <a:r>
              <a:rPr lang="en-IN" sz="726">
                <a:solidFill>
                  <a:srgbClr val="FFFFFF"/>
                </a:solidFill>
                <a:latin typeface="EYInterstate Light"/>
                <a:cs typeface="Arial" charset="0"/>
              </a:rPr>
              <a:t>our organisation, please visit ey.com.</a:t>
            </a:r>
          </a:p>
          <a:p>
            <a:pPr defTabSz="536340" fontAlgn="auto">
              <a:spcBef>
                <a:spcPts val="0"/>
              </a:spcBef>
              <a:spcAft>
                <a:spcPts val="0"/>
              </a:spcAft>
              <a:buClrTx/>
              <a:buSzTx/>
              <a:buFontTx/>
              <a:buNone/>
            </a:pPr>
            <a:endParaRPr lang="en-IN" sz="726">
              <a:solidFill>
                <a:srgbClr val="FFFFFF"/>
              </a:solidFill>
              <a:latin typeface="EYInterstate Light"/>
              <a:cs typeface="Arial" charset="0"/>
            </a:endParaRPr>
          </a:p>
          <a:p>
            <a:pPr defTabSz="536340" fontAlgn="auto">
              <a:spcBef>
                <a:spcPts val="0"/>
              </a:spcBef>
              <a:spcAft>
                <a:spcPts val="493"/>
              </a:spcAft>
              <a:buClrTx/>
              <a:buSzTx/>
              <a:buFontTx/>
              <a:buNone/>
            </a:pPr>
            <a:r>
              <a:rPr lang="en-IN" sz="726">
                <a:solidFill>
                  <a:srgbClr val="FFFFFF"/>
                </a:solidFill>
                <a:latin typeface="EYInterstate Light"/>
                <a:cs typeface="Arial" charset="0"/>
              </a:rPr>
              <a:t>© 2021 EYGM Limited.</a:t>
            </a:r>
            <a:br>
              <a:rPr lang="en-IN" sz="726">
                <a:solidFill>
                  <a:srgbClr val="FFFFFF"/>
                </a:solidFill>
                <a:latin typeface="EYInterstate Light"/>
                <a:cs typeface="Arial" charset="0"/>
              </a:rPr>
            </a:br>
            <a:r>
              <a:rPr lang="en-IN" sz="726">
                <a:solidFill>
                  <a:srgbClr val="FFFFFF"/>
                </a:solidFill>
                <a:latin typeface="EYInterstate Light"/>
                <a:cs typeface="Arial" charset="0"/>
              </a:rPr>
              <a:t>All Rights Reserved.</a:t>
            </a:r>
          </a:p>
          <a:p>
            <a:pPr defTabSz="536340" fontAlgn="auto">
              <a:spcBef>
                <a:spcPts val="0"/>
              </a:spcBef>
              <a:spcAft>
                <a:spcPts val="493"/>
              </a:spcAft>
              <a:buClrTx/>
              <a:buSzTx/>
              <a:buFontTx/>
              <a:buNone/>
            </a:pPr>
            <a:r>
              <a:rPr lang="en-IN" sz="726">
                <a:solidFill>
                  <a:srgbClr val="FFFFFF"/>
                </a:solidFill>
                <a:latin typeface="EYInterstate Light"/>
                <a:cs typeface="Arial" charset="0"/>
              </a:rPr>
              <a:t>XXXXX-XXXGbl</a:t>
            </a:r>
            <a:br>
              <a:rPr lang="en-IN" sz="726">
                <a:solidFill>
                  <a:srgbClr val="FFFFFF"/>
                </a:solidFill>
                <a:latin typeface="EYInterstate Light"/>
                <a:cs typeface="Arial" charset="0"/>
              </a:rPr>
            </a:br>
            <a:r>
              <a:rPr lang="en-IN" sz="726">
                <a:solidFill>
                  <a:srgbClr val="FFFFFF"/>
                </a:solidFill>
                <a:latin typeface="EYInterstate Light"/>
                <a:cs typeface="Arial" charset="0"/>
              </a:rPr>
              <a:t>ED MMYY</a:t>
            </a:r>
          </a:p>
          <a:p>
            <a:pPr defTabSz="536340" fontAlgn="auto">
              <a:spcBef>
                <a:spcPts val="0"/>
              </a:spcBef>
              <a:spcAft>
                <a:spcPts val="493"/>
              </a:spcAft>
              <a:buClrTx/>
              <a:buSzTx/>
              <a:buFontTx/>
              <a:buNone/>
            </a:pPr>
            <a:r>
              <a:rPr lang="en-IN" sz="635">
                <a:solidFill>
                  <a:srgbClr val="FFFFFF"/>
                </a:solidFill>
                <a:latin typeface="EYInterstate Light"/>
                <a:cs typeface="Arial" charset="0"/>
              </a:rPr>
              <a:t>This material has been prepared for general informational purposes only and is not intended to be relied upon as accounting, tax, legal or other professional advice. </a:t>
            </a:r>
            <a:br>
              <a:rPr lang="en-IN" sz="635">
                <a:solidFill>
                  <a:srgbClr val="FFFFFF"/>
                </a:solidFill>
                <a:latin typeface="EYInterstate Light"/>
                <a:cs typeface="Arial" charset="0"/>
              </a:rPr>
            </a:br>
            <a:r>
              <a:rPr lang="en-IN" sz="635">
                <a:solidFill>
                  <a:srgbClr val="FFFFFF"/>
                </a:solidFill>
                <a:latin typeface="EYInterstate Light"/>
                <a:cs typeface="Arial" charset="0"/>
              </a:rPr>
              <a:t>Please refer to your advisors for specific advice.</a:t>
            </a:r>
          </a:p>
          <a:p>
            <a:pPr defTabSz="536340" fontAlgn="auto">
              <a:spcBef>
                <a:spcPts val="0"/>
              </a:spcBef>
              <a:spcAft>
                <a:spcPts val="493"/>
              </a:spcAft>
              <a:buClrTx/>
              <a:buSzTx/>
              <a:buFontTx/>
              <a:buNone/>
            </a:pPr>
            <a:r>
              <a:rPr lang="en-IN" sz="907" b="1">
                <a:solidFill>
                  <a:srgbClr val="FFFFFF"/>
                </a:solidFill>
                <a:latin typeface="EYInterstate Light"/>
                <a:cs typeface="Arial" charset="0"/>
              </a:rPr>
              <a:t>ey.com</a:t>
            </a:r>
          </a:p>
        </p:txBody>
      </p:sp>
    </p:spTree>
    <p:extLst>
      <p:ext uri="{BB962C8B-B14F-4D97-AF65-F5344CB8AC3E}">
        <p14:creationId xmlns:p14="http://schemas.microsoft.com/office/powerpoint/2010/main" val="1688569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1_Final legal text">
    <p:spTree>
      <p:nvGrpSpPr>
        <p:cNvPr id="1" name=""/>
        <p:cNvGrpSpPr/>
        <p:nvPr/>
      </p:nvGrpSpPr>
      <p:grpSpPr>
        <a:xfrm>
          <a:off x="0" y="0"/>
          <a:ext cx="0" cy="0"/>
          <a:chOff x="0" y="0"/>
          <a:chExt cx="0" cy="0"/>
        </a:xfrm>
      </p:grpSpPr>
      <p:pic>
        <p:nvPicPr>
          <p:cNvPr id="5" name="Content Placeholder 3">
            <a:extLst>
              <a:ext uri="{FF2B5EF4-FFF2-40B4-BE49-F238E27FC236}">
                <a16:creationId xmlns:a16="http://schemas.microsoft.com/office/drawing/2014/main" id="{501A2F11-32A0-4526-A5F7-F4382DA5B47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 y="0"/>
            <a:ext cx="12195203" cy="6858000"/>
          </a:xfrm>
          <a:prstGeom prst="rect">
            <a:avLst/>
          </a:prstGeom>
        </p:spPr>
      </p:pic>
      <p:sp>
        <p:nvSpPr>
          <p:cNvPr id="8" name="Content Placeholder 2"/>
          <p:cNvSpPr>
            <a:spLocks noGrp="1"/>
          </p:cNvSpPr>
          <p:nvPr>
            <p:ph idx="1"/>
          </p:nvPr>
        </p:nvSpPr>
        <p:spPr>
          <a:xfrm>
            <a:off x="607483" y="719139"/>
            <a:ext cx="4675200" cy="5210062"/>
          </a:xfrm>
        </p:spPr>
        <p:txBody>
          <a:bodyPr/>
          <a:lstStyle>
            <a:lvl1pPr marL="0" indent="0" algn="l" defTabSz="993374" rtl="0" fontAlgn="base">
              <a:lnSpc>
                <a:spcPct val="100000"/>
              </a:lnSpc>
              <a:spcBef>
                <a:spcPct val="70000"/>
              </a:spcBef>
              <a:spcAft>
                <a:spcPct val="0"/>
              </a:spcAft>
              <a:buSzPct val="100000"/>
              <a:buNone/>
              <a:defRPr lang="en-US" sz="1196" kern="1200" noProof="0" dirty="0" smtClean="0">
                <a:solidFill>
                  <a:schemeClr val="bg1"/>
                </a:solidFill>
                <a:latin typeface="EYInterstate Light" panose="02000506000000020004" pitchFamily="2" charset="0"/>
                <a:ea typeface="+mn-ea"/>
                <a:cs typeface="Arial" pitchFamily="34" charset="0"/>
              </a:defRPr>
            </a:lvl1pPr>
            <a:lvl2pPr marL="0" indent="0" algn="l" defTabSz="993374"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5861" indent="-175861" algn="l" defTabSz="993374"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3374"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537" indent="-188537" algn="l" defTabSz="993374"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ext Box 4">
            <a:extLst>
              <a:ext uri="{FF2B5EF4-FFF2-40B4-BE49-F238E27FC236}">
                <a16:creationId xmlns:a16="http://schemas.microsoft.com/office/drawing/2014/main" id="{DC404FD5-CD8E-E8D9-F922-DDC9480787DF}"/>
              </a:ext>
            </a:extLst>
          </p:cNvPr>
          <p:cNvSpPr txBox="1">
            <a:spLocks noChangeArrowheads="1"/>
          </p:cNvSpPr>
          <p:nvPr userDrawn="1"/>
        </p:nvSpPr>
        <p:spPr bwMode="auto">
          <a:xfrm>
            <a:off x="9142876" y="6509803"/>
            <a:ext cx="1769741" cy="107721"/>
          </a:xfrm>
          <a:prstGeom prst="rect">
            <a:avLst/>
          </a:prstGeom>
          <a:noFill/>
          <a:ln w="12700">
            <a:noFill/>
            <a:miter lim="800000"/>
            <a:headEnd type="none" w="sm" len="sm"/>
            <a:tailEnd type="none" w="sm" len="sm"/>
          </a:ln>
          <a:effectLst/>
        </p:spPr>
        <p:txBody>
          <a:bodyPr wrap="square" lIns="0" tIns="0" rIns="0" bIns="0" anchor="b">
            <a:spAutoFit/>
          </a:bodyPr>
          <a:lstStyle/>
          <a:p>
            <a:pPr defTabSz="992523"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Tree>
    <p:extLst>
      <p:ext uri="{BB962C8B-B14F-4D97-AF65-F5344CB8AC3E}">
        <p14:creationId xmlns:p14="http://schemas.microsoft.com/office/powerpoint/2010/main" val="3637031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CV Layout Customized">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9812EBAB-D391-CFDC-13DD-B385F520C5CB}"/>
              </a:ext>
            </a:extLst>
          </p:cNvPr>
          <p:cNvGrpSpPr/>
          <p:nvPr userDrawn="1"/>
        </p:nvGrpSpPr>
        <p:grpSpPr>
          <a:xfrm>
            <a:off x="-5" y="-77266"/>
            <a:ext cx="2042055" cy="6173266"/>
            <a:chOff x="-6" y="-77266"/>
            <a:chExt cx="2043119" cy="6173266"/>
          </a:xfrm>
        </p:grpSpPr>
        <p:sp>
          <p:nvSpPr>
            <p:cNvPr id="33" name="Rectangle: Top Corners Rounded 32">
              <a:extLst>
                <a:ext uri="{FF2B5EF4-FFF2-40B4-BE49-F238E27FC236}">
                  <a16:creationId xmlns:a16="http://schemas.microsoft.com/office/drawing/2014/main" id="{9AE40BE5-C84A-E323-E7ED-369A2A616F6F}"/>
                </a:ext>
              </a:extLst>
            </p:cNvPr>
            <p:cNvSpPr/>
            <p:nvPr/>
          </p:nvSpPr>
          <p:spPr>
            <a:xfrm rot="5400000" flipH="1">
              <a:off x="-10459" y="10451"/>
              <a:ext cx="1436558" cy="1415651"/>
            </a:xfrm>
            <a:prstGeom prst="round2SameRect">
              <a:avLst>
                <a:gd name="adj1" fmla="val 39899"/>
                <a:gd name="adj2" fmla="val 0"/>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sz="1199">
                <a:solidFill>
                  <a:schemeClr val="tx1"/>
                </a:solidFill>
              </a:endParaRPr>
            </a:p>
          </p:txBody>
        </p:sp>
        <p:sp>
          <p:nvSpPr>
            <p:cNvPr id="12" name="Oval 11">
              <a:extLst>
                <a:ext uri="{FF2B5EF4-FFF2-40B4-BE49-F238E27FC236}">
                  <a16:creationId xmlns:a16="http://schemas.microsoft.com/office/drawing/2014/main" id="{857DF79D-1BF3-A0D5-A6C4-2D4B6AC0792F}"/>
                </a:ext>
              </a:extLst>
            </p:cNvPr>
            <p:cNvSpPr/>
            <p:nvPr/>
          </p:nvSpPr>
          <p:spPr>
            <a:xfrm>
              <a:off x="614234" y="94088"/>
              <a:ext cx="1257524" cy="1257524"/>
            </a:xfrm>
            <a:prstGeom prst="ellipse">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21" name="Oval 20">
              <a:extLst>
                <a:ext uri="{FF2B5EF4-FFF2-40B4-BE49-F238E27FC236}">
                  <a16:creationId xmlns:a16="http://schemas.microsoft.com/office/drawing/2014/main" id="{AE5EC2D6-847B-FE0F-7B85-F46734F17D9B}"/>
                </a:ext>
              </a:extLst>
            </p:cNvPr>
            <p:cNvSpPr/>
            <p:nvPr/>
          </p:nvSpPr>
          <p:spPr>
            <a:xfrm>
              <a:off x="689215" y="169069"/>
              <a:ext cx="1107562" cy="1107562"/>
            </a:xfrm>
            <a:prstGeom prst="ellipse">
              <a:avLst/>
            </a:prstGeom>
            <a:solidFill>
              <a:schemeClr val="tx1"/>
            </a:solidFill>
            <a:ln w="9525">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grpSp>
          <p:nvGrpSpPr>
            <p:cNvPr id="22" name="Group 21">
              <a:extLst>
                <a:ext uri="{FF2B5EF4-FFF2-40B4-BE49-F238E27FC236}">
                  <a16:creationId xmlns:a16="http://schemas.microsoft.com/office/drawing/2014/main" id="{8793D005-5AAC-E733-B98B-91ADE23E5107}"/>
                </a:ext>
              </a:extLst>
            </p:cNvPr>
            <p:cNvGrpSpPr/>
            <p:nvPr/>
          </p:nvGrpSpPr>
          <p:grpSpPr>
            <a:xfrm>
              <a:off x="442879" y="-77266"/>
              <a:ext cx="1600234" cy="1600232"/>
              <a:chOff x="5498848" y="-575061"/>
              <a:chExt cx="7109195" cy="7109186"/>
            </a:xfrm>
          </p:grpSpPr>
          <p:sp>
            <p:nvSpPr>
              <p:cNvPr id="42" name="Arc 41">
                <a:extLst>
                  <a:ext uri="{FF2B5EF4-FFF2-40B4-BE49-F238E27FC236}">
                    <a16:creationId xmlns:a16="http://schemas.microsoft.com/office/drawing/2014/main" id="{5E5E1A32-9716-4370-069E-B8197F317EDA}"/>
                  </a:ext>
                </a:extLst>
              </p:cNvPr>
              <p:cNvSpPr>
                <a:spLocks/>
              </p:cNvSpPr>
              <p:nvPr/>
            </p:nvSpPr>
            <p:spPr>
              <a:xfrm rot="5400000" flipV="1">
                <a:off x="5498853" y="-575068"/>
                <a:ext cx="7109186" cy="7109195"/>
              </a:xfrm>
              <a:prstGeom prst="arc">
                <a:avLst>
                  <a:gd name="adj1" fmla="val 14437759"/>
                  <a:gd name="adj2" fmla="val 18515158"/>
                </a:avLst>
              </a:prstGeom>
              <a:noFill/>
              <a:ln w="25400" cap="rnd" cmpd="sng" algn="ctr">
                <a:solidFill>
                  <a:srgbClr val="747480"/>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sp>
            <p:nvSpPr>
              <p:cNvPr id="43" name="Arc 42">
                <a:extLst>
                  <a:ext uri="{FF2B5EF4-FFF2-40B4-BE49-F238E27FC236}">
                    <a16:creationId xmlns:a16="http://schemas.microsoft.com/office/drawing/2014/main" id="{323C691A-7838-E966-8152-40D444F7E87E}"/>
                  </a:ext>
                </a:extLst>
              </p:cNvPr>
              <p:cNvSpPr>
                <a:spLocks/>
              </p:cNvSpPr>
              <p:nvPr/>
            </p:nvSpPr>
            <p:spPr>
              <a:xfrm rot="5400000" flipV="1">
                <a:off x="5942318" y="-162074"/>
                <a:ext cx="6242569" cy="6242569"/>
              </a:xfrm>
              <a:prstGeom prst="arc">
                <a:avLst>
                  <a:gd name="adj1" fmla="val 12532502"/>
                  <a:gd name="adj2" fmla="val 16531938"/>
                </a:avLst>
              </a:prstGeom>
              <a:noFill/>
              <a:ln w="25400" cap="rnd" cmpd="sng" algn="ctr">
                <a:solidFill>
                  <a:srgbClr val="C4C4CD"/>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sp>
            <p:nvSpPr>
              <p:cNvPr id="44" name="Arc 43">
                <a:extLst>
                  <a:ext uri="{FF2B5EF4-FFF2-40B4-BE49-F238E27FC236}">
                    <a16:creationId xmlns:a16="http://schemas.microsoft.com/office/drawing/2014/main" id="{2911F488-2490-B563-201B-306828BCB33B}"/>
                  </a:ext>
                </a:extLst>
              </p:cNvPr>
              <p:cNvSpPr>
                <a:spLocks/>
              </p:cNvSpPr>
              <p:nvPr/>
            </p:nvSpPr>
            <p:spPr>
              <a:xfrm rot="5400000" flipV="1">
                <a:off x="6179380" y="74985"/>
                <a:ext cx="5768446" cy="5768446"/>
              </a:xfrm>
              <a:prstGeom prst="arc">
                <a:avLst>
                  <a:gd name="adj1" fmla="val 386748"/>
                  <a:gd name="adj2" fmla="val 10747660"/>
                </a:avLst>
              </a:prstGeom>
              <a:noFill/>
              <a:ln w="25400" cap="rnd" cmpd="sng" algn="ctr">
                <a:solidFill>
                  <a:srgbClr val="C4C4CD"/>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grpSp>
        <p:cxnSp>
          <p:nvCxnSpPr>
            <p:cNvPr id="30" name="Straight Connector 29">
              <a:extLst>
                <a:ext uri="{FF2B5EF4-FFF2-40B4-BE49-F238E27FC236}">
                  <a16:creationId xmlns:a16="http://schemas.microsoft.com/office/drawing/2014/main" id="{720E9D90-27D3-6055-7CC4-9A565016DAA9}"/>
                </a:ext>
              </a:extLst>
            </p:cNvPr>
            <p:cNvCxnSpPr>
              <a:cxnSpLocks/>
            </p:cNvCxnSpPr>
            <p:nvPr/>
          </p:nvCxnSpPr>
          <p:spPr>
            <a:xfrm>
              <a:off x="620555" y="1232995"/>
              <a:ext cx="0" cy="4863005"/>
            </a:xfrm>
            <a:prstGeom prst="line">
              <a:avLst/>
            </a:prstGeom>
            <a:noFill/>
            <a:ln w="25400" cap="rnd" cmpd="sng" algn="ctr">
              <a:solidFill>
                <a:srgbClr val="747480"/>
              </a:solidFill>
              <a:prstDash val="solid"/>
              <a:miter lim="800000"/>
              <a:headEnd w="sm" len="sm"/>
              <a:tailEnd type="oval" w="sm" len="sm"/>
            </a:ln>
            <a:effectLst/>
          </p:spPr>
        </p:cxnSp>
      </p:grpSp>
      <p:grpSp>
        <p:nvGrpSpPr>
          <p:cNvPr id="53" name="Group 52">
            <a:extLst>
              <a:ext uri="{FF2B5EF4-FFF2-40B4-BE49-F238E27FC236}">
                <a16:creationId xmlns:a16="http://schemas.microsoft.com/office/drawing/2014/main" id="{33E7718C-BB9F-524E-6FE2-59A431A2AC53}"/>
              </a:ext>
            </a:extLst>
          </p:cNvPr>
          <p:cNvGrpSpPr/>
          <p:nvPr userDrawn="1"/>
        </p:nvGrpSpPr>
        <p:grpSpPr>
          <a:xfrm>
            <a:off x="2181626" y="-3"/>
            <a:ext cx="10010380" cy="1442640"/>
            <a:chOff x="2182762" y="-3"/>
            <a:chExt cx="10015594" cy="1442640"/>
          </a:xfrm>
        </p:grpSpPr>
        <p:pic>
          <p:nvPicPr>
            <p:cNvPr id="36" name="Picture 35">
              <a:extLst>
                <a:ext uri="{FF2B5EF4-FFF2-40B4-BE49-F238E27FC236}">
                  <a16:creationId xmlns:a16="http://schemas.microsoft.com/office/drawing/2014/main" id="{2E99AF76-3DFE-91B1-1B22-F70934D5278D}"/>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l="-140"/>
            <a:stretch/>
          </p:blipFill>
          <p:spPr>
            <a:xfrm>
              <a:off x="7597233" y="1"/>
              <a:ext cx="4601118" cy="1442636"/>
            </a:xfrm>
            <a:prstGeom prst="rect">
              <a:avLst/>
            </a:prstGeom>
          </p:spPr>
        </p:pic>
        <p:sp>
          <p:nvSpPr>
            <p:cNvPr id="37" name="Rectangle: Top Corners Rounded 36">
              <a:extLst>
                <a:ext uri="{FF2B5EF4-FFF2-40B4-BE49-F238E27FC236}">
                  <a16:creationId xmlns:a16="http://schemas.microsoft.com/office/drawing/2014/main" id="{E3EDA920-1A4F-3CE8-448B-B7E50CF67591}"/>
                </a:ext>
              </a:extLst>
            </p:cNvPr>
            <p:cNvSpPr/>
            <p:nvPr/>
          </p:nvSpPr>
          <p:spPr>
            <a:xfrm rot="16200000">
              <a:off x="6469240" y="-4286481"/>
              <a:ext cx="1442638" cy="10015594"/>
            </a:xfrm>
            <a:prstGeom prst="round2SameRect">
              <a:avLst>
                <a:gd name="adj1" fmla="val 40303"/>
                <a:gd name="adj2" fmla="val 0"/>
              </a:avLst>
            </a:prstGeom>
            <a:gradFill flip="none" rotWithShape="1">
              <a:gsLst>
                <a:gs pos="0">
                  <a:schemeClr val="tx1">
                    <a:alpha val="0"/>
                  </a:schemeClr>
                </a:gs>
                <a:gs pos="46000">
                  <a:srgbClr val="C4C4CD"/>
                </a:gs>
              </a:gsLst>
              <a:lin ang="16200000" scaled="1"/>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grpSp>
      <p:grpSp>
        <p:nvGrpSpPr>
          <p:cNvPr id="28" name="Group 4">
            <a:extLst>
              <a:ext uri="{FF2B5EF4-FFF2-40B4-BE49-F238E27FC236}">
                <a16:creationId xmlns:a16="http://schemas.microsoft.com/office/drawing/2014/main" id="{00AAB404-A3E6-F501-8526-136E4088DE14}"/>
              </a:ext>
            </a:extLst>
          </p:cNvPr>
          <p:cNvGrpSpPr>
            <a:grpSpLocks noChangeAspect="1"/>
          </p:cNvGrpSpPr>
          <p:nvPr/>
        </p:nvGrpSpPr>
        <p:grpSpPr bwMode="auto">
          <a:xfrm>
            <a:off x="11281250" y="6356350"/>
            <a:ext cx="303055" cy="311150"/>
            <a:chOff x="7110" y="4004"/>
            <a:chExt cx="191" cy="196"/>
          </a:xfrm>
        </p:grpSpPr>
        <p:sp>
          <p:nvSpPr>
            <p:cNvPr id="46" name="Freeform 5">
              <a:extLst>
                <a:ext uri="{FF2B5EF4-FFF2-40B4-BE49-F238E27FC236}">
                  <a16:creationId xmlns:a16="http://schemas.microsoft.com/office/drawing/2014/main" id="{85E6346B-F5A7-5AAA-774B-2E27F469A5AB}"/>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 name="Freeform 6">
              <a:extLst>
                <a:ext uri="{FF2B5EF4-FFF2-40B4-BE49-F238E27FC236}">
                  <a16:creationId xmlns:a16="http://schemas.microsoft.com/office/drawing/2014/main" id="{54C905C9-4A38-0834-6B91-B3AD0C56782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 name="Freeform 7">
              <a:extLst>
                <a:ext uri="{FF2B5EF4-FFF2-40B4-BE49-F238E27FC236}">
                  <a16:creationId xmlns:a16="http://schemas.microsoft.com/office/drawing/2014/main" id="{D7E64549-1DE9-4551-B962-5886EB4527A3}"/>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
        <p:nvSpPr>
          <p:cNvPr id="3" name="Rectangle 13">
            <a:extLst>
              <a:ext uri="{FF2B5EF4-FFF2-40B4-BE49-F238E27FC236}">
                <a16:creationId xmlns:a16="http://schemas.microsoft.com/office/drawing/2014/main" id="{47E2CCE3-3E7B-6DD1-E9B9-D21BE9F994EE}"/>
              </a:ext>
            </a:extLst>
          </p:cNvPr>
          <p:cNvSpPr>
            <a:spLocks noChangeArrowheads="1"/>
          </p:cNvSpPr>
          <p:nvPr userDrawn="1"/>
        </p:nvSpPr>
        <p:spPr bwMode="auto">
          <a:xfrm>
            <a:off x="9729052" y="6538185"/>
            <a:ext cx="1322817" cy="10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r" eaLnBrk="0" hangingPunct="0">
              <a:lnSpc>
                <a:spcPct val="85000"/>
              </a:lnSpc>
              <a:spcAft>
                <a:spcPct val="0"/>
              </a:spcAft>
            </a:pPr>
            <a:r>
              <a:rPr lang="en-IN" altLang="en-US" sz="800" spc="-20">
                <a:solidFill>
                  <a:srgbClr val="747480"/>
                </a:solidFill>
                <a:cs typeface="Segoe UI" panose="020B0502040204020203" pitchFamily="34" charset="0"/>
              </a:rPr>
              <a:t>Page </a:t>
            </a:r>
            <a:fld id="{8A7E7ABD-A3FB-4C3D-B394-E64DDD5CB038}" type="slidenum">
              <a:rPr lang="en-IN" altLang="en-US" sz="800" b="1" spc="-20" smtClean="0">
                <a:solidFill>
                  <a:srgbClr val="747480"/>
                </a:solidFill>
                <a:latin typeface="EYInterstate" panose="02000503020000020004" pitchFamily="2" charset="0"/>
                <a:cs typeface="Segoe UI" panose="020B0502040204020203" pitchFamily="34" charset="0"/>
              </a:rPr>
              <a:pPr algn="r" eaLnBrk="0" hangingPunct="0">
                <a:lnSpc>
                  <a:spcPct val="85000"/>
                </a:lnSpc>
                <a:spcAft>
                  <a:spcPct val="0"/>
                </a:spcAft>
              </a:pPr>
              <a:t>‹#›</a:t>
            </a:fld>
            <a:endParaRPr lang="en-IN" altLang="en-US" sz="600" b="1" spc="-40">
              <a:solidFill>
                <a:srgbClr val="747480"/>
              </a:solidFill>
              <a:latin typeface="EYInterstate" panose="02000503020000020004" pitchFamily="2" charset="0"/>
              <a:cs typeface="Segoe UI" panose="020B0502040204020203" pitchFamily="34" charset="0"/>
            </a:endParaRPr>
          </a:p>
        </p:txBody>
      </p:sp>
      <p:sp>
        <p:nvSpPr>
          <p:cNvPr id="4" name="Rectangle 13">
            <a:extLst>
              <a:ext uri="{FF2B5EF4-FFF2-40B4-BE49-F238E27FC236}">
                <a16:creationId xmlns:a16="http://schemas.microsoft.com/office/drawing/2014/main" id="{CB53543F-1CAC-F702-99AC-7FD49BC6C76A}"/>
              </a:ext>
            </a:extLst>
          </p:cNvPr>
          <p:cNvSpPr>
            <a:spLocks noChangeArrowheads="1"/>
          </p:cNvSpPr>
          <p:nvPr userDrawn="1"/>
        </p:nvSpPr>
        <p:spPr bwMode="auto">
          <a:xfrm>
            <a:off x="5081417" y="6538185"/>
            <a:ext cx="2029168" cy="10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ctr" eaLnBrk="0" hangingPunct="0">
              <a:lnSpc>
                <a:spcPct val="85000"/>
              </a:lnSpc>
              <a:spcAft>
                <a:spcPct val="0"/>
              </a:spcAft>
            </a:pPr>
            <a:r>
              <a:rPr lang="en-IN" altLang="en-US" sz="800" b="1" spc="-20">
                <a:solidFill>
                  <a:srgbClr val="747480"/>
                </a:solidFill>
                <a:cs typeface="Segoe UI" panose="020B0502040204020203" pitchFamily="34" charset="0"/>
              </a:rPr>
              <a:t>Confidential – All Rights Reserved - </a:t>
            </a:r>
            <a:r>
              <a:rPr lang="en-IN" altLang="en-US" sz="800" b="1" spc="-20">
                <a:solidFill>
                  <a:srgbClr val="747480"/>
                </a:solidFill>
                <a:latin typeface="EYInterstate" panose="02000503020000020004" pitchFamily="2" charset="0"/>
                <a:cs typeface="Segoe UI" panose="020B0502040204020203" pitchFamily="34" charset="0"/>
              </a:rPr>
              <a:t>EY</a:t>
            </a:r>
            <a:endParaRPr lang="en-IN" altLang="en-US" sz="600" b="1" spc="-40">
              <a:solidFill>
                <a:srgbClr val="747480"/>
              </a:solidFill>
              <a:latin typeface="EYInterstate" panose="02000503020000020004" pitchFamily="2" charset="0"/>
              <a:cs typeface="Segoe UI" panose="020B0502040204020203" pitchFamily="34" charset="0"/>
            </a:endParaRPr>
          </a:p>
        </p:txBody>
      </p:sp>
    </p:spTree>
    <p:extLst>
      <p:ext uri="{BB962C8B-B14F-4D97-AF65-F5344CB8AC3E}">
        <p14:creationId xmlns:p14="http://schemas.microsoft.com/office/powerpoint/2010/main" val="2678386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Design">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8AEC011-7463-3B12-02D8-23E1EB4D8F8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3979"/>
            <a:ext cx="12192000" cy="6861979"/>
          </a:xfrm>
          <a:prstGeom prst="rect">
            <a:avLst/>
          </a:prstGeom>
        </p:spPr>
      </p:pic>
      <p:grpSp>
        <p:nvGrpSpPr>
          <p:cNvPr id="6" name="Group 4">
            <a:extLst>
              <a:ext uri="{FF2B5EF4-FFF2-40B4-BE49-F238E27FC236}">
                <a16:creationId xmlns:a16="http://schemas.microsoft.com/office/drawing/2014/main" id="{F619FADF-26DA-91A1-5645-7EA76E838860}"/>
              </a:ext>
            </a:extLst>
          </p:cNvPr>
          <p:cNvGrpSpPr>
            <a:grpSpLocks noChangeAspect="1"/>
          </p:cNvGrpSpPr>
          <p:nvPr userDrawn="1"/>
        </p:nvGrpSpPr>
        <p:grpSpPr bwMode="auto">
          <a:xfrm>
            <a:off x="10359392" y="274638"/>
            <a:ext cx="1224912" cy="1435100"/>
            <a:chOff x="6529" y="3125"/>
            <a:chExt cx="772" cy="904"/>
          </a:xfrm>
        </p:grpSpPr>
        <p:sp>
          <p:nvSpPr>
            <p:cNvPr id="7" name="Freeform 5">
              <a:extLst>
                <a:ext uri="{FF2B5EF4-FFF2-40B4-BE49-F238E27FC236}">
                  <a16:creationId xmlns:a16="http://schemas.microsoft.com/office/drawing/2014/main" id="{D2A0EDDC-29FF-0F7E-259F-51177551FD6C}"/>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 name="Freeform 6">
              <a:extLst>
                <a:ext uri="{FF2B5EF4-FFF2-40B4-BE49-F238E27FC236}">
                  <a16:creationId xmlns:a16="http://schemas.microsoft.com/office/drawing/2014/main" id="{72AF496C-5D4D-90DD-20F0-121FD1A673D8}"/>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3399795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ver Letter">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4C2118CB-AA62-3988-7F62-9E80EF933CC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2732251" cy="6858000"/>
          </a:xfrm>
          <a:prstGeom prst="rect">
            <a:avLst/>
          </a:prstGeom>
        </p:spPr>
      </p:pic>
      <p:pic>
        <p:nvPicPr>
          <p:cNvPr id="49" name="Picture 48">
            <a:extLst>
              <a:ext uri="{FF2B5EF4-FFF2-40B4-BE49-F238E27FC236}">
                <a16:creationId xmlns:a16="http://schemas.microsoft.com/office/drawing/2014/main" id="{DEB02D32-0241-00C8-4761-DF0342B312A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13803" y="274638"/>
            <a:ext cx="1604368" cy="767930"/>
          </a:xfrm>
          <a:prstGeom prst="rect">
            <a:avLst/>
          </a:prstGeom>
        </p:spPr>
      </p:pic>
    </p:spTree>
    <p:extLst>
      <p:ext uri="{BB962C8B-B14F-4D97-AF65-F5344CB8AC3E}">
        <p14:creationId xmlns:p14="http://schemas.microsoft.com/office/powerpoint/2010/main" val="2153535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2_Cover alternate">
    <p:spTree>
      <p:nvGrpSpPr>
        <p:cNvPr id="1" name=""/>
        <p:cNvGrpSpPr/>
        <p:nvPr/>
      </p:nvGrpSpPr>
      <p:grpSpPr>
        <a:xfrm>
          <a:off x="0" y="0"/>
          <a:ext cx="0" cy="0"/>
          <a:chOff x="0" y="0"/>
          <a:chExt cx="0" cy="0"/>
        </a:xfrm>
      </p:grpSpPr>
      <p:sp>
        <p:nvSpPr>
          <p:cNvPr id="16" name="Freeform 56">
            <a:extLst>
              <a:ext uri="{FF2B5EF4-FFF2-40B4-BE49-F238E27FC236}">
                <a16:creationId xmlns:a16="http://schemas.microsoft.com/office/drawing/2014/main" id="{13A7AC18-CF42-4EC5-8D40-441EAE30A06C}"/>
              </a:ext>
            </a:extLst>
          </p:cNvPr>
          <p:cNvSpPr/>
          <p:nvPr userDrawn="1"/>
        </p:nvSpPr>
        <p:spPr>
          <a:xfrm>
            <a:off x="497856" y="795662"/>
            <a:ext cx="4927845" cy="3581484"/>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1" name="Title 1"/>
          <p:cNvSpPr>
            <a:spLocks noGrp="1"/>
          </p:cNvSpPr>
          <p:nvPr>
            <p:ph type="ctrTitle"/>
          </p:nvPr>
        </p:nvSpPr>
        <p:spPr>
          <a:xfrm>
            <a:off x="775100" y="1954221"/>
            <a:ext cx="4326679" cy="979702"/>
          </a:xfrm>
        </p:spPr>
        <p:txBody>
          <a:bodyPr/>
          <a:lstStyle>
            <a:lvl1pPr>
              <a:defRPr sz="2999" b="0">
                <a:solidFill>
                  <a:schemeClr val="bg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2" name="Subtitle 2"/>
          <p:cNvSpPr>
            <a:spLocks noGrp="1"/>
          </p:cNvSpPr>
          <p:nvPr>
            <p:ph type="subTitle" idx="1"/>
          </p:nvPr>
        </p:nvSpPr>
        <p:spPr>
          <a:xfrm>
            <a:off x="775100" y="3046159"/>
            <a:ext cx="4326679" cy="1046323"/>
          </a:xfrm>
        </p:spPr>
        <p:txBody>
          <a:bodyPr/>
          <a:lstStyle>
            <a:lvl1pPr marL="0" indent="0" algn="l">
              <a:spcAft>
                <a:spcPts val="1199"/>
              </a:spcAft>
              <a:buNone/>
              <a:defRPr sz="1999">
                <a:solidFill>
                  <a:schemeClr val="bg1"/>
                </a:solidFill>
                <a:latin typeface="EYInterstate" panose="02000503020000020004" pitchFamily="2" charset="0"/>
                <a:cs typeface="Arial" pitchFamily="34" charset="0"/>
              </a:defRPr>
            </a:lvl1pPr>
            <a:lvl2pPr marL="0" indent="0" algn="l">
              <a:buNone/>
              <a:defRPr sz="1599" b="1">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14" name="Group 4">
            <a:extLst>
              <a:ext uri="{FF2B5EF4-FFF2-40B4-BE49-F238E27FC236}">
                <a16:creationId xmlns:a16="http://schemas.microsoft.com/office/drawing/2014/main" id="{C8422AE9-8257-41A9-AB41-1F10585C886F}"/>
              </a:ext>
            </a:extLst>
          </p:cNvPr>
          <p:cNvGrpSpPr>
            <a:grpSpLocks noChangeAspect="1"/>
          </p:cNvGrpSpPr>
          <p:nvPr userDrawn="1"/>
        </p:nvGrpSpPr>
        <p:grpSpPr bwMode="auto">
          <a:xfrm>
            <a:off x="10359392" y="4960938"/>
            <a:ext cx="1224912" cy="1435100"/>
            <a:chOff x="6529" y="3125"/>
            <a:chExt cx="772" cy="904"/>
          </a:xfrm>
        </p:grpSpPr>
        <p:sp>
          <p:nvSpPr>
            <p:cNvPr id="15" name="Freeform 5">
              <a:extLst>
                <a:ext uri="{FF2B5EF4-FFF2-40B4-BE49-F238E27FC236}">
                  <a16:creationId xmlns:a16="http://schemas.microsoft.com/office/drawing/2014/main" id="{D19659BD-653C-4300-9060-420AFAE39587}"/>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 name="Freeform 6">
              <a:extLst>
                <a:ext uri="{FF2B5EF4-FFF2-40B4-BE49-F238E27FC236}">
                  <a16:creationId xmlns:a16="http://schemas.microsoft.com/office/drawing/2014/main" id="{A4669336-72A1-4233-827A-C41AB4C1CC04}"/>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1414083322"/>
      </p:ext>
    </p:extLst>
  </p:cSld>
  <p:clrMapOvr>
    <a:masterClrMapping/>
  </p:clrMapOvr>
  <p:extLst>
    <p:ext uri="{DCECCB84-F9BA-43D5-87BE-67443E8EF086}">
      <p15:sldGuideLst xmlns:p15="http://schemas.microsoft.com/office/powerpoint/2012/main">
        <p15:guide id="2" pos="384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sz="2399">
                <a:solidFill>
                  <a:schemeClr val="bg1"/>
                </a:solidFill>
              </a:defRPr>
            </a:lvl1pPr>
          </a:lstStyle>
          <a:p>
            <a:r>
              <a:rPr lang="en-US"/>
              <a:t>Click to edit Master title style</a:t>
            </a:r>
            <a:endParaRPr lang="en-GB"/>
          </a:p>
        </p:txBody>
      </p:sp>
      <p:sp>
        <p:nvSpPr>
          <p:cNvPr id="12" name="Line 10">
            <a:extLst>
              <a:ext uri="{FF2B5EF4-FFF2-40B4-BE49-F238E27FC236}">
                <a16:creationId xmlns:a16="http://schemas.microsoft.com/office/drawing/2014/main" id="{DA9741B6-D337-4A18-8ECB-FB21A6953E44}"/>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8" name="Text Placeholder 2">
            <a:extLst>
              <a:ext uri="{FF2B5EF4-FFF2-40B4-BE49-F238E27FC236}">
                <a16:creationId xmlns:a16="http://schemas.microsoft.com/office/drawing/2014/main" id="{90356C28-34FC-48BD-943E-82B485EB0C49}"/>
              </a:ext>
            </a:extLst>
          </p:cNvPr>
          <p:cNvSpPr>
            <a:spLocks noGrp="1"/>
          </p:cNvSpPr>
          <p:nvPr>
            <p:ph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610549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ustomized Layout">
    <p:spTree>
      <p:nvGrpSpPr>
        <p:cNvPr id="1" name=""/>
        <p:cNvGrpSpPr/>
        <p:nvPr/>
      </p:nvGrpSpPr>
      <p:grpSpPr>
        <a:xfrm>
          <a:off x="0" y="0"/>
          <a:ext cx="0" cy="0"/>
          <a:chOff x="0" y="0"/>
          <a:chExt cx="0" cy="0"/>
        </a:xfrm>
      </p:grpSpPr>
      <p:sp>
        <p:nvSpPr>
          <p:cNvPr id="2" name="Title 1"/>
          <p:cNvSpPr>
            <a:spLocks noGrp="1"/>
          </p:cNvSpPr>
          <p:nvPr>
            <p:ph type="title"/>
          </p:nvPr>
        </p:nvSpPr>
        <p:spPr>
          <a:xfrm>
            <a:off x="609601" y="560056"/>
            <a:ext cx="10972800" cy="324544"/>
          </a:xfrm>
        </p:spPr>
        <p:txBody>
          <a:bodyPr/>
          <a:lstStyle>
            <a:lvl1pPr>
              <a:defRPr sz="1999" b="1">
                <a:solidFill>
                  <a:schemeClr val="bg1"/>
                </a:solidFill>
              </a:defRPr>
            </a:lvl1pPr>
          </a:lstStyle>
          <a:p>
            <a:r>
              <a:rPr lang="en-US"/>
              <a:t>Click to edit Master title style</a:t>
            </a:r>
            <a:endParaRPr lang="en-GB"/>
          </a:p>
        </p:txBody>
      </p:sp>
      <p:sp>
        <p:nvSpPr>
          <p:cNvPr id="8" name="Text Placeholder 2">
            <a:extLst>
              <a:ext uri="{FF2B5EF4-FFF2-40B4-BE49-F238E27FC236}">
                <a16:creationId xmlns:a16="http://schemas.microsoft.com/office/drawing/2014/main" id="{90356C28-34FC-48BD-943E-82B485EB0C49}"/>
              </a:ext>
            </a:extLst>
          </p:cNvPr>
          <p:cNvSpPr>
            <a:spLocks noGrp="1"/>
          </p:cNvSpPr>
          <p:nvPr>
            <p:ph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Rectangle 13">
            <a:extLst>
              <a:ext uri="{FF2B5EF4-FFF2-40B4-BE49-F238E27FC236}">
                <a16:creationId xmlns:a16="http://schemas.microsoft.com/office/drawing/2014/main" id="{8788588B-19A5-2063-C050-D6DB1E777A81}"/>
              </a:ext>
            </a:extLst>
          </p:cNvPr>
          <p:cNvSpPr>
            <a:spLocks noChangeArrowheads="1"/>
          </p:cNvSpPr>
          <p:nvPr/>
        </p:nvSpPr>
        <p:spPr bwMode="auto">
          <a:xfrm>
            <a:off x="973278" y="6432052"/>
            <a:ext cx="3026031" cy="222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eaLnBrk="0" hangingPunct="0">
              <a:lnSpc>
                <a:spcPct val="85000"/>
              </a:lnSpc>
              <a:spcAft>
                <a:spcPct val="0"/>
              </a:spcAft>
            </a:pPr>
            <a:r>
              <a:rPr lang="en-IN" altLang="en-US" sz="900" b="1" spc="-20">
                <a:solidFill>
                  <a:srgbClr val="747480"/>
                </a:solidFill>
                <a:cs typeface="Segoe UI" panose="020B0502040204020203" pitchFamily="34" charset="0"/>
              </a:rPr>
              <a:t>Singapore Pools (Private) Limited</a:t>
            </a:r>
          </a:p>
          <a:p>
            <a:pPr eaLnBrk="0" hangingPunct="0">
              <a:lnSpc>
                <a:spcPct val="85000"/>
              </a:lnSpc>
              <a:spcAft>
                <a:spcPct val="0"/>
              </a:spcAft>
            </a:pPr>
            <a:r>
              <a:rPr lang="en-IN" altLang="en-US" sz="800" b="1" spc="-40">
                <a:solidFill>
                  <a:srgbClr val="747480"/>
                </a:solidFill>
                <a:cs typeface="Segoe UI" panose="020B0502040204020203" pitchFamily="34" charset="0"/>
              </a:rPr>
              <a:t>IMPLEMENTATION OF Data Lake 2.0</a:t>
            </a:r>
          </a:p>
        </p:txBody>
      </p:sp>
      <p:grpSp>
        <p:nvGrpSpPr>
          <p:cNvPr id="4" name="Group 4">
            <a:extLst>
              <a:ext uri="{FF2B5EF4-FFF2-40B4-BE49-F238E27FC236}">
                <a16:creationId xmlns:a16="http://schemas.microsoft.com/office/drawing/2014/main" id="{785825A9-8C7E-F2D0-0A11-D280D73E45A9}"/>
              </a:ext>
            </a:extLst>
          </p:cNvPr>
          <p:cNvGrpSpPr>
            <a:grpSpLocks noChangeAspect="1"/>
          </p:cNvGrpSpPr>
          <p:nvPr/>
        </p:nvGrpSpPr>
        <p:grpSpPr bwMode="auto">
          <a:xfrm>
            <a:off x="11281250" y="6356350"/>
            <a:ext cx="303055" cy="311150"/>
            <a:chOff x="7110" y="4004"/>
            <a:chExt cx="191" cy="196"/>
          </a:xfrm>
        </p:grpSpPr>
        <p:sp>
          <p:nvSpPr>
            <p:cNvPr id="6" name="Freeform 5">
              <a:extLst>
                <a:ext uri="{FF2B5EF4-FFF2-40B4-BE49-F238E27FC236}">
                  <a16:creationId xmlns:a16="http://schemas.microsoft.com/office/drawing/2014/main" id="{78828EC0-5AEE-D1C8-2C44-5F96FE470CFB}"/>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 name="Freeform 6">
              <a:extLst>
                <a:ext uri="{FF2B5EF4-FFF2-40B4-BE49-F238E27FC236}">
                  <a16:creationId xmlns:a16="http://schemas.microsoft.com/office/drawing/2014/main" id="{831B5373-0EC4-F9D6-9C4A-5210D9AABED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 name="Freeform 7">
              <a:extLst>
                <a:ext uri="{FF2B5EF4-FFF2-40B4-BE49-F238E27FC236}">
                  <a16:creationId xmlns:a16="http://schemas.microsoft.com/office/drawing/2014/main" id="{5031AF86-53F0-DC79-86A7-3614AF436A9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pic>
        <p:nvPicPr>
          <p:cNvPr id="9" name="Graphic 8">
            <a:extLst>
              <a:ext uri="{FF2B5EF4-FFF2-40B4-BE49-F238E27FC236}">
                <a16:creationId xmlns:a16="http://schemas.microsoft.com/office/drawing/2014/main" id="{1D609154-A632-8E19-5C29-836E197240DA}"/>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13801" y="6351208"/>
            <a:ext cx="303055" cy="303213"/>
          </a:xfrm>
          <a:prstGeom prst="rect">
            <a:avLst/>
          </a:prstGeom>
        </p:spPr>
      </p:pic>
      <p:sp>
        <p:nvSpPr>
          <p:cNvPr id="26" name="Rectangle: Top Corners Rounded 25">
            <a:extLst>
              <a:ext uri="{FF2B5EF4-FFF2-40B4-BE49-F238E27FC236}">
                <a16:creationId xmlns:a16="http://schemas.microsoft.com/office/drawing/2014/main" id="{58A7F0B8-6AB6-63E0-6E75-CADCA2BA895B}"/>
              </a:ext>
            </a:extLst>
          </p:cNvPr>
          <p:cNvSpPr/>
          <p:nvPr userDrawn="1"/>
        </p:nvSpPr>
        <p:spPr>
          <a:xfrm rot="5400000" flipH="1">
            <a:off x="22466" y="-22468"/>
            <a:ext cx="471473" cy="516411"/>
          </a:xfrm>
          <a:prstGeom prst="round2SameRect">
            <a:avLst>
              <a:gd name="adj1" fmla="val 39899"/>
              <a:gd name="adj2" fmla="val 0"/>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sz="1199">
              <a:solidFill>
                <a:schemeClr val="tx1"/>
              </a:solidFill>
            </a:endParaRPr>
          </a:p>
        </p:txBody>
      </p:sp>
      <p:grpSp>
        <p:nvGrpSpPr>
          <p:cNvPr id="45" name="Group 44">
            <a:extLst>
              <a:ext uri="{FF2B5EF4-FFF2-40B4-BE49-F238E27FC236}">
                <a16:creationId xmlns:a16="http://schemas.microsoft.com/office/drawing/2014/main" id="{463B7978-E53B-4BD1-65F7-A2EEC4EC13D2}"/>
              </a:ext>
            </a:extLst>
          </p:cNvPr>
          <p:cNvGrpSpPr/>
          <p:nvPr userDrawn="1"/>
        </p:nvGrpSpPr>
        <p:grpSpPr>
          <a:xfrm>
            <a:off x="613801" y="0"/>
            <a:ext cx="11578202" cy="471474"/>
            <a:chOff x="614121" y="0"/>
            <a:chExt cx="11584232" cy="471474"/>
          </a:xfrm>
        </p:grpSpPr>
        <p:pic>
          <p:nvPicPr>
            <p:cNvPr id="24" name="Picture 23">
              <a:extLst>
                <a:ext uri="{FF2B5EF4-FFF2-40B4-BE49-F238E27FC236}">
                  <a16:creationId xmlns:a16="http://schemas.microsoft.com/office/drawing/2014/main" id="{CE134153-B00E-B60F-E788-E741748E8023}"/>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140"/>
            <a:stretch/>
          </p:blipFill>
          <p:spPr>
            <a:xfrm>
              <a:off x="8593394" y="1"/>
              <a:ext cx="3604956" cy="471473"/>
            </a:xfrm>
            <a:prstGeom prst="rect">
              <a:avLst/>
            </a:prstGeom>
          </p:spPr>
        </p:pic>
        <p:sp>
          <p:nvSpPr>
            <p:cNvPr id="25" name="Rectangle: Top Corners Rounded 24">
              <a:extLst>
                <a:ext uri="{FF2B5EF4-FFF2-40B4-BE49-F238E27FC236}">
                  <a16:creationId xmlns:a16="http://schemas.microsoft.com/office/drawing/2014/main" id="{07510212-AC66-400B-3098-8B6030F03BA6}"/>
                </a:ext>
              </a:extLst>
            </p:cNvPr>
            <p:cNvSpPr/>
            <p:nvPr/>
          </p:nvSpPr>
          <p:spPr>
            <a:xfrm rot="16200000">
              <a:off x="6170500" y="-5556379"/>
              <a:ext cx="471473" cy="11584232"/>
            </a:xfrm>
            <a:prstGeom prst="round2SameRect">
              <a:avLst>
                <a:gd name="adj1" fmla="val 40303"/>
                <a:gd name="adj2" fmla="val 0"/>
              </a:avLst>
            </a:prstGeom>
            <a:gradFill flip="none" rotWithShape="1">
              <a:gsLst>
                <a:gs pos="0">
                  <a:schemeClr val="tx1">
                    <a:alpha val="0"/>
                  </a:schemeClr>
                </a:gs>
                <a:gs pos="31000">
                  <a:schemeClr val="tx1">
                    <a:lumMod val="95000"/>
                  </a:schemeClr>
                </a:gs>
              </a:gsLst>
              <a:lin ang="16200000" scaled="1"/>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grpSp>
      <p:sp>
        <p:nvSpPr>
          <p:cNvPr id="21" name="Rectangle 13">
            <a:extLst>
              <a:ext uri="{FF2B5EF4-FFF2-40B4-BE49-F238E27FC236}">
                <a16:creationId xmlns:a16="http://schemas.microsoft.com/office/drawing/2014/main" id="{AAD4DA26-883C-46D1-205C-9724072382F6}"/>
              </a:ext>
            </a:extLst>
          </p:cNvPr>
          <p:cNvSpPr>
            <a:spLocks noChangeArrowheads="1"/>
          </p:cNvSpPr>
          <p:nvPr userDrawn="1"/>
        </p:nvSpPr>
        <p:spPr bwMode="auto">
          <a:xfrm>
            <a:off x="9729052" y="6538185"/>
            <a:ext cx="1322817" cy="10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r" eaLnBrk="0" hangingPunct="0">
              <a:lnSpc>
                <a:spcPct val="85000"/>
              </a:lnSpc>
              <a:spcAft>
                <a:spcPct val="0"/>
              </a:spcAft>
            </a:pPr>
            <a:r>
              <a:rPr lang="en-IN" altLang="en-US" sz="800" spc="-20">
                <a:solidFill>
                  <a:srgbClr val="747480"/>
                </a:solidFill>
                <a:cs typeface="Segoe UI" panose="020B0502040204020203" pitchFamily="34" charset="0"/>
              </a:rPr>
              <a:t>Page </a:t>
            </a:r>
            <a:fld id="{8A7E7ABD-A3FB-4C3D-B394-E64DDD5CB038}" type="slidenum">
              <a:rPr lang="en-IN" altLang="en-US" sz="800" b="1" spc="-20" smtClean="0">
                <a:solidFill>
                  <a:srgbClr val="747480"/>
                </a:solidFill>
                <a:latin typeface="EYInterstate" panose="02000503020000020004" pitchFamily="2" charset="0"/>
                <a:cs typeface="Segoe UI" panose="020B0502040204020203" pitchFamily="34" charset="0"/>
              </a:rPr>
              <a:pPr algn="r" eaLnBrk="0" hangingPunct="0">
                <a:lnSpc>
                  <a:spcPct val="85000"/>
                </a:lnSpc>
                <a:spcAft>
                  <a:spcPct val="0"/>
                </a:spcAft>
              </a:pPr>
              <a:t>‹#›</a:t>
            </a:fld>
            <a:endParaRPr lang="en-IN" altLang="en-US" sz="600" b="1" spc="-40">
              <a:solidFill>
                <a:srgbClr val="747480"/>
              </a:solidFill>
              <a:latin typeface="EYInterstate" panose="02000503020000020004" pitchFamily="2" charset="0"/>
              <a:cs typeface="Segoe UI" panose="020B0502040204020203" pitchFamily="34" charset="0"/>
            </a:endParaRPr>
          </a:p>
        </p:txBody>
      </p:sp>
      <p:sp>
        <p:nvSpPr>
          <p:cNvPr id="58" name="Rectangle 57">
            <a:extLst>
              <a:ext uri="{FF2B5EF4-FFF2-40B4-BE49-F238E27FC236}">
                <a16:creationId xmlns:a16="http://schemas.microsoft.com/office/drawing/2014/main" id="{A8936E63-523A-7C56-208E-08A874A1202F}"/>
              </a:ext>
            </a:extLst>
          </p:cNvPr>
          <p:cNvSpPr/>
          <p:nvPr userDrawn="1"/>
        </p:nvSpPr>
        <p:spPr>
          <a:xfrm>
            <a:off x="609601" y="6667502"/>
            <a:ext cx="303055" cy="190499"/>
          </a:xfrm>
          <a:prstGeom prst="rect">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5" name="Rectangle 13">
            <a:extLst>
              <a:ext uri="{FF2B5EF4-FFF2-40B4-BE49-F238E27FC236}">
                <a16:creationId xmlns:a16="http://schemas.microsoft.com/office/drawing/2014/main" id="{C67328A0-5A75-A95B-0017-FAC07A2754B7}"/>
              </a:ext>
            </a:extLst>
          </p:cNvPr>
          <p:cNvSpPr>
            <a:spLocks noChangeArrowheads="1"/>
          </p:cNvSpPr>
          <p:nvPr userDrawn="1"/>
        </p:nvSpPr>
        <p:spPr bwMode="auto">
          <a:xfrm>
            <a:off x="5081417" y="6538185"/>
            <a:ext cx="2029168" cy="10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ctr" eaLnBrk="0" hangingPunct="0">
              <a:lnSpc>
                <a:spcPct val="85000"/>
              </a:lnSpc>
              <a:spcAft>
                <a:spcPct val="0"/>
              </a:spcAft>
            </a:pPr>
            <a:r>
              <a:rPr lang="en-IN" altLang="en-US" sz="800" b="1" spc="-20">
                <a:solidFill>
                  <a:srgbClr val="747480"/>
                </a:solidFill>
                <a:cs typeface="Segoe UI" panose="020B0502040204020203" pitchFamily="34" charset="0"/>
              </a:rPr>
              <a:t>Confidential – All Rights Reserved - </a:t>
            </a:r>
            <a:r>
              <a:rPr lang="en-IN" altLang="en-US" sz="800" b="1" spc="-20">
                <a:solidFill>
                  <a:srgbClr val="747480"/>
                </a:solidFill>
                <a:latin typeface="EYInterstate" panose="02000503020000020004" pitchFamily="2" charset="0"/>
                <a:cs typeface="Segoe UI" panose="020B0502040204020203" pitchFamily="34" charset="0"/>
              </a:rPr>
              <a:t>EY</a:t>
            </a:r>
            <a:endParaRPr lang="en-IN" altLang="en-US" sz="600" b="1" spc="-40">
              <a:solidFill>
                <a:srgbClr val="747480"/>
              </a:solidFill>
              <a:latin typeface="EYInterstate" panose="02000503020000020004" pitchFamily="2" charset="0"/>
              <a:cs typeface="Segoe UI" panose="020B0502040204020203" pitchFamily="34" charset="0"/>
            </a:endParaRPr>
          </a:p>
        </p:txBody>
      </p:sp>
    </p:spTree>
    <p:extLst>
      <p:ext uri="{BB962C8B-B14F-4D97-AF65-F5344CB8AC3E}">
        <p14:creationId xmlns:p14="http://schemas.microsoft.com/office/powerpoint/2010/main" val="38676888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Customized Layout">
    <p:spTree>
      <p:nvGrpSpPr>
        <p:cNvPr id="1" name=""/>
        <p:cNvGrpSpPr/>
        <p:nvPr/>
      </p:nvGrpSpPr>
      <p:grpSpPr>
        <a:xfrm>
          <a:off x="0" y="0"/>
          <a:ext cx="0" cy="0"/>
          <a:chOff x="0" y="0"/>
          <a:chExt cx="0" cy="0"/>
        </a:xfrm>
      </p:grpSpPr>
      <p:sp>
        <p:nvSpPr>
          <p:cNvPr id="2" name="Title 1"/>
          <p:cNvSpPr>
            <a:spLocks noGrp="1"/>
          </p:cNvSpPr>
          <p:nvPr>
            <p:ph type="title"/>
          </p:nvPr>
        </p:nvSpPr>
        <p:spPr>
          <a:xfrm>
            <a:off x="609601" y="560056"/>
            <a:ext cx="10972800" cy="324544"/>
          </a:xfrm>
        </p:spPr>
        <p:txBody>
          <a:bodyPr/>
          <a:lstStyle>
            <a:lvl1pPr>
              <a:defRPr sz="1999" b="1">
                <a:solidFill>
                  <a:schemeClr val="bg1"/>
                </a:solidFill>
              </a:defRPr>
            </a:lvl1pPr>
          </a:lstStyle>
          <a:p>
            <a:r>
              <a:rPr lang="en-US"/>
              <a:t>Click to edit Master title style</a:t>
            </a:r>
            <a:endParaRPr lang="en-GB"/>
          </a:p>
        </p:txBody>
      </p:sp>
      <p:sp>
        <p:nvSpPr>
          <p:cNvPr id="8" name="Text Placeholder 2">
            <a:extLst>
              <a:ext uri="{FF2B5EF4-FFF2-40B4-BE49-F238E27FC236}">
                <a16:creationId xmlns:a16="http://schemas.microsoft.com/office/drawing/2014/main" id="{90356C28-34FC-48BD-943E-82B485EB0C49}"/>
              </a:ext>
            </a:extLst>
          </p:cNvPr>
          <p:cNvSpPr>
            <a:spLocks noGrp="1"/>
          </p:cNvSpPr>
          <p:nvPr>
            <p:ph idx="1"/>
          </p:nvPr>
        </p:nvSpPr>
        <p:spPr>
          <a:xfrm>
            <a:off x="609600" y="1137920"/>
            <a:ext cx="5361208"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Rectangle 13">
            <a:extLst>
              <a:ext uri="{FF2B5EF4-FFF2-40B4-BE49-F238E27FC236}">
                <a16:creationId xmlns:a16="http://schemas.microsoft.com/office/drawing/2014/main" id="{8788588B-19A5-2063-C050-D6DB1E777A81}"/>
              </a:ext>
            </a:extLst>
          </p:cNvPr>
          <p:cNvSpPr>
            <a:spLocks noChangeArrowheads="1"/>
          </p:cNvSpPr>
          <p:nvPr/>
        </p:nvSpPr>
        <p:spPr bwMode="auto">
          <a:xfrm>
            <a:off x="973278" y="6432052"/>
            <a:ext cx="3026031" cy="222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0" marR="0" lvl="0" indent="0" algn="l" defTabSz="913943" rtl="0" eaLnBrk="0" fontAlgn="auto" latinLnBrk="0" hangingPunct="0">
              <a:lnSpc>
                <a:spcPct val="85000"/>
              </a:lnSpc>
              <a:spcBef>
                <a:spcPts val="0"/>
              </a:spcBef>
              <a:spcAft>
                <a:spcPct val="0"/>
              </a:spcAft>
              <a:buClrTx/>
              <a:buSzTx/>
              <a:buFontTx/>
              <a:buNone/>
              <a:tabLst/>
              <a:defRPr/>
            </a:pPr>
            <a:r>
              <a:rPr kumimoji="0" lang="en-IN" altLang="en-US" sz="900" b="1" i="0" u="none" strike="noStrike" kern="1200" cap="none" spc="-20" normalizeH="0" baseline="0" noProof="0">
                <a:ln>
                  <a:noFill/>
                </a:ln>
                <a:solidFill>
                  <a:srgbClr val="747480"/>
                </a:solidFill>
                <a:effectLst/>
                <a:uLnTx/>
                <a:uFillTx/>
                <a:latin typeface="EYInterstate Light"/>
                <a:ea typeface="+mn-ea"/>
                <a:cs typeface="Segoe UI" panose="020B0502040204020203" pitchFamily="34" charset="0"/>
              </a:rPr>
              <a:t>Singapore Pools (Private) Limited</a:t>
            </a:r>
          </a:p>
          <a:p>
            <a:pPr marL="0" marR="0" lvl="0" indent="0" algn="l" defTabSz="913943" rtl="0" eaLnBrk="0" fontAlgn="auto" latinLnBrk="0" hangingPunct="0">
              <a:lnSpc>
                <a:spcPct val="85000"/>
              </a:lnSpc>
              <a:spcBef>
                <a:spcPts val="0"/>
              </a:spcBef>
              <a:spcAft>
                <a:spcPct val="0"/>
              </a:spcAft>
              <a:buClrTx/>
              <a:buSzTx/>
              <a:buFontTx/>
              <a:buNone/>
              <a:tabLst/>
              <a:defRPr/>
            </a:pPr>
            <a:r>
              <a:rPr kumimoji="0" lang="en-IN" altLang="en-US" sz="800" b="1" i="0" u="none" strike="noStrike" kern="1200" cap="none" spc="-40" normalizeH="0" baseline="0" noProof="0">
                <a:ln>
                  <a:noFill/>
                </a:ln>
                <a:solidFill>
                  <a:srgbClr val="747480"/>
                </a:solidFill>
                <a:effectLst/>
                <a:uLnTx/>
                <a:uFillTx/>
                <a:latin typeface="EYInterstate Light"/>
                <a:ea typeface="+mn-ea"/>
                <a:cs typeface="Segoe UI" panose="020B0502040204020203" pitchFamily="34" charset="0"/>
              </a:rPr>
              <a:t>IMPLEMENTATION OF Data Lake 2.0</a:t>
            </a:r>
          </a:p>
        </p:txBody>
      </p:sp>
      <p:grpSp>
        <p:nvGrpSpPr>
          <p:cNvPr id="4" name="Group 4">
            <a:extLst>
              <a:ext uri="{FF2B5EF4-FFF2-40B4-BE49-F238E27FC236}">
                <a16:creationId xmlns:a16="http://schemas.microsoft.com/office/drawing/2014/main" id="{785825A9-8C7E-F2D0-0A11-D280D73E45A9}"/>
              </a:ext>
            </a:extLst>
          </p:cNvPr>
          <p:cNvGrpSpPr>
            <a:grpSpLocks noChangeAspect="1"/>
          </p:cNvGrpSpPr>
          <p:nvPr/>
        </p:nvGrpSpPr>
        <p:grpSpPr bwMode="auto">
          <a:xfrm>
            <a:off x="11281250" y="6356350"/>
            <a:ext cx="303055" cy="311150"/>
            <a:chOff x="7110" y="4004"/>
            <a:chExt cx="191" cy="196"/>
          </a:xfrm>
        </p:grpSpPr>
        <p:sp>
          <p:nvSpPr>
            <p:cNvPr id="6" name="Freeform 5">
              <a:extLst>
                <a:ext uri="{FF2B5EF4-FFF2-40B4-BE49-F238E27FC236}">
                  <a16:creationId xmlns:a16="http://schemas.microsoft.com/office/drawing/2014/main" id="{78828EC0-5AEE-D1C8-2C44-5F96FE470CFB}"/>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 name="Freeform 6">
              <a:extLst>
                <a:ext uri="{FF2B5EF4-FFF2-40B4-BE49-F238E27FC236}">
                  <a16:creationId xmlns:a16="http://schemas.microsoft.com/office/drawing/2014/main" id="{831B5373-0EC4-F9D6-9C4A-5210D9AABED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 name="Freeform 7">
              <a:extLst>
                <a:ext uri="{FF2B5EF4-FFF2-40B4-BE49-F238E27FC236}">
                  <a16:creationId xmlns:a16="http://schemas.microsoft.com/office/drawing/2014/main" id="{5031AF86-53F0-DC79-86A7-3614AF436A9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pic>
        <p:nvPicPr>
          <p:cNvPr id="9" name="Graphic 8">
            <a:extLst>
              <a:ext uri="{FF2B5EF4-FFF2-40B4-BE49-F238E27FC236}">
                <a16:creationId xmlns:a16="http://schemas.microsoft.com/office/drawing/2014/main" id="{1D609154-A632-8E19-5C29-836E197240DA}"/>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13801" y="6351208"/>
            <a:ext cx="303055" cy="303213"/>
          </a:xfrm>
          <a:prstGeom prst="rect">
            <a:avLst/>
          </a:prstGeom>
        </p:spPr>
      </p:pic>
      <p:sp>
        <p:nvSpPr>
          <p:cNvPr id="26" name="Rectangle: Top Corners Rounded 25">
            <a:extLst>
              <a:ext uri="{FF2B5EF4-FFF2-40B4-BE49-F238E27FC236}">
                <a16:creationId xmlns:a16="http://schemas.microsoft.com/office/drawing/2014/main" id="{58A7F0B8-6AB6-63E0-6E75-CADCA2BA895B}"/>
              </a:ext>
            </a:extLst>
          </p:cNvPr>
          <p:cNvSpPr/>
          <p:nvPr userDrawn="1"/>
        </p:nvSpPr>
        <p:spPr>
          <a:xfrm rot="5400000" flipH="1">
            <a:off x="22466" y="-22468"/>
            <a:ext cx="471473" cy="516411"/>
          </a:xfrm>
          <a:prstGeom prst="round2SameRect">
            <a:avLst>
              <a:gd name="adj1" fmla="val 39899"/>
              <a:gd name="adj2" fmla="val 0"/>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sz="1199">
              <a:solidFill>
                <a:schemeClr val="tx1"/>
              </a:solidFill>
            </a:endParaRPr>
          </a:p>
        </p:txBody>
      </p:sp>
      <p:grpSp>
        <p:nvGrpSpPr>
          <p:cNvPr id="45" name="Group 44">
            <a:extLst>
              <a:ext uri="{FF2B5EF4-FFF2-40B4-BE49-F238E27FC236}">
                <a16:creationId xmlns:a16="http://schemas.microsoft.com/office/drawing/2014/main" id="{463B7978-E53B-4BD1-65F7-A2EEC4EC13D2}"/>
              </a:ext>
            </a:extLst>
          </p:cNvPr>
          <p:cNvGrpSpPr/>
          <p:nvPr userDrawn="1"/>
        </p:nvGrpSpPr>
        <p:grpSpPr>
          <a:xfrm>
            <a:off x="613801" y="0"/>
            <a:ext cx="11578202" cy="471474"/>
            <a:chOff x="614121" y="0"/>
            <a:chExt cx="11584232" cy="471474"/>
          </a:xfrm>
        </p:grpSpPr>
        <p:pic>
          <p:nvPicPr>
            <p:cNvPr id="24" name="Picture 23">
              <a:extLst>
                <a:ext uri="{FF2B5EF4-FFF2-40B4-BE49-F238E27FC236}">
                  <a16:creationId xmlns:a16="http://schemas.microsoft.com/office/drawing/2014/main" id="{CE134153-B00E-B60F-E788-E741748E8023}"/>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140"/>
            <a:stretch/>
          </p:blipFill>
          <p:spPr>
            <a:xfrm>
              <a:off x="8593394" y="1"/>
              <a:ext cx="3604956" cy="471473"/>
            </a:xfrm>
            <a:prstGeom prst="rect">
              <a:avLst/>
            </a:prstGeom>
          </p:spPr>
        </p:pic>
        <p:sp>
          <p:nvSpPr>
            <p:cNvPr id="25" name="Rectangle: Top Corners Rounded 24">
              <a:extLst>
                <a:ext uri="{FF2B5EF4-FFF2-40B4-BE49-F238E27FC236}">
                  <a16:creationId xmlns:a16="http://schemas.microsoft.com/office/drawing/2014/main" id="{07510212-AC66-400B-3098-8B6030F03BA6}"/>
                </a:ext>
              </a:extLst>
            </p:cNvPr>
            <p:cNvSpPr/>
            <p:nvPr/>
          </p:nvSpPr>
          <p:spPr>
            <a:xfrm rot="16200000">
              <a:off x="6170500" y="-5556379"/>
              <a:ext cx="471473" cy="11584232"/>
            </a:xfrm>
            <a:prstGeom prst="round2SameRect">
              <a:avLst>
                <a:gd name="adj1" fmla="val 40303"/>
                <a:gd name="adj2" fmla="val 0"/>
              </a:avLst>
            </a:prstGeom>
            <a:gradFill flip="none" rotWithShape="1">
              <a:gsLst>
                <a:gs pos="0">
                  <a:schemeClr val="tx1">
                    <a:alpha val="0"/>
                  </a:schemeClr>
                </a:gs>
                <a:gs pos="31000">
                  <a:schemeClr val="tx1">
                    <a:lumMod val="95000"/>
                  </a:schemeClr>
                </a:gs>
              </a:gsLst>
              <a:lin ang="16200000" scaled="1"/>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grpSp>
      <p:sp>
        <p:nvSpPr>
          <p:cNvPr id="56" name="Text Placeholder 2">
            <a:extLst>
              <a:ext uri="{FF2B5EF4-FFF2-40B4-BE49-F238E27FC236}">
                <a16:creationId xmlns:a16="http://schemas.microsoft.com/office/drawing/2014/main" id="{EEFED6C7-D344-62C1-C3A9-D69656576C2F}"/>
              </a:ext>
            </a:extLst>
          </p:cNvPr>
          <p:cNvSpPr>
            <a:spLocks noGrp="1"/>
          </p:cNvSpPr>
          <p:nvPr userDrawn="1">
            <p:ph idx="10"/>
          </p:nvPr>
        </p:nvSpPr>
        <p:spPr>
          <a:xfrm>
            <a:off x="6221193" y="1137920"/>
            <a:ext cx="5361208"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7" name="Rectangle 56">
            <a:extLst>
              <a:ext uri="{FF2B5EF4-FFF2-40B4-BE49-F238E27FC236}">
                <a16:creationId xmlns:a16="http://schemas.microsoft.com/office/drawing/2014/main" id="{C94FB0F3-BE40-E7BA-1719-7C36961627BF}"/>
              </a:ext>
            </a:extLst>
          </p:cNvPr>
          <p:cNvSpPr/>
          <p:nvPr userDrawn="1"/>
        </p:nvSpPr>
        <p:spPr>
          <a:xfrm>
            <a:off x="609601" y="6667502"/>
            <a:ext cx="303055" cy="190499"/>
          </a:xfrm>
          <a:prstGeom prst="rect">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5" name="Rectangle 13">
            <a:extLst>
              <a:ext uri="{FF2B5EF4-FFF2-40B4-BE49-F238E27FC236}">
                <a16:creationId xmlns:a16="http://schemas.microsoft.com/office/drawing/2014/main" id="{FE47F3CE-A00C-6A71-9129-57FD4C03E295}"/>
              </a:ext>
            </a:extLst>
          </p:cNvPr>
          <p:cNvSpPr>
            <a:spLocks noChangeArrowheads="1"/>
          </p:cNvSpPr>
          <p:nvPr userDrawn="1"/>
        </p:nvSpPr>
        <p:spPr bwMode="auto">
          <a:xfrm>
            <a:off x="9729052" y="6538185"/>
            <a:ext cx="1322817" cy="10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r" eaLnBrk="0" hangingPunct="0">
              <a:lnSpc>
                <a:spcPct val="85000"/>
              </a:lnSpc>
              <a:spcAft>
                <a:spcPct val="0"/>
              </a:spcAft>
            </a:pPr>
            <a:r>
              <a:rPr lang="en-IN" altLang="en-US" sz="800" spc="-20">
                <a:solidFill>
                  <a:srgbClr val="747480"/>
                </a:solidFill>
                <a:cs typeface="Segoe UI" panose="020B0502040204020203" pitchFamily="34" charset="0"/>
              </a:rPr>
              <a:t>Page </a:t>
            </a:r>
            <a:fld id="{8A7E7ABD-A3FB-4C3D-B394-E64DDD5CB038}" type="slidenum">
              <a:rPr lang="en-IN" altLang="en-US" sz="800" b="1" spc="-20" smtClean="0">
                <a:solidFill>
                  <a:srgbClr val="747480"/>
                </a:solidFill>
                <a:latin typeface="EYInterstate" panose="02000503020000020004" pitchFamily="2" charset="0"/>
                <a:cs typeface="Segoe UI" panose="020B0502040204020203" pitchFamily="34" charset="0"/>
              </a:rPr>
              <a:pPr algn="r" eaLnBrk="0" hangingPunct="0">
                <a:lnSpc>
                  <a:spcPct val="85000"/>
                </a:lnSpc>
                <a:spcAft>
                  <a:spcPct val="0"/>
                </a:spcAft>
              </a:pPr>
              <a:t>‹#›</a:t>
            </a:fld>
            <a:endParaRPr lang="en-IN" altLang="en-US" sz="600" b="1" spc="-40">
              <a:solidFill>
                <a:srgbClr val="747480"/>
              </a:solidFill>
              <a:latin typeface="EYInterstate" panose="02000503020000020004" pitchFamily="2" charset="0"/>
              <a:cs typeface="Segoe UI" panose="020B0502040204020203" pitchFamily="34" charset="0"/>
            </a:endParaRPr>
          </a:p>
        </p:txBody>
      </p:sp>
      <p:sp>
        <p:nvSpPr>
          <p:cNvPr id="10" name="Rectangle 13">
            <a:extLst>
              <a:ext uri="{FF2B5EF4-FFF2-40B4-BE49-F238E27FC236}">
                <a16:creationId xmlns:a16="http://schemas.microsoft.com/office/drawing/2014/main" id="{0C0620F1-36AB-B6AA-5E0C-731F83EAB534}"/>
              </a:ext>
            </a:extLst>
          </p:cNvPr>
          <p:cNvSpPr>
            <a:spLocks noChangeArrowheads="1"/>
          </p:cNvSpPr>
          <p:nvPr userDrawn="1"/>
        </p:nvSpPr>
        <p:spPr bwMode="auto">
          <a:xfrm>
            <a:off x="5081417" y="6538185"/>
            <a:ext cx="2029168" cy="10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ctr" eaLnBrk="0" hangingPunct="0">
              <a:lnSpc>
                <a:spcPct val="85000"/>
              </a:lnSpc>
              <a:spcAft>
                <a:spcPct val="0"/>
              </a:spcAft>
            </a:pPr>
            <a:r>
              <a:rPr lang="en-IN" altLang="en-US" sz="800" b="1" spc="-20">
                <a:solidFill>
                  <a:srgbClr val="747480"/>
                </a:solidFill>
                <a:cs typeface="Segoe UI" panose="020B0502040204020203" pitchFamily="34" charset="0"/>
              </a:rPr>
              <a:t>Confidential – All Rights Reserved - </a:t>
            </a:r>
            <a:r>
              <a:rPr lang="en-IN" altLang="en-US" sz="800" b="1" spc="-20">
                <a:solidFill>
                  <a:srgbClr val="747480"/>
                </a:solidFill>
                <a:latin typeface="EYInterstate" panose="02000503020000020004" pitchFamily="2" charset="0"/>
                <a:cs typeface="Segoe UI" panose="020B0502040204020203" pitchFamily="34" charset="0"/>
              </a:rPr>
              <a:t>EY</a:t>
            </a:r>
            <a:endParaRPr lang="en-IN" altLang="en-US" sz="600" b="1" spc="-40">
              <a:solidFill>
                <a:srgbClr val="747480"/>
              </a:solidFill>
              <a:latin typeface="EYInterstate" panose="02000503020000020004" pitchFamily="2" charset="0"/>
              <a:cs typeface="Segoe UI" panose="020B0502040204020203" pitchFamily="34" charset="0"/>
            </a:endParaRPr>
          </a:p>
        </p:txBody>
      </p:sp>
    </p:spTree>
    <p:extLst>
      <p:ext uri="{BB962C8B-B14F-4D97-AF65-F5344CB8AC3E}">
        <p14:creationId xmlns:p14="http://schemas.microsoft.com/office/powerpoint/2010/main" val="2122463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V Layout Customized">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9812EBAB-D391-CFDC-13DD-B385F520C5CB}"/>
              </a:ext>
            </a:extLst>
          </p:cNvPr>
          <p:cNvGrpSpPr/>
          <p:nvPr userDrawn="1"/>
        </p:nvGrpSpPr>
        <p:grpSpPr>
          <a:xfrm>
            <a:off x="-5" y="-77266"/>
            <a:ext cx="2042055" cy="6173266"/>
            <a:chOff x="-6" y="-77266"/>
            <a:chExt cx="2043119" cy="6173266"/>
          </a:xfrm>
        </p:grpSpPr>
        <p:sp>
          <p:nvSpPr>
            <p:cNvPr id="33" name="Rectangle: Top Corners Rounded 32">
              <a:extLst>
                <a:ext uri="{FF2B5EF4-FFF2-40B4-BE49-F238E27FC236}">
                  <a16:creationId xmlns:a16="http://schemas.microsoft.com/office/drawing/2014/main" id="{9AE40BE5-C84A-E323-E7ED-369A2A616F6F}"/>
                </a:ext>
              </a:extLst>
            </p:cNvPr>
            <p:cNvSpPr/>
            <p:nvPr/>
          </p:nvSpPr>
          <p:spPr>
            <a:xfrm rot="5400000" flipH="1">
              <a:off x="-10459" y="10451"/>
              <a:ext cx="1436558" cy="1415651"/>
            </a:xfrm>
            <a:prstGeom prst="round2SameRect">
              <a:avLst>
                <a:gd name="adj1" fmla="val 39899"/>
                <a:gd name="adj2" fmla="val 0"/>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sz="1199">
                <a:solidFill>
                  <a:schemeClr val="tx1"/>
                </a:solidFill>
              </a:endParaRPr>
            </a:p>
          </p:txBody>
        </p:sp>
        <p:sp>
          <p:nvSpPr>
            <p:cNvPr id="12" name="Oval 11">
              <a:extLst>
                <a:ext uri="{FF2B5EF4-FFF2-40B4-BE49-F238E27FC236}">
                  <a16:creationId xmlns:a16="http://schemas.microsoft.com/office/drawing/2014/main" id="{857DF79D-1BF3-A0D5-A6C4-2D4B6AC0792F}"/>
                </a:ext>
              </a:extLst>
            </p:cNvPr>
            <p:cNvSpPr/>
            <p:nvPr/>
          </p:nvSpPr>
          <p:spPr>
            <a:xfrm>
              <a:off x="614234" y="94088"/>
              <a:ext cx="1257524" cy="1257524"/>
            </a:xfrm>
            <a:prstGeom prst="ellipse">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21" name="Oval 20">
              <a:extLst>
                <a:ext uri="{FF2B5EF4-FFF2-40B4-BE49-F238E27FC236}">
                  <a16:creationId xmlns:a16="http://schemas.microsoft.com/office/drawing/2014/main" id="{AE5EC2D6-847B-FE0F-7B85-F46734F17D9B}"/>
                </a:ext>
              </a:extLst>
            </p:cNvPr>
            <p:cNvSpPr/>
            <p:nvPr/>
          </p:nvSpPr>
          <p:spPr>
            <a:xfrm>
              <a:off x="689215" y="169069"/>
              <a:ext cx="1107562" cy="1107562"/>
            </a:xfrm>
            <a:prstGeom prst="ellipse">
              <a:avLst/>
            </a:prstGeom>
            <a:solidFill>
              <a:schemeClr val="tx1"/>
            </a:solidFill>
            <a:ln w="9525">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grpSp>
          <p:nvGrpSpPr>
            <p:cNvPr id="22" name="Group 21">
              <a:extLst>
                <a:ext uri="{FF2B5EF4-FFF2-40B4-BE49-F238E27FC236}">
                  <a16:creationId xmlns:a16="http://schemas.microsoft.com/office/drawing/2014/main" id="{8793D005-5AAC-E733-B98B-91ADE23E5107}"/>
                </a:ext>
              </a:extLst>
            </p:cNvPr>
            <p:cNvGrpSpPr/>
            <p:nvPr/>
          </p:nvGrpSpPr>
          <p:grpSpPr>
            <a:xfrm>
              <a:off x="442879" y="-77266"/>
              <a:ext cx="1600234" cy="1600232"/>
              <a:chOff x="5498848" y="-575061"/>
              <a:chExt cx="7109195" cy="7109186"/>
            </a:xfrm>
          </p:grpSpPr>
          <p:sp>
            <p:nvSpPr>
              <p:cNvPr id="42" name="Arc 41">
                <a:extLst>
                  <a:ext uri="{FF2B5EF4-FFF2-40B4-BE49-F238E27FC236}">
                    <a16:creationId xmlns:a16="http://schemas.microsoft.com/office/drawing/2014/main" id="{5E5E1A32-9716-4370-069E-B8197F317EDA}"/>
                  </a:ext>
                </a:extLst>
              </p:cNvPr>
              <p:cNvSpPr>
                <a:spLocks/>
              </p:cNvSpPr>
              <p:nvPr/>
            </p:nvSpPr>
            <p:spPr>
              <a:xfrm rot="5400000" flipV="1">
                <a:off x="5498853" y="-575068"/>
                <a:ext cx="7109186" cy="7109195"/>
              </a:xfrm>
              <a:prstGeom prst="arc">
                <a:avLst>
                  <a:gd name="adj1" fmla="val 14437759"/>
                  <a:gd name="adj2" fmla="val 18515158"/>
                </a:avLst>
              </a:prstGeom>
              <a:noFill/>
              <a:ln w="25400" cap="rnd" cmpd="sng" algn="ctr">
                <a:solidFill>
                  <a:srgbClr val="747480"/>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sp>
            <p:nvSpPr>
              <p:cNvPr id="43" name="Arc 42">
                <a:extLst>
                  <a:ext uri="{FF2B5EF4-FFF2-40B4-BE49-F238E27FC236}">
                    <a16:creationId xmlns:a16="http://schemas.microsoft.com/office/drawing/2014/main" id="{323C691A-7838-E966-8152-40D444F7E87E}"/>
                  </a:ext>
                </a:extLst>
              </p:cNvPr>
              <p:cNvSpPr>
                <a:spLocks/>
              </p:cNvSpPr>
              <p:nvPr/>
            </p:nvSpPr>
            <p:spPr>
              <a:xfrm rot="5400000" flipV="1">
                <a:off x="5942318" y="-162074"/>
                <a:ext cx="6242569" cy="6242569"/>
              </a:xfrm>
              <a:prstGeom prst="arc">
                <a:avLst>
                  <a:gd name="adj1" fmla="val 12532502"/>
                  <a:gd name="adj2" fmla="val 16531938"/>
                </a:avLst>
              </a:prstGeom>
              <a:noFill/>
              <a:ln w="25400" cap="rnd" cmpd="sng" algn="ctr">
                <a:solidFill>
                  <a:srgbClr val="C4C4CD"/>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sp>
            <p:nvSpPr>
              <p:cNvPr id="44" name="Arc 43">
                <a:extLst>
                  <a:ext uri="{FF2B5EF4-FFF2-40B4-BE49-F238E27FC236}">
                    <a16:creationId xmlns:a16="http://schemas.microsoft.com/office/drawing/2014/main" id="{2911F488-2490-B563-201B-306828BCB33B}"/>
                  </a:ext>
                </a:extLst>
              </p:cNvPr>
              <p:cNvSpPr>
                <a:spLocks/>
              </p:cNvSpPr>
              <p:nvPr/>
            </p:nvSpPr>
            <p:spPr>
              <a:xfrm rot="5400000" flipV="1">
                <a:off x="6179380" y="74985"/>
                <a:ext cx="5768446" cy="5768446"/>
              </a:xfrm>
              <a:prstGeom prst="arc">
                <a:avLst>
                  <a:gd name="adj1" fmla="val 386748"/>
                  <a:gd name="adj2" fmla="val 10747660"/>
                </a:avLst>
              </a:prstGeom>
              <a:noFill/>
              <a:ln w="25400" cap="rnd" cmpd="sng" algn="ctr">
                <a:solidFill>
                  <a:srgbClr val="C4C4CD"/>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grpSp>
        <p:cxnSp>
          <p:nvCxnSpPr>
            <p:cNvPr id="30" name="Straight Connector 29">
              <a:extLst>
                <a:ext uri="{FF2B5EF4-FFF2-40B4-BE49-F238E27FC236}">
                  <a16:creationId xmlns:a16="http://schemas.microsoft.com/office/drawing/2014/main" id="{720E9D90-27D3-6055-7CC4-9A565016DAA9}"/>
                </a:ext>
              </a:extLst>
            </p:cNvPr>
            <p:cNvCxnSpPr>
              <a:cxnSpLocks/>
            </p:cNvCxnSpPr>
            <p:nvPr/>
          </p:nvCxnSpPr>
          <p:spPr>
            <a:xfrm>
              <a:off x="620555" y="1232995"/>
              <a:ext cx="0" cy="4863005"/>
            </a:xfrm>
            <a:prstGeom prst="line">
              <a:avLst/>
            </a:prstGeom>
            <a:noFill/>
            <a:ln w="25400" cap="rnd" cmpd="sng" algn="ctr">
              <a:solidFill>
                <a:srgbClr val="747480"/>
              </a:solidFill>
              <a:prstDash val="solid"/>
              <a:miter lim="800000"/>
              <a:headEnd w="sm" len="sm"/>
              <a:tailEnd type="oval" w="sm" len="sm"/>
            </a:ln>
            <a:effectLst/>
          </p:spPr>
        </p:cxnSp>
      </p:grpSp>
      <p:grpSp>
        <p:nvGrpSpPr>
          <p:cNvPr id="53" name="Group 52">
            <a:extLst>
              <a:ext uri="{FF2B5EF4-FFF2-40B4-BE49-F238E27FC236}">
                <a16:creationId xmlns:a16="http://schemas.microsoft.com/office/drawing/2014/main" id="{33E7718C-BB9F-524E-6FE2-59A431A2AC53}"/>
              </a:ext>
            </a:extLst>
          </p:cNvPr>
          <p:cNvGrpSpPr/>
          <p:nvPr userDrawn="1"/>
        </p:nvGrpSpPr>
        <p:grpSpPr>
          <a:xfrm>
            <a:off x="2181626" y="-3"/>
            <a:ext cx="10010380" cy="1442640"/>
            <a:chOff x="2182762" y="-3"/>
            <a:chExt cx="10015594" cy="1442640"/>
          </a:xfrm>
        </p:grpSpPr>
        <p:pic>
          <p:nvPicPr>
            <p:cNvPr id="36" name="Picture 35">
              <a:extLst>
                <a:ext uri="{FF2B5EF4-FFF2-40B4-BE49-F238E27FC236}">
                  <a16:creationId xmlns:a16="http://schemas.microsoft.com/office/drawing/2014/main" id="{2E99AF76-3DFE-91B1-1B22-F70934D5278D}"/>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l="-140"/>
            <a:stretch/>
          </p:blipFill>
          <p:spPr>
            <a:xfrm>
              <a:off x="7597233" y="1"/>
              <a:ext cx="4601118" cy="1442636"/>
            </a:xfrm>
            <a:prstGeom prst="rect">
              <a:avLst/>
            </a:prstGeom>
          </p:spPr>
        </p:pic>
        <p:sp>
          <p:nvSpPr>
            <p:cNvPr id="37" name="Rectangle: Top Corners Rounded 36">
              <a:extLst>
                <a:ext uri="{FF2B5EF4-FFF2-40B4-BE49-F238E27FC236}">
                  <a16:creationId xmlns:a16="http://schemas.microsoft.com/office/drawing/2014/main" id="{E3EDA920-1A4F-3CE8-448B-B7E50CF67591}"/>
                </a:ext>
              </a:extLst>
            </p:cNvPr>
            <p:cNvSpPr/>
            <p:nvPr/>
          </p:nvSpPr>
          <p:spPr>
            <a:xfrm rot="16200000">
              <a:off x="6469240" y="-4286481"/>
              <a:ext cx="1442638" cy="10015594"/>
            </a:xfrm>
            <a:prstGeom prst="round2SameRect">
              <a:avLst>
                <a:gd name="adj1" fmla="val 40303"/>
                <a:gd name="adj2" fmla="val 0"/>
              </a:avLst>
            </a:prstGeom>
            <a:gradFill flip="none" rotWithShape="1">
              <a:gsLst>
                <a:gs pos="0">
                  <a:schemeClr val="tx1">
                    <a:alpha val="0"/>
                  </a:schemeClr>
                </a:gs>
                <a:gs pos="46000">
                  <a:srgbClr val="C4C4CD"/>
                </a:gs>
              </a:gsLst>
              <a:lin ang="16200000" scaled="1"/>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grpSp>
      <p:grpSp>
        <p:nvGrpSpPr>
          <p:cNvPr id="28" name="Group 4">
            <a:extLst>
              <a:ext uri="{FF2B5EF4-FFF2-40B4-BE49-F238E27FC236}">
                <a16:creationId xmlns:a16="http://schemas.microsoft.com/office/drawing/2014/main" id="{00AAB404-A3E6-F501-8526-136E4088DE14}"/>
              </a:ext>
            </a:extLst>
          </p:cNvPr>
          <p:cNvGrpSpPr>
            <a:grpSpLocks noChangeAspect="1"/>
          </p:cNvGrpSpPr>
          <p:nvPr/>
        </p:nvGrpSpPr>
        <p:grpSpPr bwMode="auto">
          <a:xfrm>
            <a:off x="11281250" y="6356350"/>
            <a:ext cx="303055" cy="311150"/>
            <a:chOff x="7110" y="4004"/>
            <a:chExt cx="191" cy="196"/>
          </a:xfrm>
        </p:grpSpPr>
        <p:sp>
          <p:nvSpPr>
            <p:cNvPr id="46" name="Freeform 5">
              <a:extLst>
                <a:ext uri="{FF2B5EF4-FFF2-40B4-BE49-F238E27FC236}">
                  <a16:creationId xmlns:a16="http://schemas.microsoft.com/office/drawing/2014/main" id="{85E6346B-F5A7-5AAA-774B-2E27F469A5AB}"/>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 name="Freeform 6">
              <a:extLst>
                <a:ext uri="{FF2B5EF4-FFF2-40B4-BE49-F238E27FC236}">
                  <a16:creationId xmlns:a16="http://schemas.microsoft.com/office/drawing/2014/main" id="{54C905C9-4A38-0834-6B91-B3AD0C56782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 name="Freeform 7">
              <a:extLst>
                <a:ext uri="{FF2B5EF4-FFF2-40B4-BE49-F238E27FC236}">
                  <a16:creationId xmlns:a16="http://schemas.microsoft.com/office/drawing/2014/main" id="{D7E64549-1DE9-4551-B962-5886EB4527A3}"/>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
        <p:nvSpPr>
          <p:cNvPr id="3" name="Rectangle 13">
            <a:extLst>
              <a:ext uri="{FF2B5EF4-FFF2-40B4-BE49-F238E27FC236}">
                <a16:creationId xmlns:a16="http://schemas.microsoft.com/office/drawing/2014/main" id="{47E2CCE3-3E7B-6DD1-E9B9-D21BE9F994EE}"/>
              </a:ext>
            </a:extLst>
          </p:cNvPr>
          <p:cNvSpPr>
            <a:spLocks noChangeArrowheads="1"/>
          </p:cNvSpPr>
          <p:nvPr userDrawn="1"/>
        </p:nvSpPr>
        <p:spPr bwMode="auto">
          <a:xfrm>
            <a:off x="9729052" y="6538185"/>
            <a:ext cx="1322817" cy="10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r" eaLnBrk="0" hangingPunct="0">
              <a:lnSpc>
                <a:spcPct val="85000"/>
              </a:lnSpc>
              <a:spcAft>
                <a:spcPct val="0"/>
              </a:spcAft>
            </a:pPr>
            <a:r>
              <a:rPr lang="en-IN" altLang="en-US" sz="800" spc="-20">
                <a:solidFill>
                  <a:srgbClr val="747480"/>
                </a:solidFill>
                <a:cs typeface="Segoe UI" panose="020B0502040204020203" pitchFamily="34" charset="0"/>
              </a:rPr>
              <a:t>Page </a:t>
            </a:r>
            <a:fld id="{8A7E7ABD-A3FB-4C3D-B394-E64DDD5CB038}" type="slidenum">
              <a:rPr lang="en-IN" altLang="en-US" sz="800" b="1" spc="-20" smtClean="0">
                <a:solidFill>
                  <a:srgbClr val="747480"/>
                </a:solidFill>
                <a:latin typeface="EYInterstate" panose="02000503020000020004" pitchFamily="2" charset="0"/>
                <a:cs typeface="Segoe UI" panose="020B0502040204020203" pitchFamily="34" charset="0"/>
              </a:rPr>
              <a:pPr algn="r" eaLnBrk="0" hangingPunct="0">
                <a:lnSpc>
                  <a:spcPct val="85000"/>
                </a:lnSpc>
                <a:spcAft>
                  <a:spcPct val="0"/>
                </a:spcAft>
              </a:pPr>
              <a:t>‹#›</a:t>
            </a:fld>
            <a:endParaRPr lang="en-IN" altLang="en-US" sz="600" b="1" spc="-40">
              <a:solidFill>
                <a:srgbClr val="747480"/>
              </a:solidFill>
              <a:latin typeface="EYInterstate" panose="02000503020000020004" pitchFamily="2" charset="0"/>
              <a:cs typeface="Segoe UI" panose="020B0502040204020203" pitchFamily="34" charset="0"/>
            </a:endParaRPr>
          </a:p>
        </p:txBody>
      </p:sp>
      <p:sp>
        <p:nvSpPr>
          <p:cNvPr id="4" name="Rectangle 13">
            <a:extLst>
              <a:ext uri="{FF2B5EF4-FFF2-40B4-BE49-F238E27FC236}">
                <a16:creationId xmlns:a16="http://schemas.microsoft.com/office/drawing/2014/main" id="{CB53543F-1CAC-F702-99AC-7FD49BC6C76A}"/>
              </a:ext>
            </a:extLst>
          </p:cNvPr>
          <p:cNvSpPr>
            <a:spLocks noChangeArrowheads="1"/>
          </p:cNvSpPr>
          <p:nvPr userDrawn="1"/>
        </p:nvSpPr>
        <p:spPr bwMode="auto">
          <a:xfrm>
            <a:off x="5081417" y="6538185"/>
            <a:ext cx="2029168" cy="10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ctr" eaLnBrk="0" hangingPunct="0">
              <a:lnSpc>
                <a:spcPct val="85000"/>
              </a:lnSpc>
              <a:spcAft>
                <a:spcPct val="0"/>
              </a:spcAft>
            </a:pPr>
            <a:r>
              <a:rPr lang="en-IN" altLang="en-US" sz="800" b="1" spc="-20">
                <a:solidFill>
                  <a:srgbClr val="747480"/>
                </a:solidFill>
                <a:cs typeface="Segoe UI" panose="020B0502040204020203" pitchFamily="34" charset="0"/>
              </a:rPr>
              <a:t>Confidential – All Rights Reserved - </a:t>
            </a:r>
            <a:r>
              <a:rPr lang="en-IN" altLang="en-US" sz="800" b="1" spc="-20">
                <a:solidFill>
                  <a:srgbClr val="747480"/>
                </a:solidFill>
                <a:latin typeface="EYInterstate" panose="02000503020000020004" pitchFamily="2" charset="0"/>
                <a:cs typeface="Segoe UI" panose="020B0502040204020203" pitchFamily="34" charset="0"/>
              </a:rPr>
              <a:t>EY</a:t>
            </a:r>
            <a:endParaRPr lang="en-IN" altLang="en-US" sz="600" b="1" spc="-40">
              <a:solidFill>
                <a:srgbClr val="747480"/>
              </a:solidFill>
              <a:latin typeface="EYInterstate" panose="02000503020000020004" pitchFamily="2" charset="0"/>
              <a:cs typeface="Segoe UI" panose="020B0502040204020203" pitchFamily="34" charset="0"/>
            </a:endParaRPr>
          </a:p>
        </p:txBody>
      </p:sp>
    </p:spTree>
    <p:extLst>
      <p:ext uri="{BB962C8B-B14F-4D97-AF65-F5344CB8AC3E}">
        <p14:creationId xmlns:p14="http://schemas.microsoft.com/office/powerpoint/2010/main" val="2998062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4896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Empty">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0052CFA6-7CF5-41BD-9D94-2D0DAE108428}"/>
              </a:ext>
            </a:extLst>
          </p:cNvPr>
          <p:cNvSpPr>
            <a:spLocks noGrp="1"/>
          </p:cNvSpPr>
          <p:nvPr>
            <p:ph type="media" sz="quarter" idx="10" hasCustomPrompt="1"/>
          </p:nvPr>
        </p:nvSpPr>
        <p:spPr>
          <a:xfrm>
            <a:off x="0" y="0"/>
            <a:ext cx="12192000" cy="6858000"/>
          </a:xfrm>
        </p:spPr>
        <p:txBody>
          <a:bodyPr anchor="ctr"/>
          <a:lstStyle>
            <a:lvl1pPr marL="0" indent="0" algn="ctr">
              <a:buNone/>
              <a:defRPr/>
            </a:lvl1pPr>
          </a:lstStyle>
          <a:p>
            <a:r>
              <a:rPr lang="en-IN"/>
              <a:t>Video</a:t>
            </a:r>
          </a:p>
        </p:txBody>
      </p:sp>
    </p:spTree>
    <p:extLst>
      <p:ext uri="{BB962C8B-B14F-4D97-AF65-F5344CB8AC3E}">
        <p14:creationId xmlns:p14="http://schemas.microsoft.com/office/powerpoint/2010/main" val="1449923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483" y="719139"/>
            <a:ext cx="4675200" cy="5210062"/>
          </a:xfrm>
        </p:spPr>
        <p:txBody>
          <a:bodyPr/>
          <a:lstStyle>
            <a:lvl1pPr marL="0" indent="0" algn="l" defTabSz="994865" rtl="0" fontAlgn="base">
              <a:lnSpc>
                <a:spcPct val="100000"/>
              </a:lnSpc>
              <a:spcBef>
                <a:spcPct val="70000"/>
              </a:spcBef>
              <a:spcAft>
                <a:spcPct val="0"/>
              </a:spcAft>
              <a:buSzPct val="100000"/>
              <a:buNone/>
              <a:defRPr lang="en-US" sz="1199" kern="1200" noProof="0" dirty="0" smtClean="0">
                <a:solidFill>
                  <a:schemeClr val="bg1"/>
                </a:solidFill>
                <a:latin typeface="EYInterstate Light" panose="02000506000000020004" pitchFamily="2" charset="0"/>
                <a:ea typeface="+mn-ea"/>
                <a:cs typeface="Arial" pitchFamily="34" charset="0"/>
              </a:defRPr>
            </a:lvl1pPr>
            <a:lvl2pPr marL="0" indent="0" algn="l" defTabSz="994865"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125" indent="-176125" algn="l" defTabSz="994865"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4865"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819" indent="-188819" algn="l" defTabSz="994865"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283458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1859" name="Rectangle 1858">
            <a:extLst>
              <a:ext uri="{FF2B5EF4-FFF2-40B4-BE49-F238E27FC236}">
                <a16:creationId xmlns:a16="http://schemas.microsoft.com/office/drawing/2014/main" id="{87CF3B6A-C50F-121E-EAF2-1F0A4DA4D37B}"/>
              </a:ext>
            </a:extLst>
          </p:cNvPr>
          <p:cNvSpPr/>
          <p:nvPr userDrawn="1"/>
        </p:nvSpPr>
        <p:spPr>
          <a:xfrm>
            <a:off x="1" y="1"/>
            <a:ext cx="7375807" cy="6858000"/>
          </a:xfrm>
          <a:prstGeom prst="rect">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grpSp>
        <p:nvGrpSpPr>
          <p:cNvPr id="1862" name="Group 1861">
            <a:extLst>
              <a:ext uri="{FF2B5EF4-FFF2-40B4-BE49-F238E27FC236}">
                <a16:creationId xmlns:a16="http://schemas.microsoft.com/office/drawing/2014/main" id="{4EDB0783-89B5-27EF-F0F7-6D50A8FF7B57}"/>
              </a:ext>
            </a:extLst>
          </p:cNvPr>
          <p:cNvGrpSpPr>
            <a:grpSpLocks noChangeAspect="1"/>
          </p:cNvGrpSpPr>
          <p:nvPr userDrawn="1"/>
        </p:nvGrpSpPr>
        <p:grpSpPr>
          <a:xfrm>
            <a:off x="-101545" y="-31195"/>
            <a:ext cx="3621014" cy="6948000"/>
            <a:chOff x="-121161" y="-103765"/>
            <a:chExt cx="3699303" cy="7094521"/>
          </a:xfrm>
          <a:solidFill>
            <a:srgbClr val="747480">
              <a:alpha val="15000"/>
            </a:srgbClr>
          </a:solidFill>
        </p:grpSpPr>
        <p:sp>
          <p:nvSpPr>
            <p:cNvPr id="1863" name="Freeform 15">
              <a:extLst>
                <a:ext uri="{FF2B5EF4-FFF2-40B4-BE49-F238E27FC236}">
                  <a16:creationId xmlns:a16="http://schemas.microsoft.com/office/drawing/2014/main" id="{527A437E-8F7B-7104-446D-A593976F61D4}"/>
                </a:ext>
              </a:extLst>
            </p:cNvPr>
            <p:cNvSpPr>
              <a:spLocks/>
            </p:cNvSpPr>
            <p:nvPr/>
          </p:nvSpPr>
          <p:spPr bwMode="auto">
            <a:xfrm rot="5094805">
              <a:off x="-92787" y="6833460"/>
              <a:ext cx="109679" cy="157663"/>
            </a:xfrm>
            <a:custGeom>
              <a:avLst/>
              <a:gdLst>
                <a:gd name="T0" fmla="*/ 43 w 45"/>
                <a:gd name="T1" fmla="*/ 23 h 64"/>
                <a:gd name="T2" fmla="*/ 25 w 45"/>
                <a:gd name="T3" fmla="*/ 59 h 64"/>
                <a:gd name="T4" fmla="*/ 2 w 45"/>
                <a:gd name="T5" fmla="*/ 43 h 64"/>
                <a:gd name="T6" fmla="*/ 19 w 45"/>
                <a:gd name="T7" fmla="*/ 6 h 64"/>
                <a:gd name="T8" fmla="*/ 43 w 45"/>
                <a:gd name="T9" fmla="*/ 23 h 64"/>
              </a:gdLst>
              <a:ahLst/>
              <a:cxnLst>
                <a:cxn ang="0">
                  <a:pos x="T0" y="T1"/>
                </a:cxn>
                <a:cxn ang="0">
                  <a:pos x="T2" y="T3"/>
                </a:cxn>
                <a:cxn ang="0">
                  <a:pos x="T4" y="T5"/>
                </a:cxn>
                <a:cxn ang="0">
                  <a:pos x="T6" y="T7"/>
                </a:cxn>
                <a:cxn ang="0">
                  <a:pos x="T8" y="T9"/>
                </a:cxn>
              </a:cxnLst>
              <a:rect l="0" t="0" r="r" b="b"/>
              <a:pathLst>
                <a:path w="45" h="64">
                  <a:moveTo>
                    <a:pt x="43" y="23"/>
                  </a:moveTo>
                  <a:cubicBezTo>
                    <a:pt x="45" y="37"/>
                    <a:pt x="36" y="54"/>
                    <a:pt x="25" y="59"/>
                  </a:cubicBezTo>
                  <a:cubicBezTo>
                    <a:pt x="14" y="64"/>
                    <a:pt x="4" y="57"/>
                    <a:pt x="2" y="43"/>
                  </a:cubicBezTo>
                  <a:cubicBezTo>
                    <a:pt x="0" y="28"/>
                    <a:pt x="7" y="11"/>
                    <a:pt x="19" y="6"/>
                  </a:cubicBezTo>
                  <a:cubicBezTo>
                    <a:pt x="30" y="0"/>
                    <a:pt x="41" y="8"/>
                    <a:pt x="4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4" name="Freeform 54">
              <a:extLst>
                <a:ext uri="{FF2B5EF4-FFF2-40B4-BE49-F238E27FC236}">
                  <a16:creationId xmlns:a16="http://schemas.microsoft.com/office/drawing/2014/main" id="{BEA79E80-8D4B-B2E3-EB9F-54919D051953}"/>
                </a:ext>
              </a:extLst>
            </p:cNvPr>
            <p:cNvSpPr>
              <a:spLocks/>
            </p:cNvSpPr>
            <p:nvPr/>
          </p:nvSpPr>
          <p:spPr bwMode="auto">
            <a:xfrm rot="5094805">
              <a:off x="-79610" y="3952060"/>
              <a:ext cx="107394" cy="57124"/>
            </a:xfrm>
            <a:custGeom>
              <a:avLst/>
              <a:gdLst>
                <a:gd name="T0" fmla="*/ 24 w 44"/>
                <a:gd name="T1" fmla="*/ 23 h 23"/>
                <a:gd name="T2" fmla="*/ 1 w 44"/>
                <a:gd name="T3" fmla="*/ 12 h 23"/>
                <a:gd name="T4" fmla="*/ 18 w 44"/>
                <a:gd name="T5" fmla="*/ 1 h 23"/>
                <a:gd name="T6" fmla="*/ 42 w 44"/>
                <a:gd name="T7" fmla="*/ 11 h 23"/>
                <a:gd name="T8" fmla="*/ 24 w 44"/>
                <a:gd name="T9" fmla="*/ 23 h 23"/>
              </a:gdLst>
              <a:ahLst/>
              <a:cxnLst>
                <a:cxn ang="0">
                  <a:pos x="T0" y="T1"/>
                </a:cxn>
                <a:cxn ang="0">
                  <a:pos x="T2" y="T3"/>
                </a:cxn>
                <a:cxn ang="0">
                  <a:pos x="T4" y="T5"/>
                </a:cxn>
                <a:cxn ang="0">
                  <a:pos x="T6" y="T7"/>
                </a:cxn>
                <a:cxn ang="0">
                  <a:pos x="T8" y="T9"/>
                </a:cxn>
              </a:cxnLst>
              <a:rect l="0" t="0" r="r" b="b"/>
              <a:pathLst>
                <a:path w="44" h="23">
                  <a:moveTo>
                    <a:pt x="24" y="23"/>
                  </a:moveTo>
                  <a:cubicBezTo>
                    <a:pt x="12" y="23"/>
                    <a:pt x="2" y="18"/>
                    <a:pt x="1" y="12"/>
                  </a:cubicBezTo>
                  <a:cubicBezTo>
                    <a:pt x="0" y="6"/>
                    <a:pt x="8" y="2"/>
                    <a:pt x="18" y="1"/>
                  </a:cubicBezTo>
                  <a:cubicBezTo>
                    <a:pt x="29" y="0"/>
                    <a:pt x="41" y="5"/>
                    <a:pt x="42" y="11"/>
                  </a:cubicBezTo>
                  <a:cubicBezTo>
                    <a:pt x="44" y="18"/>
                    <a:pt x="35" y="23"/>
                    <a:pt x="24"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5" name="Freeform 55">
              <a:extLst>
                <a:ext uri="{FF2B5EF4-FFF2-40B4-BE49-F238E27FC236}">
                  <a16:creationId xmlns:a16="http://schemas.microsoft.com/office/drawing/2014/main" id="{AACCC02B-2A45-E905-E84D-17049320F654}"/>
                </a:ext>
              </a:extLst>
            </p:cNvPr>
            <p:cNvSpPr>
              <a:spLocks/>
            </p:cNvSpPr>
            <p:nvPr/>
          </p:nvSpPr>
          <p:spPr bwMode="auto">
            <a:xfrm rot="5094805">
              <a:off x="-69324" y="4141459"/>
              <a:ext cx="109679" cy="63979"/>
            </a:xfrm>
            <a:custGeom>
              <a:avLst/>
              <a:gdLst>
                <a:gd name="T0" fmla="*/ 43 w 44"/>
                <a:gd name="T1" fmla="*/ 14 h 26"/>
                <a:gd name="T2" fmla="*/ 24 w 44"/>
                <a:gd name="T3" fmla="*/ 25 h 26"/>
                <a:gd name="T4" fmla="*/ 2 w 44"/>
                <a:gd name="T5" fmla="*/ 12 h 26"/>
                <a:gd name="T6" fmla="*/ 20 w 44"/>
                <a:gd name="T7" fmla="*/ 0 h 26"/>
                <a:gd name="T8" fmla="*/ 43 w 44"/>
                <a:gd name="T9" fmla="*/ 14 h 26"/>
              </a:gdLst>
              <a:ahLst/>
              <a:cxnLst>
                <a:cxn ang="0">
                  <a:pos x="T0" y="T1"/>
                </a:cxn>
                <a:cxn ang="0">
                  <a:pos x="T2" y="T3"/>
                </a:cxn>
                <a:cxn ang="0">
                  <a:pos x="T4" y="T5"/>
                </a:cxn>
                <a:cxn ang="0">
                  <a:pos x="T6" y="T7"/>
                </a:cxn>
                <a:cxn ang="0">
                  <a:pos x="T8" y="T9"/>
                </a:cxn>
              </a:cxnLst>
              <a:rect l="0" t="0" r="r" b="b"/>
              <a:pathLst>
                <a:path w="44" h="26">
                  <a:moveTo>
                    <a:pt x="43" y="14"/>
                  </a:moveTo>
                  <a:cubicBezTo>
                    <a:pt x="44" y="21"/>
                    <a:pt x="36" y="26"/>
                    <a:pt x="24" y="25"/>
                  </a:cubicBezTo>
                  <a:cubicBezTo>
                    <a:pt x="13" y="24"/>
                    <a:pt x="4" y="18"/>
                    <a:pt x="2" y="12"/>
                  </a:cubicBezTo>
                  <a:cubicBezTo>
                    <a:pt x="0" y="5"/>
                    <a:pt x="8" y="0"/>
                    <a:pt x="20" y="0"/>
                  </a:cubicBezTo>
                  <a:cubicBezTo>
                    <a:pt x="31" y="1"/>
                    <a:pt x="42" y="7"/>
                    <a:pt x="4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6" name="Freeform 56">
              <a:extLst>
                <a:ext uri="{FF2B5EF4-FFF2-40B4-BE49-F238E27FC236}">
                  <a16:creationId xmlns:a16="http://schemas.microsoft.com/office/drawing/2014/main" id="{F0224FEF-C71C-6237-3B25-CA84049E1FB6}"/>
                </a:ext>
              </a:extLst>
            </p:cNvPr>
            <p:cNvSpPr>
              <a:spLocks/>
            </p:cNvSpPr>
            <p:nvPr/>
          </p:nvSpPr>
          <p:spPr bwMode="auto">
            <a:xfrm rot="5094805">
              <a:off x="-74758" y="4332470"/>
              <a:ext cx="107394" cy="75404"/>
            </a:xfrm>
            <a:custGeom>
              <a:avLst/>
              <a:gdLst>
                <a:gd name="T0" fmla="*/ 23 w 43"/>
                <a:gd name="T1" fmla="*/ 29 h 31"/>
                <a:gd name="T2" fmla="*/ 1 w 43"/>
                <a:gd name="T3" fmla="*/ 11 h 31"/>
                <a:gd name="T4" fmla="*/ 19 w 43"/>
                <a:gd name="T5" fmla="*/ 2 h 31"/>
                <a:gd name="T6" fmla="*/ 42 w 43"/>
                <a:gd name="T7" fmla="*/ 19 h 31"/>
                <a:gd name="T8" fmla="*/ 23 w 43"/>
                <a:gd name="T9" fmla="*/ 29 h 31"/>
              </a:gdLst>
              <a:ahLst/>
              <a:cxnLst>
                <a:cxn ang="0">
                  <a:pos x="T0" y="T1"/>
                </a:cxn>
                <a:cxn ang="0">
                  <a:pos x="T2" y="T3"/>
                </a:cxn>
                <a:cxn ang="0">
                  <a:pos x="T4" y="T5"/>
                </a:cxn>
                <a:cxn ang="0">
                  <a:pos x="T6" y="T7"/>
                </a:cxn>
                <a:cxn ang="0">
                  <a:pos x="T8" y="T9"/>
                </a:cxn>
              </a:cxnLst>
              <a:rect l="0" t="0" r="r" b="b"/>
              <a:pathLst>
                <a:path w="43" h="31">
                  <a:moveTo>
                    <a:pt x="23" y="29"/>
                  </a:moveTo>
                  <a:cubicBezTo>
                    <a:pt x="11" y="26"/>
                    <a:pt x="2" y="19"/>
                    <a:pt x="1" y="11"/>
                  </a:cubicBezTo>
                  <a:cubicBezTo>
                    <a:pt x="0" y="5"/>
                    <a:pt x="8" y="0"/>
                    <a:pt x="19" y="2"/>
                  </a:cubicBezTo>
                  <a:cubicBezTo>
                    <a:pt x="30" y="3"/>
                    <a:pt x="41" y="11"/>
                    <a:pt x="42" y="19"/>
                  </a:cubicBezTo>
                  <a:cubicBezTo>
                    <a:pt x="43" y="27"/>
                    <a:pt x="35" y="31"/>
                    <a:pt x="23"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7" name="Freeform 57">
              <a:extLst>
                <a:ext uri="{FF2B5EF4-FFF2-40B4-BE49-F238E27FC236}">
                  <a16:creationId xmlns:a16="http://schemas.microsoft.com/office/drawing/2014/main" id="{121047A5-1558-CF1E-392D-FAE1F9BA1454}"/>
                </a:ext>
              </a:extLst>
            </p:cNvPr>
            <p:cNvSpPr>
              <a:spLocks/>
            </p:cNvSpPr>
            <p:nvPr/>
          </p:nvSpPr>
          <p:spPr bwMode="auto">
            <a:xfrm rot="5094805">
              <a:off x="-98408" y="4524899"/>
              <a:ext cx="109679" cy="86829"/>
            </a:xfrm>
            <a:custGeom>
              <a:avLst/>
              <a:gdLst>
                <a:gd name="T0" fmla="*/ 43 w 45"/>
                <a:gd name="T1" fmla="*/ 21 h 35"/>
                <a:gd name="T2" fmla="*/ 25 w 45"/>
                <a:gd name="T3" fmla="*/ 32 h 35"/>
                <a:gd name="T4" fmla="*/ 2 w 45"/>
                <a:gd name="T5" fmla="*/ 13 h 35"/>
                <a:gd name="T6" fmla="*/ 19 w 45"/>
                <a:gd name="T7" fmla="*/ 2 h 35"/>
                <a:gd name="T8" fmla="*/ 43 w 45"/>
                <a:gd name="T9" fmla="*/ 21 h 35"/>
              </a:gdLst>
              <a:ahLst/>
              <a:cxnLst>
                <a:cxn ang="0">
                  <a:pos x="T0" y="T1"/>
                </a:cxn>
                <a:cxn ang="0">
                  <a:pos x="T2" y="T3"/>
                </a:cxn>
                <a:cxn ang="0">
                  <a:pos x="T4" y="T5"/>
                </a:cxn>
                <a:cxn ang="0">
                  <a:pos x="T6" y="T7"/>
                </a:cxn>
                <a:cxn ang="0">
                  <a:pos x="T8" y="T9"/>
                </a:cxn>
              </a:cxnLst>
              <a:rect l="0" t="0" r="r" b="b"/>
              <a:pathLst>
                <a:path w="45" h="35">
                  <a:moveTo>
                    <a:pt x="43" y="21"/>
                  </a:moveTo>
                  <a:cubicBezTo>
                    <a:pt x="45" y="30"/>
                    <a:pt x="37" y="35"/>
                    <a:pt x="25" y="32"/>
                  </a:cubicBezTo>
                  <a:cubicBezTo>
                    <a:pt x="14" y="29"/>
                    <a:pt x="4" y="21"/>
                    <a:pt x="2" y="13"/>
                  </a:cubicBezTo>
                  <a:cubicBezTo>
                    <a:pt x="0" y="5"/>
                    <a:pt x="8" y="0"/>
                    <a:pt x="19" y="2"/>
                  </a:cubicBezTo>
                  <a:cubicBezTo>
                    <a:pt x="30" y="4"/>
                    <a:pt x="41" y="13"/>
                    <a:pt x="43"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8" name="Freeform 64">
              <a:extLst>
                <a:ext uri="{FF2B5EF4-FFF2-40B4-BE49-F238E27FC236}">
                  <a16:creationId xmlns:a16="http://schemas.microsoft.com/office/drawing/2014/main" id="{731C4C09-EB79-A19D-E5FC-45CFBA733242}"/>
                </a:ext>
              </a:extLst>
            </p:cNvPr>
            <p:cNvSpPr>
              <a:spLocks/>
            </p:cNvSpPr>
            <p:nvPr/>
          </p:nvSpPr>
          <p:spPr bwMode="auto">
            <a:xfrm rot="5094805">
              <a:off x="-96027" y="6527697"/>
              <a:ext cx="105109" cy="155378"/>
            </a:xfrm>
            <a:custGeom>
              <a:avLst/>
              <a:gdLst>
                <a:gd name="T0" fmla="*/ 19 w 43"/>
                <a:gd name="T1" fmla="*/ 3 h 63"/>
                <a:gd name="T2" fmla="*/ 42 w 43"/>
                <a:gd name="T3" fmla="*/ 25 h 63"/>
                <a:gd name="T4" fmla="*/ 25 w 43"/>
                <a:gd name="T5" fmla="*/ 59 h 63"/>
                <a:gd name="T6" fmla="*/ 1 w 43"/>
                <a:gd name="T7" fmla="*/ 35 h 63"/>
                <a:gd name="T8" fmla="*/ 19 w 43"/>
                <a:gd name="T9" fmla="*/ 3 h 63"/>
              </a:gdLst>
              <a:ahLst/>
              <a:cxnLst>
                <a:cxn ang="0">
                  <a:pos x="T0" y="T1"/>
                </a:cxn>
                <a:cxn ang="0">
                  <a:pos x="T2" y="T3"/>
                </a:cxn>
                <a:cxn ang="0">
                  <a:pos x="T4" y="T5"/>
                </a:cxn>
                <a:cxn ang="0">
                  <a:pos x="T6" y="T7"/>
                </a:cxn>
                <a:cxn ang="0">
                  <a:pos x="T8" y="T9"/>
                </a:cxn>
              </a:cxnLst>
              <a:rect l="0" t="0" r="r" b="b"/>
              <a:pathLst>
                <a:path w="43" h="63">
                  <a:moveTo>
                    <a:pt x="19" y="3"/>
                  </a:moveTo>
                  <a:cubicBezTo>
                    <a:pt x="30" y="0"/>
                    <a:pt x="40" y="10"/>
                    <a:pt x="42" y="25"/>
                  </a:cubicBezTo>
                  <a:cubicBezTo>
                    <a:pt x="43" y="41"/>
                    <a:pt x="36" y="56"/>
                    <a:pt x="25" y="59"/>
                  </a:cubicBezTo>
                  <a:cubicBezTo>
                    <a:pt x="14" y="63"/>
                    <a:pt x="2" y="51"/>
                    <a:pt x="1" y="35"/>
                  </a:cubicBezTo>
                  <a:cubicBezTo>
                    <a:pt x="0" y="20"/>
                    <a:pt x="8" y="5"/>
                    <a:pt x="1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9" name="Freeform 65">
              <a:extLst>
                <a:ext uri="{FF2B5EF4-FFF2-40B4-BE49-F238E27FC236}">
                  <a16:creationId xmlns:a16="http://schemas.microsoft.com/office/drawing/2014/main" id="{26F5FD4A-645B-EBF4-0BC8-4507AF2FE7DD}"/>
                </a:ext>
              </a:extLst>
            </p:cNvPr>
            <p:cNvSpPr>
              <a:spLocks/>
            </p:cNvSpPr>
            <p:nvPr/>
          </p:nvSpPr>
          <p:spPr bwMode="auto">
            <a:xfrm rot="5094805">
              <a:off x="-15089" y="6712995"/>
              <a:ext cx="109679" cy="159948"/>
            </a:xfrm>
            <a:custGeom>
              <a:avLst/>
              <a:gdLst>
                <a:gd name="T0" fmla="*/ 19 w 44"/>
                <a:gd name="T1" fmla="*/ 5 h 64"/>
                <a:gd name="T2" fmla="*/ 42 w 44"/>
                <a:gd name="T3" fmla="*/ 23 h 64"/>
                <a:gd name="T4" fmla="*/ 25 w 44"/>
                <a:gd name="T5" fmla="*/ 60 h 64"/>
                <a:gd name="T6" fmla="*/ 2 w 44"/>
                <a:gd name="T7" fmla="*/ 40 h 64"/>
                <a:gd name="T8" fmla="*/ 19 w 44"/>
                <a:gd name="T9" fmla="*/ 5 h 64"/>
              </a:gdLst>
              <a:ahLst/>
              <a:cxnLst>
                <a:cxn ang="0">
                  <a:pos x="T0" y="T1"/>
                </a:cxn>
                <a:cxn ang="0">
                  <a:pos x="T2" y="T3"/>
                </a:cxn>
                <a:cxn ang="0">
                  <a:pos x="T4" y="T5"/>
                </a:cxn>
                <a:cxn ang="0">
                  <a:pos x="T6" y="T7"/>
                </a:cxn>
                <a:cxn ang="0">
                  <a:pos x="T8" y="T9"/>
                </a:cxn>
              </a:cxnLst>
              <a:rect l="0" t="0" r="r" b="b"/>
              <a:pathLst>
                <a:path w="44" h="64">
                  <a:moveTo>
                    <a:pt x="19" y="5"/>
                  </a:moveTo>
                  <a:cubicBezTo>
                    <a:pt x="30" y="0"/>
                    <a:pt x="40" y="9"/>
                    <a:pt x="42" y="23"/>
                  </a:cubicBezTo>
                  <a:cubicBezTo>
                    <a:pt x="44" y="39"/>
                    <a:pt x="37" y="56"/>
                    <a:pt x="25" y="60"/>
                  </a:cubicBezTo>
                  <a:cubicBezTo>
                    <a:pt x="14" y="64"/>
                    <a:pt x="4" y="55"/>
                    <a:pt x="2" y="40"/>
                  </a:cubicBezTo>
                  <a:cubicBezTo>
                    <a:pt x="0" y="26"/>
                    <a:pt x="8" y="9"/>
                    <a:pt x="1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0" name="Freeform 103">
              <a:extLst>
                <a:ext uri="{FF2B5EF4-FFF2-40B4-BE49-F238E27FC236}">
                  <a16:creationId xmlns:a16="http://schemas.microsoft.com/office/drawing/2014/main" id="{4E8A5AD6-3BCE-8D4B-75C4-1FA672F3FC0B}"/>
                </a:ext>
              </a:extLst>
            </p:cNvPr>
            <p:cNvSpPr>
              <a:spLocks/>
            </p:cNvSpPr>
            <p:nvPr/>
          </p:nvSpPr>
          <p:spPr bwMode="auto">
            <a:xfrm rot="5094805">
              <a:off x="-75723" y="3652429"/>
              <a:ext cx="105109" cy="47985"/>
            </a:xfrm>
            <a:custGeom>
              <a:avLst/>
              <a:gdLst>
                <a:gd name="T0" fmla="*/ 41 w 43"/>
                <a:gd name="T1" fmla="*/ 7 h 19"/>
                <a:gd name="T2" fmla="*/ 24 w 43"/>
                <a:gd name="T3" fmla="*/ 18 h 19"/>
                <a:gd name="T4" fmla="*/ 1 w 43"/>
                <a:gd name="T5" fmla="*/ 11 h 19"/>
                <a:gd name="T6" fmla="*/ 20 w 43"/>
                <a:gd name="T7" fmla="*/ 1 h 19"/>
                <a:gd name="T8" fmla="*/ 41 w 43"/>
                <a:gd name="T9" fmla="*/ 7 h 19"/>
              </a:gdLst>
              <a:ahLst/>
              <a:cxnLst>
                <a:cxn ang="0">
                  <a:pos x="T0" y="T1"/>
                </a:cxn>
                <a:cxn ang="0">
                  <a:pos x="T2" y="T3"/>
                </a:cxn>
                <a:cxn ang="0">
                  <a:pos x="T4" y="T5"/>
                </a:cxn>
                <a:cxn ang="0">
                  <a:pos x="T6" y="T7"/>
                </a:cxn>
                <a:cxn ang="0">
                  <a:pos x="T8" y="T9"/>
                </a:cxn>
              </a:cxnLst>
              <a:rect l="0" t="0" r="r" b="b"/>
              <a:pathLst>
                <a:path w="43" h="19">
                  <a:moveTo>
                    <a:pt x="41" y="7"/>
                  </a:moveTo>
                  <a:cubicBezTo>
                    <a:pt x="43" y="12"/>
                    <a:pt x="35" y="17"/>
                    <a:pt x="24" y="18"/>
                  </a:cubicBezTo>
                  <a:cubicBezTo>
                    <a:pt x="13" y="19"/>
                    <a:pt x="2" y="15"/>
                    <a:pt x="1" y="11"/>
                  </a:cubicBezTo>
                  <a:cubicBezTo>
                    <a:pt x="0" y="6"/>
                    <a:pt x="9" y="2"/>
                    <a:pt x="20" y="1"/>
                  </a:cubicBezTo>
                  <a:cubicBezTo>
                    <a:pt x="31" y="0"/>
                    <a:pt x="40" y="3"/>
                    <a:pt x="4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1" name="Freeform 104">
              <a:extLst>
                <a:ext uri="{FF2B5EF4-FFF2-40B4-BE49-F238E27FC236}">
                  <a16:creationId xmlns:a16="http://schemas.microsoft.com/office/drawing/2014/main" id="{A2F25195-0866-0C2F-1E8F-EB8F916A5BBB}"/>
                </a:ext>
              </a:extLst>
            </p:cNvPr>
            <p:cNvSpPr>
              <a:spLocks/>
            </p:cNvSpPr>
            <p:nvPr/>
          </p:nvSpPr>
          <p:spPr bwMode="auto">
            <a:xfrm rot="5094805">
              <a:off x="-44847" y="3844672"/>
              <a:ext cx="105109" cy="47985"/>
            </a:xfrm>
            <a:custGeom>
              <a:avLst/>
              <a:gdLst>
                <a:gd name="T0" fmla="*/ 41 w 42"/>
                <a:gd name="T1" fmla="*/ 8 h 20"/>
                <a:gd name="T2" fmla="*/ 24 w 42"/>
                <a:gd name="T3" fmla="*/ 19 h 20"/>
                <a:gd name="T4" fmla="*/ 1 w 42"/>
                <a:gd name="T5" fmla="*/ 10 h 20"/>
                <a:gd name="T6" fmla="*/ 19 w 42"/>
                <a:gd name="T7" fmla="*/ 0 h 20"/>
                <a:gd name="T8" fmla="*/ 41 w 42"/>
                <a:gd name="T9" fmla="*/ 8 h 20"/>
              </a:gdLst>
              <a:ahLst/>
              <a:cxnLst>
                <a:cxn ang="0">
                  <a:pos x="T0" y="T1"/>
                </a:cxn>
                <a:cxn ang="0">
                  <a:pos x="T2" y="T3"/>
                </a:cxn>
                <a:cxn ang="0">
                  <a:pos x="T4" y="T5"/>
                </a:cxn>
                <a:cxn ang="0">
                  <a:pos x="T6" y="T7"/>
                </a:cxn>
                <a:cxn ang="0">
                  <a:pos x="T8" y="T9"/>
                </a:cxn>
              </a:cxnLst>
              <a:rect l="0" t="0" r="r" b="b"/>
              <a:pathLst>
                <a:path w="42" h="20">
                  <a:moveTo>
                    <a:pt x="41" y="8"/>
                  </a:moveTo>
                  <a:cubicBezTo>
                    <a:pt x="42" y="14"/>
                    <a:pt x="35" y="19"/>
                    <a:pt x="24" y="19"/>
                  </a:cubicBezTo>
                  <a:cubicBezTo>
                    <a:pt x="12" y="20"/>
                    <a:pt x="1" y="16"/>
                    <a:pt x="1" y="10"/>
                  </a:cubicBezTo>
                  <a:cubicBezTo>
                    <a:pt x="0" y="6"/>
                    <a:pt x="8" y="1"/>
                    <a:pt x="19" y="0"/>
                  </a:cubicBezTo>
                  <a:cubicBezTo>
                    <a:pt x="30" y="0"/>
                    <a:pt x="40" y="3"/>
                    <a:pt x="4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2" name="Freeform 105">
              <a:extLst>
                <a:ext uri="{FF2B5EF4-FFF2-40B4-BE49-F238E27FC236}">
                  <a16:creationId xmlns:a16="http://schemas.microsoft.com/office/drawing/2014/main" id="{9947EE60-49CC-871E-9F61-AF7D63124E06}"/>
                </a:ext>
              </a:extLst>
            </p:cNvPr>
            <p:cNvSpPr>
              <a:spLocks/>
            </p:cNvSpPr>
            <p:nvPr/>
          </p:nvSpPr>
          <p:spPr bwMode="auto">
            <a:xfrm rot="5094805">
              <a:off x="-19661" y="4033993"/>
              <a:ext cx="105109" cy="54839"/>
            </a:xfrm>
            <a:custGeom>
              <a:avLst/>
              <a:gdLst>
                <a:gd name="T0" fmla="*/ 19 w 43"/>
                <a:gd name="T1" fmla="*/ 0 h 22"/>
                <a:gd name="T2" fmla="*/ 42 w 43"/>
                <a:gd name="T3" fmla="*/ 10 h 22"/>
                <a:gd name="T4" fmla="*/ 24 w 43"/>
                <a:gd name="T5" fmla="*/ 21 h 22"/>
                <a:gd name="T6" fmla="*/ 1 w 43"/>
                <a:gd name="T7" fmla="*/ 11 h 22"/>
                <a:gd name="T8" fmla="*/ 19 w 43"/>
                <a:gd name="T9" fmla="*/ 0 h 22"/>
              </a:gdLst>
              <a:ahLst/>
              <a:cxnLst>
                <a:cxn ang="0">
                  <a:pos x="T0" y="T1"/>
                </a:cxn>
                <a:cxn ang="0">
                  <a:pos x="T2" y="T3"/>
                </a:cxn>
                <a:cxn ang="0">
                  <a:pos x="T4" y="T5"/>
                </a:cxn>
                <a:cxn ang="0">
                  <a:pos x="T6" y="T7"/>
                </a:cxn>
                <a:cxn ang="0">
                  <a:pos x="T8" y="T9"/>
                </a:cxn>
              </a:cxnLst>
              <a:rect l="0" t="0" r="r" b="b"/>
              <a:pathLst>
                <a:path w="43" h="22">
                  <a:moveTo>
                    <a:pt x="19" y="0"/>
                  </a:moveTo>
                  <a:cubicBezTo>
                    <a:pt x="30" y="0"/>
                    <a:pt x="40" y="4"/>
                    <a:pt x="42" y="10"/>
                  </a:cubicBezTo>
                  <a:cubicBezTo>
                    <a:pt x="43" y="16"/>
                    <a:pt x="35" y="22"/>
                    <a:pt x="24" y="21"/>
                  </a:cubicBezTo>
                  <a:cubicBezTo>
                    <a:pt x="13" y="21"/>
                    <a:pt x="3" y="17"/>
                    <a:pt x="1" y="11"/>
                  </a:cubicBezTo>
                  <a:cubicBezTo>
                    <a:pt x="0" y="6"/>
                    <a:pt x="8" y="1"/>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3" name="Freeform 106">
              <a:extLst>
                <a:ext uri="{FF2B5EF4-FFF2-40B4-BE49-F238E27FC236}">
                  <a16:creationId xmlns:a16="http://schemas.microsoft.com/office/drawing/2014/main" id="{3C9A6709-E82C-4AC4-92C8-1297DB1325A7}"/>
                </a:ext>
              </a:extLst>
            </p:cNvPr>
            <p:cNvSpPr>
              <a:spLocks/>
            </p:cNvSpPr>
            <p:nvPr/>
          </p:nvSpPr>
          <p:spPr bwMode="auto">
            <a:xfrm rot="5094805">
              <a:off x="-11545" y="4223692"/>
              <a:ext cx="105109" cy="63979"/>
            </a:xfrm>
            <a:custGeom>
              <a:avLst/>
              <a:gdLst>
                <a:gd name="T0" fmla="*/ 42 w 43"/>
                <a:gd name="T1" fmla="*/ 15 h 26"/>
                <a:gd name="T2" fmla="*/ 24 w 43"/>
                <a:gd name="T3" fmla="*/ 25 h 26"/>
                <a:gd name="T4" fmla="*/ 1 w 43"/>
                <a:gd name="T5" fmla="*/ 11 h 26"/>
                <a:gd name="T6" fmla="*/ 20 w 43"/>
                <a:gd name="T7" fmla="*/ 1 h 26"/>
                <a:gd name="T8" fmla="*/ 42 w 43"/>
                <a:gd name="T9" fmla="*/ 15 h 26"/>
              </a:gdLst>
              <a:ahLst/>
              <a:cxnLst>
                <a:cxn ang="0">
                  <a:pos x="T0" y="T1"/>
                </a:cxn>
                <a:cxn ang="0">
                  <a:pos x="T2" y="T3"/>
                </a:cxn>
                <a:cxn ang="0">
                  <a:pos x="T4" y="T5"/>
                </a:cxn>
                <a:cxn ang="0">
                  <a:pos x="T6" y="T7"/>
                </a:cxn>
                <a:cxn ang="0">
                  <a:pos x="T8" y="T9"/>
                </a:cxn>
              </a:cxnLst>
              <a:rect l="0" t="0" r="r" b="b"/>
              <a:pathLst>
                <a:path w="43" h="26">
                  <a:moveTo>
                    <a:pt x="42" y="15"/>
                  </a:moveTo>
                  <a:cubicBezTo>
                    <a:pt x="43" y="22"/>
                    <a:pt x="35" y="26"/>
                    <a:pt x="24" y="25"/>
                  </a:cubicBezTo>
                  <a:cubicBezTo>
                    <a:pt x="13" y="24"/>
                    <a:pt x="2" y="17"/>
                    <a:pt x="1" y="11"/>
                  </a:cubicBezTo>
                  <a:cubicBezTo>
                    <a:pt x="0" y="5"/>
                    <a:pt x="9" y="0"/>
                    <a:pt x="20" y="1"/>
                  </a:cubicBezTo>
                  <a:cubicBezTo>
                    <a:pt x="32" y="2"/>
                    <a:pt x="41" y="8"/>
                    <a:pt x="4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4" name="Freeform 107">
              <a:extLst>
                <a:ext uri="{FF2B5EF4-FFF2-40B4-BE49-F238E27FC236}">
                  <a16:creationId xmlns:a16="http://schemas.microsoft.com/office/drawing/2014/main" id="{7E4513A5-AA04-CC64-97F6-EB0C58793E94}"/>
                </a:ext>
              </a:extLst>
            </p:cNvPr>
            <p:cNvSpPr>
              <a:spLocks/>
            </p:cNvSpPr>
            <p:nvPr/>
          </p:nvSpPr>
          <p:spPr bwMode="auto">
            <a:xfrm rot="5094805">
              <a:off x="-19264" y="4414703"/>
              <a:ext cx="107394" cy="75404"/>
            </a:xfrm>
            <a:custGeom>
              <a:avLst/>
              <a:gdLst>
                <a:gd name="T0" fmla="*/ 42 w 43"/>
                <a:gd name="T1" fmla="*/ 18 h 30"/>
                <a:gd name="T2" fmla="*/ 24 w 43"/>
                <a:gd name="T3" fmla="*/ 29 h 30"/>
                <a:gd name="T4" fmla="*/ 1 w 43"/>
                <a:gd name="T5" fmla="*/ 11 h 30"/>
                <a:gd name="T6" fmla="*/ 20 w 43"/>
                <a:gd name="T7" fmla="*/ 2 h 30"/>
                <a:gd name="T8" fmla="*/ 42 w 43"/>
                <a:gd name="T9" fmla="*/ 18 h 30"/>
              </a:gdLst>
              <a:ahLst/>
              <a:cxnLst>
                <a:cxn ang="0">
                  <a:pos x="T0" y="T1"/>
                </a:cxn>
                <a:cxn ang="0">
                  <a:pos x="T2" y="T3"/>
                </a:cxn>
                <a:cxn ang="0">
                  <a:pos x="T4" y="T5"/>
                </a:cxn>
                <a:cxn ang="0">
                  <a:pos x="T6" y="T7"/>
                </a:cxn>
                <a:cxn ang="0">
                  <a:pos x="T8" y="T9"/>
                </a:cxn>
              </a:cxnLst>
              <a:rect l="0" t="0" r="r" b="b"/>
              <a:pathLst>
                <a:path w="43" h="30">
                  <a:moveTo>
                    <a:pt x="42" y="18"/>
                  </a:moveTo>
                  <a:cubicBezTo>
                    <a:pt x="43" y="26"/>
                    <a:pt x="35" y="30"/>
                    <a:pt x="24" y="29"/>
                  </a:cubicBezTo>
                  <a:cubicBezTo>
                    <a:pt x="13" y="27"/>
                    <a:pt x="2" y="18"/>
                    <a:pt x="1" y="11"/>
                  </a:cubicBezTo>
                  <a:cubicBezTo>
                    <a:pt x="0" y="4"/>
                    <a:pt x="9" y="0"/>
                    <a:pt x="20" y="2"/>
                  </a:cubicBezTo>
                  <a:cubicBezTo>
                    <a:pt x="31" y="3"/>
                    <a:pt x="40" y="11"/>
                    <a:pt x="4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5" name="Freeform 108">
              <a:extLst>
                <a:ext uri="{FF2B5EF4-FFF2-40B4-BE49-F238E27FC236}">
                  <a16:creationId xmlns:a16="http://schemas.microsoft.com/office/drawing/2014/main" id="{0A2C3983-23D8-E806-0775-96EB270F7CAB}"/>
                </a:ext>
              </a:extLst>
            </p:cNvPr>
            <p:cNvSpPr>
              <a:spLocks/>
            </p:cNvSpPr>
            <p:nvPr/>
          </p:nvSpPr>
          <p:spPr bwMode="auto">
            <a:xfrm rot="5094805">
              <a:off x="-38354" y="4606929"/>
              <a:ext cx="105109" cy="86829"/>
            </a:xfrm>
            <a:custGeom>
              <a:avLst/>
              <a:gdLst>
                <a:gd name="T0" fmla="*/ 19 w 43"/>
                <a:gd name="T1" fmla="*/ 2 h 35"/>
                <a:gd name="T2" fmla="*/ 41 w 43"/>
                <a:gd name="T3" fmla="*/ 22 h 35"/>
                <a:gd name="T4" fmla="*/ 24 w 43"/>
                <a:gd name="T5" fmla="*/ 33 h 35"/>
                <a:gd name="T6" fmla="*/ 1 w 43"/>
                <a:gd name="T7" fmla="*/ 12 h 35"/>
                <a:gd name="T8" fmla="*/ 19 w 43"/>
                <a:gd name="T9" fmla="*/ 2 h 35"/>
              </a:gdLst>
              <a:ahLst/>
              <a:cxnLst>
                <a:cxn ang="0">
                  <a:pos x="T0" y="T1"/>
                </a:cxn>
                <a:cxn ang="0">
                  <a:pos x="T2" y="T3"/>
                </a:cxn>
                <a:cxn ang="0">
                  <a:pos x="T4" y="T5"/>
                </a:cxn>
                <a:cxn ang="0">
                  <a:pos x="T6" y="T7"/>
                </a:cxn>
                <a:cxn ang="0">
                  <a:pos x="T8" y="T9"/>
                </a:cxn>
              </a:cxnLst>
              <a:rect l="0" t="0" r="r" b="b"/>
              <a:pathLst>
                <a:path w="43" h="35">
                  <a:moveTo>
                    <a:pt x="19" y="2"/>
                  </a:moveTo>
                  <a:cubicBezTo>
                    <a:pt x="30" y="5"/>
                    <a:pt x="40" y="13"/>
                    <a:pt x="41" y="22"/>
                  </a:cubicBezTo>
                  <a:cubicBezTo>
                    <a:pt x="43" y="30"/>
                    <a:pt x="35" y="35"/>
                    <a:pt x="24" y="33"/>
                  </a:cubicBezTo>
                  <a:cubicBezTo>
                    <a:pt x="13" y="30"/>
                    <a:pt x="2" y="20"/>
                    <a:pt x="1" y="12"/>
                  </a:cubicBezTo>
                  <a:cubicBezTo>
                    <a:pt x="0" y="5"/>
                    <a:pt x="8" y="0"/>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6" name="Freeform 109">
              <a:extLst>
                <a:ext uri="{FF2B5EF4-FFF2-40B4-BE49-F238E27FC236}">
                  <a16:creationId xmlns:a16="http://schemas.microsoft.com/office/drawing/2014/main" id="{A62AF9F0-004D-522E-D474-0F30363DFCB7}"/>
                </a:ext>
              </a:extLst>
            </p:cNvPr>
            <p:cNvSpPr>
              <a:spLocks/>
            </p:cNvSpPr>
            <p:nvPr/>
          </p:nvSpPr>
          <p:spPr bwMode="auto">
            <a:xfrm rot="5094805">
              <a:off x="-67994" y="4796552"/>
              <a:ext cx="105109" cy="98254"/>
            </a:xfrm>
            <a:custGeom>
              <a:avLst/>
              <a:gdLst>
                <a:gd name="T0" fmla="*/ 42 w 43"/>
                <a:gd name="T1" fmla="*/ 25 h 40"/>
                <a:gd name="T2" fmla="*/ 24 w 43"/>
                <a:gd name="T3" fmla="*/ 37 h 40"/>
                <a:gd name="T4" fmla="*/ 2 w 43"/>
                <a:gd name="T5" fmla="*/ 15 h 40"/>
                <a:gd name="T6" fmla="*/ 21 w 43"/>
                <a:gd name="T7" fmla="*/ 3 h 40"/>
                <a:gd name="T8" fmla="*/ 42 w 43"/>
                <a:gd name="T9" fmla="*/ 25 h 40"/>
              </a:gdLst>
              <a:ahLst/>
              <a:cxnLst>
                <a:cxn ang="0">
                  <a:pos x="T0" y="T1"/>
                </a:cxn>
                <a:cxn ang="0">
                  <a:pos x="T2" y="T3"/>
                </a:cxn>
                <a:cxn ang="0">
                  <a:pos x="T4" y="T5"/>
                </a:cxn>
                <a:cxn ang="0">
                  <a:pos x="T6" y="T7"/>
                </a:cxn>
                <a:cxn ang="0">
                  <a:pos x="T8" y="T9"/>
                </a:cxn>
              </a:cxnLst>
              <a:rect l="0" t="0" r="r" b="b"/>
              <a:pathLst>
                <a:path w="43" h="40">
                  <a:moveTo>
                    <a:pt x="42" y="25"/>
                  </a:moveTo>
                  <a:cubicBezTo>
                    <a:pt x="43" y="35"/>
                    <a:pt x="35" y="40"/>
                    <a:pt x="24" y="37"/>
                  </a:cubicBezTo>
                  <a:cubicBezTo>
                    <a:pt x="14" y="34"/>
                    <a:pt x="3" y="24"/>
                    <a:pt x="2" y="15"/>
                  </a:cubicBezTo>
                  <a:cubicBezTo>
                    <a:pt x="0" y="6"/>
                    <a:pt x="9" y="0"/>
                    <a:pt x="21" y="3"/>
                  </a:cubicBezTo>
                  <a:cubicBezTo>
                    <a:pt x="32" y="6"/>
                    <a:pt x="41" y="16"/>
                    <a:pt x="42"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7" name="Freeform 110">
              <a:extLst>
                <a:ext uri="{FF2B5EF4-FFF2-40B4-BE49-F238E27FC236}">
                  <a16:creationId xmlns:a16="http://schemas.microsoft.com/office/drawing/2014/main" id="{3F1FA86D-ECDF-EFC5-6137-C766369B80B3}"/>
                </a:ext>
              </a:extLst>
            </p:cNvPr>
            <p:cNvSpPr>
              <a:spLocks/>
            </p:cNvSpPr>
            <p:nvPr/>
          </p:nvSpPr>
          <p:spPr bwMode="auto">
            <a:xfrm rot="5094805">
              <a:off x="-100546" y="4994352"/>
              <a:ext cx="107394" cy="105109"/>
            </a:xfrm>
            <a:custGeom>
              <a:avLst/>
              <a:gdLst>
                <a:gd name="T0" fmla="*/ 41 w 43"/>
                <a:gd name="T1" fmla="*/ 26 h 43"/>
                <a:gd name="T2" fmla="*/ 24 w 43"/>
                <a:gd name="T3" fmla="*/ 40 h 43"/>
                <a:gd name="T4" fmla="*/ 1 w 43"/>
                <a:gd name="T5" fmla="*/ 15 h 43"/>
                <a:gd name="T6" fmla="*/ 19 w 43"/>
                <a:gd name="T7" fmla="*/ 2 h 43"/>
                <a:gd name="T8" fmla="*/ 41 w 43"/>
                <a:gd name="T9" fmla="*/ 26 h 43"/>
              </a:gdLst>
              <a:ahLst/>
              <a:cxnLst>
                <a:cxn ang="0">
                  <a:pos x="T0" y="T1"/>
                </a:cxn>
                <a:cxn ang="0">
                  <a:pos x="T2" y="T3"/>
                </a:cxn>
                <a:cxn ang="0">
                  <a:pos x="T4" y="T5"/>
                </a:cxn>
                <a:cxn ang="0">
                  <a:pos x="T6" y="T7"/>
                </a:cxn>
                <a:cxn ang="0">
                  <a:pos x="T8" y="T9"/>
                </a:cxn>
              </a:cxnLst>
              <a:rect l="0" t="0" r="r" b="b"/>
              <a:pathLst>
                <a:path w="43" h="43">
                  <a:moveTo>
                    <a:pt x="41" y="26"/>
                  </a:moveTo>
                  <a:cubicBezTo>
                    <a:pt x="43" y="37"/>
                    <a:pt x="35" y="43"/>
                    <a:pt x="24" y="40"/>
                  </a:cubicBezTo>
                  <a:cubicBezTo>
                    <a:pt x="13" y="37"/>
                    <a:pt x="2" y="26"/>
                    <a:pt x="1" y="15"/>
                  </a:cubicBezTo>
                  <a:cubicBezTo>
                    <a:pt x="0" y="6"/>
                    <a:pt x="8" y="0"/>
                    <a:pt x="19" y="2"/>
                  </a:cubicBezTo>
                  <a:cubicBezTo>
                    <a:pt x="30" y="5"/>
                    <a:pt x="40" y="15"/>
                    <a:pt x="4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8" name="Freeform 115">
              <a:extLst>
                <a:ext uri="{FF2B5EF4-FFF2-40B4-BE49-F238E27FC236}">
                  <a16:creationId xmlns:a16="http://schemas.microsoft.com/office/drawing/2014/main" id="{57198D18-59C9-05CA-7616-EB2C1852F052}"/>
                </a:ext>
              </a:extLst>
            </p:cNvPr>
            <p:cNvSpPr>
              <a:spLocks/>
            </p:cNvSpPr>
            <p:nvPr/>
          </p:nvSpPr>
          <p:spPr bwMode="auto">
            <a:xfrm rot="5094805">
              <a:off x="1262" y="4879951"/>
              <a:ext cx="102824" cy="95969"/>
            </a:xfrm>
            <a:custGeom>
              <a:avLst/>
              <a:gdLst>
                <a:gd name="T0" fmla="*/ 23 w 42"/>
                <a:gd name="T1" fmla="*/ 36 h 39"/>
                <a:gd name="T2" fmla="*/ 1 w 42"/>
                <a:gd name="T3" fmla="*/ 15 h 39"/>
                <a:gd name="T4" fmla="*/ 19 w 42"/>
                <a:gd name="T5" fmla="*/ 2 h 39"/>
                <a:gd name="T6" fmla="*/ 41 w 42"/>
                <a:gd name="T7" fmla="*/ 23 h 39"/>
                <a:gd name="T8" fmla="*/ 23 w 42"/>
                <a:gd name="T9" fmla="*/ 36 h 39"/>
              </a:gdLst>
              <a:ahLst/>
              <a:cxnLst>
                <a:cxn ang="0">
                  <a:pos x="T0" y="T1"/>
                </a:cxn>
                <a:cxn ang="0">
                  <a:pos x="T2" y="T3"/>
                </a:cxn>
                <a:cxn ang="0">
                  <a:pos x="T4" y="T5"/>
                </a:cxn>
                <a:cxn ang="0">
                  <a:pos x="T6" y="T7"/>
                </a:cxn>
                <a:cxn ang="0">
                  <a:pos x="T8" y="T9"/>
                </a:cxn>
              </a:cxnLst>
              <a:rect l="0" t="0" r="r" b="b"/>
              <a:pathLst>
                <a:path w="42" h="39">
                  <a:moveTo>
                    <a:pt x="23" y="36"/>
                  </a:moveTo>
                  <a:cubicBezTo>
                    <a:pt x="12" y="34"/>
                    <a:pt x="2" y="24"/>
                    <a:pt x="1" y="15"/>
                  </a:cubicBezTo>
                  <a:cubicBezTo>
                    <a:pt x="0" y="6"/>
                    <a:pt x="8" y="0"/>
                    <a:pt x="19" y="2"/>
                  </a:cubicBezTo>
                  <a:cubicBezTo>
                    <a:pt x="30" y="4"/>
                    <a:pt x="40" y="14"/>
                    <a:pt x="41" y="23"/>
                  </a:cubicBezTo>
                  <a:cubicBezTo>
                    <a:pt x="42" y="33"/>
                    <a:pt x="34" y="39"/>
                    <a:pt x="23"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9" name="Freeform 116">
              <a:extLst>
                <a:ext uri="{FF2B5EF4-FFF2-40B4-BE49-F238E27FC236}">
                  <a16:creationId xmlns:a16="http://schemas.microsoft.com/office/drawing/2014/main" id="{3145CC0D-AD30-9910-0B00-36F9F0F67B30}"/>
                </a:ext>
              </a:extLst>
            </p:cNvPr>
            <p:cNvSpPr>
              <a:spLocks/>
            </p:cNvSpPr>
            <p:nvPr/>
          </p:nvSpPr>
          <p:spPr bwMode="auto">
            <a:xfrm rot="5094805">
              <a:off x="22724" y="4687416"/>
              <a:ext cx="107394" cy="86829"/>
            </a:xfrm>
            <a:custGeom>
              <a:avLst/>
              <a:gdLst>
                <a:gd name="T0" fmla="*/ 23 w 43"/>
                <a:gd name="T1" fmla="*/ 33 h 35"/>
                <a:gd name="T2" fmla="*/ 1 w 43"/>
                <a:gd name="T3" fmla="*/ 14 h 35"/>
                <a:gd name="T4" fmla="*/ 19 w 43"/>
                <a:gd name="T5" fmla="*/ 2 h 35"/>
                <a:gd name="T6" fmla="*/ 41 w 43"/>
                <a:gd name="T7" fmla="*/ 21 h 35"/>
                <a:gd name="T8" fmla="*/ 23 w 43"/>
                <a:gd name="T9" fmla="*/ 33 h 35"/>
              </a:gdLst>
              <a:ahLst/>
              <a:cxnLst>
                <a:cxn ang="0">
                  <a:pos x="T0" y="T1"/>
                </a:cxn>
                <a:cxn ang="0">
                  <a:pos x="T2" y="T3"/>
                </a:cxn>
                <a:cxn ang="0">
                  <a:pos x="T4" y="T5"/>
                </a:cxn>
                <a:cxn ang="0">
                  <a:pos x="T6" y="T7"/>
                </a:cxn>
                <a:cxn ang="0">
                  <a:pos x="T8" y="T9"/>
                </a:cxn>
              </a:cxnLst>
              <a:rect l="0" t="0" r="r" b="b"/>
              <a:pathLst>
                <a:path w="43" h="35">
                  <a:moveTo>
                    <a:pt x="23" y="33"/>
                  </a:moveTo>
                  <a:cubicBezTo>
                    <a:pt x="12" y="30"/>
                    <a:pt x="3" y="22"/>
                    <a:pt x="1" y="14"/>
                  </a:cubicBezTo>
                  <a:cubicBezTo>
                    <a:pt x="0" y="5"/>
                    <a:pt x="8" y="0"/>
                    <a:pt x="19" y="2"/>
                  </a:cubicBezTo>
                  <a:cubicBezTo>
                    <a:pt x="30" y="4"/>
                    <a:pt x="40" y="13"/>
                    <a:pt x="41" y="21"/>
                  </a:cubicBezTo>
                  <a:cubicBezTo>
                    <a:pt x="43" y="30"/>
                    <a:pt x="35" y="35"/>
                    <a:pt x="23"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0" name="Freeform 117">
              <a:extLst>
                <a:ext uri="{FF2B5EF4-FFF2-40B4-BE49-F238E27FC236}">
                  <a16:creationId xmlns:a16="http://schemas.microsoft.com/office/drawing/2014/main" id="{D8AF1E2B-E081-93C4-7C58-5F6ECE0CBE1F}"/>
                </a:ext>
              </a:extLst>
            </p:cNvPr>
            <p:cNvSpPr>
              <a:spLocks/>
            </p:cNvSpPr>
            <p:nvPr/>
          </p:nvSpPr>
          <p:spPr bwMode="auto">
            <a:xfrm rot="5094805">
              <a:off x="37368" y="4497977"/>
              <a:ext cx="107394" cy="73119"/>
            </a:xfrm>
            <a:custGeom>
              <a:avLst/>
              <a:gdLst>
                <a:gd name="T0" fmla="*/ 24 w 43"/>
                <a:gd name="T1" fmla="*/ 28 h 30"/>
                <a:gd name="T2" fmla="*/ 2 w 43"/>
                <a:gd name="T3" fmla="*/ 12 h 30"/>
                <a:gd name="T4" fmla="*/ 19 w 43"/>
                <a:gd name="T5" fmla="*/ 1 h 30"/>
                <a:gd name="T6" fmla="*/ 42 w 43"/>
                <a:gd name="T7" fmla="*/ 18 h 30"/>
                <a:gd name="T8" fmla="*/ 24 w 43"/>
                <a:gd name="T9" fmla="*/ 28 h 30"/>
              </a:gdLst>
              <a:ahLst/>
              <a:cxnLst>
                <a:cxn ang="0">
                  <a:pos x="T0" y="T1"/>
                </a:cxn>
                <a:cxn ang="0">
                  <a:pos x="T2" y="T3"/>
                </a:cxn>
                <a:cxn ang="0">
                  <a:pos x="T4" y="T5"/>
                </a:cxn>
                <a:cxn ang="0">
                  <a:pos x="T6" y="T7"/>
                </a:cxn>
                <a:cxn ang="0">
                  <a:pos x="T8" y="T9"/>
                </a:cxn>
              </a:cxnLst>
              <a:rect l="0" t="0" r="r" b="b"/>
              <a:pathLst>
                <a:path w="43" h="30">
                  <a:moveTo>
                    <a:pt x="24" y="28"/>
                  </a:moveTo>
                  <a:cubicBezTo>
                    <a:pt x="13" y="27"/>
                    <a:pt x="3" y="20"/>
                    <a:pt x="2" y="12"/>
                  </a:cubicBezTo>
                  <a:cubicBezTo>
                    <a:pt x="0" y="5"/>
                    <a:pt x="8" y="0"/>
                    <a:pt x="19" y="1"/>
                  </a:cubicBezTo>
                  <a:cubicBezTo>
                    <a:pt x="30" y="3"/>
                    <a:pt x="40" y="10"/>
                    <a:pt x="42" y="18"/>
                  </a:cubicBezTo>
                  <a:cubicBezTo>
                    <a:pt x="43" y="25"/>
                    <a:pt x="35" y="30"/>
                    <a:pt x="24"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1" name="Freeform 118">
              <a:extLst>
                <a:ext uri="{FF2B5EF4-FFF2-40B4-BE49-F238E27FC236}">
                  <a16:creationId xmlns:a16="http://schemas.microsoft.com/office/drawing/2014/main" id="{04D8D61E-08AF-FE04-A2E6-38D0B90C991C}"/>
                </a:ext>
              </a:extLst>
            </p:cNvPr>
            <p:cNvSpPr>
              <a:spLocks/>
            </p:cNvSpPr>
            <p:nvPr/>
          </p:nvSpPr>
          <p:spPr bwMode="auto">
            <a:xfrm rot="5094805">
              <a:off x="45087" y="4306966"/>
              <a:ext cx="105109" cy="61694"/>
            </a:xfrm>
            <a:custGeom>
              <a:avLst/>
              <a:gdLst>
                <a:gd name="T0" fmla="*/ 24 w 43"/>
                <a:gd name="T1" fmla="*/ 24 h 25"/>
                <a:gd name="T2" fmla="*/ 2 w 43"/>
                <a:gd name="T3" fmla="*/ 11 h 25"/>
                <a:gd name="T4" fmla="*/ 19 w 43"/>
                <a:gd name="T5" fmla="*/ 1 h 25"/>
                <a:gd name="T6" fmla="*/ 42 w 43"/>
                <a:gd name="T7" fmla="*/ 14 h 25"/>
                <a:gd name="T8" fmla="*/ 24 w 43"/>
                <a:gd name="T9" fmla="*/ 24 h 25"/>
              </a:gdLst>
              <a:ahLst/>
              <a:cxnLst>
                <a:cxn ang="0">
                  <a:pos x="T0" y="T1"/>
                </a:cxn>
                <a:cxn ang="0">
                  <a:pos x="T2" y="T3"/>
                </a:cxn>
                <a:cxn ang="0">
                  <a:pos x="T4" y="T5"/>
                </a:cxn>
                <a:cxn ang="0">
                  <a:pos x="T6" y="T7"/>
                </a:cxn>
                <a:cxn ang="0">
                  <a:pos x="T8" y="T9"/>
                </a:cxn>
              </a:cxnLst>
              <a:rect l="0" t="0" r="r" b="b"/>
              <a:pathLst>
                <a:path w="43" h="25">
                  <a:moveTo>
                    <a:pt x="24" y="24"/>
                  </a:moveTo>
                  <a:cubicBezTo>
                    <a:pt x="13" y="23"/>
                    <a:pt x="3" y="17"/>
                    <a:pt x="2" y="11"/>
                  </a:cubicBezTo>
                  <a:cubicBezTo>
                    <a:pt x="0" y="5"/>
                    <a:pt x="8" y="0"/>
                    <a:pt x="19" y="1"/>
                  </a:cubicBezTo>
                  <a:cubicBezTo>
                    <a:pt x="30" y="1"/>
                    <a:pt x="40" y="7"/>
                    <a:pt x="42" y="14"/>
                  </a:cubicBezTo>
                  <a:cubicBezTo>
                    <a:pt x="43" y="21"/>
                    <a:pt x="35" y="25"/>
                    <a:pt x="24"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2" name="Freeform 119">
              <a:extLst>
                <a:ext uri="{FF2B5EF4-FFF2-40B4-BE49-F238E27FC236}">
                  <a16:creationId xmlns:a16="http://schemas.microsoft.com/office/drawing/2014/main" id="{83C25F7F-FFB8-1BBE-5FB7-83943E15D3BD}"/>
                </a:ext>
              </a:extLst>
            </p:cNvPr>
            <p:cNvSpPr>
              <a:spLocks/>
            </p:cNvSpPr>
            <p:nvPr/>
          </p:nvSpPr>
          <p:spPr bwMode="auto">
            <a:xfrm rot="5094805">
              <a:off x="36971" y="4117267"/>
              <a:ext cx="105109" cy="52554"/>
            </a:xfrm>
            <a:custGeom>
              <a:avLst/>
              <a:gdLst>
                <a:gd name="T0" fmla="*/ 22 w 42"/>
                <a:gd name="T1" fmla="*/ 20 h 21"/>
                <a:gd name="T2" fmla="*/ 1 w 42"/>
                <a:gd name="T3" fmla="*/ 10 h 21"/>
                <a:gd name="T4" fmla="*/ 20 w 42"/>
                <a:gd name="T5" fmla="*/ 0 h 21"/>
                <a:gd name="T6" fmla="*/ 41 w 42"/>
                <a:gd name="T7" fmla="*/ 11 h 21"/>
                <a:gd name="T8" fmla="*/ 22 w 42"/>
                <a:gd name="T9" fmla="*/ 20 h 21"/>
              </a:gdLst>
              <a:ahLst/>
              <a:cxnLst>
                <a:cxn ang="0">
                  <a:pos x="T0" y="T1"/>
                </a:cxn>
                <a:cxn ang="0">
                  <a:pos x="T2" y="T3"/>
                </a:cxn>
                <a:cxn ang="0">
                  <a:pos x="T4" y="T5"/>
                </a:cxn>
                <a:cxn ang="0">
                  <a:pos x="T6" y="T7"/>
                </a:cxn>
                <a:cxn ang="0">
                  <a:pos x="T8" y="T9"/>
                </a:cxn>
              </a:cxnLst>
              <a:rect l="0" t="0" r="r" b="b"/>
              <a:pathLst>
                <a:path w="42" h="21">
                  <a:moveTo>
                    <a:pt x="22" y="20"/>
                  </a:moveTo>
                  <a:cubicBezTo>
                    <a:pt x="11" y="20"/>
                    <a:pt x="2" y="15"/>
                    <a:pt x="1" y="10"/>
                  </a:cubicBezTo>
                  <a:cubicBezTo>
                    <a:pt x="0" y="4"/>
                    <a:pt x="9" y="0"/>
                    <a:pt x="20" y="0"/>
                  </a:cubicBezTo>
                  <a:cubicBezTo>
                    <a:pt x="31" y="0"/>
                    <a:pt x="41" y="5"/>
                    <a:pt x="41" y="11"/>
                  </a:cubicBezTo>
                  <a:cubicBezTo>
                    <a:pt x="42" y="17"/>
                    <a:pt x="34" y="21"/>
                    <a:pt x="2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3" name="Freeform 120">
              <a:extLst>
                <a:ext uri="{FF2B5EF4-FFF2-40B4-BE49-F238E27FC236}">
                  <a16:creationId xmlns:a16="http://schemas.microsoft.com/office/drawing/2014/main" id="{E3716520-D91C-C991-8BB1-F92A62FDF7FC}"/>
                </a:ext>
              </a:extLst>
            </p:cNvPr>
            <p:cNvSpPr>
              <a:spLocks/>
            </p:cNvSpPr>
            <p:nvPr/>
          </p:nvSpPr>
          <p:spPr bwMode="auto">
            <a:xfrm rot="5094805">
              <a:off x="14167" y="3927840"/>
              <a:ext cx="102824" cy="47985"/>
            </a:xfrm>
            <a:custGeom>
              <a:avLst/>
              <a:gdLst>
                <a:gd name="T0" fmla="*/ 22 w 41"/>
                <a:gd name="T1" fmla="*/ 18 h 19"/>
                <a:gd name="T2" fmla="*/ 0 w 41"/>
                <a:gd name="T3" fmla="*/ 10 h 19"/>
                <a:gd name="T4" fmla="*/ 19 w 41"/>
                <a:gd name="T5" fmla="*/ 1 h 19"/>
                <a:gd name="T6" fmla="*/ 41 w 41"/>
                <a:gd name="T7" fmla="*/ 8 h 19"/>
                <a:gd name="T8" fmla="*/ 22 w 41"/>
                <a:gd name="T9" fmla="*/ 18 h 19"/>
              </a:gdLst>
              <a:ahLst/>
              <a:cxnLst>
                <a:cxn ang="0">
                  <a:pos x="T0" y="T1"/>
                </a:cxn>
                <a:cxn ang="0">
                  <a:pos x="T2" y="T3"/>
                </a:cxn>
                <a:cxn ang="0">
                  <a:pos x="T4" y="T5"/>
                </a:cxn>
                <a:cxn ang="0">
                  <a:pos x="T6" y="T7"/>
                </a:cxn>
                <a:cxn ang="0">
                  <a:pos x="T8" y="T9"/>
                </a:cxn>
              </a:cxnLst>
              <a:rect l="0" t="0" r="r" b="b"/>
              <a:pathLst>
                <a:path w="41" h="19">
                  <a:moveTo>
                    <a:pt x="22" y="18"/>
                  </a:moveTo>
                  <a:cubicBezTo>
                    <a:pt x="11" y="19"/>
                    <a:pt x="1" y="15"/>
                    <a:pt x="0" y="10"/>
                  </a:cubicBezTo>
                  <a:cubicBezTo>
                    <a:pt x="0" y="6"/>
                    <a:pt x="8" y="1"/>
                    <a:pt x="19" y="1"/>
                  </a:cubicBezTo>
                  <a:cubicBezTo>
                    <a:pt x="30" y="0"/>
                    <a:pt x="40" y="3"/>
                    <a:pt x="41" y="8"/>
                  </a:cubicBezTo>
                  <a:cubicBezTo>
                    <a:pt x="41" y="13"/>
                    <a:pt x="33" y="18"/>
                    <a:pt x="2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4" name="Freeform 121">
              <a:extLst>
                <a:ext uri="{FF2B5EF4-FFF2-40B4-BE49-F238E27FC236}">
                  <a16:creationId xmlns:a16="http://schemas.microsoft.com/office/drawing/2014/main" id="{30BBA348-84B0-EA66-9D92-857F80F10C54}"/>
                </a:ext>
              </a:extLst>
            </p:cNvPr>
            <p:cNvSpPr>
              <a:spLocks/>
            </p:cNvSpPr>
            <p:nvPr/>
          </p:nvSpPr>
          <p:spPr bwMode="auto">
            <a:xfrm rot="5094805">
              <a:off x="-18985" y="3738085"/>
              <a:ext cx="102824" cy="43415"/>
            </a:xfrm>
            <a:custGeom>
              <a:avLst/>
              <a:gdLst>
                <a:gd name="T0" fmla="*/ 18 w 42"/>
                <a:gd name="T1" fmla="*/ 1 h 18"/>
                <a:gd name="T2" fmla="*/ 41 w 42"/>
                <a:gd name="T3" fmla="*/ 7 h 18"/>
                <a:gd name="T4" fmla="*/ 23 w 42"/>
                <a:gd name="T5" fmla="*/ 17 h 18"/>
                <a:gd name="T6" fmla="*/ 1 w 42"/>
                <a:gd name="T7" fmla="*/ 11 h 18"/>
                <a:gd name="T8" fmla="*/ 18 w 42"/>
                <a:gd name="T9" fmla="*/ 1 h 18"/>
              </a:gdLst>
              <a:ahLst/>
              <a:cxnLst>
                <a:cxn ang="0">
                  <a:pos x="T0" y="T1"/>
                </a:cxn>
                <a:cxn ang="0">
                  <a:pos x="T2" y="T3"/>
                </a:cxn>
                <a:cxn ang="0">
                  <a:pos x="T4" y="T5"/>
                </a:cxn>
                <a:cxn ang="0">
                  <a:pos x="T6" y="T7"/>
                </a:cxn>
                <a:cxn ang="0">
                  <a:pos x="T8" y="T9"/>
                </a:cxn>
              </a:cxnLst>
              <a:rect l="0" t="0" r="r" b="b"/>
              <a:pathLst>
                <a:path w="42" h="18">
                  <a:moveTo>
                    <a:pt x="18" y="1"/>
                  </a:moveTo>
                  <a:cubicBezTo>
                    <a:pt x="29" y="0"/>
                    <a:pt x="39" y="2"/>
                    <a:pt x="41" y="7"/>
                  </a:cubicBezTo>
                  <a:cubicBezTo>
                    <a:pt x="42" y="11"/>
                    <a:pt x="34" y="16"/>
                    <a:pt x="23" y="17"/>
                  </a:cubicBezTo>
                  <a:cubicBezTo>
                    <a:pt x="12" y="18"/>
                    <a:pt x="2" y="15"/>
                    <a:pt x="1" y="11"/>
                  </a:cubicBezTo>
                  <a:cubicBezTo>
                    <a:pt x="0" y="7"/>
                    <a:pt x="7" y="3"/>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5" name="Freeform 122">
              <a:extLst>
                <a:ext uri="{FF2B5EF4-FFF2-40B4-BE49-F238E27FC236}">
                  <a16:creationId xmlns:a16="http://schemas.microsoft.com/office/drawing/2014/main" id="{054F6215-7124-6A0A-3322-91D2D329641A}"/>
                </a:ext>
              </a:extLst>
            </p:cNvPr>
            <p:cNvSpPr>
              <a:spLocks/>
            </p:cNvSpPr>
            <p:nvPr/>
          </p:nvSpPr>
          <p:spPr bwMode="auto">
            <a:xfrm rot="5094805">
              <a:off x="-57836" y="3547491"/>
              <a:ext cx="107394" cy="41130"/>
            </a:xfrm>
            <a:custGeom>
              <a:avLst/>
              <a:gdLst>
                <a:gd name="T0" fmla="*/ 19 w 43"/>
                <a:gd name="T1" fmla="*/ 2 h 16"/>
                <a:gd name="T2" fmla="*/ 41 w 43"/>
                <a:gd name="T3" fmla="*/ 6 h 16"/>
                <a:gd name="T4" fmla="*/ 24 w 43"/>
                <a:gd name="T5" fmla="*/ 15 h 16"/>
                <a:gd name="T6" fmla="*/ 2 w 43"/>
                <a:gd name="T7" fmla="*/ 11 h 16"/>
                <a:gd name="T8" fmla="*/ 19 w 43"/>
                <a:gd name="T9" fmla="*/ 2 h 16"/>
              </a:gdLst>
              <a:ahLst/>
              <a:cxnLst>
                <a:cxn ang="0">
                  <a:pos x="T0" y="T1"/>
                </a:cxn>
                <a:cxn ang="0">
                  <a:pos x="T2" y="T3"/>
                </a:cxn>
                <a:cxn ang="0">
                  <a:pos x="T4" y="T5"/>
                </a:cxn>
                <a:cxn ang="0">
                  <a:pos x="T6" y="T7"/>
                </a:cxn>
                <a:cxn ang="0">
                  <a:pos x="T8" y="T9"/>
                </a:cxn>
              </a:cxnLst>
              <a:rect l="0" t="0" r="r" b="b"/>
              <a:pathLst>
                <a:path w="43" h="16">
                  <a:moveTo>
                    <a:pt x="19" y="2"/>
                  </a:moveTo>
                  <a:cubicBezTo>
                    <a:pt x="30" y="0"/>
                    <a:pt x="40" y="2"/>
                    <a:pt x="41" y="6"/>
                  </a:cubicBezTo>
                  <a:cubicBezTo>
                    <a:pt x="43" y="9"/>
                    <a:pt x="35" y="14"/>
                    <a:pt x="24" y="15"/>
                  </a:cubicBezTo>
                  <a:cubicBezTo>
                    <a:pt x="13" y="16"/>
                    <a:pt x="3" y="14"/>
                    <a:pt x="2" y="11"/>
                  </a:cubicBezTo>
                  <a:cubicBezTo>
                    <a:pt x="0" y="7"/>
                    <a:pt x="8" y="3"/>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6" name="Freeform 158">
              <a:extLst>
                <a:ext uri="{FF2B5EF4-FFF2-40B4-BE49-F238E27FC236}">
                  <a16:creationId xmlns:a16="http://schemas.microsoft.com/office/drawing/2014/main" id="{7517C035-FB77-6858-2D2B-8B957E4EA750}"/>
                </a:ext>
              </a:extLst>
            </p:cNvPr>
            <p:cNvSpPr>
              <a:spLocks/>
            </p:cNvSpPr>
            <p:nvPr/>
          </p:nvSpPr>
          <p:spPr bwMode="auto">
            <a:xfrm rot="5094805">
              <a:off x="162170" y="6785532"/>
              <a:ext cx="109679" cy="157663"/>
            </a:xfrm>
            <a:custGeom>
              <a:avLst/>
              <a:gdLst>
                <a:gd name="T0" fmla="*/ 25 w 44"/>
                <a:gd name="T1" fmla="*/ 59 h 64"/>
                <a:gd name="T2" fmla="*/ 2 w 44"/>
                <a:gd name="T3" fmla="*/ 41 h 64"/>
                <a:gd name="T4" fmla="*/ 18 w 44"/>
                <a:gd name="T5" fmla="*/ 5 h 64"/>
                <a:gd name="T6" fmla="*/ 42 w 44"/>
                <a:gd name="T7" fmla="*/ 23 h 64"/>
                <a:gd name="T8" fmla="*/ 25 w 44"/>
                <a:gd name="T9" fmla="*/ 59 h 64"/>
              </a:gdLst>
              <a:ahLst/>
              <a:cxnLst>
                <a:cxn ang="0">
                  <a:pos x="T0" y="T1"/>
                </a:cxn>
                <a:cxn ang="0">
                  <a:pos x="T2" y="T3"/>
                </a:cxn>
                <a:cxn ang="0">
                  <a:pos x="T4" y="T5"/>
                </a:cxn>
                <a:cxn ang="0">
                  <a:pos x="T6" y="T7"/>
                </a:cxn>
                <a:cxn ang="0">
                  <a:pos x="T8" y="T9"/>
                </a:cxn>
              </a:cxnLst>
              <a:rect l="0" t="0" r="r" b="b"/>
              <a:pathLst>
                <a:path w="44" h="64">
                  <a:moveTo>
                    <a:pt x="25" y="59"/>
                  </a:moveTo>
                  <a:cubicBezTo>
                    <a:pt x="14" y="64"/>
                    <a:pt x="4" y="56"/>
                    <a:pt x="2" y="41"/>
                  </a:cubicBezTo>
                  <a:cubicBezTo>
                    <a:pt x="0" y="26"/>
                    <a:pt x="7" y="10"/>
                    <a:pt x="18" y="5"/>
                  </a:cubicBezTo>
                  <a:cubicBezTo>
                    <a:pt x="30" y="0"/>
                    <a:pt x="40" y="8"/>
                    <a:pt x="42" y="23"/>
                  </a:cubicBezTo>
                  <a:cubicBezTo>
                    <a:pt x="44" y="37"/>
                    <a:pt x="36" y="54"/>
                    <a:pt x="25"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7" name="Freeform 159">
              <a:extLst>
                <a:ext uri="{FF2B5EF4-FFF2-40B4-BE49-F238E27FC236}">
                  <a16:creationId xmlns:a16="http://schemas.microsoft.com/office/drawing/2014/main" id="{AAAE45DB-993B-9891-FF0C-ACE23B90004B}"/>
                </a:ext>
              </a:extLst>
            </p:cNvPr>
            <p:cNvSpPr>
              <a:spLocks/>
            </p:cNvSpPr>
            <p:nvPr/>
          </p:nvSpPr>
          <p:spPr bwMode="auto">
            <a:xfrm rot="5094805">
              <a:off x="78753" y="6598161"/>
              <a:ext cx="105109" cy="153093"/>
            </a:xfrm>
            <a:custGeom>
              <a:avLst/>
              <a:gdLst>
                <a:gd name="T0" fmla="*/ 24 w 43"/>
                <a:gd name="T1" fmla="*/ 59 h 62"/>
                <a:gd name="T2" fmla="*/ 2 w 43"/>
                <a:gd name="T3" fmla="*/ 36 h 62"/>
                <a:gd name="T4" fmla="*/ 20 w 43"/>
                <a:gd name="T5" fmla="*/ 3 h 62"/>
                <a:gd name="T6" fmla="*/ 42 w 43"/>
                <a:gd name="T7" fmla="*/ 25 h 62"/>
                <a:gd name="T8" fmla="*/ 24 w 43"/>
                <a:gd name="T9" fmla="*/ 59 h 62"/>
              </a:gdLst>
              <a:ahLst/>
              <a:cxnLst>
                <a:cxn ang="0">
                  <a:pos x="T0" y="T1"/>
                </a:cxn>
                <a:cxn ang="0">
                  <a:pos x="T2" y="T3"/>
                </a:cxn>
                <a:cxn ang="0">
                  <a:pos x="T4" y="T5"/>
                </a:cxn>
                <a:cxn ang="0">
                  <a:pos x="T6" y="T7"/>
                </a:cxn>
                <a:cxn ang="0">
                  <a:pos x="T8" y="T9"/>
                </a:cxn>
              </a:cxnLst>
              <a:rect l="0" t="0" r="r" b="b"/>
              <a:pathLst>
                <a:path w="43" h="62">
                  <a:moveTo>
                    <a:pt x="24" y="59"/>
                  </a:moveTo>
                  <a:cubicBezTo>
                    <a:pt x="13" y="62"/>
                    <a:pt x="3" y="52"/>
                    <a:pt x="2" y="36"/>
                  </a:cubicBezTo>
                  <a:cubicBezTo>
                    <a:pt x="0" y="21"/>
                    <a:pt x="8" y="6"/>
                    <a:pt x="20" y="3"/>
                  </a:cubicBezTo>
                  <a:cubicBezTo>
                    <a:pt x="31" y="0"/>
                    <a:pt x="41" y="10"/>
                    <a:pt x="42" y="25"/>
                  </a:cubicBezTo>
                  <a:cubicBezTo>
                    <a:pt x="43" y="41"/>
                    <a:pt x="35" y="56"/>
                    <a:pt x="2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8" name="Freeform 160">
              <a:extLst>
                <a:ext uri="{FF2B5EF4-FFF2-40B4-BE49-F238E27FC236}">
                  <a16:creationId xmlns:a16="http://schemas.microsoft.com/office/drawing/2014/main" id="{C20151B4-D917-C6DE-2A77-F803835DE5FB}"/>
                </a:ext>
              </a:extLst>
            </p:cNvPr>
            <p:cNvSpPr>
              <a:spLocks/>
            </p:cNvSpPr>
            <p:nvPr/>
          </p:nvSpPr>
          <p:spPr bwMode="auto">
            <a:xfrm rot="5094805">
              <a:off x="9176" y="6409159"/>
              <a:ext cx="109679" cy="153093"/>
            </a:xfrm>
            <a:custGeom>
              <a:avLst/>
              <a:gdLst>
                <a:gd name="T0" fmla="*/ 25 w 44"/>
                <a:gd name="T1" fmla="*/ 59 h 62"/>
                <a:gd name="T2" fmla="*/ 2 w 44"/>
                <a:gd name="T3" fmla="*/ 35 h 62"/>
                <a:gd name="T4" fmla="*/ 19 w 44"/>
                <a:gd name="T5" fmla="*/ 2 h 62"/>
                <a:gd name="T6" fmla="*/ 42 w 44"/>
                <a:gd name="T7" fmla="*/ 26 h 62"/>
                <a:gd name="T8" fmla="*/ 25 w 44"/>
                <a:gd name="T9" fmla="*/ 59 h 62"/>
              </a:gdLst>
              <a:ahLst/>
              <a:cxnLst>
                <a:cxn ang="0">
                  <a:pos x="T0" y="T1"/>
                </a:cxn>
                <a:cxn ang="0">
                  <a:pos x="T2" y="T3"/>
                </a:cxn>
                <a:cxn ang="0">
                  <a:pos x="T4" y="T5"/>
                </a:cxn>
                <a:cxn ang="0">
                  <a:pos x="T6" y="T7"/>
                </a:cxn>
                <a:cxn ang="0">
                  <a:pos x="T8" y="T9"/>
                </a:cxn>
              </a:cxnLst>
              <a:rect l="0" t="0" r="r" b="b"/>
              <a:pathLst>
                <a:path w="44" h="62">
                  <a:moveTo>
                    <a:pt x="25" y="59"/>
                  </a:moveTo>
                  <a:cubicBezTo>
                    <a:pt x="14" y="62"/>
                    <a:pt x="4" y="51"/>
                    <a:pt x="2" y="35"/>
                  </a:cubicBezTo>
                  <a:cubicBezTo>
                    <a:pt x="0" y="19"/>
                    <a:pt x="8" y="4"/>
                    <a:pt x="19" y="2"/>
                  </a:cubicBezTo>
                  <a:cubicBezTo>
                    <a:pt x="30" y="0"/>
                    <a:pt x="40" y="11"/>
                    <a:pt x="42" y="26"/>
                  </a:cubicBezTo>
                  <a:cubicBezTo>
                    <a:pt x="44" y="42"/>
                    <a:pt x="36" y="57"/>
                    <a:pt x="25"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9" name="Freeform 161">
              <a:extLst>
                <a:ext uri="{FF2B5EF4-FFF2-40B4-BE49-F238E27FC236}">
                  <a16:creationId xmlns:a16="http://schemas.microsoft.com/office/drawing/2014/main" id="{A6ACE4D9-9895-12BD-9878-F4ABD7265EA8}"/>
                </a:ext>
              </a:extLst>
            </p:cNvPr>
            <p:cNvSpPr>
              <a:spLocks/>
            </p:cNvSpPr>
            <p:nvPr/>
          </p:nvSpPr>
          <p:spPr bwMode="auto">
            <a:xfrm rot="5094805">
              <a:off x="-31836" y="6223638"/>
              <a:ext cx="107394" cy="143954"/>
            </a:xfrm>
            <a:custGeom>
              <a:avLst/>
              <a:gdLst>
                <a:gd name="T0" fmla="*/ 24 w 43"/>
                <a:gd name="T1" fmla="*/ 59 h 59"/>
                <a:gd name="T2" fmla="*/ 1 w 43"/>
                <a:gd name="T3" fmla="*/ 32 h 59"/>
                <a:gd name="T4" fmla="*/ 19 w 43"/>
                <a:gd name="T5" fmla="*/ 1 h 59"/>
                <a:gd name="T6" fmla="*/ 41 w 43"/>
                <a:gd name="T7" fmla="*/ 28 h 59"/>
                <a:gd name="T8" fmla="*/ 24 w 43"/>
                <a:gd name="T9" fmla="*/ 59 h 59"/>
              </a:gdLst>
              <a:ahLst/>
              <a:cxnLst>
                <a:cxn ang="0">
                  <a:pos x="T0" y="T1"/>
                </a:cxn>
                <a:cxn ang="0">
                  <a:pos x="T2" y="T3"/>
                </a:cxn>
                <a:cxn ang="0">
                  <a:pos x="T4" y="T5"/>
                </a:cxn>
                <a:cxn ang="0">
                  <a:pos x="T6" y="T7"/>
                </a:cxn>
                <a:cxn ang="0">
                  <a:pos x="T8" y="T9"/>
                </a:cxn>
              </a:cxnLst>
              <a:rect l="0" t="0" r="r" b="b"/>
              <a:pathLst>
                <a:path w="43" h="59">
                  <a:moveTo>
                    <a:pt x="24" y="59"/>
                  </a:moveTo>
                  <a:cubicBezTo>
                    <a:pt x="13" y="59"/>
                    <a:pt x="3" y="48"/>
                    <a:pt x="1" y="32"/>
                  </a:cubicBezTo>
                  <a:cubicBezTo>
                    <a:pt x="0" y="16"/>
                    <a:pt x="8" y="2"/>
                    <a:pt x="19" y="1"/>
                  </a:cubicBezTo>
                  <a:cubicBezTo>
                    <a:pt x="30" y="0"/>
                    <a:pt x="40" y="13"/>
                    <a:pt x="41" y="28"/>
                  </a:cubicBezTo>
                  <a:cubicBezTo>
                    <a:pt x="43" y="44"/>
                    <a:pt x="35" y="58"/>
                    <a:pt x="2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0" name="Freeform 162">
              <a:extLst>
                <a:ext uri="{FF2B5EF4-FFF2-40B4-BE49-F238E27FC236}">
                  <a16:creationId xmlns:a16="http://schemas.microsoft.com/office/drawing/2014/main" id="{1DBDD8F5-BC42-3FC6-E4E8-D2D6A7E904FF}"/>
                </a:ext>
              </a:extLst>
            </p:cNvPr>
            <p:cNvSpPr>
              <a:spLocks/>
            </p:cNvSpPr>
            <p:nvPr/>
          </p:nvSpPr>
          <p:spPr bwMode="auto">
            <a:xfrm rot="5094805">
              <a:off x="-59394" y="6032339"/>
              <a:ext cx="105109" cy="139384"/>
            </a:xfrm>
            <a:custGeom>
              <a:avLst/>
              <a:gdLst>
                <a:gd name="T0" fmla="*/ 25 w 43"/>
                <a:gd name="T1" fmla="*/ 56 h 56"/>
                <a:gd name="T2" fmla="*/ 2 w 43"/>
                <a:gd name="T3" fmla="*/ 29 h 56"/>
                <a:gd name="T4" fmla="*/ 19 w 43"/>
                <a:gd name="T5" fmla="*/ 1 h 56"/>
                <a:gd name="T6" fmla="*/ 42 w 43"/>
                <a:gd name="T7" fmla="*/ 28 h 56"/>
                <a:gd name="T8" fmla="*/ 25 w 43"/>
                <a:gd name="T9" fmla="*/ 56 h 56"/>
              </a:gdLst>
              <a:ahLst/>
              <a:cxnLst>
                <a:cxn ang="0">
                  <a:pos x="T0" y="T1"/>
                </a:cxn>
                <a:cxn ang="0">
                  <a:pos x="T2" y="T3"/>
                </a:cxn>
                <a:cxn ang="0">
                  <a:pos x="T4" y="T5"/>
                </a:cxn>
                <a:cxn ang="0">
                  <a:pos x="T6" y="T7"/>
                </a:cxn>
                <a:cxn ang="0">
                  <a:pos x="T8" y="T9"/>
                </a:cxn>
              </a:cxnLst>
              <a:rect l="0" t="0" r="r" b="b"/>
              <a:pathLst>
                <a:path w="43" h="56">
                  <a:moveTo>
                    <a:pt x="25" y="56"/>
                  </a:moveTo>
                  <a:cubicBezTo>
                    <a:pt x="13" y="56"/>
                    <a:pt x="3" y="44"/>
                    <a:pt x="2" y="29"/>
                  </a:cubicBezTo>
                  <a:cubicBezTo>
                    <a:pt x="0" y="14"/>
                    <a:pt x="8" y="1"/>
                    <a:pt x="19" y="1"/>
                  </a:cubicBezTo>
                  <a:cubicBezTo>
                    <a:pt x="30" y="0"/>
                    <a:pt x="40" y="13"/>
                    <a:pt x="42" y="28"/>
                  </a:cubicBezTo>
                  <a:cubicBezTo>
                    <a:pt x="43" y="43"/>
                    <a:pt x="36" y="56"/>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1" name="Freeform 163">
              <a:extLst>
                <a:ext uri="{FF2B5EF4-FFF2-40B4-BE49-F238E27FC236}">
                  <a16:creationId xmlns:a16="http://schemas.microsoft.com/office/drawing/2014/main" id="{B4587C68-085A-90B5-C79A-8B53FF97D85C}"/>
                </a:ext>
              </a:extLst>
            </p:cNvPr>
            <p:cNvSpPr>
              <a:spLocks/>
            </p:cNvSpPr>
            <p:nvPr/>
          </p:nvSpPr>
          <p:spPr bwMode="auto">
            <a:xfrm rot="5094805">
              <a:off x="-73200" y="5839720"/>
              <a:ext cx="105109" cy="137099"/>
            </a:xfrm>
            <a:custGeom>
              <a:avLst/>
              <a:gdLst>
                <a:gd name="T0" fmla="*/ 23 w 42"/>
                <a:gd name="T1" fmla="*/ 54 h 55"/>
                <a:gd name="T2" fmla="*/ 1 w 42"/>
                <a:gd name="T3" fmla="*/ 25 h 55"/>
                <a:gd name="T4" fmla="*/ 19 w 42"/>
                <a:gd name="T5" fmla="*/ 1 h 55"/>
                <a:gd name="T6" fmla="*/ 41 w 42"/>
                <a:gd name="T7" fmla="*/ 30 h 55"/>
                <a:gd name="T8" fmla="*/ 23 w 42"/>
                <a:gd name="T9" fmla="*/ 54 h 55"/>
              </a:gdLst>
              <a:ahLst/>
              <a:cxnLst>
                <a:cxn ang="0">
                  <a:pos x="T0" y="T1"/>
                </a:cxn>
                <a:cxn ang="0">
                  <a:pos x="T2" y="T3"/>
                </a:cxn>
                <a:cxn ang="0">
                  <a:pos x="T4" y="T5"/>
                </a:cxn>
                <a:cxn ang="0">
                  <a:pos x="T6" y="T7"/>
                </a:cxn>
                <a:cxn ang="0">
                  <a:pos x="T8" y="T9"/>
                </a:cxn>
              </a:cxnLst>
              <a:rect l="0" t="0" r="r" b="b"/>
              <a:pathLst>
                <a:path w="42" h="55">
                  <a:moveTo>
                    <a:pt x="23" y="54"/>
                  </a:moveTo>
                  <a:cubicBezTo>
                    <a:pt x="12" y="53"/>
                    <a:pt x="2" y="40"/>
                    <a:pt x="1" y="25"/>
                  </a:cubicBezTo>
                  <a:cubicBezTo>
                    <a:pt x="0" y="11"/>
                    <a:pt x="8" y="0"/>
                    <a:pt x="19" y="1"/>
                  </a:cubicBezTo>
                  <a:cubicBezTo>
                    <a:pt x="30" y="2"/>
                    <a:pt x="40" y="15"/>
                    <a:pt x="41" y="30"/>
                  </a:cubicBezTo>
                  <a:cubicBezTo>
                    <a:pt x="42" y="45"/>
                    <a:pt x="34" y="55"/>
                    <a:pt x="23"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2" name="Freeform 164">
              <a:extLst>
                <a:ext uri="{FF2B5EF4-FFF2-40B4-BE49-F238E27FC236}">
                  <a16:creationId xmlns:a16="http://schemas.microsoft.com/office/drawing/2014/main" id="{1D954006-B681-B19B-970A-3ECEF7E414CC}"/>
                </a:ext>
              </a:extLst>
            </p:cNvPr>
            <p:cNvSpPr>
              <a:spLocks/>
            </p:cNvSpPr>
            <p:nvPr/>
          </p:nvSpPr>
          <p:spPr bwMode="auto">
            <a:xfrm rot="5094805">
              <a:off x="-74392" y="5649308"/>
              <a:ext cx="107394" cy="130244"/>
            </a:xfrm>
            <a:custGeom>
              <a:avLst/>
              <a:gdLst>
                <a:gd name="T0" fmla="*/ 19 w 43"/>
                <a:gd name="T1" fmla="*/ 1 h 53"/>
                <a:gd name="T2" fmla="*/ 42 w 43"/>
                <a:gd name="T3" fmla="*/ 29 h 53"/>
                <a:gd name="T4" fmla="*/ 24 w 43"/>
                <a:gd name="T5" fmla="*/ 51 h 53"/>
                <a:gd name="T6" fmla="*/ 2 w 43"/>
                <a:gd name="T7" fmla="*/ 24 h 53"/>
                <a:gd name="T8" fmla="*/ 19 w 43"/>
                <a:gd name="T9" fmla="*/ 1 h 53"/>
              </a:gdLst>
              <a:ahLst/>
              <a:cxnLst>
                <a:cxn ang="0">
                  <a:pos x="T0" y="T1"/>
                </a:cxn>
                <a:cxn ang="0">
                  <a:pos x="T2" y="T3"/>
                </a:cxn>
                <a:cxn ang="0">
                  <a:pos x="T4" y="T5"/>
                </a:cxn>
                <a:cxn ang="0">
                  <a:pos x="T6" y="T7"/>
                </a:cxn>
                <a:cxn ang="0">
                  <a:pos x="T8" y="T9"/>
                </a:cxn>
              </a:cxnLst>
              <a:rect l="0" t="0" r="r" b="b"/>
              <a:pathLst>
                <a:path w="43" h="53">
                  <a:moveTo>
                    <a:pt x="19" y="1"/>
                  </a:moveTo>
                  <a:cubicBezTo>
                    <a:pt x="30" y="2"/>
                    <a:pt x="40" y="15"/>
                    <a:pt x="42" y="29"/>
                  </a:cubicBezTo>
                  <a:cubicBezTo>
                    <a:pt x="43" y="43"/>
                    <a:pt x="35" y="53"/>
                    <a:pt x="24" y="51"/>
                  </a:cubicBezTo>
                  <a:cubicBezTo>
                    <a:pt x="13" y="50"/>
                    <a:pt x="3" y="38"/>
                    <a:pt x="2" y="24"/>
                  </a:cubicBezTo>
                  <a:cubicBezTo>
                    <a:pt x="0" y="10"/>
                    <a:pt x="8"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3" name="Freeform 165">
              <a:extLst>
                <a:ext uri="{FF2B5EF4-FFF2-40B4-BE49-F238E27FC236}">
                  <a16:creationId xmlns:a16="http://schemas.microsoft.com/office/drawing/2014/main" id="{89F68791-1936-0292-55E8-23FBF45097DE}"/>
                </a:ext>
              </a:extLst>
            </p:cNvPr>
            <p:cNvSpPr>
              <a:spLocks/>
            </p:cNvSpPr>
            <p:nvPr/>
          </p:nvSpPr>
          <p:spPr bwMode="auto">
            <a:xfrm rot="5094805">
              <a:off x="-62015" y="5455704"/>
              <a:ext cx="102824" cy="125674"/>
            </a:xfrm>
            <a:custGeom>
              <a:avLst/>
              <a:gdLst>
                <a:gd name="T0" fmla="*/ 23 w 42"/>
                <a:gd name="T1" fmla="*/ 48 h 51"/>
                <a:gd name="T2" fmla="*/ 1 w 42"/>
                <a:gd name="T3" fmla="*/ 21 h 51"/>
                <a:gd name="T4" fmla="*/ 19 w 42"/>
                <a:gd name="T5" fmla="*/ 2 h 51"/>
                <a:gd name="T6" fmla="*/ 41 w 42"/>
                <a:gd name="T7" fmla="*/ 29 h 51"/>
                <a:gd name="T8" fmla="*/ 23 w 42"/>
                <a:gd name="T9" fmla="*/ 48 h 51"/>
              </a:gdLst>
              <a:ahLst/>
              <a:cxnLst>
                <a:cxn ang="0">
                  <a:pos x="T0" y="T1"/>
                </a:cxn>
                <a:cxn ang="0">
                  <a:pos x="T2" y="T3"/>
                </a:cxn>
                <a:cxn ang="0">
                  <a:pos x="T4" y="T5"/>
                </a:cxn>
                <a:cxn ang="0">
                  <a:pos x="T6" y="T7"/>
                </a:cxn>
                <a:cxn ang="0">
                  <a:pos x="T8" y="T9"/>
                </a:cxn>
              </a:cxnLst>
              <a:rect l="0" t="0" r="r" b="b"/>
              <a:pathLst>
                <a:path w="42" h="51">
                  <a:moveTo>
                    <a:pt x="23" y="48"/>
                  </a:moveTo>
                  <a:cubicBezTo>
                    <a:pt x="12" y="46"/>
                    <a:pt x="2" y="34"/>
                    <a:pt x="1" y="21"/>
                  </a:cubicBezTo>
                  <a:cubicBezTo>
                    <a:pt x="0" y="9"/>
                    <a:pt x="8" y="0"/>
                    <a:pt x="19" y="2"/>
                  </a:cubicBezTo>
                  <a:cubicBezTo>
                    <a:pt x="30" y="4"/>
                    <a:pt x="40" y="17"/>
                    <a:pt x="41" y="29"/>
                  </a:cubicBezTo>
                  <a:cubicBezTo>
                    <a:pt x="42" y="42"/>
                    <a:pt x="34" y="51"/>
                    <a:pt x="2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4" name="Freeform 166">
              <a:extLst>
                <a:ext uri="{FF2B5EF4-FFF2-40B4-BE49-F238E27FC236}">
                  <a16:creationId xmlns:a16="http://schemas.microsoft.com/office/drawing/2014/main" id="{1DC6856C-008C-D307-2F12-9499CD92AB0E}"/>
                </a:ext>
              </a:extLst>
            </p:cNvPr>
            <p:cNvSpPr>
              <a:spLocks/>
            </p:cNvSpPr>
            <p:nvPr/>
          </p:nvSpPr>
          <p:spPr bwMode="auto">
            <a:xfrm rot="5094805">
              <a:off x="-46242" y="5262533"/>
              <a:ext cx="107394" cy="118819"/>
            </a:xfrm>
            <a:custGeom>
              <a:avLst/>
              <a:gdLst>
                <a:gd name="T0" fmla="*/ 19 w 43"/>
                <a:gd name="T1" fmla="*/ 3 h 48"/>
                <a:gd name="T2" fmla="*/ 42 w 43"/>
                <a:gd name="T3" fmla="*/ 28 h 48"/>
                <a:gd name="T4" fmla="*/ 24 w 43"/>
                <a:gd name="T5" fmla="*/ 45 h 48"/>
                <a:gd name="T6" fmla="*/ 1 w 43"/>
                <a:gd name="T7" fmla="*/ 20 h 48"/>
                <a:gd name="T8" fmla="*/ 19 w 43"/>
                <a:gd name="T9" fmla="*/ 3 h 48"/>
              </a:gdLst>
              <a:ahLst/>
              <a:cxnLst>
                <a:cxn ang="0">
                  <a:pos x="T0" y="T1"/>
                </a:cxn>
                <a:cxn ang="0">
                  <a:pos x="T2" y="T3"/>
                </a:cxn>
                <a:cxn ang="0">
                  <a:pos x="T4" y="T5"/>
                </a:cxn>
                <a:cxn ang="0">
                  <a:pos x="T6" y="T7"/>
                </a:cxn>
                <a:cxn ang="0">
                  <a:pos x="T8" y="T9"/>
                </a:cxn>
              </a:cxnLst>
              <a:rect l="0" t="0" r="r" b="b"/>
              <a:pathLst>
                <a:path w="43" h="48">
                  <a:moveTo>
                    <a:pt x="19" y="3"/>
                  </a:moveTo>
                  <a:cubicBezTo>
                    <a:pt x="30" y="5"/>
                    <a:pt x="40" y="16"/>
                    <a:pt x="42" y="28"/>
                  </a:cubicBezTo>
                  <a:cubicBezTo>
                    <a:pt x="43" y="40"/>
                    <a:pt x="35" y="48"/>
                    <a:pt x="24" y="45"/>
                  </a:cubicBezTo>
                  <a:cubicBezTo>
                    <a:pt x="12" y="43"/>
                    <a:pt x="3" y="31"/>
                    <a:pt x="1" y="20"/>
                  </a:cubicBezTo>
                  <a:cubicBezTo>
                    <a:pt x="0" y="8"/>
                    <a:pt x="8" y="0"/>
                    <a:pt x="1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5" name="Freeform 167">
              <a:extLst>
                <a:ext uri="{FF2B5EF4-FFF2-40B4-BE49-F238E27FC236}">
                  <a16:creationId xmlns:a16="http://schemas.microsoft.com/office/drawing/2014/main" id="{64F1E833-5FB7-C9F2-60DE-BF9B5AF37E5C}"/>
                </a:ext>
              </a:extLst>
            </p:cNvPr>
            <p:cNvSpPr>
              <a:spLocks/>
            </p:cNvSpPr>
            <p:nvPr/>
          </p:nvSpPr>
          <p:spPr bwMode="auto">
            <a:xfrm rot="5094805">
              <a:off x="-22389" y="5072380"/>
              <a:ext cx="105109" cy="107394"/>
            </a:xfrm>
            <a:custGeom>
              <a:avLst/>
              <a:gdLst>
                <a:gd name="T0" fmla="*/ 23 w 42"/>
                <a:gd name="T1" fmla="*/ 41 h 44"/>
                <a:gd name="T2" fmla="*/ 1 w 42"/>
                <a:gd name="T3" fmla="*/ 17 h 44"/>
                <a:gd name="T4" fmla="*/ 18 w 42"/>
                <a:gd name="T5" fmla="*/ 2 h 44"/>
                <a:gd name="T6" fmla="*/ 41 w 42"/>
                <a:gd name="T7" fmla="*/ 26 h 44"/>
                <a:gd name="T8" fmla="*/ 23 w 42"/>
                <a:gd name="T9" fmla="*/ 41 h 44"/>
              </a:gdLst>
              <a:ahLst/>
              <a:cxnLst>
                <a:cxn ang="0">
                  <a:pos x="T0" y="T1"/>
                </a:cxn>
                <a:cxn ang="0">
                  <a:pos x="T2" y="T3"/>
                </a:cxn>
                <a:cxn ang="0">
                  <a:pos x="T4" y="T5"/>
                </a:cxn>
                <a:cxn ang="0">
                  <a:pos x="T6" y="T7"/>
                </a:cxn>
                <a:cxn ang="0">
                  <a:pos x="T8" y="T9"/>
                </a:cxn>
              </a:cxnLst>
              <a:rect l="0" t="0" r="r" b="b"/>
              <a:pathLst>
                <a:path w="42" h="44">
                  <a:moveTo>
                    <a:pt x="23" y="41"/>
                  </a:moveTo>
                  <a:cubicBezTo>
                    <a:pt x="12" y="38"/>
                    <a:pt x="2" y="28"/>
                    <a:pt x="1" y="17"/>
                  </a:cubicBezTo>
                  <a:cubicBezTo>
                    <a:pt x="0" y="7"/>
                    <a:pt x="7" y="0"/>
                    <a:pt x="18" y="2"/>
                  </a:cubicBezTo>
                  <a:cubicBezTo>
                    <a:pt x="29" y="4"/>
                    <a:pt x="40" y="15"/>
                    <a:pt x="41" y="26"/>
                  </a:cubicBezTo>
                  <a:cubicBezTo>
                    <a:pt x="42" y="37"/>
                    <a:pt x="34" y="44"/>
                    <a:pt x="2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6" name="Freeform 170">
              <a:extLst>
                <a:ext uri="{FF2B5EF4-FFF2-40B4-BE49-F238E27FC236}">
                  <a16:creationId xmlns:a16="http://schemas.microsoft.com/office/drawing/2014/main" id="{CB475742-E303-B86C-A1DB-7CCA6D6C1D41}"/>
                </a:ext>
              </a:extLst>
            </p:cNvPr>
            <p:cNvSpPr>
              <a:spLocks/>
            </p:cNvSpPr>
            <p:nvPr/>
          </p:nvSpPr>
          <p:spPr bwMode="auto">
            <a:xfrm rot="5094805">
              <a:off x="81695" y="4957776"/>
              <a:ext cx="100539" cy="98254"/>
            </a:xfrm>
            <a:custGeom>
              <a:avLst/>
              <a:gdLst>
                <a:gd name="T0" fmla="*/ 1 w 41"/>
                <a:gd name="T1" fmla="*/ 16 h 40"/>
                <a:gd name="T2" fmla="*/ 19 w 41"/>
                <a:gd name="T3" fmla="*/ 2 h 40"/>
                <a:gd name="T4" fmla="*/ 40 w 41"/>
                <a:gd name="T5" fmla="*/ 24 h 40"/>
                <a:gd name="T6" fmla="*/ 23 w 41"/>
                <a:gd name="T7" fmla="*/ 38 h 40"/>
                <a:gd name="T8" fmla="*/ 1 w 41"/>
                <a:gd name="T9" fmla="*/ 16 h 40"/>
              </a:gdLst>
              <a:ahLst/>
              <a:cxnLst>
                <a:cxn ang="0">
                  <a:pos x="T0" y="T1"/>
                </a:cxn>
                <a:cxn ang="0">
                  <a:pos x="T2" y="T3"/>
                </a:cxn>
                <a:cxn ang="0">
                  <a:pos x="T4" y="T5"/>
                </a:cxn>
                <a:cxn ang="0">
                  <a:pos x="T6" y="T7"/>
                </a:cxn>
                <a:cxn ang="0">
                  <a:pos x="T8" y="T9"/>
                </a:cxn>
              </a:cxnLst>
              <a:rect l="0" t="0" r="r" b="b"/>
              <a:pathLst>
                <a:path w="41" h="40">
                  <a:moveTo>
                    <a:pt x="1" y="16"/>
                  </a:moveTo>
                  <a:cubicBezTo>
                    <a:pt x="0" y="7"/>
                    <a:pt x="9" y="0"/>
                    <a:pt x="19" y="2"/>
                  </a:cubicBezTo>
                  <a:cubicBezTo>
                    <a:pt x="30" y="4"/>
                    <a:pt x="40" y="14"/>
                    <a:pt x="40" y="24"/>
                  </a:cubicBezTo>
                  <a:cubicBezTo>
                    <a:pt x="41" y="34"/>
                    <a:pt x="33" y="40"/>
                    <a:pt x="23" y="38"/>
                  </a:cubicBezTo>
                  <a:cubicBezTo>
                    <a:pt x="12" y="36"/>
                    <a:pt x="2" y="26"/>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7" name="Freeform 171">
              <a:extLst>
                <a:ext uri="{FF2B5EF4-FFF2-40B4-BE49-F238E27FC236}">
                  <a16:creationId xmlns:a16="http://schemas.microsoft.com/office/drawing/2014/main" id="{FC0BB99E-92DC-86ED-412F-D0616332C4A2}"/>
                </a:ext>
              </a:extLst>
            </p:cNvPr>
            <p:cNvSpPr>
              <a:spLocks/>
            </p:cNvSpPr>
            <p:nvPr/>
          </p:nvSpPr>
          <p:spPr bwMode="auto">
            <a:xfrm rot="5094805">
              <a:off x="64669" y="5147321"/>
              <a:ext cx="102824" cy="109679"/>
            </a:xfrm>
            <a:custGeom>
              <a:avLst/>
              <a:gdLst>
                <a:gd name="T0" fmla="*/ 41 w 42"/>
                <a:gd name="T1" fmla="*/ 24 h 44"/>
                <a:gd name="T2" fmla="*/ 23 w 42"/>
                <a:gd name="T3" fmla="*/ 42 h 44"/>
                <a:gd name="T4" fmla="*/ 2 w 42"/>
                <a:gd name="T5" fmla="*/ 19 h 44"/>
                <a:gd name="T6" fmla="*/ 19 w 42"/>
                <a:gd name="T7" fmla="*/ 1 h 44"/>
                <a:gd name="T8" fmla="*/ 41 w 42"/>
                <a:gd name="T9" fmla="*/ 24 h 44"/>
              </a:gdLst>
              <a:ahLst/>
              <a:cxnLst>
                <a:cxn ang="0">
                  <a:pos x="T0" y="T1"/>
                </a:cxn>
                <a:cxn ang="0">
                  <a:pos x="T2" y="T3"/>
                </a:cxn>
                <a:cxn ang="0">
                  <a:pos x="T4" y="T5"/>
                </a:cxn>
                <a:cxn ang="0">
                  <a:pos x="T6" y="T7"/>
                </a:cxn>
                <a:cxn ang="0">
                  <a:pos x="T8" y="T9"/>
                </a:cxn>
              </a:cxnLst>
              <a:rect l="0" t="0" r="r" b="b"/>
              <a:pathLst>
                <a:path w="42" h="44">
                  <a:moveTo>
                    <a:pt x="41" y="24"/>
                  </a:moveTo>
                  <a:cubicBezTo>
                    <a:pt x="42" y="36"/>
                    <a:pt x="34" y="44"/>
                    <a:pt x="23" y="42"/>
                  </a:cubicBezTo>
                  <a:cubicBezTo>
                    <a:pt x="13" y="39"/>
                    <a:pt x="4" y="29"/>
                    <a:pt x="2" y="19"/>
                  </a:cubicBezTo>
                  <a:cubicBezTo>
                    <a:pt x="0" y="8"/>
                    <a:pt x="8" y="0"/>
                    <a:pt x="19" y="1"/>
                  </a:cubicBezTo>
                  <a:cubicBezTo>
                    <a:pt x="30" y="2"/>
                    <a:pt x="40" y="13"/>
                    <a:pt x="41"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8" name="Freeform 172">
              <a:extLst>
                <a:ext uri="{FF2B5EF4-FFF2-40B4-BE49-F238E27FC236}">
                  <a16:creationId xmlns:a16="http://schemas.microsoft.com/office/drawing/2014/main" id="{6152E581-1127-2A6F-A41B-09C8D6255D22}"/>
                </a:ext>
              </a:extLst>
            </p:cNvPr>
            <p:cNvSpPr>
              <a:spLocks/>
            </p:cNvSpPr>
            <p:nvPr/>
          </p:nvSpPr>
          <p:spPr bwMode="auto">
            <a:xfrm rot="5094805">
              <a:off x="53536" y="5339778"/>
              <a:ext cx="105109" cy="118819"/>
            </a:xfrm>
            <a:custGeom>
              <a:avLst/>
              <a:gdLst>
                <a:gd name="T0" fmla="*/ 40 w 42"/>
                <a:gd name="T1" fmla="*/ 27 h 48"/>
                <a:gd name="T2" fmla="*/ 23 w 42"/>
                <a:gd name="T3" fmla="*/ 46 h 48"/>
                <a:gd name="T4" fmla="*/ 2 w 42"/>
                <a:gd name="T5" fmla="*/ 22 h 48"/>
                <a:gd name="T6" fmla="*/ 18 w 42"/>
                <a:gd name="T7" fmla="*/ 1 h 48"/>
                <a:gd name="T8" fmla="*/ 40 w 42"/>
                <a:gd name="T9" fmla="*/ 27 h 48"/>
              </a:gdLst>
              <a:ahLst/>
              <a:cxnLst>
                <a:cxn ang="0">
                  <a:pos x="T0" y="T1"/>
                </a:cxn>
                <a:cxn ang="0">
                  <a:pos x="T2" y="T3"/>
                </a:cxn>
                <a:cxn ang="0">
                  <a:pos x="T4" y="T5"/>
                </a:cxn>
                <a:cxn ang="0">
                  <a:pos x="T6" y="T7"/>
                </a:cxn>
                <a:cxn ang="0">
                  <a:pos x="T8" y="T9"/>
                </a:cxn>
              </a:cxnLst>
              <a:rect l="0" t="0" r="r" b="b"/>
              <a:pathLst>
                <a:path w="42" h="48">
                  <a:moveTo>
                    <a:pt x="40" y="27"/>
                  </a:moveTo>
                  <a:cubicBezTo>
                    <a:pt x="42" y="39"/>
                    <a:pt x="33" y="48"/>
                    <a:pt x="23" y="46"/>
                  </a:cubicBezTo>
                  <a:cubicBezTo>
                    <a:pt x="12" y="44"/>
                    <a:pt x="3" y="33"/>
                    <a:pt x="2" y="22"/>
                  </a:cubicBezTo>
                  <a:cubicBezTo>
                    <a:pt x="0" y="9"/>
                    <a:pt x="8" y="0"/>
                    <a:pt x="18" y="1"/>
                  </a:cubicBezTo>
                  <a:cubicBezTo>
                    <a:pt x="29" y="2"/>
                    <a:pt x="39" y="14"/>
                    <a:pt x="4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9" name="Freeform 173">
              <a:extLst>
                <a:ext uri="{FF2B5EF4-FFF2-40B4-BE49-F238E27FC236}">
                  <a16:creationId xmlns:a16="http://schemas.microsoft.com/office/drawing/2014/main" id="{1A3CBCAB-EEAC-0FA7-F50F-42E82ED0537E}"/>
                </a:ext>
              </a:extLst>
            </p:cNvPr>
            <p:cNvSpPr>
              <a:spLocks/>
            </p:cNvSpPr>
            <p:nvPr/>
          </p:nvSpPr>
          <p:spPr bwMode="auto">
            <a:xfrm rot="5094805">
              <a:off x="49038" y="5529554"/>
              <a:ext cx="102824" cy="127959"/>
            </a:xfrm>
            <a:custGeom>
              <a:avLst/>
              <a:gdLst>
                <a:gd name="T0" fmla="*/ 41 w 42"/>
                <a:gd name="T1" fmla="*/ 27 h 51"/>
                <a:gd name="T2" fmla="*/ 24 w 42"/>
                <a:gd name="T3" fmla="*/ 49 h 51"/>
                <a:gd name="T4" fmla="*/ 2 w 42"/>
                <a:gd name="T5" fmla="*/ 24 h 51"/>
                <a:gd name="T6" fmla="*/ 18 w 42"/>
                <a:gd name="T7" fmla="*/ 0 h 51"/>
                <a:gd name="T8" fmla="*/ 41 w 42"/>
                <a:gd name="T9" fmla="*/ 27 h 51"/>
              </a:gdLst>
              <a:ahLst/>
              <a:cxnLst>
                <a:cxn ang="0">
                  <a:pos x="T0" y="T1"/>
                </a:cxn>
                <a:cxn ang="0">
                  <a:pos x="T2" y="T3"/>
                </a:cxn>
                <a:cxn ang="0">
                  <a:pos x="T4" y="T5"/>
                </a:cxn>
                <a:cxn ang="0">
                  <a:pos x="T6" y="T7"/>
                </a:cxn>
                <a:cxn ang="0">
                  <a:pos x="T8" y="T9"/>
                </a:cxn>
              </a:cxnLst>
              <a:rect l="0" t="0" r="r" b="b"/>
              <a:pathLst>
                <a:path w="42" h="51">
                  <a:moveTo>
                    <a:pt x="41" y="27"/>
                  </a:moveTo>
                  <a:cubicBezTo>
                    <a:pt x="42" y="40"/>
                    <a:pt x="34" y="51"/>
                    <a:pt x="24" y="49"/>
                  </a:cubicBezTo>
                  <a:cubicBezTo>
                    <a:pt x="13" y="48"/>
                    <a:pt x="4" y="37"/>
                    <a:pt x="2" y="24"/>
                  </a:cubicBezTo>
                  <a:cubicBezTo>
                    <a:pt x="0" y="10"/>
                    <a:pt x="8" y="0"/>
                    <a:pt x="18" y="0"/>
                  </a:cubicBezTo>
                  <a:cubicBezTo>
                    <a:pt x="29" y="1"/>
                    <a:pt x="39" y="13"/>
                    <a:pt x="4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0" name="Freeform 174">
              <a:extLst>
                <a:ext uri="{FF2B5EF4-FFF2-40B4-BE49-F238E27FC236}">
                  <a16:creationId xmlns:a16="http://schemas.microsoft.com/office/drawing/2014/main" id="{304EEFFA-106B-7F1B-F134-777437AE2D6C}"/>
                </a:ext>
              </a:extLst>
            </p:cNvPr>
            <p:cNvSpPr>
              <a:spLocks/>
            </p:cNvSpPr>
            <p:nvPr/>
          </p:nvSpPr>
          <p:spPr bwMode="auto">
            <a:xfrm rot="5094805">
              <a:off x="52602" y="5721943"/>
              <a:ext cx="102824" cy="132529"/>
            </a:xfrm>
            <a:custGeom>
              <a:avLst/>
              <a:gdLst>
                <a:gd name="T0" fmla="*/ 40 w 42"/>
                <a:gd name="T1" fmla="*/ 27 h 54"/>
                <a:gd name="T2" fmla="*/ 24 w 42"/>
                <a:gd name="T3" fmla="*/ 53 h 54"/>
                <a:gd name="T4" fmla="*/ 2 w 42"/>
                <a:gd name="T5" fmla="*/ 28 h 54"/>
                <a:gd name="T6" fmla="*/ 17 w 42"/>
                <a:gd name="T7" fmla="*/ 1 h 54"/>
                <a:gd name="T8" fmla="*/ 40 w 42"/>
                <a:gd name="T9" fmla="*/ 27 h 54"/>
              </a:gdLst>
              <a:ahLst/>
              <a:cxnLst>
                <a:cxn ang="0">
                  <a:pos x="T0" y="T1"/>
                </a:cxn>
                <a:cxn ang="0">
                  <a:pos x="T2" y="T3"/>
                </a:cxn>
                <a:cxn ang="0">
                  <a:pos x="T4" y="T5"/>
                </a:cxn>
                <a:cxn ang="0">
                  <a:pos x="T6" y="T7"/>
                </a:cxn>
                <a:cxn ang="0">
                  <a:pos x="T8" y="T9"/>
                </a:cxn>
              </a:cxnLst>
              <a:rect l="0" t="0" r="r" b="b"/>
              <a:pathLst>
                <a:path w="42" h="54">
                  <a:moveTo>
                    <a:pt x="40" y="27"/>
                  </a:moveTo>
                  <a:cubicBezTo>
                    <a:pt x="42" y="42"/>
                    <a:pt x="35" y="54"/>
                    <a:pt x="24" y="53"/>
                  </a:cubicBezTo>
                  <a:cubicBezTo>
                    <a:pt x="14" y="53"/>
                    <a:pt x="4" y="41"/>
                    <a:pt x="2" y="28"/>
                  </a:cubicBezTo>
                  <a:cubicBezTo>
                    <a:pt x="0" y="13"/>
                    <a:pt x="6" y="1"/>
                    <a:pt x="17" y="1"/>
                  </a:cubicBezTo>
                  <a:cubicBezTo>
                    <a:pt x="28" y="0"/>
                    <a:pt x="38" y="12"/>
                    <a:pt x="4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1" name="Freeform 175">
              <a:extLst>
                <a:ext uri="{FF2B5EF4-FFF2-40B4-BE49-F238E27FC236}">
                  <a16:creationId xmlns:a16="http://schemas.microsoft.com/office/drawing/2014/main" id="{A33EAAD8-79E4-35FF-B20D-933A8FAACA76}"/>
                </a:ext>
              </a:extLst>
            </p:cNvPr>
            <p:cNvSpPr>
              <a:spLocks/>
            </p:cNvSpPr>
            <p:nvPr/>
          </p:nvSpPr>
          <p:spPr bwMode="auto">
            <a:xfrm rot="5094805">
              <a:off x="66302" y="5912181"/>
              <a:ext cx="105109" cy="137099"/>
            </a:xfrm>
            <a:custGeom>
              <a:avLst/>
              <a:gdLst>
                <a:gd name="T0" fmla="*/ 41 w 42"/>
                <a:gd name="T1" fmla="*/ 28 h 56"/>
                <a:gd name="T2" fmla="*/ 24 w 42"/>
                <a:gd name="T3" fmla="*/ 56 h 56"/>
                <a:gd name="T4" fmla="*/ 2 w 42"/>
                <a:gd name="T5" fmla="*/ 30 h 56"/>
                <a:gd name="T6" fmla="*/ 18 w 42"/>
                <a:gd name="T7" fmla="*/ 1 h 56"/>
                <a:gd name="T8" fmla="*/ 41 w 42"/>
                <a:gd name="T9" fmla="*/ 28 h 56"/>
              </a:gdLst>
              <a:ahLst/>
              <a:cxnLst>
                <a:cxn ang="0">
                  <a:pos x="T0" y="T1"/>
                </a:cxn>
                <a:cxn ang="0">
                  <a:pos x="T2" y="T3"/>
                </a:cxn>
                <a:cxn ang="0">
                  <a:pos x="T4" y="T5"/>
                </a:cxn>
                <a:cxn ang="0">
                  <a:pos x="T6" y="T7"/>
                </a:cxn>
                <a:cxn ang="0">
                  <a:pos x="T8" y="T9"/>
                </a:cxn>
              </a:cxnLst>
              <a:rect l="0" t="0" r="r" b="b"/>
              <a:pathLst>
                <a:path w="42" h="56">
                  <a:moveTo>
                    <a:pt x="41" y="28"/>
                  </a:moveTo>
                  <a:cubicBezTo>
                    <a:pt x="42" y="43"/>
                    <a:pt x="35" y="56"/>
                    <a:pt x="24" y="56"/>
                  </a:cubicBezTo>
                  <a:cubicBezTo>
                    <a:pt x="14" y="56"/>
                    <a:pt x="4" y="45"/>
                    <a:pt x="2" y="30"/>
                  </a:cubicBezTo>
                  <a:cubicBezTo>
                    <a:pt x="0" y="15"/>
                    <a:pt x="7" y="2"/>
                    <a:pt x="18" y="1"/>
                  </a:cubicBezTo>
                  <a:cubicBezTo>
                    <a:pt x="29" y="0"/>
                    <a:pt x="39" y="12"/>
                    <a:pt x="41"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2" name="Freeform 176">
              <a:extLst>
                <a:ext uri="{FF2B5EF4-FFF2-40B4-BE49-F238E27FC236}">
                  <a16:creationId xmlns:a16="http://schemas.microsoft.com/office/drawing/2014/main" id="{9992FE18-7C62-0B98-12A0-0BED39D17D06}"/>
                </a:ext>
              </a:extLst>
            </p:cNvPr>
            <p:cNvSpPr>
              <a:spLocks/>
            </p:cNvSpPr>
            <p:nvPr/>
          </p:nvSpPr>
          <p:spPr bwMode="auto">
            <a:xfrm rot="5094805">
              <a:off x="90456" y="6100558"/>
              <a:ext cx="102824" cy="148523"/>
            </a:xfrm>
            <a:custGeom>
              <a:avLst/>
              <a:gdLst>
                <a:gd name="T0" fmla="*/ 2 w 42"/>
                <a:gd name="T1" fmla="*/ 31 h 60"/>
                <a:gd name="T2" fmla="*/ 18 w 42"/>
                <a:gd name="T3" fmla="*/ 1 h 60"/>
                <a:gd name="T4" fmla="*/ 40 w 42"/>
                <a:gd name="T5" fmla="*/ 28 h 60"/>
                <a:gd name="T6" fmla="*/ 24 w 42"/>
                <a:gd name="T7" fmla="*/ 58 h 60"/>
                <a:gd name="T8" fmla="*/ 2 w 42"/>
                <a:gd name="T9" fmla="*/ 31 h 60"/>
              </a:gdLst>
              <a:ahLst/>
              <a:cxnLst>
                <a:cxn ang="0">
                  <a:pos x="T0" y="T1"/>
                </a:cxn>
                <a:cxn ang="0">
                  <a:pos x="T2" y="T3"/>
                </a:cxn>
                <a:cxn ang="0">
                  <a:pos x="T4" y="T5"/>
                </a:cxn>
                <a:cxn ang="0">
                  <a:pos x="T6" y="T7"/>
                </a:cxn>
                <a:cxn ang="0">
                  <a:pos x="T8" y="T9"/>
                </a:cxn>
              </a:cxnLst>
              <a:rect l="0" t="0" r="r" b="b"/>
              <a:pathLst>
                <a:path w="42" h="60">
                  <a:moveTo>
                    <a:pt x="2" y="31"/>
                  </a:moveTo>
                  <a:cubicBezTo>
                    <a:pt x="0" y="16"/>
                    <a:pt x="7" y="2"/>
                    <a:pt x="18" y="1"/>
                  </a:cubicBezTo>
                  <a:cubicBezTo>
                    <a:pt x="29" y="0"/>
                    <a:pt x="39" y="12"/>
                    <a:pt x="40" y="28"/>
                  </a:cubicBezTo>
                  <a:cubicBezTo>
                    <a:pt x="42" y="43"/>
                    <a:pt x="35" y="57"/>
                    <a:pt x="24" y="58"/>
                  </a:cubicBezTo>
                  <a:cubicBezTo>
                    <a:pt x="14" y="60"/>
                    <a:pt x="3" y="47"/>
                    <a:pt x="2"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3" name="Freeform 177">
              <a:extLst>
                <a:ext uri="{FF2B5EF4-FFF2-40B4-BE49-F238E27FC236}">
                  <a16:creationId xmlns:a16="http://schemas.microsoft.com/office/drawing/2014/main" id="{49AC6E75-11B7-2782-3F40-5C542DD4013D}"/>
                </a:ext>
              </a:extLst>
            </p:cNvPr>
            <p:cNvSpPr>
              <a:spLocks/>
            </p:cNvSpPr>
            <p:nvPr/>
          </p:nvSpPr>
          <p:spPr bwMode="auto">
            <a:xfrm rot="5094805">
              <a:off x="129095" y="6286388"/>
              <a:ext cx="102824" cy="155378"/>
            </a:xfrm>
            <a:custGeom>
              <a:avLst/>
              <a:gdLst>
                <a:gd name="T0" fmla="*/ 2 w 42"/>
                <a:gd name="T1" fmla="*/ 34 h 63"/>
                <a:gd name="T2" fmla="*/ 19 w 42"/>
                <a:gd name="T3" fmla="*/ 2 h 63"/>
                <a:gd name="T4" fmla="*/ 41 w 42"/>
                <a:gd name="T5" fmla="*/ 30 h 63"/>
                <a:gd name="T6" fmla="*/ 24 w 42"/>
                <a:gd name="T7" fmla="*/ 61 h 63"/>
                <a:gd name="T8" fmla="*/ 2 w 42"/>
                <a:gd name="T9" fmla="*/ 34 h 63"/>
              </a:gdLst>
              <a:ahLst/>
              <a:cxnLst>
                <a:cxn ang="0">
                  <a:pos x="T0" y="T1"/>
                </a:cxn>
                <a:cxn ang="0">
                  <a:pos x="T2" y="T3"/>
                </a:cxn>
                <a:cxn ang="0">
                  <a:pos x="T4" y="T5"/>
                </a:cxn>
                <a:cxn ang="0">
                  <a:pos x="T6" y="T7"/>
                </a:cxn>
                <a:cxn ang="0">
                  <a:pos x="T8" y="T9"/>
                </a:cxn>
              </a:cxnLst>
              <a:rect l="0" t="0" r="r" b="b"/>
              <a:pathLst>
                <a:path w="42" h="63">
                  <a:moveTo>
                    <a:pt x="2" y="34"/>
                  </a:moveTo>
                  <a:cubicBezTo>
                    <a:pt x="0" y="18"/>
                    <a:pt x="8" y="3"/>
                    <a:pt x="19" y="2"/>
                  </a:cubicBezTo>
                  <a:cubicBezTo>
                    <a:pt x="30" y="0"/>
                    <a:pt x="40" y="13"/>
                    <a:pt x="41" y="30"/>
                  </a:cubicBezTo>
                  <a:cubicBezTo>
                    <a:pt x="42" y="45"/>
                    <a:pt x="34" y="59"/>
                    <a:pt x="24" y="61"/>
                  </a:cubicBezTo>
                  <a:cubicBezTo>
                    <a:pt x="14" y="63"/>
                    <a:pt x="3" y="51"/>
                    <a:pt x="2"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4" name="Freeform 178">
              <a:extLst>
                <a:ext uri="{FF2B5EF4-FFF2-40B4-BE49-F238E27FC236}">
                  <a16:creationId xmlns:a16="http://schemas.microsoft.com/office/drawing/2014/main" id="{B4182C0F-F563-AD4F-1EA4-9616D4057225}"/>
                </a:ext>
              </a:extLst>
            </p:cNvPr>
            <p:cNvSpPr>
              <a:spLocks/>
            </p:cNvSpPr>
            <p:nvPr/>
          </p:nvSpPr>
          <p:spPr bwMode="auto">
            <a:xfrm rot="5094805">
              <a:off x="183966" y="6477540"/>
              <a:ext cx="105109" cy="155378"/>
            </a:xfrm>
            <a:custGeom>
              <a:avLst/>
              <a:gdLst>
                <a:gd name="T0" fmla="*/ 41 w 42"/>
                <a:gd name="T1" fmla="*/ 27 h 63"/>
                <a:gd name="T2" fmla="*/ 23 w 42"/>
                <a:gd name="T3" fmla="*/ 61 h 63"/>
                <a:gd name="T4" fmla="*/ 2 w 42"/>
                <a:gd name="T5" fmla="*/ 37 h 63"/>
                <a:gd name="T6" fmla="*/ 18 w 42"/>
                <a:gd name="T7" fmla="*/ 3 h 63"/>
                <a:gd name="T8" fmla="*/ 41 w 42"/>
                <a:gd name="T9" fmla="*/ 27 h 63"/>
              </a:gdLst>
              <a:ahLst/>
              <a:cxnLst>
                <a:cxn ang="0">
                  <a:pos x="T0" y="T1"/>
                </a:cxn>
                <a:cxn ang="0">
                  <a:pos x="T2" y="T3"/>
                </a:cxn>
                <a:cxn ang="0">
                  <a:pos x="T4" y="T5"/>
                </a:cxn>
                <a:cxn ang="0">
                  <a:pos x="T6" y="T7"/>
                </a:cxn>
                <a:cxn ang="0">
                  <a:pos x="T8" y="T9"/>
                </a:cxn>
              </a:cxnLst>
              <a:rect l="0" t="0" r="r" b="b"/>
              <a:pathLst>
                <a:path w="42" h="63">
                  <a:moveTo>
                    <a:pt x="41" y="27"/>
                  </a:moveTo>
                  <a:cubicBezTo>
                    <a:pt x="42" y="43"/>
                    <a:pt x="34" y="59"/>
                    <a:pt x="23" y="61"/>
                  </a:cubicBezTo>
                  <a:cubicBezTo>
                    <a:pt x="13" y="63"/>
                    <a:pt x="3" y="53"/>
                    <a:pt x="2" y="37"/>
                  </a:cubicBezTo>
                  <a:cubicBezTo>
                    <a:pt x="0" y="21"/>
                    <a:pt x="7" y="5"/>
                    <a:pt x="18" y="3"/>
                  </a:cubicBezTo>
                  <a:cubicBezTo>
                    <a:pt x="29" y="0"/>
                    <a:pt x="39" y="11"/>
                    <a:pt x="4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5" name="Freeform 179">
              <a:extLst>
                <a:ext uri="{FF2B5EF4-FFF2-40B4-BE49-F238E27FC236}">
                  <a16:creationId xmlns:a16="http://schemas.microsoft.com/office/drawing/2014/main" id="{5DF44AEB-39CB-D765-D6C3-EB89EBDFF807}"/>
                </a:ext>
              </a:extLst>
            </p:cNvPr>
            <p:cNvSpPr>
              <a:spLocks/>
            </p:cNvSpPr>
            <p:nvPr/>
          </p:nvSpPr>
          <p:spPr bwMode="auto">
            <a:xfrm rot="5094805">
              <a:off x="254777" y="6667477"/>
              <a:ext cx="102824" cy="155378"/>
            </a:xfrm>
            <a:custGeom>
              <a:avLst/>
              <a:gdLst>
                <a:gd name="T0" fmla="*/ 1 w 42"/>
                <a:gd name="T1" fmla="*/ 37 h 63"/>
                <a:gd name="T2" fmla="*/ 19 w 42"/>
                <a:gd name="T3" fmla="*/ 3 h 63"/>
                <a:gd name="T4" fmla="*/ 41 w 42"/>
                <a:gd name="T5" fmla="*/ 26 h 63"/>
                <a:gd name="T6" fmla="*/ 24 w 42"/>
                <a:gd name="T7" fmla="*/ 60 h 63"/>
                <a:gd name="T8" fmla="*/ 1 w 42"/>
                <a:gd name="T9" fmla="*/ 37 h 63"/>
              </a:gdLst>
              <a:ahLst/>
              <a:cxnLst>
                <a:cxn ang="0">
                  <a:pos x="T0" y="T1"/>
                </a:cxn>
                <a:cxn ang="0">
                  <a:pos x="T2" y="T3"/>
                </a:cxn>
                <a:cxn ang="0">
                  <a:pos x="T4" y="T5"/>
                </a:cxn>
                <a:cxn ang="0">
                  <a:pos x="T6" y="T7"/>
                </a:cxn>
                <a:cxn ang="0">
                  <a:pos x="T8" y="T9"/>
                </a:cxn>
              </a:cxnLst>
              <a:rect l="0" t="0" r="r" b="b"/>
              <a:pathLst>
                <a:path w="42" h="63">
                  <a:moveTo>
                    <a:pt x="1" y="37"/>
                  </a:moveTo>
                  <a:cubicBezTo>
                    <a:pt x="0" y="21"/>
                    <a:pt x="8" y="5"/>
                    <a:pt x="19" y="3"/>
                  </a:cubicBezTo>
                  <a:cubicBezTo>
                    <a:pt x="30" y="0"/>
                    <a:pt x="40" y="10"/>
                    <a:pt x="41" y="26"/>
                  </a:cubicBezTo>
                  <a:cubicBezTo>
                    <a:pt x="42" y="41"/>
                    <a:pt x="34" y="56"/>
                    <a:pt x="24" y="60"/>
                  </a:cubicBezTo>
                  <a:cubicBezTo>
                    <a:pt x="13" y="63"/>
                    <a:pt x="3" y="53"/>
                    <a:pt x="1"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6" name="Freeform 219">
              <a:extLst>
                <a:ext uri="{FF2B5EF4-FFF2-40B4-BE49-F238E27FC236}">
                  <a16:creationId xmlns:a16="http://schemas.microsoft.com/office/drawing/2014/main" id="{971A67FB-E183-0A15-492E-21E78B74314E}"/>
                </a:ext>
              </a:extLst>
            </p:cNvPr>
            <p:cNvSpPr>
              <a:spLocks/>
            </p:cNvSpPr>
            <p:nvPr/>
          </p:nvSpPr>
          <p:spPr bwMode="auto">
            <a:xfrm rot="5094805">
              <a:off x="-45619" y="3442321"/>
              <a:ext cx="100539" cy="36560"/>
            </a:xfrm>
            <a:custGeom>
              <a:avLst/>
              <a:gdLst>
                <a:gd name="T0" fmla="*/ 40 w 41"/>
                <a:gd name="T1" fmla="*/ 5 h 15"/>
                <a:gd name="T2" fmla="*/ 22 w 41"/>
                <a:gd name="T3" fmla="*/ 14 h 15"/>
                <a:gd name="T4" fmla="*/ 1 w 41"/>
                <a:gd name="T5" fmla="*/ 11 h 15"/>
                <a:gd name="T6" fmla="*/ 18 w 41"/>
                <a:gd name="T7" fmla="*/ 2 h 15"/>
                <a:gd name="T8" fmla="*/ 40 w 41"/>
                <a:gd name="T9" fmla="*/ 5 h 15"/>
              </a:gdLst>
              <a:ahLst/>
              <a:cxnLst>
                <a:cxn ang="0">
                  <a:pos x="T0" y="T1"/>
                </a:cxn>
                <a:cxn ang="0">
                  <a:pos x="T2" y="T3"/>
                </a:cxn>
                <a:cxn ang="0">
                  <a:pos x="T4" y="T5"/>
                </a:cxn>
                <a:cxn ang="0">
                  <a:pos x="T6" y="T7"/>
                </a:cxn>
                <a:cxn ang="0">
                  <a:pos x="T8" y="T9"/>
                </a:cxn>
              </a:cxnLst>
              <a:rect l="0" t="0" r="r" b="b"/>
              <a:pathLst>
                <a:path w="41" h="15">
                  <a:moveTo>
                    <a:pt x="40" y="5"/>
                  </a:moveTo>
                  <a:cubicBezTo>
                    <a:pt x="41" y="8"/>
                    <a:pt x="32" y="12"/>
                    <a:pt x="22" y="14"/>
                  </a:cubicBezTo>
                  <a:cubicBezTo>
                    <a:pt x="11" y="15"/>
                    <a:pt x="2" y="14"/>
                    <a:pt x="1" y="11"/>
                  </a:cubicBezTo>
                  <a:cubicBezTo>
                    <a:pt x="0" y="8"/>
                    <a:pt x="8" y="4"/>
                    <a:pt x="18" y="2"/>
                  </a:cubicBezTo>
                  <a:cubicBezTo>
                    <a:pt x="29" y="0"/>
                    <a:pt x="39" y="2"/>
                    <a:pt x="4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7" name="Freeform 220">
              <a:extLst>
                <a:ext uri="{FF2B5EF4-FFF2-40B4-BE49-F238E27FC236}">
                  <a16:creationId xmlns:a16="http://schemas.microsoft.com/office/drawing/2014/main" id="{A7325E92-5783-844A-A308-A7FA08CB326F}"/>
                </a:ext>
              </a:extLst>
            </p:cNvPr>
            <p:cNvSpPr>
              <a:spLocks/>
            </p:cNvSpPr>
            <p:nvPr/>
          </p:nvSpPr>
          <p:spPr bwMode="auto">
            <a:xfrm rot="5094805">
              <a:off x="-2225" y="3632306"/>
              <a:ext cx="100539" cy="38845"/>
            </a:xfrm>
            <a:custGeom>
              <a:avLst/>
              <a:gdLst>
                <a:gd name="T0" fmla="*/ 0 w 40"/>
                <a:gd name="T1" fmla="*/ 10 h 16"/>
                <a:gd name="T2" fmla="*/ 19 w 40"/>
                <a:gd name="T3" fmla="*/ 1 h 16"/>
                <a:gd name="T4" fmla="*/ 39 w 40"/>
                <a:gd name="T5" fmla="*/ 6 h 16"/>
                <a:gd name="T6" fmla="*/ 22 w 40"/>
                <a:gd name="T7" fmla="*/ 15 h 16"/>
                <a:gd name="T8" fmla="*/ 0 w 40"/>
                <a:gd name="T9" fmla="*/ 10 h 16"/>
              </a:gdLst>
              <a:ahLst/>
              <a:cxnLst>
                <a:cxn ang="0">
                  <a:pos x="T0" y="T1"/>
                </a:cxn>
                <a:cxn ang="0">
                  <a:pos x="T2" y="T3"/>
                </a:cxn>
                <a:cxn ang="0">
                  <a:pos x="T4" y="T5"/>
                </a:cxn>
                <a:cxn ang="0">
                  <a:pos x="T6" y="T7"/>
                </a:cxn>
                <a:cxn ang="0">
                  <a:pos x="T8" y="T9"/>
                </a:cxn>
              </a:cxnLst>
              <a:rect l="0" t="0" r="r" b="b"/>
              <a:pathLst>
                <a:path w="40" h="16">
                  <a:moveTo>
                    <a:pt x="0" y="10"/>
                  </a:moveTo>
                  <a:cubicBezTo>
                    <a:pt x="0" y="7"/>
                    <a:pt x="8" y="3"/>
                    <a:pt x="19" y="1"/>
                  </a:cubicBezTo>
                  <a:cubicBezTo>
                    <a:pt x="30" y="0"/>
                    <a:pt x="39" y="2"/>
                    <a:pt x="39" y="6"/>
                  </a:cubicBezTo>
                  <a:cubicBezTo>
                    <a:pt x="40" y="9"/>
                    <a:pt x="32" y="13"/>
                    <a:pt x="22" y="15"/>
                  </a:cubicBezTo>
                  <a:cubicBezTo>
                    <a:pt x="11" y="16"/>
                    <a:pt x="1" y="14"/>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8" name="Freeform 221">
              <a:extLst>
                <a:ext uri="{FF2B5EF4-FFF2-40B4-BE49-F238E27FC236}">
                  <a16:creationId xmlns:a16="http://schemas.microsoft.com/office/drawing/2014/main" id="{1FEAD8C6-D28E-89BB-C7F9-E451C27DC824}"/>
                </a:ext>
              </a:extLst>
            </p:cNvPr>
            <p:cNvSpPr>
              <a:spLocks/>
            </p:cNvSpPr>
            <p:nvPr/>
          </p:nvSpPr>
          <p:spPr bwMode="auto">
            <a:xfrm rot="5094805">
              <a:off x="37754" y="3821454"/>
              <a:ext cx="100539" cy="43415"/>
            </a:xfrm>
            <a:custGeom>
              <a:avLst/>
              <a:gdLst>
                <a:gd name="T0" fmla="*/ 40 w 41"/>
                <a:gd name="T1" fmla="*/ 6 h 17"/>
                <a:gd name="T2" fmla="*/ 21 w 41"/>
                <a:gd name="T3" fmla="*/ 16 h 17"/>
                <a:gd name="T4" fmla="*/ 1 w 41"/>
                <a:gd name="T5" fmla="*/ 11 h 17"/>
                <a:gd name="T6" fmla="*/ 18 w 41"/>
                <a:gd name="T7" fmla="*/ 1 h 17"/>
                <a:gd name="T8" fmla="*/ 40 w 41"/>
                <a:gd name="T9" fmla="*/ 6 h 17"/>
              </a:gdLst>
              <a:ahLst/>
              <a:cxnLst>
                <a:cxn ang="0">
                  <a:pos x="T0" y="T1"/>
                </a:cxn>
                <a:cxn ang="0">
                  <a:pos x="T2" y="T3"/>
                </a:cxn>
                <a:cxn ang="0">
                  <a:pos x="T4" y="T5"/>
                </a:cxn>
                <a:cxn ang="0">
                  <a:pos x="T6" y="T7"/>
                </a:cxn>
                <a:cxn ang="0">
                  <a:pos x="T8" y="T9"/>
                </a:cxn>
              </a:cxnLst>
              <a:rect l="0" t="0" r="r" b="b"/>
              <a:pathLst>
                <a:path w="41" h="17">
                  <a:moveTo>
                    <a:pt x="40" y="6"/>
                  </a:moveTo>
                  <a:cubicBezTo>
                    <a:pt x="41" y="11"/>
                    <a:pt x="32" y="15"/>
                    <a:pt x="21" y="16"/>
                  </a:cubicBezTo>
                  <a:cubicBezTo>
                    <a:pt x="11" y="17"/>
                    <a:pt x="2" y="15"/>
                    <a:pt x="1" y="11"/>
                  </a:cubicBezTo>
                  <a:cubicBezTo>
                    <a:pt x="0" y="7"/>
                    <a:pt x="7" y="2"/>
                    <a:pt x="18" y="1"/>
                  </a:cubicBezTo>
                  <a:cubicBezTo>
                    <a:pt x="29" y="0"/>
                    <a:pt x="39" y="2"/>
                    <a:pt x="4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9" name="Freeform 222">
              <a:extLst>
                <a:ext uri="{FF2B5EF4-FFF2-40B4-BE49-F238E27FC236}">
                  <a16:creationId xmlns:a16="http://schemas.microsoft.com/office/drawing/2014/main" id="{4E61C08E-24A4-6B95-09D9-E6009E4AFF9C}"/>
                </a:ext>
              </a:extLst>
            </p:cNvPr>
            <p:cNvSpPr>
              <a:spLocks/>
            </p:cNvSpPr>
            <p:nvPr/>
          </p:nvSpPr>
          <p:spPr bwMode="auto">
            <a:xfrm rot="5094805">
              <a:off x="76499" y="4009666"/>
              <a:ext cx="98254" cy="47984"/>
            </a:xfrm>
            <a:custGeom>
              <a:avLst/>
              <a:gdLst>
                <a:gd name="T0" fmla="*/ 0 w 40"/>
                <a:gd name="T1" fmla="*/ 11 h 19"/>
                <a:gd name="T2" fmla="*/ 19 w 40"/>
                <a:gd name="T3" fmla="*/ 1 h 19"/>
                <a:gd name="T4" fmla="*/ 39 w 40"/>
                <a:gd name="T5" fmla="*/ 9 h 19"/>
                <a:gd name="T6" fmla="*/ 21 w 40"/>
                <a:gd name="T7" fmla="*/ 19 h 19"/>
                <a:gd name="T8" fmla="*/ 0 w 40"/>
                <a:gd name="T9" fmla="*/ 11 h 19"/>
              </a:gdLst>
              <a:ahLst/>
              <a:cxnLst>
                <a:cxn ang="0">
                  <a:pos x="T0" y="T1"/>
                </a:cxn>
                <a:cxn ang="0">
                  <a:pos x="T2" y="T3"/>
                </a:cxn>
                <a:cxn ang="0">
                  <a:pos x="T4" y="T5"/>
                </a:cxn>
                <a:cxn ang="0">
                  <a:pos x="T6" y="T7"/>
                </a:cxn>
                <a:cxn ang="0">
                  <a:pos x="T8" y="T9"/>
                </a:cxn>
              </a:cxnLst>
              <a:rect l="0" t="0" r="r" b="b"/>
              <a:pathLst>
                <a:path w="40" h="19">
                  <a:moveTo>
                    <a:pt x="0" y="11"/>
                  </a:moveTo>
                  <a:cubicBezTo>
                    <a:pt x="0" y="6"/>
                    <a:pt x="8" y="2"/>
                    <a:pt x="19" y="1"/>
                  </a:cubicBezTo>
                  <a:cubicBezTo>
                    <a:pt x="30" y="0"/>
                    <a:pt x="39" y="4"/>
                    <a:pt x="39" y="9"/>
                  </a:cubicBezTo>
                  <a:cubicBezTo>
                    <a:pt x="40" y="14"/>
                    <a:pt x="31" y="18"/>
                    <a:pt x="21" y="19"/>
                  </a:cubicBezTo>
                  <a:cubicBezTo>
                    <a:pt x="10" y="19"/>
                    <a:pt x="1" y="16"/>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0" name="Freeform 223">
              <a:extLst>
                <a:ext uri="{FF2B5EF4-FFF2-40B4-BE49-F238E27FC236}">
                  <a16:creationId xmlns:a16="http://schemas.microsoft.com/office/drawing/2014/main" id="{A17FA5E7-7123-C964-B4D8-F12433D7EE40}"/>
                </a:ext>
              </a:extLst>
            </p:cNvPr>
            <p:cNvSpPr>
              <a:spLocks/>
            </p:cNvSpPr>
            <p:nvPr/>
          </p:nvSpPr>
          <p:spPr bwMode="auto">
            <a:xfrm rot="5094805">
              <a:off x="94743" y="4199295"/>
              <a:ext cx="105109" cy="52554"/>
            </a:xfrm>
            <a:custGeom>
              <a:avLst/>
              <a:gdLst>
                <a:gd name="T0" fmla="*/ 41 w 42"/>
                <a:gd name="T1" fmla="*/ 11 h 21"/>
                <a:gd name="T2" fmla="*/ 23 w 42"/>
                <a:gd name="T3" fmla="*/ 21 h 21"/>
                <a:gd name="T4" fmla="*/ 2 w 42"/>
                <a:gd name="T5" fmla="*/ 11 h 21"/>
                <a:gd name="T6" fmla="*/ 19 w 42"/>
                <a:gd name="T7" fmla="*/ 0 h 21"/>
                <a:gd name="T8" fmla="*/ 41 w 42"/>
                <a:gd name="T9" fmla="*/ 11 h 21"/>
              </a:gdLst>
              <a:ahLst/>
              <a:cxnLst>
                <a:cxn ang="0">
                  <a:pos x="T0" y="T1"/>
                </a:cxn>
                <a:cxn ang="0">
                  <a:pos x="T2" y="T3"/>
                </a:cxn>
                <a:cxn ang="0">
                  <a:pos x="T4" y="T5"/>
                </a:cxn>
                <a:cxn ang="0">
                  <a:pos x="T6" y="T7"/>
                </a:cxn>
                <a:cxn ang="0">
                  <a:pos x="T8" y="T9"/>
                </a:cxn>
              </a:cxnLst>
              <a:rect l="0" t="0" r="r" b="b"/>
              <a:pathLst>
                <a:path w="42" h="21">
                  <a:moveTo>
                    <a:pt x="41" y="11"/>
                  </a:moveTo>
                  <a:cubicBezTo>
                    <a:pt x="42" y="17"/>
                    <a:pt x="34" y="21"/>
                    <a:pt x="23" y="21"/>
                  </a:cubicBezTo>
                  <a:cubicBezTo>
                    <a:pt x="13" y="20"/>
                    <a:pt x="4" y="16"/>
                    <a:pt x="2" y="11"/>
                  </a:cubicBezTo>
                  <a:cubicBezTo>
                    <a:pt x="0" y="5"/>
                    <a:pt x="8" y="0"/>
                    <a:pt x="19" y="0"/>
                  </a:cubicBezTo>
                  <a:cubicBezTo>
                    <a:pt x="29" y="0"/>
                    <a:pt x="40" y="5"/>
                    <a:pt x="4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1" name="Freeform 224">
              <a:extLst>
                <a:ext uri="{FF2B5EF4-FFF2-40B4-BE49-F238E27FC236}">
                  <a16:creationId xmlns:a16="http://schemas.microsoft.com/office/drawing/2014/main" id="{E8315541-BF5D-E0EE-6E86-2A7C54FE73F3}"/>
                </a:ext>
              </a:extLst>
            </p:cNvPr>
            <p:cNvSpPr>
              <a:spLocks/>
            </p:cNvSpPr>
            <p:nvPr/>
          </p:nvSpPr>
          <p:spPr bwMode="auto">
            <a:xfrm rot="5094805">
              <a:off x="105144" y="4386709"/>
              <a:ext cx="100539" cy="66264"/>
            </a:xfrm>
            <a:custGeom>
              <a:avLst/>
              <a:gdLst>
                <a:gd name="T0" fmla="*/ 41 w 41"/>
                <a:gd name="T1" fmla="*/ 15 h 27"/>
                <a:gd name="T2" fmla="*/ 22 w 41"/>
                <a:gd name="T3" fmla="*/ 25 h 27"/>
                <a:gd name="T4" fmla="*/ 2 w 41"/>
                <a:gd name="T5" fmla="*/ 12 h 27"/>
                <a:gd name="T6" fmla="*/ 19 w 41"/>
                <a:gd name="T7" fmla="*/ 1 h 27"/>
                <a:gd name="T8" fmla="*/ 41 w 41"/>
                <a:gd name="T9" fmla="*/ 15 h 27"/>
              </a:gdLst>
              <a:ahLst/>
              <a:cxnLst>
                <a:cxn ang="0">
                  <a:pos x="T0" y="T1"/>
                </a:cxn>
                <a:cxn ang="0">
                  <a:pos x="T2" y="T3"/>
                </a:cxn>
                <a:cxn ang="0">
                  <a:pos x="T4" y="T5"/>
                </a:cxn>
                <a:cxn ang="0">
                  <a:pos x="T6" y="T7"/>
                </a:cxn>
                <a:cxn ang="0">
                  <a:pos x="T8" y="T9"/>
                </a:cxn>
              </a:cxnLst>
              <a:rect l="0" t="0" r="r" b="b"/>
              <a:pathLst>
                <a:path w="41" h="27">
                  <a:moveTo>
                    <a:pt x="41" y="15"/>
                  </a:moveTo>
                  <a:cubicBezTo>
                    <a:pt x="41" y="22"/>
                    <a:pt x="33" y="27"/>
                    <a:pt x="22" y="25"/>
                  </a:cubicBezTo>
                  <a:cubicBezTo>
                    <a:pt x="11" y="24"/>
                    <a:pt x="3" y="18"/>
                    <a:pt x="2" y="12"/>
                  </a:cubicBezTo>
                  <a:cubicBezTo>
                    <a:pt x="0" y="5"/>
                    <a:pt x="8" y="0"/>
                    <a:pt x="19" y="1"/>
                  </a:cubicBezTo>
                  <a:cubicBezTo>
                    <a:pt x="30" y="2"/>
                    <a:pt x="40" y="8"/>
                    <a:pt x="4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2" name="Freeform 225">
              <a:extLst>
                <a:ext uri="{FF2B5EF4-FFF2-40B4-BE49-F238E27FC236}">
                  <a16:creationId xmlns:a16="http://schemas.microsoft.com/office/drawing/2014/main" id="{028163EF-8975-1F8C-E26A-0259711A7C03}"/>
                </a:ext>
              </a:extLst>
            </p:cNvPr>
            <p:cNvSpPr>
              <a:spLocks/>
            </p:cNvSpPr>
            <p:nvPr/>
          </p:nvSpPr>
          <p:spPr bwMode="auto">
            <a:xfrm rot="5094805">
              <a:off x="101880" y="4577420"/>
              <a:ext cx="100539" cy="75404"/>
            </a:xfrm>
            <a:custGeom>
              <a:avLst/>
              <a:gdLst>
                <a:gd name="T0" fmla="*/ 40 w 41"/>
                <a:gd name="T1" fmla="*/ 18 h 31"/>
                <a:gd name="T2" fmla="*/ 22 w 41"/>
                <a:gd name="T3" fmla="*/ 29 h 31"/>
                <a:gd name="T4" fmla="*/ 1 w 41"/>
                <a:gd name="T5" fmla="*/ 13 h 31"/>
                <a:gd name="T6" fmla="*/ 18 w 41"/>
                <a:gd name="T7" fmla="*/ 1 h 31"/>
                <a:gd name="T8" fmla="*/ 40 w 41"/>
                <a:gd name="T9" fmla="*/ 18 h 31"/>
              </a:gdLst>
              <a:ahLst/>
              <a:cxnLst>
                <a:cxn ang="0">
                  <a:pos x="T0" y="T1"/>
                </a:cxn>
                <a:cxn ang="0">
                  <a:pos x="T2" y="T3"/>
                </a:cxn>
                <a:cxn ang="0">
                  <a:pos x="T4" y="T5"/>
                </a:cxn>
                <a:cxn ang="0">
                  <a:pos x="T6" y="T7"/>
                </a:cxn>
                <a:cxn ang="0">
                  <a:pos x="T8" y="T9"/>
                </a:cxn>
              </a:cxnLst>
              <a:rect l="0" t="0" r="r" b="b"/>
              <a:pathLst>
                <a:path w="41" h="31">
                  <a:moveTo>
                    <a:pt x="40" y="18"/>
                  </a:moveTo>
                  <a:cubicBezTo>
                    <a:pt x="41" y="26"/>
                    <a:pt x="33" y="31"/>
                    <a:pt x="22" y="29"/>
                  </a:cubicBezTo>
                  <a:cubicBezTo>
                    <a:pt x="12" y="27"/>
                    <a:pt x="3" y="20"/>
                    <a:pt x="1" y="13"/>
                  </a:cubicBezTo>
                  <a:cubicBezTo>
                    <a:pt x="0" y="5"/>
                    <a:pt x="7" y="0"/>
                    <a:pt x="18" y="1"/>
                  </a:cubicBezTo>
                  <a:cubicBezTo>
                    <a:pt x="29" y="2"/>
                    <a:pt x="39" y="9"/>
                    <a:pt x="4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3" name="Freeform 226">
              <a:extLst>
                <a:ext uri="{FF2B5EF4-FFF2-40B4-BE49-F238E27FC236}">
                  <a16:creationId xmlns:a16="http://schemas.microsoft.com/office/drawing/2014/main" id="{C6495349-B6F6-8932-5199-588A258E63BF}"/>
                </a:ext>
              </a:extLst>
            </p:cNvPr>
            <p:cNvSpPr>
              <a:spLocks/>
            </p:cNvSpPr>
            <p:nvPr/>
          </p:nvSpPr>
          <p:spPr bwMode="auto">
            <a:xfrm rot="5094805">
              <a:off x="93023" y="4767390"/>
              <a:ext cx="102824" cy="89114"/>
            </a:xfrm>
            <a:custGeom>
              <a:avLst/>
              <a:gdLst>
                <a:gd name="T0" fmla="*/ 1 w 41"/>
                <a:gd name="T1" fmla="*/ 15 h 36"/>
                <a:gd name="T2" fmla="*/ 19 w 41"/>
                <a:gd name="T3" fmla="*/ 2 h 36"/>
                <a:gd name="T4" fmla="*/ 40 w 41"/>
                <a:gd name="T5" fmla="*/ 21 h 36"/>
                <a:gd name="T6" fmla="*/ 23 w 41"/>
                <a:gd name="T7" fmla="*/ 34 h 36"/>
                <a:gd name="T8" fmla="*/ 1 w 41"/>
                <a:gd name="T9" fmla="*/ 15 h 36"/>
              </a:gdLst>
              <a:ahLst/>
              <a:cxnLst>
                <a:cxn ang="0">
                  <a:pos x="T0" y="T1"/>
                </a:cxn>
                <a:cxn ang="0">
                  <a:pos x="T2" y="T3"/>
                </a:cxn>
                <a:cxn ang="0">
                  <a:pos x="T4" y="T5"/>
                </a:cxn>
                <a:cxn ang="0">
                  <a:pos x="T6" y="T7"/>
                </a:cxn>
                <a:cxn ang="0">
                  <a:pos x="T8" y="T9"/>
                </a:cxn>
              </a:cxnLst>
              <a:rect l="0" t="0" r="r" b="b"/>
              <a:pathLst>
                <a:path w="41" h="36">
                  <a:moveTo>
                    <a:pt x="1" y="15"/>
                  </a:moveTo>
                  <a:cubicBezTo>
                    <a:pt x="0" y="6"/>
                    <a:pt x="8" y="0"/>
                    <a:pt x="19" y="2"/>
                  </a:cubicBezTo>
                  <a:cubicBezTo>
                    <a:pt x="30" y="3"/>
                    <a:pt x="39" y="12"/>
                    <a:pt x="40" y="21"/>
                  </a:cubicBezTo>
                  <a:cubicBezTo>
                    <a:pt x="41" y="30"/>
                    <a:pt x="33" y="36"/>
                    <a:pt x="23" y="34"/>
                  </a:cubicBezTo>
                  <a:cubicBezTo>
                    <a:pt x="12" y="32"/>
                    <a:pt x="2" y="23"/>
                    <a:pt x="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4" name="Freeform 254">
              <a:extLst>
                <a:ext uri="{FF2B5EF4-FFF2-40B4-BE49-F238E27FC236}">
                  <a16:creationId xmlns:a16="http://schemas.microsoft.com/office/drawing/2014/main" id="{71D0BC5E-DAE0-387A-8F1A-18E91FE50F59}"/>
                </a:ext>
              </a:extLst>
            </p:cNvPr>
            <p:cNvSpPr>
              <a:spLocks/>
            </p:cNvSpPr>
            <p:nvPr/>
          </p:nvSpPr>
          <p:spPr bwMode="auto">
            <a:xfrm rot="5094805">
              <a:off x="-45834" y="3339100"/>
              <a:ext cx="100539" cy="31990"/>
            </a:xfrm>
            <a:custGeom>
              <a:avLst/>
              <a:gdLst>
                <a:gd name="T0" fmla="*/ 19 w 41"/>
                <a:gd name="T1" fmla="*/ 2 h 13"/>
                <a:gd name="T2" fmla="*/ 40 w 41"/>
                <a:gd name="T3" fmla="*/ 3 h 13"/>
                <a:gd name="T4" fmla="*/ 22 w 41"/>
                <a:gd name="T5" fmla="*/ 11 h 13"/>
                <a:gd name="T6" fmla="*/ 1 w 41"/>
                <a:gd name="T7" fmla="*/ 9 h 13"/>
                <a:gd name="T8" fmla="*/ 19 w 41"/>
                <a:gd name="T9" fmla="*/ 2 h 13"/>
              </a:gdLst>
              <a:ahLst/>
              <a:cxnLst>
                <a:cxn ang="0">
                  <a:pos x="T0" y="T1"/>
                </a:cxn>
                <a:cxn ang="0">
                  <a:pos x="T2" y="T3"/>
                </a:cxn>
                <a:cxn ang="0">
                  <a:pos x="T4" y="T5"/>
                </a:cxn>
                <a:cxn ang="0">
                  <a:pos x="T6" y="T7"/>
                </a:cxn>
                <a:cxn ang="0">
                  <a:pos x="T8" y="T9"/>
                </a:cxn>
              </a:cxnLst>
              <a:rect l="0" t="0" r="r" b="b"/>
              <a:pathLst>
                <a:path w="41" h="13">
                  <a:moveTo>
                    <a:pt x="19" y="2"/>
                  </a:moveTo>
                  <a:cubicBezTo>
                    <a:pt x="30" y="0"/>
                    <a:pt x="39" y="0"/>
                    <a:pt x="40" y="3"/>
                  </a:cubicBezTo>
                  <a:cubicBezTo>
                    <a:pt x="41" y="6"/>
                    <a:pt x="33" y="9"/>
                    <a:pt x="22" y="11"/>
                  </a:cubicBezTo>
                  <a:cubicBezTo>
                    <a:pt x="12" y="13"/>
                    <a:pt x="3" y="12"/>
                    <a:pt x="1" y="9"/>
                  </a:cubicBezTo>
                  <a:cubicBezTo>
                    <a:pt x="0" y="7"/>
                    <a:pt x="8" y="3"/>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5" name="Freeform 255">
              <a:extLst>
                <a:ext uri="{FF2B5EF4-FFF2-40B4-BE49-F238E27FC236}">
                  <a16:creationId xmlns:a16="http://schemas.microsoft.com/office/drawing/2014/main" id="{79518685-C77C-10A7-BCF4-28BA06C8E8F6}"/>
                </a:ext>
              </a:extLst>
            </p:cNvPr>
            <p:cNvSpPr>
              <a:spLocks/>
            </p:cNvSpPr>
            <p:nvPr/>
          </p:nvSpPr>
          <p:spPr bwMode="auto">
            <a:xfrm rot="5094805">
              <a:off x="3047" y="3525161"/>
              <a:ext cx="100539" cy="36560"/>
            </a:xfrm>
            <a:custGeom>
              <a:avLst/>
              <a:gdLst>
                <a:gd name="T0" fmla="*/ 22 w 41"/>
                <a:gd name="T1" fmla="*/ 13 h 15"/>
                <a:gd name="T2" fmla="*/ 2 w 41"/>
                <a:gd name="T3" fmla="*/ 11 h 15"/>
                <a:gd name="T4" fmla="*/ 20 w 41"/>
                <a:gd name="T5" fmla="*/ 2 h 15"/>
                <a:gd name="T6" fmla="*/ 40 w 41"/>
                <a:gd name="T7" fmla="*/ 4 h 15"/>
                <a:gd name="T8" fmla="*/ 22 w 41"/>
                <a:gd name="T9" fmla="*/ 13 h 15"/>
              </a:gdLst>
              <a:ahLst/>
              <a:cxnLst>
                <a:cxn ang="0">
                  <a:pos x="T0" y="T1"/>
                </a:cxn>
                <a:cxn ang="0">
                  <a:pos x="T2" y="T3"/>
                </a:cxn>
                <a:cxn ang="0">
                  <a:pos x="T4" y="T5"/>
                </a:cxn>
                <a:cxn ang="0">
                  <a:pos x="T6" y="T7"/>
                </a:cxn>
                <a:cxn ang="0">
                  <a:pos x="T8" y="T9"/>
                </a:cxn>
              </a:cxnLst>
              <a:rect l="0" t="0" r="r" b="b"/>
              <a:pathLst>
                <a:path w="41" h="15">
                  <a:moveTo>
                    <a:pt x="22" y="13"/>
                  </a:moveTo>
                  <a:cubicBezTo>
                    <a:pt x="12" y="15"/>
                    <a:pt x="3" y="13"/>
                    <a:pt x="2" y="11"/>
                  </a:cubicBezTo>
                  <a:cubicBezTo>
                    <a:pt x="0" y="8"/>
                    <a:pt x="9" y="4"/>
                    <a:pt x="20" y="2"/>
                  </a:cubicBezTo>
                  <a:cubicBezTo>
                    <a:pt x="30" y="0"/>
                    <a:pt x="39" y="1"/>
                    <a:pt x="40" y="4"/>
                  </a:cubicBezTo>
                  <a:cubicBezTo>
                    <a:pt x="41" y="8"/>
                    <a:pt x="33" y="12"/>
                    <a:pt x="2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6" name="Freeform 256">
              <a:extLst>
                <a:ext uri="{FF2B5EF4-FFF2-40B4-BE49-F238E27FC236}">
                  <a16:creationId xmlns:a16="http://schemas.microsoft.com/office/drawing/2014/main" id="{1E65133F-0341-09D2-B5CD-7BF5B86B6371}"/>
                </a:ext>
              </a:extLst>
            </p:cNvPr>
            <p:cNvSpPr>
              <a:spLocks/>
            </p:cNvSpPr>
            <p:nvPr/>
          </p:nvSpPr>
          <p:spPr bwMode="auto">
            <a:xfrm rot="5094805">
              <a:off x="48813" y="3717124"/>
              <a:ext cx="102824" cy="36560"/>
            </a:xfrm>
            <a:custGeom>
              <a:avLst/>
              <a:gdLst>
                <a:gd name="T0" fmla="*/ 22 w 41"/>
                <a:gd name="T1" fmla="*/ 14 h 15"/>
                <a:gd name="T2" fmla="*/ 1 w 41"/>
                <a:gd name="T3" fmla="*/ 10 h 15"/>
                <a:gd name="T4" fmla="*/ 19 w 41"/>
                <a:gd name="T5" fmla="*/ 1 h 15"/>
                <a:gd name="T6" fmla="*/ 40 w 41"/>
                <a:gd name="T7" fmla="*/ 5 h 15"/>
                <a:gd name="T8" fmla="*/ 22 w 41"/>
                <a:gd name="T9" fmla="*/ 14 h 15"/>
              </a:gdLst>
              <a:ahLst/>
              <a:cxnLst>
                <a:cxn ang="0">
                  <a:pos x="T0" y="T1"/>
                </a:cxn>
                <a:cxn ang="0">
                  <a:pos x="T2" y="T3"/>
                </a:cxn>
                <a:cxn ang="0">
                  <a:pos x="T4" y="T5"/>
                </a:cxn>
                <a:cxn ang="0">
                  <a:pos x="T6" y="T7"/>
                </a:cxn>
                <a:cxn ang="0">
                  <a:pos x="T8" y="T9"/>
                </a:cxn>
              </a:cxnLst>
              <a:rect l="0" t="0" r="r" b="b"/>
              <a:pathLst>
                <a:path w="41" h="15">
                  <a:moveTo>
                    <a:pt x="22" y="14"/>
                  </a:moveTo>
                  <a:cubicBezTo>
                    <a:pt x="11" y="15"/>
                    <a:pt x="2" y="14"/>
                    <a:pt x="1" y="10"/>
                  </a:cubicBezTo>
                  <a:cubicBezTo>
                    <a:pt x="0" y="7"/>
                    <a:pt x="8" y="3"/>
                    <a:pt x="19" y="1"/>
                  </a:cubicBezTo>
                  <a:cubicBezTo>
                    <a:pt x="29" y="0"/>
                    <a:pt x="38" y="1"/>
                    <a:pt x="40" y="5"/>
                  </a:cubicBezTo>
                  <a:cubicBezTo>
                    <a:pt x="41" y="8"/>
                    <a:pt x="33" y="13"/>
                    <a:pt x="22"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7" name="Freeform 257">
              <a:extLst>
                <a:ext uri="{FF2B5EF4-FFF2-40B4-BE49-F238E27FC236}">
                  <a16:creationId xmlns:a16="http://schemas.microsoft.com/office/drawing/2014/main" id="{3F19EE17-903C-406E-8913-26E0312881B9}"/>
                </a:ext>
              </a:extLst>
            </p:cNvPr>
            <p:cNvSpPr>
              <a:spLocks/>
            </p:cNvSpPr>
            <p:nvPr/>
          </p:nvSpPr>
          <p:spPr bwMode="auto">
            <a:xfrm rot="5094805">
              <a:off x="94386" y="3904728"/>
              <a:ext cx="100539" cy="41130"/>
            </a:xfrm>
            <a:custGeom>
              <a:avLst/>
              <a:gdLst>
                <a:gd name="T0" fmla="*/ 23 w 41"/>
                <a:gd name="T1" fmla="*/ 16 h 17"/>
                <a:gd name="T2" fmla="*/ 1 w 41"/>
                <a:gd name="T3" fmla="*/ 11 h 17"/>
                <a:gd name="T4" fmla="*/ 18 w 41"/>
                <a:gd name="T5" fmla="*/ 1 h 17"/>
                <a:gd name="T6" fmla="*/ 40 w 41"/>
                <a:gd name="T7" fmla="*/ 6 h 17"/>
                <a:gd name="T8" fmla="*/ 23 w 41"/>
                <a:gd name="T9" fmla="*/ 16 h 17"/>
              </a:gdLst>
              <a:ahLst/>
              <a:cxnLst>
                <a:cxn ang="0">
                  <a:pos x="T0" y="T1"/>
                </a:cxn>
                <a:cxn ang="0">
                  <a:pos x="T2" y="T3"/>
                </a:cxn>
                <a:cxn ang="0">
                  <a:pos x="T4" y="T5"/>
                </a:cxn>
                <a:cxn ang="0">
                  <a:pos x="T6" y="T7"/>
                </a:cxn>
                <a:cxn ang="0">
                  <a:pos x="T8" y="T9"/>
                </a:cxn>
              </a:cxnLst>
              <a:rect l="0" t="0" r="r" b="b"/>
              <a:pathLst>
                <a:path w="41" h="17">
                  <a:moveTo>
                    <a:pt x="23" y="16"/>
                  </a:moveTo>
                  <a:cubicBezTo>
                    <a:pt x="12" y="17"/>
                    <a:pt x="2" y="15"/>
                    <a:pt x="1" y="11"/>
                  </a:cubicBezTo>
                  <a:cubicBezTo>
                    <a:pt x="0" y="7"/>
                    <a:pt x="8" y="3"/>
                    <a:pt x="18" y="1"/>
                  </a:cubicBezTo>
                  <a:cubicBezTo>
                    <a:pt x="30" y="0"/>
                    <a:pt x="39" y="2"/>
                    <a:pt x="40" y="6"/>
                  </a:cubicBezTo>
                  <a:cubicBezTo>
                    <a:pt x="41" y="11"/>
                    <a:pt x="33" y="15"/>
                    <a:pt x="23"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8" name="Freeform 258">
              <a:extLst>
                <a:ext uri="{FF2B5EF4-FFF2-40B4-BE49-F238E27FC236}">
                  <a16:creationId xmlns:a16="http://schemas.microsoft.com/office/drawing/2014/main" id="{CA0171F8-43F7-8531-89D7-2325E3845E7D}"/>
                </a:ext>
              </a:extLst>
            </p:cNvPr>
            <p:cNvSpPr>
              <a:spLocks/>
            </p:cNvSpPr>
            <p:nvPr/>
          </p:nvSpPr>
          <p:spPr bwMode="auto">
            <a:xfrm rot="5094805">
              <a:off x="134269" y="4091696"/>
              <a:ext cx="98254" cy="47984"/>
            </a:xfrm>
            <a:custGeom>
              <a:avLst/>
              <a:gdLst>
                <a:gd name="T0" fmla="*/ 18 w 40"/>
                <a:gd name="T1" fmla="*/ 2 h 20"/>
                <a:gd name="T2" fmla="*/ 39 w 40"/>
                <a:gd name="T3" fmla="*/ 9 h 20"/>
                <a:gd name="T4" fmla="*/ 23 w 40"/>
                <a:gd name="T5" fmla="*/ 19 h 20"/>
                <a:gd name="T6" fmla="*/ 1 w 40"/>
                <a:gd name="T7" fmla="*/ 12 h 20"/>
                <a:gd name="T8" fmla="*/ 18 w 40"/>
                <a:gd name="T9" fmla="*/ 2 h 20"/>
              </a:gdLst>
              <a:ahLst/>
              <a:cxnLst>
                <a:cxn ang="0">
                  <a:pos x="T0" y="T1"/>
                </a:cxn>
                <a:cxn ang="0">
                  <a:pos x="T2" y="T3"/>
                </a:cxn>
                <a:cxn ang="0">
                  <a:pos x="T4" y="T5"/>
                </a:cxn>
                <a:cxn ang="0">
                  <a:pos x="T6" y="T7"/>
                </a:cxn>
                <a:cxn ang="0">
                  <a:pos x="T8" y="T9"/>
                </a:cxn>
              </a:cxnLst>
              <a:rect l="0" t="0" r="r" b="b"/>
              <a:pathLst>
                <a:path w="40" h="20">
                  <a:moveTo>
                    <a:pt x="18" y="2"/>
                  </a:moveTo>
                  <a:cubicBezTo>
                    <a:pt x="29" y="0"/>
                    <a:pt x="38" y="4"/>
                    <a:pt x="39" y="9"/>
                  </a:cubicBezTo>
                  <a:cubicBezTo>
                    <a:pt x="40" y="14"/>
                    <a:pt x="33" y="18"/>
                    <a:pt x="23" y="19"/>
                  </a:cubicBezTo>
                  <a:cubicBezTo>
                    <a:pt x="12" y="20"/>
                    <a:pt x="1" y="16"/>
                    <a:pt x="1" y="12"/>
                  </a:cubicBezTo>
                  <a:cubicBezTo>
                    <a:pt x="0" y="7"/>
                    <a:pt x="7"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9" name="Freeform 259">
              <a:extLst>
                <a:ext uri="{FF2B5EF4-FFF2-40B4-BE49-F238E27FC236}">
                  <a16:creationId xmlns:a16="http://schemas.microsoft.com/office/drawing/2014/main" id="{DAD4E388-406E-611E-B5DC-126A59CD3F16}"/>
                </a:ext>
              </a:extLst>
            </p:cNvPr>
            <p:cNvSpPr>
              <a:spLocks/>
            </p:cNvSpPr>
            <p:nvPr/>
          </p:nvSpPr>
          <p:spPr bwMode="auto">
            <a:xfrm rot="5094805">
              <a:off x="154797" y="4281326"/>
              <a:ext cx="100539" cy="52554"/>
            </a:xfrm>
            <a:custGeom>
              <a:avLst/>
              <a:gdLst>
                <a:gd name="T0" fmla="*/ 22 w 41"/>
                <a:gd name="T1" fmla="*/ 21 h 22"/>
                <a:gd name="T2" fmla="*/ 1 w 41"/>
                <a:gd name="T3" fmla="*/ 11 h 22"/>
                <a:gd name="T4" fmla="*/ 19 w 41"/>
                <a:gd name="T5" fmla="*/ 0 h 22"/>
                <a:gd name="T6" fmla="*/ 40 w 41"/>
                <a:gd name="T7" fmla="*/ 11 h 22"/>
                <a:gd name="T8" fmla="*/ 22 w 41"/>
                <a:gd name="T9" fmla="*/ 21 h 22"/>
              </a:gdLst>
              <a:ahLst/>
              <a:cxnLst>
                <a:cxn ang="0">
                  <a:pos x="T0" y="T1"/>
                </a:cxn>
                <a:cxn ang="0">
                  <a:pos x="T2" y="T3"/>
                </a:cxn>
                <a:cxn ang="0">
                  <a:pos x="T4" y="T5"/>
                </a:cxn>
                <a:cxn ang="0">
                  <a:pos x="T6" y="T7"/>
                </a:cxn>
                <a:cxn ang="0">
                  <a:pos x="T8" y="T9"/>
                </a:cxn>
              </a:cxnLst>
              <a:rect l="0" t="0" r="r" b="b"/>
              <a:pathLst>
                <a:path w="41" h="22">
                  <a:moveTo>
                    <a:pt x="22" y="21"/>
                  </a:moveTo>
                  <a:cubicBezTo>
                    <a:pt x="12" y="21"/>
                    <a:pt x="2" y="16"/>
                    <a:pt x="1" y="11"/>
                  </a:cubicBezTo>
                  <a:cubicBezTo>
                    <a:pt x="0" y="5"/>
                    <a:pt x="8" y="0"/>
                    <a:pt x="19" y="0"/>
                  </a:cubicBezTo>
                  <a:cubicBezTo>
                    <a:pt x="30" y="0"/>
                    <a:pt x="39" y="5"/>
                    <a:pt x="40" y="11"/>
                  </a:cubicBezTo>
                  <a:cubicBezTo>
                    <a:pt x="41" y="17"/>
                    <a:pt x="33" y="22"/>
                    <a:pt x="2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0" name="Freeform 260">
              <a:extLst>
                <a:ext uri="{FF2B5EF4-FFF2-40B4-BE49-F238E27FC236}">
                  <a16:creationId xmlns:a16="http://schemas.microsoft.com/office/drawing/2014/main" id="{0C5A340D-10D4-254C-991C-0620367D2127}"/>
                </a:ext>
              </a:extLst>
            </p:cNvPr>
            <p:cNvSpPr>
              <a:spLocks/>
            </p:cNvSpPr>
            <p:nvPr/>
          </p:nvSpPr>
          <p:spPr bwMode="auto">
            <a:xfrm rot="5094805">
              <a:off x="165084" y="4468440"/>
              <a:ext cx="102824" cy="63979"/>
            </a:xfrm>
            <a:custGeom>
              <a:avLst/>
              <a:gdLst>
                <a:gd name="T0" fmla="*/ 23 w 41"/>
                <a:gd name="T1" fmla="*/ 25 h 26"/>
                <a:gd name="T2" fmla="*/ 2 w 41"/>
                <a:gd name="T3" fmla="*/ 12 h 26"/>
                <a:gd name="T4" fmla="*/ 19 w 41"/>
                <a:gd name="T5" fmla="*/ 1 h 26"/>
                <a:gd name="T6" fmla="*/ 41 w 41"/>
                <a:gd name="T7" fmla="*/ 15 h 26"/>
                <a:gd name="T8" fmla="*/ 23 w 41"/>
                <a:gd name="T9" fmla="*/ 25 h 26"/>
              </a:gdLst>
              <a:ahLst/>
              <a:cxnLst>
                <a:cxn ang="0">
                  <a:pos x="T0" y="T1"/>
                </a:cxn>
                <a:cxn ang="0">
                  <a:pos x="T2" y="T3"/>
                </a:cxn>
                <a:cxn ang="0">
                  <a:pos x="T4" y="T5"/>
                </a:cxn>
                <a:cxn ang="0">
                  <a:pos x="T6" y="T7"/>
                </a:cxn>
                <a:cxn ang="0">
                  <a:pos x="T8" y="T9"/>
                </a:cxn>
              </a:cxnLst>
              <a:rect l="0" t="0" r="r" b="b"/>
              <a:pathLst>
                <a:path w="41" h="26">
                  <a:moveTo>
                    <a:pt x="23" y="25"/>
                  </a:moveTo>
                  <a:cubicBezTo>
                    <a:pt x="12" y="24"/>
                    <a:pt x="3" y="19"/>
                    <a:pt x="2" y="12"/>
                  </a:cubicBezTo>
                  <a:cubicBezTo>
                    <a:pt x="0" y="6"/>
                    <a:pt x="8" y="0"/>
                    <a:pt x="19" y="1"/>
                  </a:cubicBezTo>
                  <a:cubicBezTo>
                    <a:pt x="30" y="1"/>
                    <a:pt x="40" y="7"/>
                    <a:pt x="41" y="15"/>
                  </a:cubicBezTo>
                  <a:cubicBezTo>
                    <a:pt x="41" y="22"/>
                    <a:pt x="33" y="26"/>
                    <a:pt x="2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1" name="Freeform 261">
              <a:extLst>
                <a:ext uri="{FF2B5EF4-FFF2-40B4-BE49-F238E27FC236}">
                  <a16:creationId xmlns:a16="http://schemas.microsoft.com/office/drawing/2014/main" id="{6BD891B7-CB8A-5F93-F316-5683544A55C0}"/>
                </a:ext>
              </a:extLst>
            </p:cNvPr>
            <p:cNvSpPr>
              <a:spLocks/>
            </p:cNvSpPr>
            <p:nvPr/>
          </p:nvSpPr>
          <p:spPr bwMode="auto">
            <a:xfrm rot="5094805">
              <a:off x="169892" y="4659682"/>
              <a:ext cx="100539" cy="73119"/>
            </a:xfrm>
            <a:custGeom>
              <a:avLst/>
              <a:gdLst>
                <a:gd name="T0" fmla="*/ 23 w 41"/>
                <a:gd name="T1" fmla="*/ 29 h 30"/>
                <a:gd name="T2" fmla="*/ 1 w 41"/>
                <a:gd name="T3" fmla="*/ 12 h 30"/>
                <a:gd name="T4" fmla="*/ 18 w 41"/>
                <a:gd name="T5" fmla="*/ 0 h 30"/>
                <a:gd name="T6" fmla="*/ 40 w 41"/>
                <a:gd name="T7" fmla="*/ 16 h 30"/>
                <a:gd name="T8" fmla="*/ 23 w 41"/>
                <a:gd name="T9" fmla="*/ 29 h 30"/>
              </a:gdLst>
              <a:ahLst/>
              <a:cxnLst>
                <a:cxn ang="0">
                  <a:pos x="T0" y="T1"/>
                </a:cxn>
                <a:cxn ang="0">
                  <a:pos x="T2" y="T3"/>
                </a:cxn>
                <a:cxn ang="0">
                  <a:pos x="T4" y="T5"/>
                </a:cxn>
                <a:cxn ang="0">
                  <a:pos x="T6" y="T7"/>
                </a:cxn>
                <a:cxn ang="0">
                  <a:pos x="T8" y="T9"/>
                </a:cxn>
              </a:cxnLst>
              <a:rect l="0" t="0" r="r" b="b"/>
              <a:pathLst>
                <a:path w="41" h="30">
                  <a:moveTo>
                    <a:pt x="23" y="29"/>
                  </a:moveTo>
                  <a:cubicBezTo>
                    <a:pt x="12" y="28"/>
                    <a:pt x="2" y="20"/>
                    <a:pt x="1" y="12"/>
                  </a:cubicBezTo>
                  <a:cubicBezTo>
                    <a:pt x="0" y="5"/>
                    <a:pt x="8" y="0"/>
                    <a:pt x="18" y="0"/>
                  </a:cubicBezTo>
                  <a:cubicBezTo>
                    <a:pt x="29" y="0"/>
                    <a:pt x="39" y="8"/>
                    <a:pt x="40" y="16"/>
                  </a:cubicBezTo>
                  <a:cubicBezTo>
                    <a:pt x="41" y="24"/>
                    <a:pt x="33" y="30"/>
                    <a:pt x="23"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2" name="Freeform 262">
              <a:extLst>
                <a:ext uri="{FF2B5EF4-FFF2-40B4-BE49-F238E27FC236}">
                  <a16:creationId xmlns:a16="http://schemas.microsoft.com/office/drawing/2014/main" id="{582D2A0F-C2B3-A668-A15D-BC434EB78938}"/>
                </a:ext>
              </a:extLst>
            </p:cNvPr>
            <p:cNvSpPr>
              <a:spLocks/>
            </p:cNvSpPr>
            <p:nvPr/>
          </p:nvSpPr>
          <p:spPr bwMode="auto">
            <a:xfrm rot="5094805">
              <a:off x="169839" y="4844386"/>
              <a:ext cx="100539" cy="89114"/>
            </a:xfrm>
            <a:custGeom>
              <a:avLst/>
              <a:gdLst>
                <a:gd name="T0" fmla="*/ 23 w 41"/>
                <a:gd name="T1" fmla="*/ 34 h 36"/>
                <a:gd name="T2" fmla="*/ 2 w 41"/>
                <a:gd name="T3" fmla="*/ 16 h 36"/>
                <a:gd name="T4" fmla="*/ 19 w 41"/>
                <a:gd name="T5" fmla="*/ 1 h 36"/>
                <a:gd name="T6" fmla="*/ 40 w 41"/>
                <a:gd name="T7" fmla="*/ 20 h 36"/>
                <a:gd name="T8" fmla="*/ 23 w 41"/>
                <a:gd name="T9" fmla="*/ 34 h 36"/>
              </a:gdLst>
              <a:ahLst/>
              <a:cxnLst>
                <a:cxn ang="0">
                  <a:pos x="T0" y="T1"/>
                </a:cxn>
                <a:cxn ang="0">
                  <a:pos x="T2" y="T3"/>
                </a:cxn>
                <a:cxn ang="0">
                  <a:pos x="T4" y="T5"/>
                </a:cxn>
                <a:cxn ang="0">
                  <a:pos x="T6" y="T7"/>
                </a:cxn>
                <a:cxn ang="0">
                  <a:pos x="T8" y="T9"/>
                </a:cxn>
              </a:cxnLst>
              <a:rect l="0" t="0" r="r" b="b"/>
              <a:pathLst>
                <a:path w="41" h="36">
                  <a:moveTo>
                    <a:pt x="23" y="34"/>
                  </a:moveTo>
                  <a:cubicBezTo>
                    <a:pt x="13" y="33"/>
                    <a:pt x="3" y="25"/>
                    <a:pt x="2" y="16"/>
                  </a:cubicBezTo>
                  <a:cubicBezTo>
                    <a:pt x="0" y="7"/>
                    <a:pt x="8" y="0"/>
                    <a:pt x="19" y="1"/>
                  </a:cubicBezTo>
                  <a:cubicBezTo>
                    <a:pt x="30" y="2"/>
                    <a:pt x="40" y="11"/>
                    <a:pt x="40" y="20"/>
                  </a:cubicBezTo>
                  <a:cubicBezTo>
                    <a:pt x="41" y="29"/>
                    <a:pt x="33" y="36"/>
                    <a:pt x="23"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3" name="Freeform 263">
              <a:extLst>
                <a:ext uri="{FF2B5EF4-FFF2-40B4-BE49-F238E27FC236}">
                  <a16:creationId xmlns:a16="http://schemas.microsoft.com/office/drawing/2014/main" id="{20298100-ABD6-1587-8438-28653B751990}"/>
                </a:ext>
              </a:extLst>
            </p:cNvPr>
            <p:cNvSpPr>
              <a:spLocks/>
            </p:cNvSpPr>
            <p:nvPr/>
          </p:nvSpPr>
          <p:spPr bwMode="auto">
            <a:xfrm rot="5094805">
              <a:off x="164396" y="5037479"/>
              <a:ext cx="102824" cy="95969"/>
            </a:xfrm>
            <a:custGeom>
              <a:avLst/>
              <a:gdLst>
                <a:gd name="T0" fmla="*/ 23 w 41"/>
                <a:gd name="T1" fmla="*/ 38 h 39"/>
                <a:gd name="T2" fmla="*/ 1 w 41"/>
                <a:gd name="T3" fmla="*/ 17 h 39"/>
                <a:gd name="T4" fmla="*/ 17 w 41"/>
                <a:gd name="T5" fmla="*/ 0 h 39"/>
                <a:gd name="T6" fmla="*/ 40 w 41"/>
                <a:gd name="T7" fmla="*/ 21 h 39"/>
                <a:gd name="T8" fmla="*/ 23 w 41"/>
                <a:gd name="T9" fmla="*/ 38 h 39"/>
              </a:gdLst>
              <a:ahLst/>
              <a:cxnLst>
                <a:cxn ang="0">
                  <a:pos x="T0" y="T1"/>
                </a:cxn>
                <a:cxn ang="0">
                  <a:pos x="T2" y="T3"/>
                </a:cxn>
                <a:cxn ang="0">
                  <a:pos x="T4" y="T5"/>
                </a:cxn>
                <a:cxn ang="0">
                  <a:pos x="T6" y="T7"/>
                </a:cxn>
                <a:cxn ang="0">
                  <a:pos x="T8" y="T9"/>
                </a:cxn>
              </a:cxnLst>
              <a:rect l="0" t="0" r="r" b="b"/>
              <a:pathLst>
                <a:path w="41" h="39">
                  <a:moveTo>
                    <a:pt x="23" y="38"/>
                  </a:moveTo>
                  <a:cubicBezTo>
                    <a:pt x="12" y="36"/>
                    <a:pt x="2" y="27"/>
                    <a:pt x="1" y="17"/>
                  </a:cubicBezTo>
                  <a:cubicBezTo>
                    <a:pt x="0" y="7"/>
                    <a:pt x="7" y="0"/>
                    <a:pt x="17" y="0"/>
                  </a:cubicBezTo>
                  <a:cubicBezTo>
                    <a:pt x="29" y="1"/>
                    <a:pt x="38" y="10"/>
                    <a:pt x="40" y="21"/>
                  </a:cubicBezTo>
                  <a:cubicBezTo>
                    <a:pt x="41" y="31"/>
                    <a:pt x="34" y="39"/>
                    <a:pt x="23"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4" name="Freeform 264">
              <a:extLst>
                <a:ext uri="{FF2B5EF4-FFF2-40B4-BE49-F238E27FC236}">
                  <a16:creationId xmlns:a16="http://schemas.microsoft.com/office/drawing/2014/main" id="{7BB500E7-6402-E3FF-94B1-B1F7F1FB9426}"/>
                </a:ext>
              </a:extLst>
            </p:cNvPr>
            <p:cNvSpPr>
              <a:spLocks/>
            </p:cNvSpPr>
            <p:nvPr/>
          </p:nvSpPr>
          <p:spPr bwMode="auto">
            <a:xfrm rot="5094805">
              <a:off x="163409" y="5225703"/>
              <a:ext cx="102824" cy="109679"/>
            </a:xfrm>
            <a:custGeom>
              <a:avLst/>
              <a:gdLst>
                <a:gd name="T0" fmla="*/ 23 w 42"/>
                <a:gd name="T1" fmla="*/ 42 h 44"/>
                <a:gd name="T2" fmla="*/ 1 w 42"/>
                <a:gd name="T3" fmla="*/ 20 h 44"/>
                <a:gd name="T4" fmla="*/ 19 w 42"/>
                <a:gd name="T5" fmla="*/ 1 h 44"/>
                <a:gd name="T6" fmla="*/ 40 w 42"/>
                <a:gd name="T7" fmla="*/ 23 h 44"/>
                <a:gd name="T8" fmla="*/ 23 w 42"/>
                <a:gd name="T9" fmla="*/ 42 h 44"/>
              </a:gdLst>
              <a:ahLst/>
              <a:cxnLst>
                <a:cxn ang="0">
                  <a:pos x="T0" y="T1"/>
                </a:cxn>
                <a:cxn ang="0">
                  <a:pos x="T2" y="T3"/>
                </a:cxn>
                <a:cxn ang="0">
                  <a:pos x="T4" y="T5"/>
                </a:cxn>
                <a:cxn ang="0">
                  <a:pos x="T6" y="T7"/>
                </a:cxn>
                <a:cxn ang="0">
                  <a:pos x="T8" y="T9"/>
                </a:cxn>
              </a:cxnLst>
              <a:rect l="0" t="0" r="r" b="b"/>
              <a:pathLst>
                <a:path w="42" h="44">
                  <a:moveTo>
                    <a:pt x="23" y="42"/>
                  </a:moveTo>
                  <a:cubicBezTo>
                    <a:pt x="12" y="41"/>
                    <a:pt x="3" y="31"/>
                    <a:pt x="1" y="20"/>
                  </a:cubicBezTo>
                  <a:cubicBezTo>
                    <a:pt x="0" y="8"/>
                    <a:pt x="8" y="0"/>
                    <a:pt x="19" y="1"/>
                  </a:cubicBezTo>
                  <a:cubicBezTo>
                    <a:pt x="30" y="2"/>
                    <a:pt x="39" y="11"/>
                    <a:pt x="40" y="23"/>
                  </a:cubicBezTo>
                  <a:cubicBezTo>
                    <a:pt x="42" y="35"/>
                    <a:pt x="34" y="44"/>
                    <a:pt x="2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5" name="Freeform 265">
              <a:extLst>
                <a:ext uri="{FF2B5EF4-FFF2-40B4-BE49-F238E27FC236}">
                  <a16:creationId xmlns:a16="http://schemas.microsoft.com/office/drawing/2014/main" id="{C8B83FF8-6902-2865-5915-A36ECDEE3E1C}"/>
                </a:ext>
              </a:extLst>
            </p:cNvPr>
            <p:cNvSpPr>
              <a:spLocks/>
            </p:cNvSpPr>
            <p:nvPr/>
          </p:nvSpPr>
          <p:spPr bwMode="auto">
            <a:xfrm rot="5094805">
              <a:off x="166770" y="5413531"/>
              <a:ext cx="102824" cy="118819"/>
            </a:xfrm>
            <a:custGeom>
              <a:avLst/>
              <a:gdLst>
                <a:gd name="T0" fmla="*/ 20 w 42"/>
                <a:gd name="T1" fmla="*/ 1 h 48"/>
                <a:gd name="T2" fmla="*/ 41 w 42"/>
                <a:gd name="T3" fmla="*/ 25 h 48"/>
                <a:gd name="T4" fmla="*/ 23 w 42"/>
                <a:gd name="T5" fmla="*/ 47 h 48"/>
                <a:gd name="T6" fmla="*/ 2 w 42"/>
                <a:gd name="T7" fmla="*/ 22 h 48"/>
                <a:gd name="T8" fmla="*/ 20 w 42"/>
                <a:gd name="T9" fmla="*/ 1 h 48"/>
              </a:gdLst>
              <a:ahLst/>
              <a:cxnLst>
                <a:cxn ang="0">
                  <a:pos x="T0" y="T1"/>
                </a:cxn>
                <a:cxn ang="0">
                  <a:pos x="T2" y="T3"/>
                </a:cxn>
                <a:cxn ang="0">
                  <a:pos x="T4" y="T5"/>
                </a:cxn>
                <a:cxn ang="0">
                  <a:pos x="T6" y="T7"/>
                </a:cxn>
                <a:cxn ang="0">
                  <a:pos x="T8" y="T9"/>
                </a:cxn>
              </a:cxnLst>
              <a:rect l="0" t="0" r="r" b="b"/>
              <a:pathLst>
                <a:path w="42" h="48">
                  <a:moveTo>
                    <a:pt x="20" y="1"/>
                  </a:moveTo>
                  <a:cubicBezTo>
                    <a:pt x="30" y="2"/>
                    <a:pt x="39" y="12"/>
                    <a:pt x="41" y="25"/>
                  </a:cubicBezTo>
                  <a:cubicBezTo>
                    <a:pt x="42" y="38"/>
                    <a:pt x="34" y="48"/>
                    <a:pt x="23" y="47"/>
                  </a:cubicBezTo>
                  <a:cubicBezTo>
                    <a:pt x="13" y="45"/>
                    <a:pt x="3" y="34"/>
                    <a:pt x="2" y="22"/>
                  </a:cubicBezTo>
                  <a:cubicBezTo>
                    <a:pt x="0" y="10"/>
                    <a:pt x="9"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6" name="Freeform 266">
              <a:extLst>
                <a:ext uri="{FF2B5EF4-FFF2-40B4-BE49-F238E27FC236}">
                  <a16:creationId xmlns:a16="http://schemas.microsoft.com/office/drawing/2014/main" id="{419FB80F-1FB8-670F-0FB7-8AA3CD8841D9}"/>
                </a:ext>
              </a:extLst>
            </p:cNvPr>
            <p:cNvSpPr>
              <a:spLocks/>
            </p:cNvSpPr>
            <p:nvPr/>
          </p:nvSpPr>
          <p:spPr bwMode="auto">
            <a:xfrm rot="5094805">
              <a:off x="172610" y="5605717"/>
              <a:ext cx="102824" cy="123389"/>
            </a:xfrm>
            <a:custGeom>
              <a:avLst/>
              <a:gdLst>
                <a:gd name="T0" fmla="*/ 23 w 41"/>
                <a:gd name="T1" fmla="*/ 50 h 50"/>
                <a:gd name="T2" fmla="*/ 1 w 41"/>
                <a:gd name="T3" fmla="*/ 25 h 50"/>
                <a:gd name="T4" fmla="*/ 18 w 41"/>
                <a:gd name="T5" fmla="*/ 0 h 50"/>
                <a:gd name="T6" fmla="*/ 40 w 41"/>
                <a:gd name="T7" fmla="*/ 26 h 50"/>
                <a:gd name="T8" fmla="*/ 23 w 41"/>
                <a:gd name="T9" fmla="*/ 50 h 50"/>
              </a:gdLst>
              <a:ahLst/>
              <a:cxnLst>
                <a:cxn ang="0">
                  <a:pos x="T0" y="T1"/>
                </a:cxn>
                <a:cxn ang="0">
                  <a:pos x="T2" y="T3"/>
                </a:cxn>
                <a:cxn ang="0">
                  <a:pos x="T4" y="T5"/>
                </a:cxn>
                <a:cxn ang="0">
                  <a:pos x="T6" y="T7"/>
                </a:cxn>
                <a:cxn ang="0">
                  <a:pos x="T8" y="T9"/>
                </a:cxn>
              </a:cxnLst>
              <a:rect l="0" t="0" r="r" b="b"/>
              <a:pathLst>
                <a:path w="41" h="50">
                  <a:moveTo>
                    <a:pt x="23" y="50"/>
                  </a:moveTo>
                  <a:cubicBezTo>
                    <a:pt x="13" y="49"/>
                    <a:pt x="3" y="38"/>
                    <a:pt x="1" y="25"/>
                  </a:cubicBezTo>
                  <a:cubicBezTo>
                    <a:pt x="0" y="11"/>
                    <a:pt x="7" y="0"/>
                    <a:pt x="18" y="0"/>
                  </a:cubicBezTo>
                  <a:cubicBezTo>
                    <a:pt x="29" y="0"/>
                    <a:pt x="39" y="12"/>
                    <a:pt x="40" y="26"/>
                  </a:cubicBezTo>
                  <a:cubicBezTo>
                    <a:pt x="41" y="40"/>
                    <a:pt x="33" y="50"/>
                    <a:pt x="23"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7" name="Freeform 267">
              <a:extLst>
                <a:ext uri="{FF2B5EF4-FFF2-40B4-BE49-F238E27FC236}">
                  <a16:creationId xmlns:a16="http://schemas.microsoft.com/office/drawing/2014/main" id="{50DE6B4A-DA07-BEEF-273B-B65E6069D463}"/>
                </a:ext>
              </a:extLst>
            </p:cNvPr>
            <p:cNvSpPr>
              <a:spLocks/>
            </p:cNvSpPr>
            <p:nvPr/>
          </p:nvSpPr>
          <p:spPr bwMode="auto">
            <a:xfrm rot="5094805">
              <a:off x="189936" y="5796987"/>
              <a:ext cx="100539" cy="130244"/>
            </a:xfrm>
            <a:custGeom>
              <a:avLst/>
              <a:gdLst>
                <a:gd name="T0" fmla="*/ 23 w 41"/>
                <a:gd name="T1" fmla="*/ 53 h 53"/>
                <a:gd name="T2" fmla="*/ 1 w 41"/>
                <a:gd name="T3" fmla="*/ 26 h 53"/>
                <a:gd name="T4" fmla="*/ 17 w 41"/>
                <a:gd name="T5" fmla="*/ 0 h 53"/>
                <a:gd name="T6" fmla="*/ 39 w 41"/>
                <a:gd name="T7" fmla="*/ 27 h 53"/>
                <a:gd name="T8" fmla="*/ 23 w 41"/>
                <a:gd name="T9" fmla="*/ 53 h 53"/>
              </a:gdLst>
              <a:ahLst/>
              <a:cxnLst>
                <a:cxn ang="0">
                  <a:pos x="T0" y="T1"/>
                </a:cxn>
                <a:cxn ang="0">
                  <a:pos x="T2" y="T3"/>
                </a:cxn>
                <a:cxn ang="0">
                  <a:pos x="T4" y="T5"/>
                </a:cxn>
                <a:cxn ang="0">
                  <a:pos x="T6" y="T7"/>
                </a:cxn>
                <a:cxn ang="0">
                  <a:pos x="T8" y="T9"/>
                </a:cxn>
              </a:cxnLst>
              <a:rect l="0" t="0" r="r" b="b"/>
              <a:pathLst>
                <a:path w="41" h="53">
                  <a:moveTo>
                    <a:pt x="23" y="53"/>
                  </a:moveTo>
                  <a:cubicBezTo>
                    <a:pt x="12" y="53"/>
                    <a:pt x="2" y="41"/>
                    <a:pt x="1" y="26"/>
                  </a:cubicBezTo>
                  <a:cubicBezTo>
                    <a:pt x="0" y="12"/>
                    <a:pt x="7" y="1"/>
                    <a:pt x="17" y="0"/>
                  </a:cubicBezTo>
                  <a:cubicBezTo>
                    <a:pt x="28" y="0"/>
                    <a:pt x="38" y="11"/>
                    <a:pt x="39" y="27"/>
                  </a:cubicBezTo>
                  <a:cubicBezTo>
                    <a:pt x="41" y="41"/>
                    <a:pt x="33" y="53"/>
                    <a:pt x="23"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8" name="Freeform 268">
              <a:extLst>
                <a:ext uri="{FF2B5EF4-FFF2-40B4-BE49-F238E27FC236}">
                  <a16:creationId xmlns:a16="http://schemas.microsoft.com/office/drawing/2014/main" id="{1552666E-54AE-44AB-A01C-39101E356155}"/>
                </a:ext>
              </a:extLst>
            </p:cNvPr>
            <p:cNvSpPr>
              <a:spLocks/>
            </p:cNvSpPr>
            <p:nvPr/>
          </p:nvSpPr>
          <p:spPr bwMode="auto">
            <a:xfrm rot="5094805">
              <a:off x="216057" y="5980503"/>
              <a:ext cx="100539" cy="143953"/>
            </a:xfrm>
            <a:custGeom>
              <a:avLst/>
              <a:gdLst>
                <a:gd name="T0" fmla="*/ 23 w 41"/>
                <a:gd name="T1" fmla="*/ 57 h 58"/>
                <a:gd name="T2" fmla="*/ 1 w 41"/>
                <a:gd name="T3" fmla="*/ 30 h 58"/>
                <a:gd name="T4" fmla="*/ 17 w 41"/>
                <a:gd name="T5" fmla="*/ 2 h 58"/>
                <a:gd name="T6" fmla="*/ 40 w 41"/>
                <a:gd name="T7" fmla="*/ 28 h 58"/>
                <a:gd name="T8" fmla="*/ 23 w 41"/>
                <a:gd name="T9" fmla="*/ 57 h 58"/>
              </a:gdLst>
              <a:ahLst/>
              <a:cxnLst>
                <a:cxn ang="0">
                  <a:pos x="T0" y="T1"/>
                </a:cxn>
                <a:cxn ang="0">
                  <a:pos x="T2" y="T3"/>
                </a:cxn>
                <a:cxn ang="0">
                  <a:pos x="T4" y="T5"/>
                </a:cxn>
                <a:cxn ang="0">
                  <a:pos x="T6" y="T7"/>
                </a:cxn>
                <a:cxn ang="0">
                  <a:pos x="T8" y="T9"/>
                </a:cxn>
              </a:cxnLst>
              <a:rect l="0" t="0" r="r" b="b"/>
              <a:pathLst>
                <a:path w="41" h="58">
                  <a:moveTo>
                    <a:pt x="23" y="57"/>
                  </a:moveTo>
                  <a:cubicBezTo>
                    <a:pt x="13" y="58"/>
                    <a:pt x="2" y="45"/>
                    <a:pt x="1" y="30"/>
                  </a:cubicBezTo>
                  <a:cubicBezTo>
                    <a:pt x="0" y="15"/>
                    <a:pt x="7" y="3"/>
                    <a:pt x="17" y="2"/>
                  </a:cubicBezTo>
                  <a:cubicBezTo>
                    <a:pt x="29" y="0"/>
                    <a:pt x="39" y="12"/>
                    <a:pt x="40" y="28"/>
                  </a:cubicBezTo>
                  <a:cubicBezTo>
                    <a:pt x="41" y="43"/>
                    <a:pt x="34" y="56"/>
                    <a:pt x="23"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9" name="Freeform 269">
              <a:extLst>
                <a:ext uri="{FF2B5EF4-FFF2-40B4-BE49-F238E27FC236}">
                  <a16:creationId xmlns:a16="http://schemas.microsoft.com/office/drawing/2014/main" id="{6502DDB6-973E-0FC7-9E9B-2C432BA0FA06}"/>
                </a:ext>
              </a:extLst>
            </p:cNvPr>
            <p:cNvSpPr>
              <a:spLocks/>
            </p:cNvSpPr>
            <p:nvPr/>
          </p:nvSpPr>
          <p:spPr bwMode="auto">
            <a:xfrm rot="5094805">
              <a:off x="251379" y="6167674"/>
              <a:ext cx="102824" cy="150808"/>
            </a:xfrm>
            <a:custGeom>
              <a:avLst/>
              <a:gdLst>
                <a:gd name="T0" fmla="*/ 18 w 41"/>
                <a:gd name="T1" fmla="*/ 2 h 61"/>
                <a:gd name="T2" fmla="*/ 40 w 41"/>
                <a:gd name="T3" fmla="*/ 28 h 61"/>
                <a:gd name="T4" fmla="*/ 24 w 41"/>
                <a:gd name="T5" fmla="*/ 59 h 61"/>
                <a:gd name="T6" fmla="*/ 1 w 41"/>
                <a:gd name="T7" fmla="*/ 32 h 61"/>
                <a:gd name="T8" fmla="*/ 18 w 41"/>
                <a:gd name="T9" fmla="*/ 2 h 61"/>
              </a:gdLst>
              <a:ahLst/>
              <a:cxnLst>
                <a:cxn ang="0">
                  <a:pos x="T0" y="T1"/>
                </a:cxn>
                <a:cxn ang="0">
                  <a:pos x="T2" y="T3"/>
                </a:cxn>
                <a:cxn ang="0">
                  <a:pos x="T4" y="T5"/>
                </a:cxn>
                <a:cxn ang="0">
                  <a:pos x="T6" y="T7"/>
                </a:cxn>
                <a:cxn ang="0">
                  <a:pos x="T8" y="T9"/>
                </a:cxn>
              </a:cxnLst>
              <a:rect l="0" t="0" r="r" b="b"/>
              <a:pathLst>
                <a:path w="41" h="61">
                  <a:moveTo>
                    <a:pt x="18" y="2"/>
                  </a:moveTo>
                  <a:cubicBezTo>
                    <a:pt x="29" y="0"/>
                    <a:pt x="39" y="12"/>
                    <a:pt x="40" y="28"/>
                  </a:cubicBezTo>
                  <a:cubicBezTo>
                    <a:pt x="41" y="44"/>
                    <a:pt x="34" y="58"/>
                    <a:pt x="24" y="59"/>
                  </a:cubicBezTo>
                  <a:cubicBezTo>
                    <a:pt x="13" y="61"/>
                    <a:pt x="2" y="48"/>
                    <a:pt x="1" y="32"/>
                  </a:cubicBezTo>
                  <a:cubicBezTo>
                    <a:pt x="0" y="17"/>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0" name="Freeform 270">
              <a:extLst>
                <a:ext uri="{FF2B5EF4-FFF2-40B4-BE49-F238E27FC236}">
                  <a16:creationId xmlns:a16="http://schemas.microsoft.com/office/drawing/2014/main" id="{71DF5E33-DFAD-5C4D-0598-B17BE938918D}"/>
                </a:ext>
              </a:extLst>
            </p:cNvPr>
            <p:cNvSpPr>
              <a:spLocks/>
            </p:cNvSpPr>
            <p:nvPr/>
          </p:nvSpPr>
          <p:spPr bwMode="auto">
            <a:xfrm rot="5094805">
              <a:off x="300569" y="6358393"/>
              <a:ext cx="100539" cy="153093"/>
            </a:xfrm>
            <a:custGeom>
              <a:avLst/>
              <a:gdLst>
                <a:gd name="T0" fmla="*/ 24 w 41"/>
                <a:gd name="T1" fmla="*/ 60 h 62"/>
                <a:gd name="T2" fmla="*/ 1 w 41"/>
                <a:gd name="T3" fmla="*/ 34 h 62"/>
                <a:gd name="T4" fmla="*/ 17 w 41"/>
                <a:gd name="T5" fmla="*/ 2 h 62"/>
                <a:gd name="T6" fmla="*/ 40 w 41"/>
                <a:gd name="T7" fmla="*/ 28 h 62"/>
                <a:gd name="T8" fmla="*/ 24 w 41"/>
                <a:gd name="T9" fmla="*/ 60 h 62"/>
              </a:gdLst>
              <a:ahLst/>
              <a:cxnLst>
                <a:cxn ang="0">
                  <a:pos x="T0" y="T1"/>
                </a:cxn>
                <a:cxn ang="0">
                  <a:pos x="T2" y="T3"/>
                </a:cxn>
                <a:cxn ang="0">
                  <a:pos x="T4" y="T5"/>
                </a:cxn>
                <a:cxn ang="0">
                  <a:pos x="T6" y="T7"/>
                </a:cxn>
                <a:cxn ang="0">
                  <a:pos x="T8" y="T9"/>
                </a:cxn>
              </a:cxnLst>
              <a:rect l="0" t="0" r="r" b="b"/>
              <a:pathLst>
                <a:path w="41" h="62">
                  <a:moveTo>
                    <a:pt x="24" y="60"/>
                  </a:moveTo>
                  <a:cubicBezTo>
                    <a:pt x="13" y="62"/>
                    <a:pt x="2" y="50"/>
                    <a:pt x="1" y="34"/>
                  </a:cubicBezTo>
                  <a:cubicBezTo>
                    <a:pt x="0" y="18"/>
                    <a:pt x="7" y="4"/>
                    <a:pt x="17" y="2"/>
                  </a:cubicBezTo>
                  <a:cubicBezTo>
                    <a:pt x="28" y="0"/>
                    <a:pt x="38" y="11"/>
                    <a:pt x="40" y="28"/>
                  </a:cubicBezTo>
                  <a:cubicBezTo>
                    <a:pt x="41" y="43"/>
                    <a:pt x="34" y="58"/>
                    <a:pt x="24"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1" name="Freeform 271">
              <a:extLst>
                <a:ext uri="{FF2B5EF4-FFF2-40B4-BE49-F238E27FC236}">
                  <a16:creationId xmlns:a16="http://schemas.microsoft.com/office/drawing/2014/main" id="{30294B10-ACFD-FFE0-3851-C8F57D8F9A5B}"/>
                </a:ext>
              </a:extLst>
            </p:cNvPr>
            <p:cNvSpPr>
              <a:spLocks/>
            </p:cNvSpPr>
            <p:nvPr/>
          </p:nvSpPr>
          <p:spPr bwMode="auto">
            <a:xfrm rot="5094805">
              <a:off x="357513" y="6547066"/>
              <a:ext cx="102824" cy="153093"/>
            </a:xfrm>
            <a:custGeom>
              <a:avLst/>
              <a:gdLst>
                <a:gd name="T0" fmla="*/ 19 w 42"/>
                <a:gd name="T1" fmla="*/ 2 h 62"/>
                <a:gd name="T2" fmla="*/ 41 w 42"/>
                <a:gd name="T3" fmla="*/ 25 h 62"/>
                <a:gd name="T4" fmla="*/ 24 w 42"/>
                <a:gd name="T5" fmla="*/ 59 h 62"/>
                <a:gd name="T6" fmla="*/ 2 w 42"/>
                <a:gd name="T7" fmla="*/ 37 h 62"/>
                <a:gd name="T8" fmla="*/ 19 w 42"/>
                <a:gd name="T9" fmla="*/ 2 h 62"/>
              </a:gdLst>
              <a:ahLst/>
              <a:cxnLst>
                <a:cxn ang="0">
                  <a:pos x="T0" y="T1"/>
                </a:cxn>
                <a:cxn ang="0">
                  <a:pos x="T2" y="T3"/>
                </a:cxn>
                <a:cxn ang="0">
                  <a:pos x="T4" y="T5"/>
                </a:cxn>
                <a:cxn ang="0">
                  <a:pos x="T6" y="T7"/>
                </a:cxn>
                <a:cxn ang="0">
                  <a:pos x="T8" y="T9"/>
                </a:cxn>
              </a:cxnLst>
              <a:rect l="0" t="0" r="r" b="b"/>
              <a:pathLst>
                <a:path w="42" h="62">
                  <a:moveTo>
                    <a:pt x="19" y="2"/>
                  </a:moveTo>
                  <a:cubicBezTo>
                    <a:pt x="30" y="0"/>
                    <a:pt x="39" y="9"/>
                    <a:pt x="41" y="25"/>
                  </a:cubicBezTo>
                  <a:cubicBezTo>
                    <a:pt x="42" y="40"/>
                    <a:pt x="35" y="56"/>
                    <a:pt x="24" y="59"/>
                  </a:cubicBezTo>
                  <a:cubicBezTo>
                    <a:pt x="13" y="62"/>
                    <a:pt x="3" y="52"/>
                    <a:pt x="2" y="37"/>
                  </a:cubicBezTo>
                  <a:cubicBezTo>
                    <a:pt x="0" y="20"/>
                    <a:pt x="8" y="5"/>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2" name="Freeform 272">
              <a:extLst>
                <a:ext uri="{FF2B5EF4-FFF2-40B4-BE49-F238E27FC236}">
                  <a16:creationId xmlns:a16="http://schemas.microsoft.com/office/drawing/2014/main" id="{C64461A6-FBB0-D126-3DCD-DE4756375F74}"/>
                </a:ext>
              </a:extLst>
            </p:cNvPr>
            <p:cNvSpPr>
              <a:spLocks/>
            </p:cNvSpPr>
            <p:nvPr/>
          </p:nvSpPr>
          <p:spPr bwMode="auto">
            <a:xfrm rot="5094805">
              <a:off x="435249" y="6736289"/>
              <a:ext cx="102824" cy="155378"/>
            </a:xfrm>
            <a:custGeom>
              <a:avLst/>
              <a:gdLst>
                <a:gd name="T0" fmla="*/ 23 w 41"/>
                <a:gd name="T1" fmla="*/ 59 h 63"/>
                <a:gd name="T2" fmla="*/ 1 w 41"/>
                <a:gd name="T3" fmla="*/ 38 h 63"/>
                <a:gd name="T4" fmla="*/ 18 w 41"/>
                <a:gd name="T5" fmla="*/ 4 h 63"/>
                <a:gd name="T6" fmla="*/ 40 w 41"/>
                <a:gd name="T7" fmla="*/ 25 h 63"/>
                <a:gd name="T8" fmla="*/ 23 w 41"/>
                <a:gd name="T9" fmla="*/ 59 h 63"/>
              </a:gdLst>
              <a:ahLst/>
              <a:cxnLst>
                <a:cxn ang="0">
                  <a:pos x="T0" y="T1"/>
                </a:cxn>
                <a:cxn ang="0">
                  <a:pos x="T2" y="T3"/>
                </a:cxn>
                <a:cxn ang="0">
                  <a:pos x="T4" y="T5"/>
                </a:cxn>
                <a:cxn ang="0">
                  <a:pos x="T6" y="T7"/>
                </a:cxn>
                <a:cxn ang="0">
                  <a:pos x="T8" y="T9"/>
                </a:cxn>
              </a:cxnLst>
              <a:rect l="0" t="0" r="r" b="b"/>
              <a:pathLst>
                <a:path w="41" h="63">
                  <a:moveTo>
                    <a:pt x="23" y="59"/>
                  </a:moveTo>
                  <a:cubicBezTo>
                    <a:pt x="12" y="63"/>
                    <a:pt x="2" y="53"/>
                    <a:pt x="1" y="38"/>
                  </a:cubicBezTo>
                  <a:cubicBezTo>
                    <a:pt x="0" y="23"/>
                    <a:pt x="7" y="8"/>
                    <a:pt x="18" y="4"/>
                  </a:cubicBezTo>
                  <a:cubicBezTo>
                    <a:pt x="29" y="0"/>
                    <a:pt x="39" y="10"/>
                    <a:pt x="40" y="25"/>
                  </a:cubicBezTo>
                  <a:cubicBezTo>
                    <a:pt x="41" y="40"/>
                    <a:pt x="34" y="55"/>
                    <a:pt x="23"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3" name="Freeform 282">
              <a:extLst>
                <a:ext uri="{FF2B5EF4-FFF2-40B4-BE49-F238E27FC236}">
                  <a16:creationId xmlns:a16="http://schemas.microsoft.com/office/drawing/2014/main" id="{9ECDDBC7-0E7E-3A48-D72E-A0AB07863651}"/>
                </a:ext>
              </a:extLst>
            </p:cNvPr>
            <p:cNvSpPr>
              <a:spLocks/>
            </p:cNvSpPr>
            <p:nvPr/>
          </p:nvSpPr>
          <p:spPr bwMode="auto">
            <a:xfrm rot="5094805">
              <a:off x="107730" y="3798113"/>
              <a:ext cx="98254" cy="38845"/>
            </a:xfrm>
            <a:custGeom>
              <a:avLst/>
              <a:gdLst>
                <a:gd name="T0" fmla="*/ 21 w 40"/>
                <a:gd name="T1" fmla="*/ 15 h 16"/>
                <a:gd name="T2" fmla="*/ 1 w 40"/>
                <a:gd name="T3" fmla="*/ 11 h 16"/>
                <a:gd name="T4" fmla="*/ 18 w 40"/>
                <a:gd name="T5" fmla="*/ 2 h 16"/>
                <a:gd name="T6" fmla="*/ 39 w 40"/>
                <a:gd name="T7" fmla="*/ 5 h 16"/>
                <a:gd name="T8" fmla="*/ 21 w 40"/>
                <a:gd name="T9" fmla="*/ 15 h 16"/>
              </a:gdLst>
              <a:ahLst/>
              <a:cxnLst>
                <a:cxn ang="0">
                  <a:pos x="T0" y="T1"/>
                </a:cxn>
                <a:cxn ang="0">
                  <a:pos x="T2" y="T3"/>
                </a:cxn>
                <a:cxn ang="0">
                  <a:pos x="T4" y="T5"/>
                </a:cxn>
                <a:cxn ang="0">
                  <a:pos x="T6" y="T7"/>
                </a:cxn>
                <a:cxn ang="0">
                  <a:pos x="T8" y="T9"/>
                </a:cxn>
              </a:cxnLst>
              <a:rect l="0" t="0" r="r" b="b"/>
              <a:pathLst>
                <a:path w="40" h="16">
                  <a:moveTo>
                    <a:pt x="21" y="15"/>
                  </a:moveTo>
                  <a:cubicBezTo>
                    <a:pt x="10" y="16"/>
                    <a:pt x="2" y="15"/>
                    <a:pt x="1" y="11"/>
                  </a:cubicBezTo>
                  <a:cubicBezTo>
                    <a:pt x="0" y="8"/>
                    <a:pt x="8" y="4"/>
                    <a:pt x="18" y="2"/>
                  </a:cubicBezTo>
                  <a:cubicBezTo>
                    <a:pt x="29" y="0"/>
                    <a:pt x="38" y="2"/>
                    <a:pt x="39" y="5"/>
                  </a:cubicBezTo>
                  <a:cubicBezTo>
                    <a:pt x="40" y="9"/>
                    <a:pt x="32" y="13"/>
                    <a:pt x="2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4" name="Freeform 283">
              <a:extLst>
                <a:ext uri="{FF2B5EF4-FFF2-40B4-BE49-F238E27FC236}">
                  <a16:creationId xmlns:a16="http://schemas.microsoft.com/office/drawing/2014/main" id="{F8D8260C-F115-1F05-1235-B225172B81F6}"/>
                </a:ext>
              </a:extLst>
            </p:cNvPr>
            <p:cNvSpPr>
              <a:spLocks/>
            </p:cNvSpPr>
            <p:nvPr/>
          </p:nvSpPr>
          <p:spPr bwMode="auto">
            <a:xfrm rot="5094805">
              <a:off x="155782" y="3987790"/>
              <a:ext cx="95969" cy="43415"/>
            </a:xfrm>
            <a:custGeom>
              <a:avLst/>
              <a:gdLst>
                <a:gd name="T0" fmla="*/ 20 w 39"/>
                <a:gd name="T1" fmla="*/ 17 h 18"/>
                <a:gd name="T2" fmla="*/ 0 w 39"/>
                <a:gd name="T3" fmla="*/ 11 h 18"/>
                <a:gd name="T4" fmla="*/ 18 w 39"/>
                <a:gd name="T5" fmla="*/ 1 h 18"/>
                <a:gd name="T6" fmla="*/ 38 w 39"/>
                <a:gd name="T7" fmla="*/ 6 h 18"/>
                <a:gd name="T8" fmla="*/ 20 w 39"/>
                <a:gd name="T9" fmla="*/ 17 h 18"/>
              </a:gdLst>
              <a:ahLst/>
              <a:cxnLst>
                <a:cxn ang="0">
                  <a:pos x="T0" y="T1"/>
                </a:cxn>
                <a:cxn ang="0">
                  <a:pos x="T2" y="T3"/>
                </a:cxn>
                <a:cxn ang="0">
                  <a:pos x="T4" y="T5"/>
                </a:cxn>
                <a:cxn ang="0">
                  <a:pos x="T6" y="T7"/>
                </a:cxn>
                <a:cxn ang="0">
                  <a:pos x="T8" y="T9"/>
                </a:cxn>
              </a:cxnLst>
              <a:rect l="0" t="0" r="r" b="b"/>
              <a:pathLst>
                <a:path w="39" h="18">
                  <a:moveTo>
                    <a:pt x="20" y="17"/>
                  </a:moveTo>
                  <a:cubicBezTo>
                    <a:pt x="10" y="18"/>
                    <a:pt x="1" y="16"/>
                    <a:pt x="0" y="11"/>
                  </a:cubicBezTo>
                  <a:cubicBezTo>
                    <a:pt x="0" y="7"/>
                    <a:pt x="8" y="3"/>
                    <a:pt x="18" y="1"/>
                  </a:cubicBezTo>
                  <a:cubicBezTo>
                    <a:pt x="28" y="0"/>
                    <a:pt x="37" y="2"/>
                    <a:pt x="38" y="6"/>
                  </a:cubicBezTo>
                  <a:cubicBezTo>
                    <a:pt x="39" y="11"/>
                    <a:pt x="31" y="15"/>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5" name="Freeform 284">
              <a:extLst>
                <a:ext uri="{FF2B5EF4-FFF2-40B4-BE49-F238E27FC236}">
                  <a16:creationId xmlns:a16="http://schemas.microsoft.com/office/drawing/2014/main" id="{4DD82EF9-FAF0-3377-00EB-AC235E7C07D0}"/>
                </a:ext>
              </a:extLst>
            </p:cNvPr>
            <p:cNvSpPr>
              <a:spLocks/>
            </p:cNvSpPr>
            <p:nvPr/>
          </p:nvSpPr>
          <p:spPr bwMode="auto">
            <a:xfrm rot="5094805">
              <a:off x="194421" y="4173620"/>
              <a:ext cx="95969" cy="50269"/>
            </a:xfrm>
            <a:custGeom>
              <a:avLst/>
              <a:gdLst>
                <a:gd name="T0" fmla="*/ 21 w 39"/>
                <a:gd name="T1" fmla="*/ 19 h 20"/>
                <a:gd name="T2" fmla="*/ 1 w 39"/>
                <a:gd name="T3" fmla="*/ 12 h 20"/>
                <a:gd name="T4" fmla="*/ 17 w 39"/>
                <a:gd name="T5" fmla="*/ 1 h 20"/>
                <a:gd name="T6" fmla="*/ 38 w 39"/>
                <a:gd name="T7" fmla="*/ 9 h 20"/>
                <a:gd name="T8" fmla="*/ 21 w 39"/>
                <a:gd name="T9" fmla="*/ 19 h 20"/>
              </a:gdLst>
              <a:ahLst/>
              <a:cxnLst>
                <a:cxn ang="0">
                  <a:pos x="T0" y="T1"/>
                </a:cxn>
                <a:cxn ang="0">
                  <a:pos x="T2" y="T3"/>
                </a:cxn>
                <a:cxn ang="0">
                  <a:pos x="T4" y="T5"/>
                </a:cxn>
                <a:cxn ang="0">
                  <a:pos x="T6" y="T7"/>
                </a:cxn>
                <a:cxn ang="0">
                  <a:pos x="T8" y="T9"/>
                </a:cxn>
              </a:cxnLst>
              <a:rect l="0" t="0" r="r" b="b"/>
              <a:pathLst>
                <a:path w="39" h="20">
                  <a:moveTo>
                    <a:pt x="21" y="19"/>
                  </a:moveTo>
                  <a:cubicBezTo>
                    <a:pt x="11" y="20"/>
                    <a:pt x="2" y="16"/>
                    <a:pt x="1" y="12"/>
                  </a:cubicBezTo>
                  <a:cubicBezTo>
                    <a:pt x="0" y="7"/>
                    <a:pt x="7" y="2"/>
                    <a:pt x="17" y="1"/>
                  </a:cubicBezTo>
                  <a:cubicBezTo>
                    <a:pt x="28" y="0"/>
                    <a:pt x="37" y="4"/>
                    <a:pt x="38" y="9"/>
                  </a:cubicBezTo>
                  <a:cubicBezTo>
                    <a:pt x="39" y="14"/>
                    <a:pt x="32" y="19"/>
                    <a:pt x="21"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6" name="Freeform 285">
              <a:extLst>
                <a:ext uri="{FF2B5EF4-FFF2-40B4-BE49-F238E27FC236}">
                  <a16:creationId xmlns:a16="http://schemas.microsoft.com/office/drawing/2014/main" id="{591E0F99-C3F7-A0F7-BC84-1B57346F954C}"/>
                </a:ext>
              </a:extLst>
            </p:cNvPr>
            <p:cNvSpPr>
              <a:spLocks/>
            </p:cNvSpPr>
            <p:nvPr/>
          </p:nvSpPr>
          <p:spPr bwMode="auto">
            <a:xfrm rot="5094805">
              <a:off x="220639" y="4363886"/>
              <a:ext cx="98254" cy="52554"/>
            </a:xfrm>
            <a:custGeom>
              <a:avLst/>
              <a:gdLst>
                <a:gd name="T0" fmla="*/ 22 w 40"/>
                <a:gd name="T1" fmla="*/ 22 h 22"/>
                <a:gd name="T2" fmla="*/ 1 w 40"/>
                <a:gd name="T3" fmla="*/ 12 h 22"/>
                <a:gd name="T4" fmla="*/ 18 w 40"/>
                <a:gd name="T5" fmla="*/ 0 h 22"/>
                <a:gd name="T6" fmla="*/ 39 w 40"/>
                <a:gd name="T7" fmla="*/ 11 h 22"/>
                <a:gd name="T8" fmla="*/ 22 w 40"/>
                <a:gd name="T9" fmla="*/ 22 h 22"/>
              </a:gdLst>
              <a:ahLst/>
              <a:cxnLst>
                <a:cxn ang="0">
                  <a:pos x="T0" y="T1"/>
                </a:cxn>
                <a:cxn ang="0">
                  <a:pos x="T2" y="T3"/>
                </a:cxn>
                <a:cxn ang="0">
                  <a:pos x="T4" y="T5"/>
                </a:cxn>
                <a:cxn ang="0">
                  <a:pos x="T6" y="T7"/>
                </a:cxn>
                <a:cxn ang="0">
                  <a:pos x="T8" y="T9"/>
                </a:cxn>
              </a:cxnLst>
              <a:rect l="0" t="0" r="r" b="b"/>
              <a:pathLst>
                <a:path w="40" h="22">
                  <a:moveTo>
                    <a:pt x="22" y="22"/>
                  </a:moveTo>
                  <a:cubicBezTo>
                    <a:pt x="11" y="22"/>
                    <a:pt x="2" y="18"/>
                    <a:pt x="1" y="12"/>
                  </a:cubicBezTo>
                  <a:cubicBezTo>
                    <a:pt x="0" y="6"/>
                    <a:pt x="8" y="1"/>
                    <a:pt x="18" y="0"/>
                  </a:cubicBezTo>
                  <a:cubicBezTo>
                    <a:pt x="28" y="0"/>
                    <a:pt x="38" y="5"/>
                    <a:pt x="39" y="11"/>
                  </a:cubicBezTo>
                  <a:cubicBezTo>
                    <a:pt x="40" y="17"/>
                    <a:pt x="32" y="22"/>
                    <a:pt x="2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7" name="Freeform 286">
              <a:extLst>
                <a:ext uri="{FF2B5EF4-FFF2-40B4-BE49-F238E27FC236}">
                  <a16:creationId xmlns:a16="http://schemas.microsoft.com/office/drawing/2014/main" id="{109DE3E8-F56D-5A05-6156-A19420CA9CE9}"/>
                </a:ext>
              </a:extLst>
            </p:cNvPr>
            <p:cNvSpPr>
              <a:spLocks/>
            </p:cNvSpPr>
            <p:nvPr/>
          </p:nvSpPr>
          <p:spPr bwMode="auto">
            <a:xfrm rot="5094805">
              <a:off x="235477" y="4550595"/>
              <a:ext cx="100539" cy="63979"/>
            </a:xfrm>
            <a:custGeom>
              <a:avLst/>
              <a:gdLst>
                <a:gd name="T0" fmla="*/ 22 w 40"/>
                <a:gd name="T1" fmla="*/ 26 h 26"/>
                <a:gd name="T2" fmla="*/ 1 w 40"/>
                <a:gd name="T3" fmla="*/ 13 h 26"/>
                <a:gd name="T4" fmla="*/ 18 w 40"/>
                <a:gd name="T5" fmla="*/ 0 h 26"/>
                <a:gd name="T6" fmla="*/ 39 w 40"/>
                <a:gd name="T7" fmla="*/ 13 h 26"/>
                <a:gd name="T8" fmla="*/ 22 w 40"/>
                <a:gd name="T9" fmla="*/ 26 h 26"/>
              </a:gdLst>
              <a:ahLst/>
              <a:cxnLst>
                <a:cxn ang="0">
                  <a:pos x="T0" y="T1"/>
                </a:cxn>
                <a:cxn ang="0">
                  <a:pos x="T2" y="T3"/>
                </a:cxn>
                <a:cxn ang="0">
                  <a:pos x="T4" y="T5"/>
                </a:cxn>
                <a:cxn ang="0">
                  <a:pos x="T6" y="T7"/>
                </a:cxn>
                <a:cxn ang="0">
                  <a:pos x="T8" y="T9"/>
                </a:cxn>
              </a:cxnLst>
              <a:rect l="0" t="0" r="r" b="b"/>
              <a:pathLst>
                <a:path w="40" h="26">
                  <a:moveTo>
                    <a:pt x="22" y="26"/>
                  </a:moveTo>
                  <a:cubicBezTo>
                    <a:pt x="11" y="26"/>
                    <a:pt x="2" y="20"/>
                    <a:pt x="1" y="13"/>
                  </a:cubicBezTo>
                  <a:cubicBezTo>
                    <a:pt x="0" y="6"/>
                    <a:pt x="8" y="0"/>
                    <a:pt x="18" y="0"/>
                  </a:cubicBezTo>
                  <a:cubicBezTo>
                    <a:pt x="28" y="0"/>
                    <a:pt x="38" y="6"/>
                    <a:pt x="39" y="13"/>
                  </a:cubicBezTo>
                  <a:cubicBezTo>
                    <a:pt x="40" y="21"/>
                    <a:pt x="33" y="26"/>
                    <a:pt x="22"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8" name="Freeform 287">
              <a:extLst>
                <a:ext uri="{FF2B5EF4-FFF2-40B4-BE49-F238E27FC236}">
                  <a16:creationId xmlns:a16="http://schemas.microsoft.com/office/drawing/2014/main" id="{1B0E4837-2EA1-7676-51DF-390CE32FBA39}"/>
                </a:ext>
              </a:extLst>
            </p:cNvPr>
            <p:cNvSpPr>
              <a:spLocks/>
            </p:cNvSpPr>
            <p:nvPr/>
          </p:nvSpPr>
          <p:spPr bwMode="auto">
            <a:xfrm rot="5094805">
              <a:off x="249292" y="4738847"/>
              <a:ext cx="95969" cy="75404"/>
            </a:xfrm>
            <a:custGeom>
              <a:avLst/>
              <a:gdLst>
                <a:gd name="T0" fmla="*/ 21 w 39"/>
                <a:gd name="T1" fmla="*/ 30 h 31"/>
                <a:gd name="T2" fmla="*/ 1 w 39"/>
                <a:gd name="T3" fmla="*/ 14 h 31"/>
                <a:gd name="T4" fmla="*/ 18 w 39"/>
                <a:gd name="T5" fmla="*/ 0 h 31"/>
                <a:gd name="T6" fmla="*/ 38 w 39"/>
                <a:gd name="T7" fmla="*/ 16 h 31"/>
                <a:gd name="T8" fmla="*/ 21 w 39"/>
                <a:gd name="T9" fmla="*/ 30 h 31"/>
              </a:gdLst>
              <a:ahLst/>
              <a:cxnLst>
                <a:cxn ang="0">
                  <a:pos x="T0" y="T1"/>
                </a:cxn>
                <a:cxn ang="0">
                  <a:pos x="T2" y="T3"/>
                </a:cxn>
                <a:cxn ang="0">
                  <a:pos x="T4" y="T5"/>
                </a:cxn>
                <a:cxn ang="0">
                  <a:pos x="T6" y="T7"/>
                </a:cxn>
                <a:cxn ang="0">
                  <a:pos x="T8" y="T9"/>
                </a:cxn>
              </a:cxnLst>
              <a:rect l="0" t="0" r="r" b="b"/>
              <a:pathLst>
                <a:path w="39" h="31">
                  <a:moveTo>
                    <a:pt x="21" y="30"/>
                  </a:moveTo>
                  <a:cubicBezTo>
                    <a:pt x="10" y="29"/>
                    <a:pt x="2" y="22"/>
                    <a:pt x="1" y="14"/>
                  </a:cubicBezTo>
                  <a:cubicBezTo>
                    <a:pt x="0" y="6"/>
                    <a:pt x="8" y="0"/>
                    <a:pt x="18" y="0"/>
                  </a:cubicBezTo>
                  <a:cubicBezTo>
                    <a:pt x="28" y="1"/>
                    <a:pt x="38" y="8"/>
                    <a:pt x="38" y="16"/>
                  </a:cubicBezTo>
                  <a:cubicBezTo>
                    <a:pt x="39" y="25"/>
                    <a:pt x="31" y="31"/>
                    <a:pt x="21"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9" name="Freeform 288">
              <a:extLst>
                <a:ext uri="{FF2B5EF4-FFF2-40B4-BE49-F238E27FC236}">
                  <a16:creationId xmlns:a16="http://schemas.microsoft.com/office/drawing/2014/main" id="{8FFC9282-3C65-4706-7310-4112F504651C}"/>
                </a:ext>
              </a:extLst>
            </p:cNvPr>
            <p:cNvSpPr>
              <a:spLocks/>
            </p:cNvSpPr>
            <p:nvPr/>
          </p:nvSpPr>
          <p:spPr bwMode="auto">
            <a:xfrm rot="5094805">
              <a:off x="256165" y="4925123"/>
              <a:ext cx="98254" cy="89114"/>
            </a:xfrm>
            <a:custGeom>
              <a:avLst/>
              <a:gdLst>
                <a:gd name="T0" fmla="*/ 22 w 40"/>
                <a:gd name="T1" fmla="*/ 35 h 36"/>
                <a:gd name="T2" fmla="*/ 1 w 40"/>
                <a:gd name="T3" fmla="*/ 16 h 36"/>
                <a:gd name="T4" fmla="*/ 18 w 40"/>
                <a:gd name="T5" fmla="*/ 0 h 36"/>
                <a:gd name="T6" fmla="*/ 39 w 40"/>
                <a:gd name="T7" fmla="*/ 19 h 36"/>
                <a:gd name="T8" fmla="*/ 22 w 40"/>
                <a:gd name="T9" fmla="*/ 35 h 36"/>
              </a:gdLst>
              <a:ahLst/>
              <a:cxnLst>
                <a:cxn ang="0">
                  <a:pos x="T0" y="T1"/>
                </a:cxn>
                <a:cxn ang="0">
                  <a:pos x="T2" y="T3"/>
                </a:cxn>
                <a:cxn ang="0">
                  <a:pos x="T4" y="T5"/>
                </a:cxn>
                <a:cxn ang="0">
                  <a:pos x="T6" y="T7"/>
                </a:cxn>
                <a:cxn ang="0">
                  <a:pos x="T8" y="T9"/>
                </a:cxn>
              </a:cxnLst>
              <a:rect l="0" t="0" r="r" b="b"/>
              <a:pathLst>
                <a:path w="40" h="36">
                  <a:moveTo>
                    <a:pt x="22" y="35"/>
                  </a:moveTo>
                  <a:cubicBezTo>
                    <a:pt x="11" y="34"/>
                    <a:pt x="2" y="26"/>
                    <a:pt x="1" y="16"/>
                  </a:cubicBezTo>
                  <a:cubicBezTo>
                    <a:pt x="0" y="7"/>
                    <a:pt x="8" y="0"/>
                    <a:pt x="18" y="0"/>
                  </a:cubicBezTo>
                  <a:cubicBezTo>
                    <a:pt x="28" y="1"/>
                    <a:pt x="38" y="9"/>
                    <a:pt x="39" y="19"/>
                  </a:cubicBezTo>
                  <a:cubicBezTo>
                    <a:pt x="40" y="28"/>
                    <a:pt x="32" y="36"/>
                    <a:pt x="22"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0" name="Freeform 289">
              <a:extLst>
                <a:ext uri="{FF2B5EF4-FFF2-40B4-BE49-F238E27FC236}">
                  <a16:creationId xmlns:a16="http://schemas.microsoft.com/office/drawing/2014/main" id="{12055730-F524-7ADA-1535-97FAD332CF03}"/>
                </a:ext>
              </a:extLst>
            </p:cNvPr>
            <p:cNvSpPr>
              <a:spLocks/>
            </p:cNvSpPr>
            <p:nvPr/>
          </p:nvSpPr>
          <p:spPr bwMode="auto">
            <a:xfrm rot="5094805">
              <a:off x="266354" y="5112343"/>
              <a:ext cx="98254" cy="98254"/>
            </a:xfrm>
            <a:custGeom>
              <a:avLst/>
              <a:gdLst>
                <a:gd name="T0" fmla="*/ 23 w 40"/>
                <a:gd name="T1" fmla="*/ 39 h 40"/>
                <a:gd name="T2" fmla="*/ 1 w 40"/>
                <a:gd name="T3" fmla="*/ 20 h 40"/>
                <a:gd name="T4" fmla="*/ 17 w 40"/>
                <a:gd name="T5" fmla="*/ 1 h 40"/>
                <a:gd name="T6" fmla="*/ 39 w 40"/>
                <a:gd name="T7" fmla="*/ 20 h 40"/>
                <a:gd name="T8" fmla="*/ 23 w 40"/>
                <a:gd name="T9" fmla="*/ 39 h 40"/>
              </a:gdLst>
              <a:ahLst/>
              <a:cxnLst>
                <a:cxn ang="0">
                  <a:pos x="T0" y="T1"/>
                </a:cxn>
                <a:cxn ang="0">
                  <a:pos x="T2" y="T3"/>
                </a:cxn>
                <a:cxn ang="0">
                  <a:pos x="T4" y="T5"/>
                </a:cxn>
                <a:cxn ang="0">
                  <a:pos x="T6" y="T7"/>
                </a:cxn>
                <a:cxn ang="0">
                  <a:pos x="T8" y="T9"/>
                </a:cxn>
              </a:cxnLst>
              <a:rect l="0" t="0" r="r" b="b"/>
              <a:pathLst>
                <a:path w="40" h="40">
                  <a:moveTo>
                    <a:pt x="23" y="39"/>
                  </a:moveTo>
                  <a:cubicBezTo>
                    <a:pt x="12" y="39"/>
                    <a:pt x="3" y="31"/>
                    <a:pt x="1" y="20"/>
                  </a:cubicBezTo>
                  <a:cubicBezTo>
                    <a:pt x="0" y="9"/>
                    <a:pt x="7" y="1"/>
                    <a:pt x="17" y="1"/>
                  </a:cubicBezTo>
                  <a:cubicBezTo>
                    <a:pt x="27" y="0"/>
                    <a:pt x="37" y="9"/>
                    <a:pt x="39" y="20"/>
                  </a:cubicBezTo>
                  <a:cubicBezTo>
                    <a:pt x="40" y="31"/>
                    <a:pt x="33" y="40"/>
                    <a:pt x="23"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1" name="Freeform 290">
              <a:extLst>
                <a:ext uri="{FF2B5EF4-FFF2-40B4-BE49-F238E27FC236}">
                  <a16:creationId xmlns:a16="http://schemas.microsoft.com/office/drawing/2014/main" id="{59C1315F-706F-EE1F-27BA-75D2B5BBAB23}"/>
                </a:ext>
              </a:extLst>
            </p:cNvPr>
            <p:cNvSpPr>
              <a:spLocks/>
            </p:cNvSpPr>
            <p:nvPr/>
          </p:nvSpPr>
          <p:spPr bwMode="auto">
            <a:xfrm rot="5094805">
              <a:off x="276746" y="5301839"/>
              <a:ext cx="98254" cy="107394"/>
            </a:xfrm>
            <a:custGeom>
              <a:avLst/>
              <a:gdLst>
                <a:gd name="T0" fmla="*/ 23 w 40"/>
                <a:gd name="T1" fmla="*/ 43 h 44"/>
                <a:gd name="T2" fmla="*/ 2 w 40"/>
                <a:gd name="T3" fmla="*/ 21 h 44"/>
                <a:gd name="T4" fmla="*/ 18 w 40"/>
                <a:gd name="T5" fmla="*/ 0 h 44"/>
                <a:gd name="T6" fmla="*/ 39 w 40"/>
                <a:gd name="T7" fmla="*/ 22 h 44"/>
                <a:gd name="T8" fmla="*/ 23 w 40"/>
                <a:gd name="T9" fmla="*/ 43 h 44"/>
              </a:gdLst>
              <a:ahLst/>
              <a:cxnLst>
                <a:cxn ang="0">
                  <a:pos x="T0" y="T1"/>
                </a:cxn>
                <a:cxn ang="0">
                  <a:pos x="T2" y="T3"/>
                </a:cxn>
                <a:cxn ang="0">
                  <a:pos x="T4" y="T5"/>
                </a:cxn>
                <a:cxn ang="0">
                  <a:pos x="T6" y="T7"/>
                </a:cxn>
                <a:cxn ang="0">
                  <a:pos x="T8" y="T9"/>
                </a:cxn>
              </a:cxnLst>
              <a:rect l="0" t="0" r="r" b="b"/>
              <a:pathLst>
                <a:path w="40" h="44">
                  <a:moveTo>
                    <a:pt x="23" y="43"/>
                  </a:moveTo>
                  <a:cubicBezTo>
                    <a:pt x="12" y="43"/>
                    <a:pt x="3" y="33"/>
                    <a:pt x="2" y="21"/>
                  </a:cubicBezTo>
                  <a:cubicBezTo>
                    <a:pt x="0" y="10"/>
                    <a:pt x="8" y="0"/>
                    <a:pt x="18" y="0"/>
                  </a:cubicBezTo>
                  <a:cubicBezTo>
                    <a:pt x="28" y="0"/>
                    <a:pt x="38" y="11"/>
                    <a:pt x="39" y="22"/>
                  </a:cubicBezTo>
                  <a:cubicBezTo>
                    <a:pt x="40" y="34"/>
                    <a:pt x="33" y="44"/>
                    <a:pt x="23"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2" name="Freeform 291">
              <a:extLst>
                <a:ext uri="{FF2B5EF4-FFF2-40B4-BE49-F238E27FC236}">
                  <a16:creationId xmlns:a16="http://schemas.microsoft.com/office/drawing/2014/main" id="{053469A6-C98E-447B-CB88-AF9172459EEF}"/>
                </a:ext>
              </a:extLst>
            </p:cNvPr>
            <p:cNvSpPr>
              <a:spLocks/>
            </p:cNvSpPr>
            <p:nvPr/>
          </p:nvSpPr>
          <p:spPr bwMode="auto">
            <a:xfrm rot="5094805">
              <a:off x="289309" y="5488750"/>
              <a:ext cx="100539" cy="118819"/>
            </a:xfrm>
            <a:custGeom>
              <a:avLst/>
              <a:gdLst>
                <a:gd name="T0" fmla="*/ 24 w 41"/>
                <a:gd name="T1" fmla="*/ 48 h 48"/>
                <a:gd name="T2" fmla="*/ 2 w 41"/>
                <a:gd name="T3" fmla="*/ 25 h 48"/>
                <a:gd name="T4" fmla="*/ 18 w 41"/>
                <a:gd name="T5" fmla="*/ 0 h 48"/>
                <a:gd name="T6" fmla="*/ 39 w 41"/>
                <a:gd name="T7" fmla="*/ 23 h 48"/>
                <a:gd name="T8" fmla="*/ 24 w 41"/>
                <a:gd name="T9" fmla="*/ 48 h 48"/>
              </a:gdLst>
              <a:ahLst/>
              <a:cxnLst>
                <a:cxn ang="0">
                  <a:pos x="T0" y="T1"/>
                </a:cxn>
                <a:cxn ang="0">
                  <a:pos x="T2" y="T3"/>
                </a:cxn>
                <a:cxn ang="0">
                  <a:pos x="T4" y="T5"/>
                </a:cxn>
                <a:cxn ang="0">
                  <a:pos x="T6" y="T7"/>
                </a:cxn>
                <a:cxn ang="0">
                  <a:pos x="T8" y="T9"/>
                </a:cxn>
              </a:cxnLst>
              <a:rect l="0" t="0" r="r" b="b"/>
              <a:pathLst>
                <a:path w="41" h="48">
                  <a:moveTo>
                    <a:pt x="24" y="48"/>
                  </a:moveTo>
                  <a:cubicBezTo>
                    <a:pt x="13" y="48"/>
                    <a:pt x="4" y="38"/>
                    <a:pt x="2" y="25"/>
                  </a:cubicBezTo>
                  <a:cubicBezTo>
                    <a:pt x="0" y="12"/>
                    <a:pt x="7" y="1"/>
                    <a:pt x="18" y="0"/>
                  </a:cubicBezTo>
                  <a:cubicBezTo>
                    <a:pt x="27" y="0"/>
                    <a:pt x="38" y="10"/>
                    <a:pt x="39" y="23"/>
                  </a:cubicBezTo>
                  <a:cubicBezTo>
                    <a:pt x="41" y="36"/>
                    <a:pt x="34" y="47"/>
                    <a:pt x="24"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3" name="Freeform 292">
              <a:extLst>
                <a:ext uri="{FF2B5EF4-FFF2-40B4-BE49-F238E27FC236}">
                  <a16:creationId xmlns:a16="http://schemas.microsoft.com/office/drawing/2014/main" id="{D9F7DFB2-675E-0CFF-263F-6646E1983224}"/>
                </a:ext>
              </a:extLst>
            </p:cNvPr>
            <p:cNvSpPr>
              <a:spLocks/>
            </p:cNvSpPr>
            <p:nvPr/>
          </p:nvSpPr>
          <p:spPr bwMode="auto">
            <a:xfrm rot="5094805">
              <a:off x="312122" y="5676095"/>
              <a:ext cx="98254" cy="127959"/>
            </a:xfrm>
            <a:custGeom>
              <a:avLst/>
              <a:gdLst>
                <a:gd name="T0" fmla="*/ 22 w 40"/>
                <a:gd name="T1" fmla="*/ 51 h 51"/>
                <a:gd name="T2" fmla="*/ 1 w 40"/>
                <a:gd name="T3" fmla="*/ 26 h 51"/>
                <a:gd name="T4" fmla="*/ 17 w 40"/>
                <a:gd name="T5" fmla="*/ 1 h 51"/>
                <a:gd name="T6" fmla="*/ 39 w 40"/>
                <a:gd name="T7" fmla="*/ 25 h 51"/>
                <a:gd name="T8" fmla="*/ 22 w 40"/>
                <a:gd name="T9" fmla="*/ 51 h 51"/>
              </a:gdLst>
              <a:ahLst/>
              <a:cxnLst>
                <a:cxn ang="0">
                  <a:pos x="T0" y="T1"/>
                </a:cxn>
                <a:cxn ang="0">
                  <a:pos x="T2" y="T3"/>
                </a:cxn>
                <a:cxn ang="0">
                  <a:pos x="T4" y="T5"/>
                </a:cxn>
                <a:cxn ang="0">
                  <a:pos x="T6" y="T7"/>
                </a:cxn>
                <a:cxn ang="0">
                  <a:pos x="T8" y="T9"/>
                </a:cxn>
              </a:cxnLst>
              <a:rect l="0" t="0" r="r" b="b"/>
              <a:pathLst>
                <a:path w="40" h="51">
                  <a:moveTo>
                    <a:pt x="22" y="51"/>
                  </a:moveTo>
                  <a:cubicBezTo>
                    <a:pt x="12" y="51"/>
                    <a:pt x="2" y="40"/>
                    <a:pt x="1" y="26"/>
                  </a:cubicBezTo>
                  <a:cubicBezTo>
                    <a:pt x="0" y="13"/>
                    <a:pt x="7" y="1"/>
                    <a:pt x="17" y="1"/>
                  </a:cubicBezTo>
                  <a:cubicBezTo>
                    <a:pt x="28" y="0"/>
                    <a:pt x="38" y="11"/>
                    <a:pt x="39" y="25"/>
                  </a:cubicBezTo>
                  <a:cubicBezTo>
                    <a:pt x="40" y="39"/>
                    <a:pt x="33" y="51"/>
                    <a:pt x="22"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4" name="Freeform 293">
              <a:extLst>
                <a:ext uri="{FF2B5EF4-FFF2-40B4-BE49-F238E27FC236}">
                  <a16:creationId xmlns:a16="http://schemas.microsoft.com/office/drawing/2014/main" id="{B4CD1CB2-30BA-4A28-A441-F419C4DCCDD4}"/>
                </a:ext>
              </a:extLst>
            </p:cNvPr>
            <p:cNvSpPr>
              <a:spLocks/>
            </p:cNvSpPr>
            <p:nvPr/>
          </p:nvSpPr>
          <p:spPr bwMode="auto">
            <a:xfrm rot="5094805">
              <a:off x="57614" y="3611116"/>
              <a:ext cx="95969" cy="34275"/>
            </a:xfrm>
            <a:custGeom>
              <a:avLst/>
              <a:gdLst>
                <a:gd name="T0" fmla="*/ 21 w 39"/>
                <a:gd name="T1" fmla="*/ 12 h 14"/>
                <a:gd name="T2" fmla="*/ 1 w 39"/>
                <a:gd name="T3" fmla="*/ 10 h 14"/>
                <a:gd name="T4" fmla="*/ 18 w 39"/>
                <a:gd name="T5" fmla="*/ 1 h 14"/>
                <a:gd name="T6" fmla="*/ 39 w 39"/>
                <a:gd name="T7" fmla="*/ 4 h 14"/>
                <a:gd name="T8" fmla="*/ 21 w 39"/>
                <a:gd name="T9" fmla="*/ 12 h 14"/>
              </a:gdLst>
              <a:ahLst/>
              <a:cxnLst>
                <a:cxn ang="0">
                  <a:pos x="T0" y="T1"/>
                </a:cxn>
                <a:cxn ang="0">
                  <a:pos x="T2" y="T3"/>
                </a:cxn>
                <a:cxn ang="0">
                  <a:pos x="T4" y="T5"/>
                </a:cxn>
                <a:cxn ang="0">
                  <a:pos x="T6" y="T7"/>
                </a:cxn>
                <a:cxn ang="0">
                  <a:pos x="T8" y="T9"/>
                </a:cxn>
              </a:cxnLst>
              <a:rect l="0" t="0" r="r" b="b"/>
              <a:pathLst>
                <a:path w="39" h="14">
                  <a:moveTo>
                    <a:pt x="21" y="12"/>
                  </a:moveTo>
                  <a:cubicBezTo>
                    <a:pt x="10" y="14"/>
                    <a:pt x="1" y="13"/>
                    <a:pt x="1" y="10"/>
                  </a:cubicBezTo>
                  <a:cubicBezTo>
                    <a:pt x="0" y="7"/>
                    <a:pt x="8" y="3"/>
                    <a:pt x="18" y="1"/>
                  </a:cubicBezTo>
                  <a:cubicBezTo>
                    <a:pt x="29" y="0"/>
                    <a:pt x="38" y="1"/>
                    <a:pt x="39" y="4"/>
                  </a:cubicBezTo>
                  <a:cubicBezTo>
                    <a:pt x="39" y="7"/>
                    <a:pt x="31" y="11"/>
                    <a:pt x="2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5" name="Freeform 294">
              <a:extLst>
                <a:ext uri="{FF2B5EF4-FFF2-40B4-BE49-F238E27FC236}">
                  <a16:creationId xmlns:a16="http://schemas.microsoft.com/office/drawing/2014/main" id="{B715C3EC-ACBB-8A0F-4974-00730C18C08B}"/>
                </a:ext>
              </a:extLst>
            </p:cNvPr>
            <p:cNvSpPr>
              <a:spLocks/>
            </p:cNvSpPr>
            <p:nvPr/>
          </p:nvSpPr>
          <p:spPr bwMode="auto">
            <a:xfrm rot="5094805">
              <a:off x="7595" y="3424014"/>
              <a:ext cx="95969" cy="31990"/>
            </a:xfrm>
            <a:custGeom>
              <a:avLst/>
              <a:gdLst>
                <a:gd name="T0" fmla="*/ 20 w 39"/>
                <a:gd name="T1" fmla="*/ 12 h 13"/>
                <a:gd name="T2" fmla="*/ 1 w 39"/>
                <a:gd name="T3" fmla="*/ 10 h 13"/>
                <a:gd name="T4" fmla="*/ 18 w 39"/>
                <a:gd name="T5" fmla="*/ 2 h 13"/>
                <a:gd name="T6" fmla="*/ 38 w 39"/>
                <a:gd name="T7" fmla="*/ 4 h 13"/>
                <a:gd name="T8" fmla="*/ 20 w 39"/>
                <a:gd name="T9" fmla="*/ 12 h 13"/>
              </a:gdLst>
              <a:ahLst/>
              <a:cxnLst>
                <a:cxn ang="0">
                  <a:pos x="T0" y="T1"/>
                </a:cxn>
                <a:cxn ang="0">
                  <a:pos x="T2" y="T3"/>
                </a:cxn>
                <a:cxn ang="0">
                  <a:pos x="T4" y="T5"/>
                </a:cxn>
                <a:cxn ang="0">
                  <a:pos x="T6" y="T7"/>
                </a:cxn>
                <a:cxn ang="0">
                  <a:pos x="T8" y="T9"/>
                </a:cxn>
              </a:cxnLst>
              <a:rect l="0" t="0" r="r" b="b"/>
              <a:pathLst>
                <a:path w="39" h="13">
                  <a:moveTo>
                    <a:pt x="20" y="12"/>
                  </a:moveTo>
                  <a:cubicBezTo>
                    <a:pt x="10" y="13"/>
                    <a:pt x="1" y="13"/>
                    <a:pt x="1" y="10"/>
                  </a:cubicBezTo>
                  <a:cubicBezTo>
                    <a:pt x="0" y="8"/>
                    <a:pt x="8" y="4"/>
                    <a:pt x="18" y="2"/>
                  </a:cubicBezTo>
                  <a:cubicBezTo>
                    <a:pt x="29" y="0"/>
                    <a:pt x="38" y="1"/>
                    <a:pt x="38" y="4"/>
                  </a:cubicBezTo>
                  <a:cubicBezTo>
                    <a:pt x="39" y="6"/>
                    <a:pt x="31" y="10"/>
                    <a:pt x="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6" name="Freeform 295">
              <a:extLst>
                <a:ext uri="{FF2B5EF4-FFF2-40B4-BE49-F238E27FC236}">
                  <a16:creationId xmlns:a16="http://schemas.microsoft.com/office/drawing/2014/main" id="{09D69764-104E-C3E0-7680-003C3ACBE599}"/>
                </a:ext>
              </a:extLst>
            </p:cNvPr>
            <p:cNvSpPr>
              <a:spLocks/>
            </p:cNvSpPr>
            <p:nvPr/>
          </p:nvSpPr>
          <p:spPr bwMode="auto">
            <a:xfrm rot="5094805">
              <a:off x="-46146" y="3233701"/>
              <a:ext cx="98254" cy="29705"/>
            </a:xfrm>
            <a:custGeom>
              <a:avLst/>
              <a:gdLst>
                <a:gd name="T0" fmla="*/ 22 w 40"/>
                <a:gd name="T1" fmla="*/ 10 h 12"/>
                <a:gd name="T2" fmla="*/ 1 w 40"/>
                <a:gd name="T3" fmla="*/ 9 h 12"/>
                <a:gd name="T4" fmla="*/ 18 w 40"/>
                <a:gd name="T5" fmla="*/ 2 h 12"/>
                <a:gd name="T6" fmla="*/ 39 w 40"/>
                <a:gd name="T7" fmla="*/ 2 h 12"/>
                <a:gd name="T8" fmla="*/ 22 w 40"/>
                <a:gd name="T9" fmla="*/ 10 h 12"/>
              </a:gdLst>
              <a:ahLst/>
              <a:cxnLst>
                <a:cxn ang="0">
                  <a:pos x="T0" y="T1"/>
                </a:cxn>
                <a:cxn ang="0">
                  <a:pos x="T2" y="T3"/>
                </a:cxn>
                <a:cxn ang="0">
                  <a:pos x="T4" y="T5"/>
                </a:cxn>
                <a:cxn ang="0">
                  <a:pos x="T6" y="T7"/>
                </a:cxn>
                <a:cxn ang="0">
                  <a:pos x="T8" y="T9"/>
                </a:cxn>
              </a:cxnLst>
              <a:rect l="0" t="0" r="r" b="b"/>
              <a:pathLst>
                <a:path w="40" h="12">
                  <a:moveTo>
                    <a:pt x="22" y="10"/>
                  </a:moveTo>
                  <a:cubicBezTo>
                    <a:pt x="11" y="12"/>
                    <a:pt x="2" y="11"/>
                    <a:pt x="1" y="9"/>
                  </a:cubicBezTo>
                  <a:cubicBezTo>
                    <a:pt x="0" y="7"/>
                    <a:pt x="8" y="4"/>
                    <a:pt x="18" y="2"/>
                  </a:cubicBezTo>
                  <a:cubicBezTo>
                    <a:pt x="28" y="0"/>
                    <a:pt x="38" y="0"/>
                    <a:pt x="39" y="2"/>
                  </a:cubicBezTo>
                  <a:cubicBezTo>
                    <a:pt x="40" y="5"/>
                    <a:pt x="32" y="8"/>
                    <a:pt x="2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7" name="Freeform 320">
              <a:extLst>
                <a:ext uri="{FF2B5EF4-FFF2-40B4-BE49-F238E27FC236}">
                  <a16:creationId xmlns:a16="http://schemas.microsoft.com/office/drawing/2014/main" id="{26271706-85C4-EF8F-37F2-A4B96107AAA3}"/>
                </a:ext>
              </a:extLst>
            </p:cNvPr>
            <p:cNvSpPr>
              <a:spLocks/>
            </p:cNvSpPr>
            <p:nvPr/>
          </p:nvSpPr>
          <p:spPr bwMode="auto">
            <a:xfrm rot="5094805">
              <a:off x="616963" y="6808527"/>
              <a:ext cx="100539" cy="150808"/>
            </a:xfrm>
            <a:custGeom>
              <a:avLst/>
              <a:gdLst>
                <a:gd name="T0" fmla="*/ 23 w 41"/>
                <a:gd name="T1" fmla="*/ 57 h 61"/>
                <a:gd name="T2" fmla="*/ 1 w 41"/>
                <a:gd name="T3" fmla="*/ 38 h 61"/>
                <a:gd name="T4" fmla="*/ 17 w 41"/>
                <a:gd name="T5" fmla="*/ 4 h 61"/>
                <a:gd name="T6" fmla="*/ 39 w 41"/>
                <a:gd name="T7" fmla="*/ 23 h 61"/>
                <a:gd name="T8" fmla="*/ 23 w 41"/>
                <a:gd name="T9" fmla="*/ 57 h 61"/>
              </a:gdLst>
              <a:ahLst/>
              <a:cxnLst>
                <a:cxn ang="0">
                  <a:pos x="T0" y="T1"/>
                </a:cxn>
                <a:cxn ang="0">
                  <a:pos x="T2" y="T3"/>
                </a:cxn>
                <a:cxn ang="0">
                  <a:pos x="T4" y="T5"/>
                </a:cxn>
                <a:cxn ang="0">
                  <a:pos x="T6" y="T7"/>
                </a:cxn>
                <a:cxn ang="0">
                  <a:pos x="T8" y="T9"/>
                </a:cxn>
              </a:cxnLst>
              <a:rect l="0" t="0" r="r" b="b"/>
              <a:pathLst>
                <a:path w="41" h="61">
                  <a:moveTo>
                    <a:pt x="23" y="57"/>
                  </a:moveTo>
                  <a:cubicBezTo>
                    <a:pt x="12" y="61"/>
                    <a:pt x="3" y="53"/>
                    <a:pt x="1" y="38"/>
                  </a:cubicBezTo>
                  <a:cubicBezTo>
                    <a:pt x="0" y="23"/>
                    <a:pt x="7" y="8"/>
                    <a:pt x="17" y="4"/>
                  </a:cubicBezTo>
                  <a:cubicBezTo>
                    <a:pt x="27" y="0"/>
                    <a:pt x="38" y="9"/>
                    <a:pt x="39" y="23"/>
                  </a:cubicBezTo>
                  <a:cubicBezTo>
                    <a:pt x="41" y="38"/>
                    <a:pt x="34" y="53"/>
                    <a:pt x="23"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8" name="Freeform 321">
              <a:extLst>
                <a:ext uri="{FF2B5EF4-FFF2-40B4-BE49-F238E27FC236}">
                  <a16:creationId xmlns:a16="http://schemas.microsoft.com/office/drawing/2014/main" id="{F6449648-890C-FA11-69AA-ACE3A77B02A9}"/>
                </a:ext>
              </a:extLst>
            </p:cNvPr>
            <p:cNvSpPr>
              <a:spLocks/>
            </p:cNvSpPr>
            <p:nvPr/>
          </p:nvSpPr>
          <p:spPr bwMode="auto">
            <a:xfrm rot="5094805">
              <a:off x="537056" y="6621888"/>
              <a:ext cx="98254" cy="146238"/>
            </a:xfrm>
            <a:custGeom>
              <a:avLst/>
              <a:gdLst>
                <a:gd name="T0" fmla="*/ 22 w 40"/>
                <a:gd name="T1" fmla="*/ 58 h 60"/>
                <a:gd name="T2" fmla="*/ 1 w 40"/>
                <a:gd name="T3" fmla="*/ 34 h 60"/>
                <a:gd name="T4" fmla="*/ 18 w 40"/>
                <a:gd name="T5" fmla="*/ 2 h 60"/>
                <a:gd name="T6" fmla="*/ 39 w 40"/>
                <a:gd name="T7" fmla="*/ 25 h 60"/>
                <a:gd name="T8" fmla="*/ 22 w 40"/>
                <a:gd name="T9" fmla="*/ 58 h 60"/>
              </a:gdLst>
              <a:ahLst/>
              <a:cxnLst>
                <a:cxn ang="0">
                  <a:pos x="T0" y="T1"/>
                </a:cxn>
                <a:cxn ang="0">
                  <a:pos x="T2" y="T3"/>
                </a:cxn>
                <a:cxn ang="0">
                  <a:pos x="T4" y="T5"/>
                </a:cxn>
                <a:cxn ang="0">
                  <a:pos x="T6" y="T7"/>
                </a:cxn>
                <a:cxn ang="0">
                  <a:pos x="T8" y="T9"/>
                </a:cxn>
              </a:cxnLst>
              <a:rect l="0" t="0" r="r" b="b"/>
              <a:pathLst>
                <a:path w="40" h="60">
                  <a:moveTo>
                    <a:pt x="22" y="58"/>
                  </a:moveTo>
                  <a:cubicBezTo>
                    <a:pt x="11" y="60"/>
                    <a:pt x="2" y="50"/>
                    <a:pt x="1" y="34"/>
                  </a:cubicBezTo>
                  <a:cubicBezTo>
                    <a:pt x="0" y="19"/>
                    <a:pt x="8" y="4"/>
                    <a:pt x="18" y="2"/>
                  </a:cubicBezTo>
                  <a:cubicBezTo>
                    <a:pt x="28" y="0"/>
                    <a:pt x="38" y="10"/>
                    <a:pt x="39" y="25"/>
                  </a:cubicBezTo>
                  <a:cubicBezTo>
                    <a:pt x="40" y="40"/>
                    <a:pt x="32" y="55"/>
                    <a:pt x="22"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9" name="Freeform 322">
              <a:extLst>
                <a:ext uri="{FF2B5EF4-FFF2-40B4-BE49-F238E27FC236}">
                  <a16:creationId xmlns:a16="http://schemas.microsoft.com/office/drawing/2014/main" id="{6F5137E6-3D4C-853B-3762-935F4C9D624B}"/>
                </a:ext>
              </a:extLst>
            </p:cNvPr>
            <p:cNvSpPr>
              <a:spLocks/>
            </p:cNvSpPr>
            <p:nvPr/>
          </p:nvSpPr>
          <p:spPr bwMode="auto">
            <a:xfrm rot="5094805">
              <a:off x="470691" y="6426880"/>
              <a:ext cx="102824" cy="153093"/>
            </a:xfrm>
            <a:custGeom>
              <a:avLst/>
              <a:gdLst>
                <a:gd name="T0" fmla="*/ 24 w 41"/>
                <a:gd name="T1" fmla="*/ 59 h 62"/>
                <a:gd name="T2" fmla="*/ 2 w 41"/>
                <a:gd name="T3" fmla="*/ 36 h 62"/>
                <a:gd name="T4" fmla="*/ 18 w 41"/>
                <a:gd name="T5" fmla="*/ 2 h 62"/>
                <a:gd name="T6" fmla="*/ 40 w 41"/>
                <a:gd name="T7" fmla="*/ 26 h 62"/>
                <a:gd name="T8" fmla="*/ 24 w 41"/>
                <a:gd name="T9" fmla="*/ 59 h 62"/>
              </a:gdLst>
              <a:ahLst/>
              <a:cxnLst>
                <a:cxn ang="0">
                  <a:pos x="T0" y="T1"/>
                </a:cxn>
                <a:cxn ang="0">
                  <a:pos x="T2" y="T3"/>
                </a:cxn>
                <a:cxn ang="0">
                  <a:pos x="T4" y="T5"/>
                </a:cxn>
                <a:cxn ang="0">
                  <a:pos x="T6" y="T7"/>
                </a:cxn>
                <a:cxn ang="0">
                  <a:pos x="T8" y="T9"/>
                </a:cxn>
              </a:cxnLst>
              <a:rect l="0" t="0" r="r" b="b"/>
              <a:pathLst>
                <a:path w="41" h="62">
                  <a:moveTo>
                    <a:pt x="24" y="59"/>
                  </a:moveTo>
                  <a:cubicBezTo>
                    <a:pt x="13" y="62"/>
                    <a:pt x="3" y="51"/>
                    <a:pt x="2" y="36"/>
                  </a:cubicBezTo>
                  <a:cubicBezTo>
                    <a:pt x="0" y="20"/>
                    <a:pt x="7" y="5"/>
                    <a:pt x="18" y="2"/>
                  </a:cubicBezTo>
                  <a:cubicBezTo>
                    <a:pt x="28" y="0"/>
                    <a:pt x="38" y="11"/>
                    <a:pt x="40" y="26"/>
                  </a:cubicBezTo>
                  <a:cubicBezTo>
                    <a:pt x="41" y="42"/>
                    <a:pt x="34" y="57"/>
                    <a:pt x="2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0" name="Freeform 323">
              <a:extLst>
                <a:ext uri="{FF2B5EF4-FFF2-40B4-BE49-F238E27FC236}">
                  <a16:creationId xmlns:a16="http://schemas.microsoft.com/office/drawing/2014/main" id="{472005B7-3D08-0A51-19AE-FC5E12B8D10C}"/>
                </a:ext>
              </a:extLst>
            </p:cNvPr>
            <p:cNvSpPr>
              <a:spLocks/>
            </p:cNvSpPr>
            <p:nvPr/>
          </p:nvSpPr>
          <p:spPr bwMode="auto">
            <a:xfrm rot="5094805">
              <a:off x="422755" y="6237502"/>
              <a:ext cx="98254" cy="150808"/>
            </a:xfrm>
            <a:custGeom>
              <a:avLst/>
              <a:gdLst>
                <a:gd name="T0" fmla="*/ 23 w 40"/>
                <a:gd name="T1" fmla="*/ 59 h 61"/>
                <a:gd name="T2" fmla="*/ 1 w 40"/>
                <a:gd name="T3" fmla="*/ 34 h 61"/>
                <a:gd name="T4" fmla="*/ 17 w 40"/>
                <a:gd name="T5" fmla="*/ 2 h 61"/>
                <a:gd name="T6" fmla="*/ 39 w 40"/>
                <a:gd name="T7" fmla="*/ 27 h 61"/>
                <a:gd name="T8" fmla="*/ 23 w 40"/>
                <a:gd name="T9" fmla="*/ 59 h 61"/>
              </a:gdLst>
              <a:ahLst/>
              <a:cxnLst>
                <a:cxn ang="0">
                  <a:pos x="T0" y="T1"/>
                </a:cxn>
                <a:cxn ang="0">
                  <a:pos x="T2" y="T3"/>
                </a:cxn>
                <a:cxn ang="0">
                  <a:pos x="T4" y="T5"/>
                </a:cxn>
                <a:cxn ang="0">
                  <a:pos x="T6" y="T7"/>
                </a:cxn>
                <a:cxn ang="0">
                  <a:pos x="T8" y="T9"/>
                </a:cxn>
              </a:cxnLst>
              <a:rect l="0" t="0" r="r" b="b"/>
              <a:pathLst>
                <a:path w="40" h="61">
                  <a:moveTo>
                    <a:pt x="23" y="59"/>
                  </a:moveTo>
                  <a:cubicBezTo>
                    <a:pt x="12" y="61"/>
                    <a:pt x="3" y="50"/>
                    <a:pt x="1" y="34"/>
                  </a:cubicBezTo>
                  <a:cubicBezTo>
                    <a:pt x="0" y="18"/>
                    <a:pt x="7" y="4"/>
                    <a:pt x="17" y="2"/>
                  </a:cubicBezTo>
                  <a:cubicBezTo>
                    <a:pt x="27" y="0"/>
                    <a:pt x="37" y="11"/>
                    <a:pt x="39" y="27"/>
                  </a:cubicBezTo>
                  <a:cubicBezTo>
                    <a:pt x="40" y="43"/>
                    <a:pt x="33" y="57"/>
                    <a:pt x="23"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1" name="Freeform 324">
              <a:extLst>
                <a:ext uri="{FF2B5EF4-FFF2-40B4-BE49-F238E27FC236}">
                  <a16:creationId xmlns:a16="http://schemas.microsoft.com/office/drawing/2014/main" id="{9E07B3B0-E90B-A7D6-B452-BD5B2EF5B1E9}"/>
                </a:ext>
              </a:extLst>
            </p:cNvPr>
            <p:cNvSpPr>
              <a:spLocks/>
            </p:cNvSpPr>
            <p:nvPr/>
          </p:nvSpPr>
          <p:spPr bwMode="auto">
            <a:xfrm rot="5094805">
              <a:off x="375011" y="6052482"/>
              <a:ext cx="98254" cy="143953"/>
            </a:xfrm>
            <a:custGeom>
              <a:avLst/>
              <a:gdLst>
                <a:gd name="T0" fmla="*/ 22 w 40"/>
                <a:gd name="T1" fmla="*/ 57 h 58"/>
                <a:gd name="T2" fmla="*/ 1 w 40"/>
                <a:gd name="T3" fmla="*/ 31 h 58"/>
                <a:gd name="T4" fmla="*/ 17 w 40"/>
                <a:gd name="T5" fmla="*/ 1 h 58"/>
                <a:gd name="T6" fmla="*/ 39 w 40"/>
                <a:gd name="T7" fmla="*/ 27 h 58"/>
                <a:gd name="T8" fmla="*/ 22 w 40"/>
                <a:gd name="T9" fmla="*/ 57 h 58"/>
              </a:gdLst>
              <a:ahLst/>
              <a:cxnLst>
                <a:cxn ang="0">
                  <a:pos x="T0" y="T1"/>
                </a:cxn>
                <a:cxn ang="0">
                  <a:pos x="T2" y="T3"/>
                </a:cxn>
                <a:cxn ang="0">
                  <a:pos x="T4" y="T5"/>
                </a:cxn>
                <a:cxn ang="0">
                  <a:pos x="T6" y="T7"/>
                </a:cxn>
                <a:cxn ang="0">
                  <a:pos x="T8" y="T9"/>
                </a:cxn>
              </a:cxnLst>
              <a:rect l="0" t="0" r="r" b="b"/>
              <a:pathLst>
                <a:path w="40" h="58">
                  <a:moveTo>
                    <a:pt x="22" y="57"/>
                  </a:moveTo>
                  <a:cubicBezTo>
                    <a:pt x="11" y="58"/>
                    <a:pt x="2" y="46"/>
                    <a:pt x="1" y="31"/>
                  </a:cubicBezTo>
                  <a:cubicBezTo>
                    <a:pt x="0" y="15"/>
                    <a:pt x="7" y="2"/>
                    <a:pt x="17" y="1"/>
                  </a:cubicBezTo>
                  <a:cubicBezTo>
                    <a:pt x="28" y="0"/>
                    <a:pt x="37" y="12"/>
                    <a:pt x="39" y="27"/>
                  </a:cubicBezTo>
                  <a:cubicBezTo>
                    <a:pt x="40" y="42"/>
                    <a:pt x="32" y="56"/>
                    <a:pt x="22"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2" name="Freeform 325">
              <a:extLst>
                <a:ext uri="{FF2B5EF4-FFF2-40B4-BE49-F238E27FC236}">
                  <a16:creationId xmlns:a16="http://schemas.microsoft.com/office/drawing/2014/main" id="{225D06A6-88B8-07D6-6EED-D75C27FA6A66}"/>
                </a:ext>
              </a:extLst>
            </p:cNvPr>
            <p:cNvSpPr>
              <a:spLocks/>
            </p:cNvSpPr>
            <p:nvPr/>
          </p:nvSpPr>
          <p:spPr bwMode="auto">
            <a:xfrm rot="5094805">
              <a:off x="338340" y="5864076"/>
              <a:ext cx="100539" cy="134814"/>
            </a:xfrm>
            <a:custGeom>
              <a:avLst/>
              <a:gdLst>
                <a:gd name="T0" fmla="*/ 23 w 40"/>
                <a:gd name="T1" fmla="*/ 54 h 55"/>
                <a:gd name="T2" fmla="*/ 1 w 40"/>
                <a:gd name="T3" fmla="*/ 29 h 55"/>
                <a:gd name="T4" fmla="*/ 18 w 40"/>
                <a:gd name="T5" fmla="*/ 1 h 55"/>
                <a:gd name="T6" fmla="*/ 39 w 40"/>
                <a:gd name="T7" fmla="*/ 26 h 55"/>
                <a:gd name="T8" fmla="*/ 23 w 40"/>
                <a:gd name="T9" fmla="*/ 54 h 55"/>
              </a:gdLst>
              <a:ahLst/>
              <a:cxnLst>
                <a:cxn ang="0">
                  <a:pos x="T0" y="T1"/>
                </a:cxn>
                <a:cxn ang="0">
                  <a:pos x="T2" y="T3"/>
                </a:cxn>
                <a:cxn ang="0">
                  <a:pos x="T4" y="T5"/>
                </a:cxn>
                <a:cxn ang="0">
                  <a:pos x="T6" y="T7"/>
                </a:cxn>
                <a:cxn ang="0">
                  <a:pos x="T8" y="T9"/>
                </a:cxn>
              </a:cxnLst>
              <a:rect l="0" t="0" r="r" b="b"/>
              <a:pathLst>
                <a:path w="40" h="55">
                  <a:moveTo>
                    <a:pt x="23" y="54"/>
                  </a:moveTo>
                  <a:cubicBezTo>
                    <a:pt x="12" y="55"/>
                    <a:pt x="3" y="44"/>
                    <a:pt x="1" y="29"/>
                  </a:cubicBezTo>
                  <a:cubicBezTo>
                    <a:pt x="0" y="15"/>
                    <a:pt x="7" y="2"/>
                    <a:pt x="18" y="1"/>
                  </a:cubicBezTo>
                  <a:cubicBezTo>
                    <a:pt x="28" y="0"/>
                    <a:pt x="38" y="12"/>
                    <a:pt x="39" y="26"/>
                  </a:cubicBezTo>
                  <a:cubicBezTo>
                    <a:pt x="40" y="41"/>
                    <a:pt x="33" y="54"/>
                    <a:pt x="23"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3" name="Freeform 339">
              <a:extLst>
                <a:ext uri="{FF2B5EF4-FFF2-40B4-BE49-F238E27FC236}">
                  <a16:creationId xmlns:a16="http://schemas.microsoft.com/office/drawing/2014/main" id="{DD307814-5442-8DDD-CE4F-62DE452124DB}"/>
                </a:ext>
              </a:extLst>
            </p:cNvPr>
            <p:cNvSpPr>
              <a:spLocks/>
            </p:cNvSpPr>
            <p:nvPr/>
          </p:nvSpPr>
          <p:spPr bwMode="auto">
            <a:xfrm rot="5094805">
              <a:off x="-50904" y="3131088"/>
              <a:ext cx="93684" cy="25135"/>
            </a:xfrm>
            <a:custGeom>
              <a:avLst/>
              <a:gdLst>
                <a:gd name="T0" fmla="*/ 18 w 38"/>
                <a:gd name="T1" fmla="*/ 2 h 10"/>
                <a:gd name="T2" fmla="*/ 38 w 38"/>
                <a:gd name="T3" fmla="*/ 2 h 10"/>
                <a:gd name="T4" fmla="*/ 21 w 38"/>
                <a:gd name="T5" fmla="*/ 9 h 10"/>
                <a:gd name="T6" fmla="*/ 1 w 38"/>
                <a:gd name="T7" fmla="*/ 9 h 10"/>
                <a:gd name="T8" fmla="*/ 18 w 38"/>
                <a:gd name="T9" fmla="*/ 2 h 10"/>
              </a:gdLst>
              <a:ahLst/>
              <a:cxnLst>
                <a:cxn ang="0">
                  <a:pos x="T0" y="T1"/>
                </a:cxn>
                <a:cxn ang="0">
                  <a:pos x="T2" y="T3"/>
                </a:cxn>
                <a:cxn ang="0">
                  <a:pos x="T4" y="T5"/>
                </a:cxn>
                <a:cxn ang="0">
                  <a:pos x="T6" y="T7"/>
                </a:cxn>
                <a:cxn ang="0">
                  <a:pos x="T8" y="T9"/>
                </a:cxn>
              </a:cxnLst>
              <a:rect l="0" t="0" r="r" b="b"/>
              <a:pathLst>
                <a:path w="38" h="10">
                  <a:moveTo>
                    <a:pt x="18" y="2"/>
                  </a:moveTo>
                  <a:cubicBezTo>
                    <a:pt x="29" y="0"/>
                    <a:pt x="37" y="0"/>
                    <a:pt x="38" y="2"/>
                  </a:cubicBezTo>
                  <a:cubicBezTo>
                    <a:pt x="38" y="4"/>
                    <a:pt x="31" y="7"/>
                    <a:pt x="21" y="9"/>
                  </a:cubicBezTo>
                  <a:cubicBezTo>
                    <a:pt x="11" y="10"/>
                    <a:pt x="2" y="10"/>
                    <a:pt x="1" y="9"/>
                  </a:cubicBezTo>
                  <a:cubicBezTo>
                    <a:pt x="0" y="7"/>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4" name="Freeform 340">
              <a:extLst>
                <a:ext uri="{FF2B5EF4-FFF2-40B4-BE49-F238E27FC236}">
                  <a16:creationId xmlns:a16="http://schemas.microsoft.com/office/drawing/2014/main" id="{5B5EBA6F-A217-793F-F591-9EB578FD4E6F}"/>
                </a:ext>
              </a:extLst>
            </p:cNvPr>
            <p:cNvSpPr>
              <a:spLocks/>
            </p:cNvSpPr>
            <p:nvPr/>
          </p:nvSpPr>
          <p:spPr bwMode="auto">
            <a:xfrm rot="5094805">
              <a:off x="350" y="3319126"/>
              <a:ext cx="95969" cy="27420"/>
            </a:xfrm>
            <a:custGeom>
              <a:avLst/>
              <a:gdLst>
                <a:gd name="T0" fmla="*/ 18 w 39"/>
                <a:gd name="T1" fmla="*/ 2 h 11"/>
                <a:gd name="T2" fmla="*/ 38 w 39"/>
                <a:gd name="T3" fmla="*/ 2 h 11"/>
                <a:gd name="T4" fmla="*/ 22 w 39"/>
                <a:gd name="T5" fmla="*/ 9 h 11"/>
                <a:gd name="T6" fmla="*/ 1 w 39"/>
                <a:gd name="T7" fmla="*/ 9 h 11"/>
                <a:gd name="T8" fmla="*/ 18 w 39"/>
                <a:gd name="T9" fmla="*/ 2 h 11"/>
              </a:gdLst>
              <a:ahLst/>
              <a:cxnLst>
                <a:cxn ang="0">
                  <a:pos x="T0" y="T1"/>
                </a:cxn>
                <a:cxn ang="0">
                  <a:pos x="T2" y="T3"/>
                </a:cxn>
                <a:cxn ang="0">
                  <a:pos x="T4" y="T5"/>
                </a:cxn>
                <a:cxn ang="0">
                  <a:pos x="T6" y="T7"/>
                </a:cxn>
                <a:cxn ang="0">
                  <a:pos x="T8" y="T9"/>
                </a:cxn>
              </a:cxnLst>
              <a:rect l="0" t="0" r="r" b="b"/>
              <a:pathLst>
                <a:path w="39" h="11">
                  <a:moveTo>
                    <a:pt x="18" y="2"/>
                  </a:moveTo>
                  <a:cubicBezTo>
                    <a:pt x="29" y="0"/>
                    <a:pt x="37" y="0"/>
                    <a:pt x="38" y="2"/>
                  </a:cubicBezTo>
                  <a:cubicBezTo>
                    <a:pt x="39" y="4"/>
                    <a:pt x="31" y="8"/>
                    <a:pt x="22" y="9"/>
                  </a:cubicBezTo>
                  <a:cubicBezTo>
                    <a:pt x="12" y="11"/>
                    <a:pt x="2" y="11"/>
                    <a:pt x="1" y="9"/>
                  </a:cubicBezTo>
                  <a:cubicBezTo>
                    <a:pt x="0" y="7"/>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5" name="Freeform 341">
              <a:extLst>
                <a:ext uri="{FF2B5EF4-FFF2-40B4-BE49-F238E27FC236}">
                  <a16:creationId xmlns:a16="http://schemas.microsoft.com/office/drawing/2014/main" id="{5131354D-CBD1-C0A6-F825-BDC0FC930117}"/>
                </a:ext>
              </a:extLst>
            </p:cNvPr>
            <p:cNvSpPr>
              <a:spLocks/>
            </p:cNvSpPr>
            <p:nvPr/>
          </p:nvSpPr>
          <p:spPr bwMode="auto">
            <a:xfrm rot="5094805">
              <a:off x="55017" y="3505717"/>
              <a:ext cx="98254" cy="31990"/>
            </a:xfrm>
            <a:custGeom>
              <a:avLst/>
              <a:gdLst>
                <a:gd name="T0" fmla="*/ 38 w 39"/>
                <a:gd name="T1" fmla="*/ 3 h 13"/>
                <a:gd name="T2" fmla="*/ 21 w 39"/>
                <a:gd name="T3" fmla="*/ 12 h 13"/>
                <a:gd name="T4" fmla="*/ 1 w 39"/>
                <a:gd name="T5" fmla="*/ 11 h 13"/>
                <a:gd name="T6" fmla="*/ 18 w 39"/>
                <a:gd name="T7" fmla="*/ 3 h 13"/>
                <a:gd name="T8" fmla="*/ 38 w 39"/>
                <a:gd name="T9" fmla="*/ 3 h 13"/>
              </a:gdLst>
              <a:ahLst/>
              <a:cxnLst>
                <a:cxn ang="0">
                  <a:pos x="T0" y="T1"/>
                </a:cxn>
                <a:cxn ang="0">
                  <a:pos x="T2" y="T3"/>
                </a:cxn>
                <a:cxn ang="0">
                  <a:pos x="T4" y="T5"/>
                </a:cxn>
                <a:cxn ang="0">
                  <a:pos x="T6" y="T7"/>
                </a:cxn>
                <a:cxn ang="0">
                  <a:pos x="T8" y="T9"/>
                </a:cxn>
              </a:cxnLst>
              <a:rect l="0" t="0" r="r" b="b"/>
              <a:pathLst>
                <a:path w="39" h="13">
                  <a:moveTo>
                    <a:pt x="38" y="3"/>
                  </a:moveTo>
                  <a:cubicBezTo>
                    <a:pt x="39" y="6"/>
                    <a:pt x="31" y="10"/>
                    <a:pt x="21" y="12"/>
                  </a:cubicBezTo>
                  <a:cubicBezTo>
                    <a:pt x="12" y="13"/>
                    <a:pt x="3" y="13"/>
                    <a:pt x="1" y="11"/>
                  </a:cubicBezTo>
                  <a:cubicBezTo>
                    <a:pt x="0" y="9"/>
                    <a:pt x="8" y="5"/>
                    <a:pt x="18" y="3"/>
                  </a:cubicBezTo>
                  <a:cubicBezTo>
                    <a:pt x="28" y="0"/>
                    <a:pt x="37" y="1"/>
                    <a:pt x="3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6" name="Freeform 342">
              <a:extLst>
                <a:ext uri="{FF2B5EF4-FFF2-40B4-BE49-F238E27FC236}">
                  <a16:creationId xmlns:a16="http://schemas.microsoft.com/office/drawing/2014/main" id="{F85E757E-C549-4498-2B35-018AC33EA4AE}"/>
                </a:ext>
              </a:extLst>
            </p:cNvPr>
            <p:cNvSpPr>
              <a:spLocks/>
            </p:cNvSpPr>
            <p:nvPr/>
          </p:nvSpPr>
          <p:spPr bwMode="auto">
            <a:xfrm rot="5094805">
              <a:off x="110938" y="3693648"/>
              <a:ext cx="93684" cy="36560"/>
            </a:xfrm>
            <a:custGeom>
              <a:avLst/>
              <a:gdLst>
                <a:gd name="T0" fmla="*/ 18 w 38"/>
                <a:gd name="T1" fmla="*/ 2 h 15"/>
                <a:gd name="T2" fmla="*/ 37 w 38"/>
                <a:gd name="T3" fmla="*/ 4 h 15"/>
                <a:gd name="T4" fmla="*/ 21 w 38"/>
                <a:gd name="T5" fmla="*/ 13 h 15"/>
                <a:gd name="T6" fmla="*/ 0 w 38"/>
                <a:gd name="T7" fmla="*/ 11 h 15"/>
                <a:gd name="T8" fmla="*/ 18 w 38"/>
                <a:gd name="T9" fmla="*/ 2 h 15"/>
              </a:gdLst>
              <a:ahLst/>
              <a:cxnLst>
                <a:cxn ang="0">
                  <a:pos x="T0" y="T1"/>
                </a:cxn>
                <a:cxn ang="0">
                  <a:pos x="T2" y="T3"/>
                </a:cxn>
                <a:cxn ang="0">
                  <a:pos x="T4" y="T5"/>
                </a:cxn>
                <a:cxn ang="0">
                  <a:pos x="T6" y="T7"/>
                </a:cxn>
                <a:cxn ang="0">
                  <a:pos x="T8" y="T9"/>
                </a:cxn>
              </a:cxnLst>
              <a:rect l="0" t="0" r="r" b="b"/>
              <a:pathLst>
                <a:path w="38" h="15">
                  <a:moveTo>
                    <a:pt x="18" y="2"/>
                  </a:moveTo>
                  <a:cubicBezTo>
                    <a:pt x="28" y="0"/>
                    <a:pt x="37" y="1"/>
                    <a:pt x="37" y="4"/>
                  </a:cubicBezTo>
                  <a:cubicBezTo>
                    <a:pt x="38" y="7"/>
                    <a:pt x="30" y="11"/>
                    <a:pt x="21" y="13"/>
                  </a:cubicBezTo>
                  <a:cubicBezTo>
                    <a:pt x="11" y="15"/>
                    <a:pt x="1" y="14"/>
                    <a:pt x="0" y="11"/>
                  </a:cubicBezTo>
                  <a:cubicBezTo>
                    <a:pt x="0" y="8"/>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7" name="Freeform 343">
              <a:extLst>
                <a:ext uri="{FF2B5EF4-FFF2-40B4-BE49-F238E27FC236}">
                  <a16:creationId xmlns:a16="http://schemas.microsoft.com/office/drawing/2014/main" id="{9AC91999-8CFF-0FCC-D230-9B78CEBB0E1C}"/>
                </a:ext>
              </a:extLst>
            </p:cNvPr>
            <p:cNvSpPr>
              <a:spLocks/>
            </p:cNvSpPr>
            <p:nvPr/>
          </p:nvSpPr>
          <p:spPr bwMode="auto">
            <a:xfrm rot="5094805">
              <a:off x="167785" y="3877858"/>
              <a:ext cx="93684" cy="43415"/>
            </a:xfrm>
            <a:custGeom>
              <a:avLst/>
              <a:gdLst>
                <a:gd name="T0" fmla="*/ 18 w 38"/>
                <a:gd name="T1" fmla="*/ 2 h 17"/>
                <a:gd name="T2" fmla="*/ 38 w 38"/>
                <a:gd name="T3" fmla="*/ 6 h 17"/>
                <a:gd name="T4" fmla="*/ 21 w 38"/>
                <a:gd name="T5" fmla="*/ 16 h 17"/>
                <a:gd name="T6" fmla="*/ 1 w 38"/>
                <a:gd name="T7" fmla="*/ 12 h 17"/>
                <a:gd name="T8" fmla="*/ 18 w 38"/>
                <a:gd name="T9" fmla="*/ 2 h 17"/>
              </a:gdLst>
              <a:ahLst/>
              <a:cxnLst>
                <a:cxn ang="0">
                  <a:pos x="T0" y="T1"/>
                </a:cxn>
                <a:cxn ang="0">
                  <a:pos x="T2" y="T3"/>
                </a:cxn>
                <a:cxn ang="0">
                  <a:pos x="T4" y="T5"/>
                </a:cxn>
                <a:cxn ang="0">
                  <a:pos x="T6" y="T7"/>
                </a:cxn>
                <a:cxn ang="0">
                  <a:pos x="T8" y="T9"/>
                </a:cxn>
              </a:cxnLst>
              <a:rect l="0" t="0" r="r" b="b"/>
              <a:pathLst>
                <a:path w="38" h="17">
                  <a:moveTo>
                    <a:pt x="18" y="2"/>
                  </a:moveTo>
                  <a:cubicBezTo>
                    <a:pt x="28" y="0"/>
                    <a:pt x="37" y="2"/>
                    <a:pt x="38" y="6"/>
                  </a:cubicBezTo>
                  <a:cubicBezTo>
                    <a:pt x="38" y="10"/>
                    <a:pt x="31" y="14"/>
                    <a:pt x="21" y="16"/>
                  </a:cubicBezTo>
                  <a:cubicBezTo>
                    <a:pt x="11" y="17"/>
                    <a:pt x="1" y="16"/>
                    <a:pt x="1" y="12"/>
                  </a:cubicBezTo>
                  <a:cubicBezTo>
                    <a:pt x="0" y="9"/>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8" name="Freeform 344">
              <a:extLst>
                <a:ext uri="{FF2B5EF4-FFF2-40B4-BE49-F238E27FC236}">
                  <a16:creationId xmlns:a16="http://schemas.microsoft.com/office/drawing/2014/main" id="{6BFF7617-EB79-621C-8A25-06EC8AEAA53C}"/>
                </a:ext>
              </a:extLst>
            </p:cNvPr>
            <p:cNvSpPr>
              <a:spLocks/>
            </p:cNvSpPr>
            <p:nvPr/>
          </p:nvSpPr>
          <p:spPr bwMode="auto">
            <a:xfrm rot="5094805">
              <a:off x="216763" y="4066098"/>
              <a:ext cx="95969" cy="45700"/>
            </a:xfrm>
            <a:custGeom>
              <a:avLst/>
              <a:gdLst>
                <a:gd name="T0" fmla="*/ 38 w 39"/>
                <a:gd name="T1" fmla="*/ 6 h 18"/>
                <a:gd name="T2" fmla="*/ 21 w 39"/>
                <a:gd name="T3" fmla="*/ 17 h 18"/>
                <a:gd name="T4" fmla="*/ 1 w 39"/>
                <a:gd name="T5" fmla="*/ 12 h 18"/>
                <a:gd name="T6" fmla="*/ 17 w 39"/>
                <a:gd name="T7" fmla="*/ 2 h 18"/>
                <a:gd name="T8" fmla="*/ 38 w 39"/>
                <a:gd name="T9" fmla="*/ 6 h 18"/>
              </a:gdLst>
              <a:ahLst/>
              <a:cxnLst>
                <a:cxn ang="0">
                  <a:pos x="T0" y="T1"/>
                </a:cxn>
                <a:cxn ang="0">
                  <a:pos x="T2" y="T3"/>
                </a:cxn>
                <a:cxn ang="0">
                  <a:pos x="T4" y="T5"/>
                </a:cxn>
                <a:cxn ang="0">
                  <a:pos x="T6" y="T7"/>
                </a:cxn>
                <a:cxn ang="0">
                  <a:pos x="T8" y="T9"/>
                </a:cxn>
              </a:cxnLst>
              <a:rect l="0" t="0" r="r" b="b"/>
              <a:pathLst>
                <a:path w="39" h="18">
                  <a:moveTo>
                    <a:pt x="38" y="6"/>
                  </a:moveTo>
                  <a:cubicBezTo>
                    <a:pt x="39" y="11"/>
                    <a:pt x="31" y="16"/>
                    <a:pt x="21" y="17"/>
                  </a:cubicBezTo>
                  <a:cubicBezTo>
                    <a:pt x="11" y="18"/>
                    <a:pt x="1" y="16"/>
                    <a:pt x="1" y="12"/>
                  </a:cubicBezTo>
                  <a:cubicBezTo>
                    <a:pt x="0" y="8"/>
                    <a:pt x="7" y="3"/>
                    <a:pt x="17" y="2"/>
                  </a:cubicBezTo>
                  <a:cubicBezTo>
                    <a:pt x="27" y="0"/>
                    <a:pt x="36" y="2"/>
                    <a:pt x="3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9" name="Freeform 345">
              <a:extLst>
                <a:ext uri="{FF2B5EF4-FFF2-40B4-BE49-F238E27FC236}">
                  <a16:creationId xmlns:a16="http://schemas.microsoft.com/office/drawing/2014/main" id="{031FCF50-DD95-FD57-946B-7D694A0029D1}"/>
                </a:ext>
              </a:extLst>
            </p:cNvPr>
            <p:cNvSpPr>
              <a:spLocks/>
            </p:cNvSpPr>
            <p:nvPr/>
          </p:nvSpPr>
          <p:spPr bwMode="auto">
            <a:xfrm rot="5094805">
              <a:off x="257881" y="4254001"/>
              <a:ext cx="95969" cy="52554"/>
            </a:xfrm>
            <a:custGeom>
              <a:avLst/>
              <a:gdLst>
                <a:gd name="T0" fmla="*/ 38 w 39"/>
                <a:gd name="T1" fmla="*/ 9 h 21"/>
                <a:gd name="T2" fmla="*/ 21 w 39"/>
                <a:gd name="T3" fmla="*/ 20 h 21"/>
                <a:gd name="T4" fmla="*/ 1 w 39"/>
                <a:gd name="T5" fmla="*/ 13 h 21"/>
                <a:gd name="T6" fmla="*/ 18 w 39"/>
                <a:gd name="T7" fmla="*/ 1 h 21"/>
                <a:gd name="T8" fmla="*/ 38 w 39"/>
                <a:gd name="T9" fmla="*/ 9 h 21"/>
              </a:gdLst>
              <a:ahLst/>
              <a:cxnLst>
                <a:cxn ang="0">
                  <a:pos x="T0" y="T1"/>
                </a:cxn>
                <a:cxn ang="0">
                  <a:pos x="T2" y="T3"/>
                </a:cxn>
                <a:cxn ang="0">
                  <a:pos x="T4" y="T5"/>
                </a:cxn>
                <a:cxn ang="0">
                  <a:pos x="T6" y="T7"/>
                </a:cxn>
                <a:cxn ang="0">
                  <a:pos x="T8" y="T9"/>
                </a:cxn>
              </a:cxnLst>
              <a:rect l="0" t="0" r="r" b="b"/>
              <a:pathLst>
                <a:path w="39" h="21">
                  <a:moveTo>
                    <a:pt x="38" y="9"/>
                  </a:moveTo>
                  <a:cubicBezTo>
                    <a:pt x="39" y="15"/>
                    <a:pt x="31" y="20"/>
                    <a:pt x="21" y="20"/>
                  </a:cubicBezTo>
                  <a:cubicBezTo>
                    <a:pt x="11" y="21"/>
                    <a:pt x="2" y="17"/>
                    <a:pt x="1" y="13"/>
                  </a:cubicBezTo>
                  <a:cubicBezTo>
                    <a:pt x="0" y="8"/>
                    <a:pt x="8" y="2"/>
                    <a:pt x="18" y="1"/>
                  </a:cubicBezTo>
                  <a:cubicBezTo>
                    <a:pt x="28" y="0"/>
                    <a:pt x="37" y="3"/>
                    <a:pt x="3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0" name="Freeform 346">
              <a:extLst>
                <a:ext uri="{FF2B5EF4-FFF2-40B4-BE49-F238E27FC236}">
                  <a16:creationId xmlns:a16="http://schemas.microsoft.com/office/drawing/2014/main" id="{CB92091A-30B3-3451-3481-0C2D171AB9AE}"/>
                </a:ext>
              </a:extLst>
            </p:cNvPr>
            <p:cNvSpPr>
              <a:spLocks/>
            </p:cNvSpPr>
            <p:nvPr/>
          </p:nvSpPr>
          <p:spPr bwMode="auto">
            <a:xfrm rot="5094805">
              <a:off x="288554" y="4441683"/>
              <a:ext cx="95969" cy="57124"/>
            </a:xfrm>
            <a:custGeom>
              <a:avLst/>
              <a:gdLst>
                <a:gd name="T0" fmla="*/ 19 w 39"/>
                <a:gd name="T1" fmla="*/ 0 h 23"/>
                <a:gd name="T2" fmla="*/ 38 w 39"/>
                <a:gd name="T3" fmla="*/ 11 h 23"/>
                <a:gd name="T4" fmla="*/ 22 w 39"/>
                <a:gd name="T5" fmla="*/ 23 h 23"/>
                <a:gd name="T6" fmla="*/ 1 w 39"/>
                <a:gd name="T7" fmla="*/ 13 h 23"/>
                <a:gd name="T8" fmla="*/ 19 w 39"/>
                <a:gd name="T9" fmla="*/ 0 h 23"/>
              </a:gdLst>
              <a:ahLst/>
              <a:cxnLst>
                <a:cxn ang="0">
                  <a:pos x="T0" y="T1"/>
                </a:cxn>
                <a:cxn ang="0">
                  <a:pos x="T2" y="T3"/>
                </a:cxn>
                <a:cxn ang="0">
                  <a:pos x="T4" y="T5"/>
                </a:cxn>
                <a:cxn ang="0">
                  <a:pos x="T6" y="T7"/>
                </a:cxn>
                <a:cxn ang="0">
                  <a:pos x="T8" y="T9"/>
                </a:cxn>
              </a:cxnLst>
              <a:rect l="0" t="0" r="r" b="b"/>
              <a:pathLst>
                <a:path w="39" h="23">
                  <a:moveTo>
                    <a:pt x="19" y="0"/>
                  </a:moveTo>
                  <a:cubicBezTo>
                    <a:pt x="29" y="0"/>
                    <a:pt x="38" y="4"/>
                    <a:pt x="38" y="11"/>
                  </a:cubicBezTo>
                  <a:cubicBezTo>
                    <a:pt x="39" y="18"/>
                    <a:pt x="31" y="23"/>
                    <a:pt x="22" y="23"/>
                  </a:cubicBezTo>
                  <a:cubicBezTo>
                    <a:pt x="12" y="23"/>
                    <a:pt x="2" y="18"/>
                    <a:pt x="1" y="13"/>
                  </a:cubicBezTo>
                  <a:cubicBezTo>
                    <a:pt x="0" y="6"/>
                    <a:pt x="8" y="1"/>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1" name="Freeform 347">
              <a:extLst>
                <a:ext uri="{FF2B5EF4-FFF2-40B4-BE49-F238E27FC236}">
                  <a16:creationId xmlns:a16="http://schemas.microsoft.com/office/drawing/2014/main" id="{DBE6DBEC-346B-27C8-322C-7361C8030FED}"/>
                </a:ext>
              </a:extLst>
            </p:cNvPr>
            <p:cNvSpPr>
              <a:spLocks/>
            </p:cNvSpPr>
            <p:nvPr/>
          </p:nvSpPr>
          <p:spPr bwMode="auto">
            <a:xfrm rot="5094805">
              <a:off x="316016" y="4628517"/>
              <a:ext cx="95969" cy="68549"/>
            </a:xfrm>
            <a:custGeom>
              <a:avLst/>
              <a:gdLst>
                <a:gd name="T0" fmla="*/ 37 w 39"/>
                <a:gd name="T1" fmla="*/ 13 h 28"/>
                <a:gd name="T2" fmla="*/ 21 w 39"/>
                <a:gd name="T3" fmla="*/ 28 h 28"/>
                <a:gd name="T4" fmla="*/ 0 w 39"/>
                <a:gd name="T5" fmla="*/ 15 h 28"/>
                <a:gd name="T6" fmla="*/ 16 w 39"/>
                <a:gd name="T7" fmla="*/ 1 h 28"/>
                <a:gd name="T8" fmla="*/ 37 w 39"/>
                <a:gd name="T9" fmla="*/ 13 h 28"/>
              </a:gdLst>
              <a:ahLst/>
              <a:cxnLst>
                <a:cxn ang="0">
                  <a:pos x="T0" y="T1"/>
                </a:cxn>
                <a:cxn ang="0">
                  <a:pos x="T2" y="T3"/>
                </a:cxn>
                <a:cxn ang="0">
                  <a:pos x="T4" y="T5"/>
                </a:cxn>
                <a:cxn ang="0">
                  <a:pos x="T6" y="T7"/>
                </a:cxn>
                <a:cxn ang="0">
                  <a:pos x="T8" y="T9"/>
                </a:cxn>
              </a:cxnLst>
              <a:rect l="0" t="0" r="r" b="b"/>
              <a:pathLst>
                <a:path w="39" h="28">
                  <a:moveTo>
                    <a:pt x="37" y="13"/>
                  </a:moveTo>
                  <a:cubicBezTo>
                    <a:pt x="39" y="21"/>
                    <a:pt x="31" y="28"/>
                    <a:pt x="21" y="28"/>
                  </a:cubicBezTo>
                  <a:cubicBezTo>
                    <a:pt x="11" y="28"/>
                    <a:pt x="1" y="22"/>
                    <a:pt x="0" y="15"/>
                  </a:cubicBezTo>
                  <a:cubicBezTo>
                    <a:pt x="0" y="8"/>
                    <a:pt x="7" y="2"/>
                    <a:pt x="16" y="1"/>
                  </a:cubicBezTo>
                  <a:cubicBezTo>
                    <a:pt x="27" y="0"/>
                    <a:pt x="36" y="5"/>
                    <a:pt x="3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2" name="Freeform 348">
              <a:extLst>
                <a:ext uri="{FF2B5EF4-FFF2-40B4-BE49-F238E27FC236}">
                  <a16:creationId xmlns:a16="http://schemas.microsoft.com/office/drawing/2014/main" id="{EE41EDCD-4D3F-55DD-0538-D090204F3F94}"/>
                </a:ext>
              </a:extLst>
            </p:cNvPr>
            <p:cNvSpPr>
              <a:spLocks/>
            </p:cNvSpPr>
            <p:nvPr/>
          </p:nvSpPr>
          <p:spPr bwMode="auto">
            <a:xfrm rot="5094805">
              <a:off x="333024" y="4812642"/>
              <a:ext cx="100539" cy="82259"/>
            </a:xfrm>
            <a:custGeom>
              <a:avLst/>
              <a:gdLst>
                <a:gd name="T0" fmla="*/ 18 w 40"/>
                <a:gd name="T1" fmla="*/ 1 h 33"/>
                <a:gd name="T2" fmla="*/ 38 w 40"/>
                <a:gd name="T3" fmla="*/ 16 h 33"/>
                <a:gd name="T4" fmla="*/ 22 w 40"/>
                <a:gd name="T5" fmla="*/ 32 h 33"/>
                <a:gd name="T6" fmla="*/ 2 w 40"/>
                <a:gd name="T7" fmla="*/ 17 h 33"/>
                <a:gd name="T8" fmla="*/ 18 w 40"/>
                <a:gd name="T9" fmla="*/ 1 h 33"/>
              </a:gdLst>
              <a:ahLst/>
              <a:cxnLst>
                <a:cxn ang="0">
                  <a:pos x="T0" y="T1"/>
                </a:cxn>
                <a:cxn ang="0">
                  <a:pos x="T2" y="T3"/>
                </a:cxn>
                <a:cxn ang="0">
                  <a:pos x="T4" y="T5"/>
                </a:cxn>
                <a:cxn ang="0">
                  <a:pos x="T6" y="T7"/>
                </a:cxn>
                <a:cxn ang="0">
                  <a:pos x="T8" y="T9"/>
                </a:cxn>
              </a:cxnLst>
              <a:rect l="0" t="0" r="r" b="b"/>
              <a:pathLst>
                <a:path w="40" h="33">
                  <a:moveTo>
                    <a:pt x="18" y="1"/>
                  </a:moveTo>
                  <a:cubicBezTo>
                    <a:pt x="28" y="0"/>
                    <a:pt x="37" y="7"/>
                    <a:pt x="38" y="16"/>
                  </a:cubicBezTo>
                  <a:cubicBezTo>
                    <a:pt x="40" y="25"/>
                    <a:pt x="32" y="33"/>
                    <a:pt x="22" y="32"/>
                  </a:cubicBezTo>
                  <a:cubicBezTo>
                    <a:pt x="12" y="32"/>
                    <a:pt x="3" y="25"/>
                    <a:pt x="2" y="17"/>
                  </a:cubicBezTo>
                  <a:cubicBezTo>
                    <a:pt x="0" y="9"/>
                    <a:pt x="7" y="2"/>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3" name="Freeform 349">
              <a:extLst>
                <a:ext uri="{FF2B5EF4-FFF2-40B4-BE49-F238E27FC236}">
                  <a16:creationId xmlns:a16="http://schemas.microsoft.com/office/drawing/2014/main" id="{9DEAF6D7-34D6-AFED-BEEB-E29CC9B366F4}"/>
                </a:ext>
              </a:extLst>
            </p:cNvPr>
            <p:cNvSpPr>
              <a:spLocks/>
            </p:cNvSpPr>
            <p:nvPr/>
          </p:nvSpPr>
          <p:spPr bwMode="auto">
            <a:xfrm rot="5094805">
              <a:off x="354805" y="5001327"/>
              <a:ext cx="95969" cy="91399"/>
            </a:xfrm>
            <a:custGeom>
              <a:avLst/>
              <a:gdLst>
                <a:gd name="T0" fmla="*/ 38 w 39"/>
                <a:gd name="T1" fmla="*/ 18 h 37"/>
                <a:gd name="T2" fmla="*/ 22 w 39"/>
                <a:gd name="T3" fmla="*/ 37 h 37"/>
                <a:gd name="T4" fmla="*/ 1 w 39"/>
                <a:gd name="T5" fmla="*/ 19 h 37"/>
                <a:gd name="T6" fmla="*/ 16 w 39"/>
                <a:gd name="T7" fmla="*/ 1 h 37"/>
                <a:gd name="T8" fmla="*/ 38 w 39"/>
                <a:gd name="T9" fmla="*/ 18 h 37"/>
              </a:gdLst>
              <a:ahLst/>
              <a:cxnLst>
                <a:cxn ang="0">
                  <a:pos x="T0" y="T1"/>
                </a:cxn>
                <a:cxn ang="0">
                  <a:pos x="T2" y="T3"/>
                </a:cxn>
                <a:cxn ang="0">
                  <a:pos x="T4" y="T5"/>
                </a:cxn>
                <a:cxn ang="0">
                  <a:pos x="T6" y="T7"/>
                </a:cxn>
                <a:cxn ang="0">
                  <a:pos x="T8" y="T9"/>
                </a:cxn>
              </a:cxnLst>
              <a:rect l="0" t="0" r="r" b="b"/>
              <a:pathLst>
                <a:path w="39" h="37">
                  <a:moveTo>
                    <a:pt x="38" y="18"/>
                  </a:moveTo>
                  <a:cubicBezTo>
                    <a:pt x="39" y="28"/>
                    <a:pt x="32" y="37"/>
                    <a:pt x="22" y="37"/>
                  </a:cubicBezTo>
                  <a:cubicBezTo>
                    <a:pt x="12" y="37"/>
                    <a:pt x="2" y="28"/>
                    <a:pt x="1" y="19"/>
                  </a:cubicBezTo>
                  <a:cubicBezTo>
                    <a:pt x="0" y="9"/>
                    <a:pt x="7" y="2"/>
                    <a:pt x="16" y="1"/>
                  </a:cubicBezTo>
                  <a:cubicBezTo>
                    <a:pt x="27" y="0"/>
                    <a:pt x="36" y="7"/>
                    <a:pt x="3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4" name="Freeform 378">
              <a:extLst>
                <a:ext uri="{FF2B5EF4-FFF2-40B4-BE49-F238E27FC236}">
                  <a16:creationId xmlns:a16="http://schemas.microsoft.com/office/drawing/2014/main" id="{F59603C9-3990-5B99-1A72-E08645F97226}"/>
                </a:ext>
              </a:extLst>
            </p:cNvPr>
            <p:cNvSpPr>
              <a:spLocks/>
            </p:cNvSpPr>
            <p:nvPr/>
          </p:nvSpPr>
          <p:spPr bwMode="auto">
            <a:xfrm rot="5094805">
              <a:off x="711836" y="6690067"/>
              <a:ext cx="98254" cy="148523"/>
            </a:xfrm>
            <a:custGeom>
              <a:avLst/>
              <a:gdLst>
                <a:gd name="T0" fmla="*/ 18 w 40"/>
                <a:gd name="T1" fmla="*/ 3 h 60"/>
                <a:gd name="T2" fmla="*/ 39 w 40"/>
                <a:gd name="T3" fmla="*/ 25 h 60"/>
                <a:gd name="T4" fmla="*/ 23 w 40"/>
                <a:gd name="T5" fmla="*/ 57 h 60"/>
                <a:gd name="T6" fmla="*/ 1 w 40"/>
                <a:gd name="T7" fmla="*/ 35 h 60"/>
                <a:gd name="T8" fmla="*/ 18 w 40"/>
                <a:gd name="T9" fmla="*/ 3 h 60"/>
              </a:gdLst>
              <a:ahLst/>
              <a:cxnLst>
                <a:cxn ang="0">
                  <a:pos x="T0" y="T1"/>
                </a:cxn>
                <a:cxn ang="0">
                  <a:pos x="T2" y="T3"/>
                </a:cxn>
                <a:cxn ang="0">
                  <a:pos x="T4" y="T5"/>
                </a:cxn>
                <a:cxn ang="0">
                  <a:pos x="T6" y="T7"/>
                </a:cxn>
                <a:cxn ang="0">
                  <a:pos x="T8" y="T9"/>
                </a:cxn>
              </a:cxnLst>
              <a:rect l="0" t="0" r="r" b="b"/>
              <a:pathLst>
                <a:path w="40" h="60">
                  <a:moveTo>
                    <a:pt x="18" y="3"/>
                  </a:moveTo>
                  <a:cubicBezTo>
                    <a:pt x="29" y="0"/>
                    <a:pt x="38" y="10"/>
                    <a:pt x="39" y="25"/>
                  </a:cubicBezTo>
                  <a:cubicBezTo>
                    <a:pt x="40" y="39"/>
                    <a:pt x="33" y="53"/>
                    <a:pt x="23" y="57"/>
                  </a:cubicBezTo>
                  <a:cubicBezTo>
                    <a:pt x="13" y="60"/>
                    <a:pt x="3" y="49"/>
                    <a:pt x="1" y="35"/>
                  </a:cubicBezTo>
                  <a:cubicBezTo>
                    <a:pt x="0" y="20"/>
                    <a:pt x="8" y="5"/>
                    <a:pt x="1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5" name="Freeform 379">
              <a:extLst>
                <a:ext uri="{FF2B5EF4-FFF2-40B4-BE49-F238E27FC236}">
                  <a16:creationId xmlns:a16="http://schemas.microsoft.com/office/drawing/2014/main" id="{1E42C7C3-AC9F-8F58-1EA3-0D5EE33B89D0}"/>
                </a:ext>
              </a:extLst>
            </p:cNvPr>
            <p:cNvSpPr>
              <a:spLocks/>
            </p:cNvSpPr>
            <p:nvPr/>
          </p:nvSpPr>
          <p:spPr bwMode="auto">
            <a:xfrm rot="5094805">
              <a:off x="645384" y="6497651"/>
              <a:ext cx="95969" cy="148523"/>
            </a:xfrm>
            <a:custGeom>
              <a:avLst/>
              <a:gdLst>
                <a:gd name="T0" fmla="*/ 18 w 39"/>
                <a:gd name="T1" fmla="*/ 2 h 60"/>
                <a:gd name="T2" fmla="*/ 39 w 39"/>
                <a:gd name="T3" fmla="*/ 27 h 60"/>
                <a:gd name="T4" fmla="*/ 23 w 39"/>
                <a:gd name="T5" fmla="*/ 58 h 60"/>
                <a:gd name="T6" fmla="*/ 1 w 39"/>
                <a:gd name="T7" fmla="*/ 33 h 60"/>
                <a:gd name="T8" fmla="*/ 18 w 39"/>
                <a:gd name="T9" fmla="*/ 2 h 60"/>
              </a:gdLst>
              <a:ahLst/>
              <a:cxnLst>
                <a:cxn ang="0">
                  <a:pos x="T0" y="T1"/>
                </a:cxn>
                <a:cxn ang="0">
                  <a:pos x="T2" y="T3"/>
                </a:cxn>
                <a:cxn ang="0">
                  <a:pos x="T4" y="T5"/>
                </a:cxn>
                <a:cxn ang="0">
                  <a:pos x="T6" y="T7"/>
                </a:cxn>
                <a:cxn ang="0">
                  <a:pos x="T8" y="T9"/>
                </a:cxn>
              </a:cxnLst>
              <a:rect l="0" t="0" r="r" b="b"/>
              <a:pathLst>
                <a:path w="39" h="60">
                  <a:moveTo>
                    <a:pt x="18" y="2"/>
                  </a:moveTo>
                  <a:cubicBezTo>
                    <a:pt x="29" y="0"/>
                    <a:pt x="38" y="11"/>
                    <a:pt x="39" y="27"/>
                  </a:cubicBezTo>
                  <a:cubicBezTo>
                    <a:pt x="39" y="42"/>
                    <a:pt x="32" y="56"/>
                    <a:pt x="23" y="58"/>
                  </a:cubicBezTo>
                  <a:cubicBezTo>
                    <a:pt x="12" y="60"/>
                    <a:pt x="2" y="49"/>
                    <a:pt x="1" y="33"/>
                  </a:cubicBezTo>
                  <a:cubicBezTo>
                    <a:pt x="0" y="18"/>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6" name="Freeform 380">
              <a:extLst>
                <a:ext uri="{FF2B5EF4-FFF2-40B4-BE49-F238E27FC236}">
                  <a16:creationId xmlns:a16="http://schemas.microsoft.com/office/drawing/2014/main" id="{C0E5D2C5-0B79-8590-5DCC-99C00AE572B0}"/>
                </a:ext>
              </a:extLst>
            </p:cNvPr>
            <p:cNvSpPr>
              <a:spLocks/>
            </p:cNvSpPr>
            <p:nvPr/>
          </p:nvSpPr>
          <p:spPr bwMode="auto">
            <a:xfrm rot="5094805">
              <a:off x="591845" y="6307329"/>
              <a:ext cx="98254" cy="150808"/>
            </a:xfrm>
            <a:custGeom>
              <a:avLst/>
              <a:gdLst>
                <a:gd name="T0" fmla="*/ 17 w 40"/>
                <a:gd name="T1" fmla="*/ 2 h 61"/>
                <a:gd name="T2" fmla="*/ 38 w 40"/>
                <a:gd name="T3" fmla="*/ 28 h 61"/>
                <a:gd name="T4" fmla="*/ 23 w 40"/>
                <a:gd name="T5" fmla="*/ 59 h 61"/>
                <a:gd name="T6" fmla="*/ 1 w 40"/>
                <a:gd name="T7" fmla="*/ 34 h 61"/>
                <a:gd name="T8" fmla="*/ 17 w 40"/>
                <a:gd name="T9" fmla="*/ 2 h 61"/>
              </a:gdLst>
              <a:ahLst/>
              <a:cxnLst>
                <a:cxn ang="0">
                  <a:pos x="T0" y="T1"/>
                </a:cxn>
                <a:cxn ang="0">
                  <a:pos x="T2" y="T3"/>
                </a:cxn>
                <a:cxn ang="0">
                  <a:pos x="T4" y="T5"/>
                </a:cxn>
                <a:cxn ang="0">
                  <a:pos x="T6" y="T7"/>
                </a:cxn>
                <a:cxn ang="0">
                  <a:pos x="T8" y="T9"/>
                </a:cxn>
              </a:cxnLst>
              <a:rect l="0" t="0" r="r" b="b"/>
              <a:pathLst>
                <a:path w="40" h="61">
                  <a:moveTo>
                    <a:pt x="17" y="2"/>
                  </a:moveTo>
                  <a:cubicBezTo>
                    <a:pt x="28" y="0"/>
                    <a:pt x="37" y="11"/>
                    <a:pt x="38" y="28"/>
                  </a:cubicBezTo>
                  <a:cubicBezTo>
                    <a:pt x="40" y="43"/>
                    <a:pt x="33" y="56"/>
                    <a:pt x="23" y="59"/>
                  </a:cubicBezTo>
                  <a:cubicBezTo>
                    <a:pt x="13" y="61"/>
                    <a:pt x="3" y="49"/>
                    <a:pt x="1" y="34"/>
                  </a:cubicBezTo>
                  <a:cubicBezTo>
                    <a:pt x="0" y="18"/>
                    <a:pt x="7" y="3"/>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7" name="Freeform 381">
              <a:extLst>
                <a:ext uri="{FF2B5EF4-FFF2-40B4-BE49-F238E27FC236}">
                  <a16:creationId xmlns:a16="http://schemas.microsoft.com/office/drawing/2014/main" id="{4A166299-39D9-278E-934F-DCE45013B918}"/>
                </a:ext>
              </a:extLst>
            </p:cNvPr>
            <p:cNvSpPr>
              <a:spLocks/>
            </p:cNvSpPr>
            <p:nvPr/>
          </p:nvSpPr>
          <p:spPr bwMode="auto">
            <a:xfrm rot="5094805">
              <a:off x="540379" y="6116813"/>
              <a:ext cx="100539" cy="148523"/>
            </a:xfrm>
            <a:custGeom>
              <a:avLst/>
              <a:gdLst>
                <a:gd name="T0" fmla="*/ 39 w 40"/>
                <a:gd name="T1" fmla="*/ 27 h 60"/>
                <a:gd name="T2" fmla="*/ 23 w 40"/>
                <a:gd name="T3" fmla="*/ 59 h 60"/>
                <a:gd name="T4" fmla="*/ 2 w 40"/>
                <a:gd name="T5" fmla="*/ 35 h 60"/>
                <a:gd name="T6" fmla="*/ 18 w 40"/>
                <a:gd name="T7" fmla="*/ 3 h 60"/>
                <a:gd name="T8" fmla="*/ 39 w 40"/>
                <a:gd name="T9" fmla="*/ 27 h 60"/>
              </a:gdLst>
              <a:ahLst/>
              <a:cxnLst>
                <a:cxn ang="0">
                  <a:pos x="T0" y="T1"/>
                </a:cxn>
                <a:cxn ang="0">
                  <a:pos x="T2" y="T3"/>
                </a:cxn>
                <a:cxn ang="0">
                  <a:pos x="T4" y="T5"/>
                </a:cxn>
                <a:cxn ang="0">
                  <a:pos x="T6" y="T7"/>
                </a:cxn>
                <a:cxn ang="0">
                  <a:pos x="T8" y="T9"/>
                </a:cxn>
              </a:cxnLst>
              <a:rect l="0" t="0" r="r" b="b"/>
              <a:pathLst>
                <a:path w="40" h="60">
                  <a:moveTo>
                    <a:pt x="39" y="27"/>
                  </a:moveTo>
                  <a:cubicBezTo>
                    <a:pt x="40" y="43"/>
                    <a:pt x="33" y="57"/>
                    <a:pt x="23" y="59"/>
                  </a:cubicBezTo>
                  <a:cubicBezTo>
                    <a:pt x="13" y="60"/>
                    <a:pt x="4" y="49"/>
                    <a:pt x="2" y="35"/>
                  </a:cubicBezTo>
                  <a:cubicBezTo>
                    <a:pt x="0" y="20"/>
                    <a:pt x="7" y="5"/>
                    <a:pt x="18" y="3"/>
                  </a:cubicBezTo>
                  <a:cubicBezTo>
                    <a:pt x="28" y="0"/>
                    <a:pt x="37" y="11"/>
                    <a:pt x="39"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8" name="Freeform 382">
              <a:extLst>
                <a:ext uri="{FF2B5EF4-FFF2-40B4-BE49-F238E27FC236}">
                  <a16:creationId xmlns:a16="http://schemas.microsoft.com/office/drawing/2014/main" id="{0429E47F-5344-A32D-B743-A9942A96459F}"/>
                </a:ext>
              </a:extLst>
            </p:cNvPr>
            <p:cNvSpPr>
              <a:spLocks/>
            </p:cNvSpPr>
            <p:nvPr/>
          </p:nvSpPr>
          <p:spPr bwMode="auto">
            <a:xfrm rot="5094805">
              <a:off x="493677" y="5930655"/>
              <a:ext cx="98254" cy="141669"/>
            </a:xfrm>
            <a:custGeom>
              <a:avLst/>
              <a:gdLst>
                <a:gd name="T0" fmla="*/ 18 w 40"/>
                <a:gd name="T1" fmla="*/ 2 h 57"/>
                <a:gd name="T2" fmla="*/ 39 w 40"/>
                <a:gd name="T3" fmla="*/ 26 h 57"/>
                <a:gd name="T4" fmla="*/ 23 w 40"/>
                <a:gd name="T5" fmla="*/ 56 h 57"/>
                <a:gd name="T6" fmla="*/ 2 w 40"/>
                <a:gd name="T7" fmla="*/ 32 h 57"/>
                <a:gd name="T8" fmla="*/ 18 w 40"/>
                <a:gd name="T9" fmla="*/ 2 h 57"/>
              </a:gdLst>
              <a:ahLst/>
              <a:cxnLst>
                <a:cxn ang="0">
                  <a:pos x="T0" y="T1"/>
                </a:cxn>
                <a:cxn ang="0">
                  <a:pos x="T2" y="T3"/>
                </a:cxn>
                <a:cxn ang="0">
                  <a:pos x="T4" y="T5"/>
                </a:cxn>
                <a:cxn ang="0">
                  <a:pos x="T6" y="T7"/>
                </a:cxn>
                <a:cxn ang="0">
                  <a:pos x="T8" y="T9"/>
                </a:cxn>
              </a:cxnLst>
              <a:rect l="0" t="0" r="r" b="b"/>
              <a:pathLst>
                <a:path w="40" h="57">
                  <a:moveTo>
                    <a:pt x="18" y="2"/>
                  </a:moveTo>
                  <a:cubicBezTo>
                    <a:pt x="28" y="0"/>
                    <a:pt x="37" y="11"/>
                    <a:pt x="39" y="26"/>
                  </a:cubicBezTo>
                  <a:cubicBezTo>
                    <a:pt x="40" y="41"/>
                    <a:pt x="33" y="54"/>
                    <a:pt x="23" y="56"/>
                  </a:cubicBezTo>
                  <a:cubicBezTo>
                    <a:pt x="13" y="57"/>
                    <a:pt x="3" y="46"/>
                    <a:pt x="2" y="32"/>
                  </a:cubicBezTo>
                  <a:cubicBezTo>
                    <a:pt x="0" y="17"/>
                    <a:pt x="7"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9" name="Freeform 383">
              <a:extLst>
                <a:ext uri="{FF2B5EF4-FFF2-40B4-BE49-F238E27FC236}">
                  <a16:creationId xmlns:a16="http://schemas.microsoft.com/office/drawing/2014/main" id="{3FB6ADFB-C168-934C-0992-608BAC7336D3}"/>
                </a:ext>
              </a:extLst>
            </p:cNvPr>
            <p:cNvSpPr>
              <a:spLocks/>
            </p:cNvSpPr>
            <p:nvPr/>
          </p:nvSpPr>
          <p:spPr bwMode="auto">
            <a:xfrm rot="5094805">
              <a:off x="456176" y="5745866"/>
              <a:ext cx="98254" cy="132529"/>
            </a:xfrm>
            <a:custGeom>
              <a:avLst/>
              <a:gdLst>
                <a:gd name="T0" fmla="*/ 38 w 40"/>
                <a:gd name="T1" fmla="*/ 25 h 54"/>
                <a:gd name="T2" fmla="*/ 22 w 40"/>
                <a:gd name="T3" fmla="*/ 53 h 54"/>
                <a:gd name="T4" fmla="*/ 1 w 40"/>
                <a:gd name="T5" fmla="*/ 28 h 54"/>
                <a:gd name="T6" fmla="*/ 17 w 40"/>
                <a:gd name="T7" fmla="*/ 2 h 54"/>
                <a:gd name="T8" fmla="*/ 38 w 40"/>
                <a:gd name="T9" fmla="*/ 25 h 54"/>
              </a:gdLst>
              <a:ahLst/>
              <a:cxnLst>
                <a:cxn ang="0">
                  <a:pos x="T0" y="T1"/>
                </a:cxn>
                <a:cxn ang="0">
                  <a:pos x="T2" y="T3"/>
                </a:cxn>
                <a:cxn ang="0">
                  <a:pos x="T4" y="T5"/>
                </a:cxn>
                <a:cxn ang="0">
                  <a:pos x="T6" y="T7"/>
                </a:cxn>
                <a:cxn ang="0">
                  <a:pos x="T8" y="T9"/>
                </a:cxn>
              </a:cxnLst>
              <a:rect l="0" t="0" r="r" b="b"/>
              <a:pathLst>
                <a:path w="40" h="54">
                  <a:moveTo>
                    <a:pt x="38" y="25"/>
                  </a:moveTo>
                  <a:cubicBezTo>
                    <a:pt x="40" y="40"/>
                    <a:pt x="33" y="52"/>
                    <a:pt x="22" y="53"/>
                  </a:cubicBezTo>
                  <a:cubicBezTo>
                    <a:pt x="12" y="54"/>
                    <a:pt x="2" y="42"/>
                    <a:pt x="1" y="28"/>
                  </a:cubicBezTo>
                  <a:cubicBezTo>
                    <a:pt x="0" y="15"/>
                    <a:pt x="7" y="4"/>
                    <a:pt x="17" y="2"/>
                  </a:cubicBezTo>
                  <a:cubicBezTo>
                    <a:pt x="27" y="0"/>
                    <a:pt x="37" y="10"/>
                    <a:pt x="38"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0" name="Freeform 384">
              <a:extLst>
                <a:ext uri="{FF2B5EF4-FFF2-40B4-BE49-F238E27FC236}">
                  <a16:creationId xmlns:a16="http://schemas.microsoft.com/office/drawing/2014/main" id="{E5591254-2527-BCF6-7AD9-798DB06EE8D7}"/>
                </a:ext>
              </a:extLst>
            </p:cNvPr>
            <p:cNvSpPr>
              <a:spLocks/>
            </p:cNvSpPr>
            <p:nvPr/>
          </p:nvSpPr>
          <p:spPr bwMode="auto">
            <a:xfrm rot="5094805">
              <a:off x="423130" y="5560778"/>
              <a:ext cx="95969" cy="121104"/>
            </a:xfrm>
            <a:custGeom>
              <a:avLst/>
              <a:gdLst>
                <a:gd name="T0" fmla="*/ 18 w 39"/>
                <a:gd name="T1" fmla="*/ 0 h 49"/>
                <a:gd name="T2" fmla="*/ 38 w 39"/>
                <a:gd name="T3" fmla="*/ 25 h 49"/>
                <a:gd name="T4" fmla="*/ 22 w 39"/>
                <a:gd name="T5" fmla="*/ 48 h 49"/>
                <a:gd name="T6" fmla="*/ 1 w 39"/>
                <a:gd name="T7" fmla="*/ 25 h 49"/>
                <a:gd name="T8" fmla="*/ 18 w 39"/>
                <a:gd name="T9" fmla="*/ 0 h 49"/>
              </a:gdLst>
              <a:ahLst/>
              <a:cxnLst>
                <a:cxn ang="0">
                  <a:pos x="T0" y="T1"/>
                </a:cxn>
                <a:cxn ang="0">
                  <a:pos x="T2" y="T3"/>
                </a:cxn>
                <a:cxn ang="0">
                  <a:pos x="T4" y="T5"/>
                </a:cxn>
                <a:cxn ang="0">
                  <a:pos x="T6" y="T7"/>
                </a:cxn>
                <a:cxn ang="0">
                  <a:pos x="T8" y="T9"/>
                </a:cxn>
              </a:cxnLst>
              <a:rect l="0" t="0" r="r" b="b"/>
              <a:pathLst>
                <a:path w="39" h="49">
                  <a:moveTo>
                    <a:pt x="18" y="0"/>
                  </a:moveTo>
                  <a:cubicBezTo>
                    <a:pt x="28" y="0"/>
                    <a:pt x="37" y="11"/>
                    <a:pt x="38" y="25"/>
                  </a:cubicBezTo>
                  <a:cubicBezTo>
                    <a:pt x="39" y="37"/>
                    <a:pt x="32" y="48"/>
                    <a:pt x="22" y="48"/>
                  </a:cubicBezTo>
                  <a:cubicBezTo>
                    <a:pt x="12" y="49"/>
                    <a:pt x="2" y="38"/>
                    <a:pt x="1" y="25"/>
                  </a:cubicBezTo>
                  <a:cubicBezTo>
                    <a:pt x="0" y="12"/>
                    <a:pt x="8" y="1"/>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1" name="Freeform 385">
              <a:extLst>
                <a:ext uri="{FF2B5EF4-FFF2-40B4-BE49-F238E27FC236}">
                  <a16:creationId xmlns:a16="http://schemas.microsoft.com/office/drawing/2014/main" id="{1AA7AB67-E2D5-C998-A94F-55A9C626E601}"/>
                </a:ext>
              </a:extLst>
            </p:cNvPr>
            <p:cNvSpPr>
              <a:spLocks/>
            </p:cNvSpPr>
            <p:nvPr/>
          </p:nvSpPr>
          <p:spPr bwMode="auto">
            <a:xfrm rot="5094805">
              <a:off x="397944" y="5373741"/>
              <a:ext cx="95969" cy="109679"/>
            </a:xfrm>
            <a:custGeom>
              <a:avLst/>
              <a:gdLst>
                <a:gd name="T0" fmla="*/ 18 w 39"/>
                <a:gd name="T1" fmla="*/ 0 h 44"/>
                <a:gd name="T2" fmla="*/ 38 w 39"/>
                <a:gd name="T3" fmla="*/ 23 h 44"/>
                <a:gd name="T4" fmla="*/ 22 w 39"/>
                <a:gd name="T5" fmla="*/ 44 h 44"/>
                <a:gd name="T6" fmla="*/ 1 w 39"/>
                <a:gd name="T7" fmla="*/ 22 h 44"/>
                <a:gd name="T8" fmla="*/ 18 w 39"/>
                <a:gd name="T9" fmla="*/ 0 h 44"/>
              </a:gdLst>
              <a:ahLst/>
              <a:cxnLst>
                <a:cxn ang="0">
                  <a:pos x="T0" y="T1"/>
                </a:cxn>
                <a:cxn ang="0">
                  <a:pos x="T2" y="T3"/>
                </a:cxn>
                <a:cxn ang="0">
                  <a:pos x="T4" y="T5"/>
                </a:cxn>
                <a:cxn ang="0">
                  <a:pos x="T6" y="T7"/>
                </a:cxn>
                <a:cxn ang="0">
                  <a:pos x="T8" y="T9"/>
                </a:cxn>
              </a:cxnLst>
              <a:rect l="0" t="0" r="r" b="b"/>
              <a:pathLst>
                <a:path w="39" h="44">
                  <a:moveTo>
                    <a:pt x="18" y="0"/>
                  </a:moveTo>
                  <a:cubicBezTo>
                    <a:pt x="28" y="0"/>
                    <a:pt x="37" y="10"/>
                    <a:pt x="38" y="23"/>
                  </a:cubicBezTo>
                  <a:cubicBezTo>
                    <a:pt x="39" y="35"/>
                    <a:pt x="31" y="44"/>
                    <a:pt x="22" y="44"/>
                  </a:cubicBezTo>
                  <a:cubicBezTo>
                    <a:pt x="12" y="44"/>
                    <a:pt x="2" y="34"/>
                    <a:pt x="1" y="22"/>
                  </a:cubicBezTo>
                  <a:cubicBezTo>
                    <a:pt x="0" y="10"/>
                    <a:pt x="8"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2" name="Freeform 386">
              <a:extLst>
                <a:ext uri="{FF2B5EF4-FFF2-40B4-BE49-F238E27FC236}">
                  <a16:creationId xmlns:a16="http://schemas.microsoft.com/office/drawing/2014/main" id="{267DBECD-D993-7C8A-7AE3-DDB458D21055}"/>
                </a:ext>
              </a:extLst>
            </p:cNvPr>
            <p:cNvSpPr>
              <a:spLocks/>
            </p:cNvSpPr>
            <p:nvPr/>
          </p:nvSpPr>
          <p:spPr bwMode="auto">
            <a:xfrm rot="5094805">
              <a:off x="375237" y="5186493"/>
              <a:ext cx="95969" cy="102824"/>
            </a:xfrm>
            <a:custGeom>
              <a:avLst/>
              <a:gdLst>
                <a:gd name="T0" fmla="*/ 18 w 39"/>
                <a:gd name="T1" fmla="*/ 0 h 41"/>
                <a:gd name="T2" fmla="*/ 38 w 39"/>
                <a:gd name="T3" fmla="*/ 21 h 41"/>
                <a:gd name="T4" fmla="*/ 22 w 39"/>
                <a:gd name="T5" fmla="*/ 41 h 41"/>
                <a:gd name="T6" fmla="*/ 1 w 39"/>
                <a:gd name="T7" fmla="*/ 21 h 41"/>
                <a:gd name="T8" fmla="*/ 18 w 39"/>
                <a:gd name="T9" fmla="*/ 0 h 41"/>
              </a:gdLst>
              <a:ahLst/>
              <a:cxnLst>
                <a:cxn ang="0">
                  <a:pos x="T0" y="T1"/>
                </a:cxn>
                <a:cxn ang="0">
                  <a:pos x="T2" y="T3"/>
                </a:cxn>
                <a:cxn ang="0">
                  <a:pos x="T4" y="T5"/>
                </a:cxn>
                <a:cxn ang="0">
                  <a:pos x="T6" y="T7"/>
                </a:cxn>
                <a:cxn ang="0">
                  <a:pos x="T8" y="T9"/>
                </a:cxn>
              </a:cxnLst>
              <a:rect l="0" t="0" r="r" b="b"/>
              <a:pathLst>
                <a:path w="39" h="41">
                  <a:moveTo>
                    <a:pt x="18" y="0"/>
                  </a:moveTo>
                  <a:cubicBezTo>
                    <a:pt x="28" y="0"/>
                    <a:pt x="37" y="9"/>
                    <a:pt x="38" y="21"/>
                  </a:cubicBezTo>
                  <a:cubicBezTo>
                    <a:pt x="39" y="32"/>
                    <a:pt x="32" y="40"/>
                    <a:pt x="22" y="41"/>
                  </a:cubicBezTo>
                  <a:cubicBezTo>
                    <a:pt x="12" y="41"/>
                    <a:pt x="2" y="31"/>
                    <a:pt x="1" y="21"/>
                  </a:cubicBezTo>
                  <a:cubicBezTo>
                    <a:pt x="0" y="10"/>
                    <a:pt x="7" y="1"/>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3" name="Freeform 398">
              <a:extLst>
                <a:ext uri="{FF2B5EF4-FFF2-40B4-BE49-F238E27FC236}">
                  <a16:creationId xmlns:a16="http://schemas.microsoft.com/office/drawing/2014/main" id="{A6FCACE0-B13A-E378-126B-89711240F4DE}"/>
                </a:ext>
              </a:extLst>
            </p:cNvPr>
            <p:cNvSpPr>
              <a:spLocks/>
            </p:cNvSpPr>
            <p:nvPr/>
          </p:nvSpPr>
          <p:spPr bwMode="auto">
            <a:xfrm rot="5094805">
              <a:off x="-8767" y="3216707"/>
              <a:ext cx="95969" cy="27420"/>
            </a:xfrm>
            <a:custGeom>
              <a:avLst/>
              <a:gdLst>
                <a:gd name="T0" fmla="*/ 20 w 39"/>
                <a:gd name="T1" fmla="*/ 9 h 11"/>
                <a:gd name="T2" fmla="*/ 1 w 39"/>
                <a:gd name="T3" fmla="*/ 10 h 11"/>
                <a:gd name="T4" fmla="*/ 18 w 39"/>
                <a:gd name="T5" fmla="*/ 3 h 11"/>
                <a:gd name="T6" fmla="*/ 38 w 39"/>
                <a:gd name="T7" fmla="*/ 2 h 11"/>
                <a:gd name="T8" fmla="*/ 20 w 39"/>
                <a:gd name="T9" fmla="*/ 9 h 11"/>
              </a:gdLst>
              <a:ahLst/>
              <a:cxnLst>
                <a:cxn ang="0">
                  <a:pos x="T0" y="T1"/>
                </a:cxn>
                <a:cxn ang="0">
                  <a:pos x="T2" y="T3"/>
                </a:cxn>
                <a:cxn ang="0">
                  <a:pos x="T4" y="T5"/>
                </a:cxn>
                <a:cxn ang="0">
                  <a:pos x="T6" y="T7"/>
                </a:cxn>
                <a:cxn ang="0">
                  <a:pos x="T8" y="T9"/>
                </a:cxn>
              </a:cxnLst>
              <a:rect l="0" t="0" r="r" b="b"/>
              <a:pathLst>
                <a:path w="39" h="11">
                  <a:moveTo>
                    <a:pt x="20" y="9"/>
                  </a:moveTo>
                  <a:cubicBezTo>
                    <a:pt x="11" y="11"/>
                    <a:pt x="2" y="11"/>
                    <a:pt x="1" y="10"/>
                  </a:cubicBezTo>
                  <a:cubicBezTo>
                    <a:pt x="0" y="8"/>
                    <a:pt x="8" y="5"/>
                    <a:pt x="18" y="3"/>
                  </a:cubicBezTo>
                  <a:cubicBezTo>
                    <a:pt x="28" y="1"/>
                    <a:pt x="37" y="0"/>
                    <a:pt x="38" y="2"/>
                  </a:cubicBezTo>
                  <a:cubicBezTo>
                    <a:pt x="39" y="4"/>
                    <a:pt x="31" y="7"/>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4" name="Freeform 399">
              <a:extLst>
                <a:ext uri="{FF2B5EF4-FFF2-40B4-BE49-F238E27FC236}">
                  <a16:creationId xmlns:a16="http://schemas.microsoft.com/office/drawing/2014/main" id="{2928FB20-4561-1F62-B2DC-1F8352139DEC}"/>
                </a:ext>
              </a:extLst>
            </p:cNvPr>
            <p:cNvSpPr>
              <a:spLocks/>
            </p:cNvSpPr>
            <p:nvPr/>
          </p:nvSpPr>
          <p:spPr bwMode="auto">
            <a:xfrm rot="5094805">
              <a:off x="48080" y="3403201"/>
              <a:ext cx="95969" cy="29705"/>
            </a:xfrm>
            <a:custGeom>
              <a:avLst/>
              <a:gdLst>
                <a:gd name="T0" fmla="*/ 21 w 39"/>
                <a:gd name="T1" fmla="*/ 10 h 12"/>
                <a:gd name="T2" fmla="*/ 1 w 39"/>
                <a:gd name="T3" fmla="*/ 10 h 12"/>
                <a:gd name="T4" fmla="*/ 18 w 39"/>
                <a:gd name="T5" fmla="*/ 2 h 12"/>
                <a:gd name="T6" fmla="*/ 38 w 39"/>
                <a:gd name="T7" fmla="*/ 2 h 12"/>
                <a:gd name="T8" fmla="*/ 21 w 39"/>
                <a:gd name="T9" fmla="*/ 10 h 12"/>
              </a:gdLst>
              <a:ahLst/>
              <a:cxnLst>
                <a:cxn ang="0">
                  <a:pos x="T0" y="T1"/>
                </a:cxn>
                <a:cxn ang="0">
                  <a:pos x="T2" y="T3"/>
                </a:cxn>
                <a:cxn ang="0">
                  <a:pos x="T4" y="T5"/>
                </a:cxn>
                <a:cxn ang="0">
                  <a:pos x="T6" y="T7"/>
                </a:cxn>
                <a:cxn ang="0">
                  <a:pos x="T8" y="T9"/>
                </a:cxn>
              </a:cxnLst>
              <a:rect l="0" t="0" r="r" b="b"/>
              <a:pathLst>
                <a:path w="39" h="12">
                  <a:moveTo>
                    <a:pt x="21" y="10"/>
                  </a:moveTo>
                  <a:cubicBezTo>
                    <a:pt x="11" y="12"/>
                    <a:pt x="2" y="12"/>
                    <a:pt x="1" y="10"/>
                  </a:cubicBezTo>
                  <a:cubicBezTo>
                    <a:pt x="0" y="8"/>
                    <a:pt x="8" y="5"/>
                    <a:pt x="18" y="2"/>
                  </a:cubicBezTo>
                  <a:cubicBezTo>
                    <a:pt x="28" y="0"/>
                    <a:pt x="36" y="0"/>
                    <a:pt x="38" y="2"/>
                  </a:cubicBezTo>
                  <a:cubicBezTo>
                    <a:pt x="39" y="4"/>
                    <a:pt x="31" y="8"/>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5" name="Freeform 400">
              <a:extLst>
                <a:ext uri="{FF2B5EF4-FFF2-40B4-BE49-F238E27FC236}">
                  <a16:creationId xmlns:a16="http://schemas.microsoft.com/office/drawing/2014/main" id="{C2BB77C4-BDFB-B230-A896-BBE010B88570}"/>
                </a:ext>
              </a:extLst>
            </p:cNvPr>
            <p:cNvSpPr>
              <a:spLocks/>
            </p:cNvSpPr>
            <p:nvPr/>
          </p:nvSpPr>
          <p:spPr bwMode="auto">
            <a:xfrm rot="5094805">
              <a:off x="108244" y="3586070"/>
              <a:ext cx="93684" cy="36560"/>
            </a:xfrm>
            <a:custGeom>
              <a:avLst/>
              <a:gdLst>
                <a:gd name="T0" fmla="*/ 21 w 38"/>
                <a:gd name="T1" fmla="*/ 11 h 14"/>
                <a:gd name="T2" fmla="*/ 1 w 38"/>
                <a:gd name="T3" fmla="*/ 11 h 14"/>
                <a:gd name="T4" fmla="*/ 18 w 38"/>
                <a:gd name="T5" fmla="*/ 2 h 14"/>
                <a:gd name="T6" fmla="*/ 38 w 38"/>
                <a:gd name="T7" fmla="*/ 3 h 14"/>
                <a:gd name="T8" fmla="*/ 21 w 38"/>
                <a:gd name="T9" fmla="*/ 11 h 14"/>
              </a:gdLst>
              <a:ahLst/>
              <a:cxnLst>
                <a:cxn ang="0">
                  <a:pos x="T0" y="T1"/>
                </a:cxn>
                <a:cxn ang="0">
                  <a:pos x="T2" y="T3"/>
                </a:cxn>
                <a:cxn ang="0">
                  <a:pos x="T4" y="T5"/>
                </a:cxn>
                <a:cxn ang="0">
                  <a:pos x="T6" y="T7"/>
                </a:cxn>
                <a:cxn ang="0">
                  <a:pos x="T8" y="T9"/>
                </a:cxn>
              </a:cxnLst>
              <a:rect l="0" t="0" r="r" b="b"/>
              <a:pathLst>
                <a:path w="38" h="14">
                  <a:moveTo>
                    <a:pt x="21" y="11"/>
                  </a:moveTo>
                  <a:cubicBezTo>
                    <a:pt x="11" y="14"/>
                    <a:pt x="3" y="13"/>
                    <a:pt x="1" y="11"/>
                  </a:cubicBezTo>
                  <a:cubicBezTo>
                    <a:pt x="0" y="9"/>
                    <a:pt x="7" y="5"/>
                    <a:pt x="18" y="2"/>
                  </a:cubicBezTo>
                  <a:cubicBezTo>
                    <a:pt x="28" y="0"/>
                    <a:pt x="37" y="0"/>
                    <a:pt x="38" y="3"/>
                  </a:cubicBezTo>
                  <a:cubicBezTo>
                    <a:pt x="38" y="6"/>
                    <a:pt x="31" y="9"/>
                    <a:pt x="2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6" name="Freeform 401">
              <a:extLst>
                <a:ext uri="{FF2B5EF4-FFF2-40B4-BE49-F238E27FC236}">
                  <a16:creationId xmlns:a16="http://schemas.microsoft.com/office/drawing/2014/main" id="{571F9D8B-B51C-BA3C-596E-364E7ADB84CB}"/>
                </a:ext>
              </a:extLst>
            </p:cNvPr>
            <p:cNvSpPr>
              <a:spLocks/>
            </p:cNvSpPr>
            <p:nvPr/>
          </p:nvSpPr>
          <p:spPr bwMode="auto">
            <a:xfrm rot="5094805">
              <a:off x="168805" y="3775573"/>
              <a:ext cx="95969" cy="38845"/>
            </a:xfrm>
            <a:custGeom>
              <a:avLst/>
              <a:gdLst>
                <a:gd name="T0" fmla="*/ 21 w 39"/>
                <a:gd name="T1" fmla="*/ 14 h 16"/>
                <a:gd name="T2" fmla="*/ 1 w 39"/>
                <a:gd name="T3" fmla="*/ 12 h 16"/>
                <a:gd name="T4" fmla="*/ 18 w 39"/>
                <a:gd name="T5" fmla="*/ 3 h 16"/>
                <a:gd name="T6" fmla="*/ 38 w 39"/>
                <a:gd name="T7" fmla="*/ 4 h 16"/>
                <a:gd name="T8" fmla="*/ 21 w 39"/>
                <a:gd name="T9" fmla="*/ 14 h 16"/>
              </a:gdLst>
              <a:ahLst/>
              <a:cxnLst>
                <a:cxn ang="0">
                  <a:pos x="T0" y="T1"/>
                </a:cxn>
                <a:cxn ang="0">
                  <a:pos x="T2" y="T3"/>
                </a:cxn>
                <a:cxn ang="0">
                  <a:pos x="T4" y="T5"/>
                </a:cxn>
                <a:cxn ang="0">
                  <a:pos x="T6" y="T7"/>
                </a:cxn>
                <a:cxn ang="0">
                  <a:pos x="T8" y="T9"/>
                </a:cxn>
              </a:cxnLst>
              <a:rect l="0" t="0" r="r" b="b"/>
              <a:pathLst>
                <a:path w="39" h="16">
                  <a:moveTo>
                    <a:pt x="21" y="14"/>
                  </a:moveTo>
                  <a:cubicBezTo>
                    <a:pt x="11" y="16"/>
                    <a:pt x="2" y="15"/>
                    <a:pt x="1" y="12"/>
                  </a:cubicBezTo>
                  <a:cubicBezTo>
                    <a:pt x="0" y="10"/>
                    <a:pt x="8" y="5"/>
                    <a:pt x="18" y="3"/>
                  </a:cubicBezTo>
                  <a:cubicBezTo>
                    <a:pt x="28" y="0"/>
                    <a:pt x="37" y="1"/>
                    <a:pt x="38" y="4"/>
                  </a:cubicBezTo>
                  <a:cubicBezTo>
                    <a:pt x="39" y="7"/>
                    <a:pt x="31" y="12"/>
                    <a:pt x="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7" name="Freeform 402">
              <a:extLst>
                <a:ext uri="{FF2B5EF4-FFF2-40B4-BE49-F238E27FC236}">
                  <a16:creationId xmlns:a16="http://schemas.microsoft.com/office/drawing/2014/main" id="{FC80B465-7DA4-720D-7F5A-A1DEE5624A2E}"/>
                </a:ext>
              </a:extLst>
            </p:cNvPr>
            <p:cNvSpPr>
              <a:spLocks/>
            </p:cNvSpPr>
            <p:nvPr/>
          </p:nvSpPr>
          <p:spPr bwMode="auto">
            <a:xfrm rot="5094805">
              <a:off x="226790" y="3960823"/>
              <a:ext cx="95969" cy="43415"/>
            </a:xfrm>
            <a:custGeom>
              <a:avLst/>
              <a:gdLst>
                <a:gd name="T0" fmla="*/ 21 w 39"/>
                <a:gd name="T1" fmla="*/ 16 h 18"/>
                <a:gd name="T2" fmla="*/ 1 w 39"/>
                <a:gd name="T3" fmla="*/ 13 h 18"/>
                <a:gd name="T4" fmla="*/ 18 w 39"/>
                <a:gd name="T5" fmla="*/ 3 h 18"/>
                <a:gd name="T6" fmla="*/ 38 w 39"/>
                <a:gd name="T7" fmla="*/ 5 h 18"/>
                <a:gd name="T8" fmla="*/ 21 w 39"/>
                <a:gd name="T9" fmla="*/ 16 h 18"/>
              </a:gdLst>
              <a:ahLst/>
              <a:cxnLst>
                <a:cxn ang="0">
                  <a:pos x="T0" y="T1"/>
                </a:cxn>
                <a:cxn ang="0">
                  <a:pos x="T2" y="T3"/>
                </a:cxn>
                <a:cxn ang="0">
                  <a:pos x="T4" y="T5"/>
                </a:cxn>
                <a:cxn ang="0">
                  <a:pos x="T6" y="T7"/>
                </a:cxn>
                <a:cxn ang="0">
                  <a:pos x="T8" y="T9"/>
                </a:cxn>
              </a:cxnLst>
              <a:rect l="0" t="0" r="r" b="b"/>
              <a:pathLst>
                <a:path w="39" h="18">
                  <a:moveTo>
                    <a:pt x="21" y="16"/>
                  </a:moveTo>
                  <a:cubicBezTo>
                    <a:pt x="11" y="18"/>
                    <a:pt x="2" y="17"/>
                    <a:pt x="1" y="13"/>
                  </a:cubicBezTo>
                  <a:cubicBezTo>
                    <a:pt x="0" y="10"/>
                    <a:pt x="8" y="5"/>
                    <a:pt x="18" y="3"/>
                  </a:cubicBezTo>
                  <a:cubicBezTo>
                    <a:pt x="28" y="0"/>
                    <a:pt x="37" y="2"/>
                    <a:pt x="38" y="5"/>
                  </a:cubicBezTo>
                  <a:cubicBezTo>
                    <a:pt x="39" y="9"/>
                    <a:pt x="31" y="14"/>
                    <a:pt x="2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8" name="Freeform 403">
              <a:extLst>
                <a:ext uri="{FF2B5EF4-FFF2-40B4-BE49-F238E27FC236}">
                  <a16:creationId xmlns:a16="http://schemas.microsoft.com/office/drawing/2014/main" id="{770B4568-CEDA-D029-A30F-D686BEA05D22}"/>
                </a:ext>
              </a:extLst>
            </p:cNvPr>
            <p:cNvSpPr>
              <a:spLocks/>
            </p:cNvSpPr>
            <p:nvPr/>
          </p:nvSpPr>
          <p:spPr bwMode="auto">
            <a:xfrm rot="5094805">
              <a:off x="282605" y="4146373"/>
              <a:ext cx="93684" cy="50269"/>
            </a:xfrm>
            <a:custGeom>
              <a:avLst/>
              <a:gdLst>
                <a:gd name="T0" fmla="*/ 16 w 38"/>
                <a:gd name="T1" fmla="*/ 2 h 20"/>
                <a:gd name="T2" fmla="*/ 37 w 38"/>
                <a:gd name="T3" fmla="*/ 7 h 20"/>
                <a:gd name="T4" fmla="*/ 21 w 38"/>
                <a:gd name="T5" fmla="*/ 18 h 20"/>
                <a:gd name="T6" fmla="*/ 0 w 38"/>
                <a:gd name="T7" fmla="*/ 13 h 20"/>
                <a:gd name="T8" fmla="*/ 16 w 38"/>
                <a:gd name="T9" fmla="*/ 2 h 20"/>
              </a:gdLst>
              <a:ahLst/>
              <a:cxnLst>
                <a:cxn ang="0">
                  <a:pos x="T0" y="T1"/>
                </a:cxn>
                <a:cxn ang="0">
                  <a:pos x="T2" y="T3"/>
                </a:cxn>
                <a:cxn ang="0">
                  <a:pos x="T4" y="T5"/>
                </a:cxn>
                <a:cxn ang="0">
                  <a:pos x="T6" y="T7"/>
                </a:cxn>
                <a:cxn ang="0">
                  <a:pos x="T8" y="T9"/>
                </a:cxn>
              </a:cxnLst>
              <a:rect l="0" t="0" r="r" b="b"/>
              <a:pathLst>
                <a:path w="38" h="20">
                  <a:moveTo>
                    <a:pt x="16" y="2"/>
                  </a:moveTo>
                  <a:cubicBezTo>
                    <a:pt x="27" y="0"/>
                    <a:pt x="36" y="2"/>
                    <a:pt x="37" y="7"/>
                  </a:cubicBezTo>
                  <a:cubicBezTo>
                    <a:pt x="38" y="12"/>
                    <a:pt x="31" y="16"/>
                    <a:pt x="21" y="18"/>
                  </a:cubicBezTo>
                  <a:cubicBezTo>
                    <a:pt x="10" y="20"/>
                    <a:pt x="1" y="17"/>
                    <a:pt x="0" y="13"/>
                  </a:cubicBezTo>
                  <a:cubicBezTo>
                    <a:pt x="0" y="9"/>
                    <a:pt x="7" y="4"/>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9" name="Freeform 404">
              <a:extLst>
                <a:ext uri="{FF2B5EF4-FFF2-40B4-BE49-F238E27FC236}">
                  <a16:creationId xmlns:a16="http://schemas.microsoft.com/office/drawing/2014/main" id="{36FE80FE-2767-A872-2320-4A5AAE027504}"/>
                </a:ext>
              </a:extLst>
            </p:cNvPr>
            <p:cNvSpPr>
              <a:spLocks/>
            </p:cNvSpPr>
            <p:nvPr/>
          </p:nvSpPr>
          <p:spPr bwMode="auto">
            <a:xfrm rot="5094805">
              <a:off x="329412" y="4334913"/>
              <a:ext cx="93684" cy="54839"/>
            </a:xfrm>
            <a:custGeom>
              <a:avLst/>
              <a:gdLst>
                <a:gd name="T0" fmla="*/ 21 w 38"/>
                <a:gd name="T1" fmla="*/ 21 h 22"/>
                <a:gd name="T2" fmla="*/ 0 w 38"/>
                <a:gd name="T3" fmla="*/ 14 h 22"/>
                <a:gd name="T4" fmla="*/ 16 w 38"/>
                <a:gd name="T5" fmla="*/ 2 h 22"/>
                <a:gd name="T6" fmla="*/ 37 w 38"/>
                <a:gd name="T7" fmla="*/ 9 h 22"/>
                <a:gd name="T8" fmla="*/ 21 w 38"/>
                <a:gd name="T9" fmla="*/ 21 h 22"/>
              </a:gdLst>
              <a:ahLst/>
              <a:cxnLst>
                <a:cxn ang="0">
                  <a:pos x="T0" y="T1"/>
                </a:cxn>
                <a:cxn ang="0">
                  <a:pos x="T2" y="T3"/>
                </a:cxn>
                <a:cxn ang="0">
                  <a:pos x="T4" y="T5"/>
                </a:cxn>
                <a:cxn ang="0">
                  <a:pos x="T6" y="T7"/>
                </a:cxn>
                <a:cxn ang="0">
                  <a:pos x="T8" y="T9"/>
                </a:cxn>
              </a:cxnLst>
              <a:rect l="0" t="0" r="r" b="b"/>
              <a:pathLst>
                <a:path w="38" h="22">
                  <a:moveTo>
                    <a:pt x="21" y="21"/>
                  </a:moveTo>
                  <a:cubicBezTo>
                    <a:pt x="11" y="22"/>
                    <a:pt x="1" y="19"/>
                    <a:pt x="0" y="14"/>
                  </a:cubicBezTo>
                  <a:cubicBezTo>
                    <a:pt x="0" y="9"/>
                    <a:pt x="7" y="3"/>
                    <a:pt x="16" y="2"/>
                  </a:cubicBezTo>
                  <a:cubicBezTo>
                    <a:pt x="27" y="0"/>
                    <a:pt x="36" y="3"/>
                    <a:pt x="37" y="9"/>
                  </a:cubicBezTo>
                  <a:cubicBezTo>
                    <a:pt x="38" y="15"/>
                    <a:pt x="31" y="20"/>
                    <a:pt x="2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0" name="Freeform 405">
              <a:extLst>
                <a:ext uri="{FF2B5EF4-FFF2-40B4-BE49-F238E27FC236}">
                  <a16:creationId xmlns:a16="http://schemas.microsoft.com/office/drawing/2014/main" id="{EEF4042E-A48A-E22E-1CC9-DAF96B7CEAD3}"/>
                </a:ext>
              </a:extLst>
            </p:cNvPr>
            <p:cNvSpPr>
              <a:spLocks/>
            </p:cNvSpPr>
            <p:nvPr/>
          </p:nvSpPr>
          <p:spPr bwMode="auto">
            <a:xfrm rot="5094805">
              <a:off x="366808" y="4519605"/>
              <a:ext cx="95969" cy="61694"/>
            </a:xfrm>
            <a:custGeom>
              <a:avLst/>
              <a:gdLst>
                <a:gd name="T0" fmla="*/ 21 w 39"/>
                <a:gd name="T1" fmla="*/ 25 h 25"/>
                <a:gd name="T2" fmla="*/ 2 w 39"/>
                <a:gd name="T3" fmla="*/ 15 h 25"/>
                <a:gd name="T4" fmla="*/ 19 w 39"/>
                <a:gd name="T5" fmla="*/ 1 h 25"/>
                <a:gd name="T6" fmla="*/ 38 w 39"/>
                <a:gd name="T7" fmla="*/ 11 h 25"/>
                <a:gd name="T8" fmla="*/ 21 w 39"/>
                <a:gd name="T9" fmla="*/ 25 h 25"/>
              </a:gdLst>
              <a:ahLst/>
              <a:cxnLst>
                <a:cxn ang="0">
                  <a:pos x="T0" y="T1"/>
                </a:cxn>
                <a:cxn ang="0">
                  <a:pos x="T2" y="T3"/>
                </a:cxn>
                <a:cxn ang="0">
                  <a:pos x="T4" y="T5"/>
                </a:cxn>
                <a:cxn ang="0">
                  <a:pos x="T6" y="T7"/>
                </a:cxn>
                <a:cxn ang="0">
                  <a:pos x="T8" y="T9"/>
                </a:cxn>
              </a:cxnLst>
              <a:rect l="0" t="0" r="r" b="b"/>
              <a:pathLst>
                <a:path w="39" h="25">
                  <a:moveTo>
                    <a:pt x="21" y="25"/>
                  </a:moveTo>
                  <a:cubicBezTo>
                    <a:pt x="11" y="25"/>
                    <a:pt x="3" y="21"/>
                    <a:pt x="2" y="15"/>
                  </a:cubicBezTo>
                  <a:cubicBezTo>
                    <a:pt x="0" y="8"/>
                    <a:pt x="8" y="2"/>
                    <a:pt x="19" y="1"/>
                  </a:cubicBezTo>
                  <a:cubicBezTo>
                    <a:pt x="28" y="0"/>
                    <a:pt x="37" y="4"/>
                    <a:pt x="38" y="11"/>
                  </a:cubicBezTo>
                  <a:cubicBezTo>
                    <a:pt x="39" y="18"/>
                    <a:pt x="32" y="24"/>
                    <a:pt x="21"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1" name="Freeform 407">
              <a:extLst>
                <a:ext uri="{FF2B5EF4-FFF2-40B4-BE49-F238E27FC236}">
                  <a16:creationId xmlns:a16="http://schemas.microsoft.com/office/drawing/2014/main" id="{9C2063C6-10EE-E7FE-ACD9-A3F4D40D661F}"/>
                </a:ext>
              </a:extLst>
            </p:cNvPr>
            <p:cNvSpPr>
              <a:spLocks/>
            </p:cNvSpPr>
            <p:nvPr/>
          </p:nvSpPr>
          <p:spPr bwMode="auto">
            <a:xfrm rot="5094805">
              <a:off x="398715" y="4705938"/>
              <a:ext cx="98254" cy="70834"/>
            </a:xfrm>
            <a:custGeom>
              <a:avLst/>
              <a:gdLst>
                <a:gd name="T0" fmla="*/ 22 w 40"/>
                <a:gd name="T1" fmla="*/ 29 h 29"/>
                <a:gd name="T2" fmla="*/ 2 w 40"/>
                <a:gd name="T3" fmla="*/ 17 h 29"/>
                <a:gd name="T4" fmla="*/ 18 w 40"/>
                <a:gd name="T5" fmla="*/ 1 h 29"/>
                <a:gd name="T6" fmla="*/ 38 w 40"/>
                <a:gd name="T7" fmla="*/ 13 h 29"/>
                <a:gd name="T8" fmla="*/ 22 w 40"/>
                <a:gd name="T9" fmla="*/ 29 h 29"/>
              </a:gdLst>
              <a:ahLst/>
              <a:cxnLst>
                <a:cxn ang="0">
                  <a:pos x="T0" y="T1"/>
                </a:cxn>
                <a:cxn ang="0">
                  <a:pos x="T2" y="T3"/>
                </a:cxn>
                <a:cxn ang="0">
                  <a:pos x="T4" y="T5"/>
                </a:cxn>
                <a:cxn ang="0">
                  <a:pos x="T6" y="T7"/>
                </a:cxn>
                <a:cxn ang="0">
                  <a:pos x="T8" y="T9"/>
                </a:cxn>
              </a:cxnLst>
              <a:rect l="0" t="0" r="r" b="b"/>
              <a:pathLst>
                <a:path w="40" h="29">
                  <a:moveTo>
                    <a:pt x="22" y="29"/>
                  </a:moveTo>
                  <a:cubicBezTo>
                    <a:pt x="12" y="29"/>
                    <a:pt x="3" y="24"/>
                    <a:pt x="2" y="17"/>
                  </a:cubicBezTo>
                  <a:cubicBezTo>
                    <a:pt x="0" y="9"/>
                    <a:pt x="8" y="2"/>
                    <a:pt x="18" y="1"/>
                  </a:cubicBezTo>
                  <a:cubicBezTo>
                    <a:pt x="28" y="0"/>
                    <a:pt x="37" y="5"/>
                    <a:pt x="38" y="13"/>
                  </a:cubicBezTo>
                  <a:cubicBezTo>
                    <a:pt x="40" y="21"/>
                    <a:pt x="32" y="28"/>
                    <a:pt x="22"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2" name="Freeform 437">
              <a:extLst>
                <a:ext uri="{FF2B5EF4-FFF2-40B4-BE49-F238E27FC236}">
                  <a16:creationId xmlns:a16="http://schemas.microsoft.com/office/drawing/2014/main" id="{911F1605-2B89-2A21-BFA5-FD49B4C7828E}"/>
                </a:ext>
              </a:extLst>
            </p:cNvPr>
            <p:cNvSpPr>
              <a:spLocks/>
            </p:cNvSpPr>
            <p:nvPr/>
          </p:nvSpPr>
          <p:spPr bwMode="auto">
            <a:xfrm rot="5094805">
              <a:off x="883396" y="6766336"/>
              <a:ext cx="102824" cy="139384"/>
            </a:xfrm>
            <a:custGeom>
              <a:avLst/>
              <a:gdLst>
                <a:gd name="T0" fmla="*/ 22 w 41"/>
                <a:gd name="T1" fmla="*/ 54 h 57"/>
                <a:gd name="T2" fmla="*/ 2 w 41"/>
                <a:gd name="T3" fmla="*/ 34 h 57"/>
                <a:gd name="T4" fmla="*/ 18 w 41"/>
                <a:gd name="T5" fmla="*/ 3 h 57"/>
                <a:gd name="T6" fmla="*/ 39 w 41"/>
                <a:gd name="T7" fmla="*/ 22 h 57"/>
                <a:gd name="T8" fmla="*/ 22 w 41"/>
                <a:gd name="T9" fmla="*/ 54 h 57"/>
              </a:gdLst>
              <a:ahLst/>
              <a:cxnLst>
                <a:cxn ang="0">
                  <a:pos x="T0" y="T1"/>
                </a:cxn>
                <a:cxn ang="0">
                  <a:pos x="T2" y="T3"/>
                </a:cxn>
                <a:cxn ang="0">
                  <a:pos x="T4" y="T5"/>
                </a:cxn>
                <a:cxn ang="0">
                  <a:pos x="T6" y="T7"/>
                </a:cxn>
                <a:cxn ang="0">
                  <a:pos x="T8" y="T9"/>
                </a:cxn>
              </a:cxnLst>
              <a:rect l="0" t="0" r="r" b="b"/>
              <a:pathLst>
                <a:path w="41" h="57">
                  <a:moveTo>
                    <a:pt x="22" y="54"/>
                  </a:moveTo>
                  <a:cubicBezTo>
                    <a:pt x="12" y="57"/>
                    <a:pt x="3" y="48"/>
                    <a:pt x="2" y="34"/>
                  </a:cubicBezTo>
                  <a:cubicBezTo>
                    <a:pt x="0" y="20"/>
                    <a:pt x="7" y="6"/>
                    <a:pt x="18" y="3"/>
                  </a:cubicBezTo>
                  <a:cubicBezTo>
                    <a:pt x="28" y="0"/>
                    <a:pt x="37" y="9"/>
                    <a:pt x="39" y="22"/>
                  </a:cubicBezTo>
                  <a:cubicBezTo>
                    <a:pt x="41" y="36"/>
                    <a:pt x="33" y="51"/>
                    <a:pt x="22"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3" name="Freeform 438">
              <a:extLst>
                <a:ext uri="{FF2B5EF4-FFF2-40B4-BE49-F238E27FC236}">
                  <a16:creationId xmlns:a16="http://schemas.microsoft.com/office/drawing/2014/main" id="{4CEEB8BB-708E-A984-5D29-1765A5AE380F}"/>
                </a:ext>
              </a:extLst>
            </p:cNvPr>
            <p:cNvSpPr>
              <a:spLocks/>
            </p:cNvSpPr>
            <p:nvPr/>
          </p:nvSpPr>
          <p:spPr bwMode="auto">
            <a:xfrm rot="5094805">
              <a:off x="819228" y="6571636"/>
              <a:ext cx="95969" cy="143954"/>
            </a:xfrm>
            <a:custGeom>
              <a:avLst/>
              <a:gdLst>
                <a:gd name="T0" fmla="*/ 22 w 39"/>
                <a:gd name="T1" fmla="*/ 55 h 58"/>
                <a:gd name="T2" fmla="*/ 1 w 39"/>
                <a:gd name="T3" fmla="*/ 33 h 58"/>
                <a:gd name="T4" fmla="*/ 17 w 39"/>
                <a:gd name="T5" fmla="*/ 3 h 58"/>
                <a:gd name="T6" fmla="*/ 38 w 39"/>
                <a:gd name="T7" fmla="*/ 25 h 58"/>
                <a:gd name="T8" fmla="*/ 22 w 39"/>
                <a:gd name="T9" fmla="*/ 55 h 58"/>
              </a:gdLst>
              <a:ahLst/>
              <a:cxnLst>
                <a:cxn ang="0">
                  <a:pos x="T0" y="T1"/>
                </a:cxn>
                <a:cxn ang="0">
                  <a:pos x="T2" y="T3"/>
                </a:cxn>
                <a:cxn ang="0">
                  <a:pos x="T4" y="T5"/>
                </a:cxn>
                <a:cxn ang="0">
                  <a:pos x="T6" y="T7"/>
                </a:cxn>
                <a:cxn ang="0">
                  <a:pos x="T8" y="T9"/>
                </a:cxn>
              </a:cxnLst>
              <a:rect l="0" t="0" r="r" b="b"/>
              <a:pathLst>
                <a:path w="39" h="58">
                  <a:moveTo>
                    <a:pt x="22" y="55"/>
                  </a:moveTo>
                  <a:cubicBezTo>
                    <a:pt x="12" y="58"/>
                    <a:pt x="2" y="48"/>
                    <a:pt x="1" y="33"/>
                  </a:cubicBezTo>
                  <a:cubicBezTo>
                    <a:pt x="0" y="18"/>
                    <a:pt x="7" y="5"/>
                    <a:pt x="17" y="3"/>
                  </a:cubicBezTo>
                  <a:cubicBezTo>
                    <a:pt x="27" y="0"/>
                    <a:pt x="37" y="11"/>
                    <a:pt x="38" y="25"/>
                  </a:cubicBezTo>
                  <a:cubicBezTo>
                    <a:pt x="39" y="39"/>
                    <a:pt x="32" y="53"/>
                    <a:pt x="22"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4" name="Freeform 439">
              <a:extLst>
                <a:ext uri="{FF2B5EF4-FFF2-40B4-BE49-F238E27FC236}">
                  <a16:creationId xmlns:a16="http://schemas.microsoft.com/office/drawing/2014/main" id="{558D7FB7-F39F-18F3-298C-F387B692DD07}"/>
                </a:ext>
              </a:extLst>
            </p:cNvPr>
            <p:cNvSpPr>
              <a:spLocks/>
            </p:cNvSpPr>
            <p:nvPr/>
          </p:nvSpPr>
          <p:spPr bwMode="auto">
            <a:xfrm rot="5094805">
              <a:off x="760934" y="6381727"/>
              <a:ext cx="98254" cy="141669"/>
            </a:xfrm>
            <a:custGeom>
              <a:avLst/>
              <a:gdLst>
                <a:gd name="T0" fmla="*/ 23 w 40"/>
                <a:gd name="T1" fmla="*/ 56 h 58"/>
                <a:gd name="T2" fmla="*/ 2 w 40"/>
                <a:gd name="T3" fmla="*/ 33 h 58"/>
                <a:gd name="T4" fmla="*/ 18 w 40"/>
                <a:gd name="T5" fmla="*/ 2 h 58"/>
                <a:gd name="T6" fmla="*/ 39 w 40"/>
                <a:gd name="T7" fmla="*/ 27 h 58"/>
                <a:gd name="T8" fmla="*/ 23 w 40"/>
                <a:gd name="T9" fmla="*/ 56 h 58"/>
              </a:gdLst>
              <a:ahLst/>
              <a:cxnLst>
                <a:cxn ang="0">
                  <a:pos x="T0" y="T1"/>
                </a:cxn>
                <a:cxn ang="0">
                  <a:pos x="T2" y="T3"/>
                </a:cxn>
                <a:cxn ang="0">
                  <a:pos x="T4" y="T5"/>
                </a:cxn>
                <a:cxn ang="0">
                  <a:pos x="T6" y="T7"/>
                </a:cxn>
                <a:cxn ang="0">
                  <a:pos x="T8" y="T9"/>
                </a:cxn>
              </a:cxnLst>
              <a:rect l="0" t="0" r="r" b="b"/>
              <a:pathLst>
                <a:path w="40" h="58">
                  <a:moveTo>
                    <a:pt x="23" y="56"/>
                  </a:moveTo>
                  <a:cubicBezTo>
                    <a:pt x="13" y="58"/>
                    <a:pt x="4" y="47"/>
                    <a:pt x="2" y="33"/>
                  </a:cubicBezTo>
                  <a:cubicBezTo>
                    <a:pt x="0" y="17"/>
                    <a:pt x="7" y="4"/>
                    <a:pt x="18" y="2"/>
                  </a:cubicBezTo>
                  <a:cubicBezTo>
                    <a:pt x="28" y="0"/>
                    <a:pt x="38" y="11"/>
                    <a:pt x="39" y="27"/>
                  </a:cubicBezTo>
                  <a:cubicBezTo>
                    <a:pt x="40" y="41"/>
                    <a:pt x="33" y="54"/>
                    <a:pt x="23"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5" name="Freeform 440">
              <a:extLst>
                <a:ext uri="{FF2B5EF4-FFF2-40B4-BE49-F238E27FC236}">
                  <a16:creationId xmlns:a16="http://schemas.microsoft.com/office/drawing/2014/main" id="{94A503D1-F311-FB3E-F188-B8A7F2D09D9B}"/>
                </a:ext>
              </a:extLst>
            </p:cNvPr>
            <p:cNvSpPr>
              <a:spLocks/>
            </p:cNvSpPr>
            <p:nvPr/>
          </p:nvSpPr>
          <p:spPr bwMode="auto">
            <a:xfrm rot="5094805">
              <a:off x="712892" y="6189967"/>
              <a:ext cx="95969" cy="141669"/>
            </a:xfrm>
            <a:custGeom>
              <a:avLst/>
              <a:gdLst>
                <a:gd name="T0" fmla="*/ 22 w 39"/>
                <a:gd name="T1" fmla="*/ 56 h 58"/>
                <a:gd name="T2" fmla="*/ 1 w 39"/>
                <a:gd name="T3" fmla="*/ 32 h 58"/>
                <a:gd name="T4" fmla="*/ 17 w 39"/>
                <a:gd name="T5" fmla="*/ 2 h 58"/>
                <a:gd name="T6" fmla="*/ 38 w 39"/>
                <a:gd name="T7" fmla="*/ 26 h 58"/>
                <a:gd name="T8" fmla="*/ 22 w 39"/>
                <a:gd name="T9" fmla="*/ 56 h 58"/>
              </a:gdLst>
              <a:ahLst/>
              <a:cxnLst>
                <a:cxn ang="0">
                  <a:pos x="T0" y="T1"/>
                </a:cxn>
                <a:cxn ang="0">
                  <a:pos x="T2" y="T3"/>
                </a:cxn>
                <a:cxn ang="0">
                  <a:pos x="T4" y="T5"/>
                </a:cxn>
                <a:cxn ang="0">
                  <a:pos x="T6" y="T7"/>
                </a:cxn>
                <a:cxn ang="0">
                  <a:pos x="T8" y="T9"/>
                </a:cxn>
              </a:cxnLst>
              <a:rect l="0" t="0" r="r" b="b"/>
              <a:pathLst>
                <a:path w="39" h="58">
                  <a:moveTo>
                    <a:pt x="22" y="56"/>
                  </a:moveTo>
                  <a:cubicBezTo>
                    <a:pt x="12" y="58"/>
                    <a:pt x="2" y="48"/>
                    <a:pt x="1" y="32"/>
                  </a:cubicBezTo>
                  <a:cubicBezTo>
                    <a:pt x="0" y="18"/>
                    <a:pt x="7" y="5"/>
                    <a:pt x="17" y="2"/>
                  </a:cubicBezTo>
                  <a:cubicBezTo>
                    <a:pt x="27" y="0"/>
                    <a:pt x="37" y="10"/>
                    <a:pt x="38" y="26"/>
                  </a:cubicBezTo>
                  <a:cubicBezTo>
                    <a:pt x="39" y="40"/>
                    <a:pt x="32" y="54"/>
                    <a:pt x="22"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6" name="Freeform 441">
              <a:extLst>
                <a:ext uri="{FF2B5EF4-FFF2-40B4-BE49-F238E27FC236}">
                  <a16:creationId xmlns:a16="http://schemas.microsoft.com/office/drawing/2014/main" id="{673E943B-1EFE-0ABB-3BBE-F802F0472995}"/>
                </a:ext>
              </a:extLst>
            </p:cNvPr>
            <p:cNvSpPr>
              <a:spLocks/>
            </p:cNvSpPr>
            <p:nvPr/>
          </p:nvSpPr>
          <p:spPr bwMode="auto">
            <a:xfrm rot="5094805">
              <a:off x="657077" y="6002132"/>
              <a:ext cx="98254" cy="139384"/>
            </a:xfrm>
            <a:custGeom>
              <a:avLst/>
              <a:gdLst>
                <a:gd name="T0" fmla="*/ 23 w 40"/>
                <a:gd name="T1" fmla="*/ 55 h 56"/>
                <a:gd name="T2" fmla="*/ 2 w 40"/>
                <a:gd name="T3" fmla="*/ 33 h 56"/>
                <a:gd name="T4" fmla="*/ 18 w 40"/>
                <a:gd name="T5" fmla="*/ 2 h 56"/>
                <a:gd name="T6" fmla="*/ 39 w 40"/>
                <a:gd name="T7" fmla="*/ 24 h 56"/>
                <a:gd name="T8" fmla="*/ 23 w 40"/>
                <a:gd name="T9" fmla="*/ 55 h 56"/>
              </a:gdLst>
              <a:ahLst/>
              <a:cxnLst>
                <a:cxn ang="0">
                  <a:pos x="T0" y="T1"/>
                </a:cxn>
                <a:cxn ang="0">
                  <a:pos x="T2" y="T3"/>
                </a:cxn>
                <a:cxn ang="0">
                  <a:pos x="T4" y="T5"/>
                </a:cxn>
                <a:cxn ang="0">
                  <a:pos x="T6" y="T7"/>
                </a:cxn>
                <a:cxn ang="0">
                  <a:pos x="T8" y="T9"/>
                </a:cxn>
              </a:cxnLst>
              <a:rect l="0" t="0" r="r" b="b"/>
              <a:pathLst>
                <a:path w="40" h="56">
                  <a:moveTo>
                    <a:pt x="23" y="55"/>
                  </a:moveTo>
                  <a:cubicBezTo>
                    <a:pt x="13" y="56"/>
                    <a:pt x="4" y="47"/>
                    <a:pt x="2" y="33"/>
                  </a:cubicBezTo>
                  <a:cubicBezTo>
                    <a:pt x="0" y="18"/>
                    <a:pt x="8" y="4"/>
                    <a:pt x="18" y="2"/>
                  </a:cubicBezTo>
                  <a:cubicBezTo>
                    <a:pt x="28" y="0"/>
                    <a:pt x="37" y="10"/>
                    <a:pt x="39" y="24"/>
                  </a:cubicBezTo>
                  <a:cubicBezTo>
                    <a:pt x="40" y="39"/>
                    <a:pt x="33" y="53"/>
                    <a:pt x="23"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7" name="Freeform 442">
              <a:extLst>
                <a:ext uri="{FF2B5EF4-FFF2-40B4-BE49-F238E27FC236}">
                  <a16:creationId xmlns:a16="http://schemas.microsoft.com/office/drawing/2014/main" id="{CCFEF168-46D3-6ED6-F499-AB8614C6A199}"/>
                </a:ext>
              </a:extLst>
            </p:cNvPr>
            <p:cNvSpPr>
              <a:spLocks/>
            </p:cNvSpPr>
            <p:nvPr/>
          </p:nvSpPr>
          <p:spPr bwMode="auto">
            <a:xfrm rot="5094805">
              <a:off x="609334" y="5817113"/>
              <a:ext cx="98254" cy="132529"/>
            </a:xfrm>
            <a:custGeom>
              <a:avLst/>
              <a:gdLst>
                <a:gd name="T0" fmla="*/ 22 w 40"/>
                <a:gd name="T1" fmla="*/ 52 h 54"/>
                <a:gd name="T2" fmla="*/ 2 w 40"/>
                <a:gd name="T3" fmla="*/ 31 h 54"/>
                <a:gd name="T4" fmla="*/ 18 w 40"/>
                <a:gd name="T5" fmla="*/ 2 h 54"/>
                <a:gd name="T6" fmla="*/ 38 w 40"/>
                <a:gd name="T7" fmla="*/ 23 h 54"/>
                <a:gd name="T8" fmla="*/ 22 w 40"/>
                <a:gd name="T9" fmla="*/ 52 h 54"/>
              </a:gdLst>
              <a:ahLst/>
              <a:cxnLst>
                <a:cxn ang="0">
                  <a:pos x="T0" y="T1"/>
                </a:cxn>
                <a:cxn ang="0">
                  <a:pos x="T2" y="T3"/>
                </a:cxn>
                <a:cxn ang="0">
                  <a:pos x="T4" y="T5"/>
                </a:cxn>
                <a:cxn ang="0">
                  <a:pos x="T6" y="T7"/>
                </a:cxn>
                <a:cxn ang="0">
                  <a:pos x="T8" y="T9"/>
                </a:cxn>
              </a:cxnLst>
              <a:rect l="0" t="0" r="r" b="b"/>
              <a:pathLst>
                <a:path w="40" h="54">
                  <a:moveTo>
                    <a:pt x="22" y="52"/>
                  </a:moveTo>
                  <a:cubicBezTo>
                    <a:pt x="12" y="54"/>
                    <a:pt x="4" y="44"/>
                    <a:pt x="2" y="31"/>
                  </a:cubicBezTo>
                  <a:cubicBezTo>
                    <a:pt x="0" y="16"/>
                    <a:pt x="7" y="4"/>
                    <a:pt x="18" y="2"/>
                  </a:cubicBezTo>
                  <a:cubicBezTo>
                    <a:pt x="28" y="0"/>
                    <a:pt x="37" y="10"/>
                    <a:pt x="38" y="23"/>
                  </a:cubicBezTo>
                  <a:cubicBezTo>
                    <a:pt x="40" y="38"/>
                    <a:pt x="33" y="51"/>
                    <a:pt x="2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8" name="Freeform 443">
              <a:extLst>
                <a:ext uri="{FF2B5EF4-FFF2-40B4-BE49-F238E27FC236}">
                  <a16:creationId xmlns:a16="http://schemas.microsoft.com/office/drawing/2014/main" id="{E9719E74-A5F6-75FA-5DB5-EAFE99FCDF37}"/>
                </a:ext>
              </a:extLst>
            </p:cNvPr>
            <p:cNvSpPr>
              <a:spLocks/>
            </p:cNvSpPr>
            <p:nvPr/>
          </p:nvSpPr>
          <p:spPr bwMode="auto">
            <a:xfrm rot="5094805">
              <a:off x="566037" y="5631591"/>
              <a:ext cx="100539" cy="123389"/>
            </a:xfrm>
            <a:custGeom>
              <a:avLst/>
              <a:gdLst>
                <a:gd name="T0" fmla="*/ 18 w 40"/>
                <a:gd name="T1" fmla="*/ 2 h 50"/>
                <a:gd name="T2" fmla="*/ 38 w 40"/>
                <a:gd name="T3" fmla="*/ 22 h 50"/>
                <a:gd name="T4" fmla="*/ 22 w 40"/>
                <a:gd name="T5" fmla="*/ 49 h 50"/>
                <a:gd name="T6" fmla="*/ 2 w 40"/>
                <a:gd name="T7" fmla="*/ 29 h 50"/>
                <a:gd name="T8" fmla="*/ 18 w 40"/>
                <a:gd name="T9" fmla="*/ 2 h 50"/>
              </a:gdLst>
              <a:ahLst/>
              <a:cxnLst>
                <a:cxn ang="0">
                  <a:pos x="T0" y="T1"/>
                </a:cxn>
                <a:cxn ang="0">
                  <a:pos x="T2" y="T3"/>
                </a:cxn>
                <a:cxn ang="0">
                  <a:pos x="T4" y="T5"/>
                </a:cxn>
                <a:cxn ang="0">
                  <a:pos x="T6" y="T7"/>
                </a:cxn>
                <a:cxn ang="0">
                  <a:pos x="T8" y="T9"/>
                </a:cxn>
              </a:cxnLst>
              <a:rect l="0" t="0" r="r" b="b"/>
              <a:pathLst>
                <a:path w="40" h="50">
                  <a:moveTo>
                    <a:pt x="18" y="2"/>
                  </a:moveTo>
                  <a:cubicBezTo>
                    <a:pt x="27" y="0"/>
                    <a:pt x="36" y="9"/>
                    <a:pt x="38" y="22"/>
                  </a:cubicBezTo>
                  <a:cubicBezTo>
                    <a:pt x="40" y="36"/>
                    <a:pt x="33" y="48"/>
                    <a:pt x="22" y="49"/>
                  </a:cubicBezTo>
                  <a:cubicBezTo>
                    <a:pt x="12" y="50"/>
                    <a:pt x="4" y="41"/>
                    <a:pt x="2" y="29"/>
                  </a:cubicBezTo>
                  <a:cubicBezTo>
                    <a:pt x="0" y="15"/>
                    <a:pt x="7"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9" name="Freeform 444">
              <a:extLst>
                <a:ext uri="{FF2B5EF4-FFF2-40B4-BE49-F238E27FC236}">
                  <a16:creationId xmlns:a16="http://schemas.microsoft.com/office/drawing/2014/main" id="{9F522B4F-320D-FD47-43F7-5D1AB084A95D}"/>
                </a:ext>
              </a:extLst>
            </p:cNvPr>
            <p:cNvSpPr>
              <a:spLocks/>
            </p:cNvSpPr>
            <p:nvPr/>
          </p:nvSpPr>
          <p:spPr bwMode="auto">
            <a:xfrm rot="5094805">
              <a:off x="527301" y="5445867"/>
              <a:ext cx="98254" cy="114249"/>
            </a:xfrm>
            <a:custGeom>
              <a:avLst/>
              <a:gdLst>
                <a:gd name="T0" fmla="*/ 21 w 40"/>
                <a:gd name="T1" fmla="*/ 45 h 46"/>
                <a:gd name="T2" fmla="*/ 2 w 40"/>
                <a:gd name="T3" fmla="*/ 25 h 46"/>
                <a:gd name="T4" fmla="*/ 18 w 40"/>
                <a:gd name="T5" fmla="*/ 1 h 46"/>
                <a:gd name="T6" fmla="*/ 38 w 40"/>
                <a:gd name="T7" fmla="*/ 21 h 46"/>
                <a:gd name="T8" fmla="*/ 21 w 40"/>
                <a:gd name="T9" fmla="*/ 45 h 46"/>
              </a:gdLst>
              <a:ahLst/>
              <a:cxnLst>
                <a:cxn ang="0">
                  <a:pos x="T0" y="T1"/>
                </a:cxn>
                <a:cxn ang="0">
                  <a:pos x="T2" y="T3"/>
                </a:cxn>
                <a:cxn ang="0">
                  <a:pos x="T4" y="T5"/>
                </a:cxn>
                <a:cxn ang="0">
                  <a:pos x="T6" y="T7"/>
                </a:cxn>
                <a:cxn ang="0">
                  <a:pos x="T8" y="T9"/>
                </a:cxn>
              </a:cxnLst>
              <a:rect l="0" t="0" r="r" b="b"/>
              <a:pathLst>
                <a:path w="40" h="46">
                  <a:moveTo>
                    <a:pt x="21" y="45"/>
                  </a:moveTo>
                  <a:cubicBezTo>
                    <a:pt x="12" y="46"/>
                    <a:pt x="3" y="37"/>
                    <a:pt x="2" y="25"/>
                  </a:cubicBezTo>
                  <a:cubicBezTo>
                    <a:pt x="0" y="13"/>
                    <a:pt x="8" y="2"/>
                    <a:pt x="18" y="1"/>
                  </a:cubicBezTo>
                  <a:cubicBezTo>
                    <a:pt x="28" y="0"/>
                    <a:pt x="37" y="9"/>
                    <a:pt x="38" y="21"/>
                  </a:cubicBezTo>
                  <a:cubicBezTo>
                    <a:pt x="40" y="34"/>
                    <a:pt x="32" y="45"/>
                    <a:pt x="21"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0" name="Freeform 445">
              <a:extLst>
                <a:ext uri="{FF2B5EF4-FFF2-40B4-BE49-F238E27FC236}">
                  <a16:creationId xmlns:a16="http://schemas.microsoft.com/office/drawing/2014/main" id="{B007D48A-25E0-45D1-1F3F-6C13B5883D9E}"/>
                </a:ext>
              </a:extLst>
            </p:cNvPr>
            <p:cNvSpPr>
              <a:spLocks/>
            </p:cNvSpPr>
            <p:nvPr/>
          </p:nvSpPr>
          <p:spPr bwMode="auto">
            <a:xfrm rot="5094805">
              <a:off x="493214" y="5261916"/>
              <a:ext cx="98254" cy="102824"/>
            </a:xfrm>
            <a:custGeom>
              <a:avLst/>
              <a:gdLst>
                <a:gd name="T0" fmla="*/ 22 w 40"/>
                <a:gd name="T1" fmla="*/ 41 h 42"/>
                <a:gd name="T2" fmla="*/ 2 w 40"/>
                <a:gd name="T3" fmla="*/ 23 h 42"/>
                <a:gd name="T4" fmla="*/ 18 w 40"/>
                <a:gd name="T5" fmla="*/ 1 h 42"/>
                <a:gd name="T6" fmla="*/ 38 w 40"/>
                <a:gd name="T7" fmla="*/ 19 h 42"/>
                <a:gd name="T8" fmla="*/ 22 w 40"/>
                <a:gd name="T9" fmla="*/ 41 h 42"/>
              </a:gdLst>
              <a:ahLst/>
              <a:cxnLst>
                <a:cxn ang="0">
                  <a:pos x="T0" y="T1"/>
                </a:cxn>
                <a:cxn ang="0">
                  <a:pos x="T2" y="T3"/>
                </a:cxn>
                <a:cxn ang="0">
                  <a:pos x="T4" y="T5"/>
                </a:cxn>
                <a:cxn ang="0">
                  <a:pos x="T6" y="T7"/>
                </a:cxn>
                <a:cxn ang="0">
                  <a:pos x="T8" y="T9"/>
                </a:cxn>
              </a:cxnLst>
              <a:rect l="0" t="0" r="r" b="b"/>
              <a:pathLst>
                <a:path w="40" h="42">
                  <a:moveTo>
                    <a:pt x="22" y="41"/>
                  </a:moveTo>
                  <a:cubicBezTo>
                    <a:pt x="12" y="42"/>
                    <a:pt x="3" y="34"/>
                    <a:pt x="2" y="23"/>
                  </a:cubicBezTo>
                  <a:cubicBezTo>
                    <a:pt x="0" y="12"/>
                    <a:pt x="8" y="2"/>
                    <a:pt x="18" y="1"/>
                  </a:cubicBezTo>
                  <a:cubicBezTo>
                    <a:pt x="28" y="0"/>
                    <a:pt x="37" y="8"/>
                    <a:pt x="38" y="19"/>
                  </a:cubicBezTo>
                  <a:cubicBezTo>
                    <a:pt x="40" y="31"/>
                    <a:pt x="32" y="41"/>
                    <a:pt x="22"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1" name="Freeform 446">
              <a:extLst>
                <a:ext uri="{FF2B5EF4-FFF2-40B4-BE49-F238E27FC236}">
                  <a16:creationId xmlns:a16="http://schemas.microsoft.com/office/drawing/2014/main" id="{7979EFF1-43AD-070C-4EE4-18262AA466BE}"/>
                </a:ext>
              </a:extLst>
            </p:cNvPr>
            <p:cNvSpPr>
              <a:spLocks/>
            </p:cNvSpPr>
            <p:nvPr/>
          </p:nvSpPr>
          <p:spPr bwMode="auto">
            <a:xfrm rot="5094805">
              <a:off x="462540" y="5076520"/>
              <a:ext cx="98254" cy="93684"/>
            </a:xfrm>
            <a:custGeom>
              <a:avLst/>
              <a:gdLst>
                <a:gd name="T0" fmla="*/ 22 w 40"/>
                <a:gd name="T1" fmla="*/ 37 h 38"/>
                <a:gd name="T2" fmla="*/ 2 w 40"/>
                <a:gd name="T3" fmla="*/ 21 h 38"/>
                <a:gd name="T4" fmla="*/ 18 w 40"/>
                <a:gd name="T5" fmla="*/ 1 h 38"/>
                <a:gd name="T6" fmla="*/ 38 w 40"/>
                <a:gd name="T7" fmla="*/ 17 h 38"/>
                <a:gd name="T8" fmla="*/ 22 w 40"/>
                <a:gd name="T9" fmla="*/ 37 h 38"/>
              </a:gdLst>
              <a:ahLst/>
              <a:cxnLst>
                <a:cxn ang="0">
                  <a:pos x="T0" y="T1"/>
                </a:cxn>
                <a:cxn ang="0">
                  <a:pos x="T2" y="T3"/>
                </a:cxn>
                <a:cxn ang="0">
                  <a:pos x="T4" y="T5"/>
                </a:cxn>
                <a:cxn ang="0">
                  <a:pos x="T6" y="T7"/>
                </a:cxn>
                <a:cxn ang="0">
                  <a:pos x="T8" y="T9"/>
                </a:cxn>
              </a:cxnLst>
              <a:rect l="0" t="0" r="r" b="b"/>
              <a:pathLst>
                <a:path w="40" h="38">
                  <a:moveTo>
                    <a:pt x="22" y="37"/>
                  </a:moveTo>
                  <a:cubicBezTo>
                    <a:pt x="12" y="38"/>
                    <a:pt x="3" y="31"/>
                    <a:pt x="2" y="21"/>
                  </a:cubicBezTo>
                  <a:cubicBezTo>
                    <a:pt x="0" y="11"/>
                    <a:pt x="8" y="2"/>
                    <a:pt x="18" y="1"/>
                  </a:cubicBezTo>
                  <a:cubicBezTo>
                    <a:pt x="28" y="0"/>
                    <a:pt x="37" y="7"/>
                    <a:pt x="38" y="17"/>
                  </a:cubicBezTo>
                  <a:cubicBezTo>
                    <a:pt x="40" y="28"/>
                    <a:pt x="32" y="37"/>
                    <a:pt x="22"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2" name="Freeform 447">
              <a:extLst>
                <a:ext uri="{FF2B5EF4-FFF2-40B4-BE49-F238E27FC236}">
                  <a16:creationId xmlns:a16="http://schemas.microsoft.com/office/drawing/2014/main" id="{4B18A188-8661-D735-1FE8-3399488B95A3}"/>
                </a:ext>
              </a:extLst>
            </p:cNvPr>
            <p:cNvSpPr>
              <a:spLocks/>
            </p:cNvSpPr>
            <p:nvPr/>
          </p:nvSpPr>
          <p:spPr bwMode="auto">
            <a:xfrm rot="5094805">
              <a:off x="432811" y="4890091"/>
              <a:ext cx="93684" cy="82259"/>
            </a:xfrm>
            <a:custGeom>
              <a:avLst/>
              <a:gdLst>
                <a:gd name="T0" fmla="*/ 21 w 38"/>
                <a:gd name="T1" fmla="*/ 33 h 33"/>
                <a:gd name="T2" fmla="*/ 1 w 38"/>
                <a:gd name="T3" fmla="*/ 18 h 33"/>
                <a:gd name="T4" fmla="*/ 16 w 38"/>
                <a:gd name="T5" fmla="*/ 1 h 33"/>
                <a:gd name="T6" fmla="*/ 37 w 38"/>
                <a:gd name="T7" fmla="*/ 16 h 33"/>
                <a:gd name="T8" fmla="*/ 21 w 38"/>
                <a:gd name="T9" fmla="*/ 33 h 33"/>
              </a:gdLst>
              <a:ahLst/>
              <a:cxnLst>
                <a:cxn ang="0">
                  <a:pos x="T0" y="T1"/>
                </a:cxn>
                <a:cxn ang="0">
                  <a:pos x="T2" y="T3"/>
                </a:cxn>
                <a:cxn ang="0">
                  <a:pos x="T4" y="T5"/>
                </a:cxn>
                <a:cxn ang="0">
                  <a:pos x="T6" y="T7"/>
                </a:cxn>
                <a:cxn ang="0">
                  <a:pos x="T8" y="T9"/>
                </a:cxn>
              </a:cxnLst>
              <a:rect l="0" t="0" r="r" b="b"/>
              <a:pathLst>
                <a:path w="38" h="33">
                  <a:moveTo>
                    <a:pt x="21" y="33"/>
                  </a:moveTo>
                  <a:cubicBezTo>
                    <a:pt x="11" y="33"/>
                    <a:pt x="1" y="27"/>
                    <a:pt x="1" y="18"/>
                  </a:cubicBezTo>
                  <a:cubicBezTo>
                    <a:pt x="0" y="9"/>
                    <a:pt x="7" y="2"/>
                    <a:pt x="16" y="1"/>
                  </a:cubicBezTo>
                  <a:cubicBezTo>
                    <a:pt x="27" y="0"/>
                    <a:pt x="36" y="7"/>
                    <a:pt x="37" y="16"/>
                  </a:cubicBezTo>
                  <a:cubicBezTo>
                    <a:pt x="38" y="25"/>
                    <a:pt x="31" y="32"/>
                    <a:pt x="21"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3" name="Freeform 457">
              <a:extLst>
                <a:ext uri="{FF2B5EF4-FFF2-40B4-BE49-F238E27FC236}">
                  <a16:creationId xmlns:a16="http://schemas.microsoft.com/office/drawing/2014/main" id="{32B0D5E2-72A6-7686-74E9-89EA5EBE408C}"/>
                </a:ext>
              </a:extLst>
            </p:cNvPr>
            <p:cNvSpPr>
              <a:spLocks/>
            </p:cNvSpPr>
            <p:nvPr/>
          </p:nvSpPr>
          <p:spPr bwMode="auto">
            <a:xfrm rot="5094805">
              <a:off x="-20459" y="3112321"/>
              <a:ext cx="93684" cy="25135"/>
            </a:xfrm>
            <a:custGeom>
              <a:avLst/>
              <a:gdLst>
                <a:gd name="T0" fmla="*/ 36 w 38"/>
                <a:gd name="T1" fmla="*/ 1 h 10"/>
                <a:gd name="T2" fmla="*/ 21 w 38"/>
                <a:gd name="T3" fmla="*/ 8 h 10"/>
                <a:gd name="T4" fmla="*/ 1 w 38"/>
                <a:gd name="T5" fmla="*/ 9 h 10"/>
                <a:gd name="T6" fmla="*/ 17 w 38"/>
                <a:gd name="T7" fmla="*/ 2 h 10"/>
                <a:gd name="T8" fmla="*/ 36 w 38"/>
                <a:gd name="T9" fmla="*/ 1 h 10"/>
              </a:gdLst>
              <a:ahLst/>
              <a:cxnLst>
                <a:cxn ang="0">
                  <a:pos x="T0" y="T1"/>
                </a:cxn>
                <a:cxn ang="0">
                  <a:pos x="T2" y="T3"/>
                </a:cxn>
                <a:cxn ang="0">
                  <a:pos x="T4" y="T5"/>
                </a:cxn>
                <a:cxn ang="0">
                  <a:pos x="T6" y="T7"/>
                </a:cxn>
                <a:cxn ang="0">
                  <a:pos x="T8" y="T9"/>
                </a:cxn>
              </a:cxnLst>
              <a:rect l="0" t="0" r="r" b="b"/>
              <a:pathLst>
                <a:path w="38" h="10">
                  <a:moveTo>
                    <a:pt x="36" y="1"/>
                  </a:moveTo>
                  <a:cubicBezTo>
                    <a:pt x="38" y="3"/>
                    <a:pt x="31" y="6"/>
                    <a:pt x="21" y="8"/>
                  </a:cubicBezTo>
                  <a:cubicBezTo>
                    <a:pt x="12" y="10"/>
                    <a:pt x="2" y="10"/>
                    <a:pt x="1" y="9"/>
                  </a:cubicBezTo>
                  <a:cubicBezTo>
                    <a:pt x="0" y="7"/>
                    <a:pt x="7" y="5"/>
                    <a:pt x="17" y="2"/>
                  </a:cubicBezTo>
                  <a:cubicBezTo>
                    <a:pt x="26" y="0"/>
                    <a:pt x="35" y="0"/>
                    <a:pt x="3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4" name="Freeform 458">
              <a:extLst>
                <a:ext uri="{FF2B5EF4-FFF2-40B4-BE49-F238E27FC236}">
                  <a16:creationId xmlns:a16="http://schemas.microsoft.com/office/drawing/2014/main" id="{BF136772-651E-555C-4D47-E24F612A7F64}"/>
                </a:ext>
              </a:extLst>
            </p:cNvPr>
            <p:cNvSpPr>
              <a:spLocks/>
            </p:cNvSpPr>
            <p:nvPr/>
          </p:nvSpPr>
          <p:spPr bwMode="auto">
            <a:xfrm rot="5094805">
              <a:off x="40013" y="3299847"/>
              <a:ext cx="89114" cy="29705"/>
            </a:xfrm>
            <a:custGeom>
              <a:avLst/>
              <a:gdLst>
                <a:gd name="T0" fmla="*/ 36 w 36"/>
                <a:gd name="T1" fmla="*/ 2 h 12"/>
                <a:gd name="T2" fmla="*/ 19 w 36"/>
                <a:gd name="T3" fmla="*/ 10 h 12"/>
                <a:gd name="T4" fmla="*/ 0 w 36"/>
                <a:gd name="T5" fmla="*/ 10 h 12"/>
                <a:gd name="T6" fmla="*/ 17 w 36"/>
                <a:gd name="T7" fmla="*/ 3 h 12"/>
                <a:gd name="T8" fmla="*/ 36 w 36"/>
                <a:gd name="T9" fmla="*/ 2 h 12"/>
              </a:gdLst>
              <a:ahLst/>
              <a:cxnLst>
                <a:cxn ang="0">
                  <a:pos x="T0" y="T1"/>
                </a:cxn>
                <a:cxn ang="0">
                  <a:pos x="T2" y="T3"/>
                </a:cxn>
                <a:cxn ang="0">
                  <a:pos x="T4" y="T5"/>
                </a:cxn>
                <a:cxn ang="0">
                  <a:pos x="T6" y="T7"/>
                </a:cxn>
                <a:cxn ang="0">
                  <a:pos x="T8" y="T9"/>
                </a:cxn>
              </a:cxnLst>
              <a:rect l="0" t="0" r="r" b="b"/>
              <a:pathLst>
                <a:path w="36" h="12">
                  <a:moveTo>
                    <a:pt x="36" y="2"/>
                  </a:moveTo>
                  <a:cubicBezTo>
                    <a:pt x="36" y="4"/>
                    <a:pt x="29" y="8"/>
                    <a:pt x="19" y="10"/>
                  </a:cubicBezTo>
                  <a:cubicBezTo>
                    <a:pt x="10" y="12"/>
                    <a:pt x="1" y="12"/>
                    <a:pt x="0" y="10"/>
                  </a:cubicBezTo>
                  <a:cubicBezTo>
                    <a:pt x="0" y="8"/>
                    <a:pt x="7" y="5"/>
                    <a:pt x="17" y="3"/>
                  </a:cubicBezTo>
                  <a:cubicBezTo>
                    <a:pt x="26" y="0"/>
                    <a:pt x="35" y="0"/>
                    <a:pt x="3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5" name="Freeform 459">
              <a:extLst>
                <a:ext uri="{FF2B5EF4-FFF2-40B4-BE49-F238E27FC236}">
                  <a16:creationId xmlns:a16="http://schemas.microsoft.com/office/drawing/2014/main" id="{EB101679-9F8A-B0CC-E246-7552FE68FE11}"/>
                </a:ext>
              </a:extLst>
            </p:cNvPr>
            <p:cNvSpPr>
              <a:spLocks/>
            </p:cNvSpPr>
            <p:nvPr/>
          </p:nvSpPr>
          <p:spPr bwMode="auto">
            <a:xfrm rot="5094805">
              <a:off x="100265" y="3484693"/>
              <a:ext cx="93684" cy="34275"/>
            </a:xfrm>
            <a:custGeom>
              <a:avLst/>
              <a:gdLst>
                <a:gd name="T0" fmla="*/ 37 w 38"/>
                <a:gd name="T1" fmla="*/ 2 h 13"/>
                <a:gd name="T2" fmla="*/ 21 w 38"/>
                <a:gd name="T3" fmla="*/ 11 h 13"/>
                <a:gd name="T4" fmla="*/ 1 w 38"/>
                <a:gd name="T5" fmla="*/ 11 h 13"/>
                <a:gd name="T6" fmla="*/ 17 w 38"/>
                <a:gd name="T7" fmla="*/ 2 h 13"/>
                <a:gd name="T8" fmla="*/ 37 w 38"/>
                <a:gd name="T9" fmla="*/ 2 h 13"/>
              </a:gdLst>
              <a:ahLst/>
              <a:cxnLst>
                <a:cxn ang="0">
                  <a:pos x="T0" y="T1"/>
                </a:cxn>
                <a:cxn ang="0">
                  <a:pos x="T2" y="T3"/>
                </a:cxn>
                <a:cxn ang="0">
                  <a:pos x="T4" y="T5"/>
                </a:cxn>
                <a:cxn ang="0">
                  <a:pos x="T6" y="T7"/>
                </a:cxn>
                <a:cxn ang="0">
                  <a:pos x="T8" y="T9"/>
                </a:cxn>
              </a:cxnLst>
              <a:rect l="0" t="0" r="r" b="b"/>
              <a:pathLst>
                <a:path w="38" h="13">
                  <a:moveTo>
                    <a:pt x="37" y="2"/>
                  </a:moveTo>
                  <a:cubicBezTo>
                    <a:pt x="38" y="5"/>
                    <a:pt x="30" y="8"/>
                    <a:pt x="21" y="11"/>
                  </a:cubicBezTo>
                  <a:cubicBezTo>
                    <a:pt x="11" y="13"/>
                    <a:pt x="2" y="13"/>
                    <a:pt x="1" y="11"/>
                  </a:cubicBezTo>
                  <a:cubicBezTo>
                    <a:pt x="0" y="9"/>
                    <a:pt x="8" y="5"/>
                    <a:pt x="17" y="2"/>
                  </a:cubicBezTo>
                  <a:cubicBezTo>
                    <a:pt x="27" y="0"/>
                    <a:pt x="3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6" name="Freeform 460">
              <a:extLst>
                <a:ext uri="{FF2B5EF4-FFF2-40B4-BE49-F238E27FC236}">
                  <a16:creationId xmlns:a16="http://schemas.microsoft.com/office/drawing/2014/main" id="{AB1BAE4B-2BD9-01F6-70DC-FFC3665B3C2E}"/>
                </a:ext>
              </a:extLst>
            </p:cNvPr>
            <p:cNvSpPr>
              <a:spLocks/>
            </p:cNvSpPr>
            <p:nvPr/>
          </p:nvSpPr>
          <p:spPr bwMode="auto">
            <a:xfrm rot="5094805">
              <a:off x="165078" y="3671621"/>
              <a:ext cx="93684" cy="34275"/>
            </a:xfrm>
            <a:custGeom>
              <a:avLst/>
              <a:gdLst>
                <a:gd name="T0" fmla="*/ 37 w 38"/>
                <a:gd name="T1" fmla="*/ 3 h 14"/>
                <a:gd name="T2" fmla="*/ 21 w 38"/>
                <a:gd name="T3" fmla="*/ 12 h 14"/>
                <a:gd name="T4" fmla="*/ 1 w 38"/>
                <a:gd name="T5" fmla="*/ 12 h 14"/>
                <a:gd name="T6" fmla="*/ 17 w 38"/>
                <a:gd name="T7" fmla="*/ 2 h 14"/>
                <a:gd name="T8" fmla="*/ 37 w 38"/>
                <a:gd name="T9" fmla="*/ 3 h 14"/>
              </a:gdLst>
              <a:ahLst/>
              <a:cxnLst>
                <a:cxn ang="0">
                  <a:pos x="T0" y="T1"/>
                </a:cxn>
                <a:cxn ang="0">
                  <a:pos x="T2" y="T3"/>
                </a:cxn>
                <a:cxn ang="0">
                  <a:pos x="T4" y="T5"/>
                </a:cxn>
                <a:cxn ang="0">
                  <a:pos x="T6" y="T7"/>
                </a:cxn>
                <a:cxn ang="0">
                  <a:pos x="T8" y="T9"/>
                </a:cxn>
              </a:cxnLst>
              <a:rect l="0" t="0" r="r" b="b"/>
              <a:pathLst>
                <a:path w="38" h="14">
                  <a:moveTo>
                    <a:pt x="37" y="3"/>
                  </a:moveTo>
                  <a:cubicBezTo>
                    <a:pt x="38" y="5"/>
                    <a:pt x="31" y="10"/>
                    <a:pt x="21" y="12"/>
                  </a:cubicBezTo>
                  <a:cubicBezTo>
                    <a:pt x="12" y="14"/>
                    <a:pt x="2" y="14"/>
                    <a:pt x="1" y="12"/>
                  </a:cubicBezTo>
                  <a:cubicBezTo>
                    <a:pt x="0" y="9"/>
                    <a:pt x="7" y="5"/>
                    <a:pt x="17" y="2"/>
                  </a:cubicBezTo>
                  <a:cubicBezTo>
                    <a:pt x="26" y="0"/>
                    <a:pt x="35" y="0"/>
                    <a:pt x="3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7" name="Freeform 461">
              <a:extLst>
                <a:ext uri="{FF2B5EF4-FFF2-40B4-BE49-F238E27FC236}">
                  <a16:creationId xmlns:a16="http://schemas.microsoft.com/office/drawing/2014/main" id="{C70E1FA6-1635-30B3-F213-4155D426B83E}"/>
                </a:ext>
              </a:extLst>
            </p:cNvPr>
            <p:cNvSpPr>
              <a:spLocks/>
            </p:cNvSpPr>
            <p:nvPr/>
          </p:nvSpPr>
          <p:spPr bwMode="auto">
            <a:xfrm rot="5094805">
              <a:off x="230094" y="3856254"/>
              <a:ext cx="93684" cy="43415"/>
            </a:xfrm>
            <a:custGeom>
              <a:avLst/>
              <a:gdLst>
                <a:gd name="T0" fmla="*/ 37 w 38"/>
                <a:gd name="T1" fmla="*/ 4 h 17"/>
                <a:gd name="T2" fmla="*/ 21 w 38"/>
                <a:gd name="T3" fmla="*/ 14 h 17"/>
                <a:gd name="T4" fmla="*/ 1 w 38"/>
                <a:gd name="T5" fmla="*/ 13 h 17"/>
                <a:gd name="T6" fmla="*/ 17 w 38"/>
                <a:gd name="T7" fmla="*/ 3 h 17"/>
                <a:gd name="T8" fmla="*/ 37 w 38"/>
                <a:gd name="T9" fmla="*/ 4 h 17"/>
              </a:gdLst>
              <a:ahLst/>
              <a:cxnLst>
                <a:cxn ang="0">
                  <a:pos x="T0" y="T1"/>
                </a:cxn>
                <a:cxn ang="0">
                  <a:pos x="T2" y="T3"/>
                </a:cxn>
                <a:cxn ang="0">
                  <a:pos x="T4" y="T5"/>
                </a:cxn>
                <a:cxn ang="0">
                  <a:pos x="T6" y="T7"/>
                </a:cxn>
                <a:cxn ang="0">
                  <a:pos x="T8" y="T9"/>
                </a:cxn>
              </a:cxnLst>
              <a:rect l="0" t="0" r="r" b="b"/>
              <a:pathLst>
                <a:path w="38" h="17">
                  <a:moveTo>
                    <a:pt x="37" y="4"/>
                  </a:moveTo>
                  <a:cubicBezTo>
                    <a:pt x="38" y="7"/>
                    <a:pt x="31" y="12"/>
                    <a:pt x="21" y="14"/>
                  </a:cubicBezTo>
                  <a:cubicBezTo>
                    <a:pt x="12" y="17"/>
                    <a:pt x="2" y="16"/>
                    <a:pt x="1" y="13"/>
                  </a:cubicBezTo>
                  <a:cubicBezTo>
                    <a:pt x="0" y="10"/>
                    <a:pt x="7" y="5"/>
                    <a:pt x="17" y="3"/>
                  </a:cubicBezTo>
                  <a:cubicBezTo>
                    <a:pt x="26" y="0"/>
                    <a:pt x="35" y="1"/>
                    <a:pt x="3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8" name="Freeform 462">
              <a:extLst>
                <a:ext uri="{FF2B5EF4-FFF2-40B4-BE49-F238E27FC236}">
                  <a16:creationId xmlns:a16="http://schemas.microsoft.com/office/drawing/2014/main" id="{EB95B725-B55F-FD56-A695-634091995814}"/>
                </a:ext>
              </a:extLst>
            </p:cNvPr>
            <p:cNvSpPr>
              <a:spLocks/>
            </p:cNvSpPr>
            <p:nvPr/>
          </p:nvSpPr>
          <p:spPr bwMode="auto">
            <a:xfrm rot="5094805">
              <a:off x="293769" y="4042141"/>
              <a:ext cx="93684" cy="45700"/>
            </a:xfrm>
            <a:custGeom>
              <a:avLst/>
              <a:gdLst>
                <a:gd name="T0" fmla="*/ 37 w 38"/>
                <a:gd name="T1" fmla="*/ 5 h 19"/>
                <a:gd name="T2" fmla="*/ 21 w 38"/>
                <a:gd name="T3" fmla="*/ 17 h 19"/>
                <a:gd name="T4" fmla="*/ 1 w 38"/>
                <a:gd name="T5" fmla="*/ 14 h 19"/>
                <a:gd name="T6" fmla="*/ 17 w 38"/>
                <a:gd name="T7" fmla="*/ 3 h 19"/>
                <a:gd name="T8" fmla="*/ 37 w 38"/>
                <a:gd name="T9" fmla="*/ 5 h 19"/>
              </a:gdLst>
              <a:ahLst/>
              <a:cxnLst>
                <a:cxn ang="0">
                  <a:pos x="T0" y="T1"/>
                </a:cxn>
                <a:cxn ang="0">
                  <a:pos x="T2" y="T3"/>
                </a:cxn>
                <a:cxn ang="0">
                  <a:pos x="T4" y="T5"/>
                </a:cxn>
                <a:cxn ang="0">
                  <a:pos x="T6" y="T7"/>
                </a:cxn>
                <a:cxn ang="0">
                  <a:pos x="T8" y="T9"/>
                </a:cxn>
              </a:cxnLst>
              <a:rect l="0" t="0" r="r" b="b"/>
              <a:pathLst>
                <a:path w="38" h="19">
                  <a:moveTo>
                    <a:pt x="37" y="5"/>
                  </a:moveTo>
                  <a:cubicBezTo>
                    <a:pt x="38" y="10"/>
                    <a:pt x="30" y="15"/>
                    <a:pt x="21" y="17"/>
                  </a:cubicBezTo>
                  <a:cubicBezTo>
                    <a:pt x="11" y="19"/>
                    <a:pt x="2" y="18"/>
                    <a:pt x="1" y="14"/>
                  </a:cubicBezTo>
                  <a:cubicBezTo>
                    <a:pt x="0" y="10"/>
                    <a:pt x="8" y="5"/>
                    <a:pt x="17" y="3"/>
                  </a:cubicBezTo>
                  <a:cubicBezTo>
                    <a:pt x="27" y="0"/>
                    <a:pt x="36" y="1"/>
                    <a:pt x="3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9" name="Freeform 463">
              <a:extLst>
                <a:ext uri="{FF2B5EF4-FFF2-40B4-BE49-F238E27FC236}">
                  <a16:creationId xmlns:a16="http://schemas.microsoft.com/office/drawing/2014/main" id="{A76F84F9-F5FC-D7C8-5CE5-0393CB1A26C6}"/>
                </a:ext>
              </a:extLst>
            </p:cNvPr>
            <p:cNvSpPr>
              <a:spLocks/>
            </p:cNvSpPr>
            <p:nvPr/>
          </p:nvSpPr>
          <p:spPr bwMode="auto">
            <a:xfrm rot="5094805">
              <a:off x="352892" y="4226148"/>
              <a:ext cx="93684" cy="52554"/>
            </a:xfrm>
            <a:custGeom>
              <a:avLst/>
              <a:gdLst>
                <a:gd name="T0" fmla="*/ 36 w 38"/>
                <a:gd name="T1" fmla="*/ 7 h 21"/>
                <a:gd name="T2" fmla="*/ 21 w 38"/>
                <a:gd name="T3" fmla="*/ 19 h 21"/>
                <a:gd name="T4" fmla="*/ 1 w 38"/>
                <a:gd name="T5" fmla="*/ 14 h 21"/>
                <a:gd name="T6" fmla="*/ 17 w 38"/>
                <a:gd name="T7" fmla="*/ 2 h 21"/>
                <a:gd name="T8" fmla="*/ 36 w 38"/>
                <a:gd name="T9" fmla="*/ 7 h 21"/>
              </a:gdLst>
              <a:ahLst/>
              <a:cxnLst>
                <a:cxn ang="0">
                  <a:pos x="T0" y="T1"/>
                </a:cxn>
                <a:cxn ang="0">
                  <a:pos x="T2" y="T3"/>
                </a:cxn>
                <a:cxn ang="0">
                  <a:pos x="T4" y="T5"/>
                </a:cxn>
                <a:cxn ang="0">
                  <a:pos x="T6" y="T7"/>
                </a:cxn>
                <a:cxn ang="0">
                  <a:pos x="T8" y="T9"/>
                </a:cxn>
              </a:cxnLst>
              <a:rect l="0" t="0" r="r" b="b"/>
              <a:pathLst>
                <a:path w="38" h="21">
                  <a:moveTo>
                    <a:pt x="36" y="7"/>
                  </a:moveTo>
                  <a:cubicBezTo>
                    <a:pt x="38" y="12"/>
                    <a:pt x="30" y="18"/>
                    <a:pt x="21" y="19"/>
                  </a:cubicBezTo>
                  <a:cubicBezTo>
                    <a:pt x="11" y="21"/>
                    <a:pt x="2" y="19"/>
                    <a:pt x="1" y="14"/>
                  </a:cubicBezTo>
                  <a:cubicBezTo>
                    <a:pt x="0" y="10"/>
                    <a:pt x="7" y="4"/>
                    <a:pt x="17" y="2"/>
                  </a:cubicBezTo>
                  <a:cubicBezTo>
                    <a:pt x="26" y="0"/>
                    <a:pt x="35" y="2"/>
                    <a:pt x="3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0" name="Freeform 464">
              <a:extLst>
                <a:ext uri="{FF2B5EF4-FFF2-40B4-BE49-F238E27FC236}">
                  <a16:creationId xmlns:a16="http://schemas.microsoft.com/office/drawing/2014/main" id="{85413D1A-10EF-A782-AC6F-90F0BD64EFDD}"/>
                </a:ext>
              </a:extLst>
            </p:cNvPr>
            <p:cNvSpPr>
              <a:spLocks/>
            </p:cNvSpPr>
            <p:nvPr/>
          </p:nvSpPr>
          <p:spPr bwMode="auto">
            <a:xfrm rot="5094805">
              <a:off x="404049" y="4409721"/>
              <a:ext cx="93684" cy="61694"/>
            </a:xfrm>
            <a:custGeom>
              <a:avLst/>
              <a:gdLst>
                <a:gd name="T0" fmla="*/ 36 w 38"/>
                <a:gd name="T1" fmla="*/ 9 h 25"/>
                <a:gd name="T2" fmla="*/ 21 w 38"/>
                <a:gd name="T3" fmla="*/ 23 h 25"/>
                <a:gd name="T4" fmla="*/ 1 w 38"/>
                <a:gd name="T5" fmla="*/ 16 h 25"/>
                <a:gd name="T6" fmla="*/ 17 w 38"/>
                <a:gd name="T7" fmla="*/ 2 h 25"/>
                <a:gd name="T8" fmla="*/ 36 w 38"/>
                <a:gd name="T9" fmla="*/ 9 h 25"/>
              </a:gdLst>
              <a:ahLst/>
              <a:cxnLst>
                <a:cxn ang="0">
                  <a:pos x="T0" y="T1"/>
                </a:cxn>
                <a:cxn ang="0">
                  <a:pos x="T2" y="T3"/>
                </a:cxn>
                <a:cxn ang="0">
                  <a:pos x="T4" y="T5"/>
                </a:cxn>
                <a:cxn ang="0">
                  <a:pos x="T6" y="T7"/>
                </a:cxn>
                <a:cxn ang="0">
                  <a:pos x="T8" y="T9"/>
                </a:cxn>
              </a:cxnLst>
              <a:rect l="0" t="0" r="r" b="b"/>
              <a:pathLst>
                <a:path w="38" h="25">
                  <a:moveTo>
                    <a:pt x="36" y="9"/>
                  </a:moveTo>
                  <a:cubicBezTo>
                    <a:pt x="38" y="15"/>
                    <a:pt x="30" y="22"/>
                    <a:pt x="21" y="23"/>
                  </a:cubicBezTo>
                  <a:cubicBezTo>
                    <a:pt x="11" y="25"/>
                    <a:pt x="2" y="21"/>
                    <a:pt x="1" y="16"/>
                  </a:cubicBezTo>
                  <a:cubicBezTo>
                    <a:pt x="0" y="10"/>
                    <a:pt x="7" y="4"/>
                    <a:pt x="17" y="2"/>
                  </a:cubicBezTo>
                  <a:cubicBezTo>
                    <a:pt x="26" y="0"/>
                    <a:pt x="35" y="3"/>
                    <a:pt x="3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1" name="Freeform 494">
              <a:extLst>
                <a:ext uri="{FF2B5EF4-FFF2-40B4-BE49-F238E27FC236}">
                  <a16:creationId xmlns:a16="http://schemas.microsoft.com/office/drawing/2014/main" id="{6154599A-A0A0-F7EA-42F3-52D6D7AAB145}"/>
                </a:ext>
              </a:extLst>
            </p:cNvPr>
            <p:cNvSpPr>
              <a:spLocks/>
            </p:cNvSpPr>
            <p:nvPr/>
          </p:nvSpPr>
          <p:spPr bwMode="auto">
            <a:xfrm rot="5094805">
              <a:off x="1055918" y="6839692"/>
              <a:ext cx="93684" cy="132529"/>
            </a:xfrm>
            <a:custGeom>
              <a:avLst/>
              <a:gdLst>
                <a:gd name="T0" fmla="*/ 37 w 38"/>
                <a:gd name="T1" fmla="*/ 22 h 54"/>
                <a:gd name="T2" fmla="*/ 21 w 38"/>
                <a:gd name="T3" fmla="*/ 52 h 54"/>
                <a:gd name="T4" fmla="*/ 1 w 38"/>
                <a:gd name="T5" fmla="*/ 31 h 54"/>
                <a:gd name="T6" fmla="*/ 17 w 38"/>
                <a:gd name="T7" fmla="*/ 2 h 54"/>
                <a:gd name="T8" fmla="*/ 37 w 38"/>
                <a:gd name="T9" fmla="*/ 22 h 54"/>
              </a:gdLst>
              <a:ahLst/>
              <a:cxnLst>
                <a:cxn ang="0">
                  <a:pos x="T0" y="T1"/>
                </a:cxn>
                <a:cxn ang="0">
                  <a:pos x="T2" y="T3"/>
                </a:cxn>
                <a:cxn ang="0">
                  <a:pos x="T4" y="T5"/>
                </a:cxn>
                <a:cxn ang="0">
                  <a:pos x="T6" y="T7"/>
                </a:cxn>
                <a:cxn ang="0">
                  <a:pos x="T8" y="T9"/>
                </a:cxn>
              </a:cxnLst>
              <a:rect l="0" t="0" r="r" b="b"/>
              <a:pathLst>
                <a:path w="38" h="54">
                  <a:moveTo>
                    <a:pt x="37" y="22"/>
                  </a:moveTo>
                  <a:cubicBezTo>
                    <a:pt x="38" y="35"/>
                    <a:pt x="31" y="49"/>
                    <a:pt x="21" y="52"/>
                  </a:cubicBezTo>
                  <a:cubicBezTo>
                    <a:pt x="11" y="54"/>
                    <a:pt x="2" y="45"/>
                    <a:pt x="1" y="31"/>
                  </a:cubicBezTo>
                  <a:cubicBezTo>
                    <a:pt x="0" y="18"/>
                    <a:pt x="7" y="5"/>
                    <a:pt x="17" y="2"/>
                  </a:cubicBezTo>
                  <a:cubicBezTo>
                    <a:pt x="27" y="0"/>
                    <a:pt x="36" y="9"/>
                    <a:pt x="3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2" name="Freeform 495">
              <a:extLst>
                <a:ext uri="{FF2B5EF4-FFF2-40B4-BE49-F238E27FC236}">
                  <a16:creationId xmlns:a16="http://schemas.microsoft.com/office/drawing/2014/main" id="{F10575D2-DB87-C8F0-C4B5-73FD3245CE26}"/>
                </a:ext>
              </a:extLst>
            </p:cNvPr>
            <p:cNvSpPr>
              <a:spLocks/>
            </p:cNvSpPr>
            <p:nvPr/>
          </p:nvSpPr>
          <p:spPr bwMode="auto">
            <a:xfrm rot="5094805">
              <a:off x="986245" y="6646226"/>
              <a:ext cx="95969" cy="139384"/>
            </a:xfrm>
            <a:custGeom>
              <a:avLst/>
              <a:gdLst>
                <a:gd name="T0" fmla="*/ 1 w 39"/>
                <a:gd name="T1" fmla="*/ 32 h 56"/>
                <a:gd name="T2" fmla="*/ 17 w 39"/>
                <a:gd name="T3" fmla="*/ 2 h 56"/>
                <a:gd name="T4" fmla="*/ 37 w 39"/>
                <a:gd name="T5" fmla="*/ 23 h 56"/>
                <a:gd name="T6" fmla="*/ 22 w 39"/>
                <a:gd name="T7" fmla="*/ 53 h 56"/>
                <a:gd name="T8" fmla="*/ 1 w 39"/>
                <a:gd name="T9" fmla="*/ 32 h 56"/>
              </a:gdLst>
              <a:ahLst/>
              <a:cxnLst>
                <a:cxn ang="0">
                  <a:pos x="T0" y="T1"/>
                </a:cxn>
                <a:cxn ang="0">
                  <a:pos x="T2" y="T3"/>
                </a:cxn>
                <a:cxn ang="0">
                  <a:pos x="T4" y="T5"/>
                </a:cxn>
                <a:cxn ang="0">
                  <a:pos x="T6" y="T7"/>
                </a:cxn>
                <a:cxn ang="0">
                  <a:pos x="T8" y="T9"/>
                </a:cxn>
              </a:cxnLst>
              <a:rect l="0" t="0" r="r" b="b"/>
              <a:pathLst>
                <a:path w="39" h="56">
                  <a:moveTo>
                    <a:pt x="1" y="32"/>
                  </a:moveTo>
                  <a:cubicBezTo>
                    <a:pt x="0" y="18"/>
                    <a:pt x="7" y="5"/>
                    <a:pt x="17" y="2"/>
                  </a:cubicBezTo>
                  <a:cubicBezTo>
                    <a:pt x="27" y="0"/>
                    <a:pt x="36" y="9"/>
                    <a:pt x="37" y="23"/>
                  </a:cubicBezTo>
                  <a:cubicBezTo>
                    <a:pt x="39" y="36"/>
                    <a:pt x="32" y="50"/>
                    <a:pt x="22" y="53"/>
                  </a:cubicBezTo>
                  <a:cubicBezTo>
                    <a:pt x="12" y="56"/>
                    <a:pt x="3" y="46"/>
                    <a:pt x="1"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3" name="Freeform 496">
              <a:extLst>
                <a:ext uri="{FF2B5EF4-FFF2-40B4-BE49-F238E27FC236}">
                  <a16:creationId xmlns:a16="http://schemas.microsoft.com/office/drawing/2014/main" id="{F9028C2A-8897-93EA-F95E-A3A97A72F9A4}"/>
                </a:ext>
              </a:extLst>
            </p:cNvPr>
            <p:cNvSpPr>
              <a:spLocks/>
            </p:cNvSpPr>
            <p:nvPr/>
          </p:nvSpPr>
          <p:spPr bwMode="auto">
            <a:xfrm rot="5094805">
              <a:off x="927854" y="6454139"/>
              <a:ext cx="95969" cy="139384"/>
            </a:xfrm>
            <a:custGeom>
              <a:avLst/>
              <a:gdLst>
                <a:gd name="T0" fmla="*/ 1 w 38"/>
                <a:gd name="T1" fmla="*/ 31 h 57"/>
                <a:gd name="T2" fmla="*/ 16 w 38"/>
                <a:gd name="T3" fmla="*/ 2 h 57"/>
                <a:gd name="T4" fmla="*/ 37 w 38"/>
                <a:gd name="T5" fmla="*/ 24 h 57"/>
                <a:gd name="T6" fmla="*/ 22 w 38"/>
                <a:gd name="T7" fmla="*/ 54 h 57"/>
                <a:gd name="T8" fmla="*/ 1 w 38"/>
                <a:gd name="T9" fmla="*/ 31 h 57"/>
              </a:gdLst>
              <a:ahLst/>
              <a:cxnLst>
                <a:cxn ang="0">
                  <a:pos x="T0" y="T1"/>
                </a:cxn>
                <a:cxn ang="0">
                  <a:pos x="T2" y="T3"/>
                </a:cxn>
                <a:cxn ang="0">
                  <a:pos x="T4" y="T5"/>
                </a:cxn>
                <a:cxn ang="0">
                  <a:pos x="T6" y="T7"/>
                </a:cxn>
                <a:cxn ang="0">
                  <a:pos x="T8" y="T9"/>
                </a:cxn>
              </a:cxnLst>
              <a:rect l="0" t="0" r="r" b="b"/>
              <a:pathLst>
                <a:path w="38" h="57">
                  <a:moveTo>
                    <a:pt x="1" y="31"/>
                  </a:moveTo>
                  <a:cubicBezTo>
                    <a:pt x="0" y="17"/>
                    <a:pt x="6" y="4"/>
                    <a:pt x="16" y="2"/>
                  </a:cubicBezTo>
                  <a:cubicBezTo>
                    <a:pt x="26" y="0"/>
                    <a:pt x="35" y="10"/>
                    <a:pt x="37" y="24"/>
                  </a:cubicBezTo>
                  <a:cubicBezTo>
                    <a:pt x="38" y="38"/>
                    <a:pt x="31" y="52"/>
                    <a:pt x="22" y="54"/>
                  </a:cubicBezTo>
                  <a:cubicBezTo>
                    <a:pt x="12" y="57"/>
                    <a:pt x="2" y="46"/>
                    <a:pt x="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4" name="Freeform 497">
              <a:extLst>
                <a:ext uri="{FF2B5EF4-FFF2-40B4-BE49-F238E27FC236}">
                  <a16:creationId xmlns:a16="http://schemas.microsoft.com/office/drawing/2014/main" id="{E4A61D5D-5A0C-C8EB-ABD8-3D12757E00D7}"/>
                </a:ext>
              </a:extLst>
            </p:cNvPr>
            <p:cNvSpPr>
              <a:spLocks/>
            </p:cNvSpPr>
            <p:nvPr/>
          </p:nvSpPr>
          <p:spPr bwMode="auto">
            <a:xfrm rot="5094805">
              <a:off x="885502" y="6260730"/>
              <a:ext cx="93684" cy="141669"/>
            </a:xfrm>
            <a:custGeom>
              <a:avLst/>
              <a:gdLst>
                <a:gd name="T0" fmla="*/ 37 w 38"/>
                <a:gd name="T1" fmla="*/ 26 h 57"/>
                <a:gd name="T2" fmla="*/ 21 w 38"/>
                <a:gd name="T3" fmla="*/ 55 h 57"/>
                <a:gd name="T4" fmla="*/ 1 w 38"/>
                <a:gd name="T5" fmla="*/ 32 h 57"/>
                <a:gd name="T6" fmla="*/ 16 w 38"/>
                <a:gd name="T7" fmla="*/ 1 h 57"/>
                <a:gd name="T8" fmla="*/ 37 w 38"/>
                <a:gd name="T9" fmla="*/ 26 h 57"/>
              </a:gdLst>
              <a:ahLst/>
              <a:cxnLst>
                <a:cxn ang="0">
                  <a:pos x="T0" y="T1"/>
                </a:cxn>
                <a:cxn ang="0">
                  <a:pos x="T2" y="T3"/>
                </a:cxn>
                <a:cxn ang="0">
                  <a:pos x="T4" y="T5"/>
                </a:cxn>
                <a:cxn ang="0">
                  <a:pos x="T6" y="T7"/>
                </a:cxn>
                <a:cxn ang="0">
                  <a:pos x="T8" y="T9"/>
                </a:cxn>
              </a:cxnLst>
              <a:rect l="0" t="0" r="r" b="b"/>
              <a:pathLst>
                <a:path w="38" h="57">
                  <a:moveTo>
                    <a:pt x="37" y="26"/>
                  </a:moveTo>
                  <a:cubicBezTo>
                    <a:pt x="38" y="41"/>
                    <a:pt x="31" y="54"/>
                    <a:pt x="21" y="55"/>
                  </a:cubicBezTo>
                  <a:cubicBezTo>
                    <a:pt x="11" y="57"/>
                    <a:pt x="2" y="46"/>
                    <a:pt x="1" y="32"/>
                  </a:cubicBezTo>
                  <a:cubicBezTo>
                    <a:pt x="0" y="17"/>
                    <a:pt x="7" y="2"/>
                    <a:pt x="16" y="1"/>
                  </a:cubicBezTo>
                  <a:cubicBezTo>
                    <a:pt x="26" y="0"/>
                    <a:pt x="35" y="12"/>
                    <a:pt x="3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5" name="Freeform 498">
              <a:extLst>
                <a:ext uri="{FF2B5EF4-FFF2-40B4-BE49-F238E27FC236}">
                  <a16:creationId xmlns:a16="http://schemas.microsoft.com/office/drawing/2014/main" id="{4CC65044-64DF-5C0A-B040-E168061A01E5}"/>
                </a:ext>
              </a:extLst>
            </p:cNvPr>
            <p:cNvSpPr>
              <a:spLocks/>
            </p:cNvSpPr>
            <p:nvPr/>
          </p:nvSpPr>
          <p:spPr bwMode="auto">
            <a:xfrm rot="5094805">
              <a:off x="828558" y="6074342"/>
              <a:ext cx="91399" cy="137099"/>
            </a:xfrm>
            <a:custGeom>
              <a:avLst/>
              <a:gdLst>
                <a:gd name="T0" fmla="*/ 36 w 37"/>
                <a:gd name="T1" fmla="*/ 25 h 56"/>
                <a:gd name="T2" fmla="*/ 20 w 37"/>
                <a:gd name="T3" fmla="*/ 55 h 56"/>
                <a:gd name="T4" fmla="*/ 1 w 37"/>
                <a:gd name="T5" fmla="*/ 31 h 56"/>
                <a:gd name="T6" fmla="*/ 17 w 37"/>
                <a:gd name="T7" fmla="*/ 2 h 56"/>
                <a:gd name="T8" fmla="*/ 36 w 37"/>
                <a:gd name="T9" fmla="*/ 25 h 56"/>
              </a:gdLst>
              <a:ahLst/>
              <a:cxnLst>
                <a:cxn ang="0">
                  <a:pos x="T0" y="T1"/>
                </a:cxn>
                <a:cxn ang="0">
                  <a:pos x="T2" y="T3"/>
                </a:cxn>
                <a:cxn ang="0">
                  <a:pos x="T4" y="T5"/>
                </a:cxn>
                <a:cxn ang="0">
                  <a:pos x="T6" y="T7"/>
                </a:cxn>
                <a:cxn ang="0">
                  <a:pos x="T8" y="T9"/>
                </a:cxn>
              </a:cxnLst>
              <a:rect l="0" t="0" r="r" b="b"/>
              <a:pathLst>
                <a:path w="37" h="56">
                  <a:moveTo>
                    <a:pt x="36" y="25"/>
                  </a:moveTo>
                  <a:cubicBezTo>
                    <a:pt x="37" y="40"/>
                    <a:pt x="30" y="54"/>
                    <a:pt x="20" y="55"/>
                  </a:cubicBezTo>
                  <a:cubicBezTo>
                    <a:pt x="10" y="56"/>
                    <a:pt x="2" y="45"/>
                    <a:pt x="1" y="31"/>
                  </a:cubicBezTo>
                  <a:cubicBezTo>
                    <a:pt x="0" y="17"/>
                    <a:pt x="7" y="3"/>
                    <a:pt x="17" y="2"/>
                  </a:cubicBezTo>
                  <a:cubicBezTo>
                    <a:pt x="27" y="0"/>
                    <a:pt x="35" y="11"/>
                    <a:pt x="36"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6" name="Freeform 499">
              <a:extLst>
                <a:ext uri="{FF2B5EF4-FFF2-40B4-BE49-F238E27FC236}">
                  <a16:creationId xmlns:a16="http://schemas.microsoft.com/office/drawing/2014/main" id="{CC65B798-51B4-E434-B515-33E1D285BEF3}"/>
                </a:ext>
              </a:extLst>
            </p:cNvPr>
            <p:cNvSpPr>
              <a:spLocks/>
            </p:cNvSpPr>
            <p:nvPr/>
          </p:nvSpPr>
          <p:spPr bwMode="auto">
            <a:xfrm rot="5094805">
              <a:off x="768085" y="5884530"/>
              <a:ext cx="95969" cy="137099"/>
            </a:xfrm>
            <a:custGeom>
              <a:avLst/>
              <a:gdLst>
                <a:gd name="T0" fmla="*/ 37 w 38"/>
                <a:gd name="T1" fmla="*/ 23 h 55"/>
                <a:gd name="T2" fmla="*/ 22 w 38"/>
                <a:gd name="T3" fmla="*/ 53 h 55"/>
                <a:gd name="T4" fmla="*/ 2 w 38"/>
                <a:gd name="T5" fmla="*/ 31 h 55"/>
                <a:gd name="T6" fmla="*/ 17 w 38"/>
                <a:gd name="T7" fmla="*/ 2 h 55"/>
                <a:gd name="T8" fmla="*/ 37 w 38"/>
                <a:gd name="T9" fmla="*/ 23 h 55"/>
              </a:gdLst>
              <a:ahLst/>
              <a:cxnLst>
                <a:cxn ang="0">
                  <a:pos x="T0" y="T1"/>
                </a:cxn>
                <a:cxn ang="0">
                  <a:pos x="T2" y="T3"/>
                </a:cxn>
                <a:cxn ang="0">
                  <a:pos x="T4" y="T5"/>
                </a:cxn>
                <a:cxn ang="0">
                  <a:pos x="T6" y="T7"/>
                </a:cxn>
                <a:cxn ang="0">
                  <a:pos x="T8" y="T9"/>
                </a:cxn>
              </a:cxnLst>
              <a:rect l="0" t="0" r="r" b="b"/>
              <a:pathLst>
                <a:path w="38" h="55">
                  <a:moveTo>
                    <a:pt x="37" y="23"/>
                  </a:moveTo>
                  <a:cubicBezTo>
                    <a:pt x="38" y="37"/>
                    <a:pt x="32" y="51"/>
                    <a:pt x="22" y="53"/>
                  </a:cubicBezTo>
                  <a:cubicBezTo>
                    <a:pt x="12" y="55"/>
                    <a:pt x="3" y="45"/>
                    <a:pt x="2" y="31"/>
                  </a:cubicBezTo>
                  <a:cubicBezTo>
                    <a:pt x="0" y="17"/>
                    <a:pt x="7" y="4"/>
                    <a:pt x="17" y="2"/>
                  </a:cubicBezTo>
                  <a:cubicBezTo>
                    <a:pt x="26" y="0"/>
                    <a:pt x="35" y="9"/>
                    <a:pt x="3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7" name="Freeform 500">
              <a:extLst>
                <a:ext uri="{FF2B5EF4-FFF2-40B4-BE49-F238E27FC236}">
                  <a16:creationId xmlns:a16="http://schemas.microsoft.com/office/drawing/2014/main" id="{D03820EA-E55C-8EB0-CC43-1F0D42858B7C}"/>
                </a:ext>
              </a:extLst>
            </p:cNvPr>
            <p:cNvSpPr>
              <a:spLocks/>
            </p:cNvSpPr>
            <p:nvPr/>
          </p:nvSpPr>
          <p:spPr bwMode="auto">
            <a:xfrm rot="5094805">
              <a:off x="717970" y="5697534"/>
              <a:ext cx="93684" cy="132529"/>
            </a:xfrm>
            <a:custGeom>
              <a:avLst/>
              <a:gdLst>
                <a:gd name="T0" fmla="*/ 37 w 38"/>
                <a:gd name="T1" fmla="*/ 22 h 53"/>
                <a:gd name="T2" fmla="*/ 22 w 38"/>
                <a:gd name="T3" fmla="*/ 51 h 53"/>
                <a:gd name="T4" fmla="*/ 2 w 38"/>
                <a:gd name="T5" fmla="*/ 30 h 53"/>
                <a:gd name="T6" fmla="*/ 16 w 38"/>
                <a:gd name="T7" fmla="*/ 2 h 53"/>
                <a:gd name="T8" fmla="*/ 37 w 38"/>
                <a:gd name="T9" fmla="*/ 22 h 53"/>
              </a:gdLst>
              <a:ahLst/>
              <a:cxnLst>
                <a:cxn ang="0">
                  <a:pos x="T0" y="T1"/>
                </a:cxn>
                <a:cxn ang="0">
                  <a:pos x="T2" y="T3"/>
                </a:cxn>
                <a:cxn ang="0">
                  <a:pos x="T4" y="T5"/>
                </a:cxn>
                <a:cxn ang="0">
                  <a:pos x="T6" y="T7"/>
                </a:cxn>
                <a:cxn ang="0">
                  <a:pos x="T8" y="T9"/>
                </a:cxn>
              </a:cxnLst>
              <a:rect l="0" t="0" r="r" b="b"/>
              <a:pathLst>
                <a:path w="38" h="53">
                  <a:moveTo>
                    <a:pt x="37" y="22"/>
                  </a:moveTo>
                  <a:cubicBezTo>
                    <a:pt x="38" y="36"/>
                    <a:pt x="32" y="49"/>
                    <a:pt x="22" y="51"/>
                  </a:cubicBezTo>
                  <a:cubicBezTo>
                    <a:pt x="13" y="53"/>
                    <a:pt x="3" y="43"/>
                    <a:pt x="2" y="30"/>
                  </a:cubicBezTo>
                  <a:cubicBezTo>
                    <a:pt x="0" y="17"/>
                    <a:pt x="7" y="5"/>
                    <a:pt x="16" y="2"/>
                  </a:cubicBezTo>
                  <a:cubicBezTo>
                    <a:pt x="26" y="0"/>
                    <a:pt x="35" y="9"/>
                    <a:pt x="3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8" name="Freeform 501">
              <a:extLst>
                <a:ext uri="{FF2B5EF4-FFF2-40B4-BE49-F238E27FC236}">
                  <a16:creationId xmlns:a16="http://schemas.microsoft.com/office/drawing/2014/main" id="{3AC3A6ED-3A7C-60DD-7C32-8380AC74CD66}"/>
                </a:ext>
              </a:extLst>
            </p:cNvPr>
            <p:cNvSpPr>
              <a:spLocks/>
            </p:cNvSpPr>
            <p:nvPr/>
          </p:nvSpPr>
          <p:spPr bwMode="auto">
            <a:xfrm rot="5094805">
              <a:off x="671470" y="5518222"/>
              <a:ext cx="91399" cy="116534"/>
            </a:xfrm>
            <a:custGeom>
              <a:avLst/>
              <a:gdLst>
                <a:gd name="T0" fmla="*/ 36 w 37"/>
                <a:gd name="T1" fmla="*/ 22 h 48"/>
                <a:gd name="T2" fmla="*/ 20 w 37"/>
                <a:gd name="T3" fmla="*/ 47 h 48"/>
                <a:gd name="T4" fmla="*/ 0 w 37"/>
                <a:gd name="T5" fmla="*/ 26 h 48"/>
                <a:gd name="T6" fmla="*/ 17 w 37"/>
                <a:gd name="T7" fmla="*/ 2 h 48"/>
                <a:gd name="T8" fmla="*/ 36 w 37"/>
                <a:gd name="T9" fmla="*/ 22 h 48"/>
              </a:gdLst>
              <a:ahLst/>
              <a:cxnLst>
                <a:cxn ang="0">
                  <a:pos x="T0" y="T1"/>
                </a:cxn>
                <a:cxn ang="0">
                  <a:pos x="T2" y="T3"/>
                </a:cxn>
                <a:cxn ang="0">
                  <a:pos x="T4" y="T5"/>
                </a:cxn>
                <a:cxn ang="0">
                  <a:pos x="T6" y="T7"/>
                </a:cxn>
                <a:cxn ang="0">
                  <a:pos x="T8" y="T9"/>
                </a:cxn>
              </a:cxnLst>
              <a:rect l="0" t="0" r="r" b="b"/>
              <a:pathLst>
                <a:path w="37" h="48">
                  <a:moveTo>
                    <a:pt x="36" y="22"/>
                  </a:moveTo>
                  <a:cubicBezTo>
                    <a:pt x="37" y="35"/>
                    <a:pt x="29" y="46"/>
                    <a:pt x="20" y="47"/>
                  </a:cubicBezTo>
                  <a:cubicBezTo>
                    <a:pt x="10" y="48"/>
                    <a:pt x="1" y="39"/>
                    <a:pt x="0" y="26"/>
                  </a:cubicBezTo>
                  <a:cubicBezTo>
                    <a:pt x="0" y="14"/>
                    <a:pt x="7" y="3"/>
                    <a:pt x="17" y="2"/>
                  </a:cubicBezTo>
                  <a:cubicBezTo>
                    <a:pt x="26" y="0"/>
                    <a:pt x="35" y="10"/>
                    <a:pt x="3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9" name="Freeform 502">
              <a:extLst>
                <a:ext uri="{FF2B5EF4-FFF2-40B4-BE49-F238E27FC236}">
                  <a16:creationId xmlns:a16="http://schemas.microsoft.com/office/drawing/2014/main" id="{26EDC571-97D0-5008-0554-332E3B7EA035}"/>
                </a:ext>
              </a:extLst>
            </p:cNvPr>
            <p:cNvSpPr>
              <a:spLocks/>
            </p:cNvSpPr>
            <p:nvPr/>
          </p:nvSpPr>
          <p:spPr bwMode="auto">
            <a:xfrm rot="5094805">
              <a:off x="624759" y="5331862"/>
              <a:ext cx="93684" cy="109679"/>
            </a:xfrm>
            <a:custGeom>
              <a:avLst/>
              <a:gdLst>
                <a:gd name="T0" fmla="*/ 37 w 38"/>
                <a:gd name="T1" fmla="*/ 21 h 45"/>
                <a:gd name="T2" fmla="*/ 21 w 38"/>
                <a:gd name="T3" fmla="*/ 44 h 45"/>
                <a:gd name="T4" fmla="*/ 2 w 38"/>
                <a:gd name="T5" fmla="*/ 25 h 45"/>
                <a:gd name="T6" fmla="*/ 17 w 38"/>
                <a:gd name="T7" fmla="*/ 2 h 45"/>
                <a:gd name="T8" fmla="*/ 37 w 38"/>
                <a:gd name="T9" fmla="*/ 21 h 45"/>
              </a:gdLst>
              <a:ahLst/>
              <a:cxnLst>
                <a:cxn ang="0">
                  <a:pos x="T0" y="T1"/>
                </a:cxn>
                <a:cxn ang="0">
                  <a:pos x="T2" y="T3"/>
                </a:cxn>
                <a:cxn ang="0">
                  <a:pos x="T4" y="T5"/>
                </a:cxn>
                <a:cxn ang="0">
                  <a:pos x="T6" y="T7"/>
                </a:cxn>
                <a:cxn ang="0">
                  <a:pos x="T8" y="T9"/>
                </a:cxn>
              </a:cxnLst>
              <a:rect l="0" t="0" r="r" b="b"/>
              <a:pathLst>
                <a:path w="38" h="45">
                  <a:moveTo>
                    <a:pt x="37" y="21"/>
                  </a:moveTo>
                  <a:cubicBezTo>
                    <a:pt x="38" y="32"/>
                    <a:pt x="31" y="43"/>
                    <a:pt x="21" y="44"/>
                  </a:cubicBezTo>
                  <a:cubicBezTo>
                    <a:pt x="12" y="45"/>
                    <a:pt x="3" y="37"/>
                    <a:pt x="2" y="25"/>
                  </a:cubicBezTo>
                  <a:cubicBezTo>
                    <a:pt x="0" y="14"/>
                    <a:pt x="8" y="3"/>
                    <a:pt x="17" y="2"/>
                  </a:cubicBezTo>
                  <a:cubicBezTo>
                    <a:pt x="27" y="0"/>
                    <a:pt x="36" y="9"/>
                    <a:pt x="3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0" name="Freeform 503">
              <a:extLst>
                <a:ext uri="{FF2B5EF4-FFF2-40B4-BE49-F238E27FC236}">
                  <a16:creationId xmlns:a16="http://schemas.microsoft.com/office/drawing/2014/main" id="{CAA30A52-3479-DFB0-1883-505B7D126EC0}"/>
                </a:ext>
              </a:extLst>
            </p:cNvPr>
            <p:cNvSpPr>
              <a:spLocks/>
            </p:cNvSpPr>
            <p:nvPr/>
          </p:nvSpPr>
          <p:spPr bwMode="auto">
            <a:xfrm rot="5094805">
              <a:off x="580228" y="5145404"/>
              <a:ext cx="93684" cy="100539"/>
            </a:xfrm>
            <a:custGeom>
              <a:avLst/>
              <a:gdLst>
                <a:gd name="T0" fmla="*/ 37 w 38"/>
                <a:gd name="T1" fmla="*/ 18 h 41"/>
                <a:gd name="T2" fmla="*/ 22 w 38"/>
                <a:gd name="T3" fmla="*/ 40 h 41"/>
                <a:gd name="T4" fmla="*/ 2 w 38"/>
                <a:gd name="T5" fmla="*/ 23 h 41"/>
                <a:gd name="T6" fmla="*/ 17 w 38"/>
                <a:gd name="T7" fmla="*/ 2 h 41"/>
                <a:gd name="T8" fmla="*/ 37 w 38"/>
                <a:gd name="T9" fmla="*/ 18 h 41"/>
              </a:gdLst>
              <a:ahLst/>
              <a:cxnLst>
                <a:cxn ang="0">
                  <a:pos x="T0" y="T1"/>
                </a:cxn>
                <a:cxn ang="0">
                  <a:pos x="T2" y="T3"/>
                </a:cxn>
                <a:cxn ang="0">
                  <a:pos x="T4" y="T5"/>
                </a:cxn>
                <a:cxn ang="0">
                  <a:pos x="T6" y="T7"/>
                </a:cxn>
                <a:cxn ang="0">
                  <a:pos x="T8" y="T9"/>
                </a:cxn>
              </a:cxnLst>
              <a:rect l="0" t="0" r="r" b="b"/>
              <a:pathLst>
                <a:path w="38" h="41">
                  <a:moveTo>
                    <a:pt x="37" y="18"/>
                  </a:moveTo>
                  <a:cubicBezTo>
                    <a:pt x="38" y="29"/>
                    <a:pt x="31" y="39"/>
                    <a:pt x="22" y="40"/>
                  </a:cubicBezTo>
                  <a:cubicBezTo>
                    <a:pt x="12" y="41"/>
                    <a:pt x="3" y="33"/>
                    <a:pt x="2" y="23"/>
                  </a:cubicBezTo>
                  <a:cubicBezTo>
                    <a:pt x="0" y="13"/>
                    <a:pt x="7" y="3"/>
                    <a:pt x="17" y="2"/>
                  </a:cubicBezTo>
                  <a:cubicBezTo>
                    <a:pt x="27" y="0"/>
                    <a:pt x="36" y="7"/>
                    <a:pt x="3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1" name="Freeform 504">
              <a:extLst>
                <a:ext uri="{FF2B5EF4-FFF2-40B4-BE49-F238E27FC236}">
                  <a16:creationId xmlns:a16="http://schemas.microsoft.com/office/drawing/2014/main" id="{698CA3AC-497A-54B7-EC70-2DD8CFFC6932}"/>
                </a:ext>
              </a:extLst>
            </p:cNvPr>
            <p:cNvSpPr>
              <a:spLocks/>
            </p:cNvSpPr>
            <p:nvPr/>
          </p:nvSpPr>
          <p:spPr bwMode="auto">
            <a:xfrm rot="5094805">
              <a:off x="538280" y="4963403"/>
              <a:ext cx="91399" cy="89114"/>
            </a:xfrm>
            <a:custGeom>
              <a:avLst/>
              <a:gdLst>
                <a:gd name="T0" fmla="*/ 1 w 37"/>
                <a:gd name="T1" fmla="*/ 20 h 36"/>
                <a:gd name="T2" fmla="*/ 16 w 37"/>
                <a:gd name="T3" fmla="*/ 1 h 36"/>
                <a:gd name="T4" fmla="*/ 36 w 37"/>
                <a:gd name="T5" fmla="*/ 16 h 36"/>
                <a:gd name="T6" fmla="*/ 20 w 37"/>
                <a:gd name="T7" fmla="*/ 35 h 36"/>
                <a:gd name="T8" fmla="*/ 1 w 37"/>
                <a:gd name="T9" fmla="*/ 20 h 36"/>
              </a:gdLst>
              <a:ahLst/>
              <a:cxnLst>
                <a:cxn ang="0">
                  <a:pos x="T0" y="T1"/>
                </a:cxn>
                <a:cxn ang="0">
                  <a:pos x="T2" y="T3"/>
                </a:cxn>
                <a:cxn ang="0">
                  <a:pos x="T4" y="T5"/>
                </a:cxn>
                <a:cxn ang="0">
                  <a:pos x="T6" y="T7"/>
                </a:cxn>
                <a:cxn ang="0">
                  <a:pos x="T8" y="T9"/>
                </a:cxn>
              </a:cxnLst>
              <a:rect l="0" t="0" r="r" b="b"/>
              <a:pathLst>
                <a:path w="37" h="36">
                  <a:moveTo>
                    <a:pt x="1" y="20"/>
                  </a:moveTo>
                  <a:cubicBezTo>
                    <a:pt x="0" y="11"/>
                    <a:pt x="7" y="2"/>
                    <a:pt x="16" y="1"/>
                  </a:cubicBezTo>
                  <a:cubicBezTo>
                    <a:pt x="26" y="0"/>
                    <a:pt x="35" y="6"/>
                    <a:pt x="36" y="16"/>
                  </a:cubicBezTo>
                  <a:cubicBezTo>
                    <a:pt x="37" y="25"/>
                    <a:pt x="30" y="34"/>
                    <a:pt x="20" y="35"/>
                  </a:cubicBezTo>
                  <a:cubicBezTo>
                    <a:pt x="11" y="36"/>
                    <a:pt x="2" y="29"/>
                    <a:pt x="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2" name="Freeform 505">
              <a:extLst>
                <a:ext uri="{FF2B5EF4-FFF2-40B4-BE49-F238E27FC236}">
                  <a16:creationId xmlns:a16="http://schemas.microsoft.com/office/drawing/2014/main" id="{EF0713D1-79E6-9241-D3F7-BFD9C84697FB}"/>
                </a:ext>
              </a:extLst>
            </p:cNvPr>
            <p:cNvSpPr>
              <a:spLocks/>
            </p:cNvSpPr>
            <p:nvPr/>
          </p:nvSpPr>
          <p:spPr bwMode="auto">
            <a:xfrm rot="5094805">
              <a:off x="497365" y="4780060"/>
              <a:ext cx="91399" cy="77689"/>
            </a:xfrm>
            <a:custGeom>
              <a:avLst/>
              <a:gdLst>
                <a:gd name="T0" fmla="*/ 36 w 37"/>
                <a:gd name="T1" fmla="*/ 14 h 32"/>
                <a:gd name="T2" fmla="*/ 20 w 37"/>
                <a:gd name="T3" fmla="*/ 31 h 32"/>
                <a:gd name="T4" fmla="*/ 1 w 37"/>
                <a:gd name="T5" fmla="*/ 18 h 32"/>
                <a:gd name="T6" fmla="*/ 17 w 37"/>
                <a:gd name="T7" fmla="*/ 1 h 32"/>
                <a:gd name="T8" fmla="*/ 36 w 37"/>
                <a:gd name="T9" fmla="*/ 14 h 32"/>
              </a:gdLst>
              <a:ahLst/>
              <a:cxnLst>
                <a:cxn ang="0">
                  <a:pos x="T0" y="T1"/>
                </a:cxn>
                <a:cxn ang="0">
                  <a:pos x="T2" y="T3"/>
                </a:cxn>
                <a:cxn ang="0">
                  <a:pos x="T4" y="T5"/>
                </a:cxn>
                <a:cxn ang="0">
                  <a:pos x="T6" y="T7"/>
                </a:cxn>
                <a:cxn ang="0">
                  <a:pos x="T8" y="T9"/>
                </a:cxn>
              </a:cxnLst>
              <a:rect l="0" t="0" r="r" b="b"/>
              <a:pathLst>
                <a:path w="37" h="32">
                  <a:moveTo>
                    <a:pt x="36" y="14"/>
                  </a:moveTo>
                  <a:cubicBezTo>
                    <a:pt x="37" y="23"/>
                    <a:pt x="29" y="31"/>
                    <a:pt x="20" y="31"/>
                  </a:cubicBezTo>
                  <a:cubicBezTo>
                    <a:pt x="10" y="32"/>
                    <a:pt x="2" y="26"/>
                    <a:pt x="1" y="18"/>
                  </a:cubicBezTo>
                  <a:cubicBezTo>
                    <a:pt x="0" y="10"/>
                    <a:pt x="8" y="2"/>
                    <a:pt x="17" y="1"/>
                  </a:cubicBezTo>
                  <a:cubicBezTo>
                    <a:pt x="27" y="0"/>
                    <a:pt x="35" y="6"/>
                    <a:pt x="3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3" name="Freeform 506">
              <a:extLst>
                <a:ext uri="{FF2B5EF4-FFF2-40B4-BE49-F238E27FC236}">
                  <a16:creationId xmlns:a16="http://schemas.microsoft.com/office/drawing/2014/main" id="{5C3EB448-B12D-EE00-ADF4-8DFF4291DF0E}"/>
                </a:ext>
              </a:extLst>
            </p:cNvPr>
            <p:cNvSpPr>
              <a:spLocks/>
            </p:cNvSpPr>
            <p:nvPr/>
          </p:nvSpPr>
          <p:spPr bwMode="auto">
            <a:xfrm rot="5094805">
              <a:off x="453036" y="4595879"/>
              <a:ext cx="91399" cy="68549"/>
            </a:xfrm>
            <a:custGeom>
              <a:avLst/>
              <a:gdLst>
                <a:gd name="T0" fmla="*/ 1 w 37"/>
                <a:gd name="T1" fmla="*/ 17 h 28"/>
                <a:gd name="T2" fmla="*/ 17 w 37"/>
                <a:gd name="T3" fmla="*/ 1 h 28"/>
                <a:gd name="T4" fmla="*/ 36 w 37"/>
                <a:gd name="T5" fmla="*/ 12 h 28"/>
                <a:gd name="T6" fmla="*/ 20 w 37"/>
                <a:gd name="T7" fmla="*/ 27 h 28"/>
                <a:gd name="T8" fmla="*/ 1 w 37"/>
                <a:gd name="T9" fmla="*/ 17 h 28"/>
              </a:gdLst>
              <a:ahLst/>
              <a:cxnLst>
                <a:cxn ang="0">
                  <a:pos x="T0" y="T1"/>
                </a:cxn>
                <a:cxn ang="0">
                  <a:pos x="T2" y="T3"/>
                </a:cxn>
                <a:cxn ang="0">
                  <a:pos x="T4" y="T5"/>
                </a:cxn>
                <a:cxn ang="0">
                  <a:pos x="T6" y="T7"/>
                </a:cxn>
                <a:cxn ang="0">
                  <a:pos x="T8" y="T9"/>
                </a:cxn>
              </a:cxnLst>
              <a:rect l="0" t="0" r="r" b="b"/>
              <a:pathLst>
                <a:path w="37" h="28">
                  <a:moveTo>
                    <a:pt x="1" y="17"/>
                  </a:moveTo>
                  <a:cubicBezTo>
                    <a:pt x="0" y="10"/>
                    <a:pt x="7" y="3"/>
                    <a:pt x="17" y="1"/>
                  </a:cubicBezTo>
                  <a:cubicBezTo>
                    <a:pt x="27" y="0"/>
                    <a:pt x="35" y="5"/>
                    <a:pt x="36" y="12"/>
                  </a:cubicBezTo>
                  <a:cubicBezTo>
                    <a:pt x="37" y="19"/>
                    <a:pt x="30" y="26"/>
                    <a:pt x="20" y="27"/>
                  </a:cubicBezTo>
                  <a:cubicBezTo>
                    <a:pt x="10" y="28"/>
                    <a:pt x="2" y="23"/>
                    <a:pt x="1"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4" name="Freeform 513">
              <a:extLst>
                <a:ext uri="{FF2B5EF4-FFF2-40B4-BE49-F238E27FC236}">
                  <a16:creationId xmlns:a16="http://schemas.microsoft.com/office/drawing/2014/main" id="{4ABFE909-E45F-BD4C-8074-F4ECA46CED5F}"/>
                </a:ext>
              </a:extLst>
            </p:cNvPr>
            <p:cNvSpPr>
              <a:spLocks/>
            </p:cNvSpPr>
            <p:nvPr/>
          </p:nvSpPr>
          <p:spPr bwMode="auto">
            <a:xfrm rot="5094805">
              <a:off x="761889" y="5402346"/>
              <a:ext cx="91399" cy="111964"/>
            </a:xfrm>
            <a:custGeom>
              <a:avLst/>
              <a:gdLst>
                <a:gd name="T0" fmla="*/ 21 w 37"/>
                <a:gd name="T1" fmla="*/ 43 h 45"/>
                <a:gd name="T2" fmla="*/ 1 w 37"/>
                <a:gd name="T3" fmla="*/ 26 h 45"/>
                <a:gd name="T4" fmla="*/ 17 w 37"/>
                <a:gd name="T5" fmla="*/ 2 h 45"/>
                <a:gd name="T6" fmla="*/ 36 w 37"/>
                <a:gd name="T7" fmla="*/ 18 h 45"/>
                <a:gd name="T8" fmla="*/ 21 w 37"/>
                <a:gd name="T9" fmla="*/ 43 h 45"/>
              </a:gdLst>
              <a:ahLst/>
              <a:cxnLst>
                <a:cxn ang="0">
                  <a:pos x="T0" y="T1"/>
                </a:cxn>
                <a:cxn ang="0">
                  <a:pos x="T2" y="T3"/>
                </a:cxn>
                <a:cxn ang="0">
                  <a:pos x="T4" y="T5"/>
                </a:cxn>
                <a:cxn ang="0">
                  <a:pos x="T6" y="T7"/>
                </a:cxn>
                <a:cxn ang="0">
                  <a:pos x="T8" y="T9"/>
                </a:cxn>
              </a:cxnLst>
              <a:rect l="0" t="0" r="r" b="b"/>
              <a:pathLst>
                <a:path w="37" h="45">
                  <a:moveTo>
                    <a:pt x="21" y="43"/>
                  </a:moveTo>
                  <a:cubicBezTo>
                    <a:pt x="11" y="45"/>
                    <a:pt x="2" y="37"/>
                    <a:pt x="1" y="26"/>
                  </a:cubicBezTo>
                  <a:cubicBezTo>
                    <a:pt x="0" y="14"/>
                    <a:pt x="7" y="4"/>
                    <a:pt x="17" y="2"/>
                  </a:cubicBezTo>
                  <a:cubicBezTo>
                    <a:pt x="26" y="0"/>
                    <a:pt x="34" y="7"/>
                    <a:pt x="36" y="18"/>
                  </a:cubicBezTo>
                  <a:cubicBezTo>
                    <a:pt x="37" y="30"/>
                    <a:pt x="30" y="41"/>
                    <a:pt x="2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5" name="Freeform 514">
              <a:extLst>
                <a:ext uri="{FF2B5EF4-FFF2-40B4-BE49-F238E27FC236}">
                  <a16:creationId xmlns:a16="http://schemas.microsoft.com/office/drawing/2014/main" id="{7AAF14AD-8164-4980-5446-F4CE6096E238}"/>
                </a:ext>
              </a:extLst>
            </p:cNvPr>
            <p:cNvSpPr>
              <a:spLocks/>
            </p:cNvSpPr>
            <p:nvPr/>
          </p:nvSpPr>
          <p:spPr bwMode="auto">
            <a:xfrm rot="5094805">
              <a:off x="706074" y="5216796"/>
              <a:ext cx="93684" cy="105109"/>
            </a:xfrm>
            <a:custGeom>
              <a:avLst/>
              <a:gdLst>
                <a:gd name="T0" fmla="*/ 17 w 38"/>
                <a:gd name="T1" fmla="*/ 3 h 43"/>
                <a:gd name="T2" fmla="*/ 37 w 38"/>
                <a:gd name="T3" fmla="*/ 18 h 43"/>
                <a:gd name="T4" fmla="*/ 23 w 38"/>
                <a:gd name="T5" fmla="*/ 40 h 43"/>
                <a:gd name="T6" fmla="*/ 2 w 38"/>
                <a:gd name="T7" fmla="*/ 26 h 43"/>
                <a:gd name="T8" fmla="*/ 17 w 38"/>
                <a:gd name="T9" fmla="*/ 3 h 43"/>
              </a:gdLst>
              <a:ahLst/>
              <a:cxnLst>
                <a:cxn ang="0">
                  <a:pos x="T0" y="T1"/>
                </a:cxn>
                <a:cxn ang="0">
                  <a:pos x="T2" y="T3"/>
                </a:cxn>
                <a:cxn ang="0">
                  <a:pos x="T4" y="T5"/>
                </a:cxn>
                <a:cxn ang="0">
                  <a:pos x="T6" y="T7"/>
                </a:cxn>
                <a:cxn ang="0">
                  <a:pos x="T8" y="T9"/>
                </a:cxn>
              </a:cxnLst>
              <a:rect l="0" t="0" r="r" b="b"/>
              <a:pathLst>
                <a:path w="38" h="43">
                  <a:moveTo>
                    <a:pt x="17" y="3"/>
                  </a:moveTo>
                  <a:cubicBezTo>
                    <a:pt x="27" y="0"/>
                    <a:pt x="36" y="7"/>
                    <a:pt x="37" y="18"/>
                  </a:cubicBezTo>
                  <a:cubicBezTo>
                    <a:pt x="38" y="28"/>
                    <a:pt x="32" y="38"/>
                    <a:pt x="23" y="40"/>
                  </a:cubicBezTo>
                  <a:cubicBezTo>
                    <a:pt x="13" y="43"/>
                    <a:pt x="4" y="36"/>
                    <a:pt x="2" y="26"/>
                  </a:cubicBezTo>
                  <a:cubicBezTo>
                    <a:pt x="0" y="16"/>
                    <a:pt x="7" y="5"/>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6" name="Freeform 515">
              <a:extLst>
                <a:ext uri="{FF2B5EF4-FFF2-40B4-BE49-F238E27FC236}">
                  <a16:creationId xmlns:a16="http://schemas.microsoft.com/office/drawing/2014/main" id="{CF7CDFB1-756C-EF16-B435-CD0ECA236664}"/>
                </a:ext>
              </a:extLst>
            </p:cNvPr>
            <p:cNvSpPr>
              <a:spLocks/>
            </p:cNvSpPr>
            <p:nvPr/>
          </p:nvSpPr>
          <p:spPr bwMode="auto">
            <a:xfrm rot="5094805">
              <a:off x="655023" y="5035605"/>
              <a:ext cx="91399" cy="93684"/>
            </a:xfrm>
            <a:custGeom>
              <a:avLst/>
              <a:gdLst>
                <a:gd name="T0" fmla="*/ 17 w 37"/>
                <a:gd name="T1" fmla="*/ 2 h 38"/>
                <a:gd name="T2" fmla="*/ 36 w 37"/>
                <a:gd name="T3" fmla="*/ 17 h 38"/>
                <a:gd name="T4" fmla="*/ 21 w 37"/>
                <a:gd name="T5" fmla="*/ 36 h 38"/>
                <a:gd name="T6" fmla="*/ 1 w 37"/>
                <a:gd name="T7" fmla="*/ 22 h 38"/>
                <a:gd name="T8" fmla="*/ 17 w 37"/>
                <a:gd name="T9" fmla="*/ 2 h 38"/>
              </a:gdLst>
              <a:ahLst/>
              <a:cxnLst>
                <a:cxn ang="0">
                  <a:pos x="T0" y="T1"/>
                </a:cxn>
                <a:cxn ang="0">
                  <a:pos x="T2" y="T3"/>
                </a:cxn>
                <a:cxn ang="0">
                  <a:pos x="T4" y="T5"/>
                </a:cxn>
                <a:cxn ang="0">
                  <a:pos x="T6" y="T7"/>
                </a:cxn>
                <a:cxn ang="0">
                  <a:pos x="T8" y="T9"/>
                </a:cxn>
              </a:cxnLst>
              <a:rect l="0" t="0" r="r" b="b"/>
              <a:pathLst>
                <a:path w="37" h="38">
                  <a:moveTo>
                    <a:pt x="17" y="2"/>
                  </a:moveTo>
                  <a:cubicBezTo>
                    <a:pt x="27" y="0"/>
                    <a:pt x="36" y="7"/>
                    <a:pt x="36" y="17"/>
                  </a:cubicBezTo>
                  <a:cubicBezTo>
                    <a:pt x="37" y="26"/>
                    <a:pt x="30" y="35"/>
                    <a:pt x="21" y="36"/>
                  </a:cubicBezTo>
                  <a:cubicBezTo>
                    <a:pt x="11" y="38"/>
                    <a:pt x="2" y="32"/>
                    <a:pt x="1" y="22"/>
                  </a:cubicBezTo>
                  <a:cubicBezTo>
                    <a:pt x="0" y="13"/>
                    <a:pt x="7" y="4"/>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7" name="Freeform 516">
              <a:extLst>
                <a:ext uri="{FF2B5EF4-FFF2-40B4-BE49-F238E27FC236}">
                  <a16:creationId xmlns:a16="http://schemas.microsoft.com/office/drawing/2014/main" id="{74F31DD4-97B0-7DD4-D6CD-042ED6AB71EC}"/>
                </a:ext>
              </a:extLst>
            </p:cNvPr>
            <p:cNvSpPr>
              <a:spLocks/>
            </p:cNvSpPr>
            <p:nvPr/>
          </p:nvSpPr>
          <p:spPr bwMode="auto">
            <a:xfrm rot="5094805">
              <a:off x="601792" y="4854510"/>
              <a:ext cx="91399" cy="84544"/>
            </a:xfrm>
            <a:custGeom>
              <a:avLst/>
              <a:gdLst>
                <a:gd name="T0" fmla="*/ 20 w 37"/>
                <a:gd name="T1" fmla="*/ 32 h 34"/>
                <a:gd name="T2" fmla="*/ 0 w 37"/>
                <a:gd name="T3" fmla="*/ 20 h 34"/>
                <a:gd name="T4" fmla="*/ 17 w 37"/>
                <a:gd name="T5" fmla="*/ 2 h 34"/>
                <a:gd name="T6" fmla="*/ 36 w 37"/>
                <a:gd name="T7" fmla="*/ 14 h 34"/>
                <a:gd name="T8" fmla="*/ 20 w 37"/>
                <a:gd name="T9" fmla="*/ 32 h 34"/>
              </a:gdLst>
              <a:ahLst/>
              <a:cxnLst>
                <a:cxn ang="0">
                  <a:pos x="T0" y="T1"/>
                </a:cxn>
                <a:cxn ang="0">
                  <a:pos x="T2" y="T3"/>
                </a:cxn>
                <a:cxn ang="0">
                  <a:pos x="T4" y="T5"/>
                </a:cxn>
                <a:cxn ang="0">
                  <a:pos x="T6" y="T7"/>
                </a:cxn>
                <a:cxn ang="0">
                  <a:pos x="T8" y="T9"/>
                </a:cxn>
              </a:cxnLst>
              <a:rect l="0" t="0" r="r" b="b"/>
              <a:pathLst>
                <a:path w="37" h="34">
                  <a:moveTo>
                    <a:pt x="20" y="32"/>
                  </a:moveTo>
                  <a:cubicBezTo>
                    <a:pt x="10" y="34"/>
                    <a:pt x="1" y="28"/>
                    <a:pt x="0" y="20"/>
                  </a:cubicBezTo>
                  <a:cubicBezTo>
                    <a:pt x="0" y="11"/>
                    <a:pt x="7" y="3"/>
                    <a:pt x="17" y="2"/>
                  </a:cubicBezTo>
                  <a:cubicBezTo>
                    <a:pt x="26" y="0"/>
                    <a:pt x="34" y="5"/>
                    <a:pt x="36" y="14"/>
                  </a:cubicBezTo>
                  <a:cubicBezTo>
                    <a:pt x="37" y="22"/>
                    <a:pt x="29" y="31"/>
                    <a:pt x="20"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8" name="Freeform 517">
              <a:extLst>
                <a:ext uri="{FF2B5EF4-FFF2-40B4-BE49-F238E27FC236}">
                  <a16:creationId xmlns:a16="http://schemas.microsoft.com/office/drawing/2014/main" id="{22E00B79-5D42-F4CE-D17E-4B4A39614252}"/>
                </a:ext>
              </a:extLst>
            </p:cNvPr>
            <p:cNvSpPr>
              <a:spLocks/>
            </p:cNvSpPr>
            <p:nvPr/>
          </p:nvSpPr>
          <p:spPr bwMode="auto">
            <a:xfrm rot="5094805">
              <a:off x="545775" y="4668969"/>
              <a:ext cx="93684" cy="73119"/>
            </a:xfrm>
            <a:custGeom>
              <a:avLst/>
              <a:gdLst>
                <a:gd name="T0" fmla="*/ 22 w 38"/>
                <a:gd name="T1" fmla="*/ 28 h 30"/>
                <a:gd name="T2" fmla="*/ 2 w 38"/>
                <a:gd name="T3" fmla="*/ 19 h 30"/>
                <a:gd name="T4" fmla="*/ 17 w 38"/>
                <a:gd name="T5" fmla="*/ 2 h 30"/>
                <a:gd name="T6" fmla="*/ 37 w 38"/>
                <a:gd name="T7" fmla="*/ 11 h 30"/>
                <a:gd name="T8" fmla="*/ 22 w 38"/>
                <a:gd name="T9" fmla="*/ 28 h 30"/>
              </a:gdLst>
              <a:ahLst/>
              <a:cxnLst>
                <a:cxn ang="0">
                  <a:pos x="T0" y="T1"/>
                </a:cxn>
                <a:cxn ang="0">
                  <a:pos x="T2" y="T3"/>
                </a:cxn>
                <a:cxn ang="0">
                  <a:pos x="T4" y="T5"/>
                </a:cxn>
                <a:cxn ang="0">
                  <a:pos x="T6" y="T7"/>
                </a:cxn>
                <a:cxn ang="0">
                  <a:pos x="T8" y="T9"/>
                </a:cxn>
              </a:cxnLst>
              <a:rect l="0" t="0" r="r" b="b"/>
              <a:pathLst>
                <a:path w="38" h="30">
                  <a:moveTo>
                    <a:pt x="22" y="28"/>
                  </a:moveTo>
                  <a:cubicBezTo>
                    <a:pt x="12" y="30"/>
                    <a:pt x="3" y="26"/>
                    <a:pt x="2" y="19"/>
                  </a:cubicBezTo>
                  <a:cubicBezTo>
                    <a:pt x="0" y="12"/>
                    <a:pt x="8" y="4"/>
                    <a:pt x="17" y="2"/>
                  </a:cubicBezTo>
                  <a:cubicBezTo>
                    <a:pt x="27" y="0"/>
                    <a:pt x="35" y="4"/>
                    <a:pt x="37" y="11"/>
                  </a:cubicBezTo>
                  <a:cubicBezTo>
                    <a:pt x="38" y="18"/>
                    <a:pt x="32" y="26"/>
                    <a:pt x="22"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9" name="Freeform 518">
              <a:extLst>
                <a:ext uri="{FF2B5EF4-FFF2-40B4-BE49-F238E27FC236}">
                  <a16:creationId xmlns:a16="http://schemas.microsoft.com/office/drawing/2014/main" id="{19A96632-E3B6-6856-CF44-70A25A4F67DE}"/>
                </a:ext>
              </a:extLst>
            </p:cNvPr>
            <p:cNvSpPr>
              <a:spLocks/>
            </p:cNvSpPr>
            <p:nvPr/>
          </p:nvSpPr>
          <p:spPr bwMode="auto">
            <a:xfrm rot="5094805">
              <a:off x="491310" y="4486939"/>
              <a:ext cx="91399" cy="63979"/>
            </a:xfrm>
            <a:custGeom>
              <a:avLst/>
              <a:gdLst>
                <a:gd name="T0" fmla="*/ 20 w 37"/>
                <a:gd name="T1" fmla="*/ 24 h 26"/>
                <a:gd name="T2" fmla="*/ 1 w 37"/>
                <a:gd name="T3" fmla="*/ 16 h 26"/>
                <a:gd name="T4" fmla="*/ 17 w 37"/>
                <a:gd name="T5" fmla="*/ 2 h 26"/>
                <a:gd name="T6" fmla="*/ 36 w 37"/>
                <a:gd name="T7" fmla="*/ 9 h 26"/>
                <a:gd name="T8" fmla="*/ 20 w 37"/>
                <a:gd name="T9" fmla="*/ 24 h 26"/>
              </a:gdLst>
              <a:ahLst/>
              <a:cxnLst>
                <a:cxn ang="0">
                  <a:pos x="T0" y="T1"/>
                </a:cxn>
                <a:cxn ang="0">
                  <a:pos x="T2" y="T3"/>
                </a:cxn>
                <a:cxn ang="0">
                  <a:pos x="T4" y="T5"/>
                </a:cxn>
                <a:cxn ang="0">
                  <a:pos x="T6" y="T7"/>
                </a:cxn>
                <a:cxn ang="0">
                  <a:pos x="T8" y="T9"/>
                </a:cxn>
              </a:cxnLst>
              <a:rect l="0" t="0" r="r" b="b"/>
              <a:pathLst>
                <a:path w="37" h="26">
                  <a:moveTo>
                    <a:pt x="20" y="24"/>
                  </a:moveTo>
                  <a:cubicBezTo>
                    <a:pt x="11" y="26"/>
                    <a:pt x="2" y="22"/>
                    <a:pt x="1" y="16"/>
                  </a:cubicBezTo>
                  <a:cubicBezTo>
                    <a:pt x="0" y="10"/>
                    <a:pt x="7" y="4"/>
                    <a:pt x="17" y="2"/>
                  </a:cubicBezTo>
                  <a:cubicBezTo>
                    <a:pt x="27" y="0"/>
                    <a:pt x="35" y="3"/>
                    <a:pt x="36" y="9"/>
                  </a:cubicBezTo>
                  <a:cubicBezTo>
                    <a:pt x="37" y="15"/>
                    <a:pt x="30" y="22"/>
                    <a:pt x="20"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0" name="Freeform 519">
              <a:extLst>
                <a:ext uri="{FF2B5EF4-FFF2-40B4-BE49-F238E27FC236}">
                  <a16:creationId xmlns:a16="http://schemas.microsoft.com/office/drawing/2014/main" id="{52C945B5-ED7F-FBAC-8048-6A863F8B4B58}"/>
                </a:ext>
              </a:extLst>
            </p:cNvPr>
            <p:cNvSpPr>
              <a:spLocks/>
            </p:cNvSpPr>
            <p:nvPr/>
          </p:nvSpPr>
          <p:spPr bwMode="auto">
            <a:xfrm rot="5094805">
              <a:off x="431154" y="4304272"/>
              <a:ext cx="89114" cy="57124"/>
            </a:xfrm>
            <a:custGeom>
              <a:avLst/>
              <a:gdLst>
                <a:gd name="T0" fmla="*/ 19 w 36"/>
                <a:gd name="T1" fmla="*/ 21 h 23"/>
                <a:gd name="T2" fmla="*/ 0 w 36"/>
                <a:gd name="T3" fmla="*/ 15 h 23"/>
                <a:gd name="T4" fmla="*/ 17 w 36"/>
                <a:gd name="T5" fmla="*/ 2 h 23"/>
                <a:gd name="T6" fmla="*/ 35 w 36"/>
                <a:gd name="T7" fmla="*/ 7 h 23"/>
                <a:gd name="T8" fmla="*/ 19 w 36"/>
                <a:gd name="T9" fmla="*/ 21 h 23"/>
              </a:gdLst>
              <a:ahLst/>
              <a:cxnLst>
                <a:cxn ang="0">
                  <a:pos x="T0" y="T1"/>
                </a:cxn>
                <a:cxn ang="0">
                  <a:pos x="T2" y="T3"/>
                </a:cxn>
                <a:cxn ang="0">
                  <a:pos x="T4" y="T5"/>
                </a:cxn>
                <a:cxn ang="0">
                  <a:pos x="T6" y="T7"/>
                </a:cxn>
                <a:cxn ang="0">
                  <a:pos x="T8" y="T9"/>
                </a:cxn>
              </a:cxnLst>
              <a:rect l="0" t="0" r="r" b="b"/>
              <a:pathLst>
                <a:path w="36" h="23">
                  <a:moveTo>
                    <a:pt x="19" y="21"/>
                  </a:moveTo>
                  <a:cubicBezTo>
                    <a:pt x="9" y="23"/>
                    <a:pt x="0" y="20"/>
                    <a:pt x="0" y="15"/>
                  </a:cubicBezTo>
                  <a:cubicBezTo>
                    <a:pt x="0" y="10"/>
                    <a:pt x="7" y="4"/>
                    <a:pt x="17" y="2"/>
                  </a:cubicBezTo>
                  <a:cubicBezTo>
                    <a:pt x="27" y="0"/>
                    <a:pt x="35" y="2"/>
                    <a:pt x="35" y="7"/>
                  </a:cubicBezTo>
                  <a:cubicBezTo>
                    <a:pt x="36" y="13"/>
                    <a:pt x="29" y="19"/>
                    <a:pt x="1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1" name="Freeform 520">
              <a:extLst>
                <a:ext uri="{FF2B5EF4-FFF2-40B4-BE49-F238E27FC236}">
                  <a16:creationId xmlns:a16="http://schemas.microsoft.com/office/drawing/2014/main" id="{C2AE2259-40D7-2A32-7613-2DAA946F696B}"/>
                </a:ext>
              </a:extLst>
            </p:cNvPr>
            <p:cNvSpPr>
              <a:spLocks/>
            </p:cNvSpPr>
            <p:nvPr/>
          </p:nvSpPr>
          <p:spPr bwMode="auto">
            <a:xfrm rot="5094805">
              <a:off x="368617" y="4119427"/>
              <a:ext cx="89114" cy="52554"/>
            </a:xfrm>
            <a:custGeom>
              <a:avLst/>
              <a:gdLst>
                <a:gd name="T0" fmla="*/ 18 w 36"/>
                <a:gd name="T1" fmla="*/ 3 h 21"/>
                <a:gd name="T2" fmla="*/ 36 w 36"/>
                <a:gd name="T3" fmla="*/ 7 h 21"/>
                <a:gd name="T4" fmla="*/ 19 w 36"/>
                <a:gd name="T5" fmla="*/ 18 h 21"/>
                <a:gd name="T6" fmla="*/ 0 w 36"/>
                <a:gd name="T7" fmla="*/ 15 h 21"/>
                <a:gd name="T8" fmla="*/ 18 w 36"/>
                <a:gd name="T9" fmla="*/ 3 h 21"/>
              </a:gdLst>
              <a:ahLst/>
              <a:cxnLst>
                <a:cxn ang="0">
                  <a:pos x="T0" y="T1"/>
                </a:cxn>
                <a:cxn ang="0">
                  <a:pos x="T2" y="T3"/>
                </a:cxn>
                <a:cxn ang="0">
                  <a:pos x="T4" y="T5"/>
                </a:cxn>
                <a:cxn ang="0">
                  <a:pos x="T6" y="T7"/>
                </a:cxn>
                <a:cxn ang="0">
                  <a:pos x="T8" y="T9"/>
                </a:cxn>
              </a:cxnLst>
              <a:rect l="0" t="0" r="r" b="b"/>
              <a:pathLst>
                <a:path w="36" h="21">
                  <a:moveTo>
                    <a:pt x="18" y="3"/>
                  </a:moveTo>
                  <a:cubicBezTo>
                    <a:pt x="28" y="0"/>
                    <a:pt x="36" y="2"/>
                    <a:pt x="36" y="7"/>
                  </a:cubicBezTo>
                  <a:cubicBezTo>
                    <a:pt x="35" y="12"/>
                    <a:pt x="28" y="16"/>
                    <a:pt x="19" y="18"/>
                  </a:cubicBezTo>
                  <a:cubicBezTo>
                    <a:pt x="9" y="21"/>
                    <a:pt x="0" y="19"/>
                    <a:pt x="0" y="15"/>
                  </a:cubicBezTo>
                  <a:cubicBezTo>
                    <a:pt x="0" y="11"/>
                    <a:pt x="8" y="5"/>
                    <a:pt x="1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2" name="Freeform 521">
              <a:extLst>
                <a:ext uri="{FF2B5EF4-FFF2-40B4-BE49-F238E27FC236}">
                  <a16:creationId xmlns:a16="http://schemas.microsoft.com/office/drawing/2014/main" id="{69CE2C9D-4CE3-28A1-5A60-CCFABDB160E4}"/>
                </a:ext>
              </a:extLst>
            </p:cNvPr>
            <p:cNvSpPr>
              <a:spLocks/>
            </p:cNvSpPr>
            <p:nvPr/>
          </p:nvSpPr>
          <p:spPr bwMode="auto">
            <a:xfrm rot="5094805">
              <a:off x="295627" y="3934157"/>
              <a:ext cx="93684" cy="45700"/>
            </a:xfrm>
            <a:custGeom>
              <a:avLst/>
              <a:gdLst>
                <a:gd name="T0" fmla="*/ 21 w 38"/>
                <a:gd name="T1" fmla="*/ 15 h 18"/>
                <a:gd name="T2" fmla="*/ 1 w 38"/>
                <a:gd name="T3" fmla="*/ 14 h 18"/>
                <a:gd name="T4" fmla="*/ 18 w 38"/>
                <a:gd name="T5" fmla="*/ 3 h 18"/>
                <a:gd name="T6" fmla="*/ 37 w 38"/>
                <a:gd name="T7" fmla="*/ 4 h 18"/>
                <a:gd name="T8" fmla="*/ 21 w 38"/>
                <a:gd name="T9" fmla="*/ 15 h 18"/>
              </a:gdLst>
              <a:ahLst/>
              <a:cxnLst>
                <a:cxn ang="0">
                  <a:pos x="T0" y="T1"/>
                </a:cxn>
                <a:cxn ang="0">
                  <a:pos x="T2" y="T3"/>
                </a:cxn>
                <a:cxn ang="0">
                  <a:pos x="T4" y="T5"/>
                </a:cxn>
                <a:cxn ang="0">
                  <a:pos x="T6" y="T7"/>
                </a:cxn>
                <a:cxn ang="0">
                  <a:pos x="T8" y="T9"/>
                </a:cxn>
              </a:cxnLst>
              <a:rect l="0" t="0" r="r" b="b"/>
              <a:pathLst>
                <a:path w="38" h="18">
                  <a:moveTo>
                    <a:pt x="21" y="15"/>
                  </a:moveTo>
                  <a:cubicBezTo>
                    <a:pt x="11" y="18"/>
                    <a:pt x="2" y="17"/>
                    <a:pt x="1" y="14"/>
                  </a:cubicBezTo>
                  <a:cubicBezTo>
                    <a:pt x="0" y="11"/>
                    <a:pt x="8" y="5"/>
                    <a:pt x="18" y="3"/>
                  </a:cubicBezTo>
                  <a:cubicBezTo>
                    <a:pt x="27" y="0"/>
                    <a:pt x="35" y="0"/>
                    <a:pt x="37" y="4"/>
                  </a:cubicBezTo>
                  <a:cubicBezTo>
                    <a:pt x="38" y="7"/>
                    <a:pt x="31" y="13"/>
                    <a:pt x="2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3" name="Freeform 522">
              <a:extLst>
                <a:ext uri="{FF2B5EF4-FFF2-40B4-BE49-F238E27FC236}">
                  <a16:creationId xmlns:a16="http://schemas.microsoft.com/office/drawing/2014/main" id="{4D48A59A-5C8E-A21E-9CFD-EF9247DA61D1}"/>
                </a:ext>
              </a:extLst>
            </p:cNvPr>
            <p:cNvSpPr>
              <a:spLocks/>
            </p:cNvSpPr>
            <p:nvPr/>
          </p:nvSpPr>
          <p:spPr bwMode="auto">
            <a:xfrm rot="5094805">
              <a:off x="228441" y="3749823"/>
              <a:ext cx="91399" cy="38845"/>
            </a:xfrm>
            <a:custGeom>
              <a:avLst/>
              <a:gdLst>
                <a:gd name="T0" fmla="*/ 18 w 37"/>
                <a:gd name="T1" fmla="*/ 3 h 16"/>
                <a:gd name="T2" fmla="*/ 37 w 37"/>
                <a:gd name="T3" fmla="*/ 4 h 16"/>
                <a:gd name="T4" fmla="*/ 22 w 37"/>
                <a:gd name="T5" fmla="*/ 14 h 16"/>
                <a:gd name="T6" fmla="*/ 2 w 37"/>
                <a:gd name="T7" fmla="*/ 14 h 16"/>
                <a:gd name="T8" fmla="*/ 18 w 37"/>
                <a:gd name="T9" fmla="*/ 3 h 16"/>
              </a:gdLst>
              <a:ahLst/>
              <a:cxnLst>
                <a:cxn ang="0">
                  <a:pos x="T0" y="T1"/>
                </a:cxn>
                <a:cxn ang="0">
                  <a:pos x="T2" y="T3"/>
                </a:cxn>
                <a:cxn ang="0">
                  <a:pos x="T4" y="T5"/>
                </a:cxn>
                <a:cxn ang="0">
                  <a:pos x="T6" y="T7"/>
                </a:cxn>
                <a:cxn ang="0">
                  <a:pos x="T8" y="T9"/>
                </a:cxn>
              </a:cxnLst>
              <a:rect l="0" t="0" r="r" b="b"/>
              <a:pathLst>
                <a:path w="37" h="16">
                  <a:moveTo>
                    <a:pt x="18" y="3"/>
                  </a:moveTo>
                  <a:cubicBezTo>
                    <a:pt x="28" y="0"/>
                    <a:pt x="36" y="1"/>
                    <a:pt x="37" y="4"/>
                  </a:cubicBezTo>
                  <a:cubicBezTo>
                    <a:pt x="37" y="7"/>
                    <a:pt x="31" y="11"/>
                    <a:pt x="22" y="14"/>
                  </a:cubicBezTo>
                  <a:cubicBezTo>
                    <a:pt x="12" y="16"/>
                    <a:pt x="3" y="16"/>
                    <a:pt x="2" y="14"/>
                  </a:cubicBezTo>
                  <a:cubicBezTo>
                    <a:pt x="0" y="11"/>
                    <a:pt x="8" y="6"/>
                    <a:pt x="1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4" name="Freeform 523">
              <a:extLst>
                <a:ext uri="{FF2B5EF4-FFF2-40B4-BE49-F238E27FC236}">
                  <a16:creationId xmlns:a16="http://schemas.microsoft.com/office/drawing/2014/main" id="{2BF5A77B-B1C4-241A-7FCB-9DB5A00C84B6}"/>
                </a:ext>
              </a:extLst>
            </p:cNvPr>
            <p:cNvSpPr>
              <a:spLocks/>
            </p:cNvSpPr>
            <p:nvPr/>
          </p:nvSpPr>
          <p:spPr bwMode="auto">
            <a:xfrm rot="5094805">
              <a:off x="157003" y="3568064"/>
              <a:ext cx="91399" cy="34275"/>
            </a:xfrm>
            <a:custGeom>
              <a:avLst/>
              <a:gdLst>
                <a:gd name="T0" fmla="*/ 19 w 37"/>
                <a:gd name="T1" fmla="*/ 12 h 14"/>
                <a:gd name="T2" fmla="*/ 1 w 37"/>
                <a:gd name="T3" fmla="*/ 12 h 14"/>
                <a:gd name="T4" fmla="*/ 18 w 37"/>
                <a:gd name="T5" fmla="*/ 2 h 14"/>
                <a:gd name="T6" fmla="*/ 36 w 37"/>
                <a:gd name="T7" fmla="*/ 2 h 14"/>
                <a:gd name="T8" fmla="*/ 19 w 37"/>
                <a:gd name="T9" fmla="*/ 12 h 14"/>
              </a:gdLst>
              <a:ahLst/>
              <a:cxnLst>
                <a:cxn ang="0">
                  <a:pos x="T0" y="T1"/>
                </a:cxn>
                <a:cxn ang="0">
                  <a:pos x="T2" y="T3"/>
                </a:cxn>
                <a:cxn ang="0">
                  <a:pos x="T4" y="T5"/>
                </a:cxn>
                <a:cxn ang="0">
                  <a:pos x="T6" y="T7"/>
                </a:cxn>
                <a:cxn ang="0">
                  <a:pos x="T8" y="T9"/>
                </a:cxn>
              </a:cxnLst>
              <a:rect l="0" t="0" r="r" b="b"/>
              <a:pathLst>
                <a:path w="37" h="14">
                  <a:moveTo>
                    <a:pt x="19" y="12"/>
                  </a:moveTo>
                  <a:cubicBezTo>
                    <a:pt x="10" y="14"/>
                    <a:pt x="1" y="14"/>
                    <a:pt x="1" y="12"/>
                  </a:cubicBezTo>
                  <a:cubicBezTo>
                    <a:pt x="0" y="9"/>
                    <a:pt x="8" y="5"/>
                    <a:pt x="18" y="2"/>
                  </a:cubicBezTo>
                  <a:cubicBezTo>
                    <a:pt x="27" y="0"/>
                    <a:pt x="35" y="0"/>
                    <a:pt x="36" y="2"/>
                  </a:cubicBezTo>
                  <a:cubicBezTo>
                    <a:pt x="37" y="5"/>
                    <a:pt x="29" y="9"/>
                    <a:pt x="1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5" name="Freeform 524">
              <a:extLst>
                <a:ext uri="{FF2B5EF4-FFF2-40B4-BE49-F238E27FC236}">
                  <a16:creationId xmlns:a16="http://schemas.microsoft.com/office/drawing/2014/main" id="{E398ADCB-B45B-DAA0-9851-D3D10661DCCF}"/>
                </a:ext>
              </a:extLst>
            </p:cNvPr>
            <p:cNvSpPr>
              <a:spLocks/>
            </p:cNvSpPr>
            <p:nvPr/>
          </p:nvSpPr>
          <p:spPr bwMode="auto">
            <a:xfrm rot="5094805">
              <a:off x="88776" y="3382582"/>
              <a:ext cx="91399" cy="31990"/>
            </a:xfrm>
            <a:custGeom>
              <a:avLst/>
              <a:gdLst>
                <a:gd name="T0" fmla="*/ 19 w 37"/>
                <a:gd name="T1" fmla="*/ 11 h 13"/>
                <a:gd name="T2" fmla="*/ 1 w 37"/>
                <a:gd name="T3" fmla="*/ 11 h 13"/>
                <a:gd name="T4" fmla="*/ 18 w 37"/>
                <a:gd name="T5" fmla="*/ 3 h 13"/>
                <a:gd name="T6" fmla="*/ 36 w 37"/>
                <a:gd name="T7" fmla="*/ 2 h 13"/>
                <a:gd name="T8" fmla="*/ 19 w 37"/>
                <a:gd name="T9" fmla="*/ 11 h 13"/>
              </a:gdLst>
              <a:ahLst/>
              <a:cxnLst>
                <a:cxn ang="0">
                  <a:pos x="T0" y="T1"/>
                </a:cxn>
                <a:cxn ang="0">
                  <a:pos x="T2" y="T3"/>
                </a:cxn>
                <a:cxn ang="0">
                  <a:pos x="T4" y="T5"/>
                </a:cxn>
                <a:cxn ang="0">
                  <a:pos x="T6" y="T7"/>
                </a:cxn>
                <a:cxn ang="0">
                  <a:pos x="T8" y="T9"/>
                </a:cxn>
              </a:cxnLst>
              <a:rect l="0" t="0" r="r" b="b"/>
              <a:pathLst>
                <a:path w="37" h="13">
                  <a:moveTo>
                    <a:pt x="19" y="11"/>
                  </a:moveTo>
                  <a:cubicBezTo>
                    <a:pt x="10" y="13"/>
                    <a:pt x="1" y="13"/>
                    <a:pt x="1" y="11"/>
                  </a:cubicBezTo>
                  <a:cubicBezTo>
                    <a:pt x="0" y="9"/>
                    <a:pt x="8" y="5"/>
                    <a:pt x="18" y="3"/>
                  </a:cubicBezTo>
                  <a:cubicBezTo>
                    <a:pt x="28" y="0"/>
                    <a:pt x="35" y="0"/>
                    <a:pt x="36" y="2"/>
                  </a:cubicBezTo>
                  <a:cubicBezTo>
                    <a:pt x="37" y="4"/>
                    <a:pt x="29" y="8"/>
                    <a:pt x="1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6" name="Freeform 525">
              <a:extLst>
                <a:ext uri="{FF2B5EF4-FFF2-40B4-BE49-F238E27FC236}">
                  <a16:creationId xmlns:a16="http://schemas.microsoft.com/office/drawing/2014/main" id="{4092A180-4124-D5F7-B043-72A70206FF82}"/>
                </a:ext>
              </a:extLst>
            </p:cNvPr>
            <p:cNvSpPr>
              <a:spLocks/>
            </p:cNvSpPr>
            <p:nvPr/>
          </p:nvSpPr>
          <p:spPr bwMode="auto">
            <a:xfrm rot="5094805">
              <a:off x="24898" y="3194420"/>
              <a:ext cx="91399" cy="29705"/>
            </a:xfrm>
            <a:custGeom>
              <a:avLst/>
              <a:gdLst>
                <a:gd name="T0" fmla="*/ 19 w 37"/>
                <a:gd name="T1" fmla="*/ 9 h 12"/>
                <a:gd name="T2" fmla="*/ 1 w 37"/>
                <a:gd name="T3" fmla="*/ 10 h 12"/>
                <a:gd name="T4" fmla="*/ 18 w 37"/>
                <a:gd name="T5" fmla="*/ 3 h 12"/>
                <a:gd name="T6" fmla="*/ 36 w 37"/>
                <a:gd name="T7" fmla="*/ 2 h 12"/>
                <a:gd name="T8" fmla="*/ 19 w 37"/>
                <a:gd name="T9" fmla="*/ 9 h 12"/>
              </a:gdLst>
              <a:ahLst/>
              <a:cxnLst>
                <a:cxn ang="0">
                  <a:pos x="T0" y="T1"/>
                </a:cxn>
                <a:cxn ang="0">
                  <a:pos x="T2" y="T3"/>
                </a:cxn>
                <a:cxn ang="0">
                  <a:pos x="T4" y="T5"/>
                </a:cxn>
                <a:cxn ang="0">
                  <a:pos x="T6" y="T7"/>
                </a:cxn>
                <a:cxn ang="0">
                  <a:pos x="T8" y="T9"/>
                </a:cxn>
              </a:cxnLst>
              <a:rect l="0" t="0" r="r" b="b"/>
              <a:pathLst>
                <a:path w="37" h="12">
                  <a:moveTo>
                    <a:pt x="19" y="9"/>
                  </a:moveTo>
                  <a:cubicBezTo>
                    <a:pt x="10" y="11"/>
                    <a:pt x="1" y="12"/>
                    <a:pt x="1" y="10"/>
                  </a:cubicBezTo>
                  <a:cubicBezTo>
                    <a:pt x="0" y="8"/>
                    <a:pt x="8" y="5"/>
                    <a:pt x="18" y="3"/>
                  </a:cubicBezTo>
                  <a:cubicBezTo>
                    <a:pt x="28" y="0"/>
                    <a:pt x="35" y="0"/>
                    <a:pt x="36" y="2"/>
                  </a:cubicBezTo>
                  <a:cubicBezTo>
                    <a:pt x="37" y="4"/>
                    <a:pt x="29" y="7"/>
                    <a:pt x="1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7" name="Freeform 526">
              <a:extLst>
                <a:ext uri="{FF2B5EF4-FFF2-40B4-BE49-F238E27FC236}">
                  <a16:creationId xmlns:a16="http://schemas.microsoft.com/office/drawing/2014/main" id="{54DCB14F-A135-C0FD-6161-B2A6E83D5413}"/>
                </a:ext>
              </a:extLst>
            </p:cNvPr>
            <p:cNvSpPr>
              <a:spLocks/>
            </p:cNvSpPr>
            <p:nvPr/>
          </p:nvSpPr>
          <p:spPr bwMode="auto">
            <a:xfrm rot="5094805">
              <a:off x="-34225" y="3010413"/>
              <a:ext cx="91399" cy="22850"/>
            </a:xfrm>
            <a:custGeom>
              <a:avLst/>
              <a:gdLst>
                <a:gd name="T0" fmla="*/ 19 w 37"/>
                <a:gd name="T1" fmla="*/ 8 h 10"/>
                <a:gd name="T2" fmla="*/ 0 w 37"/>
                <a:gd name="T3" fmla="*/ 8 h 10"/>
                <a:gd name="T4" fmla="*/ 18 w 37"/>
                <a:gd name="T5" fmla="*/ 2 h 10"/>
                <a:gd name="T6" fmla="*/ 36 w 37"/>
                <a:gd name="T7" fmla="*/ 1 h 10"/>
                <a:gd name="T8" fmla="*/ 19 w 37"/>
                <a:gd name="T9" fmla="*/ 8 h 10"/>
              </a:gdLst>
              <a:ahLst/>
              <a:cxnLst>
                <a:cxn ang="0">
                  <a:pos x="T0" y="T1"/>
                </a:cxn>
                <a:cxn ang="0">
                  <a:pos x="T2" y="T3"/>
                </a:cxn>
                <a:cxn ang="0">
                  <a:pos x="T4" y="T5"/>
                </a:cxn>
                <a:cxn ang="0">
                  <a:pos x="T6" y="T7"/>
                </a:cxn>
                <a:cxn ang="0">
                  <a:pos x="T8" y="T9"/>
                </a:cxn>
              </a:cxnLst>
              <a:rect l="0" t="0" r="r" b="b"/>
              <a:pathLst>
                <a:path w="37" h="10">
                  <a:moveTo>
                    <a:pt x="19" y="8"/>
                  </a:moveTo>
                  <a:cubicBezTo>
                    <a:pt x="9" y="10"/>
                    <a:pt x="1" y="10"/>
                    <a:pt x="0" y="8"/>
                  </a:cubicBezTo>
                  <a:cubicBezTo>
                    <a:pt x="0" y="7"/>
                    <a:pt x="8" y="4"/>
                    <a:pt x="18" y="2"/>
                  </a:cubicBezTo>
                  <a:cubicBezTo>
                    <a:pt x="27" y="0"/>
                    <a:pt x="35" y="0"/>
                    <a:pt x="36" y="1"/>
                  </a:cubicBezTo>
                  <a:cubicBezTo>
                    <a:pt x="37" y="3"/>
                    <a:pt x="29" y="6"/>
                    <a:pt x="1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8" name="Freeform 562">
              <a:extLst>
                <a:ext uri="{FF2B5EF4-FFF2-40B4-BE49-F238E27FC236}">
                  <a16:creationId xmlns:a16="http://schemas.microsoft.com/office/drawing/2014/main" id="{012C095B-CFA7-D68D-2805-496A1CFAAA34}"/>
                </a:ext>
              </a:extLst>
            </p:cNvPr>
            <p:cNvSpPr>
              <a:spLocks/>
            </p:cNvSpPr>
            <p:nvPr/>
          </p:nvSpPr>
          <p:spPr bwMode="auto">
            <a:xfrm rot="5094805">
              <a:off x="1152123" y="6724346"/>
              <a:ext cx="95969" cy="127959"/>
            </a:xfrm>
            <a:custGeom>
              <a:avLst/>
              <a:gdLst>
                <a:gd name="T0" fmla="*/ 22 w 39"/>
                <a:gd name="T1" fmla="*/ 50 h 52"/>
                <a:gd name="T2" fmla="*/ 1 w 39"/>
                <a:gd name="T3" fmla="*/ 30 h 52"/>
                <a:gd name="T4" fmla="*/ 17 w 39"/>
                <a:gd name="T5" fmla="*/ 2 h 52"/>
                <a:gd name="T6" fmla="*/ 37 w 39"/>
                <a:gd name="T7" fmla="*/ 21 h 52"/>
                <a:gd name="T8" fmla="*/ 22 w 39"/>
                <a:gd name="T9" fmla="*/ 50 h 52"/>
              </a:gdLst>
              <a:ahLst/>
              <a:cxnLst>
                <a:cxn ang="0">
                  <a:pos x="T0" y="T1"/>
                </a:cxn>
                <a:cxn ang="0">
                  <a:pos x="T2" y="T3"/>
                </a:cxn>
                <a:cxn ang="0">
                  <a:pos x="T4" y="T5"/>
                </a:cxn>
                <a:cxn ang="0">
                  <a:pos x="T6" y="T7"/>
                </a:cxn>
                <a:cxn ang="0">
                  <a:pos x="T8" y="T9"/>
                </a:cxn>
              </a:cxnLst>
              <a:rect l="0" t="0" r="r" b="b"/>
              <a:pathLst>
                <a:path w="39" h="52">
                  <a:moveTo>
                    <a:pt x="22" y="50"/>
                  </a:moveTo>
                  <a:cubicBezTo>
                    <a:pt x="12" y="52"/>
                    <a:pt x="2" y="43"/>
                    <a:pt x="1" y="30"/>
                  </a:cubicBezTo>
                  <a:cubicBezTo>
                    <a:pt x="0" y="17"/>
                    <a:pt x="7" y="4"/>
                    <a:pt x="17" y="2"/>
                  </a:cubicBezTo>
                  <a:cubicBezTo>
                    <a:pt x="27" y="0"/>
                    <a:pt x="36" y="8"/>
                    <a:pt x="37" y="21"/>
                  </a:cubicBezTo>
                  <a:cubicBezTo>
                    <a:pt x="39" y="34"/>
                    <a:pt x="32" y="47"/>
                    <a:pt x="22"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9" name="Freeform 563">
              <a:extLst>
                <a:ext uri="{FF2B5EF4-FFF2-40B4-BE49-F238E27FC236}">
                  <a16:creationId xmlns:a16="http://schemas.microsoft.com/office/drawing/2014/main" id="{A73F91F2-D061-8A95-E14A-31534652B52C}"/>
                </a:ext>
              </a:extLst>
            </p:cNvPr>
            <p:cNvSpPr>
              <a:spLocks/>
            </p:cNvSpPr>
            <p:nvPr/>
          </p:nvSpPr>
          <p:spPr bwMode="auto">
            <a:xfrm rot="5094805">
              <a:off x="1091255" y="6527900"/>
              <a:ext cx="95969" cy="132529"/>
            </a:xfrm>
            <a:custGeom>
              <a:avLst/>
              <a:gdLst>
                <a:gd name="T0" fmla="*/ 17 w 39"/>
                <a:gd name="T1" fmla="*/ 2 h 54"/>
                <a:gd name="T2" fmla="*/ 37 w 39"/>
                <a:gd name="T3" fmla="*/ 23 h 54"/>
                <a:gd name="T4" fmla="*/ 23 w 39"/>
                <a:gd name="T5" fmla="*/ 51 h 54"/>
                <a:gd name="T6" fmla="*/ 2 w 39"/>
                <a:gd name="T7" fmla="*/ 31 h 54"/>
                <a:gd name="T8" fmla="*/ 17 w 39"/>
                <a:gd name="T9" fmla="*/ 2 h 54"/>
              </a:gdLst>
              <a:ahLst/>
              <a:cxnLst>
                <a:cxn ang="0">
                  <a:pos x="T0" y="T1"/>
                </a:cxn>
                <a:cxn ang="0">
                  <a:pos x="T2" y="T3"/>
                </a:cxn>
                <a:cxn ang="0">
                  <a:pos x="T4" y="T5"/>
                </a:cxn>
                <a:cxn ang="0">
                  <a:pos x="T6" y="T7"/>
                </a:cxn>
                <a:cxn ang="0">
                  <a:pos x="T8" y="T9"/>
                </a:cxn>
              </a:cxnLst>
              <a:rect l="0" t="0" r="r" b="b"/>
              <a:pathLst>
                <a:path w="39" h="54">
                  <a:moveTo>
                    <a:pt x="17" y="2"/>
                  </a:moveTo>
                  <a:cubicBezTo>
                    <a:pt x="27" y="0"/>
                    <a:pt x="36" y="9"/>
                    <a:pt x="37" y="23"/>
                  </a:cubicBezTo>
                  <a:cubicBezTo>
                    <a:pt x="39" y="36"/>
                    <a:pt x="32" y="48"/>
                    <a:pt x="23" y="51"/>
                  </a:cubicBezTo>
                  <a:cubicBezTo>
                    <a:pt x="13" y="54"/>
                    <a:pt x="4" y="45"/>
                    <a:pt x="2" y="31"/>
                  </a:cubicBezTo>
                  <a:cubicBezTo>
                    <a:pt x="0" y="18"/>
                    <a:pt x="7" y="5"/>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0" name="Freeform 564">
              <a:extLst>
                <a:ext uri="{FF2B5EF4-FFF2-40B4-BE49-F238E27FC236}">
                  <a16:creationId xmlns:a16="http://schemas.microsoft.com/office/drawing/2014/main" id="{86F72607-2799-6928-74E2-7BCF675B32DA}"/>
                </a:ext>
              </a:extLst>
            </p:cNvPr>
            <p:cNvSpPr>
              <a:spLocks/>
            </p:cNvSpPr>
            <p:nvPr/>
          </p:nvSpPr>
          <p:spPr bwMode="auto">
            <a:xfrm rot="5094805">
              <a:off x="1043309" y="6338320"/>
              <a:ext cx="95969" cy="130244"/>
            </a:xfrm>
            <a:custGeom>
              <a:avLst/>
              <a:gdLst>
                <a:gd name="T0" fmla="*/ 22 w 39"/>
                <a:gd name="T1" fmla="*/ 52 h 53"/>
                <a:gd name="T2" fmla="*/ 1 w 39"/>
                <a:gd name="T3" fmla="*/ 28 h 53"/>
                <a:gd name="T4" fmla="*/ 18 w 39"/>
                <a:gd name="T5" fmla="*/ 1 h 53"/>
                <a:gd name="T6" fmla="*/ 37 w 39"/>
                <a:gd name="T7" fmla="*/ 23 h 53"/>
                <a:gd name="T8" fmla="*/ 22 w 39"/>
                <a:gd name="T9" fmla="*/ 52 h 53"/>
              </a:gdLst>
              <a:ahLst/>
              <a:cxnLst>
                <a:cxn ang="0">
                  <a:pos x="T0" y="T1"/>
                </a:cxn>
                <a:cxn ang="0">
                  <a:pos x="T2" y="T3"/>
                </a:cxn>
                <a:cxn ang="0">
                  <a:pos x="T4" y="T5"/>
                </a:cxn>
                <a:cxn ang="0">
                  <a:pos x="T6" y="T7"/>
                </a:cxn>
                <a:cxn ang="0">
                  <a:pos x="T8" y="T9"/>
                </a:cxn>
              </a:cxnLst>
              <a:rect l="0" t="0" r="r" b="b"/>
              <a:pathLst>
                <a:path w="39" h="53">
                  <a:moveTo>
                    <a:pt x="22" y="52"/>
                  </a:moveTo>
                  <a:cubicBezTo>
                    <a:pt x="12" y="53"/>
                    <a:pt x="2" y="42"/>
                    <a:pt x="1" y="28"/>
                  </a:cubicBezTo>
                  <a:cubicBezTo>
                    <a:pt x="0" y="14"/>
                    <a:pt x="7" y="2"/>
                    <a:pt x="18" y="1"/>
                  </a:cubicBezTo>
                  <a:cubicBezTo>
                    <a:pt x="27" y="0"/>
                    <a:pt x="35" y="10"/>
                    <a:pt x="37" y="23"/>
                  </a:cubicBezTo>
                  <a:cubicBezTo>
                    <a:pt x="39" y="37"/>
                    <a:pt x="32" y="50"/>
                    <a:pt x="2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1" name="Freeform 565">
              <a:extLst>
                <a:ext uri="{FF2B5EF4-FFF2-40B4-BE49-F238E27FC236}">
                  <a16:creationId xmlns:a16="http://schemas.microsoft.com/office/drawing/2014/main" id="{C0EDAE9E-1435-0D3D-0596-00ABF8558ABE}"/>
                </a:ext>
              </a:extLst>
            </p:cNvPr>
            <p:cNvSpPr>
              <a:spLocks/>
            </p:cNvSpPr>
            <p:nvPr/>
          </p:nvSpPr>
          <p:spPr bwMode="auto">
            <a:xfrm rot="5094805">
              <a:off x="995372" y="6146657"/>
              <a:ext cx="91399" cy="132529"/>
            </a:xfrm>
            <a:custGeom>
              <a:avLst/>
              <a:gdLst>
                <a:gd name="T0" fmla="*/ 17 w 37"/>
                <a:gd name="T1" fmla="*/ 2 h 54"/>
                <a:gd name="T2" fmla="*/ 36 w 37"/>
                <a:gd name="T3" fmla="*/ 24 h 54"/>
                <a:gd name="T4" fmla="*/ 21 w 37"/>
                <a:gd name="T5" fmla="*/ 52 h 54"/>
                <a:gd name="T6" fmla="*/ 1 w 37"/>
                <a:gd name="T7" fmla="*/ 30 h 54"/>
                <a:gd name="T8" fmla="*/ 17 w 37"/>
                <a:gd name="T9" fmla="*/ 2 h 54"/>
              </a:gdLst>
              <a:ahLst/>
              <a:cxnLst>
                <a:cxn ang="0">
                  <a:pos x="T0" y="T1"/>
                </a:cxn>
                <a:cxn ang="0">
                  <a:pos x="T2" y="T3"/>
                </a:cxn>
                <a:cxn ang="0">
                  <a:pos x="T4" y="T5"/>
                </a:cxn>
                <a:cxn ang="0">
                  <a:pos x="T6" y="T7"/>
                </a:cxn>
                <a:cxn ang="0">
                  <a:pos x="T8" y="T9"/>
                </a:cxn>
              </a:cxnLst>
              <a:rect l="0" t="0" r="r" b="b"/>
              <a:pathLst>
                <a:path w="37" h="54">
                  <a:moveTo>
                    <a:pt x="17" y="2"/>
                  </a:moveTo>
                  <a:cubicBezTo>
                    <a:pt x="27" y="0"/>
                    <a:pt x="36" y="10"/>
                    <a:pt x="36" y="24"/>
                  </a:cubicBezTo>
                  <a:cubicBezTo>
                    <a:pt x="37" y="38"/>
                    <a:pt x="30" y="50"/>
                    <a:pt x="21" y="52"/>
                  </a:cubicBezTo>
                  <a:cubicBezTo>
                    <a:pt x="11" y="54"/>
                    <a:pt x="2" y="44"/>
                    <a:pt x="1" y="30"/>
                  </a:cubicBezTo>
                  <a:cubicBezTo>
                    <a:pt x="0" y="16"/>
                    <a:pt x="7" y="4"/>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2" name="Freeform 566">
              <a:extLst>
                <a:ext uri="{FF2B5EF4-FFF2-40B4-BE49-F238E27FC236}">
                  <a16:creationId xmlns:a16="http://schemas.microsoft.com/office/drawing/2014/main" id="{1BEA43FB-6D6E-5CFF-556C-0C0DF898142B}"/>
                </a:ext>
              </a:extLst>
            </p:cNvPr>
            <p:cNvSpPr>
              <a:spLocks/>
            </p:cNvSpPr>
            <p:nvPr/>
          </p:nvSpPr>
          <p:spPr bwMode="auto">
            <a:xfrm rot="5094805">
              <a:off x="934909" y="5959333"/>
              <a:ext cx="91399" cy="127959"/>
            </a:xfrm>
            <a:custGeom>
              <a:avLst/>
              <a:gdLst>
                <a:gd name="T0" fmla="*/ 20 w 37"/>
                <a:gd name="T1" fmla="*/ 51 h 52"/>
                <a:gd name="T2" fmla="*/ 0 w 37"/>
                <a:gd name="T3" fmla="*/ 29 h 52"/>
                <a:gd name="T4" fmla="*/ 17 w 37"/>
                <a:gd name="T5" fmla="*/ 1 h 52"/>
                <a:gd name="T6" fmla="*/ 36 w 37"/>
                <a:gd name="T7" fmla="*/ 22 h 52"/>
                <a:gd name="T8" fmla="*/ 20 w 37"/>
                <a:gd name="T9" fmla="*/ 51 h 52"/>
              </a:gdLst>
              <a:ahLst/>
              <a:cxnLst>
                <a:cxn ang="0">
                  <a:pos x="T0" y="T1"/>
                </a:cxn>
                <a:cxn ang="0">
                  <a:pos x="T2" y="T3"/>
                </a:cxn>
                <a:cxn ang="0">
                  <a:pos x="T4" y="T5"/>
                </a:cxn>
                <a:cxn ang="0">
                  <a:pos x="T6" y="T7"/>
                </a:cxn>
                <a:cxn ang="0">
                  <a:pos x="T8" y="T9"/>
                </a:cxn>
              </a:cxnLst>
              <a:rect l="0" t="0" r="r" b="b"/>
              <a:pathLst>
                <a:path w="37" h="52">
                  <a:moveTo>
                    <a:pt x="20" y="51"/>
                  </a:moveTo>
                  <a:cubicBezTo>
                    <a:pt x="10" y="52"/>
                    <a:pt x="1" y="42"/>
                    <a:pt x="0" y="29"/>
                  </a:cubicBezTo>
                  <a:cubicBezTo>
                    <a:pt x="0" y="15"/>
                    <a:pt x="7" y="3"/>
                    <a:pt x="17" y="1"/>
                  </a:cubicBezTo>
                  <a:cubicBezTo>
                    <a:pt x="27" y="0"/>
                    <a:pt x="35" y="9"/>
                    <a:pt x="36" y="22"/>
                  </a:cubicBezTo>
                  <a:cubicBezTo>
                    <a:pt x="37" y="36"/>
                    <a:pt x="30" y="49"/>
                    <a:pt x="20"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3" name="Freeform 567">
              <a:extLst>
                <a:ext uri="{FF2B5EF4-FFF2-40B4-BE49-F238E27FC236}">
                  <a16:creationId xmlns:a16="http://schemas.microsoft.com/office/drawing/2014/main" id="{F0E7C8D5-0085-B8C4-2C8F-669C15214B28}"/>
                </a:ext>
              </a:extLst>
            </p:cNvPr>
            <p:cNvSpPr>
              <a:spLocks/>
            </p:cNvSpPr>
            <p:nvPr/>
          </p:nvSpPr>
          <p:spPr bwMode="auto">
            <a:xfrm rot="5094805">
              <a:off x="872266" y="5772105"/>
              <a:ext cx="93684" cy="125674"/>
            </a:xfrm>
            <a:custGeom>
              <a:avLst/>
              <a:gdLst>
                <a:gd name="T0" fmla="*/ 22 w 38"/>
                <a:gd name="T1" fmla="*/ 49 h 51"/>
                <a:gd name="T2" fmla="*/ 1 w 38"/>
                <a:gd name="T3" fmla="*/ 29 h 51"/>
                <a:gd name="T4" fmla="*/ 17 w 38"/>
                <a:gd name="T5" fmla="*/ 2 h 51"/>
                <a:gd name="T6" fmla="*/ 37 w 38"/>
                <a:gd name="T7" fmla="*/ 20 h 51"/>
                <a:gd name="T8" fmla="*/ 22 w 38"/>
                <a:gd name="T9" fmla="*/ 49 h 51"/>
              </a:gdLst>
              <a:ahLst/>
              <a:cxnLst>
                <a:cxn ang="0">
                  <a:pos x="T0" y="T1"/>
                </a:cxn>
                <a:cxn ang="0">
                  <a:pos x="T2" y="T3"/>
                </a:cxn>
                <a:cxn ang="0">
                  <a:pos x="T4" y="T5"/>
                </a:cxn>
                <a:cxn ang="0">
                  <a:pos x="T6" y="T7"/>
                </a:cxn>
                <a:cxn ang="0">
                  <a:pos x="T8" y="T9"/>
                </a:cxn>
              </a:cxnLst>
              <a:rect l="0" t="0" r="r" b="b"/>
              <a:pathLst>
                <a:path w="38" h="51">
                  <a:moveTo>
                    <a:pt x="22" y="49"/>
                  </a:moveTo>
                  <a:cubicBezTo>
                    <a:pt x="12" y="51"/>
                    <a:pt x="3" y="42"/>
                    <a:pt x="1" y="29"/>
                  </a:cubicBezTo>
                  <a:cubicBezTo>
                    <a:pt x="0" y="16"/>
                    <a:pt x="7" y="4"/>
                    <a:pt x="17" y="2"/>
                  </a:cubicBezTo>
                  <a:cubicBezTo>
                    <a:pt x="27" y="0"/>
                    <a:pt x="35" y="8"/>
                    <a:pt x="37" y="20"/>
                  </a:cubicBezTo>
                  <a:cubicBezTo>
                    <a:pt x="38" y="34"/>
                    <a:pt x="32" y="47"/>
                    <a:pt x="22"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4" name="Freeform 568">
              <a:extLst>
                <a:ext uri="{FF2B5EF4-FFF2-40B4-BE49-F238E27FC236}">
                  <a16:creationId xmlns:a16="http://schemas.microsoft.com/office/drawing/2014/main" id="{539D1D9A-2B2E-898D-D908-741DC37A2B1A}"/>
                </a:ext>
              </a:extLst>
            </p:cNvPr>
            <p:cNvSpPr>
              <a:spLocks/>
            </p:cNvSpPr>
            <p:nvPr/>
          </p:nvSpPr>
          <p:spPr bwMode="auto">
            <a:xfrm rot="5094805">
              <a:off x="815419" y="5585611"/>
              <a:ext cx="93684" cy="123389"/>
            </a:xfrm>
            <a:custGeom>
              <a:avLst/>
              <a:gdLst>
                <a:gd name="T0" fmla="*/ 16 w 38"/>
                <a:gd name="T1" fmla="*/ 3 h 50"/>
                <a:gd name="T2" fmla="*/ 37 w 38"/>
                <a:gd name="T3" fmla="*/ 21 h 50"/>
                <a:gd name="T4" fmla="*/ 23 w 38"/>
                <a:gd name="T5" fmla="*/ 47 h 50"/>
                <a:gd name="T6" fmla="*/ 2 w 38"/>
                <a:gd name="T7" fmla="*/ 30 h 50"/>
                <a:gd name="T8" fmla="*/ 16 w 38"/>
                <a:gd name="T9" fmla="*/ 3 h 50"/>
              </a:gdLst>
              <a:ahLst/>
              <a:cxnLst>
                <a:cxn ang="0">
                  <a:pos x="T0" y="T1"/>
                </a:cxn>
                <a:cxn ang="0">
                  <a:pos x="T2" y="T3"/>
                </a:cxn>
                <a:cxn ang="0">
                  <a:pos x="T4" y="T5"/>
                </a:cxn>
                <a:cxn ang="0">
                  <a:pos x="T6" y="T7"/>
                </a:cxn>
                <a:cxn ang="0">
                  <a:pos x="T8" y="T9"/>
                </a:cxn>
              </a:cxnLst>
              <a:rect l="0" t="0" r="r" b="b"/>
              <a:pathLst>
                <a:path w="38" h="50">
                  <a:moveTo>
                    <a:pt x="16" y="3"/>
                  </a:moveTo>
                  <a:cubicBezTo>
                    <a:pt x="26" y="0"/>
                    <a:pt x="35" y="8"/>
                    <a:pt x="37" y="21"/>
                  </a:cubicBezTo>
                  <a:cubicBezTo>
                    <a:pt x="38" y="32"/>
                    <a:pt x="32" y="44"/>
                    <a:pt x="23" y="47"/>
                  </a:cubicBezTo>
                  <a:cubicBezTo>
                    <a:pt x="13" y="50"/>
                    <a:pt x="4" y="42"/>
                    <a:pt x="2" y="30"/>
                  </a:cubicBezTo>
                  <a:cubicBezTo>
                    <a:pt x="0" y="18"/>
                    <a:pt x="7" y="5"/>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5" name="Freeform 570">
              <a:extLst>
                <a:ext uri="{FF2B5EF4-FFF2-40B4-BE49-F238E27FC236}">
                  <a16:creationId xmlns:a16="http://schemas.microsoft.com/office/drawing/2014/main" id="{EDA3AD66-1982-DD93-3EDA-000DC8C5F4C1}"/>
                </a:ext>
              </a:extLst>
            </p:cNvPr>
            <p:cNvSpPr>
              <a:spLocks/>
            </p:cNvSpPr>
            <p:nvPr/>
          </p:nvSpPr>
          <p:spPr bwMode="auto">
            <a:xfrm rot="5094805">
              <a:off x="717098" y="4923500"/>
              <a:ext cx="89114" cy="89114"/>
            </a:xfrm>
            <a:custGeom>
              <a:avLst/>
              <a:gdLst>
                <a:gd name="T0" fmla="*/ 20 w 36"/>
                <a:gd name="T1" fmla="*/ 34 h 36"/>
                <a:gd name="T2" fmla="*/ 2 w 36"/>
                <a:gd name="T3" fmla="*/ 23 h 36"/>
                <a:gd name="T4" fmla="*/ 17 w 36"/>
                <a:gd name="T5" fmla="*/ 3 h 36"/>
                <a:gd name="T6" fmla="*/ 36 w 36"/>
                <a:gd name="T7" fmla="*/ 15 h 36"/>
                <a:gd name="T8" fmla="*/ 20 w 36"/>
                <a:gd name="T9" fmla="*/ 34 h 36"/>
              </a:gdLst>
              <a:ahLst/>
              <a:cxnLst>
                <a:cxn ang="0">
                  <a:pos x="T0" y="T1"/>
                </a:cxn>
                <a:cxn ang="0">
                  <a:pos x="T2" y="T3"/>
                </a:cxn>
                <a:cxn ang="0">
                  <a:pos x="T4" y="T5"/>
                </a:cxn>
                <a:cxn ang="0">
                  <a:pos x="T6" y="T7"/>
                </a:cxn>
                <a:cxn ang="0">
                  <a:pos x="T8" y="T9"/>
                </a:cxn>
              </a:cxnLst>
              <a:rect l="0" t="0" r="r" b="b"/>
              <a:pathLst>
                <a:path w="36" h="36">
                  <a:moveTo>
                    <a:pt x="20" y="34"/>
                  </a:moveTo>
                  <a:cubicBezTo>
                    <a:pt x="11" y="36"/>
                    <a:pt x="3" y="32"/>
                    <a:pt x="2" y="23"/>
                  </a:cubicBezTo>
                  <a:cubicBezTo>
                    <a:pt x="0" y="15"/>
                    <a:pt x="7" y="5"/>
                    <a:pt x="17" y="3"/>
                  </a:cubicBezTo>
                  <a:cubicBezTo>
                    <a:pt x="26" y="0"/>
                    <a:pt x="35" y="6"/>
                    <a:pt x="36" y="15"/>
                  </a:cubicBezTo>
                  <a:cubicBezTo>
                    <a:pt x="36" y="24"/>
                    <a:pt x="29" y="32"/>
                    <a:pt x="2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6" name="Freeform 571">
              <a:extLst>
                <a:ext uri="{FF2B5EF4-FFF2-40B4-BE49-F238E27FC236}">
                  <a16:creationId xmlns:a16="http://schemas.microsoft.com/office/drawing/2014/main" id="{7DCB10A3-41E7-9508-2F0E-8117A8F2E6CA}"/>
                </a:ext>
              </a:extLst>
            </p:cNvPr>
            <p:cNvSpPr>
              <a:spLocks/>
            </p:cNvSpPr>
            <p:nvPr/>
          </p:nvSpPr>
          <p:spPr bwMode="auto">
            <a:xfrm rot="5094805">
              <a:off x="653528" y="4744565"/>
              <a:ext cx="86829" cy="75404"/>
            </a:xfrm>
            <a:custGeom>
              <a:avLst/>
              <a:gdLst>
                <a:gd name="T0" fmla="*/ 17 w 35"/>
                <a:gd name="T1" fmla="*/ 30 h 31"/>
                <a:gd name="T2" fmla="*/ 1 w 35"/>
                <a:gd name="T3" fmla="*/ 18 h 31"/>
                <a:gd name="T4" fmla="*/ 18 w 35"/>
                <a:gd name="T5" fmla="*/ 2 h 31"/>
                <a:gd name="T6" fmla="*/ 35 w 35"/>
                <a:gd name="T7" fmla="*/ 13 h 31"/>
                <a:gd name="T8" fmla="*/ 17 w 35"/>
                <a:gd name="T9" fmla="*/ 30 h 31"/>
              </a:gdLst>
              <a:ahLst/>
              <a:cxnLst>
                <a:cxn ang="0">
                  <a:pos x="T0" y="T1"/>
                </a:cxn>
                <a:cxn ang="0">
                  <a:pos x="T2" y="T3"/>
                </a:cxn>
                <a:cxn ang="0">
                  <a:pos x="T4" y="T5"/>
                </a:cxn>
                <a:cxn ang="0">
                  <a:pos x="T6" y="T7"/>
                </a:cxn>
                <a:cxn ang="0">
                  <a:pos x="T8" y="T9"/>
                </a:cxn>
              </a:cxnLst>
              <a:rect l="0" t="0" r="r" b="b"/>
              <a:pathLst>
                <a:path w="35" h="31">
                  <a:moveTo>
                    <a:pt x="17" y="30"/>
                  </a:moveTo>
                  <a:cubicBezTo>
                    <a:pt x="8" y="31"/>
                    <a:pt x="0" y="26"/>
                    <a:pt x="1" y="18"/>
                  </a:cubicBezTo>
                  <a:cubicBezTo>
                    <a:pt x="1" y="10"/>
                    <a:pt x="9" y="3"/>
                    <a:pt x="18" y="2"/>
                  </a:cubicBezTo>
                  <a:cubicBezTo>
                    <a:pt x="27" y="0"/>
                    <a:pt x="35" y="5"/>
                    <a:pt x="35" y="13"/>
                  </a:cubicBezTo>
                  <a:cubicBezTo>
                    <a:pt x="35" y="21"/>
                    <a:pt x="27" y="29"/>
                    <a:pt x="1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7" name="Freeform 572">
              <a:extLst>
                <a:ext uri="{FF2B5EF4-FFF2-40B4-BE49-F238E27FC236}">
                  <a16:creationId xmlns:a16="http://schemas.microsoft.com/office/drawing/2014/main" id="{3CC63F0C-D2E3-1B8E-3463-976D6D259D03}"/>
                </a:ext>
              </a:extLst>
            </p:cNvPr>
            <p:cNvSpPr>
              <a:spLocks/>
            </p:cNvSpPr>
            <p:nvPr/>
          </p:nvSpPr>
          <p:spPr bwMode="auto">
            <a:xfrm rot="5094805">
              <a:off x="586536" y="4560019"/>
              <a:ext cx="89114" cy="73119"/>
            </a:xfrm>
            <a:custGeom>
              <a:avLst/>
              <a:gdLst>
                <a:gd name="T0" fmla="*/ 20 w 36"/>
                <a:gd name="T1" fmla="*/ 27 h 29"/>
                <a:gd name="T2" fmla="*/ 1 w 36"/>
                <a:gd name="T3" fmla="*/ 20 h 29"/>
                <a:gd name="T4" fmla="*/ 17 w 36"/>
                <a:gd name="T5" fmla="*/ 3 h 29"/>
                <a:gd name="T6" fmla="*/ 36 w 36"/>
                <a:gd name="T7" fmla="*/ 11 h 29"/>
                <a:gd name="T8" fmla="*/ 20 w 36"/>
                <a:gd name="T9" fmla="*/ 27 h 29"/>
              </a:gdLst>
              <a:ahLst/>
              <a:cxnLst>
                <a:cxn ang="0">
                  <a:pos x="T0" y="T1"/>
                </a:cxn>
                <a:cxn ang="0">
                  <a:pos x="T2" y="T3"/>
                </a:cxn>
                <a:cxn ang="0">
                  <a:pos x="T4" y="T5"/>
                </a:cxn>
                <a:cxn ang="0">
                  <a:pos x="T6" y="T7"/>
                </a:cxn>
                <a:cxn ang="0">
                  <a:pos x="T8" y="T9"/>
                </a:cxn>
              </a:cxnLst>
              <a:rect l="0" t="0" r="r" b="b"/>
              <a:pathLst>
                <a:path w="36" h="29">
                  <a:moveTo>
                    <a:pt x="20" y="27"/>
                  </a:moveTo>
                  <a:cubicBezTo>
                    <a:pt x="10" y="29"/>
                    <a:pt x="3" y="26"/>
                    <a:pt x="1" y="20"/>
                  </a:cubicBezTo>
                  <a:cubicBezTo>
                    <a:pt x="0" y="13"/>
                    <a:pt x="7" y="5"/>
                    <a:pt x="17" y="3"/>
                  </a:cubicBezTo>
                  <a:cubicBezTo>
                    <a:pt x="26" y="0"/>
                    <a:pt x="35" y="4"/>
                    <a:pt x="36" y="11"/>
                  </a:cubicBezTo>
                  <a:cubicBezTo>
                    <a:pt x="36" y="18"/>
                    <a:pt x="29" y="24"/>
                    <a:pt x="2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8" name="Freeform 573">
              <a:extLst>
                <a:ext uri="{FF2B5EF4-FFF2-40B4-BE49-F238E27FC236}">
                  <a16:creationId xmlns:a16="http://schemas.microsoft.com/office/drawing/2014/main" id="{48498A85-9B27-8D54-6EA3-FBFC9AD0D924}"/>
                </a:ext>
              </a:extLst>
            </p:cNvPr>
            <p:cNvSpPr>
              <a:spLocks/>
            </p:cNvSpPr>
            <p:nvPr/>
          </p:nvSpPr>
          <p:spPr bwMode="auto">
            <a:xfrm rot="5094805">
              <a:off x="519553" y="4380246"/>
              <a:ext cx="86829" cy="61694"/>
            </a:xfrm>
            <a:custGeom>
              <a:avLst/>
              <a:gdLst>
                <a:gd name="T0" fmla="*/ 1 w 35"/>
                <a:gd name="T1" fmla="*/ 17 h 25"/>
                <a:gd name="T2" fmla="*/ 16 w 35"/>
                <a:gd name="T3" fmla="*/ 2 h 25"/>
                <a:gd name="T4" fmla="*/ 35 w 35"/>
                <a:gd name="T5" fmla="*/ 8 h 25"/>
                <a:gd name="T6" fmla="*/ 18 w 35"/>
                <a:gd name="T7" fmla="*/ 23 h 25"/>
                <a:gd name="T8" fmla="*/ 1 w 35"/>
                <a:gd name="T9" fmla="*/ 17 h 25"/>
              </a:gdLst>
              <a:ahLst/>
              <a:cxnLst>
                <a:cxn ang="0">
                  <a:pos x="T0" y="T1"/>
                </a:cxn>
                <a:cxn ang="0">
                  <a:pos x="T2" y="T3"/>
                </a:cxn>
                <a:cxn ang="0">
                  <a:pos x="T4" y="T5"/>
                </a:cxn>
                <a:cxn ang="0">
                  <a:pos x="T6" y="T7"/>
                </a:cxn>
                <a:cxn ang="0">
                  <a:pos x="T8" y="T9"/>
                </a:cxn>
              </a:cxnLst>
              <a:rect l="0" t="0" r="r" b="b"/>
              <a:pathLst>
                <a:path w="35" h="25">
                  <a:moveTo>
                    <a:pt x="1" y="17"/>
                  </a:moveTo>
                  <a:cubicBezTo>
                    <a:pt x="0" y="12"/>
                    <a:pt x="7" y="5"/>
                    <a:pt x="16" y="2"/>
                  </a:cubicBezTo>
                  <a:cubicBezTo>
                    <a:pt x="25" y="0"/>
                    <a:pt x="34" y="2"/>
                    <a:pt x="35" y="8"/>
                  </a:cubicBezTo>
                  <a:cubicBezTo>
                    <a:pt x="35" y="14"/>
                    <a:pt x="28" y="21"/>
                    <a:pt x="18" y="23"/>
                  </a:cubicBezTo>
                  <a:cubicBezTo>
                    <a:pt x="8" y="25"/>
                    <a:pt x="1" y="22"/>
                    <a:pt x="1"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9" name="Freeform 574">
              <a:extLst>
                <a:ext uri="{FF2B5EF4-FFF2-40B4-BE49-F238E27FC236}">
                  <a16:creationId xmlns:a16="http://schemas.microsoft.com/office/drawing/2014/main" id="{96CA277F-743F-A7FE-B428-23B0AD78F616}"/>
                </a:ext>
              </a:extLst>
            </p:cNvPr>
            <p:cNvSpPr>
              <a:spLocks/>
            </p:cNvSpPr>
            <p:nvPr/>
          </p:nvSpPr>
          <p:spPr bwMode="auto">
            <a:xfrm rot="5094805">
              <a:off x="447912" y="4196211"/>
              <a:ext cx="86829" cy="57124"/>
            </a:xfrm>
            <a:custGeom>
              <a:avLst/>
              <a:gdLst>
                <a:gd name="T0" fmla="*/ 20 w 36"/>
                <a:gd name="T1" fmla="*/ 20 h 23"/>
                <a:gd name="T2" fmla="*/ 1 w 36"/>
                <a:gd name="T3" fmla="*/ 17 h 23"/>
                <a:gd name="T4" fmla="*/ 16 w 36"/>
                <a:gd name="T5" fmla="*/ 3 h 23"/>
                <a:gd name="T6" fmla="*/ 35 w 36"/>
                <a:gd name="T7" fmla="*/ 7 h 23"/>
                <a:gd name="T8" fmla="*/ 20 w 36"/>
                <a:gd name="T9" fmla="*/ 20 h 23"/>
              </a:gdLst>
              <a:ahLst/>
              <a:cxnLst>
                <a:cxn ang="0">
                  <a:pos x="T0" y="T1"/>
                </a:cxn>
                <a:cxn ang="0">
                  <a:pos x="T2" y="T3"/>
                </a:cxn>
                <a:cxn ang="0">
                  <a:pos x="T4" y="T5"/>
                </a:cxn>
                <a:cxn ang="0">
                  <a:pos x="T6" y="T7"/>
                </a:cxn>
                <a:cxn ang="0">
                  <a:pos x="T8" y="T9"/>
                </a:cxn>
              </a:cxnLst>
              <a:rect l="0" t="0" r="r" b="b"/>
              <a:pathLst>
                <a:path w="36" h="23">
                  <a:moveTo>
                    <a:pt x="20" y="20"/>
                  </a:moveTo>
                  <a:cubicBezTo>
                    <a:pt x="10" y="23"/>
                    <a:pt x="2" y="21"/>
                    <a:pt x="1" y="17"/>
                  </a:cubicBezTo>
                  <a:cubicBezTo>
                    <a:pt x="0" y="13"/>
                    <a:pt x="7" y="6"/>
                    <a:pt x="16" y="3"/>
                  </a:cubicBezTo>
                  <a:cubicBezTo>
                    <a:pt x="26" y="0"/>
                    <a:pt x="35" y="2"/>
                    <a:pt x="35" y="7"/>
                  </a:cubicBezTo>
                  <a:cubicBezTo>
                    <a:pt x="36" y="12"/>
                    <a:pt x="29" y="18"/>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0" name="Freeform 575">
              <a:extLst>
                <a:ext uri="{FF2B5EF4-FFF2-40B4-BE49-F238E27FC236}">
                  <a16:creationId xmlns:a16="http://schemas.microsoft.com/office/drawing/2014/main" id="{D26D49DA-3C00-EFB6-8230-D3771DC4A637}"/>
                </a:ext>
              </a:extLst>
            </p:cNvPr>
            <p:cNvSpPr>
              <a:spLocks/>
            </p:cNvSpPr>
            <p:nvPr/>
          </p:nvSpPr>
          <p:spPr bwMode="auto">
            <a:xfrm rot="5094805">
              <a:off x="370476" y="4013728"/>
              <a:ext cx="89114" cy="47985"/>
            </a:xfrm>
            <a:custGeom>
              <a:avLst/>
              <a:gdLst>
                <a:gd name="T0" fmla="*/ 20 w 36"/>
                <a:gd name="T1" fmla="*/ 17 h 19"/>
                <a:gd name="T2" fmla="*/ 1 w 36"/>
                <a:gd name="T3" fmla="*/ 15 h 19"/>
                <a:gd name="T4" fmla="*/ 17 w 36"/>
                <a:gd name="T5" fmla="*/ 3 h 19"/>
                <a:gd name="T6" fmla="*/ 36 w 36"/>
                <a:gd name="T7" fmla="*/ 5 h 19"/>
                <a:gd name="T8" fmla="*/ 20 w 36"/>
                <a:gd name="T9" fmla="*/ 17 h 19"/>
              </a:gdLst>
              <a:ahLst/>
              <a:cxnLst>
                <a:cxn ang="0">
                  <a:pos x="T0" y="T1"/>
                </a:cxn>
                <a:cxn ang="0">
                  <a:pos x="T2" y="T3"/>
                </a:cxn>
                <a:cxn ang="0">
                  <a:pos x="T4" y="T5"/>
                </a:cxn>
                <a:cxn ang="0">
                  <a:pos x="T6" y="T7"/>
                </a:cxn>
                <a:cxn ang="0">
                  <a:pos x="T8" y="T9"/>
                </a:cxn>
              </a:cxnLst>
              <a:rect l="0" t="0" r="r" b="b"/>
              <a:pathLst>
                <a:path w="36" h="19">
                  <a:moveTo>
                    <a:pt x="20" y="17"/>
                  </a:moveTo>
                  <a:cubicBezTo>
                    <a:pt x="10" y="19"/>
                    <a:pt x="2" y="19"/>
                    <a:pt x="1" y="15"/>
                  </a:cubicBezTo>
                  <a:cubicBezTo>
                    <a:pt x="0" y="12"/>
                    <a:pt x="7" y="6"/>
                    <a:pt x="17" y="3"/>
                  </a:cubicBezTo>
                  <a:cubicBezTo>
                    <a:pt x="27" y="0"/>
                    <a:pt x="35" y="1"/>
                    <a:pt x="36" y="5"/>
                  </a:cubicBezTo>
                  <a:cubicBezTo>
                    <a:pt x="36" y="9"/>
                    <a:pt x="29" y="14"/>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1" name="Freeform 576">
              <a:extLst>
                <a:ext uri="{FF2B5EF4-FFF2-40B4-BE49-F238E27FC236}">
                  <a16:creationId xmlns:a16="http://schemas.microsoft.com/office/drawing/2014/main" id="{680D5764-9591-D004-7592-664A962E4ED0}"/>
                </a:ext>
              </a:extLst>
            </p:cNvPr>
            <p:cNvSpPr>
              <a:spLocks/>
            </p:cNvSpPr>
            <p:nvPr/>
          </p:nvSpPr>
          <p:spPr bwMode="auto">
            <a:xfrm rot="5094805">
              <a:off x="294380" y="3832277"/>
              <a:ext cx="91399" cy="41130"/>
            </a:xfrm>
            <a:custGeom>
              <a:avLst/>
              <a:gdLst>
                <a:gd name="T0" fmla="*/ 21 w 37"/>
                <a:gd name="T1" fmla="*/ 14 h 17"/>
                <a:gd name="T2" fmla="*/ 2 w 37"/>
                <a:gd name="T3" fmla="*/ 14 h 17"/>
                <a:gd name="T4" fmla="*/ 16 w 37"/>
                <a:gd name="T5" fmla="*/ 3 h 17"/>
                <a:gd name="T6" fmla="*/ 36 w 37"/>
                <a:gd name="T7" fmla="*/ 3 h 17"/>
                <a:gd name="T8" fmla="*/ 21 w 37"/>
                <a:gd name="T9" fmla="*/ 14 h 17"/>
              </a:gdLst>
              <a:ahLst/>
              <a:cxnLst>
                <a:cxn ang="0">
                  <a:pos x="T0" y="T1"/>
                </a:cxn>
                <a:cxn ang="0">
                  <a:pos x="T2" y="T3"/>
                </a:cxn>
                <a:cxn ang="0">
                  <a:pos x="T4" y="T5"/>
                </a:cxn>
                <a:cxn ang="0">
                  <a:pos x="T6" y="T7"/>
                </a:cxn>
                <a:cxn ang="0">
                  <a:pos x="T8" y="T9"/>
                </a:cxn>
              </a:cxnLst>
              <a:rect l="0" t="0" r="r" b="b"/>
              <a:pathLst>
                <a:path w="37" h="17">
                  <a:moveTo>
                    <a:pt x="21" y="14"/>
                  </a:moveTo>
                  <a:cubicBezTo>
                    <a:pt x="12" y="17"/>
                    <a:pt x="3" y="17"/>
                    <a:pt x="2" y="14"/>
                  </a:cubicBezTo>
                  <a:cubicBezTo>
                    <a:pt x="0" y="11"/>
                    <a:pt x="7" y="6"/>
                    <a:pt x="16" y="3"/>
                  </a:cubicBezTo>
                  <a:cubicBezTo>
                    <a:pt x="26" y="0"/>
                    <a:pt x="35" y="0"/>
                    <a:pt x="36" y="3"/>
                  </a:cubicBezTo>
                  <a:cubicBezTo>
                    <a:pt x="37" y="7"/>
                    <a:pt x="30" y="11"/>
                    <a:pt x="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2" name="Freeform 577">
              <a:extLst>
                <a:ext uri="{FF2B5EF4-FFF2-40B4-BE49-F238E27FC236}">
                  <a16:creationId xmlns:a16="http://schemas.microsoft.com/office/drawing/2014/main" id="{88541253-D379-7A8C-6986-E512FC10C14D}"/>
                </a:ext>
              </a:extLst>
            </p:cNvPr>
            <p:cNvSpPr>
              <a:spLocks/>
            </p:cNvSpPr>
            <p:nvPr/>
          </p:nvSpPr>
          <p:spPr bwMode="auto">
            <a:xfrm rot="5094805">
              <a:off x="221610" y="3647404"/>
              <a:ext cx="86829" cy="38845"/>
            </a:xfrm>
            <a:custGeom>
              <a:avLst/>
              <a:gdLst>
                <a:gd name="T0" fmla="*/ 19 w 35"/>
                <a:gd name="T1" fmla="*/ 13 h 16"/>
                <a:gd name="T2" fmla="*/ 1 w 35"/>
                <a:gd name="T3" fmla="*/ 14 h 16"/>
                <a:gd name="T4" fmla="*/ 17 w 35"/>
                <a:gd name="T5" fmla="*/ 3 h 16"/>
                <a:gd name="T6" fmla="*/ 35 w 35"/>
                <a:gd name="T7" fmla="*/ 4 h 16"/>
                <a:gd name="T8" fmla="*/ 19 w 35"/>
                <a:gd name="T9" fmla="*/ 13 h 16"/>
              </a:gdLst>
              <a:ahLst/>
              <a:cxnLst>
                <a:cxn ang="0">
                  <a:pos x="T0" y="T1"/>
                </a:cxn>
                <a:cxn ang="0">
                  <a:pos x="T2" y="T3"/>
                </a:cxn>
                <a:cxn ang="0">
                  <a:pos x="T4" y="T5"/>
                </a:cxn>
                <a:cxn ang="0">
                  <a:pos x="T6" y="T7"/>
                </a:cxn>
                <a:cxn ang="0">
                  <a:pos x="T8" y="T9"/>
                </a:cxn>
              </a:cxnLst>
              <a:rect l="0" t="0" r="r" b="b"/>
              <a:pathLst>
                <a:path w="35" h="16">
                  <a:moveTo>
                    <a:pt x="19" y="13"/>
                  </a:moveTo>
                  <a:cubicBezTo>
                    <a:pt x="10" y="16"/>
                    <a:pt x="2" y="16"/>
                    <a:pt x="1" y="14"/>
                  </a:cubicBezTo>
                  <a:cubicBezTo>
                    <a:pt x="0" y="11"/>
                    <a:pt x="7" y="6"/>
                    <a:pt x="17" y="3"/>
                  </a:cubicBezTo>
                  <a:cubicBezTo>
                    <a:pt x="26" y="0"/>
                    <a:pt x="35" y="1"/>
                    <a:pt x="35" y="4"/>
                  </a:cubicBezTo>
                  <a:cubicBezTo>
                    <a:pt x="35" y="6"/>
                    <a:pt x="28" y="11"/>
                    <a:pt x="1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3" name="Freeform 578">
              <a:extLst>
                <a:ext uri="{FF2B5EF4-FFF2-40B4-BE49-F238E27FC236}">
                  <a16:creationId xmlns:a16="http://schemas.microsoft.com/office/drawing/2014/main" id="{4DE048BB-9BC7-2087-72A6-812A3E7C28C6}"/>
                </a:ext>
              </a:extLst>
            </p:cNvPr>
            <p:cNvSpPr>
              <a:spLocks/>
            </p:cNvSpPr>
            <p:nvPr/>
          </p:nvSpPr>
          <p:spPr bwMode="auto">
            <a:xfrm rot="5094805">
              <a:off x="146449" y="3462433"/>
              <a:ext cx="89114" cy="34275"/>
            </a:xfrm>
            <a:custGeom>
              <a:avLst/>
              <a:gdLst>
                <a:gd name="T0" fmla="*/ 20 w 36"/>
                <a:gd name="T1" fmla="*/ 11 h 14"/>
                <a:gd name="T2" fmla="*/ 1 w 36"/>
                <a:gd name="T3" fmla="*/ 12 h 14"/>
                <a:gd name="T4" fmla="*/ 16 w 36"/>
                <a:gd name="T5" fmla="*/ 3 h 14"/>
                <a:gd name="T6" fmla="*/ 35 w 36"/>
                <a:gd name="T7" fmla="*/ 2 h 14"/>
                <a:gd name="T8" fmla="*/ 20 w 36"/>
                <a:gd name="T9" fmla="*/ 11 h 14"/>
              </a:gdLst>
              <a:ahLst/>
              <a:cxnLst>
                <a:cxn ang="0">
                  <a:pos x="T0" y="T1"/>
                </a:cxn>
                <a:cxn ang="0">
                  <a:pos x="T2" y="T3"/>
                </a:cxn>
                <a:cxn ang="0">
                  <a:pos x="T4" y="T5"/>
                </a:cxn>
                <a:cxn ang="0">
                  <a:pos x="T6" y="T7"/>
                </a:cxn>
                <a:cxn ang="0">
                  <a:pos x="T8" y="T9"/>
                </a:cxn>
              </a:cxnLst>
              <a:rect l="0" t="0" r="r" b="b"/>
              <a:pathLst>
                <a:path w="36" h="14">
                  <a:moveTo>
                    <a:pt x="20" y="11"/>
                  </a:moveTo>
                  <a:cubicBezTo>
                    <a:pt x="10" y="14"/>
                    <a:pt x="2" y="14"/>
                    <a:pt x="1" y="12"/>
                  </a:cubicBezTo>
                  <a:cubicBezTo>
                    <a:pt x="0" y="10"/>
                    <a:pt x="7" y="6"/>
                    <a:pt x="16" y="3"/>
                  </a:cubicBezTo>
                  <a:cubicBezTo>
                    <a:pt x="26" y="0"/>
                    <a:pt x="35" y="0"/>
                    <a:pt x="35" y="2"/>
                  </a:cubicBezTo>
                  <a:cubicBezTo>
                    <a:pt x="36" y="5"/>
                    <a:pt x="29" y="9"/>
                    <a:pt x="2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4" name="Freeform 579">
              <a:extLst>
                <a:ext uri="{FF2B5EF4-FFF2-40B4-BE49-F238E27FC236}">
                  <a16:creationId xmlns:a16="http://schemas.microsoft.com/office/drawing/2014/main" id="{A1D3152C-7E26-FF3A-7D2F-6908ECC48392}"/>
                </a:ext>
              </a:extLst>
            </p:cNvPr>
            <p:cNvSpPr>
              <a:spLocks/>
            </p:cNvSpPr>
            <p:nvPr/>
          </p:nvSpPr>
          <p:spPr bwMode="auto">
            <a:xfrm rot="5094805">
              <a:off x="75946" y="3277154"/>
              <a:ext cx="89114" cy="31990"/>
            </a:xfrm>
            <a:custGeom>
              <a:avLst/>
              <a:gdLst>
                <a:gd name="T0" fmla="*/ 20 w 36"/>
                <a:gd name="T1" fmla="*/ 10 h 13"/>
                <a:gd name="T2" fmla="*/ 1 w 36"/>
                <a:gd name="T3" fmla="*/ 11 h 13"/>
                <a:gd name="T4" fmla="*/ 16 w 36"/>
                <a:gd name="T5" fmla="*/ 3 h 13"/>
                <a:gd name="T6" fmla="*/ 35 w 36"/>
                <a:gd name="T7" fmla="*/ 2 h 13"/>
                <a:gd name="T8" fmla="*/ 20 w 36"/>
                <a:gd name="T9" fmla="*/ 10 h 13"/>
              </a:gdLst>
              <a:ahLst/>
              <a:cxnLst>
                <a:cxn ang="0">
                  <a:pos x="T0" y="T1"/>
                </a:cxn>
                <a:cxn ang="0">
                  <a:pos x="T2" y="T3"/>
                </a:cxn>
                <a:cxn ang="0">
                  <a:pos x="T4" y="T5"/>
                </a:cxn>
                <a:cxn ang="0">
                  <a:pos x="T6" y="T7"/>
                </a:cxn>
                <a:cxn ang="0">
                  <a:pos x="T8" y="T9"/>
                </a:cxn>
              </a:cxnLst>
              <a:rect l="0" t="0" r="r" b="b"/>
              <a:pathLst>
                <a:path w="36" h="13">
                  <a:moveTo>
                    <a:pt x="20" y="10"/>
                  </a:moveTo>
                  <a:cubicBezTo>
                    <a:pt x="10" y="13"/>
                    <a:pt x="2" y="13"/>
                    <a:pt x="1" y="11"/>
                  </a:cubicBezTo>
                  <a:cubicBezTo>
                    <a:pt x="0" y="10"/>
                    <a:pt x="7" y="6"/>
                    <a:pt x="16" y="3"/>
                  </a:cubicBezTo>
                  <a:cubicBezTo>
                    <a:pt x="26" y="1"/>
                    <a:pt x="35" y="0"/>
                    <a:pt x="35" y="2"/>
                  </a:cubicBezTo>
                  <a:cubicBezTo>
                    <a:pt x="36" y="4"/>
                    <a:pt x="29" y="8"/>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5" name="Freeform 580">
              <a:extLst>
                <a:ext uri="{FF2B5EF4-FFF2-40B4-BE49-F238E27FC236}">
                  <a16:creationId xmlns:a16="http://schemas.microsoft.com/office/drawing/2014/main" id="{F20DD024-750C-51C6-701C-94B948F53BEB}"/>
                </a:ext>
              </a:extLst>
            </p:cNvPr>
            <p:cNvSpPr>
              <a:spLocks/>
            </p:cNvSpPr>
            <p:nvPr/>
          </p:nvSpPr>
          <p:spPr bwMode="auto">
            <a:xfrm rot="5094805">
              <a:off x="12271" y="3091268"/>
              <a:ext cx="89114" cy="29705"/>
            </a:xfrm>
            <a:custGeom>
              <a:avLst/>
              <a:gdLst>
                <a:gd name="T0" fmla="*/ 19 w 36"/>
                <a:gd name="T1" fmla="*/ 9 h 12"/>
                <a:gd name="T2" fmla="*/ 1 w 36"/>
                <a:gd name="T3" fmla="*/ 10 h 12"/>
                <a:gd name="T4" fmla="*/ 17 w 36"/>
                <a:gd name="T5" fmla="*/ 3 h 12"/>
                <a:gd name="T6" fmla="*/ 35 w 36"/>
                <a:gd name="T7" fmla="*/ 2 h 12"/>
                <a:gd name="T8" fmla="*/ 19 w 36"/>
                <a:gd name="T9" fmla="*/ 9 h 12"/>
              </a:gdLst>
              <a:ahLst/>
              <a:cxnLst>
                <a:cxn ang="0">
                  <a:pos x="T0" y="T1"/>
                </a:cxn>
                <a:cxn ang="0">
                  <a:pos x="T2" y="T3"/>
                </a:cxn>
                <a:cxn ang="0">
                  <a:pos x="T4" y="T5"/>
                </a:cxn>
                <a:cxn ang="0">
                  <a:pos x="T6" y="T7"/>
                </a:cxn>
                <a:cxn ang="0">
                  <a:pos x="T8" y="T9"/>
                </a:cxn>
              </a:cxnLst>
              <a:rect l="0" t="0" r="r" b="b"/>
              <a:pathLst>
                <a:path w="36" h="12">
                  <a:moveTo>
                    <a:pt x="19" y="9"/>
                  </a:moveTo>
                  <a:cubicBezTo>
                    <a:pt x="10" y="11"/>
                    <a:pt x="2" y="12"/>
                    <a:pt x="1" y="10"/>
                  </a:cubicBezTo>
                  <a:cubicBezTo>
                    <a:pt x="0" y="8"/>
                    <a:pt x="7" y="5"/>
                    <a:pt x="17" y="3"/>
                  </a:cubicBezTo>
                  <a:cubicBezTo>
                    <a:pt x="26" y="1"/>
                    <a:pt x="35" y="0"/>
                    <a:pt x="35" y="2"/>
                  </a:cubicBezTo>
                  <a:cubicBezTo>
                    <a:pt x="36" y="4"/>
                    <a:pt x="29" y="7"/>
                    <a:pt x="1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6" name="Freeform 581">
              <a:extLst>
                <a:ext uri="{FF2B5EF4-FFF2-40B4-BE49-F238E27FC236}">
                  <a16:creationId xmlns:a16="http://schemas.microsoft.com/office/drawing/2014/main" id="{3F000538-2D33-C354-E440-E293B2CD296B}"/>
                </a:ext>
              </a:extLst>
            </p:cNvPr>
            <p:cNvSpPr>
              <a:spLocks/>
            </p:cNvSpPr>
            <p:nvPr/>
          </p:nvSpPr>
          <p:spPr bwMode="auto">
            <a:xfrm rot="5094805">
              <a:off x="-43631" y="2906026"/>
              <a:ext cx="84544" cy="20565"/>
            </a:xfrm>
            <a:custGeom>
              <a:avLst/>
              <a:gdLst>
                <a:gd name="T0" fmla="*/ 19 w 35"/>
                <a:gd name="T1" fmla="*/ 7 h 9"/>
                <a:gd name="T2" fmla="*/ 1 w 35"/>
                <a:gd name="T3" fmla="*/ 8 h 9"/>
                <a:gd name="T4" fmla="*/ 17 w 35"/>
                <a:gd name="T5" fmla="*/ 1 h 9"/>
                <a:gd name="T6" fmla="*/ 35 w 35"/>
                <a:gd name="T7" fmla="*/ 1 h 9"/>
                <a:gd name="T8" fmla="*/ 19 w 35"/>
                <a:gd name="T9" fmla="*/ 7 h 9"/>
              </a:gdLst>
              <a:ahLst/>
              <a:cxnLst>
                <a:cxn ang="0">
                  <a:pos x="T0" y="T1"/>
                </a:cxn>
                <a:cxn ang="0">
                  <a:pos x="T2" y="T3"/>
                </a:cxn>
                <a:cxn ang="0">
                  <a:pos x="T4" y="T5"/>
                </a:cxn>
                <a:cxn ang="0">
                  <a:pos x="T6" y="T7"/>
                </a:cxn>
                <a:cxn ang="0">
                  <a:pos x="T8" y="T9"/>
                </a:cxn>
              </a:cxnLst>
              <a:rect l="0" t="0" r="r" b="b"/>
              <a:pathLst>
                <a:path w="35" h="9">
                  <a:moveTo>
                    <a:pt x="19" y="7"/>
                  </a:moveTo>
                  <a:cubicBezTo>
                    <a:pt x="9" y="9"/>
                    <a:pt x="2" y="9"/>
                    <a:pt x="1" y="8"/>
                  </a:cubicBezTo>
                  <a:cubicBezTo>
                    <a:pt x="0" y="6"/>
                    <a:pt x="7" y="3"/>
                    <a:pt x="17" y="1"/>
                  </a:cubicBezTo>
                  <a:cubicBezTo>
                    <a:pt x="26" y="0"/>
                    <a:pt x="35" y="0"/>
                    <a:pt x="35" y="1"/>
                  </a:cubicBezTo>
                  <a:cubicBezTo>
                    <a:pt x="35" y="3"/>
                    <a:pt x="28" y="6"/>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7" name="Freeform 613">
              <a:extLst>
                <a:ext uri="{FF2B5EF4-FFF2-40B4-BE49-F238E27FC236}">
                  <a16:creationId xmlns:a16="http://schemas.microsoft.com/office/drawing/2014/main" id="{C8A64916-F782-D51A-B874-21CC950CCA1F}"/>
                </a:ext>
              </a:extLst>
            </p:cNvPr>
            <p:cNvSpPr>
              <a:spLocks/>
            </p:cNvSpPr>
            <p:nvPr/>
          </p:nvSpPr>
          <p:spPr bwMode="auto">
            <a:xfrm rot="5094805">
              <a:off x="780975" y="5109378"/>
              <a:ext cx="89114" cy="95969"/>
            </a:xfrm>
            <a:custGeom>
              <a:avLst/>
              <a:gdLst>
                <a:gd name="T0" fmla="*/ 19 w 36"/>
                <a:gd name="T1" fmla="*/ 37 h 39"/>
                <a:gd name="T2" fmla="*/ 1 w 36"/>
                <a:gd name="T3" fmla="*/ 24 h 39"/>
                <a:gd name="T4" fmla="*/ 17 w 36"/>
                <a:gd name="T5" fmla="*/ 2 h 39"/>
                <a:gd name="T6" fmla="*/ 35 w 36"/>
                <a:gd name="T7" fmla="*/ 16 h 39"/>
                <a:gd name="T8" fmla="*/ 19 w 36"/>
                <a:gd name="T9" fmla="*/ 37 h 39"/>
              </a:gdLst>
              <a:ahLst/>
              <a:cxnLst>
                <a:cxn ang="0">
                  <a:pos x="T0" y="T1"/>
                </a:cxn>
                <a:cxn ang="0">
                  <a:pos x="T2" y="T3"/>
                </a:cxn>
                <a:cxn ang="0">
                  <a:pos x="T4" y="T5"/>
                </a:cxn>
                <a:cxn ang="0">
                  <a:pos x="T6" y="T7"/>
                </a:cxn>
                <a:cxn ang="0">
                  <a:pos x="T8" y="T9"/>
                </a:cxn>
              </a:cxnLst>
              <a:rect l="0" t="0" r="r" b="b"/>
              <a:pathLst>
                <a:path w="36" h="39">
                  <a:moveTo>
                    <a:pt x="19" y="37"/>
                  </a:moveTo>
                  <a:cubicBezTo>
                    <a:pt x="10" y="39"/>
                    <a:pt x="2" y="33"/>
                    <a:pt x="1" y="24"/>
                  </a:cubicBezTo>
                  <a:cubicBezTo>
                    <a:pt x="0" y="14"/>
                    <a:pt x="7" y="4"/>
                    <a:pt x="17" y="2"/>
                  </a:cubicBezTo>
                  <a:cubicBezTo>
                    <a:pt x="26" y="0"/>
                    <a:pt x="34" y="6"/>
                    <a:pt x="35" y="16"/>
                  </a:cubicBezTo>
                  <a:cubicBezTo>
                    <a:pt x="36" y="26"/>
                    <a:pt x="29" y="36"/>
                    <a:pt x="19"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8" name="Freeform 614">
              <a:extLst>
                <a:ext uri="{FF2B5EF4-FFF2-40B4-BE49-F238E27FC236}">
                  <a16:creationId xmlns:a16="http://schemas.microsoft.com/office/drawing/2014/main" id="{E086C581-A6F4-6011-BBA7-72212C5C743E}"/>
                </a:ext>
              </a:extLst>
            </p:cNvPr>
            <p:cNvSpPr>
              <a:spLocks/>
            </p:cNvSpPr>
            <p:nvPr/>
          </p:nvSpPr>
          <p:spPr bwMode="auto">
            <a:xfrm rot="5094805">
              <a:off x="842268" y="5290801"/>
              <a:ext cx="91399" cy="105109"/>
            </a:xfrm>
            <a:custGeom>
              <a:avLst/>
              <a:gdLst>
                <a:gd name="T0" fmla="*/ 20 w 37"/>
                <a:gd name="T1" fmla="*/ 41 h 43"/>
                <a:gd name="T2" fmla="*/ 2 w 37"/>
                <a:gd name="T3" fmla="*/ 26 h 43"/>
                <a:gd name="T4" fmla="*/ 17 w 37"/>
                <a:gd name="T5" fmla="*/ 2 h 43"/>
                <a:gd name="T6" fmla="*/ 36 w 37"/>
                <a:gd name="T7" fmla="*/ 19 h 43"/>
                <a:gd name="T8" fmla="*/ 20 w 37"/>
                <a:gd name="T9" fmla="*/ 41 h 43"/>
              </a:gdLst>
              <a:ahLst/>
              <a:cxnLst>
                <a:cxn ang="0">
                  <a:pos x="T0" y="T1"/>
                </a:cxn>
                <a:cxn ang="0">
                  <a:pos x="T2" y="T3"/>
                </a:cxn>
                <a:cxn ang="0">
                  <a:pos x="T4" y="T5"/>
                </a:cxn>
                <a:cxn ang="0">
                  <a:pos x="T6" y="T7"/>
                </a:cxn>
                <a:cxn ang="0">
                  <a:pos x="T8" y="T9"/>
                </a:cxn>
              </a:cxnLst>
              <a:rect l="0" t="0" r="r" b="b"/>
              <a:pathLst>
                <a:path w="37" h="43">
                  <a:moveTo>
                    <a:pt x="20" y="41"/>
                  </a:moveTo>
                  <a:cubicBezTo>
                    <a:pt x="11" y="43"/>
                    <a:pt x="3" y="37"/>
                    <a:pt x="2" y="26"/>
                  </a:cubicBezTo>
                  <a:cubicBezTo>
                    <a:pt x="0" y="16"/>
                    <a:pt x="8" y="5"/>
                    <a:pt x="17" y="2"/>
                  </a:cubicBezTo>
                  <a:cubicBezTo>
                    <a:pt x="27" y="0"/>
                    <a:pt x="36" y="8"/>
                    <a:pt x="36" y="19"/>
                  </a:cubicBezTo>
                  <a:cubicBezTo>
                    <a:pt x="37" y="29"/>
                    <a:pt x="30" y="39"/>
                    <a:pt x="20"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9" name="Freeform 615">
              <a:extLst>
                <a:ext uri="{FF2B5EF4-FFF2-40B4-BE49-F238E27FC236}">
                  <a16:creationId xmlns:a16="http://schemas.microsoft.com/office/drawing/2014/main" id="{55E4EB9D-530A-7492-8409-C869BD9019A2}"/>
                </a:ext>
              </a:extLst>
            </p:cNvPr>
            <p:cNvSpPr>
              <a:spLocks/>
            </p:cNvSpPr>
            <p:nvPr/>
          </p:nvSpPr>
          <p:spPr bwMode="auto">
            <a:xfrm rot="5094805">
              <a:off x="905943" y="5474402"/>
              <a:ext cx="91399" cy="111964"/>
            </a:xfrm>
            <a:custGeom>
              <a:avLst/>
              <a:gdLst>
                <a:gd name="T0" fmla="*/ 20 w 37"/>
                <a:gd name="T1" fmla="*/ 44 h 45"/>
                <a:gd name="T2" fmla="*/ 2 w 37"/>
                <a:gd name="T3" fmla="*/ 27 h 45"/>
                <a:gd name="T4" fmla="*/ 17 w 37"/>
                <a:gd name="T5" fmla="*/ 2 h 45"/>
                <a:gd name="T6" fmla="*/ 36 w 37"/>
                <a:gd name="T7" fmla="*/ 18 h 45"/>
                <a:gd name="T8" fmla="*/ 20 w 37"/>
                <a:gd name="T9" fmla="*/ 44 h 45"/>
              </a:gdLst>
              <a:ahLst/>
              <a:cxnLst>
                <a:cxn ang="0">
                  <a:pos x="T0" y="T1"/>
                </a:cxn>
                <a:cxn ang="0">
                  <a:pos x="T2" y="T3"/>
                </a:cxn>
                <a:cxn ang="0">
                  <a:pos x="T4" y="T5"/>
                </a:cxn>
                <a:cxn ang="0">
                  <a:pos x="T6" y="T7"/>
                </a:cxn>
                <a:cxn ang="0">
                  <a:pos x="T8" y="T9"/>
                </a:cxn>
              </a:cxnLst>
              <a:rect l="0" t="0" r="r" b="b"/>
              <a:pathLst>
                <a:path w="37" h="45">
                  <a:moveTo>
                    <a:pt x="20" y="44"/>
                  </a:moveTo>
                  <a:cubicBezTo>
                    <a:pt x="11" y="45"/>
                    <a:pt x="3" y="38"/>
                    <a:pt x="2" y="27"/>
                  </a:cubicBezTo>
                  <a:cubicBezTo>
                    <a:pt x="0" y="16"/>
                    <a:pt x="7" y="4"/>
                    <a:pt x="17" y="2"/>
                  </a:cubicBezTo>
                  <a:cubicBezTo>
                    <a:pt x="26" y="0"/>
                    <a:pt x="34" y="7"/>
                    <a:pt x="36" y="18"/>
                  </a:cubicBezTo>
                  <a:cubicBezTo>
                    <a:pt x="37" y="30"/>
                    <a:pt x="30" y="42"/>
                    <a:pt x="20"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0" name="Freeform 616">
              <a:extLst>
                <a:ext uri="{FF2B5EF4-FFF2-40B4-BE49-F238E27FC236}">
                  <a16:creationId xmlns:a16="http://schemas.microsoft.com/office/drawing/2014/main" id="{371585A3-4702-17BC-560C-EC931881A530}"/>
                </a:ext>
              </a:extLst>
            </p:cNvPr>
            <p:cNvSpPr>
              <a:spLocks/>
            </p:cNvSpPr>
            <p:nvPr/>
          </p:nvSpPr>
          <p:spPr bwMode="auto">
            <a:xfrm rot="5094805">
              <a:off x="970756" y="5656760"/>
              <a:ext cx="91399" cy="121104"/>
            </a:xfrm>
            <a:custGeom>
              <a:avLst/>
              <a:gdLst>
                <a:gd name="T0" fmla="*/ 21 w 37"/>
                <a:gd name="T1" fmla="*/ 47 h 49"/>
                <a:gd name="T2" fmla="*/ 1 w 37"/>
                <a:gd name="T3" fmla="*/ 30 h 49"/>
                <a:gd name="T4" fmla="*/ 16 w 37"/>
                <a:gd name="T5" fmla="*/ 3 h 49"/>
                <a:gd name="T6" fmla="*/ 36 w 37"/>
                <a:gd name="T7" fmla="*/ 21 h 49"/>
                <a:gd name="T8" fmla="*/ 21 w 37"/>
                <a:gd name="T9" fmla="*/ 47 h 49"/>
              </a:gdLst>
              <a:ahLst/>
              <a:cxnLst>
                <a:cxn ang="0">
                  <a:pos x="T0" y="T1"/>
                </a:cxn>
                <a:cxn ang="0">
                  <a:pos x="T2" y="T3"/>
                </a:cxn>
                <a:cxn ang="0">
                  <a:pos x="T4" y="T5"/>
                </a:cxn>
                <a:cxn ang="0">
                  <a:pos x="T6" y="T7"/>
                </a:cxn>
                <a:cxn ang="0">
                  <a:pos x="T8" y="T9"/>
                </a:cxn>
              </a:cxnLst>
              <a:rect l="0" t="0" r="r" b="b"/>
              <a:pathLst>
                <a:path w="37" h="49">
                  <a:moveTo>
                    <a:pt x="21" y="47"/>
                  </a:moveTo>
                  <a:cubicBezTo>
                    <a:pt x="12" y="49"/>
                    <a:pt x="3" y="42"/>
                    <a:pt x="1" y="30"/>
                  </a:cubicBezTo>
                  <a:cubicBezTo>
                    <a:pt x="0" y="18"/>
                    <a:pt x="6" y="6"/>
                    <a:pt x="16" y="3"/>
                  </a:cubicBezTo>
                  <a:cubicBezTo>
                    <a:pt x="25" y="0"/>
                    <a:pt x="35" y="8"/>
                    <a:pt x="36" y="21"/>
                  </a:cubicBezTo>
                  <a:cubicBezTo>
                    <a:pt x="37" y="33"/>
                    <a:pt x="30" y="44"/>
                    <a:pt x="21"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1" name="Freeform 617">
              <a:extLst>
                <a:ext uri="{FF2B5EF4-FFF2-40B4-BE49-F238E27FC236}">
                  <a16:creationId xmlns:a16="http://schemas.microsoft.com/office/drawing/2014/main" id="{AF8999F3-9C8E-8196-307F-841659316468}"/>
                </a:ext>
              </a:extLst>
            </p:cNvPr>
            <p:cNvSpPr>
              <a:spLocks/>
            </p:cNvSpPr>
            <p:nvPr/>
          </p:nvSpPr>
          <p:spPr bwMode="auto">
            <a:xfrm rot="5094805">
              <a:off x="1034634" y="5842638"/>
              <a:ext cx="91399" cy="127959"/>
            </a:xfrm>
            <a:custGeom>
              <a:avLst/>
              <a:gdLst>
                <a:gd name="T0" fmla="*/ 21 w 37"/>
                <a:gd name="T1" fmla="*/ 49 h 52"/>
                <a:gd name="T2" fmla="*/ 1 w 37"/>
                <a:gd name="T3" fmla="*/ 32 h 52"/>
                <a:gd name="T4" fmla="*/ 16 w 37"/>
                <a:gd name="T5" fmla="*/ 3 h 52"/>
                <a:gd name="T6" fmla="*/ 36 w 37"/>
                <a:gd name="T7" fmla="*/ 22 h 52"/>
                <a:gd name="T8" fmla="*/ 21 w 37"/>
                <a:gd name="T9" fmla="*/ 49 h 52"/>
              </a:gdLst>
              <a:ahLst/>
              <a:cxnLst>
                <a:cxn ang="0">
                  <a:pos x="T0" y="T1"/>
                </a:cxn>
                <a:cxn ang="0">
                  <a:pos x="T2" y="T3"/>
                </a:cxn>
                <a:cxn ang="0">
                  <a:pos x="T4" y="T5"/>
                </a:cxn>
                <a:cxn ang="0">
                  <a:pos x="T6" y="T7"/>
                </a:cxn>
                <a:cxn ang="0">
                  <a:pos x="T8" y="T9"/>
                </a:cxn>
              </a:cxnLst>
              <a:rect l="0" t="0" r="r" b="b"/>
              <a:pathLst>
                <a:path w="37" h="52">
                  <a:moveTo>
                    <a:pt x="21" y="49"/>
                  </a:moveTo>
                  <a:cubicBezTo>
                    <a:pt x="12" y="52"/>
                    <a:pt x="3" y="45"/>
                    <a:pt x="1" y="32"/>
                  </a:cubicBezTo>
                  <a:cubicBezTo>
                    <a:pt x="0" y="19"/>
                    <a:pt x="6" y="6"/>
                    <a:pt x="16" y="3"/>
                  </a:cubicBezTo>
                  <a:cubicBezTo>
                    <a:pt x="25" y="0"/>
                    <a:pt x="34" y="9"/>
                    <a:pt x="36" y="22"/>
                  </a:cubicBezTo>
                  <a:cubicBezTo>
                    <a:pt x="37" y="34"/>
                    <a:pt x="30" y="47"/>
                    <a:pt x="21"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2" name="Freeform 618">
              <a:extLst>
                <a:ext uri="{FF2B5EF4-FFF2-40B4-BE49-F238E27FC236}">
                  <a16:creationId xmlns:a16="http://schemas.microsoft.com/office/drawing/2014/main" id="{2749CD5C-D389-609F-E4DB-D074050947E4}"/>
                </a:ext>
              </a:extLst>
            </p:cNvPr>
            <p:cNvSpPr>
              <a:spLocks/>
            </p:cNvSpPr>
            <p:nvPr/>
          </p:nvSpPr>
          <p:spPr bwMode="auto">
            <a:xfrm rot="5094805">
              <a:off x="1099447" y="6029565"/>
              <a:ext cx="91399" cy="127959"/>
            </a:xfrm>
            <a:custGeom>
              <a:avLst/>
              <a:gdLst>
                <a:gd name="T0" fmla="*/ 21 w 37"/>
                <a:gd name="T1" fmla="*/ 50 h 52"/>
                <a:gd name="T2" fmla="*/ 1 w 37"/>
                <a:gd name="T3" fmla="*/ 31 h 52"/>
                <a:gd name="T4" fmla="*/ 16 w 37"/>
                <a:gd name="T5" fmla="*/ 2 h 52"/>
                <a:gd name="T6" fmla="*/ 36 w 37"/>
                <a:gd name="T7" fmla="*/ 23 h 52"/>
                <a:gd name="T8" fmla="*/ 21 w 37"/>
                <a:gd name="T9" fmla="*/ 50 h 52"/>
              </a:gdLst>
              <a:ahLst/>
              <a:cxnLst>
                <a:cxn ang="0">
                  <a:pos x="T0" y="T1"/>
                </a:cxn>
                <a:cxn ang="0">
                  <a:pos x="T2" y="T3"/>
                </a:cxn>
                <a:cxn ang="0">
                  <a:pos x="T4" y="T5"/>
                </a:cxn>
                <a:cxn ang="0">
                  <a:pos x="T6" y="T7"/>
                </a:cxn>
                <a:cxn ang="0">
                  <a:pos x="T8" y="T9"/>
                </a:cxn>
              </a:cxnLst>
              <a:rect l="0" t="0" r="r" b="b"/>
              <a:pathLst>
                <a:path w="37" h="52">
                  <a:moveTo>
                    <a:pt x="21" y="50"/>
                  </a:moveTo>
                  <a:cubicBezTo>
                    <a:pt x="11" y="52"/>
                    <a:pt x="3" y="44"/>
                    <a:pt x="1" y="31"/>
                  </a:cubicBezTo>
                  <a:cubicBezTo>
                    <a:pt x="0" y="18"/>
                    <a:pt x="7" y="5"/>
                    <a:pt x="16" y="2"/>
                  </a:cubicBezTo>
                  <a:cubicBezTo>
                    <a:pt x="26" y="0"/>
                    <a:pt x="35" y="9"/>
                    <a:pt x="36" y="23"/>
                  </a:cubicBezTo>
                  <a:cubicBezTo>
                    <a:pt x="37" y="35"/>
                    <a:pt x="30" y="47"/>
                    <a:pt x="21"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3" name="Freeform 619">
              <a:extLst>
                <a:ext uri="{FF2B5EF4-FFF2-40B4-BE49-F238E27FC236}">
                  <a16:creationId xmlns:a16="http://schemas.microsoft.com/office/drawing/2014/main" id="{853FCB73-48BC-2A31-8DFB-6A331B1F2B5B}"/>
                </a:ext>
              </a:extLst>
            </p:cNvPr>
            <p:cNvSpPr>
              <a:spLocks/>
            </p:cNvSpPr>
            <p:nvPr/>
          </p:nvSpPr>
          <p:spPr bwMode="auto">
            <a:xfrm rot="5094805">
              <a:off x="1164260" y="6214208"/>
              <a:ext cx="91399" cy="132529"/>
            </a:xfrm>
            <a:custGeom>
              <a:avLst/>
              <a:gdLst>
                <a:gd name="T0" fmla="*/ 21 w 37"/>
                <a:gd name="T1" fmla="*/ 51 h 53"/>
                <a:gd name="T2" fmla="*/ 2 w 37"/>
                <a:gd name="T3" fmla="*/ 32 h 53"/>
                <a:gd name="T4" fmla="*/ 16 w 37"/>
                <a:gd name="T5" fmla="*/ 3 h 53"/>
                <a:gd name="T6" fmla="*/ 36 w 37"/>
                <a:gd name="T7" fmla="*/ 26 h 53"/>
                <a:gd name="T8" fmla="*/ 21 w 37"/>
                <a:gd name="T9" fmla="*/ 51 h 53"/>
              </a:gdLst>
              <a:ahLst/>
              <a:cxnLst>
                <a:cxn ang="0">
                  <a:pos x="T0" y="T1"/>
                </a:cxn>
                <a:cxn ang="0">
                  <a:pos x="T2" y="T3"/>
                </a:cxn>
                <a:cxn ang="0">
                  <a:pos x="T4" y="T5"/>
                </a:cxn>
                <a:cxn ang="0">
                  <a:pos x="T6" y="T7"/>
                </a:cxn>
                <a:cxn ang="0">
                  <a:pos x="T8" y="T9"/>
                </a:cxn>
              </a:cxnLst>
              <a:rect l="0" t="0" r="r" b="b"/>
              <a:pathLst>
                <a:path w="37" h="53">
                  <a:moveTo>
                    <a:pt x="21" y="51"/>
                  </a:moveTo>
                  <a:cubicBezTo>
                    <a:pt x="11" y="53"/>
                    <a:pt x="3" y="45"/>
                    <a:pt x="2" y="32"/>
                  </a:cubicBezTo>
                  <a:cubicBezTo>
                    <a:pt x="0" y="18"/>
                    <a:pt x="7" y="5"/>
                    <a:pt x="16" y="3"/>
                  </a:cubicBezTo>
                  <a:cubicBezTo>
                    <a:pt x="26" y="0"/>
                    <a:pt x="35" y="12"/>
                    <a:pt x="36" y="26"/>
                  </a:cubicBezTo>
                  <a:cubicBezTo>
                    <a:pt x="37" y="39"/>
                    <a:pt x="30" y="50"/>
                    <a:pt x="21"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4" name="Freeform 620">
              <a:extLst>
                <a:ext uri="{FF2B5EF4-FFF2-40B4-BE49-F238E27FC236}">
                  <a16:creationId xmlns:a16="http://schemas.microsoft.com/office/drawing/2014/main" id="{D61C4E8D-039F-8620-9116-76E6A9998CCC}"/>
                </a:ext>
              </a:extLst>
            </p:cNvPr>
            <p:cNvSpPr>
              <a:spLocks/>
            </p:cNvSpPr>
            <p:nvPr/>
          </p:nvSpPr>
          <p:spPr bwMode="auto">
            <a:xfrm rot="5094805">
              <a:off x="1202263" y="6414868"/>
              <a:ext cx="93684" cy="121104"/>
            </a:xfrm>
            <a:custGeom>
              <a:avLst/>
              <a:gdLst>
                <a:gd name="T0" fmla="*/ 21 w 38"/>
                <a:gd name="T1" fmla="*/ 48 h 49"/>
                <a:gd name="T2" fmla="*/ 2 w 38"/>
                <a:gd name="T3" fmla="*/ 27 h 49"/>
                <a:gd name="T4" fmla="*/ 17 w 38"/>
                <a:gd name="T5" fmla="*/ 1 h 49"/>
                <a:gd name="T6" fmla="*/ 36 w 38"/>
                <a:gd name="T7" fmla="*/ 22 h 49"/>
                <a:gd name="T8" fmla="*/ 21 w 38"/>
                <a:gd name="T9" fmla="*/ 48 h 49"/>
              </a:gdLst>
              <a:ahLst/>
              <a:cxnLst>
                <a:cxn ang="0">
                  <a:pos x="T0" y="T1"/>
                </a:cxn>
                <a:cxn ang="0">
                  <a:pos x="T2" y="T3"/>
                </a:cxn>
                <a:cxn ang="0">
                  <a:pos x="T4" y="T5"/>
                </a:cxn>
                <a:cxn ang="0">
                  <a:pos x="T6" y="T7"/>
                </a:cxn>
                <a:cxn ang="0">
                  <a:pos x="T8" y="T9"/>
                </a:cxn>
              </a:cxnLst>
              <a:rect l="0" t="0" r="r" b="b"/>
              <a:pathLst>
                <a:path w="38" h="49">
                  <a:moveTo>
                    <a:pt x="21" y="48"/>
                  </a:moveTo>
                  <a:cubicBezTo>
                    <a:pt x="11" y="49"/>
                    <a:pt x="3" y="40"/>
                    <a:pt x="2" y="27"/>
                  </a:cubicBezTo>
                  <a:cubicBezTo>
                    <a:pt x="0" y="14"/>
                    <a:pt x="7" y="1"/>
                    <a:pt x="17" y="1"/>
                  </a:cubicBezTo>
                  <a:cubicBezTo>
                    <a:pt x="26" y="0"/>
                    <a:pt x="35" y="9"/>
                    <a:pt x="36" y="22"/>
                  </a:cubicBezTo>
                  <a:cubicBezTo>
                    <a:pt x="38" y="35"/>
                    <a:pt x="31" y="47"/>
                    <a:pt x="21"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5" name="Freeform 621">
              <a:extLst>
                <a:ext uri="{FF2B5EF4-FFF2-40B4-BE49-F238E27FC236}">
                  <a16:creationId xmlns:a16="http://schemas.microsoft.com/office/drawing/2014/main" id="{F57D6D92-0F8F-A641-563D-9C1830B1955D}"/>
                </a:ext>
              </a:extLst>
            </p:cNvPr>
            <p:cNvSpPr>
              <a:spLocks/>
            </p:cNvSpPr>
            <p:nvPr/>
          </p:nvSpPr>
          <p:spPr bwMode="auto">
            <a:xfrm rot="5094805">
              <a:off x="1252590" y="6606628"/>
              <a:ext cx="91399" cy="121104"/>
            </a:xfrm>
            <a:custGeom>
              <a:avLst/>
              <a:gdLst>
                <a:gd name="T0" fmla="*/ 20 w 37"/>
                <a:gd name="T1" fmla="*/ 48 h 49"/>
                <a:gd name="T2" fmla="*/ 1 w 37"/>
                <a:gd name="T3" fmla="*/ 28 h 49"/>
                <a:gd name="T4" fmla="*/ 17 w 37"/>
                <a:gd name="T5" fmla="*/ 1 h 49"/>
                <a:gd name="T6" fmla="*/ 36 w 37"/>
                <a:gd name="T7" fmla="*/ 22 h 49"/>
                <a:gd name="T8" fmla="*/ 20 w 37"/>
                <a:gd name="T9" fmla="*/ 48 h 49"/>
              </a:gdLst>
              <a:ahLst/>
              <a:cxnLst>
                <a:cxn ang="0">
                  <a:pos x="T0" y="T1"/>
                </a:cxn>
                <a:cxn ang="0">
                  <a:pos x="T2" y="T3"/>
                </a:cxn>
                <a:cxn ang="0">
                  <a:pos x="T4" y="T5"/>
                </a:cxn>
                <a:cxn ang="0">
                  <a:pos x="T6" y="T7"/>
                </a:cxn>
                <a:cxn ang="0">
                  <a:pos x="T8" y="T9"/>
                </a:cxn>
              </a:cxnLst>
              <a:rect l="0" t="0" r="r" b="b"/>
              <a:pathLst>
                <a:path w="37" h="49">
                  <a:moveTo>
                    <a:pt x="20" y="48"/>
                  </a:moveTo>
                  <a:cubicBezTo>
                    <a:pt x="11" y="49"/>
                    <a:pt x="2" y="41"/>
                    <a:pt x="1" y="28"/>
                  </a:cubicBezTo>
                  <a:cubicBezTo>
                    <a:pt x="0" y="15"/>
                    <a:pt x="7" y="3"/>
                    <a:pt x="17" y="1"/>
                  </a:cubicBezTo>
                  <a:cubicBezTo>
                    <a:pt x="26" y="0"/>
                    <a:pt x="36" y="9"/>
                    <a:pt x="36" y="22"/>
                  </a:cubicBezTo>
                  <a:cubicBezTo>
                    <a:pt x="37" y="35"/>
                    <a:pt x="30" y="46"/>
                    <a:pt x="20"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6" name="Freeform 622">
              <a:extLst>
                <a:ext uri="{FF2B5EF4-FFF2-40B4-BE49-F238E27FC236}">
                  <a16:creationId xmlns:a16="http://schemas.microsoft.com/office/drawing/2014/main" id="{C934FF9B-3A2F-700C-5ABF-1442DD5F31F1}"/>
                </a:ext>
              </a:extLst>
            </p:cNvPr>
            <p:cNvSpPr>
              <a:spLocks/>
            </p:cNvSpPr>
            <p:nvPr/>
          </p:nvSpPr>
          <p:spPr bwMode="auto">
            <a:xfrm rot="5094805">
              <a:off x="1312224" y="6802139"/>
              <a:ext cx="89114" cy="116534"/>
            </a:xfrm>
            <a:custGeom>
              <a:avLst/>
              <a:gdLst>
                <a:gd name="T0" fmla="*/ 20 w 37"/>
                <a:gd name="T1" fmla="*/ 46 h 48"/>
                <a:gd name="T2" fmla="*/ 1 w 37"/>
                <a:gd name="T3" fmla="*/ 28 h 48"/>
                <a:gd name="T4" fmla="*/ 17 w 37"/>
                <a:gd name="T5" fmla="*/ 1 h 48"/>
                <a:gd name="T6" fmla="*/ 36 w 37"/>
                <a:gd name="T7" fmla="*/ 21 h 48"/>
                <a:gd name="T8" fmla="*/ 20 w 37"/>
                <a:gd name="T9" fmla="*/ 46 h 48"/>
              </a:gdLst>
              <a:ahLst/>
              <a:cxnLst>
                <a:cxn ang="0">
                  <a:pos x="T0" y="T1"/>
                </a:cxn>
                <a:cxn ang="0">
                  <a:pos x="T2" y="T3"/>
                </a:cxn>
                <a:cxn ang="0">
                  <a:pos x="T4" y="T5"/>
                </a:cxn>
                <a:cxn ang="0">
                  <a:pos x="T6" y="T7"/>
                </a:cxn>
                <a:cxn ang="0">
                  <a:pos x="T8" y="T9"/>
                </a:cxn>
              </a:cxnLst>
              <a:rect l="0" t="0" r="r" b="b"/>
              <a:pathLst>
                <a:path w="37" h="48">
                  <a:moveTo>
                    <a:pt x="20" y="46"/>
                  </a:moveTo>
                  <a:cubicBezTo>
                    <a:pt x="11" y="48"/>
                    <a:pt x="2" y="41"/>
                    <a:pt x="1" y="28"/>
                  </a:cubicBezTo>
                  <a:cubicBezTo>
                    <a:pt x="0" y="15"/>
                    <a:pt x="7" y="3"/>
                    <a:pt x="17" y="1"/>
                  </a:cubicBezTo>
                  <a:cubicBezTo>
                    <a:pt x="26" y="0"/>
                    <a:pt x="36" y="9"/>
                    <a:pt x="36" y="21"/>
                  </a:cubicBezTo>
                  <a:cubicBezTo>
                    <a:pt x="37" y="33"/>
                    <a:pt x="30" y="44"/>
                    <a:pt x="20"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7" name="Freeform 630">
              <a:extLst>
                <a:ext uri="{FF2B5EF4-FFF2-40B4-BE49-F238E27FC236}">
                  <a16:creationId xmlns:a16="http://schemas.microsoft.com/office/drawing/2014/main" id="{C88A0850-EEF7-6176-80E9-CCC5117A6F9E}"/>
                </a:ext>
              </a:extLst>
            </p:cNvPr>
            <p:cNvSpPr>
              <a:spLocks/>
            </p:cNvSpPr>
            <p:nvPr/>
          </p:nvSpPr>
          <p:spPr bwMode="auto">
            <a:xfrm rot="5094805">
              <a:off x="-55236" y="2801331"/>
              <a:ext cx="89114" cy="20565"/>
            </a:xfrm>
            <a:custGeom>
              <a:avLst/>
              <a:gdLst>
                <a:gd name="T0" fmla="*/ 35 w 36"/>
                <a:gd name="T1" fmla="*/ 2 h 9"/>
                <a:gd name="T2" fmla="*/ 21 w 36"/>
                <a:gd name="T3" fmla="*/ 8 h 9"/>
                <a:gd name="T4" fmla="*/ 1 w 36"/>
                <a:gd name="T5" fmla="*/ 8 h 9"/>
                <a:gd name="T6" fmla="*/ 16 w 36"/>
                <a:gd name="T7" fmla="*/ 2 h 9"/>
                <a:gd name="T8" fmla="*/ 35 w 36"/>
                <a:gd name="T9" fmla="*/ 2 h 9"/>
              </a:gdLst>
              <a:ahLst/>
              <a:cxnLst>
                <a:cxn ang="0">
                  <a:pos x="T0" y="T1"/>
                </a:cxn>
                <a:cxn ang="0">
                  <a:pos x="T2" y="T3"/>
                </a:cxn>
                <a:cxn ang="0">
                  <a:pos x="T4" y="T5"/>
                </a:cxn>
                <a:cxn ang="0">
                  <a:pos x="T6" y="T7"/>
                </a:cxn>
                <a:cxn ang="0">
                  <a:pos x="T8" y="T9"/>
                </a:cxn>
              </a:cxnLst>
              <a:rect l="0" t="0" r="r" b="b"/>
              <a:pathLst>
                <a:path w="36" h="9">
                  <a:moveTo>
                    <a:pt x="35" y="2"/>
                  </a:moveTo>
                  <a:cubicBezTo>
                    <a:pt x="36" y="4"/>
                    <a:pt x="30" y="6"/>
                    <a:pt x="21" y="8"/>
                  </a:cubicBezTo>
                  <a:cubicBezTo>
                    <a:pt x="11" y="9"/>
                    <a:pt x="2" y="9"/>
                    <a:pt x="1" y="8"/>
                  </a:cubicBezTo>
                  <a:cubicBezTo>
                    <a:pt x="0" y="6"/>
                    <a:pt x="7" y="4"/>
                    <a:pt x="16" y="2"/>
                  </a:cubicBezTo>
                  <a:cubicBezTo>
                    <a:pt x="26" y="0"/>
                    <a:pt x="34" y="0"/>
                    <a:pt x="3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8" name="Freeform 631">
              <a:extLst>
                <a:ext uri="{FF2B5EF4-FFF2-40B4-BE49-F238E27FC236}">
                  <a16:creationId xmlns:a16="http://schemas.microsoft.com/office/drawing/2014/main" id="{92D30441-061F-23D9-77E3-8DD50A3E372A}"/>
                </a:ext>
              </a:extLst>
            </p:cNvPr>
            <p:cNvSpPr>
              <a:spLocks/>
            </p:cNvSpPr>
            <p:nvPr/>
          </p:nvSpPr>
          <p:spPr bwMode="auto">
            <a:xfrm rot="5094805">
              <a:off x="1823" y="2988019"/>
              <a:ext cx="84544" cy="27420"/>
            </a:xfrm>
            <a:custGeom>
              <a:avLst/>
              <a:gdLst>
                <a:gd name="T0" fmla="*/ 34 w 35"/>
                <a:gd name="T1" fmla="*/ 2 h 11"/>
                <a:gd name="T2" fmla="*/ 20 w 35"/>
                <a:gd name="T3" fmla="*/ 9 h 11"/>
                <a:gd name="T4" fmla="*/ 0 w 35"/>
                <a:gd name="T5" fmla="*/ 9 h 11"/>
                <a:gd name="T6" fmla="*/ 16 w 35"/>
                <a:gd name="T7" fmla="*/ 2 h 11"/>
                <a:gd name="T8" fmla="*/ 34 w 35"/>
                <a:gd name="T9" fmla="*/ 2 h 11"/>
              </a:gdLst>
              <a:ahLst/>
              <a:cxnLst>
                <a:cxn ang="0">
                  <a:pos x="T0" y="T1"/>
                </a:cxn>
                <a:cxn ang="0">
                  <a:pos x="T2" y="T3"/>
                </a:cxn>
                <a:cxn ang="0">
                  <a:pos x="T4" y="T5"/>
                </a:cxn>
                <a:cxn ang="0">
                  <a:pos x="T6" y="T7"/>
                </a:cxn>
                <a:cxn ang="0">
                  <a:pos x="T8" y="T9"/>
                </a:cxn>
              </a:cxnLst>
              <a:rect l="0" t="0" r="r" b="b"/>
              <a:pathLst>
                <a:path w="35" h="11">
                  <a:moveTo>
                    <a:pt x="34" y="2"/>
                  </a:moveTo>
                  <a:cubicBezTo>
                    <a:pt x="35" y="4"/>
                    <a:pt x="29" y="7"/>
                    <a:pt x="20" y="9"/>
                  </a:cubicBezTo>
                  <a:cubicBezTo>
                    <a:pt x="10" y="11"/>
                    <a:pt x="1" y="11"/>
                    <a:pt x="0" y="9"/>
                  </a:cubicBezTo>
                  <a:cubicBezTo>
                    <a:pt x="0" y="7"/>
                    <a:pt x="7" y="4"/>
                    <a:pt x="16" y="2"/>
                  </a:cubicBezTo>
                  <a:cubicBezTo>
                    <a:pt x="25" y="0"/>
                    <a:pt x="33" y="0"/>
                    <a:pt x="3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9" name="Freeform 632">
              <a:extLst>
                <a:ext uri="{FF2B5EF4-FFF2-40B4-BE49-F238E27FC236}">
                  <a16:creationId xmlns:a16="http://schemas.microsoft.com/office/drawing/2014/main" id="{6B65B835-D188-F7FC-D531-9C9ED7BDA731}"/>
                </a:ext>
              </a:extLst>
            </p:cNvPr>
            <p:cNvSpPr>
              <a:spLocks/>
            </p:cNvSpPr>
            <p:nvPr/>
          </p:nvSpPr>
          <p:spPr bwMode="auto">
            <a:xfrm rot="5094805">
              <a:off x="63319" y="3174003"/>
              <a:ext cx="86829" cy="31990"/>
            </a:xfrm>
            <a:custGeom>
              <a:avLst/>
              <a:gdLst>
                <a:gd name="T0" fmla="*/ 34 w 35"/>
                <a:gd name="T1" fmla="*/ 3 h 13"/>
                <a:gd name="T2" fmla="*/ 19 w 35"/>
                <a:gd name="T3" fmla="*/ 10 h 13"/>
                <a:gd name="T4" fmla="*/ 1 w 35"/>
                <a:gd name="T5" fmla="*/ 11 h 13"/>
                <a:gd name="T6" fmla="*/ 17 w 35"/>
                <a:gd name="T7" fmla="*/ 3 h 13"/>
                <a:gd name="T8" fmla="*/ 34 w 35"/>
                <a:gd name="T9" fmla="*/ 3 h 13"/>
              </a:gdLst>
              <a:ahLst/>
              <a:cxnLst>
                <a:cxn ang="0">
                  <a:pos x="T0" y="T1"/>
                </a:cxn>
                <a:cxn ang="0">
                  <a:pos x="T2" y="T3"/>
                </a:cxn>
                <a:cxn ang="0">
                  <a:pos x="T4" y="T5"/>
                </a:cxn>
                <a:cxn ang="0">
                  <a:pos x="T6" y="T7"/>
                </a:cxn>
                <a:cxn ang="0">
                  <a:pos x="T8" y="T9"/>
                </a:cxn>
              </a:cxnLst>
              <a:rect l="0" t="0" r="r" b="b"/>
              <a:pathLst>
                <a:path w="35" h="13">
                  <a:moveTo>
                    <a:pt x="34" y="3"/>
                  </a:moveTo>
                  <a:cubicBezTo>
                    <a:pt x="35" y="5"/>
                    <a:pt x="28" y="8"/>
                    <a:pt x="19" y="10"/>
                  </a:cubicBezTo>
                  <a:cubicBezTo>
                    <a:pt x="10" y="13"/>
                    <a:pt x="2" y="13"/>
                    <a:pt x="1" y="11"/>
                  </a:cubicBezTo>
                  <a:cubicBezTo>
                    <a:pt x="0" y="9"/>
                    <a:pt x="7" y="6"/>
                    <a:pt x="17" y="3"/>
                  </a:cubicBezTo>
                  <a:cubicBezTo>
                    <a:pt x="26" y="1"/>
                    <a:pt x="34" y="0"/>
                    <a:pt x="3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0" name="Freeform 633">
              <a:extLst>
                <a:ext uri="{FF2B5EF4-FFF2-40B4-BE49-F238E27FC236}">
                  <a16:creationId xmlns:a16="http://schemas.microsoft.com/office/drawing/2014/main" id="{80D62A0D-F2DA-B6F4-E605-75E4B25C1FC4}"/>
                </a:ext>
              </a:extLst>
            </p:cNvPr>
            <p:cNvSpPr>
              <a:spLocks/>
            </p:cNvSpPr>
            <p:nvPr/>
          </p:nvSpPr>
          <p:spPr bwMode="auto">
            <a:xfrm rot="5094805">
              <a:off x="133822" y="3359282"/>
              <a:ext cx="86829" cy="34275"/>
            </a:xfrm>
            <a:custGeom>
              <a:avLst/>
              <a:gdLst>
                <a:gd name="T0" fmla="*/ 34 w 35"/>
                <a:gd name="T1" fmla="*/ 2 h 14"/>
                <a:gd name="T2" fmla="*/ 19 w 35"/>
                <a:gd name="T3" fmla="*/ 11 h 14"/>
                <a:gd name="T4" fmla="*/ 1 w 35"/>
                <a:gd name="T5" fmla="*/ 12 h 14"/>
                <a:gd name="T6" fmla="*/ 16 w 35"/>
                <a:gd name="T7" fmla="*/ 3 h 14"/>
                <a:gd name="T8" fmla="*/ 34 w 35"/>
                <a:gd name="T9" fmla="*/ 2 h 14"/>
              </a:gdLst>
              <a:ahLst/>
              <a:cxnLst>
                <a:cxn ang="0">
                  <a:pos x="T0" y="T1"/>
                </a:cxn>
                <a:cxn ang="0">
                  <a:pos x="T2" y="T3"/>
                </a:cxn>
                <a:cxn ang="0">
                  <a:pos x="T4" y="T5"/>
                </a:cxn>
                <a:cxn ang="0">
                  <a:pos x="T6" y="T7"/>
                </a:cxn>
                <a:cxn ang="0">
                  <a:pos x="T8" y="T9"/>
                </a:cxn>
              </a:cxnLst>
              <a:rect l="0" t="0" r="r" b="b"/>
              <a:pathLst>
                <a:path w="35" h="14">
                  <a:moveTo>
                    <a:pt x="34" y="2"/>
                  </a:moveTo>
                  <a:cubicBezTo>
                    <a:pt x="35" y="5"/>
                    <a:pt x="28" y="9"/>
                    <a:pt x="19" y="11"/>
                  </a:cubicBezTo>
                  <a:cubicBezTo>
                    <a:pt x="10" y="14"/>
                    <a:pt x="1" y="14"/>
                    <a:pt x="1" y="12"/>
                  </a:cubicBezTo>
                  <a:cubicBezTo>
                    <a:pt x="0" y="10"/>
                    <a:pt x="7" y="6"/>
                    <a:pt x="16" y="3"/>
                  </a:cubicBezTo>
                  <a:cubicBezTo>
                    <a:pt x="26" y="0"/>
                    <a:pt x="33" y="0"/>
                    <a:pt x="3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1" name="Freeform 634">
              <a:extLst>
                <a:ext uri="{FF2B5EF4-FFF2-40B4-BE49-F238E27FC236}">
                  <a16:creationId xmlns:a16="http://schemas.microsoft.com/office/drawing/2014/main" id="{C1E31D67-F27E-C1EF-B0D1-C7B9291816B0}"/>
                </a:ext>
              </a:extLst>
            </p:cNvPr>
            <p:cNvSpPr>
              <a:spLocks/>
            </p:cNvSpPr>
            <p:nvPr/>
          </p:nvSpPr>
          <p:spPr bwMode="auto">
            <a:xfrm rot="5094805">
              <a:off x="207633" y="3543017"/>
              <a:ext cx="89114" cy="36560"/>
            </a:xfrm>
            <a:custGeom>
              <a:avLst/>
              <a:gdLst>
                <a:gd name="T0" fmla="*/ 35 w 36"/>
                <a:gd name="T1" fmla="*/ 2 h 15"/>
                <a:gd name="T2" fmla="*/ 20 w 36"/>
                <a:gd name="T3" fmla="*/ 12 h 15"/>
                <a:gd name="T4" fmla="*/ 1 w 36"/>
                <a:gd name="T5" fmla="*/ 13 h 15"/>
                <a:gd name="T6" fmla="*/ 17 w 36"/>
                <a:gd name="T7" fmla="*/ 3 h 15"/>
                <a:gd name="T8" fmla="*/ 35 w 36"/>
                <a:gd name="T9" fmla="*/ 2 h 15"/>
              </a:gdLst>
              <a:ahLst/>
              <a:cxnLst>
                <a:cxn ang="0">
                  <a:pos x="T0" y="T1"/>
                </a:cxn>
                <a:cxn ang="0">
                  <a:pos x="T2" y="T3"/>
                </a:cxn>
                <a:cxn ang="0">
                  <a:pos x="T4" y="T5"/>
                </a:cxn>
                <a:cxn ang="0">
                  <a:pos x="T6" y="T7"/>
                </a:cxn>
                <a:cxn ang="0">
                  <a:pos x="T8" y="T9"/>
                </a:cxn>
              </a:cxnLst>
              <a:rect l="0" t="0" r="r" b="b"/>
              <a:pathLst>
                <a:path w="36" h="15">
                  <a:moveTo>
                    <a:pt x="35" y="2"/>
                  </a:moveTo>
                  <a:cubicBezTo>
                    <a:pt x="36" y="5"/>
                    <a:pt x="29" y="9"/>
                    <a:pt x="20" y="12"/>
                  </a:cubicBezTo>
                  <a:cubicBezTo>
                    <a:pt x="11" y="15"/>
                    <a:pt x="3" y="15"/>
                    <a:pt x="1" y="13"/>
                  </a:cubicBezTo>
                  <a:cubicBezTo>
                    <a:pt x="0" y="11"/>
                    <a:pt x="8" y="6"/>
                    <a:pt x="17" y="3"/>
                  </a:cubicBezTo>
                  <a:cubicBezTo>
                    <a:pt x="27" y="0"/>
                    <a:pt x="34" y="0"/>
                    <a:pt x="3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2" name="Freeform 635">
              <a:extLst>
                <a:ext uri="{FF2B5EF4-FFF2-40B4-BE49-F238E27FC236}">
                  <a16:creationId xmlns:a16="http://schemas.microsoft.com/office/drawing/2014/main" id="{78413087-6BD6-A5EB-DCDA-4F3CD230E2F9}"/>
                </a:ext>
              </a:extLst>
            </p:cNvPr>
            <p:cNvSpPr>
              <a:spLocks/>
            </p:cNvSpPr>
            <p:nvPr/>
          </p:nvSpPr>
          <p:spPr bwMode="auto">
            <a:xfrm rot="5094805">
              <a:off x="287345" y="3727582"/>
              <a:ext cx="86829" cy="41130"/>
            </a:xfrm>
            <a:custGeom>
              <a:avLst/>
              <a:gdLst>
                <a:gd name="T0" fmla="*/ 35 w 36"/>
                <a:gd name="T1" fmla="*/ 3 h 17"/>
                <a:gd name="T2" fmla="*/ 21 w 36"/>
                <a:gd name="T3" fmla="*/ 13 h 17"/>
                <a:gd name="T4" fmla="*/ 1 w 36"/>
                <a:gd name="T5" fmla="*/ 14 h 17"/>
                <a:gd name="T6" fmla="*/ 16 w 36"/>
                <a:gd name="T7" fmla="*/ 3 h 17"/>
                <a:gd name="T8" fmla="*/ 35 w 36"/>
                <a:gd name="T9" fmla="*/ 3 h 17"/>
              </a:gdLst>
              <a:ahLst/>
              <a:cxnLst>
                <a:cxn ang="0">
                  <a:pos x="T0" y="T1"/>
                </a:cxn>
                <a:cxn ang="0">
                  <a:pos x="T2" y="T3"/>
                </a:cxn>
                <a:cxn ang="0">
                  <a:pos x="T4" y="T5"/>
                </a:cxn>
                <a:cxn ang="0">
                  <a:pos x="T6" y="T7"/>
                </a:cxn>
                <a:cxn ang="0">
                  <a:pos x="T8" y="T9"/>
                </a:cxn>
              </a:cxnLst>
              <a:rect l="0" t="0" r="r" b="b"/>
              <a:pathLst>
                <a:path w="36" h="17">
                  <a:moveTo>
                    <a:pt x="35" y="3"/>
                  </a:moveTo>
                  <a:cubicBezTo>
                    <a:pt x="36" y="6"/>
                    <a:pt x="30" y="10"/>
                    <a:pt x="21" y="13"/>
                  </a:cubicBezTo>
                  <a:cubicBezTo>
                    <a:pt x="11" y="17"/>
                    <a:pt x="2" y="17"/>
                    <a:pt x="1" y="14"/>
                  </a:cubicBezTo>
                  <a:cubicBezTo>
                    <a:pt x="0" y="11"/>
                    <a:pt x="7" y="6"/>
                    <a:pt x="16" y="3"/>
                  </a:cubicBezTo>
                  <a:cubicBezTo>
                    <a:pt x="25" y="0"/>
                    <a:pt x="33" y="0"/>
                    <a:pt x="3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3" name="Freeform 636">
              <a:extLst>
                <a:ext uri="{FF2B5EF4-FFF2-40B4-BE49-F238E27FC236}">
                  <a16:creationId xmlns:a16="http://schemas.microsoft.com/office/drawing/2014/main" id="{68A2B9BB-4104-79D7-9D48-D002A2EC55B6}"/>
                </a:ext>
              </a:extLst>
            </p:cNvPr>
            <p:cNvSpPr>
              <a:spLocks/>
            </p:cNvSpPr>
            <p:nvPr/>
          </p:nvSpPr>
          <p:spPr bwMode="auto">
            <a:xfrm rot="5094805">
              <a:off x="368090" y="3910807"/>
              <a:ext cx="86829" cy="45700"/>
            </a:xfrm>
            <a:custGeom>
              <a:avLst/>
              <a:gdLst>
                <a:gd name="T0" fmla="*/ 34 w 35"/>
                <a:gd name="T1" fmla="*/ 4 h 19"/>
                <a:gd name="T2" fmla="*/ 20 w 35"/>
                <a:gd name="T3" fmla="*/ 15 h 19"/>
                <a:gd name="T4" fmla="*/ 1 w 35"/>
                <a:gd name="T5" fmla="*/ 15 h 19"/>
                <a:gd name="T6" fmla="*/ 16 w 35"/>
                <a:gd name="T7" fmla="*/ 3 h 19"/>
                <a:gd name="T8" fmla="*/ 34 w 35"/>
                <a:gd name="T9" fmla="*/ 4 h 19"/>
              </a:gdLst>
              <a:ahLst/>
              <a:cxnLst>
                <a:cxn ang="0">
                  <a:pos x="T0" y="T1"/>
                </a:cxn>
                <a:cxn ang="0">
                  <a:pos x="T2" y="T3"/>
                </a:cxn>
                <a:cxn ang="0">
                  <a:pos x="T4" y="T5"/>
                </a:cxn>
                <a:cxn ang="0">
                  <a:pos x="T6" y="T7"/>
                </a:cxn>
                <a:cxn ang="0">
                  <a:pos x="T8" y="T9"/>
                </a:cxn>
              </a:cxnLst>
              <a:rect l="0" t="0" r="r" b="b"/>
              <a:pathLst>
                <a:path w="35" h="19">
                  <a:moveTo>
                    <a:pt x="34" y="4"/>
                  </a:moveTo>
                  <a:cubicBezTo>
                    <a:pt x="35" y="7"/>
                    <a:pt x="29" y="12"/>
                    <a:pt x="20" y="15"/>
                  </a:cubicBezTo>
                  <a:cubicBezTo>
                    <a:pt x="11" y="19"/>
                    <a:pt x="2" y="19"/>
                    <a:pt x="1" y="15"/>
                  </a:cubicBezTo>
                  <a:cubicBezTo>
                    <a:pt x="0" y="12"/>
                    <a:pt x="7" y="6"/>
                    <a:pt x="16" y="3"/>
                  </a:cubicBezTo>
                  <a:cubicBezTo>
                    <a:pt x="25" y="0"/>
                    <a:pt x="33" y="0"/>
                    <a:pt x="3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4" name="Freeform 637">
              <a:extLst>
                <a:ext uri="{FF2B5EF4-FFF2-40B4-BE49-F238E27FC236}">
                  <a16:creationId xmlns:a16="http://schemas.microsoft.com/office/drawing/2014/main" id="{806A4E91-74B3-1201-E2F3-74EE2F4E4361}"/>
                </a:ext>
              </a:extLst>
            </p:cNvPr>
            <p:cNvSpPr>
              <a:spLocks/>
            </p:cNvSpPr>
            <p:nvPr/>
          </p:nvSpPr>
          <p:spPr bwMode="auto">
            <a:xfrm rot="5094805">
              <a:off x="451111" y="4093829"/>
              <a:ext cx="86829" cy="50269"/>
            </a:xfrm>
            <a:custGeom>
              <a:avLst/>
              <a:gdLst>
                <a:gd name="T0" fmla="*/ 34 w 35"/>
                <a:gd name="T1" fmla="*/ 5 h 21"/>
                <a:gd name="T2" fmla="*/ 19 w 35"/>
                <a:gd name="T3" fmla="*/ 18 h 21"/>
                <a:gd name="T4" fmla="*/ 0 w 35"/>
                <a:gd name="T5" fmla="*/ 16 h 21"/>
                <a:gd name="T6" fmla="*/ 16 w 35"/>
                <a:gd name="T7" fmla="*/ 3 h 21"/>
                <a:gd name="T8" fmla="*/ 34 w 35"/>
                <a:gd name="T9" fmla="*/ 5 h 21"/>
              </a:gdLst>
              <a:ahLst/>
              <a:cxnLst>
                <a:cxn ang="0">
                  <a:pos x="T0" y="T1"/>
                </a:cxn>
                <a:cxn ang="0">
                  <a:pos x="T2" y="T3"/>
                </a:cxn>
                <a:cxn ang="0">
                  <a:pos x="T4" y="T5"/>
                </a:cxn>
                <a:cxn ang="0">
                  <a:pos x="T6" y="T7"/>
                </a:cxn>
                <a:cxn ang="0">
                  <a:pos x="T8" y="T9"/>
                </a:cxn>
              </a:cxnLst>
              <a:rect l="0" t="0" r="r" b="b"/>
              <a:pathLst>
                <a:path w="35" h="21">
                  <a:moveTo>
                    <a:pt x="34" y="5"/>
                  </a:moveTo>
                  <a:cubicBezTo>
                    <a:pt x="35" y="9"/>
                    <a:pt x="28" y="15"/>
                    <a:pt x="19" y="18"/>
                  </a:cubicBezTo>
                  <a:cubicBezTo>
                    <a:pt x="10" y="21"/>
                    <a:pt x="1" y="21"/>
                    <a:pt x="0" y="16"/>
                  </a:cubicBezTo>
                  <a:cubicBezTo>
                    <a:pt x="0" y="12"/>
                    <a:pt x="7" y="6"/>
                    <a:pt x="16" y="3"/>
                  </a:cubicBezTo>
                  <a:cubicBezTo>
                    <a:pt x="25" y="0"/>
                    <a:pt x="33" y="0"/>
                    <a:pt x="3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5" name="Freeform 638">
              <a:extLst>
                <a:ext uri="{FF2B5EF4-FFF2-40B4-BE49-F238E27FC236}">
                  <a16:creationId xmlns:a16="http://schemas.microsoft.com/office/drawing/2014/main" id="{C6B45690-6358-BDFF-B85A-66AF028711FE}"/>
                </a:ext>
              </a:extLst>
            </p:cNvPr>
            <p:cNvSpPr>
              <a:spLocks/>
            </p:cNvSpPr>
            <p:nvPr/>
          </p:nvSpPr>
          <p:spPr bwMode="auto">
            <a:xfrm rot="5094805">
              <a:off x="535067" y="4271047"/>
              <a:ext cx="86829" cy="61694"/>
            </a:xfrm>
            <a:custGeom>
              <a:avLst/>
              <a:gdLst>
                <a:gd name="T0" fmla="*/ 34 w 35"/>
                <a:gd name="T1" fmla="*/ 8 h 25"/>
                <a:gd name="T2" fmla="*/ 19 w 35"/>
                <a:gd name="T3" fmla="*/ 22 h 25"/>
                <a:gd name="T4" fmla="*/ 1 w 35"/>
                <a:gd name="T5" fmla="*/ 19 h 25"/>
                <a:gd name="T6" fmla="*/ 17 w 35"/>
                <a:gd name="T7" fmla="*/ 3 h 25"/>
                <a:gd name="T8" fmla="*/ 34 w 35"/>
                <a:gd name="T9" fmla="*/ 8 h 25"/>
              </a:gdLst>
              <a:ahLst/>
              <a:cxnLst>
                <a:cxn ang="0">
                  <a:pos x="T0" y="T1"/>
                </a:cxn>
                <a:cxn ang="0">
                  <a:pos x="T2" y="T3"/>
                </a:cxn>
                <a:cxn ang="0">
                  <a:pos x="T4" y="T5"/>
                </a:cxn>
                <a:cxn ang="0">
                  <a:pos x="T6" y="T7"/>
                </a:cxn>
                <a:cxn ang="0">
                  <a:pos x="T8" y="T9"/>
                </a:cxn>
              </a:cxnLst>
              <a:rect l="0" t="0" r="r" b="b"/>
              <a:pathLst>
                <a:path w="35" h="25">
                  <a:moveTo>
                    <a:pt x="34" y="8"/>
                  </a:moveTo>
                  <a:cubicBezTo>
                    <a:pt x="35" y="13"/>
                    <a:pt x="28" y="19"/>
                    <a:pt x="19" y="22"/>
                  </a:cubicBezTo>
                  <a:cubicBezTo>
                    <a:pt x="10" y="25"/>
                    <a:pt x="2" y="23"/>
                    <a:pt x="1" y="19"/>
                  </a:cubicBezTo>
                  <a:cubicBezTo>
                    <a:pt x="0" y="14"/>
                    <a:pt x="8" y="7"/>
                    <a:pt x="17" y="3"/>
                  </a:cubicBezTo>
                  <a:cubicBezTo>
                    <a:pt x="26" y="0"/>
                    <a:pt x="34" y="2"/>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6" name="Freeform 639">
              <a:extLst>
                <a:ext uri="{FF2B5EF4-FFF2-40B4-BE49-F238E27FC236}">
                  <a16:creationId xmlns:a16="http://schemas.microsoft.com/office/drawing/2014/main" id="{83023542-62EC-DCDF-3C38-E57DEE2BEA85}"/>
                </a:ext>
              </a:extLst>
            </p:cNvPr>
            <p:cNvSpPr>
              <a:spLocks/>
            </p:cNvSpPr>
            <p:nvPr/>
          </p:nvSpPr>
          <p:spPr bwMode="auto">
            <a:xfrm rot="5094805">
              <a:off x="614780" y="4455612"/>
              <a:ext cx="84544" cy="66264"/>
            </a:xfrm>
            <a:custGeom>
              <a:avLst/>
              <a:gdLst>
                <a:gd name="T0" fmla="*/ 34 w 35"/>
                <a:gd name="T1" fmla="*/ 8 h 27"/>
                <a:gd name="T2" fmla="*/ 20 w 35"/>
                <a:gd name="T3" fmla="*/ 24 h 27"/>
                <a:gd name="T4" fmla="*/ 0 w 35"/>
                <a:gd name="T5" fmla="*/ 18 h 27"/>
                <a:gd name="T6" fmla="*/ 16 w 35"/>
                <a:gd name="T7" fmla="*/ 3 h 27"/>
                <a:gd name="T8" fmla="*/ 34 w 35"/>
                <a:gd name="T9" fmla="*/ 8 h 27"/>
              </a:gdLst>
              <a:ahLst/>
              <a:cxnLst>
                <a:cxn ang="0">
                  <a:pos x="T0" y="T1"/>
                </a:cxn>
                <a:cxn ang="0">
                  <a:pos x="T2" y="T3"/>
                </a:cxn>
                <a:cxn ang="0">
                  <a:pos x="T4" y="T5"/>
                </a:cxn>
                <a:cxn ang="0">
                  <a:pos x="T6" y="T7"/>
                </a:cxn>
                <a:cxn ang="0">
                  <a:pos x="T8" y="T9"/>
                </a:cxn>
              </a:cxnLst>
              <a:rect l="0" t="0" r="r" b="b"/>
              <a:pathLst>
                <a:path w="35" h="27">
                  <a:moveTo>
                    <a:pt x="34" y="8"/>
                  </a:moveTo>
                  <a:cubicBezTo>
                    <a:pt x="35" y="14"/>
                    <a:pt x="29" y="21"/>
                    <a:pt x="20" y="24"/>
                  </a:cubicBezTo>
                  <a:cubicBezTo>
                    <a:pt x="10" y="27"/>
                    <a:pt x="1" y="24"/>
                    <a:pt x="0" y="18"/>
                  </a:cubicBezTo>
                  <a:cubicBezTo>
                    <a:pt x="0" y="13"/>
                    <a:pt x="7" y="6"/>
                    <a:pt x="16" y="3"/>
                  </a:cubicBezTo>
                  <a:cubicBezTo>
                    <a:pt x="25" y="0"/>
                    <a:pt x="33" y="2"/>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7" name="Freeform 640">
              <a:extLst>
                <a:ext uri="{FF2B5EF4-FFF2-40B4-BE49-F238E27FC236}">
                  <a16:creationId xmlns:a16="http://schemas.microsoft.com/office/drawing/2014/main" id="{D30BF9A5-E0D6-E3A8-4FE2-1F40E7B8D833}"/>
                </a:ext>
              </a:extLst>
            </p:cNvPr>
            <p:cNvSpPr>
              <a:spLocks/>
            </p:cNvSpPr>
            <p:nvPr/>
          </p:nvSpPr>
          <p:spPr bwMode="auto">
            <a:xfrm rot="5094805">
              <a:off x="689729" y="4635819"/>
              <a:ext cx="86829" cy="75404"/>
            </a:xfrm>
            <a:custGeom>
              <a:avLst/>
              <a:gdLst>
                <a:gd name="T0" fmla="*/ 34 w 35"/>
                <a:gd name="T1" fmla="*/ 10 h 30"/>
                <a:gd name="T2" fmla="*/ 20 w 35"/>
                <a:gd name="T3" fmla="*/ 27 h 30"/>
                <a:gd name="T4" fmla="*/ 1 w 35"/>
                <a:gd name="T5" fmla="*/ 20 h 30"/>
                <a:gd name="T6" fmla="*/ 16 w 35"/>
                <a:gd name="T7" fmla="*/ 2 h 30"/>
                <a:gd name="T8" fmla="*/ 34 w 35"/>
                <a:gd name="T9" fmla="*/ 10 h 30"/>
              </a:gdLst>
              <a:ahLst/>
              <a:cxnLst>
                <a:cxn ang="0">
                  <a:pos x="T0" y="T1"/>
                </a:cxn>
                <a:cxn ang="0">
                  <a:pos x="T2" y="T3"/>
                </a:cxn>
                <a:cxn ang="0">
                  <a:pos x="T4" y="T5"/>
                </a:cxn>
                <a:cxn ang="0">
                  <a:pos x="T6" y="T7"/>
                </a:cxn>
                <a:cxn ang="0">
                  <a:pos x="T8" y="T9"/>
                </a:cxn>
              </a:cxnLst>
              <a:rect l="0" t="0" r="r" b="b"/>
              <a:pathLst>
                <a:path w="35" h="30">
                  <a:moveTo>
                    <a:pt x="34" y="10"/>
                  </a:moveTo>
                  <a:cubicBezTo>
                    <a:pt x="35" y="17"/>
                    <a:pt x="29" y="25"/>
                    <a:pt x="20" y="27"/>
                  </a:cubicBezTo>
                  <a:cubicBezTo>
                    <a:pt x="11" y="30"/>
                    <a:pt x="1" y="27"/>
                    <a:pt x="1" y="20"/>
                  </a:cubicBezTo>
                  <a:cubicBezTo>
                    <a:pt x="0" y="13"/>
                    <a:pt x="7" y="5"/>
                    <a:pt x="16" y="2"/>
                  </a:cubicBezTo>
                  <a:cubicBezTo>
                    <a:pt x="25" y="0"/>
                    <a:pt x="33" y="3"/>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8" name="Freeform 641">
              <a:extLst>
                <a:ext uri="{FF2B5EF4-FFF2-40B4-BE49-F238E27FC236}">
                  <a16:creationId xmlns:a16="http://schemas.microsoft.com/office/drawing/2014/main" id="{A704DA82-3B6E-89D3-CE9F-FD0A3C58F830}"/>
                </a:ext>
              </a:extLst>
            </p:cNvPr>
            <p:cNvSpPr>
              <a:spLocks/>
            </p:cNvSpPr>
            <p:nvPr/>
          </p:nvSpPr>
          <p:spPr bwMode="auto">
            <a:xfrm rot="5094805">
              <a:off x="764678" y="4816026"/>
              <a:ext cx="89114" cy="84544"/>
            </a:xfrm>
            <a:custGeom>
              <a:avLst/>
              <a:gdLst>
                <a:gd name="T0" fmla="*/ 35 w 36"/>
                <a:gd name="T1" fmla="*/ 13 h 34"/>
                <a:gd name="T2" fmla="*/ 20 w 36"/>
                <a:gd name="T3" fmla="*/ 32 h 34"/>
                <a:gd name="T4" fmla="*/ 1 w 36"/>
                <a:gd name="T5" fmla="*/ 22 h 34"/>
                <a:gd name="T6" fmla="*/ 17 w 36"/>
                <a:gd name="T7" fmla="*/ 3 h 34"/>
                <a:gd name="T8" fmla="*/ 35 w 36"/>
                <a:gd name="T9" fmla="*/ 13 h 34"/>
              </a:gdLst>
              <a:ahLst/>
              <a:cxnLst>
                <a:cxn ang="0">
                  <a:pos x="T0" y="T1"/>
                </a:cxn>
                <a:cxn ang="0">
                  <a:pos x="T2" y="T3"/>
                </a:cxn>
                <a:cxn ang="0">
                  <a:pos x="T4" y="T5"/>
                </a:cxn>
                <a:cxn ang="0">
                  <a:pos x="T6" y="T7"/>
                </a:cxn>
                <a:cxn ang="0">
                  <a:pos x="T8" y="T9"/>
                </a:cxn>
              </a:cxnLst>
              <a:rect l="0" t="0" r="r" b="b"/>
              <a:pathLst>
                <a:path w="36" h="34">
                  <a:moveTo>
                    <a:pt x="35" y="13"/>
                  </a:moveTo>
                  <a:cubicBezTo>
                    <a:pt x="36" y="21"/>
                    <a:pt x="29" y="29"/>
                    <a:pt x="20" y="32"/>
                  </a:cubicBezTo>
                  <a:cubicBezTo>
                    <a:pt x="11" y="34"/>
                    <a:pt x="2" y="30"/>
                    <a:pt x="1" y="22"/>
                  </a:cubicBezTo>
                  <a:cubicBezTo>
                    <a:pt x="0" y="15"/>
                    <a:pt x="8" y="5"/>
                    <a:pt x="17" y="3"/>
                  </a:cubicBezTo>
                  <a:cubicBezTo>
                    <a:pt x="27" y="0"/>
                    <a:pt x="34" y="5"/>
                    <a:pt x="3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9" name="Freeform 672">
              <a:extLst>
                <a:ext uri="{FF2B5EF4-FFF2-40B4-BE49-F238E27FC236}">
                  <a16:creationId xmlns:a16="http://schemas.microsoft.com/office/drawing/2014/main" id="{FBEF5484-065B-535E-942E-6942E5070909}"/>
                </a:ext>
              </a:extLst>
            </p:cNvPr>
            <p:cNvSpPr>
              <a:spLocks/>
            </p:cNvSpPr>
            <p:nvPr/>
          </p:nvSpPr>
          <p:spPr bwMode="auto">
            <a:xfrm rot="5094805">
              <a:off x="1459789" y="6874927"/>
              <a:ext cx="91399" cy="116534"/>
            </a:xfrm>
            <a:custGeom>
              <a:avLst/>
              <a:gdLst>
                <a:gd name="T0" fmla="*/ 36 w 37"/>
                <a:gd name="T1" fmla="*/ 19 h 47"/>
                <a:gd name="T2" fmla="*/ 22 w 37"/>
                <a:gd name="T3" fmla="*/ 44 h 47"/>
                <a:gd name="T4" fmla="*/ 1 w 37"/>
                <a:gd name="T5" fmla="*/ 26 h 47"/>
                <a:gd name="T6" fmla="*/ 16 w 37"/>
                <a:gd name="T7" fmla="*/ 2 h 47"/>
                <a:gd name="T8" fmla="*/ 36 w 37"/>
                <a:gd name="T9" fmla="*/ 19 h 47"/>
              </a:gdLst>
              <a:ahLst/>
              <a:cxnLst>
                <a:cxn ang="0">
                  <a:pos x="T0" y="T1"/>
                </a:cxn>
                <a:cxn ang="0">
                  <a:pos x="T2" y="T3"/>
                </a:cxn>
                <a:cxn ang="0">
                  <a:pos x="T4" y="T5"/>
                </a:cxn>
                <a:cxn ang="0">
                  <a:pos x="T6" y="T7"/>
                </a:cxn>
                <a:cxn ang="0">
                  <a:pos x="T8" y="T9"/>
                </a:cxn>
              </a:cxnLst>
              <a:rect l="0" t="0" r="r" b="b"/>
              <a:pathLst>
                <a:path w="37" h="47">
                  <a:moveTo>
                    <a:pt x="36" y="19"/>
                  </a:moveTo>
                  <a:cubicBezTo>
                    <a:pt x="37" y="30"/>
                    <a:pt x="31" y="41"/>
                    <a:pt x="22" y="44"/>
                  </a:cubicBezTo>
                  <a:cubicBezTo>
                    <a:pt x="12" y="47"/>
                    <a:pt x="2" y="38"/>
                    <a:pt x="1" y="26"/>
                  </a:cubicBezTo>
                  <a:cubicBezTo>
                    <a:pt x="0" y="15"/>
                    <a:pt x="7" y="4"/>
                    <a:pt x="16" y="2"/>
                  </a:cubicBezTo>
                  <a:cubicBezTo>
                    <a:pt x="26" y="0"/>
                    <a:pt x="34" y="7"/>
                    <a:pt x="3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0" name="Freeform 673">
              <a:extLst>
                <a:ext uri="{FF2B5EF4-FFF2-40B4-BE49-F238E27FC236}">
                  <a16:creationId xmlns:a16="http://schemas.microsoft.com/office/drawing/2014/main" id="{9BA81406-CC3C-D3AA-6D48-F14C40EA4F1A}"/>
                </a:ext>
              </a:extLst>
            </p:cNvPr>
            <p:cNvSpPr>
              <a:spLocks/>
            </p:cNvSpPr>
            <p:nvPr/>
          </p:nvSpPr>
          <p:spPr bwMode="auto">
            <a:xfrm rot="5094805">
              <a:off x="1403675" y="6682637"/>
              <a:ext cx="91399" cy="116534"/>
            </a:xfrm>
            <a:custGeom>
              <a:avLst/>
              <a:gdLst>
                <a:gd name="T0" fmla="*/ 36 w 37"/>
                <a:gd name="T1" fmla="*/ 19 h 47"/>
                <a:gd name="T2" fmla="*/ 21 w 37"/>
                <a:gd name="T3" fmla="*/ 45 h 47"/>
                <a:gd name="T4" fmla="*/ 1 w 37"/>
                <a:gd name="T5" fmla="*/ 25 h 47"/>
                <a:gd name="T6" fmla="*/ 17 w 37"/>
                <a:gd name="T7" fmla="*/ 1 h 47"/>
                <a:gd name="T8" fmla="*/ 36 w 37"/>
                <a:gd name="T9" fmla="*/ 19 h 47"/>
              </a:gdLst>
              <a:ahLst/>
              <a:cxnLst>
                <a:cxn ang="0">
                  <a:pos x="T0" y="T1"/>
                </a:cxn>
                <a:cxn ang="0">
                  <a:pos x="T2" y="T3"/>
                </a:cxn>
                <a:cxn ang="0">
                  <a:pos x="T4" y="T5"/>
                </a:cxn>
                <a:cxn ang="0">
                  <a:pos x="T6" y="T7"/>
                </a:cxn>
                <a:cxn ang="0">
                  <a:pos x="T8" y="T9"/>
                </a:cxn>
              </a:cxnLst>
              <a:rect l="0" t="0" r="r" b="b"/>
              <a:pathLst>
                <a:path w="37" h="47">
                  <a:moveTo>
                    <a:pt x="36" y="19"/>
                  </a:moveTo>
                  <a:cubicBezTo>
                    <a:pt x="37" y="31"/>
                    <a:pt x="30" y="42"/>
                    <a:pt x="21" y="45"/>
                  </a:cubicBezTo>
                  <a:cubicBezTo>
                    <a:pt x="11" y="47"/>
                    <a:pt x="2" y="37"/>
                    <a:pt x="1" y="25"/>
                  </a:cubicBezTo>
                  <a:cubicBezTo>
                    <a:pt x="0" y="13"/>
                    <a:pt x="7" y="3"/>
                    <a:pt x="17" y="1"/>
                  </a:cubicBezTo>
                  <a:cubicBezTo>
                    <a:pt x="26" y="0"/>
                    <a:pt x="34" y="8"/>
                    <a:pt x="3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1" name="Freeform 674">
              <a:extLst>
                <a:ext uri="{FF2B5EF4-FFF2-40B4-BE49-F238E27FC236}">
                  <a16:creationId xmlns:a16="http://schemas.microsoft.com/office/drawing/2014/main" id="{472CA9B8-3BD6-4012-6C4E-B5179331DC14}"/>
                </a:ext>
              </a:extLst>
            </p:cNvPr>
            <p:cNvSpPr>
              <a:spLocks/>
            </p:cNvSpPr>
            <p:nvPr/>
          </p:nvSpPr>
          <p:spPr bwMode="auto">
            <a:xfrm rot="5094805">
              <a:off x="1354186" y="6487463"/>
              <a:ext cx="91399" cy="116534"/>
            </a:xfrm>
            <a:custGeom>
              <a:avLst/>
              <a:gdLst>
                <a:gd name="T0" fmla="*/ 36 w 37"/>
                <a:gd name="T1" fmla="*/ 21 h 47"/>
                <a:gd name="T2" fmla="*/ 21 w 37"/>
                <a:gd name="T3" fmla="*/ 46 h 47"/>
                <a:gd name="T4" fmla="*/ 1 w 37"/>
                <a:gd name="T5" fmla="*/ 26 h 47"/>
                <a:gd name="T6" fmla="*/ 17 w 37"/>
                <a:gd name="T7" fmla="*/ 1 h 47"/>
                <a:gd name="T8" fmla="*/ 36 w 37"/>
                <a:gd name="T9" fmla="*/ 21 h 47"/>
              </a:gdLst>
              <a:ahLst/>
              <a:cxnLst>
                <a:cxn ang="0">
                  <a:pos x="T0" y="T1"/>
                </a:cxn>
                <a:cxn ang="0">
                  <a:pos x="T2" y="T3"/>
                </a:cxn>
                <a:cxn ang="0">
                  <a:pos x="T4" y="T5"/>
                </a:cxn>
                <a:cxn ang="0">
                  <a:pos x="T6" y="T7"/>
                </a:cxn>
                <a:cxn ang="0">
                  <a:pos x="T8" y="T9"/>
                </a:cxn>
              </a:cxnLst>
              <a:rect l="0" t="0" r="r" b="b"/>
              <a:pathLst>
                <a:path w="37" h="47">
                  <a:moveTo>
                    <a:pt x="36" y="21"/>
                  </a:moveTo>
                  <a:cubicBezTo>
                    <a:pt x="37" y="33"/>
                    <a:pt x="30" y="44"/>
                    <a:pt x="21" y="46"/>
                  </a:cubicBezTo>
                  <a:cubicBezTo>
                    <a:pt x="12" y="47"/>
                    <a:pt x="3" y="38"/>
                    <a:pt x="1" y="26"/>
                  </a:cubicBezTo>
                  <a:cubicBezTo>
                    <a:pt x="0" y="14"/>
                    <a:pt x="7" y="2"/>
                    <a:pt x="17" y="1"/>
                  </a:cubicBezTo>
                  <a:cubicBezTo>
                    <a:pt x="27" y="0"/>
                    <a:pt x="35" y="9"/>
                    <a:pt x="3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2" name="Freeform 675">
              <a:extLst>
                <a:ext uri="{FF2B5EF4-FFF2-40B4-BE49-F238E27FC236}">
                  <a16:creationId xmlns:a16="http://schemas.microsoft.com/office/drawing/2014/main" id="{AA813BA9-C30B-5D1E-A93D-9F199DED32A7}"/>
                </a:ext>
              </a:extLst>
            </p:cNvPr>
            <p:cNvSpPr>
              <a:spLocks/>
            </p:cNvSpPr>
            <p:nvPr/>
          </p:nvSpPr>
          <p:spPr bwMode="auto">
            <a:xfrm rot="5094805">
              <a:off x="1312972" y="6295096"/>
              <a:ext cx="89114" cy="116534"/>
            </a:xfrm>
            <a:custGeom>
              <a:avLst/>
              <a:gdLst>
                <a:gd name="T0" fmla="*/ 35 w 36"/>
                <a:gd name="T1" fmla="*/ 22 h 47"/>
                <a:gd name="T2" fmla="*/ 21 w 36"/>
                <a:gd name="T3" fmla="*/ 46 h 47"/>
                <a:gd name="T4" fmla="*/ 1 w 36"/>
                <a:gd name="T5" fmla="*/ 26 h 47"/>
                <a:gd name="T6" fmla="*/ 17 w 36"/>
                <a:gd name="T7" fmla="*/ 1 h 47"/>
                <a:gd name="T8" fmla="*/ 35 w 36"/>
                <a:gd name="T9" fmla="*/ 22 h 47"/>
              </a:gdLst>
              <a:ahLst/>
              <a:cxnLst>
                <a:cxn ang="0">
                  <a:pos x="T0" y="T1"/>
                </a:cxn>
                <a:cxn ang="0">
                  <a:pos x="T2" y="T3"/>
                </a:cxn>
                <a:cxn ang="0">
                  <a:pos x="T4" y="T5"/>
                </a:cxn>
                <a:cxn ang="0">
                  <a:pos x="T6" y="T7"/>
                </a:cxn>
                <a:cxn ang="0">
                  <a:pos x="T8" y="T9"/>
                </a:cxn>
              </a:cxnLst>
              <a:rect l="0" t="0" r="r" b="b"/>
              <a:pathLst>
                <a:path w="36" h="47">
                  <a:moveTo>
                    <a:pt x="35" y="22"/>
                  </a:moveTo>
                  <a:cubicBezTo>
                    <a:pt x="36" y="34"/>
                    <a:pt x="30" y="45"/>
                    <a:pt x="21" y="46"/>
                  </a:cubicBezTo>
                  <a:cubicBezTo>
                    <a:pt x="12" y="47"/>
                    <a:pt x="3" y="38"/>
                    <a:pt x="1" y="26"/>
                  </a:cubicBezTo>
                  <a:cubicBezTo>
                    <a:pt x="0" y="13"/>
                    <a:pt x="7" y="1"/>
                    <a:pt x="17" y="1"/>
                  </a:cubicBezTo>
                  <a:cubicBezTo>
                    <a:pt x="26" y="0"/>
                    <a:pt x="34" y="9"/>
                    <a:pt x="3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3" name="Freeform 676">
              <a:extLst>
                <a:ext uri="{FF2B5EF4-FFF2-40B4-BE49-F238E27FC236}">
                  <a16:creationId xmlns:a16="http://schemas.microsoft.com/office/drawing/2014/main" id="{493BE275-B0CF-1C59-ACDB-1A2A70FF2625}"/>
                </a:ext>
              </a:extLst>
            </p:cNvPr>
            <p:cNvSpPr>
              <a:spLocks/>
            </p:cNvSpPr>
            <p:nvPr/>
          </p:nvSpPr>
          <p:spPr bwMode="auto">
            <a:xfrm rot="5094805">
              <a:off x="1261718" y="6102488"/>
              <a:ext cx="86829" cy="123389"/>
            </a:xfrm>
            <a:custGeom>
              <a:avLst/>
              <a:gdLst>
                <a:gd name="T0" fmla="*/ 34 w 35"/>
                <a:gd name="T1" fmla="*/ 20 h 50"/>
                <a:gd name="T2" fmla="*/ 20 w 35"/>
                <a:gd name="T3" fmla="*/ 47 h 50"/>
                <a:gd name="T4" fmla="*/ 0 w 35"/>
                <a:gd name="T5" fmla="*/ 27 h 50"/>
                <a:gd name="T6" fmla="*/ 16 w 35"/>
                <a:gd name="T7" fmla="*/ 2 h 50"/>
                <a:gd name="T8" fmla="*/ 34 w 35"/>
                <a:gd name="T9" fmla="*/ 20 h 50"/>
              </a:gdLst>
              <a:ahLst/>
              <a:cxnLst>
                <a:cxn ang="0">
                  <a:pos x="T0" y="T1"/>
                </a:cxn>
                <a:cxn ang="0">
                  <a:pos x="T2" y="T3"/>
                </a:cxn>
                <a:cxn ang="0">
                  <a:pos x="T4" y="T5"/>
                </a:cxn>
                <a:cxn ang="0">
                  <a:pos x="T6" y="T7"/>
                </a:cxn>
                <a:cxn ang="0">
                  <a:pos x="T8" y="T9"/>
                </a:cxn>
              </a:cxnLst>
              <a:rect l="0" t="0" r="r" b="b"/>
              <a:pathLst>
                <a:path w="35" h="50">
                  <a:moveTo>
                    <a:pt x="34" y="20"/>
                  </a:moveTo>
                  <a:cubicBezTo>
                    <a:pt x="35" y="32"/>
                    <a:pt x="29" y="44"/>
                    <a:pt x="20" y="47"/>
                  </a:cubicBezTo>
                  <a:cubicBezTo>
                    <a:pt x="11" y="50"/>
                    <a:pt x="1" y="40"/>
                    <a:pt x="0" y="27"/>
                  </a:cubicBezTo>
                  <a:cubicBezTo>
                    <a:pt x="0" y="15"/>
                    <a:pt x="7" y="4"/>
                    <a:pt x="16" y="2"/>
                  </a:cubicBezTo>
                  <a:cubicBezTo>
                    <a:pt x="25" y="0"/>
                    <a:pt x="33" y="7"/>
                    <a:pt x="34"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4" name="Freeform 677">
              <a:extLst>
                <a:ext uri="{FF2B5EF4-FFF2-40B4-BE49-F238E27FC236}">
                  <a16:creationId xmlns:a16="http://schemas.microsoft.com/office/drawing/2014/main" id="{56F1BF8A-4773-9727-3898-507AB4DD3128}"/>
                </a:ext>
              </a:extLst>
            </p:cNvPr>
            <p:cNvSpPr>
              <a:spLocks/>
            </p:cNvSpPr>
            <p:nvPr/>
          </p:nvSpPr>
          <p:spPr bwMode="auto">
            <a:xfrm rot="5094805">
              <a:off x="1193183" y="5912349"/>
              <a:ext cx="89114" cy="123389"/>
            </a:xfrm>
            <a:custGeom>
              <a:avLst/>
              <a:gdLst>
                <a:gd name="T0" fmla="*/ 35 w 36"/>
                <a:gd name="T1" fmla="*/ 19 h 50"/>
                <a:gd name="T2" fmla="*/ 21 w 36"/>
                <a:gd name="T3" fmla="*/ 47 h 50"/>
                <a:gd name="T4" fmla="*/ 1 w 36"/>
                <a:gd name="T5" fmla="*/ 29 h 50"/>
                <a:gd name="T6" fmla="*/ 16 w 36"/>
                <a:gd name="T7" fmla="*/ 3 h 50"/>
                <a:gd name="T8" fmla="*/ 35 w 36"/>
                <a:gd name="T9" fmla="*/ 19 h 50"/>
              </a:gdLst>
              <a:ahLst/>
              <a:cxnLst>
                <a:cxn ang="0">
                  <a:pos x="T0" y="T1"/>
                </a:cxn>
                <a:cxn ang="0">
                  <a:pos x="T2" y="T3"/>
                </a:cxn>
                <a:cxn ang="0">
                  <a:pos x="T4" y="T5"/>
                </a:cxn>
                <a:cxn ang="0">
                  <a:pos x="T6" y="T7"/>
                </a:cxn>
                <a:cxn ang="0">
                  <a:pos x="T8" y="T9"/>
                </a:cxn>
              </a:cxnLst>
              <a:rect l="0" t="0" r="r" b="b"/>
              <a:pathLst>
                <a:path w="36" h="50">
                  <a:moveTo>
                    <a:pt x="35" y="19"/>
                  </a:moveTo>
                  <a:cubicBezTo>
                    <a:pt x="36" y="32"/>
                    <a:pt x="30" y="44"/>
                    <a:pt x="21" y="47"/>
                  </a:cubicBezTo>
                  <a:cubicBezTo>
                    <a:pt x="12" y="50"/>
                    <a:pt x="2" y="41"/>
                    <a:pt x="1" y="29"/>
                  </a:cubicBezTo>
                  <a:cubicBezTo>
                    <a:pt x="0" y="17"/>
                    <a:pt x="7" y="5"/>
                    <a:pt x="16" y="3"/>
                  </a:cubicBezTo>
                  <a:cubicBezTo>
                    <a:pt x="25" y="0"/>
                    <a:pt x="34" y="7"/>
                    <a:pt x="35"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5" name="Freeform 678">
              <a:extLst>
                <a:ext uri="{FF2B5EF4-FFF2-40B4-BE49-F238E27FC236}">
                  <a16:creationId xmlns:a16="http://schemas.microsoft.com/office/drawing/2014/main" id="{7342D448-359A-71ED-D2B5-4F1A45CFFD20}"/>
                </a:ext>
              </a:extLst>
            </p:cNvPr>
            <p:cNvSpPr>
              <a:spLocks/>
            </p:cNvSpPr>
            <p:nvPr/>
          </p:nvSpPr>
          <p:spPr bwMode="auto">
            <a:xfrm rot="5094805">
              <a:off x="1126199" y="5730291"/>
              <a:ext cx="86829" cy="116534"/>
            </a:xfrm>
            <a:custGeom>
              <a:avLst/>
              <a:gdLst>
                <a:gd name="T0" fmla="*/ 34 w 35"/>
                <a:gd name="T1" fmla="*/ 19 h 48"/>
                <a:gd name="T2" fmla="*/ 20 w 35"/>
                <a:gd name="T3" fmla="*/ 45 h 48"/>
                <a:gd name="T4" fmla="*/ 0 w 35"/>
                <a:gd name="T5" fmla="*/ 27 h 48"/>
                <a:gd name="T6" fmla="*/ 16 w 35"/>
                <a:gd name="T7" fmla="*/ 2 h 48"/>
                <a:gd name="T8" fmla="*/ 34 w 35"/>
                <a:gd name="T9" fmla="*/ 19 h 48"/>
              </a:gdLst>
              <a:ahLst/>
              <a:cxnLst>
                <a:cxn ang="0">
                  <a:pos x="T0" y="T1"/>
                </a:cxn>
                <a:cxn ang="0">
                  <a:pos x="T2" y="T3"/>
                </a:cxn>
                <a:cxn ang="0">
                  <a:pos x="T4" y="T5"/>
                </a:cxn>
                <a:cxn ang="0">
                  <a:pos x="T6" y="T7"/>
                </a:cxn>
                <a:cxn ang="0">
                  <a:pos x="T8" y="T9"/>
                </a:cxn>
              </a:cxnLst>
              <a:rect l="0" t="0" r="r" b="b"/>
              <a:pathLst>
                <a:path w="35" h="48">
                  <a:moveTo>
                    <a:pt x="34" y="19"/>
                  </a:moveTo>
                  <a:cubicBezTo>
                    <a:pt x="35" y="31"/>
                    <a:pt x="29" y="43"/>
                    <a:pt x="20" y="45"/>
                  </a:cubicBezTo>
                  <a:cubicBezTo>
                    <a:pt x="11" y="48"/>
                    <a:pt x="1" y="39"/>
                    <a:pt x="0" y="27"/>
                  </a:cubicBezTo>
                  <a:cubicBezTo>
                    <a:pt x="0" y="16"/>
                    <a:pt x="7" y="5"/>
                    <a:pt x="16" y="2"/>
                  </a:cubicBezTo>
                  <a:cubicBezTo>
                    <a:pt x="25" y="0"/>
                    <a:pt x="33" y="7"/>
                    <a:pt x="34"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6" name="Freeform 679">
              <a:extLst>
                <a:ext uri="{FF2B5EF4-FFF2-40B4-BE49-F238E27FC236}">
                  <a16:creationId xmlns:a16="http://schemas.microsoft.com/office/drawing/2014/main" id="{1939C63B-F268-11FF-6B1B-6F4762EFAAE2}"/>
                </a:ext>
              </a:extLst>
            </p:cNvPr>
            <p:cNvSpPr>
              <a:spLocks/>
            </p:cNvSpPr>
            <p:nvPr/>
          </p:nvSpPr>
          <p:spPr bwMode="auto">
            <a:xfrm rot="5094805">
              <a:off x="1055697" y="5545012"/>
              <a:ext cx="86829" cy="114249"/>
            </a:xfrm>
            <a:custGeom>
              <a:avLst/>
              <a:gdLst>
                <a:gd name="T0" fmla="*/ 34 w 35"/>
                <a:gd name="T1" fmla="*/ 18 h 46"/>
                <a:gd name="T2" fmla="*/ 20 w 35"/>
                <a:gd name="T3" fmla="*/ 43 h 46"/>
                <a:gd name="T4" fmla="*/ 1 w 35"/>
                <a:gd name="T5" fmla="*/ 26 h 46"/>
                <a:gd name="T6" fmla="*/ 16 w 35"/>
                <a:gd name="T7" fmla="*/ 2 h 46"/>
                <a:gd name="T8" fmla="*/ 34 w 35"/>
                <a:gd name="T9" fmla="*/ 18 h 46"/>
              </a:gdLst>
              <a:ahLst/>
              <a:cxnLst>
                <a:cxn ang="0">
                  <a:pos x="T0" y="T1"/>
                </a:cxn>
                <a:cxn ang="0">
                  <a:pos x="T2" y="T3"/>
                </a:cxn>
                <a:cxn ang="0">
                  <a:pos x="T4" y="T5"/>
                </a:cxn>
                <a:cxn ang="0">
                  <a:pos x="T6" y="T7"/>
                </a:cxn>
                <a:cxn ang="0">
                  <a:pos x="T8" y="T9"/>
                </a:cxn>
              </a:cxnLst>
              <a:rect l="0" t="0" r="r" b="b"/>
              <a:pathLst>
                <a:path w="35" h="46">
                  <a:moveTo>
                    <a:pt x="34" y="18"/>
                  </a:moveTo>
                  <a:cubicBezTo>
                    <a:pt x="35" y="29"/>
                    <a:pt x="29" y="40"/>
                    <a:pt x="20" y="43"/>
                  </a:cubicBezTo>
                  <a:cubicBezTo>
                    <a:pt x="11" y="46"/>
                    <a:pt x="1" y="38"/>
                    <a:pt x="1" y="26"/>
                  </a:cubicBezTo>
                  <a:cubicBezTo>
                    <a:pt x="0" y="16"/>
                    <a:pt x="7" y="5"/>
                    <a:pt x="16" y="2"/>
                  </a:cubicBezTo>
                  <a:cubicBezTo>
                    <a:pt x="25" y="0"/>
                    <a:pt x="33" y="6"/>
                    <a:pt x="3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7" name="Freeform 680">
              <a:extLst>
                <a:ext uri="{FF2B5EF4-FFF2-40B4-BE49-F238E27FC236}">
                  <a16:creationId xmlns:a16="http://schemas.microsoft.com/office/drawing/2014/main" id="{DD5DD7B4-2D3E-CD70-7381-BD7B50C48DD7}"/>
                </a:ext>
              </a:extLst>
            </p:cNvPr>
            <p:cNvSpPr>
              <a:spLocks/>
            </p:cNvSpPr>
            <p:nvPr/>
          </p:nvSpPr>
          <p:spPr bwMode="auto">
            <a:xfrm rot="5094805">
              <a:off x="983014" y="5362115"/>
              <a:ext cx="89114" cy="109679"/>
            </a:xfrm>
            <a:custGeom>
              <a:avLst/>
              <a:gdLst>
                <a:gd name="T0" fmla="*/ 34 w 36"/>
                <a:gd name="T1" fmla="*/ 16 h 44"/>
                <a:gd name="T2" fmla="*/ 21 w 36"/>
                <a:gd name="T3" fmla="*/ 41 h 44"/>
                <a:gd name="T4" fmla="*/ 1 w 36"/>
                <a:gd name="T5" fmla="*/ 26 h 44"/>
                <a:gd name="T6" fmla="*/ 16 w 36"/>
                <a:gd name="T7" fmla="*/ 3 h 44"/>
                <a:gd name="T8" fmla="*/ 34 w 36"/>
                <a:gd name="T9" fmla="*/ 16 h 44"/>
              </a:gdLst>
              <a:ahLst/>
              <a:cxnLst>
                <a:cxn ang="0">
                  <a:pos x="T0" y="T1"/>
                </a:cxn>
                <a:cxn ang="0">
                  <a:pos x="T2" y="T3"/>
                </a:cxn>
                <a:cxn ang="0">
                  <a:pos x="T4" y="T5"/>
                </a:cxn>
                <a:cxn ang="0">
                  <a:pos x="T6" y="T7"/>
                </a:cxn>
                <a:cxn ang="0">
                  <a:pos x="T8" y="T9"/>
                </a:cxn>
              </a:cxnLst>
              <a:rect l="0" t="0" r="r" b="b"/>
              <a:pathLst>
                <a:path w="36" h="44">
                  <a:moveTo>
                    <a:pt x="34" y="16"/>
                  </a:moveTo>
                  <a:cubicBezTo>
                    <a:pt x="36" y="27"/>
                    <a:pt x="30" y="38"/>
                    <a:pt x="21" y="41"/>
                  </a:cubicBezTo>
                  <a:cubicBezTo>
                    <a:pt x="12" y="44"/>
                    <a:pt x="2" y="37"/>
                    <a:pt x="1" y="26"/>
                  </a:cubicBezTo>
                  <a:cubicBezTo>
                    <a:pt x="0" y="16"/>
                    <a:pt x="7" y="6"/>
                    <a:pt x="16" y="3"/>
                  </a:cubicBezTo>
                  <a:cubicBezTo>
                    <a:pt x="25" y="0"/>
                    <a:pt x="33" y="6"/>
                    <a:pt x="34"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8" name="Freeform 681">
              <a:extLst>
                <a:ext uri="{FF2B5EF4-FFF2-40B4-BE49-F238E27FC236}">
                  <a16:creationId xmlns:a16="http://schemas.microsoft.com/office/drawing/2014/main" id="{078D4DFB-0CD6-BEFB-52BD-D2EF3B933E84}"/>
                </a:ext>
              </a:extLst>
            </p:cNvPr>
            <p:cNvSpPr>
              <a:spLocks/>
            </p:cNvSpPr>
            <p:nvPr/>
          </p:nvSpPr>
          <p:spPr bwMode="auto">
            <a:xfrm rot="5094805">
              <a:off x="912309" y="5179130"/>
              <a:ext cx="89114" cy="98254"/>
            </a:xfrm>
            <a:custGeom>
              <a:avLst/>
              <a:gdLst>
                <a:gd name="T0" fmla="*/ 35 w 36"/>
                <a:gd name="T1" fmla="*/ 15 h 40"/>
                <a:gd name="T2" fmla="*/ 21 w 36"/>
                <a:gd name="T3" fmla="*/ 38 h 40"/>
                <a:gd name="T4" fmla="*/ 2 w 36"/>
                <a:gd name="T5" fmla="*/ 26 h 40"/>
                <a:gd name="T6" fmla="*/ 17 w 36"/>
                <a:gd name="T7" fmla="*/ 3 h 40"/>
                <a:gd name="T8" fmla="*/ 35 w 36"/>
                <a:gd name="T9" fmla="*/ 15 h 40"/>
              </a:gdLst>
              <a:ahLst/>
              <a:cxnLst>
                <a:cxn ang="0">
                  <a:pos x="T0" y="T1"/>
                </a:cxn>
                <a:cxn ang="0">
                  <a:pos x="T2" y="T3"/>
                </a:cxn>
                <a:cxn ang="0">
                  <a:pos x="T4" y="T5"/>
                </a:cxn>
                <a:cxn ang="0">
                  <a:pos x="T6" y="T7"/>
                </a:cxn>
                <a:cxn ang="0">
                  <a:pos x="T8" y="T9"/>
                </a:cxn>
              </a:cxnLst>
              <a:rect l="0" t="0" r="r" b="b"/>
              <a:pathLst>
                <a:path w="36" h="40">
                  <a:moveTo>
                    <a:pt x="35" y="15"/>
                  </a:moveTo>
                  <a:cubicBezTo>
                    <a:pt x="36" y="25"/>
                    <a:pt x="30" y="35"/>
                    <a:pt x="21" y="38"/>
                  </a:cubicBezTo>
                  <a:cubicBezTo>
                    <a:pt x="12" y="40"/>
                    <a:pt x="3" y="35"/>
                    <a:pt x="2" y="26"/>
                  </a:cubicBezTo>
                  <a:cubicBezTo>
                    <a:pt x="0" y="16"/>
                    <a:pt x="7" y="5"/>
                    <a:pt x="17" y="3"/>
                  </a:cubicBezTo>
                  <a:cubicBezTo>
                    <a:pt x="26" y="0"/>
                    <a:pt x="34" y="6"/>
                    <a:pt x="3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9" name="Freeform 682">
              <a:extLst>
                <a:ext uri="{FF2B5EF4-FFF2-40B4-BE49-F238E27FC236}">
                  <a16:creationId xmlns:a16="http://schemas.microsoft.com/office/drawing/2014/main" id="{B3FCAD21-CA1C-7C46-81D4-72735185DE4C}"/>
                </a:ext>
              </a:extLst>
            </p:cNvPr>
            <p:cNvSpPr>
              <a:spLocks/>
            </p:cNvSpPr>
            <p:nvPr/>
          </p:nvSpPr>
          <p:spPr bwMode="auto">
            <a:xfrm rot="5094805">
              <a:off x="839636" y="4996435"/>
              <a:ext cx="86829" cy="93684"/>
            </a:xfrm>
            <a:custGeom>
              <a:avLst/>
              <a:gdLst>
                <a:gd name="T0" fmla="*/ 34 w 35"/>
                <a:gd name="T1" fmla="*/ 14 h 38"/>
                <a:gd name="T2" fmla="*/ 20 w 35"/>
                <a:gd name="T3" fmla="*/ 35 h 38"/>
                <a:gd name="T4" fmla="*/ 1 w 35"/>
                <a:gd name="T5" fmla="*/ 25 h 38"/>
                <a:gd name="T6" fmla="*/ 16 w 35"/>
                <a:gd name="T7" fmla="*/ 3 h 38"/>
                <a:gd name="T8" fmla="*/ 34 w 35"/>
                <a:gd name="T9" fmla="*/ 14 h 38"/>
              </a:gdLst>
              <a:ahLst/>
              <a:cxnLst>
                <a:cxn ang="0">
                  <a:pos x="T0" y="T1"/>
                </a:cxn>
                <a:cxn ang="0">
                  <a:pos x="T2" y="T3"/>
                </a:cxn>
                <a:cxn ang="0">
                  <a:pos x="T4" y="T5"/>
                </a:cxn>
                <a:cxn ang="0">
                  <a:pos x="T6" y="T7"/>
                </a:cxn>
                <a:cxn ang="0">
                  <a:pos x="T8" y="T9"/>
                </a:cxn>
              </a:cxnLst>
              <a:rect l="0" t="0" r="r" b="b"/>
              <a:pathLst>
                <a:path w="35" h="38">
                  <a:moveTo>
                    <a:pt x="34" y="14"/>
                  </a:moveTo>
                  <a:cubicBezTo>
                    <a:pt x="35" y="23"/>
                    <a:pt x="29" y="33"/>
                    <a:pt x="20" y="35"/>
                  </a:cubicBezTo>
                  <a:cubicBezTo>
                    <a:pt x="11" y="38"/>
                    <a:pt x="2" y="33"/>
                    <a:pt x="1" y="25"/>
                  </a:cubicBezTo>
                  <a:cubicBezTo>
                    <a:pt x="0" y="16"/>
                    <a:pt x="7" y="6"/>
                    <a:pt x="16" y="3"/>
                  </a:cubicBezTo>
                  <a:cubicBezTo>
                    <a:pt x="26" y="0"/>
                    <a:pt x="33" y="5"/>
                    <a:pt x="3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0" name="Freeform 686">
              <a:extLst>
                <a:ext uri="{FF2B5EF4-FFF2-40B4-BE49-F238E27FC236}">
                  <a16:creationId xmlns:a16="http://schemas.microsoft.com/office/drawing/2014/main" id="{2D3A5369-9696-B845-14CA-DF282C4A08AC}"/>
                </a:ext>
              </a:extLst>
            </p:cNvPr>
            <p:cNvSpPr>
              <a:spLocks/>
            </p:cNvSpPr>
            <p:nvPr/>
          </p:nvSpPr>
          <p:spPr bwMode="auto">
            <a:xfrm rot="5094805">
              <a:off x="803163" y="4711849"/>
              <a:ext cx="84544" cy="75404"/>
            </a:xfrm>
            <a:custGeom>
              <a:avLst/>
              <a:gdLst>
                <a:gd name="T0" fmla="*/ 19 w 35"/>
                <a:gd name="T1" fmla="*/ 28 h 31"/>
                <a:gd name="T2" fmla="*/ 1 w 35"/>
                <a:gd name="T3" fmla="*/ 21 h 31"/>
                <a:gd name="T4" fmla="*/ 16 w 35"/>
                <a:gd name="T5" fmla="*/ 3 h 31"/>
                <a:gd name="T6" fmla="*/ 34 w 35"/>
                <a:gd name="T7" fmla="*/ 9 h 31"/>
                <a:gd name="T8" fmla="*/ 19 w 35"/>
                <a:gd name="T9" fmla="*/ 28 h 31"/>
              </a:gdLst>
              <a:ahLst/>
              <a:cxnLst>
                <a:cxn ang="0">
                  <a:pos x="T0" y="T1"/>
                </a:cxn>
                <a:cxn ang="0">
                  <a:pos x="T2" y="T3"/>
                </a:cxn>
                <a:cxn ang="0">
                  <a:pos x="T4" y="T5"/>
                </a:cxn>
                <a:cxn ang="0">
                  <a:pos x="T6" y="T7"/>
                </a:cxn>
                <a:cxn ang="0">
                  <a:pos x="T8" y="T9"/>
                </a:cxn>
              </a:cxnLst>
              <a:rect l="0" t="0" r="r" b="b"/>
              <a:pathLst>
                <a:path w="35" h="31">
                  <a:moveTo>
                    <a:pt x="19" y="28"/>
                  </a:moveTo>
                  <a:cubicBezTo>
                    <a:pt x="10" y="31"/>
                    <a:pt x="1" y="28"/>
                    <a:pt x="1" y="21"/>
                  </a:cubicBezTo>
                  <a:cubicBezTo>
                    <a:pt x="0" y="14"/>
                    <a:pt x="7" y="6"/>
                    <a:pt x="16" y="3"/>
                  </a:cubicBezTo>
                  <a:cubicBezTo>
                    <a:pt x="25" y="0"/>
                    <a:pt x="33" y="3"/>
                    <a:pt x="34" y="9"/>
                  </a:cubicBezTo>
                  <a:cubicBezTo>
                    <a:pt x="35" y="16"/>
                    <a:pt x="28" y="25"/>
                    <a:pt x="19"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1" name="Freeform 687">
              <a:extLst>
                <a:ext uri="{FF2B5EF4-FFF2-40B4-BE49-F238E27FC236}">
                  <a16:creationId xmlns:a16="http://schemas.microsoft.com/office/drawing/2014/main" id="{671A5873-8EAE-85C2-C80A-9077E19D5A12}"/>
                </a:ext>
              </a:extLst>
            </p:cNvPr>
            <p:cNvSpPr>
              <a:spLocks/>
            </p:cNvSpPr>
            <p:nvPr/>
          </p:nvSpPr>
          <p:spPr bwMode="auto">
            <a:xfrm rot="5094805">
              <a:off x="715582" y="4529029"/>
              <a:ext cx="89114" cy="70834"/>
            </a:xfrm>
            <a:custGeom>
              <a:avLst/>
              <a:gdLst>
                <a:gd name="T0" fmla="*/ 16 w 36"/>
                <a:gd name="T1" fmla="*/ 4 h 29"/>
                <a:gd name="T2" fmla="*/ 35 w 36"/>
                <a:gd name="T3" fmla="*/ 8 h 29"/>
                <a:gd name="T4" fmla="*/ 21 w 36"/>
                <a:gd name="T5" fmla="*/ 25 h 29"/>
                <a:gd name="T6" fmla="*/ 1 w 36"/>
                <a:gd name="T7" fmla="*/ 21 h 29"/>
                <a:gd name="T8" fmla="*/ 16 w 36"/>
                <a:gd name="T9" fmla="*/ 4 h 29"/>
              </a:gdLst>
              <a:ahLst/>
              <a:cxnLst>
                <a:cxn ang="0">
                  <a:pos x="T0" y="T1"/>
                </a:cxn>
                <a:cxn ang="0">
                  <a:pos x="T2" y="T3"/>
                </a:cxn>
                <a:cxn ang="0">
                  <a:pos x="T4" y="T5"/>
                </a:cxn>
                <a:cxn ang="0">
                  <a:pos x="T6" y="T7"/>
                </a:cxn>
                <a:cxn ang="0">
                  <a:pos x="T8" y="T9"/>
                </a:cxn>
              </a:cxnLst>
              <a:rect l="0" t="0" r="r" b="b"/>
              <a:pathLst>
                <a:path w="36" h="29">
                  <a:moveTo>
                    <a:pt x="16" y="4"/>
                  </a:moveTo>
                  <a:cubicBezTo>
                    <a:pt x="25" y="0"/>
                    <a:pt x="34" y="2"/>
                    <a:pt x="35" y="8"/>
                  </a:cubicBezTo>
                  <a:cubicBezTo>
                    <a:pt x="36" y="14"/>
                    <a:pt x="29" y="22"/>
                    <a:pt x="21" y="25"/>
                  </a:cubicBezTo>
                  <a:cubicBezTo>
                    <a:pt x="11" y="29"/>
                    <a:pt x="3" y="27"/>
                    <a:pt x="1" y="21"/>
                  </a:cubicBezTo>
                  <a:cubicBezTo>
                    <a:pt x="0" y="15"/>
                    <a:pt x="6" y="7"/>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2" name="Freeform 688">
              <a:extLst>
                <a:ext uri="{FF2B5EF4-FFF2-40B4-BE49-F238E27FC236}">
                  <a16:creationId xmlns:a16="http://schemas.microsoft.com/office/drawing/2014/main" id="{B1682D74-114F-B8BE-DE54-38F6207A1DB8}"/>
                </a:ext>
              </a:extLst>
            </p:cNvPr>
            <p:cNvSpPr>
              <a:spLocks/>
            </p:cNvSpPr>
            <p:nvPr/>
          </p:nvSpPr>
          <p:spPr bwMode="auto">
            <a:xfrm rot="5094805">
              <a:off x="629253" y="4347551"/>
              <a:ext cx="86829" cy="66264"/>
            </a:xfrm>
            <a:custGeom>
              <a:avLst/>
              <a:gdLst>
                <a:gd name="T0" fmla="*/ 19 w 35"/>
                <a:gd name="T1" fmla="*/ 23 h 26"/>
                <a:gd name="T2" fmla="*/ 1 w 35"/>
                <a:gd name="T3" fmla="*/ 19 h 26"/>
                <a:gd name="T4" fmla="*/ 17 w 35"/>
                <a:gd name="T5" fmla="*/ 3 h 26"/>
                <a:gd name="T6" fmla="*/ 34 w 35"/>
                <a:gd name="T7" fmla="*/ 7 h 26"/>
                <a:gd name="T8" fmla="*/ 19 w 35"/>
                <a:gd name="T9" fmla="*/ 23 h 26"/>
              </a:gdLst>
              <a:ahLst/>
              <a:cxnLst>
                <a:cxn ang="0">
                  <a:pos x="T0" y="T1"/>
                </a:cxn>
                <a:cxn ang="0">
                  <a:pos x="T2" y="T3"/>
                </a:cxn>
                <a:cxn ang="0">
                  <a:pos x="T4" y="T5"/>
                </a:cxn>
                <a:cxn ang="0">
                  <a:pos x="T6" y="T7"/>
                </a:cxn>
                <a:cxn ang="0">
                  <a:pos x="T8" y="T9"/>
                </a:cxn>
              </a:cxnLst>
              <a:rect l="0" t="0" r="r" b="b"/>
              <a:pathLst>
                <a:path w="35" h="26">
                  <a:moveTo>
                    <a:pt x="19" y="23"/>
                  </a:moveTo>
                  <a:cubicBezTo>
                    <a:pt x="10" y="26"/>
                    <a:pt x="2" y="25"/>
                    <a:pt x="1" y="19"/>
                  </a:cubicBezTo>
                  <a:cubicBezTo>
                    <a:pt x="0" y="14"/>
                    <a:pt x="7" y="7"/>
                    <a:pt x="17" y="3"/>
                  </a:cubicBezTo>
                  <a:cubicBezTo>
                    <a:pt x="25" y="0"/>
                    <a:pt x="33" y="2"/>
                    <a:pt x="34" y="7"/>
                  </a:cubicBezTo>
                  <a:cubicBezTo>
                    <a:pt x="35" y="12"/>
                    <a:pt x="28" y="20"/>
                    <a:pt x="1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3" name="Freeform 689">
              <a:extLst>
                <a:ext uri="{FF2B5EF4-FFF2-40B4-BE49-F238E27FC236}">
                  <a16:creationId xmlns:a16="http://schemas.microsoft.com/office/drawing/2014/main" id="{D2A6C788-5BE9-E537-92B6-06073C5F0EB2}"/>
                </a:ext>
              </a:extLst>
            </p:cNvPr>
            <p:cNvSpPr>
              <a:spLocks/>
            </p:cNvSpPr>
            <p:nvPr/>
          </p:nvSpPr>
          <p:spPr bwMode="auto">
            <a:xfrm rot="5094805">
              <a:off x="539606" y="4169697"/>
              <a:ext cx="86829" cy="57124"/>
            </a:xfrm>
            <a:custGeom>
              <a:avLst/>
              <a:gdLst>
                <a:gd name="T0" fmla="*/ 19 w 35"/>
                <a:gd name="T1" fmla="*/ 20 h 23"/>
                <a:gd name="T2" fmla="*/ 1 w 35"/>
                <a:gd name="T3" fmla="*/ 18 h 23"/>
                <a:gd name="T4" fmla="*/ 16 w 35"/>
                <a:gd name="T5" fmla="*/ 3 h 23"/>
                <a:gd name="T6" fmla="*/ 34 w 35"/>
                <a:gd name="T7" fmla="*/ 5 h 23"/>
                <a:gd name="T8" fmla="*/ 19 w 35"/>
                <a:gd name="T9" fmla="*/ 20 h 23"/>
              </a:gdLst>
              <a:ahLst/>
              <a:cxnLst>
                <a:cxn ang="0">
                  <a:pos x="T0" y="T1"/>
                </a:cxn>
                <a:cxn ang="0">
                  <a:pos x="T2" y="T3"/>
                </a:cxn>
                <a:cxn ang="0">
                  <a:pos x="T4" y="T5"/>
                </a:cxn>
                <a:cxn ang="0">
                  <a:pos x="T6" y="T7"/>
                </a:cxn>
                <a:cxn ang="0">
                  <a:pos x="T8" y="T9"/>
                </a:cxn>
              </a:cxnLst>
              <a:rect l="0" t="0" r="r" b="b"/>
              <a:pathLst>
                <a:path w="35" h="23">
                  <a:moveTo>
                    <a:pt x="19" y="20"/>
                  </a:moveTo>
                  <a:cubicBezTo>
                    <a:pt x="10" y="23"/>
                    <a:pt x="1" y="23"/>
                    <a:pt x="1" y="18"/>
                  </a:cubicBezTo>
                  <a:cubicBezTo>
                    <a:pt x="0" y="14"/>
                    <a:pt x="7" y="7"/>
                    <a:pt x="16" y="3"/>
                  </a:cubicBezTo>
                  <a:cubicBezTo>
                    <a:pt x="25" y="0"/>
                    <a:pt x="33" y="1"/>
                    <a:pt x="34" y="5"/>
                  </a:cubicBezTo>
                  <a:cubicBezTo>
                    <a:pt x="35" y="10"/>
                    <a:pt x="28" y="16"/>
                    <a:pt x="19"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4" name="Freeform 690">
              <a:extLst>
                <a:ext uri="{FF2B5EF4-FFF2-40B4-BE49-F238E27FC236}">
                  <a16:creationId xmlns:a16="http://schemas.microsoft.com/office/drawing/2014/main" id="{3B7F303E-AF27-8C4D-4914-4D65DBF6B7E7}"/>
                </a:ext>
              </a:extLst>
            </p:cNvPr>
            <p:cNvSpPr>
              <a:spLocks/>
            </p:cNvSpPr>
            <p:nvPr/>
          </p:nvSpPr>
          <p:spPr bwMode="auto">
            <a:xfrm rot="5094805">
              <a:off x="446441" y="3990908"/>
              <a:ext cx="89114" cy="47985"/>
            </a:xfrm>
            <a:custGeom>
              <a:avLst/>
              <a:gdLst>
                <a:gd name="T0" fmla="*/ 20 w 36"/>
                <a:gd name="T1" fmla="*/ 17 h 20"/>
                <a:gd name="T2" fmla="*/ 1 w 36"/>
                <a:gd name="T3" fmla="*/ 16 h 20"/>
                <a:gd name="T4" fmla="*/ 17 w 36"/>
                <a:gd name="T5" fmla="*/ 3 h 20"/>
                <a:gd name="T6" fmla="*/ 34 w 36"/>
                <a:gd name="T7" fmla="*/ 4 h 20"/>
                <a:gd name="T8" fmla="*/ 20 w 36"/>
                <a:gd name="T9" fmla="*/ 17 h 20"/>
              </a:gdLst>
              <a:ahLst/>
              <a:cxnLst>
                <a:cxn ang="0">
                  <a:pos x="T0" y="T1"/>
                </a:cxn>
                <a:cxn ang="0">
                  <a:pos x="T2" y="T3"/>
                </a:cxn>
                <a:cxn ang="0">
                  <a:pos x="T4" y="T5"/>
                </a:cxn>
                <a:cxn ang="0">
                  <a:pos x="T6" y="T7"/>
                </a:cxn>
                <a:cxn ang="0">
                  <a:pos x="T8" y="T9"/>
                </a:cxn>
              </a:cxnLst>
              <a:rect l="0" t="0" r="r" b="b"/>
              <a:pathLst>
                <a:path w="36" h="20">
                  <a:moveTo>
                    <a:pt x="20" y="17"/>
                  </a:moveTo>
                  <a:cubicBezTo>
                    <a:pt x="10" y="20"/>
                    <a:pt x="2" y="20"/>
                    <a:pt x="1" y="16"/>
                  </a:cubicBezTo>
                  <a:cubicBezTo>
                    <a:pt x="0" y="12"/>
                    <a:pt x="7" y="6"/>
                    <a:pt x="17" y="3"/>
                  </a:cubicBezTo>
                  <a:cubicBezTo>
                    <a:pt x="25" y="0"/>
                    <a:pt x="33" y="0"/>
                    <a:pt x="34" y="4"/>
                  </a:cubicBezTo>
                  <a:cubicBezTo>
                    <a:pt x="36" y="7"/>
                    <a:pt x="29" y="14"/>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5" name="Freeform 691">
              <a:extLst>
                <a:ext uri="{FF2B5EF4-FFF2-40B4-BE49-F238E27FC236}">
                  <a16:creationId xmlns:a16="http://schemas.microsoft.com/office/drawing/2014/main" id="{355787C9-7458-4EDD-69FC-48121545A575}"/>
                </a:ext>
              </a:extLst>
            </p:cNvPr>
            <p:cNvSpPr>
              <a:spLocks/>
            </p:cNvSpPr>
            <p:nvPr/>
          </p:nvSpPr>
          <p:spPr bwMode="auto">
            <a:xfrm rot="5094805">
              <a:off x="361047" y="3805910"/>
              <a:ext cx="86829" cy="45700"/>
            </a:xfrm>
            <a:custGeom>
              <a:avLst/>
              <a:gdLst>
                <a:gd name="T0" fmla="*/ 19 w 35"/>
                <a:gd name="T1" fmla="*/ 15 h 19"/>
                <a:gd name="T2" fmla="*/ 1 w 35"/>
                <a:gd name="T3" fmla="*/ 15 h 19"/>
                <a:gd name="T4" fmla="*/ 16 w 35"/>
                <a:gd name="T5" fmla="*/ 3 h 19"/>
                <a:gd name="T6" fmla="*/ 34 w 35"/>
                <a:gd name="T7" fmla="*/ 3 h 19"/>
                <a:gd name="T8" fmla="*/ 19 w 35"/>
                <a:gd name="T9" fmla="*/ 15 h 19"/>
              </a:gdLst>
              <a:ahLst/>
              <a:cxnLst>
                <a:cxn ang="0">
                  <a:pos x="T0" y="T1"/>
                </a:cxn>
                <a:cxn ang="0">
                  <a:pos x="T2" y="T3"/>
                </a:cxn>
                <a:cxn ang="0">
                  <a:pos x="T4" y="T5"/>
                </a:cxn>
                <a:cxn ang="0">
                  <a:pos x="T6" y="T7"/>
                </a:cxn>
                <a:cxn ang="0">
                  <a:pos x="T8" y="T9"/>
                </a:cxn>
              </a:cxnLst>
              <a:rect l="0" t="0" r="r" b="b"/>
              <a:pathLst>
                <a:path w="35" h="19">
                  <a:moveTo>
                    <a:pt x="19" y="15"/>
                  </a:moveTo>
                  <a:cubicBezTo>
                    <a:pt x="9" y="19"/>
                    <a:pt x="1" y="19"/>
                    <a:pt x="1" y="15"/>
                  </a:cubicBezTo>
                  <a:cubicBezTo>
                    <a:pt x="0" y="12"/>
                    <a:pt x="7" y="7"/>
                    <a:pt x="16" y="3"/>
                  </a:cubicBezTo>
                  <a:cubicBezTo>
                    <a:pt x="25" y="0"/>
                    <a:pt x="33" y="0"/>
                    <a:pt x="34" y="3"/>
                  </a:cubicBezTo>
                  <a:cubicBezTo>
                    <a:pt x="35" y="6"/>
                    <a:pt x="28" y="12"/>
                    <a:pt x="1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6" name="Freeform 692">
              <a:extLst>
                <a:ext uri="{FF2B5EF4-FFF2-40B4-BE49-F238E27FC236}">
                  <a16:creationId xmlns:a16="http://schemas.microsoft.com/office/drawing/2014/main" id="{F8CAEC9C-FE87-2C7D-AE62-DEF64294C7EC}"/>
                </a:ext>
              </a:extLst>
            </p:cNvPr>
            <p:cNvSpPr>
              <a:spLocks/>
            </p:cNvSpPr>
            <p:nvPr/>
          </p:nvSpPr>
          <p:spPr bwMode="auto">
            <a:xfrm rot="5094805">
              <a:off x="274709" y="3621943"/>
              <a:ext cx="89114" cy="45700"/>
            </a:xfrm>
            <a:custGeom>
              <a:avLst/>
              <a:gdLst>
                <a:gd name="T0" fmla="*/ 20 w 36"/>
                <a:gd name="T1" fmla="*/ 14 h 18"/>
                <a:gd name="T2" fmla="*/ 1 w 36"/>
                <a:gd name="T3" fmla="*/ 15 h 18"/>
                <a:gd name="T4" fmla="*/ 16 w 36"/>
                <a:gd name="T5" fmla="*/ 4 h 18"/>
                <a:gd name="T6" fmla="*/ 34 w 36"/>
                <a:gd name="T7" fmla="*/ 3 h 18"/>
                <a:gd name="T8" fmla="*/ 20 w 36"/>
                <a:gd name="T9" fmla="*/ 14 h 18"/>
              </a:gdLst>
              <a:ahLst/>
              <a:cxnLst>
                <a:cxn ang="0">
                  <a:pos x="T0" y="T1"/>
                </a:cxn>
                <a:cxn ang="0">
                  <a:pos x="T2" y="T3"/>
                </a:cxn>
                <a:cxn ang="0">
                  <a:pos x="T4" y="T5"/>
                </a:cxn>
                <a:cxn ang="0">
                  <a:pos x="T6" y="T7"/>
                </a:cxn>
                <a:cxn ang="0">
                  <a:pos x="T8" y="T9"/>
                </a:cxn>
              </a:cxnLst>
              <a:rect l="0" t="0" r="r" b="b"/>
              <a:pathLst>
                <a:path w="36" h="18">
                  <a:moveTo>
                    <a:pt x="20" y="14"/>
                  </a:moveTo>
                  <a:cubicBezTo>
                    <a:pt x="10" y="17"/>
                    <a:pt x="2" y="18"/>
                    <a:pt x="1" y="15"/>
                  </a:cubicBezTo>
                  <a:cubicBezTo>
                    <a:pt x="0" y="12"/>
                    <a:pt x="7" y="7"/>
                    <a:pt x="16" y="4"/>
                  </a:cubicBezTo>
                  <a:cubicBezTo>
                    <a:pt x="25" y="1"/>
                    <a:pt x="33" y="0"/>
                    <a:pt x="34" y="3"/>
                  </a:cubicBezTo>
                  <a:cubicBezTo>
                    <a:pt x="36" y="6"/>
                    <a:pt x="29" y="11"/>
                    <a:pt x="2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7" name="Freeform 693">
              <a:extLst>
                <a:ext uri="{FF2B5EF4-FFF2-40B4-BE49-F238E27FC236}">
                  <a16:creationId xmlns:a16="http://schemas.microsoft.com/office/drawing/2014/main" id="{B9FF08E3-A81A-18E8-D05B-2ED54A5F6748}"/>
                </a:ext>
              </a:extLst>
            </p:cNvPr>
            <p:cNvSpPr>
              <a:spLocks/>
            </p:cNvSpPr>
            <p:nvPr/>
          </p:nvSpPr>
          <p:spPr bwMode="auto">
            <a:xfrm rot="5094805">
              <a:off x="195208" y="3439856"/>
              <a:ext cx="86829" cy="41130"/>
            </a:xfrm>
            <a:custGeom>
              <a:avLst/>
              <a:gdLst>
                <a:gd name="T0" fmla="*/ 19 w 35"/>
                <a:gd name="T1" fmla="*/ 13 h 16"/>
                <a:gd name="T2" fmla="*/ 0 w 35"/>
                <a:gd name="T3" fmla="*/ 13 h 16"/>
                <a:gd name="T4" fmla="*/ 16 w 35"/>
                <a:gd name="T5" fmla="*/ 3 h 16"/>
                <a:gd name="T6" fmla="*/ 34 w 35"/>
                <a:gd name="T7" fmla="*/ 2 h 16"/>
                <a:gd name="T8" fmla="*/ 19 w 35"/>
                <a:gd name="T9" fmla="*/ 13 h 16"/>
              </a:gdLst>
              <a:ahLst/>
              <a:cxnLst>
                <a:cxn ang="0">
                  <a:pos x="T0" y="T1"/>
                </a:cxn>
                <a:cxn ang="0">
                  <a:pos x="T2" y="T3"/>
                </a:cxn>
                <a:cxn ang="0">
                  <a:pos x="T4" y="T5"/>
                </a:cxn>
                <a:cxn ang="0">
                  <a:pos x="T6" y="T7"/>
                </a:cxn>
                <a:cxn ang="0">
                  <a:pos x="T8" y="T9"/>
                </a:cxn>
              </a:cxnLst>
              <a:rect l="0" t="0" r="r" b="b"/>
              <a:pathLst>
                <a:path w="35" h="16">
                  <a:moveTo>
                    <a:pt x="19" y="13"/>
                  </a:moveTo>
                  <a:cubicBezTo>
                    <a:pt x="9" y="16"/>
                    <a:pt x="1" y="16"/>
                    <a:pt x="0" y="13"/>
                  </a:cubicBezTo>
                  <a:cubicBezTo>
                    <a:pt x="0" y="11"/>
                    <a:pt x="6" y="6"/>
                    <a:pt x="16" y="3"/>
                  </a:cubicBezTo>
                  <a:cubicBezTo>
                    <a:pt x="25" y="0"/>
                    <a:pt x="32" y="0"/>
                    <a:pt x="34" y="2"/>
                  </a:cubicBezTo>
                  <a:cubicBezTo>
                    <a:pt x="35" y="5"/>
                    <a:pt x="28" y="10"/>
                    <a:pt x="1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8" name="Freeform 694">
              <a:extLst>
                <a:ext uri="{FF2B5EF4-FFF2-40B4-BE49-F238E27FC236}">
                  <a16:creationId xmlns:a16="http://schemas.microsoft.com/office/drawing/2014/main" id="{1F0D5588-2CB4-580C-E50C-7879D210F1B1}"/>
                </a:ext>
              </a:extLst>
            </p:cNvPr>
            <p:cNvSpPr>
              <a:spLocks/>
            </p:cNvSpPr>
            <p:nvPr/>
          </p:nvSpPr>
          <p:spPr bwMode="auto">
            <a:xfrm rot="5094805">
              <a:off x="118909" y="3256130"/>
              <a:ext cx="89114" cy="34275"/>
            </a:xfrm>
            <a:custGeom>
              <a:avLst/>
              <a:gdLst>
                <a:gd name="T0" fmla="*/ 16 w 36"/>
                <a:gd name="T1" fmla="*/ 3 h 14"/>
                <a:gd name="T2" fmla="*/ 35 w 36"/>
                <a:gd name="T3" fmla="*/ 2 h 14"/>
                <a:gd name="T4" fmla="*/ 21 w 36"/>
                <a:gd name="T5" fmla="*/ 11 h 14"/>
                <a:gd name="T6" fmla="*/ 2 w 36"/>
                <a:gd name="T7" fmla="*/ 12 h 14"/>
                <a:gd name="T8" fmla="*/ 16 w 36"/>
                <a:gd name="T9" fmla="*/ 3 h 14"/>
              </a:gdLst>
              <a:ahLst/>
              <a:cxnLst>
                <a:cxn ang="0">
                  <a:pos x="T0" y="T1"/>
                </a:cxn>
                <a:cxn ang="0">
                  <a:pos x="T2" y="T3"/>
                </a:cxn>
                <a:cxn ang="0">
                  <a:pos x="T4" y="T5"/>
                </a:cxn>
                <a:cxn ang="0">
                  <a:pos x="T6" y="T7"/>
                </a:cxn>
                <a:cxn ang="0">
                  <a:pos x="T8" y="T9"/>
                </a:cxn>
              </a:cxnLst>
              <a:rect l="0" t="0" r="r" b="b"/>
              <a:pathLst>
                <a:path w="36" h="14">
                  <a:moveTo>
                    <a:pt x="16" y="3"/>
                  </a:moveTo>
                  <a:cubicBezTo>
                    <a:pt x="26" y="0"/>
                    <a:pt x="34" y="0"/>
                    <a:pt x="35" y="2"/>
                  </a:cubicBezTo>
                  <a:cubicBezTo>
                    <a:pt x="36" y="4"/>
                    <a:pt x="29" y="8"/>
                    <a:pt x="21" y="11"/>
                  </a:cubicBezTo>
                  <a:cubicBezTo>
                    <a:pt x="11" y="14"/>
                    <a:pt x="3" y="14"/>
                    <a:pt x="2" y="12"/>
                  </a:cubicBezTo>
                  <a:cubicBezTo>
                    <a:pt x="0" y="10"/>
                    <a:pt x="7" y="6"/>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9" name="Freeform 695">
              <a:extLst>
                <a:ext uri="{FF2B5EF4-FFF2-40B4-BE49-F238E27FC236}">
                  <a16:creationId xmlns:a16="http://schemas.microsoft.com/office/drawing/2014/main" id="{D7D883D2-B8CB-42D7-B35C-F3A7F59D95D2}"/>
                </a:ext>
              </a:extLst>
            </p:cNvPr>
            <p:cNvSpPr>
              <a:spLocks/>
            </p:cNvSpPr>
            <p:nvPr/>
          </p:nvSpPr>
          <p:spPr bwMode="auto">
            <a:xfrm rot="5094805">
              <a:off x="51627" y="3069616"/>
              <a:ext cx="84544" cy="29705"/>
            </a:xfrm>
            <a:custGeom>
              <a:avLst/>
              <a:gdLst>
                <a:gd name="T0" fmla="*/ 16 w 34"/>
                <a:gd name="T1" fmla="*/ 2 h 12"/>
                <a:gd name="T2" fmla="*/ 34 w 34"/>
                <a:gd name="T3" fmla="*/ 2 h 12"/>
                <a:gd name="T4" fmla="*/ 18 w 34"/>
                <a:gd name="T5" fmla="*/ 10 h 12"/>
                <a:gd name="T6" fmla="*/ 0 w 34"/>
                <a:gd name="T7" fmla="*/ 10 h 12"/>
                <a:gd name="T8" fmla="*/ 16 w 34"/>
                <a:gd name="T9" fmla="*/ 2 h 12"/>
              </a:gdLst>
              <a:ahLst/>
              <a:cxnLst>
                <a:cxn ang="0">
                  <a:pos x="T0" y="T1"/>
                </a:cxn>
                <a:cxn ang="0">
                  <a:pos x="T2" y="T3"/>
                </a:cxn>
                <a:cxn ang="0">
                  <a:pos x="T4" y="T5"/>
                </a:cxn>
                <a:cxn ang="0">
                  <a:pos x="T6" y="T7"/>
                </a:cxn>
                <a:cxn ang="0">
                  <a:pos x="T8" y="T9"/>
                </a:cxn>
              </a:cxnLst>
              <a:rect l="0" t="0" r="r" b="b"/>
              <a:pathLst>
                <a:path w="34" h="12">
                  <a:moveTo>
                    <a:pt x="16" y="2"/>
                  </a:moveTo>
                  <a:cubicBezTo>
                    <a:pt x="25" y="0"/>
                    <a:pt x="34" y="0"/>
                    <a:pt x="34" y="2"/>
                  </a:cubicBezTo>
                  <a:cubicBezTo>
                    <a:pt x="34" y="4"/>
                    <a:pt x="27" y="8"/>
                    <a:pt x="18" y="10"/>
                  </a:cubicBezTo>
                  <a:cubicBezTo>
                    <a:pt x="9" y="12"/>
                    <a:pt x="1" y="12"/>
                    <a:pt x="0" y="10"/>
                  </a:cubicBezTo>
                  <a:cubicBezTo>
                    <a:pt x="0" y="8"/>
                    <a:pt x="6" y="5"/>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0" name="Freeform 696">
              <a:extLst>
                <a:ext uri="{FF2B5EF4-FFF2-40B4-BE49-F238E27FC236}">
                  <a16:creationId xmlns:a16="http://schemas.microsoft.com/office/drawing/2014/main" id="{4A21B0D7-4707-268F-AC18-38B41D167DCC}"/>
                </a:ext>
              </a:extLst>
            </p:cNvPr>
            <p:cNvSpPr>
              <a:spLocks/>
            </p:cNvSpPr>
            <p:nvPr/>
          </p:nvSpPr>
          <p:spPr bwMode="auto">
            <a:xfrm rot="5094805">
              <a:off x="-10813" y="2886950"/>
              <a:ext cx="86829" cy="22850"/>
            </a:xfrm>
            <a:custGeom>
              <a:avLst/>
              <a:gdLst>
                <a:gd name="T0" fmla="*/ 18 w 35"/>
                <a:gd name="T1" fmla="*/ 8 h 10"/>
                <a:gd name="T2" fmla="*/ 0 w 35"/>
                <a:gd name="T3" fmla="*/ 8 h 10"/>
                <a:gd name="T4" fmla="*/ 16 w 35"/>
                <a:gd name="T5" fmla="*/ 1 h 10"/>
                <a:gd name="T6" fmla="*/ 34 w 35"/>
                <a:gd name="T7" fmla="*/ 2 h 10"/>
                <a:gd name="T8" fmla="*/ 18 w 35"/>
                <a:gd name="T9" fmla="*/ 8 h 10"/>
              </a:gdLst>
              <a:ahLst/>
              <a:cxnLst>
                <a:cxn ang="0">
                  <a:pos x="T0" y="T1"/>
                </a:cxn>
                <a:cxn ang="0">
                  <a:pos x="T2" y="T3"/>
                </a:cxn>
                <a:cxn ang="0">
                  <a:pos x="T4" y="T5"/>
                </a:cxn>
                <a:cxn ang="0">
                  <a:pos x="T6" y="T7"/>
                </a:cxn>
                <a:cxn ang="0">
                  <a:pos x="T8" y="T9"/>
                </a:cxn>
              </a:cxnLst>
              <a:rect l="0" t="0" r="r" b="b"/>
              <a:pathLst>
                <a:path w="35" h="10">
                  <a:moveTo>
                    <a:pt x="18" y="8"/>
                  </a:moveTo>
                  <a:cubicBezTo>
                    <a:pt x="9" y="10"/>
                    <a:pt x="1" y="10"/>
                    <a:pt x="0" y="8"/>
                  </a:cubicBezTo>
                  <a:cubicBezTo>
                    <a:pt x="0" y="6"/>
                    <a:pt x="7" y="3"/>
                    <a:pt x="16" y="1"/>
                  </a:cubicBezTo>
                  <a:cubicBezTo>
                    <a:pt x="25" y="0"/>
                    <a:pt x="33" y="0"/>
                    <a:pt x="34" y="2"/>
                  </a:cubicBezTo>
                  <a:cubicBezTo>
                    <a:pt x="35" y="3"/>
                    <a:pt x="28" y="7"/>
                    <a:pt x="1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1" name="Freeform 728">
              <a:extLst>
                <a:ext uri="{FF2B5EF4-FFF2-40B4-BE49-F238E27FC236}">
                  <a16:creationId xmlns:a16="http://schemas.microsoft.com/office/drawing/2014/main" id="{68833231-AAEA-6197-CE66-5CBC10B41593}"/>
                </a:ext>
              </a:extLst>
            </p:cNvPr>
            <p:cNvSpPr>
              <a:spLocks/>
            </p:cNvSpPr>
            <p:nvPr/>
          </p:nvSpPr>
          <p:spPr bwMode="auto">
            <a:xfrm rot="5094805">
              <a:off x="888460" y="4892384"/>
              <a:ext cx="84544" cy="84544"/>
            </a:xfrm>
            <a:custGeom>
              <a:avLst/>
              <a:gdLst>
                <a:gd name="T0" fmla="*/ 16 w 34"/>
                <a:gd name="T1" fmla="*/ 32 h 34"/>
                <a:gd name="T2" fmla="*/ 0 w 34"/>
                <a:gd name="T3" fmla="*/ 22 h 34"/>
                <a:gd name="T4" fmla="*/ 16 w 34"/>
                <a:gd name="T5" fmla="*/ 2 h 34"/>
                <a:gd name="T6" fmla="*/ 33 w 34"/>
                <a:gd name="T7" fmla="*/ 13 h 34"/>
                <a:gd name="T8" fmla="*/ 16 w 34"/>
                <a:gd name="T9" fmla="*/ 32 h 34"/>
              </a:gdLst>
              <a:ahLst/>
              <a:cxnLst>
                <a:cxn ang="0">
                  <a:pos x="T0" y="T1"/>
                </a:cxn>
                <a:cxn ang="0">
                  <a:pos x="T2" y="T3"/>
                </a:cxn>
                <a:cxn ang="0">
                  <a:pos x="T4" y="T5"/>
                </a:cxn>
                <a:cxn ang="0">
                  <a:pos x="T6" y="T7"/>
                </a:cxn>
                <a:cxn ang="0">
                  <a:pos x="T8" y="T9"/>
                </a:cxn>
              </a:cxnLst>
              <a:rect l="0" t="0" r="r" b="b"/>
              <a:pathLst>
                <a:path w="34" h="34">
                  <a:moveTo>
                    <a:pt x="16" y="32"/>
                  </a:moveTo>
                  <a:cubicBezTo>
                    <a:pt x="8" y="34"/>
                    <a:pt x="0" y="30"/>
                    <a:pt x="0" y="22"/>
                  </a:cubicBezTo>
                  <a:cubicBezTo>
                    <a:pt x="0" y="14"/>
                    <a:pt x="7" y="5"/>
                    <a:pt x="16" y="2"/>
                  </a:cubicBezTo>
                  <a:cubicBezTo>
                    <a:pt x="25" y="0"/>
                    <a:pt x="34" y="5"/>
                    <a:pt x="33" y="13"/>
                  </a:cubicBezTo>
                  <a:cubicBezTo>
                    <a:pt x="33" y="22"/>
                    <a:pt x="26" y="30"/>
                    <a:pt x="16"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2" name="Freeform 729">
              <a:extLst>
                <a:ext uri="{FF2B5EF4-FFF2-40B4-BE49-F238E27FC236}">
                  <a16:creationId xmlns:a16="http://schemas.microsoft.com/office/drawing/2014/main" id="{FC401243-43AA-0B9D-6EA1-D66606CE0109}"/>
                </a:ext>
              </a:extLst>
            </p:cNvPr>
            <p:cNvSpPr>
              <a:spLocks/>
            </p:cNvSpPr>
            <p:nvPr/>
          </p:nvSpPr>
          <p:spPr bwMode="auto">
            <a:xfrm rot="5094805">
              <a:off x="968993" y="5070845"/>
              <a:ext cx="89114" cy="93684"/>
            </a:xfrm>
            <a:custGeom>
              <a:avLst/>
              <a:gdLst>
                <a:gd name="T0" fmla="*/ 20 w 36"/>
                <a:gd name="T1" fmla="*/ 35 h 38"/>
                <a:gd name="T2" fmla="*/ 2 w 36"/>
                <a:gd name="T3" fmla="*/ 25 h 38"/>
                <a:gd name="T4" fmla="*/ 16 w 36"/>
                <a:gd name="T5" fmla="*/ 3 h 38"/>
                <a:gd name="T6" fmla="*/ 35 w 36"/>
                <a:gd name="T7" fmla="*/ 13 h 38"/>
                <a:gd name="T8" fmla="*/ 20 w 36"/>
                <a:gd name="T9" fmla="*/ 35 h 38"/>
              </a:gdLst>
              <a:ahLst/>
              <a:cxnLst>
                <a:cxn ang="0">
                  <a:pos x="T0" y="T1"/>
                </a:cxn>
                <a:cxn ang="0">
                  <a:pos x="T2" y="T3"/>
                </a:cxn>
                <a:cxn ang="0">
                  <a:pos x="T4" y="T5"/>
                </a:cxn>
                <a:cxn ang="0">
                  <a:pos x="T6" y="T7"/>
                </a:cxn>
                <a:cxn ang="0">
                  <a:pos x="T8" y="T9"/>
                </a:cxn>
              </a:cxnLst>
              <a:rect l="0" t="0" r="r" b="b"/>
              <a:pathLst>
                <a:path w="36" h="38">
                  <a:moveTo>
                    <a:pt x="20" y="35"/>
                  </a:moveTo>
                  <a:cubicBezTo>
                    <a:pt x="11" y="38"/>
                    <a:pt x="3" y="34"/>
                    <a:pt x="2" y="25"/>
                  </a:cubicBezTo>
                  <a:cubicBezTo>
                    <a:pt x="0" y="16"/>
                    <a:pt x="7" y="7"/>
                    <a:pt x="16" y="3"/>
                  </a:cubicBezTo>
                  <a:cubicBezTo>
                    <a:pt x="25" y="0"/>
                    <a:pt x="33" y="5"/>
                    <a:pt x="35" y="13"/>
                  </a:cubicBezTo>
                  <a:cubicBezTo>
                    <a:pt x="36" y="21"/>
                    <a:pt x="30" y="32"/>
                    <a:pt x="2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3" name="Freeform 730">
              <a:extLst>
                <a:ext uri="{FF2B5EF4-FFF2-40B4-BE49-F238E27FC236}">
                  <a16:creationId xmlns:a16="http://schemas.microsoft.com/office/drawing/2014/main" id="{66369807-F677-72CC-926F-2DF2D3C7B3EC}"/>
                </a:ext>
              </a:extLst>
            </p:cNvPr>
            <p:cNvSpPr>
              <a:spLocks/>
            </p:cNvSpPr>
            <p:nvPr/>
          </p:nvSpPr>
          <p:spPr bwMode="auto">
            <a:xfrm rot="5094805">
              <a:off x="1048600" y="5253028"/>
              <a:ext cx="89114" cy="100539"/>
            </a:xfrm>
            <a:custGeom>
              <a:avLst/>
              <a:gdLst>
                <a:gd name="T0" fmla="*/ 20 w 36"/>
                <a:gd name="T1" fmla="*/ 37 h 41"/>
                <a:gd name="T2" fmla="*/ 1 w 36"/>
                <a:gd name="T3" fmla="*/ 26 h 41"/>
                <a:gd name="T4" fmla="*/ 16 w 36"/>
                <a:gd name="T5" fmla="*/ 3 h 41"/>
                <a:gd name="T6" fmla="*/ 34 w 36"/>
                <a:gd name="T7" fmla="*/ 13 h 41"/>
                <a:gd name="T8" fmla="*/ 20 w 36"/>
                <a:gd name="T9" fmla="*/ 37 h 41"/>
              </a:gdLst>
              <a:ahLst/>
              <a:cxnLst>
                <a:cxn ang="0">
                  <a:pos x="T0" y="T1"/>
                </a:cxn>
                <a:cxn ang="0">
                  <a:pos x="T2" y="T3"/>
                </a:cxn>
                <a:cxn ang="0">
                  <a:pos x="T4" y="T5"/>
                </a:cxn>
                <a:cxn ang="0">
                  <a:pos x="T6" y="T7"/>
                </a:cxn>
                <a:cxn ang="0">
                  <a:pos x="T8" y="T9"/>
                </a:cxn>
              </a:cxnLst>
              <a:rect l="0" t="0" r="r" b="b"/>
              <a:pathLst>
                <a:path w="36" h="41">
                  <a:moveTo>
                    <a:pt x="20" y="37"/>
                  </a:moveTo>
                  <a:cubicBezTo>
                    <a:pt x="11" y="41"/>
                    <a:pt x="2" y="36"/>
                    <a:pt x="1" y="26"/>
                  </a:cubicBezTo>
                  <a:cubicBezTo>
                    <a:pt x="0" y="17"/>
                    <a:pt x="6" y="6"/>
                    <a:pt x="16" y="3"/>
                  </a:cubicBezTo>
                  <a:cubicBezTo>
                    <a:pt x="24" y="0"/>
                    <a:pt x="32" y="4"/>
                    <a:pt x="34" y="13"/>
                  </a:cubicBezTo>
                  <a:cubicBezTo>
                    <a:pt x="36" y="23"/>
                    <a:pt x="29" y="34"/>
                    <a:pt x="2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4" name="Freeform 731">
              <a:extLst>
                <a:ext uri="{FF2B5EF4-FFF2-40B4-BE49-F238E27FC236}">
                  <a16:creationId xmlns:a16="http://schemas.microsoft.com/office/drawing/2014/main" id="{71BB9B50-F0F5-2BC8-3D9D-09982EF443F1}"/>
                </a:ext>
              </a:extLst>
            </p:cNvPr>
            <p:cNvSpPr>
              <a:spLocks/>
            </p:cNvSpPr>
            <p:nvPr/>
          </p:nvSpPr>
          <p:spPr bwMode="auto">
            <a:xfrm rot="5094805">
              <a:off x="1130492" y="5437497"/>
              <a:ext cx="84544" cy="102824"/>
            </a:xfrm>
            <a:custGeom>
              <a:avLst/>
              <a:gdLst>
                <a:gd name="T0" fmla="*/ 19 w 35"/>
                <a:gd name="T1" fmla="*/ 39 h 42"/>
                <a:gd name="T2" fmla="*/ 0 w 35"/>
                <a:gd name="T3" fmla="*/ 25 h 42"/>
                <a:gd name="T4" fmla="*/ 16 w 35"/>
                <a:gd name="T5" fmla="*/ 2 h 42"/>
                <a:gd name="T6" fmla="*/ 34 w 35"/>
                <a:gd name="T7" fmla="*/ 15 h 42"/>
                <a:gd name="T8" fmla="*/ 19 w 35"/>
                <a:gd name="T9" fmla="*/ 39 h 42"/>
              </a:gdLst>
              <a:ahLst/>
              <a:cxnLst>
                <a:cxn ang="0">
                  <a:pos x="T0" y="T1"/>
                </a:cxn>
                <a:cxn ang="0">
                  <a:pos x="T2" y="T3"/>
                </a:cxn>
                <a:cxn ang="0">
                  <a:pos x="T4" y="T5"/>
                </a:cxn>
                <a:cxn ang="0">
                  <a:pos x="T6" y="T7"/>
                </a:cxn>
                <a:cxn ang="0">
                  <a:pos x="T8" y="T9"/>
                </a:cxn>
              </a:cxnLst>
              <a:rect l="0" t="0" r="r" b="b"/>
              <a:pathLst>
                <a:path w="35" h="42">
                  <a:moveTo>
                    <a:pt x="19" y="39"/>
                  </a:moveTo>
                  <a:cubicBezTo>
                    <a:pt x="9" y="42"/>
                    <a:pt x="1" y="36"/>
                    <a:pt x="0" y="25"/>
                  </a:cubicBezTo>
                  <a:cubicBezTo>
                    <a:pt x="0" y="15"/>
                    <a:pt x="6" y="5"/>
                    <a:pt x="16" y="2"/>
                  </a:cubicBezTo>
                  <a:cubicBezTo>
                    <a:pt x="25" y="0"/>
                    <a:pt x="33" y="5"/>
                    <a:pt x="34" y="15"/>
                  </a:cubicBezTo>
                  <a:cubicBezTo>
                    <a:pt x="35" y="25"/>
                    <a:pt x="28" y="37"/>
                    <a:pt x="19"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5" name="Freeform 732">
              <a:extLst>
                <a:ext uri="{FF2B5EF4-FFF2-40B4-BE49-F238E27FC236}">
                  <a16:creationId xmlns:a16="http://schemas.microsoft.com/office/drawing/2014/main" id="{86C59A3E-484F-2666-BBC6-81EFAA210330}"/>
                </a:ext>
              </a:extLst>
            </p:cNvPr>
            <p:cNvSpPr>
              <a:spLocks/>
            </p:cNvSpPr>
            <p:nvPr/>
          </p:nvSpPr>
          <p:spPr bwMode="auto">
            <a:xfrm rot="5094805">
              <a:off x="1206676" y="5620924"/>
              <a:ext cx="89114" cy="107394"/>
            </a:xfrm>
            <a:custGeom>
              <a:avLst/>
              <a:gdLst>
                <a:gd name="T0" fmla="*/ 19 w 36"/>
                <a:gd name="T1" fmla="*/ 42 h 44"/>
                <a:gd name="T2" fmla="*/ 1 w 36"/>
                <a:gd name="T3" fmla="*/ 26 h 44"/>
                <a:gd name="T4" fmla="*/ 17 w 36"/>
                <a:gd name="T5" fmla="*/ 2 h 44"/>
                <a:gd name="T6" fmla="*/ 34 w 36"/>
                <a:gd name="T7" fmla="*/ 17 h 44"/>
                <a:gd name="T8" fmla="*/ 19 w 36"/>
                <a:gd name="T9" fmla="*/ 42 h 44"/>
              </a:gdLst>
              <a:ahLst/>
              <a:cxnLst>
                <a:cxn ang="0">
                  <a:pos x="T0" y="T1"/>
                </a:cxn>
                <a:cxn ang="0">
                  <a:pos x="T2" y="T3"/>
                </a:cxn>
                <a:cxn ang="0">
                  <a:pos x="T4" y="T5"/>
                </a:cxn>
                <a:cxn ang="0">
                  <a:pos x="T6" y="T7"/>
                </a:cxn>
                <a:cxn ang="0">
                  <a:pos x="T8" y="T9"/>
                </a:cxn>
              </a:cxnLst>
              <a:rect l="0" t="0" r="r" b="b"/>
              <a:pathLst>
                <a:path w="36" h="44">
                  <a:moveTo>
                    <a:pt x="19" y="42"/>
                  </a:moveTo>
                  <a:cubicBezTo>
                    <a:pt x="10" y="44"/>
                    <a:pt x="2" y="37"/>
                    <a:pt x="1" y="26"/>
                  </a:cubicBezTo>
                  <a:cubicBezTo>
                    <a:pt x="0" y="15"/>
                    <a:pt x="7" y="5"/>
                    <a:pt x="17" y="2"/>
                  </a:cubicBezTo>
                  <a:cubicBezTo>
                    <a:pt x="26" y="0"/>
                    <a:pt x="33" y="7"/>
                    <a:pt x="34" y="17"/>
                  </a:cubicBezTo>
                  <a:cubicBezTo>
                    <a:pt x="36" y="28"/>
                    <a:pt x="29" y="39"/>
                    <a:pt x="19"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6" name="Freeform 733">
              <a:extLst>
                <a:ext uri="{FF2B5EF4-FFF2-40B4-BE49-F238E27FC236}">
                  <a16:creationId xmlns:a16="http://schemas.microsoft.com/office/drawing/2014/main" id="{975C5DB3-FAE5-CD83-37E0-D0436D8B9A8B}"/>
                </a:ext>
              </a:extLst>
            </p:cNvPr>
            <p:cNvSpPr>
              <a:spLocks/>
            </p:cNvSpPr>
            <p:nvPr/>
          </p:nvSpPr>
          <p:spPr bwMode="auto">
            <a:xfrm rot="5094805">
              <a:off x="1282772" y="5804660"/>
              <a:ext cx="86829" cy="109679"/>
            </a:xfrm>
            <a:custGeom>
              <a:avLst/>
              <a:gdLst>
                <a:gd name="T0" fmla="*/ 19 w 35"/>
                <a:gd name="T1" fmla="*/ 43 h 45"/>
                <a:gd name="T2" fmla="*/ 1 w 35"/>
                <a:gd name="T3" fmla="*/ 26 h 45"/>
                <a:gd name="T4" fmla="*/ 15 w 35"/>
                <a:gd name="T5" fmla="*/ 2 h 45"/>
                <a:gd name="T6" fmla="*/ 34 w 35"/>
                <a:gd name="T7" fmla="*/ 18 h 45"/>
                <a:gd name="T8" fmla="*/ 19 w 35"/>
                <a:gd name="T9" fmla="*/ 43 h 45"/>
              </a:gdLst>
              <a:ahLst/>
              <a:cxnLst>
                <a:cxn ang="0">
                  <a:pos x="T0" y="T1"/>
                </a:cxn>
                <a:cxn ang="0">
                  <a:pos x="T2" y="T3"/>
                </a:cxn>
                <a:cxn ang="0">
                  <a:pos x="T4" y="T5"/>
                </a:cxn>
                <a:cxn ang="0">
                  <a:pos x="T6" y="T7"/>
                </a:cxn>
                <a:cxn ang="0">
                  <a:pos x="T8" y="T9"/>
                </a:cxn>
              </a:cxnLst>
              <a:rect l="0" t="0" r="r" b="b"/>
              <a:pathLst>
                <a:path w="35" h="45">
                  <a:moveTo>
                    <a:pt x="19" y="43"/>
                  </a:moveTo>
                  <a:cubicBezTo>
                    <a:pt x="9" y="45"/>
                    <a:pt x="1" y="38"/>
                    <a:pt x="1" y="26"/>
                  </a:cubicBezTo>
                  <a:cubicBezTo>
                    <a:pt x="0" y="15"/>
                    <a:pt x="7" y="5"/>
                    <a:pt x="15" y="2"/>
                  </a:cubicBezTo>
                  <a:cubicBezTo>
                    <a:pt x="25" y="0"/>
                    <a:pt x="33" y="7"/>
                    <a:pt x="34" y="18"/>
                  </a:cubicBezTo>
                  <a:cubicBezTo>
                    <a:pt x="35" y="29"/>
                    <a:pt x="28" y="41"/>
                    <a:pt x="19"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7" name="Freeform 734">
              <a:extLst>
                <a:ext uri="{FF2B5EF4-FFF2-40B4-BE49-F238E27FC236}">
                  <a16:creationId xmlns:a16="http://schemas.microsoft.com/office/drawing/2014/main" id="{FF01F61B-95C8-22F1-C7F9-09DC719DB5B4}"/>
                </a:ext>
              </a:extLst>
            </p:cNvPr>
            <p:cNvSpPr>
              <a:spLocks/>
            </p:cNvSpPr>
            <p:nvPr/>
          </p:nvSpPr>
          <p:spPr bwMode="auto">
            <a:xfrm rot="5094805">
              <a:off x="1349852" y="5988897"/>
              <a:ext cx="91399" cy="114249"/>
            </a:xfrm>
            <a:custGeom>
              <a:avLst/>
              <a:gdLst>
                <a:gd name="T0" fmla="*/ 16 w 37"/>
                <a:gd name="T1" fmla="*/ 2 h 46"/>
                <a:gd name="T2" fmla="*/ 35 w 37"/>
                <a:gd name="T3" fmla="*/ 18 h 46"/>
                <a:gd name="T4" fmla="*/ 22 w 37"/>
                <a:gd name="T5" fmla="*/ 43 h 46"/>
                <a:gd name="T6" fmla="*/ 2 w 37"/>
                <a:gd name="T7" fmla="*/ 28 h 46"/>
                <a:gd name="T8" fmla="*/ 16 w 37"/>
                <a:gd name="T9" fmla="*/ 2 h 46"/>
              </a:gdLst>
              <a:ahLst/>
              <a:cxnLst>
                <a:cxn ang="0">
                  <a:pos x="T0" y="T1"/>
                </a:cxn>
                <a:cxn ang="0">
                  <a:pos x="T2" y="T3"/>
                </a:cxn>
                <a:cxn ang="0">
                  <a:pos x="T4" y="T5"/>
                </a:cxn>
                <a:cxn ang="0">
                  <a:pos x="T6" y="T7"/>
                </a:cxn>
                <a:cxn ang="0">
                  <a:pos x="T8" y="T9"/>
                </a:cxn>
              </a:cxnLst>
              <a:rect l="0" t="0" r="r" b="b"/>
              <a:pathLst>
                <a:path w="37" h="46">
                  <a:moveTo>
                    <a:pt x="16" y="2"/>
                  </a:moveTo>
                  <a:cubicBezTo>
                    <a:pt x="25" y="0"/>
                    <a:pt x="34" y="7"/>
                    <a:pt x="35" y="18"/>
                  </a:cubicBezTo>
                  <a:cubicBezTo>
                    <a:pt x="37" y="29"/>
                    <a:pt x="30" y="40"/>
                    <a:pt x="22" y="43"/>
                  </a:cubicBezTo>
                  <a:cubicBezTo>
                    <a:pt x="12" y="46"/>
                    <a:pt x="4" y="40"/>
                    <a:pt x="2" y="28"/>
                  </a:cubicBezTo>
                  <a:cubicBezTo>
                    <a:pt x="0" y="17"/>
                    <a:pt x="7" y="5"/>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8" name="Freeform 735">
              <a:extLst>
                <a:ext uri="{FF2B5EF4-FFF2-40B4-BE49-F238E27FC236}">
                  <a16:creationId xmlns:a16="http://schemas.microsoft.com/office/drawing/2014/main" id="{3E7F0485-E71B-C12C-EBDD-CB7557C0CF10}"/>
                </a:ext>
              </a:extLst>
            </p:cNvPr>
            <p:cNvSpPr>
              <a:spLocks/>
            </p:cNvSpPr>
            <p:nvPr/>
          </p:nvSpPr>
          <p:spPr bwMode="auto">
            <a:xfrm rot="5094805">
              <a:off x="1416941" y="6175623"/>
              <a:ext cx="91399" cy="114249"/>
            </a:xfrm>
            <a:custGeom>
              <a:avLst/>
              <a:gdLst>
                <a:gd name="T0" fmla="*/ 16 w 37"/>
                <a:gd name="T1" fmla="*/ 3 h 46"/>
                <a:gd name="T2" fmla="*/ 36 w 37"/>
                <a:gd name="T3" fmla="*/ 20 h 46"/>
                <a:gd name="T4" fmla="*/ 22 w 37"/>
                <a:gd name="T5" fmla="*/ 43 h 46"/>
                <a:gd name="T6" fmla="*/ 2 w 37"/>
                <a:gd name="T7" fmla="*/ 28 h 46"/>
                <a:gd name="T8" fmla="*/ 16 w 37"/>
                <a:gd name="T9" fmla="*/ 3 h 46"/>
              </a:gdLst>
              <a:ahLst/>
              <a:cxnLst>
                <a:cxn ang="0">
                  <a:pos x="T0" y="T1"/>
                </a:cxn>
                <a:cxn ang="0">
                  <a:pos x="T2" y="T3"/>
                </a:cxn>
                <a:cxn ang="0">
                  <a:pos x="T4" y="T5"/>
                </a:cxn>
                <a:cxn ang="0">
                  <a:pos x="T6" y="T7"/>
                </a:cxn>
                <a:cxn ang="0">
                  <a:pos x="T8" y="T9"/>
                </a:cxn>
              </a:cxnLst>
              <a:rect l="0" t="0" r="r" b="b"/>
              <a:pathLst>
                <a:path w="37" h="46">
                  <a:moveTo>
                    <a:pt x="16" y="3"/>
                  </a:moveTo>
                  <a:cubicBezTo>
                    <a:pt x="25" y="0"/>
                    <a:pt x="34" y="8"/>
                    <a:pt x="36" y="20"/>
                  </a:cubicBezTo>
                  <a:cubicBezTo>
                    <a:pt x="37" y="31"/>
                    <a:pt x="31" y="40"/>
                    <a:pt x="22" y="43"/>
                  </a:cubicBezTo>
                  <a:cubicBezTo>
                    <a:pt x="13" y="46"/>
                    <a:pt x="4" y="40"/>
                    <a:pt x="2" y="28"/>
                  </a:cubicBezTo>
                  <a:cubicBezTo>
                    <a:pt x="0" y="17"/>
                    <a:pt x="7" y="5"/>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9" name="Freeform 736">
              <a:extLst>
                <a:ext uri="{FF2B5EF4-FFF2-40B4-BE49-F238E27FC236}">
                  <a16:creationId xmlns:a16="http://schemas.microsoft.com/office/drawing/2014/main" id="{F0D062DB-6E13-3C65-0EDD-A352EA102B8B}"/>
                </a:ext>
              </a:extLst>
            </p:cNvPr>
            <p:cNvSpPr>
              <a:spLocks/>
            </p:cNvSpPr>
            <p:nvPr/>
          </p:nvSpPr>
          <p:spPr bwMode="auto">
            <a:xfrm rot="5094805">
              <a:off x="1456091" y="6375241"/>
              <a:ext cx="89114" cy="105109"/>
            </a:xfrm>
            <a:custGeom>
              <a:avLst/>
              <a:gdLst>
                <a:gd name="T0" fmla="*/ 20 w 36"/>
                <a:gd name="T1" fmla="*/ 42 h 43"/>
                <a:gd name="T2" fmla="*/ 1 w 36"/>
                <a:gd name="T3" fmla="*/ 22 h 43"/>
                <a:gd name="T4" fmla="*/ 17 w 36"/>
                <a:gd name="T5" fmla="*/ 1 h 43"/>
                <a:gd name="T6" fmla="*/ 35 w 36"/>
                <a:gd name="T7" fmla="*/ 19 h 43"/>
                <a:gd name="T8" fmla="*/ 20 w 36"/>
                <a:gd name="T9" fmla="*/ 42 h 43"/>
              </a:gdLst>
              <a:ahLst/>
              <a:cxnLst>
                <a:cxn ang="0">
                  <a:pos x="T0" y="T1"/>
                </a:cxn>
                <a:cxn ang="0">
                  <a:pos x="T2" y="T3"/>
                </a:cxn>
                <a:cxn ang="0">
                  <a:pos x="T4" y="T5"/>
                </a:cxn>
                <a:cxn ang="0">
                  <a:pos x="T6" y="T7"/>
                </a:cxn>
                <a:cxn ang="0">
                  <a:pos x="T8" y="T9"/>
                </a:cxn>
              </a:cxnLst>
              <a:rect l="0" t="0" r="r" b="b"/>
              <a:pathLst>
                <a:path w="36" h="43">
                  <a:moveTo>
                    <a:pt x="20" y="42"/>
                  </a:moveTo>
                  <a:cubicBezTo>
                    <a:pt x="10" y="43"/>
                    <a:pt x="2" y="34"/>
                    <a:pt x="1" y="22"/>
                  </a:cubicBezTo>
                  <a:cubicBezTo>
                    <a:pt x="0" y="10"/>
                    <a:pt x="7" y="1"/>
                    <a:pt x="17" y="1"/>
                  </a:cubicBezTo>
                  <a:cubicBezTo>
                    <a:pt x="26" y="0"/>
                    <a:pt x="34" y="8"/>
                    <a:pt x="35" y="19"/>
                  </a:cubicBezTo>
                  <a:cubicBezTo>
                    <a:pt x="36" y="31"/>
                    <a:pt x="29" y="41"/>
                    <a:pt x="20"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0" name="Freeform 737">
              <a:extLst>
                <a:ext uri="{FF2B5EF4-FFF2-40B4-BE49-F238E27FC236}">
                  <a16:creationId xmlns:a16="http://schemas.microsoft.com/office/drawing/2014/main" id="{A9299474-4170-E058-2DAE-EB282542684E}"/>
                </a:ext>
              </a:extLst>
            </p:cNvPr>
            <p:cNvSpPr>
              <a:spLocks/>
            </p:cNvSpPr>
            <p:nvPr/>
          </p:nvSpPr>
          <p:spPr bwMode="auto">
            <a:xfrm rot="5094805">
              <a:off x="1497305" y="6565324"/>
              <a:ext cx="91399" cy="109679"/>
            </a:xfrm>
            <a:custGeom>
              <a:avLst/>
              <a:gdLst>
                <a:gd name="T0" fmla="*/ 21 w 37"/>
                <a:gd name="T1" fmla="*/ 42 h 44"/>
                <a:gd name="T2" fmla="*/ 2 w 37"/>
                <a:gd name="T3" fmla="*/ 24 h 44"/>
                <a:gd name="T4" fmla="*/ 17 w 37"/>
                <a:gd name="T5" fmla="*/ 1 h 44"/>
                <a:gd name="T6" fmla="*/ 36 w 37"/>
                <a:gd name="T7" fmla="*/ 18 h 44"/>
                <a:gd name="T8" fmla="*/ 21 w 37"/>
                <a:gd name="T9" fmla="*/ 42 h 44"/>
              </a:gdLst>
              <a:ahLst/>
              <a:cxnLst>
                <a:cxn ang="0">
                  <a:pos x="T0" y="T1"/>
                </a:cxn>
                <a:cxn ang="0">
                  <a:pos x="T2" y="T3"/>
                </a:cxn>
                <a:cxn ang="0">
                  <a:pos x="T4" y="T5"/>
                </a:cxn>
                <a:cxn ang="0">
                  <a:pos x="T6" y="T7"/>
                </a:cxn>
                <a:cxn ang="0">
                  <a:pos x="T8" y="T9"/>
                </a:cxn>
              </a:cxnLst>
              <a:rect l="0" t="0" r="r" b="b"/>
              <a:pathLst>
                <a:path w="37" h="44">
                  <a:moveTo>
                    <a:pt x="21" y="42"/>
                  </a:moveTo>
                  <a:cubicBezTo>
                    <a:pt x="11" y="44"/>
                    <a:pt x="3" y="36"/>
                    <a:pt x="2" y="24"/>
                  </a:cubicBezTo>
                  <a:cubicBezTo>
                    <a:pt x="0" y="13"/>
                    <a:pt x="7" y="3"/>
                    <a:pt x="17" y="1"/>
                  </a:cubicBezTo>
                  <a:cubicBezTo>
                    <a:pt x="26" y="0"/>
                    <a:pt x="34" y="7"/>
                    <a:pt x="36" y="18"/>
                  </a:cubicBezTo>
                  <a:cubicBezTo>
                    <a:pt x="37" y="29"/>
                    <a:pt x="31" y="40"/>
                    <a:pt x="21"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1" name="Freeform 738">
              <a:extLst>
                <a:ext uri="{FF2B5EF4-FFF2-40B4-BE49-F238E27FC236}">
                  <a16:creationId xmlns:a16="http://schemas.microsoft.com/office/drawing/2014/main" id="{311F60D3-F947-4627-6149-4C6F66B92C48}"/>
                </a:ext>
              </a:extLst>
            </p:cNvPr>
            <p:cNvSpPr>
              <a:spLocks/>
            </p:cNvSpPr>
            <p:nvPr/>
          </p:nvSpPr>
          <p:spPr bwMode="auto">
            <a:xfrm rot="5094805">
              <a:off x="1549176" y="6764962"/>
              <a:ext cx="89114" cy="102824"/>
            </a:xfrm>
            <a:custGeom>
              <a:avLst/>
              <a:gdLst>
                <a:gd name="T0" fmla="*/ 19 w 36"/>
                <a:gd name="T1" fmla="*/ 40 h 42"/>
                <a:gd name="T2" fmla="*/ 0 w 36"/>
                <a:gd name="T3" fmla="*/ 22 h 42"/>
                <a:gd name="T4" fmla="*/ 17 w 36"/>
                <a:gd name="T5" fmla="*/ 1 h 42"/>
                <a:gd name="T6" fmla="*/ 35 w 36"/>
                <a:gd name="T7" fmla="*/ 17 h 42"/>
                <a:gd name="T8" fmla="*/ 19 w 36"/>
                <a:gd name="T9" fmla="*/ 40 h 42"/>
              </a:gdLst>
              <a:ahLst/>
              <a:cxnLst>
                <a:cxn ang="0">
                  <a:pos x="T0" y="T1"/>
                </a:cxn>
                <a:cxn ang="0">
                  <a:pos x="T2" y="T3"/>
                </a:cxn>
                <a:cxn ang="0">
                  <a:pos x="T4" y="T5"/>
                </a:cxn>
                <a:cxn ang="0">
                  <a:pos x="T6" y="T7"/>
                </a:cxn>
                <a:cxn ang="0">
                  <a:pos x="T8" y="T9"/>
                </a:cxn>
              </a:cxnLst>
              <a:rect l="0" t="0" r="r" b="b"/>
              <a:pathLst>
                <a:path w="36" h="42">
                  <a:moveTo>
                    <a:pt x="19" y="40"/>
                  </a:moveTo>
                  <a:cubicBezTo>
                    <a:pt x="10" y="42"/>
                    <a:pt x="1" y="34"/>
                    <a:pt x="0" y="22"/>
                  </a:cubicBezTo>
                  <a:cubicBezTo>
                    <a:pt x="0" y="11"/>
                    <a:pt x="7" y="2"/>
                    <a:pt x="17" y="1"/>
                  </a:cubicBezTo>
                  <a:cubicBezTo>
                    <a:pt x="26" y="0"/>
                    <a:pt x="34" y="7"/>
                    <a:pt x="35" y="17"/>
                  </a:cubicBezTo>
                  <a:cubicBezTo>
                    <a:pt x="36" y="28"/>
                    <a:pt x="29" y="39"/>
                    <a:pt x="19"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2" name="Freeform 744">
              <a:extLst>
                <a:ext uri="{FF2B5EF4-FFF2-40B4-BE49-F238E27FC236}">
                  <a16:creationId xmlns:a16="http://schemas.microsoft.com/office/drawing/2014/main" id="{90620C1D-B7A6-31E1-885D-D73CE97E955F}"/>
                </a:ext>
              </a:extLst>
            </p:cNvPr>
            <p:cNvSpPr>
              <a:spLocks/>
            </p:cNvSpPr>
            <p:nvPr/>
          </p:nvSpPr>
          <p:spPr bwMode="auto">
            <a:xfrm rot="5094805">
              <a:off x="-12254" y="2778427"/>
              <a:ext cx="79974" cy="27420"/>
            </a:xfrm>
            <a:custGeom>
              <a:avLst/>
              <a:gdLst>
                <a:gd name="T0" fmla="*/ 33 w 33"/>
                <a:gd name="T1" fmla="*/ 3 h 11"/>
                <a:gd name="T2" fmla="*/ 18 w 33"/>
                <a:gd name="T3" fmla="*/ 10 h 11"/>
                <a:gd name="T4" fmla="*/ 0 w 33"/>
                <a:gd name="T5" fmla="*/ 8 h 11"/>
                <a:gd name="T6" fmla="*/ 14 w 33"/>
                <a:gd name="T7" fmla="*/ 2 h 11"/>
                <a:gd name="T8" fmla="*/ 33 w 33"/>
                <a:gd name="T9" fmla="*/ 3 h 11"/>
              </a:gdLst>
              <a:ahLst/>
              <a:cxnLst>
                <a:cxn ang="0">
                  <a:pos x="T0" y="T1"/>
                </a:cxn>
                <a:cxn ang="0">
                  <a:pos x="T2" y="T3"/>
                </a:cxn>
                <a:cxn ang="0">
                  <a:pos x="T4" y="T5"/>
                </a:cxn>
                <a:cxn ang="0">
                  <a:pos x="T6" y="T7"/>
                </a:cxn>
                <a:cxn ang="0">
                  <a:pos x="T8" y="T9"/>
                </a:cxn>
              </a:cxnLst>
              <a:rect l="0" t="0" r="r" b="b"/>
              <a:pathLst>
                <a:path w="33" h="11">
                  <a:moveTo>
                    <a:pt x="33" y="3"/>
                  </a:moveTo>
                  <a:cubicBezTo>
                    <a:pt x="33" y="5"/>
                    <a:pt x="27" y="8"/>
                    <a:pt x="18" y="10"/>
                  </a:cubicBezTo>
                  <a:cubicBezTo>
                    <a:pt x="9" y="11"/>
                    <a:pt x="1" y="11"/>
                    <a:pt x="0" y="8"/>
                  </a:cubicBezTo>
                  <a:cubicBezTo>
                    <a:pt x="0" y="6"/>
                    <a:pt x="6" y="3"/>
                    <a:pt x="14" y="2"/>
                  </a:cubicBezTo>
                  <a:cubicBezTo>
                    <a:pt x="23" y="0"/>
                    <a:pt x="32" y="1"/>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3" name="Freeform 745">
              <a:extLst>
                <a:ext uri="{FF2B5EF4-FFF2-40B4-BE49-F238E27FC236}">
                  <a16:creationId xmlns:a16="http://schemas.microsoft.com/office/drawing/2014/main" id="{AD7BB188-6036-23B2-80CF-950D7D462DAE}"/>
                </a:ext>
              </a:extLst>
            </p:cNvPr>
            <p:cNvSpPr>
              <a:spLocks/>
            </p:cNvSpPr>
            <p:nvPr/>
          </p:nvSpPr>
          <p:spPr bwMode="auto">
            <a:xfrm rot="5094805">
              <a:off x="41372" y="2966156"/>
              <a:ext cx="84544" cy="31990"/>
            </a:xfrm>
            <a:custGeom>
              <a:avLst/>
              <a:gdLst>
                <a:gd name="T0" fmla="*/ 33 w 34"/>
                <a:gd name="T1" fmla="*/ 3 h 13"/>
                <a:gd name="T2" fmla="*/ 17 w 34"/>
                <a:gd name="T3" fmla="*/ 11 h 13"/>
                <a:gd name="T4" fmla="*/ 0 w 34"/>
                <a:gd name="T5" fmla="*/ 10 h 13"/>
                <a:gd name="T6" fmla="*/ 16 w 34"/>
                <a:gd name="T7" fmla="*/ 2 h 13"/>
                <a:gd name="T8" fmla="*/ 33 w 34"/>
                <a:gd name="T9" fmla="*/ 3 h 13"/>
              </a:gdLst>
              <a:ahLst/>
              <a:cxnLst>
                <a:cxn ang="0">
                  <a:pos x="T0" y="T1"/>
                </a:cxn>
                <a:cxn ang="0">
                  <a:pos x="T2" y="T3"/>
                </a:cxn>
                <a:cxn ang="0">
                  <a:pos x="T4" y="T5"/>
                </a:cxn>
                <a:cxn ang="0">
                  <a:pos x="T6" y="T7"/>
                </a:cxn>
                <a:cxn ang="0">
                  <a:pos x="T8" y="T9"/>
                </a:cxn>
              </a:cxnLst>
              <a:rect l="0" t="0" r="r" b="b"/>
              <a:pathLst>
                <a:path w="34" h="13">
                  <a:moveTo>
                    <a:pt x="33" y="3"/>
                  </a:moveTo>
                  <a:cubicBezTo>
                    <a:pt x="34" y="5"/>
                    <a:pt x="26" y="9"/>
                    <a:pt x="17" y="11"/>
                  </a:cubicBezTo>
                  <a:cubicBezTo>
                    <a:pt x="9" y="13"/>
                    <a:pt x="1" y="12"/>
                    <a:pt x="0" y="10"/>
                  </a:cubicBezTo>
                  <a:cubicBezTo>
                    <a:pt x="0" y="8"/>
                    <a:pt x="7" y="4"/>
                    <a:pt x="16" y="2"/>
                  </a:cubicBezTo>
                  <a:cubicBezTo>
                    <a:pt x="24" y="0"/>
                    <a:pt x="32" y="0"/>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4" name="Freeform 746">
              <a:extLst>
                <a:ext uri="{FF2B5EF4-FFF2-40B4-BE49-F238E27FC236}">
                  <a16:creationId xmlns:a16="http://schemas.microsoft.com/office/drawing/2014/main" id="{2FDE3624-4740-B72C-D9CB-3681491217E1}"/>
                </a:ext>
              </a:extLst>
            </p:cNvPr>
            <p:cNvSpPr>
              <a:spLocks/>
            </p:cNvSpPr>
            <p:nvPr/>
          </p:nvSpPr>
          <p:spPr bwMode="auto">
            <a:xfrm rot="5094805">
              <a:off x="110641" y="3150499"/>
              <a:ext cx="82259" cy="34275"/>
            </a:xfrm>
            <a:custGeom>
              <a:avLst/>
              <a:gdLst>
                <a:gd name="T0" fmla="*/ 0 w 33"/>
                <a:gd name="T1" fmla="*/ 12 h 14"/>
                <a:gd name="T2" fmla="*/ 15 w 33"/>
                <a:gd name="T3" fmla="*/ 3 h 14"/>
                <a:gd name="T4" fmla="*/ 33 w 33"/>
                <a:gd name="T5" fmla="*/ 3 h 14"/>
                <a:gd name="T6" fmla="*/ 18 w 33"/>
                <a:gd name="T7" fmla="*/ 11 h 14"/>
                <a:gd name="T8" fmla="*/ 0 w 33"/>
                <a:gd name="T9" fmla="*/ 12 h 14"/>
              </a:gdLst>
              <a:ahLst/>
              <a:cxnLst>
                <a:cxn ang="0">
                  <a:pos x="T0" y="T1"/>
                </a:cxn>
                <a:cxn ang="0">
                  <a:pos x="T2" y="T3"/>
                </a:cxn>
                <a:cxn ang="0">
                  <a:pos x="T4" y="T5"/>
                </a:cxn>
                <a:cxn ang="0">
                  <a:pos x="T6" y="T7"/>
                </a:cxn>
                <a:cxn ang="0">
                  <a:pos x="T8" y="T9"/>
                </a:cxn>
              </a:cxnLst>
              <a:rect l="0" t="0" r="r" b="b"/>
              <a:pathLst>
                <a:path w="33" h="14">
                  <a:moveTo>
                    <a:pt x="0" y="12"/>
                  </a:moveTo>
                  <a:cubicBezTo>
                    <a:pt x="0" y="9"/>
                    <a:pt x="6" y="5"/>
                    <a:pt x="15" y="3"/>
                  </a:cubicBezTo>
                  <a:cubicBezTo>
                    <a:pt x="24" y="0"/>
                    <a:pt x="32" y="0"/>
                    <a:pt x="33" y="3"/>
                  </a:cubicBezTo>
                  <a:cubicBezTo>
                    <a:pt x="33" y="5"/>
                    <a:pt x="27" y="9"/>
                    <a:pt x="18" y="11"/>
                  </a:cubicBezTo>
                  <a:cubicBezTo>
                    <a:pt x="9" y="14"/>
                    <a:pt x="1" y="14"/>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5" name="Freeform 747">
              <a:extLst>
                <a:ext uri="{FF2B5EF4-FFF2-40B4-BE49-F238E27FC236}">
                  <a16:creationId xmlns:a16="http://schemas.microsoft.com/office/drawing/2014/main" id="{494AB92B-2C5E-2B94-25AB-7D01EFD85B03}"/>
                </a:ext>
              </a:extLst>
            </p:cNvPr>
            <p:cNvSpPr>
              <a:spLocks/>
            </p:cNvSpPr>
            <p:nvPr/>
          </p:nvSpPr>
          <p:spPr bwMode="auto">
            <a:xfrm rot="5094805">
              <a:off x="183516" y="3335470"/>
              <a:ext cx="84544" cy="38845"/>
            </a:xfrm>
            <a:custGeom>
              <a:avLst/>
              <a:gdLst>
                <a:gd name="T0" fmla="*/ 1 w 35"/>
                <a:gd name="T1" fmla="*/ 13 h 15"/>
                <a:gd name="T2" fmla="*/ 16 w 35"/>
                <a:gd name="T3" fmla="*/ 2 h 15"/>
                <a:gd name="T4" fmla="*/ 33 w 35"/>
                <a:gd name="T5" fmla="*/ 2 h 15"/>
                <a:gd name="T6" fmla="*/ 19 w 35"/>
                <a:gd name="T7" fmla="*/ 12 h 15"/>
                <a:gd name="T8" fmla="*/ 1 w 35"/>
                <a:gd name="T9" fmla="*/ 13 h 15"/>
              </a:gdLst>
              <a:ahLst/>
              <a:cxnLst>
                <a:cxn ang="0">
                  <a:pos x="T0" y="T1"/>
                </a:cxn>
                <a:cxn ang="0">
                  <a:pos x="T2" y="T3"/>
                </a:cxn>
                <a:cxn ang="0">
                  <a:pos x="T4" y="T5"/>
                </a:cxn>
                <a:cxn ang="0">
                  <a:pos x="T6" y="T7"/>
                </a:cxn>
                <a:cxn ang="0">
                  <a:pos x="T8" y="T9"/>
                </a:cxn>
              </a:cxnLst>
              <a:rect l="0" t="0" r="r" b="b"/>
              <a:pathLst>
                <a:path w="35" h="15">
                  <a:moveTo>
                    <a:pt x="1" y="13"/>
                  </a:moveTo>
                  <a:cubicBezTo>
                    <a:pt x="0" y="10"/>
                    <a:pt x="7" y="5"/>
                    <a:pt x="16" y="2"/>
                  </a:cubicBezTo>
                  <a:cubicBezTo>
                    <a:pt x="25" y="0"/>
                    <a:pt x="32" y="0"/>
                    <a:pt x="33" y="2"/>
                  </a:cubicBezTo>
                  <a:cubicBezTo>
                    <a:pt x="35" y="5"/>
                    <a:pt x="28" y="10"/>
                    <a:pt x="19" y="12"/>
                  </a:cubicBezTo>
                  <a:cubicBezTo>
                    <a:pt x="10" y="15"/>
                    <a:pt x="2" y="15"/>
                    <a:pt x="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6" name="Freeform 748">
              <a:extLst>
                <a:ext uri="{FF2B5EF4-FFF2-40B4-BE49-F238E27FC236}">
                  <a16:creationId xmlns:a16="http://schemas.microsoft.com/office/drawing/2014/main" id="{49D180B1-D4DD-5EC5-D34B-A0D8432D4653}"/>
                </a:ext>
              </a:extLst>
            </p:cNvPr>
            <p:cNvSpPr>
              <a:spLocks/>
            </p:cNvSpPr>
            <p:nvPr/>
          </p:nvSpPr>
          <p:spPr bwMode="auto">
            <a:xfrm rot="5094805">
              <a:off x="265399" y="3517451"/>
              <a:ext cx="84544" cy="45700"/>
            </a:xfrm>
            <a:custGeom>
              <a:avLst/>
              <a:gdLst>
                <a:gd name="T0" fmla="*/ 33 w 34"/>
                <a:gd name="T1" fmla="*/ 3 h 18"/>
                <a:gd name="T2" fmla="*/ 18 w 34"/>
                <a:gd name="T3" fmla="*/ 15 h 18"/>
                <a:gd name="T4" fmla="*/ 1 w 34"/>
                <a:gd name="T5" fmla="*/ 15 h 18"/>
                <a:gd name="T6" fmla="*/ 16 w 34"/>
                <a:gd name="T7" fmla="*/ 3 h 18"/>
                <a:gd name="T8" fmla="*/ 33 w 34"/>
                <a:gd name="T9" fmla="*/ 3 h 18"/>
              </a:gdLst>
              <a:ahLst/>
              <a:cxnLst>
                <a:cxn ang="0">
                  <a:pos x="T0" y="T1"/>
                </a:cxn>
                <a:cxn ang="0">
                  <a:pos x="T2" y="T3"/>
                </a:cxn>
                <a:cxn ang="0">
                  <a:pos x="T4" y="T5"/>
                </a:cxn>
                <a:cxn ang="0">
                  <a:pos x="T6" y="T7"/>
                </a:cxn>
                <a:cxn ang="0">
                  <a:pos x="T8" y="T9"/>
                </a:cxn>
              </a:cxnLst>
              <a:rect l="0" t="0" r="r" b="b"/>
              <a:pathLst>
                <a:path w="34" h="18">
                  <a:moveTo>
                    <a:pt x="33" y="3"/>
                  </a:moveTo>
                  <a:cubicBezTo>
                    <a:pt x="34" y="6"/>
                    <a:pt x="27" y="12"/>
                    <a:pt x="18" y="15"/>
                  </a:cubicBezTo>
                  <a:cubicBezTo>
                    <a:pt x="10" y="17"/>
                    <a:pt x="2" y="18"/>
                    <a:pt x="1" y="15"/>
                  </a:cubicBezTo>
                  <a:cubicBezTo>
                    <a:pt x="0" y="12"/>
                    <a:pt x="7" y="7"/>
                    <a:pt x="16" y="3"/>
                  </a:cubicBezTo>
                  <a:cubicBezTo>
                    <a:pt x="25" y="0"/>
                    <a:pt x="32" y="0"/>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7" name="Freeform 749">
              <a:extLst>
                <a:ext uri="{FF2B5EF4-FFF2-40B4-BE49-F238E27FC236}">
                  <a16:creationId xmlns:a16="http://schemas.microsoft.com/office/drawing/2014/main" id="{33D99155-107D-E66B-258F-2190E63C81E2}"/>
                </a:ext>
              </a:extLst>
            </p:cNvPr>
            <p:cNvSpPr>
              <a:spLocks/>
            </p:cNvSpPr>
            <p:nvPr/>
          </p:nvSpPr>
          <p:spPr bwMode="auto">
            <a:xfrm rot="5094805">
              <a:off x="352972" y="3702353"/>
              <a:ext cx="84544" cy="45700"/>
            </a:xfrm>
            <a:custGeom>
              <a:avLst/>
              <a:gdLst>
                <a:gd name="T0" fmla="*/ 1 w 34"/>
                <a:gd name="T1" fmla="*/ 16 h 19"/>
                <a:gd name="T2" fmla="*/ 15 w 34"/>
                <a:gd name="T3" fmla="*/ 3 h 19"/>
                <a:gd name="T4" fmla="*/ 33 w 34"/>
                <a:gd name="T5" fmla="*/ 3 h 19"/>
                <a:gd name="T6" fmla="*/ 18 w 34"/>
                <a:gd name="T7" fmla="*/ 16 h 19"/>
                <a:gd name="T8" fmla="*/ 1 w 34"/>
                <a:gd name="T9" fmla="*/ 16 h 19"/>
              </a:gdLst>
              <a:ahLst/>
              <a:cxnLst>
                <a:cxn ang="0">
                  <a:pos x="T0" y="T1"/>
                </a:cxn>
                <a:cxn ang="0">
                  <a:pos x="T2" y="T3"/>
                </a:cxn>
                <a:cxn ang="0">
                  <a:pos x="T4" y="T5"/>
                </a:cxn>
                <a:cxn ang="0">
                  <a:pos x="T6" y="T7"/>
                </a:cxn>
                <a:cxn ang="0">
                  <a:pos x="T8" y="T9"/>
                </a:cxn>
              </a:cxnLst>
              <a:rect l="0" t="0" r="r" b="b"/>
              <a:pathLst>
                <a:path w="34" h="19">
                  <a:moveTo>
                    <a:pt x="1" y="16"/>
                  </a:moveTo>
                  <a:cubicBezTo>
                    <a:pt x="0" y="13"/>
                    <a:pt x="6" y="7"/>
                    <a:pt x="15" y="3"/>
                  </a:cubicBezTo>
                  <a:cubicBezTo>
                    <a:pt x="24" y="0"/>
                    <a:pt x="32" y="0"/>
                    <a:pt x="33" y="3"/>
                  </a:cubicBezTo>
                  <a:cubicBezTo>
                    <a:pt x="34" y="7"/>
                    <a:pt x="27" y="12"/>
                    <a:pt x="18" y="16"/>
                  </a:cubicBezTo>
                  <a:cubicBezTo>
                    <a:pt x="10" y="19"/>
                    <a:pt x="2" y="19"/>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8" name="Freeform 750">
              <a:extLst>
                <a:ext uri="{FF2B5EF4-FFF2-40B4-BE49-F238E27FC236}">
                  <a16:creationId xmlns:a16="http://schemas.microsoft.com/office/drawing/2014/main" id="{0415B845-C321-9D18-3E17-F6201D5B98D0}"/>
                </a:ext>
              </a:extLst>
            </p:cNvPr>
            <p:cNvSpPr>
              <a:spLocks/>
            </p:cNvSpPr>
            <p:nvPr/>
          </p:nvSpPr>
          <p:spPr bwMode="auto">
            <a:xfrm rot="5094805">
              <a:off x="445000" y="3882385"/>
              <a:ext cx="82259" cy="52554"/>
            </a:xfrm>
            <a:custGeom>
              <a:avLst/>
              <a:gdLst>
                <a:gd name="T0" fmla="*/ 32 w 33"/>
                <a:gd name="T1" fmla="*/ 5 h 21"/>
                <a:gd name="T2" fmla="*/ 18 w 33"/>
                <a:gd name="T3" fmla="*/ 17 h 21"/>
                <a:gd name="T4" fmla="*/ 0 w 33"/>
                <a:gd name="T5" fmla="*/ 17 h 21"/>
                <a:gd name="T6" fmla="*/ 15 w 33"/>
                <a:gd name="T7" fmla="*/ 4 h 21"/>
                <a:gd name="T8" fmla="*/ 32 w 33"/>
                <a:gd name="T9" fmla="*/ 5 h 21"/>
              </a:gdLst>
              <a:ahLst/>
              <a:cxnLst>
                <a:cxn ang="0">
                  <a:pos x="T0" y="T1"/>
                </a:cxn>
                <a:cxn ang="0">
                  <a:pos x="T2" y="T3"/>
                </a:cxn>
                <a:cxn ang="0">
                  <a:pos x="T4" y="T5"/>
                </a:cxn>
                <a:cxn ang="0">
                  <a:pos x="T6" y="T7"/>
                </a:cxn>
                <a:cxn ang="0">
                  <a:pos x="T8" y="T9"/>
                </a:cxn>
              </a:cxnLst>
              <a:rect l="0" t="0" r="r" b="b"/>
              <a:pathLst>
                <a:path w="33" h="21">
                  <a:moveTo>
                    <a:pt x="32" y="5"/>
                  </a:moveTo>
                  <a:cubicBezTo>
                    <a:pt x="33" y="8"/>
                    <a:pt x="26" y="14"/>
                    <a:pt x="18" y="17"/>
                  </a:cubicBezTo>
                  <a:cubicBezTo>
                    <a:pt x="9" y="21"/>
                    <a:pt x="1" y="21"/>
                    <a:pt x="0" y="17"/>
                  </a:cubicBezTo>
                  <a:cubicBezTo>
                    <a:pt x="0" y="13"/>
                    <a:pt x="6" y="7"/>
                    <a:pt x="15" y="4"/>
                  </a:cubicBezTo>
                  <a:cubicBezTo>
                    <a:pt x="24" y="0"/>
                    <a:pt x="32" y="1"/>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9" name="Freeform 751">
              <a:extLst>
                <a:ext uri="{FF2B5EF4-FFF2-40B4-BE49-F238E27FC236}">
                  <a16:creationId xmlns:a16="http://schemas.microsoft.com/office/drawing/2014/main" id="{D388469E-04BA-9FF4-4D7C-18CF880671B4}"/>
                </a:ext>
              </a:extLst>
            </p:cNvPr>
            <p:cNvSpPr>
              <a:spLocks/>
            </p:cNvSpPr>
            <p:nvPr/>
          </p:nvSpPr>
          <p:spPr bwMode="auto">
            <a:xfrm rot="5094805">
              <a:off x="540441" y="4063256"/>
              <a:ext cx="79974" cy="57124"/>
            </a:xfrm>
            <a:custGeom>
              <a:avLst/>
              <a:gdLst>
                <a:gd name="T0" fmla="*/ 33 w 33"/>
                <a:gd name="T1" fmla="*/ 5 h 23"/>
                <a:gd name="T2" fmla="*/ 19 w 33"/>
                <a:gd name="T3" fmla="*/ 20 h 23"/>
                <a:gd name="T4" fmla="*/ 1 w 33"/>
                <a:gd name="T5" fmla="*/ 19 h 23"/>
                <a:gd name="T6" fmla="*/ 14 w 33"/>
                <a:gd name="T7" fmla="*/ 4 h 23"/>
                <a:gd name="T8" fmla="*/ 33 w 33"/>
                <a:gd name="T9" fmla="*/ 5 h 23"/>
              </a:gdLst>
              <a:ahLst/>
              <a:cxnLst>
                <a:cxn ang="0">
                  <a:pos x="T0" y="T1"/>
                </a:cxn>
                <a:cxn ang="0">
                  <a:pos x="T2" y="T3"/>
                </a:cxn>
                <a:cxn ang="0">
                  <a:pos x="T4" y="T5"/>
                </a:cxn>
                <a:cxn ang="0">
                  <a:pos x="T6" y="T7"/>
                </a:cxn>
                <a:cxn ang="0">
                  <a:pos x="T8" y="T9"/>
                </a:cxn>
              </a:cxnLst>
              <a:rect l="0" t="0" r="r" b="b"/>
              <a:pathLst>
                <a:path w="33" h="23">
                  <a:moveTo>
                    <a:pt x="33" y="5"/>
                  </a:moveTo>
                  <a:cubicBezTo>
                    <a:pt x="33" y="9"/>
                    <a:pt x="27" y="16"/>
                    <a:pt x="19" y="20"/>
                  </a:cubicBezTo>
                  <a:cubicBezTo>
                    <a:pt x="10" y="23"/>
                    <a:pt x="1" y="23"/>
                    <a:pt x="1" y="19"/>
                  </a:cubicBezTo>
                  <a:cubicBezTo>
                    <a:pt x="0" y="15"/>
                    <a:pt x="6" y="8"/>
                    <a:pt x="14" y="4"/>
                  </a:cubicBezTo>
                  <a:cubicBezTo>
                    <a:pt x="23" y="0"/>
                    <a:pt x="32" y="1"/>
                    <a:pt x="3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0" name="Freeform 752">
              <a:extLst>
                <a:ext uri="{FF2B5EF4-FFF2-40B4-BE49-F238E27FC236}">
                  <a16:creationId xmlns:a16="http://schemas.microsoft.com/office/drawing/2014/main" id="{ADB29E97-BF66-D5FB-4C20-EF8DB6966671}"/>
                </a:ext>
              </a:extLst>
            </p:cNvPr>
            <p:cNvSpPr>
              <a:spLocks/>
            </p:cNvSpPr>
            <p:nvPr/>
          </p:nvSpPr>
          <p:spPr bwMode="auto">
            <a:xfrm rot="5094805">
              <a:off x="638150" y="4243722"/>
              <a:ext cx="82259" cy="61694"/>
            </a:xfrm>
            <a:custGeom>
              <a:avLst/>
              <a:gdLst>
                <a:gd name="T0" fmla="*/ 33 w 34"/>
                <a:gd name="T1" fmla="*/ 6 h 25"/>
                <a:gd name="T2" fmla="*/ 19 w 34"/>
                <a:gd name="T3" fmla="*/ 21 h 25"/>
                <a:gd name="T4" fmla="*/ 1 w 34"/>
                <a:gd name="T5" fmla="*/ 19 h 25"/>
                <a:gd name="T6" fmla="*/ 15 w 34"/>
                <a:gd name="T7" fmla="*/ 4 h 25"/>
                <a:gd name="T8" fmla="*/ 33 w 34"/>
                <a:gd name="T9" fmla="*/ 6 h 25"/>
              </a:gdLst>
              <a:ahLst/>
              <a:cxnLst>
                <a:cxn ang="0">
                  <a:pos x="T0" y="T1"/>
                </a:cxn>
                <a:cxn ang="0">
                  <a:pos x="T2" y="T3"/>
                </a:cxn>
                <a:cxn ang="0">
                  <a:pos x="T4" y="T5"/>
                </a:cxn>
                <a:cxn ang="0">
                  <a:pos x="T6" y="T7"/>
                </a:cxn>
                <a:cxn ang="0">
                  <a:pos x="T8" y="T9"/>
                </a:cxn>
              </a:cxnLst>
              <a:rect l="0" t="0" r="r" b="b"/>
              <a:pathLst>
                <a:path w="34" h="25">
                  <a:moveTo>
                    <a:pt x="33" y="6"/>
                  </a:moveTo>
                  <a:cubicBezTo>
                    <a:pt x="34" y="11"/>
                    <a:pt x="28" y="18"/>
                    <a:pt x="19" y="21"/>
                  </a:cubicBezTo>
                  <a:cubicBezTo>
                    <a:pt x="10" y="25"/>
                    <a:pt x="2" y="24"/>
                    <a:pt x="1" y="19"/>
                  </a:cubicBezTo>
                  <a:cubicBezTo>
                    <a:pt x="0" y="15"/>
                    <a:pt x="6" y="8"/>
                    <a:pt x="15" y="4"/>
                  </a:cubicBezTo>
                  <a:cubicBezTo>
                    <a:pt x="23" y="0"/>
                    <a:pt x="32" y="1"/>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1" name="Freeform 753">
              <a:extLst>
                <a:ext uri="{FF2B5EF4-FFF2-40B4-BE49-F238E27FC236}">
                  <a16:creationId xmlns:a16="http://schemas.microsoft.com/office/drawing/2014/main" id="{A9304F69-DFCD-7BBE-FFED-71F48B975A34}"/>
                </a:ext>
              </a:extLst>
            </p:cNvPr>
            <p:cNvSpPr>
              <a:spLocks/>
            </p:cNvSpPr>
            <p:nvPr/>
          </p:nvSpPr>
          <p:spPr bwMode="auto">
            <a:xfrm rot="5094805">
              <a:off x="734721" y="4423147"/>
              <a:ext cx="84544" cy="68549"/>
            </a:xfrm>
            <a:custGeom>
              <a:avLst/>
              <a:gdLst>
                <a:gd name="T0" fmla="*/ 33 w 34"/>
                <a:gd name="T1" fmla="*/ 8 h 28"/>
                <a:gd name="T2" fmla="*/ 19 w 34"/>
                <a:gd name="T3" fmla="*/ 24 h 28"/>
                <a:gd name="T4" fmla="*/ 1 w 34"/>
                <a:gd name="T5" fmla="*/ 21 h 28"/>
                <a:gd name="T6" fmla="*/ 15 w 34"/>
                <a:gd name="T7" fmla="*/ 4 h 28"/>
                <a:gd name="T8" fmla="*/ 33 w 34"/>
                <a:gd name="T9" fmla="*/ 8 h 28"/>
              </a:gdLst>
              <a:ahLst/>
              <a:cxnLst>
                <a:cxn ang="0">
                  <a:pos x="T0" y="T1"/>
                </a:cxn>
                <a:cxn ang="0">
                  <a:pos x="T2" y="T3"/>
                </a:cxn>
                <a:cxn ang="0">
                  <a:pos x="T4" y="T5"/>
                </a:cxn>
                <a:cxn ang="0">
                  <a:pos x="T6" y="T7"/>
                </a:cxn>
                <a:cxn ang="0">
                  <a:pos x="T8" y="T9"/>
                </a:cxn>
              </a:cxnLst>
              <a:rect l="0" t="0" r="r" b="b"/>
              <a:pathLst>
                <a:path w="34" h="28">
                  <a:moveTo>
                    <a:pt x="33" y="8"/>
                  </a:moveTo>
                  <a:cubicBezTo>
                    <a:pt x="34" y="13"/>
                    <a:pt x="28" y="21"/>
                    <a:pt x="19" y="24"/>
                  </a:cubicBezTo>
                  <a:cubicBezTo>
                    <a:pt x="11" y="28"/>
                    <a:pt x="2" y="26"/>
                    <a:pt x="1" y="21"/>
                  </a:cubicBezTo>
                  <a:cubicBezTo>
                    <a:pt x="0" y="15"/>
                    <a:pt x="6" y="8"/>
                    <a:pt x="15" y="4"/>
                  </a:cubicBezTo>
                  <a:cubicBezTo>
                    <a:pt x="24" y="0"/>
                    <a:pt x="32" y="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2" name="Freeform 754">
              <a:extLst>
                <a:ext uri="{FF2B5EF4-FFF2-40B4-BE49-F238E27FC236}">
                  <a16:creationId xmlns:a16="http://schemas.microsoft.com/office/drawing/2014/main" id="{B060485F-C108-4067-9EFC-441123472EB1}"/>
                </a:ext>
              </a:extLst>
            </p:cNvPr>
            <p:cNvSpPr>
              <a:spLocks/>
            </p:cNvSpPr>
            <p:nvPr/>
          </p:nvSpPr>
          <p:spPr bwMode="auto">
            <a:xfrm rot="5094805">
              <a:off x="828919" y="4602880"/>
              <a:ext cx="84544" cy="73119"/>
            </a:xfrm>
            <a:custGeom>
              <a:avLst/>
              <a:gdLst>
                <a:gd name="T0" fmla="*/ 33 w 34"/>
                <a:gd name="T1" fmla="*/ 9 h 30"/>
                <a:gd name="T2" fmla="*/ 19 w 34"/>
                <a:gd name="T3" fmla="*/ 27 h 30"/>
                <a:gd name="T4" fmla="*/ 1 w 34"/>
                <a:gd name="T5" fmla="*/ 22 h 30"/>
                <a:gd name="T6" fmla="*/ 16 w 34"/>
                <a:gd name="T7" fmla="*/ 3 h 30"/>
                <a:gd name="T8" fmla="*/ 33 w 34"/>
                <a:gd name="T9" fmla="*/ 9 h 30"/>
              </a:gdLst>
              <a:ahLst/>
              <a:cxnLst>
                <a:cxn ang="0">
                  <a:pos x="T0" y="T1"/>
                </a:cxn>
                <a:cxn ang="0">
                  <a:pos x="T2" y="T3"/>
                </a:cxn>
                <a:cxn ang="0">
                  <a:pos x="T4" y="T5"/>
                </a:cxn>
                <a:cxn ang="0">
                  <a:pos x="T6" y="T7"/>
                </a:cxn>
                <a:cxn ang="0">
                  <a:pos x="T8" y="T9"/>
                </a:cxn>
              </a:cxnLst>
              <a:rect l="0" t="0" r="r" b="b"/>
              <a:pathLst>
                <a:path w="34" h="30">
                  <a:moveTo>
                    <a:pt x="33" y="9"/>
                  </a:moveTo>
                  <a:cubicBezTo>
                    <a:pt x="34" y="15"/>
                    <a:pt x="28" y="24"/>
                    <a:pt x="19" y="27"/>
                  </a:cubicBezTo>
                  <a:cubicBezTo>
                    <a:pt x="10" y="30"/>
                    <a:pt x="2" y="28"/>
                    <a:pt x="1" y="22"/>
                  </a:cubicBezTo>
                  <a:cubicBezTo>
                    <a:pt x="0" y="15"/>
                    <a:pt x="7" y="7"/>
                    <a:pt x="16" y="3"/>
                  </a:cubicBezTo>
                  <a:cubicBezTo>
                    <a:pt x="25" y="0"/>
                    <a:pt x="32" y="2"/>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3" name="Freeform 755">
              <a:extLst>
                <a:ext uri="{FF2B5EF4-FFF2-40B4-BE49-F238E27FC236}">
                  <a16:creationId xmlns:a16="http://schemas.microsoft.com/office/drawing/2014/main" id="{BA786B1A-1626-7E36-15CA-7392332BC9AF}"/>
                </a:ext>
              </a:extLst>
            </p:cNvPr>
            <p:cNvSpPr>
              <a:spLocks/>
            </p:cNvSpPr>
            <p:nvPr/>
          </p:nvSpPr>
          <p:spPr bwMode="auto">
            <a:xfrm rot="5094805">
              <a:off x="923320" y="4782605"/>
              <a:ext cx="84544" cy="82259"/>
            </a:xfrm>
            <a:custGeom>
              <a:avLst/>
              <a:gdLst>
                <a:gd name="T0" fmla="*/ 1 w 34"/>
                <a:gd name="T1" fmla="*/ 23 h 33"/>
                <a:gd name="T2" fmla="*/ 16 w 34"/>
                <a:gd name="T3" fmla="*/ 3 h 33"/>
                <a:gd name="T4" fmla="*/ 33 w 34"/>
                <a:gd name="T5" fmla="*/ 11 h 33"/>
                <a:gd name="T6" fmla="*/ 17 w 34"/>
                <a:gd name="T7" fmla="*/ 31 h 33"/>
                <a:gd name="T8" fmla="*/ 1 w 34"/>
                <a:gd name="T9" fmla="*/ 23 h 33"/>
              </a:gdLst>
              <a:ahLst/>
              <a:cxnLst>
                <a:cxn ang="0">
                  <a:pos x="T0" y="T1"/>
                </a:cxn>
                <a:cxn ang="0">
                  <a:pos x="T2" y="T3"/>
                </a:cxn>
                <a:cxn ang="0">
                  <a:pos x="T4" y="T5"/>
                </a:cxn>
                <a:cxn ang="0">
                  <a:pos x="T6" y="T7"/>
                </a:cxn>
                <a:cxn ang="0">
                  <a:pos x="T8" y="T9"/>
                </a:cxn>
              </a:cxnLst>
              <a:rect l="0" t="0" r="r" b="b"/>
              <a:pathLst>
                <a:path w="34" h="33">
                  <a:moveTo>
                    <a:pt x="1" y="23"/>
                  </a:moveTo>
                  <a:cubicBezTo>
                    <a:pt x="0" y="16"/>
                    <a:pt x="7" y="7"/>
                    <a:pt x="16" y="3"/>
                  </a:cubicBezTo>
                  <a:cubicBezTo>
                    <a:pt x="24" y="0"/>
                    <a:pt x="32" y="4"/>
                    <a:pt x="33" y="11"/>
                  </a:cubicBezTo>
                  <a:cubicBezTo>
                    <a:pt x="34" y="18"/>
                    <a:pt x="26" y="28"/>
                    <a:pt x="17" y="31"/>
                  </a:cubicBezTo>
                  <a:cubicBezTo>
                    <a:pt x="9" y="33"/>
                    <a:pt x="1" y="30"/>
                    <a:pt x="1"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4" name="Freeform 784">
              <a:extLst>
                <a:ext uri="{FF2B5EF4-FFF2-40B4-BE49-F238E27FC236}">
                  <a16:creationId xmlns:a16="http://schemas.microsoft.com/office/drawing/2014/main" id="{524380CE-958A-4F31-1417-152799FE58C2}"/>
                </a:ext>
              </a:extLst>
            </p:cNvPr>
            <p:cNvSpPr>
              <a:spLocks/>
            </p:cNvSpPr>
            <p:nvPr/>
          </p:nvSpPr>
          <p:spPr bwMode="auto">
            <a:xfrm rot="5094805">
              <a:off x="1017624" y="4962435"/>
              <a:ext cx="82259" cy="89114"/>
            </a:xfrm>
            <a:custGeom>
              <a:avLst/>
              <a:gdLst>
                <a:gd name="T0" fmla="*/ 33 w 34"/>
                <a:gd name="T1" fmla="*/ 12 h 36"/>
                <a:gd name="T2" fmla="*/ 18 w 34"/>
                <a:gd name="T3" fmla="*/ 33 h 36"/>
                <a:gd name="T4" fmla="*/ 1 w 34"/>
                <a:gd name="T5" fmla="*/ 25 h 36"/>
                <a:gd name="T6" fmla="*/ 16 w 34"/>
                <a:gd name="T7" fmla="*/ 3 h 36"/>
                <a:gd name="T8" fmla="*/ 33 w 34"/>
                <a:gd name="T9" fmla="*/ 12 h 36"/>
              </a:gdLst>
              <a:ahLst/>
              <a:cxnLst>
                <a:cxn ang="0">
                  <a:pos x="T0" y="T1"/>
                </a:cxn>
                <a:cxn ang="0">
                  <a:pos x="T2" y="T3"/>
                </a:cxn>
                <a:cxn ang="0">
                  <a:pos x="T4" y="T5"/>
                </a:cxn>
                <a:cxn ang="0">
                  <a:pos x="T6" y="T7"/>
                </a:cxn>
                <a:cxn ang="0">
                  <a:pos x="T8" y="T9"/>
                </a:cxn>
              </a:cxnLst>
              <a:rect l="0" t="0" r="r" b="b"/>
              <a:pathLst>
                <a:path w="34" h="36">
                  <a:moveTo>
                    <a:pt x="33" y="12"/>
                  </a:moveTo>
                  <a:cubicBezTo>
                    <a:pt x="34" y="20"/>
                    <a:pt x="27" y="31"/>
                    <a:pt x="18" y="33"/>
                  </a:cubicBezTo>
                  <a:cubicBezTo>
                    <a:pt x="10" y="36"/>
                    <a:pt x="2" y="32"/>
                    <a:pt x="1" y="25"/>
                  </a:cubicBezTo>
                  <a:cubicBezTo>
                    <a:pt x="0" y="16"/>
                    <a:pt x="7" y="7"/>
                    <a:pt x="16" y="3"/>
                  </a:cubicBezTo>
                  <a:cubicBezTo>
                    <a:pt x="24" y="0"/>
                    <a:pt x="32" y="4"/>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5" name="Freeform 785">
              <a:extLst>
                <a:ext uri="{FF2B5EF4-FFF2-40B4-BE49-F238E27FC236}">
                  <a16:creationId xmlns:a16="http://schemas.microsoft.com/office/drawing/2014/main" id="{5EEB1EE1-6D51-AD7E-DD61-3D677358B33C}"/>
                </a:ext>
              </a:extLst>
            </p:cNvPr>
            <p:cNvSpPr>
              <a:spLocks/>
            </p:cNvSpPr>
            <p:nvPr/>
          </p:nvSpPr>
          <p:spPr bwMode="auto">
            <a:xfrm rot="5094805">
              <a:off x="1105091" y="5142670"/>
              <a:ext cx="84544" cy="95969"/>
            </a:xfrm>
            <a:custGeom>
              <a:avLst/>
              <a:gdLst>
                <a:gd name="T0" fmla="*/ 1 w 34"/>
                <a:gd name="T1" fmla="*/ 26 h 39"/>
                <a:gd name="T2" fmla="*/ 16 w 34"/>
                <a:gd name="T3" fmla="*/ 3 h 39"/>
                <a:gd name="T4" fmla="*/ 33 w 34"/>
                <a:gd name="T5" fmla="*/ 13 h 39"/>
                <a:gd name="T6" fmla="*/ 19 w 34"/>
                <a:gd name="T7" fmla="*/ 36 h 39"/>
                <a:gd name="T8" fmla="*/ 1 w 34"/>
                <a:gd name="T9" fmla="*/ 26 h 39"/>
              </a:gdLst>
              <a:ahLst/>
              <a:cxnLst>
                <a:cxn ang="0">
                  <a:pos x="T0" y="T1"/>
                </a:cxn>
                <a:cxn ang="0">
                  <a:pos x="T2" y="T3"/>
                </a:cxn>
                <a:cxn ang="0">
                  <a:pos x="T4" y="T5"/>
                </a:cxn>
                <a:cxn ang="0">
                  <a:pos x="T6" y="T7"/>
                </a:cxn>
                <a:cxn ang="0">
                  <a:pos x="T8" y="T9"/>
                </a:cxn>
              </a:cxnLst>
              <a:rect l="0" t="0" r="r" b="b"/>
              <a:pathLst>
                <a:path w="34" h="39">
                  <a:moveTo>
                    <a:pt x="1" y="26"/>
                  </a:moveTo>
                  <a:cubicBezTo>
                    <a:pt x="0" y="17"/>
                    <a:pt x="7" y="7"/>
                    <a:pt x="16" y="3"/>
                  </a:cubicBezTo>
                  <a:cubicBezTo>
                    <a:pt x="24" y="0"/>
                    <a:pt x="32" y="5"/>
                    <a:pt x="33" y="13"/>
                  </a:cubicBezTo>
                  <a:cubicBezTo>
                    <a:pt x="34" y="22"/>
                    <a:pt x="28" y="33"/>
                    <a:pt x="19" y="36"/>
                  </a:cubicBezTo>
                  <a:cubicBezTo>
                    <a:pt x="10" y="39"/>
                    <a:pt x="2" y="34"/>
                    <a:pt x="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6" name="Freeform 786">
              <a:extLst>
                <a:ext uri="{FF2B5EF4-FFF2-40B4-BE49-F238E27FC236}">
                  <a16:creationId xmlns:a16="http://schemas.microsoft.com/office/drawing/2014/main" id="{1BEAF5CE-B339-E44A-0207-31D476F5176F}"/>
                </a:ext>
              </a:extLst>
            </p:cNvPr>
            <p:cNvSpPr>
              <a:spLocks/>
            </p:cNvSpPr>
            <p:nvPr/>
          </p:nvSpPr>
          <p:spPr bwMode="auto">
            <a:xfrm rot="5094805">
              <a:off x="1192558" y="5322905"/>
              <a:ext cx="86829" cy="102824"/>
            </a:xfrm>
            <a:custGeom>
              <a:avLst/>
              <a:gdLst>
                <a:gd name="T0" fmla="*/ 2 w 35"/>
                <a:gd name="T1" fmla="*/ 27 h 41"/>
                <a:gd name="T2" fmla="*/ 16 w 35"/>
                <a:gd name="T3" fmla="*/ 3 h 41"/>
                <a:gd name="T4" fmla="*/ 34 w 35"/>
                <a:gd name="T5" fmla="*/ 14 h 41"/>
                <a:gd name="T6" fmla="*/ 19 w 35"/>
                <a:gd name="T7" fmla="*/ 38 h 41"/>
                <a:gd name="T8" fmla="*/ 2 w 35"/>
                <a:gd name="T9" fmla="*/ 27 h 41"/>
              </a:gdLst>
              <a:ahLst/>
              <a:cxnLst>
                <a:cxn ang="0">
                  <a:pos x="T0" y="T1"/>
                </a:cxn>
                <a:cxn ang="0">
                  <a:pos x="T2" y="T3"/>
                </a:cxn>
                <a:cxn ang="0">
                  <a:pos x="T4" y="T5"/>
                </a:cxn>
                <a:cxn ang="0">
                  <a:pos x="T6" y="T7"/>
                </a:cxn>
                <a:cxn ang="0">
                  <a:pos x="T8" y="T9"/>
                </a:cxn>
              </a:cxnLst>
              <a:rect l="0" t="0" r="r" b="b"/>
              <a:pathLst>
                <a:path w="35" h="41">
                  <a:moveTo>
                    <a:pt x="2" y="27"/>
                  </a:moveTo>
                  <a:cubicBezTo>
                    <a:pt x="0" y="17"/>
                    <a:pt x="7" y="7"/>
                    <a:pt x="16" y="3"/>
                  </a:cubicBezTo>
                  <a:cubicBezTo>
                    <a:pt x="24" y="0"/>
                    <a:pt x="32" y="5"/>
                    <a:pt x="34" y="14"/>
                  </a:cubicBezTo>
                  <a:cubicBezTo>
                    <a:pt x="35" y="24"/>
                    <a:pt x="28" y="35"/>
                    <a:pt x="19" y="38"/>
                  </a:cubicBezTo>
                  <a:cubicBezTo>
                    <a:pt x="11" y="41"/>
                    <a:pt x="3" y="36"/>
                    <a:pt x="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7" name="Freeform 787">
              <a:extLst>
                <a:ext uri="{FF2B5EF4-FFF2-40B4-BE49-F238E27FC236}">
                  <a16:creationId xmlns:a16="http://schemas.microsoft.com/office/drawing/2014/main" id="{8731C2FE-8DD8-C1B7-AF34-4FAC218B0A06}"/>
                </a:ext>
              </a:extLst>
            </p:cNvPr>
            <p:cNvSpPr>
              <a:spLocks/>
            </p:cNvSpPr>
            <p:nvPr/>
          </p:nvSpPr>
          <p:spPr bwMode="auto">
            <a:xfrm rot="5094805">
              <a:off x="1276716" y="5506968"/>
              <a:ext cx="86829" cy="105109"/>
            </a:xfrm>
            <a:custGeom>
              <a:avLst/>
              <a:gdLst>
                <a:gd name="T0" fmla="*/ 1 w 35"/>
                <a:gd name="T1" fmla="*/ 27 h 42"/>
                <a:gd name="T2" fmla="*/ 15 w 35"/>
                <a:gd name="T3" fmla="*/ 3 h 42"/>
                <a:gd name="T4" fmla="*/ 33 w 35"/>
                <a:gd name="T5" fmla="*/ 15 h 42"/>
                <a:gd name="T6" fmla="*/ 19 w 35"/>
                <a:gd name="T7" fmla="*/ 39 h 42"/>
                <a:gd name="T8" fmla="*/ 1 w 35"/>
                <a:gd name="T9" fmla="*/ 27 h 42"/>
              </a:gdLst>
              <a:ahLst/>
              <a:cxnLst>
                <a:cxn ang="0">
                  <a:pos x="T0" y="T1"/>
                </a:cxn>
                <a:cxn ang="0">
                  <a:pos x="T2" y="T3"/>
                </a:cxn>
                <a:cxn ang="0">
                  <a:pos x="T4" y="T5"/>
                </a:cxn>
                <a:cxn ang="0">
                  <a:pos x="T6" y="T7"/>
                </a:cxn>
                <a:cxn ang="0">
                  <a:pos x="T8" y="T9"/>
                </a:cxn>
              </a:cxnLst>
              <a:rect l="0" t="0" r="r" b="b"/>
              <a:pathLst>
                <a:path w="35" h="42">
                  <a:moveTo>
                    <a:pt x="1" y="27"/>
                  </a:moveTo>
                  <a:cubicBezTo>
                    <a:pt x="0" y="17"/>
                    <a:pt x="6" y="6"/>
                    <a:pt x="15" y="3"/>
                  </a:cubicBezTo>
                  <a:cubicBezTo>
                    <a:pt x="24" y="0"/>
                    <a:pt x="32" y="5"/>
                    <a:pt x="33" y="15"/>
                  </a:cubicBezTo>
                  <a:cubicBezTo>
                    <a:pt x="35" y="25"/>
                    <a:pt x="28" y="36"/>
                    <a:pt x="19" y="39"/>
                  </a:cubicBezTo>
                  <a:cubicBezTo>
                    <a:pt x="11" y="42"/>
                    <a:pt x="3" y="37"/>
                    <a:pt x="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8" name="Freeform 788">
              <a:extLst>
                <a:ext uri="{FF2B5EF4-FFF2-40B4-BE49-F238E27FC236}">
                  <a16:creationId xmlns:a16="http://schemas.microsoft.com/office/drawing/2014/main" id="{12829ACA-8C66-5391-FE7B-CDC725694347}"/>
                </a:ext>
              </a:extLst>
            </p:cNvPr>
            <p:cNvSpPr>
              <a:spLocks/>
            </p:cNvSpPr>
            <p:nvPr/>
          </p:nvSpPr>
          <p:spPr bwMode="auto">
            <a:xfrm rot="5094805">
              <a:off x="1359746" y="5692478"/>
              <a:ext cx="82259" cy="105109"/>
            </a:xfrm>
            <a:custGeom>
              <a:avLst/>
              <a:gdLst>
                <a:gd name="T0" fmla="*/ 1 w 34"/>
                <a:gd name="T1" fmla="*/ 26 h 42"/>
                <a:gd name="T2" fmla="*/ 16 w 34"/>
                <a:gd name="T3" fmla="*/ 2 h 42"/>
                <a:gd name="T4" fmla="*/ 33 w 34"/>
                <a:gd name="T5" fmla="*/ 16 h 42"/>
                <a:gd name="T6" fmla="*/ 18 w 34"/>
                <a:gd name="T7" fmla="*/ 40 h 42"/>
                <a:gd name="T8" fmla="*/ 1 w 34"/>
                <a:gd name="T9" fmla="*/ 26 h 42"/>
              </a:gdLst>
              <a:ahLst/>
              <a:cxnLst>
                <a:cxn ang="0">
                  <a:pos x="T0" y="T1"/>
                </a:cxn>
                <a:cxn ang="0">
                  <a:pos x="T2" y="T3"/>
                </a:cxn>
                <a:cxn ang="0">
                  <a:pos x="T4" y="T5"/>
                </a:cxn>
                <a:cxn ang="0">
                  <a:pos x="T6" y="T7"/>
                </a:cxn>
                <a:cxn ang="0">
                  <a:pos x="T8" y="T9"/>
                </a:cxn>
              </a:cxnLst>
              <a:rect l="0" t="0" r="r" b="b"/>
              <a:pathLst>
                <a:path w="34" h="42">
                  <a:moveTo>
                    <a:pt x="1" y="26"/>
                  </a:moveTo>
                  <a:cubicBezTo>
                    <a:pt x="0" y="16"/>
                    <a:pt x="6" y="4"/>
                    <a:pt x="16" y="2"/>
                  </a:cubicBezTo>
                  <a:cubicBezTo>
                    <a:pt x="24" y="0"/>
                    <a:pt x="32" y="6"/>
                    <a:pt x="33" y="16"/>
                  </a:cubicBezTo>
                  <a:cubicBezTo>
                    <a:pt x="34" y="26"/>
                    <a:pt x="27" y="38"/>
                    <a:pt x="18" y="40"/>
                  </a:cubicBezTo>
                  <a:cubicBezTo>
                    <a:pt x="10" y="42"/>
                    <a:pt x="2" y="36"/>
                    <a:pt x="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9" name="Freeform 789">
              <a:extLst>
                <a:ext uri="{FF2B5EF4-FFF2-40B4-BE49-F238E27FC236}">
                  <a16:creationId xmlns:a16="http://schemas.microsoft.com/office/drawing/2014/main" id="{77D4FCD4-E416-9D1B-4A06-B19DEF3A0B84}"/>
                </a:ext>
              </a:extLst>
            </p:cNvPr>
            <p:cNvSpPr>
              <a:spLocks/>
            </p:cNvSpPr>
            <p:nvPr/>
          </p:nvSpPr>
          <p:spPr bwMode="auto">
            <a:xfrm rot="5094805">
              <a:off x="1433760" y="5876205"/>
              <a:ext cx="84544" cy="111964"/>
            </a:xfrm>
            <a:custGeom>
              <a:avLst/>
              <a:gdLst>
                <a:gd name="T0" fmla="*/ 1 w 34"/>
                <a:gd name="T1" fmla="*/ 26 h 45"/>
                <a:gd name="T2" fmla="*/ 14 w 34"/>
                <a:gd name="T3" fmla="*/ 3 h 45"/>
                <a:gd name="T4" fmla="*/ 33 w 34"/>
                <a:gd name="T5" fmla="*/ 18 h 45"/>
                <a:gd name="T6" fmla="*/ 19 w 34"/>
                <a:gd name="T7" fmla="*/ 42 h 45"/>
                <a:gd name="T8" fmla="*/ 1 w 34"/>
                <a:gd name="T9" fmla="*/ 26 h 45"/>
              </a:gdLst>
              <a:ahLst/>
              <a:cxnLst>
                <a:cxn ang="0">
                  <a:pos x="T0" y="T1"/>
                </a:cxn>
                <a:cxn ang="0">
                  <a:pos x="T2" y="T3"/>
                </a:cxn>
                <a:cxn ang="0">
                  <a:pos x="T4" y="T5"/>
                </a:cxn>
                <a:cxn ang="0">
                  <a:pos x="T6" y="T7"/>
                </a:cxn>
                <a:cxn ang="0">
                  <a:pos x="T8" y="T9"/>
                </a:cxn>
              </a:cxnLst>
              <a:rect l="0" t="0" r="r" b="b"/>
              <a:pathLst>
                <a:path w="34" h="45">
                  <a:moveTo>
                    <a:pt x="1" y="26"/>
                  </a:moveTo>
                  <a:cubicBezTo>
                    <a:pt x="0" y="16"/>
                    <a:pt x="6" y="6"/>
                    <a:pt x="14" y="3"/>
                  </a:cubicBezTo>
                  <a:cubicBezTo>
                    <a:pt x="23" y="0"/>
                    <a:pt x="32" y="7"/>
                    <a:pt x="33" y="18"/>
                  </a:cubicBezTo>
                  <a:cubicBezTo>
                    <a:pt x="34" y="28"/>
                    <a:pt x="28" y="39"/>
                    <a:pt x="19" y="42"/>
                  </a:cubicBezTo>
                  <a:cubicBezTo>
                    <a:pt x="10" y="45"/>
                    <a:pt x="2" y="37"/>
                    <a:pt x="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0" name="Freeform 790">
              <a:extLst>
                <a:ext uri="{FF2B5EF4-FFF2-40B4-BE49-F238E27FC236}">
                  <a16:creationId xmlns:a16="http://schemas.microsoft.com/office/drawing/2014/main" id="{0006EB1A-E11D-A1CD-B57C-346E8649B1ED}"/>
                </a:ext>
              </a:extLst>
            </p:cNvPr>
            <p:cNvSpPr>
              <a:spLocks/>
            </p:cNvSpPr>
            <p:nvPr/>
          </p:nvSpPr>
          <p:spPr bwMode="auto">
            <a:xfrm rot="5094805">
              <a:off x="1500743" y="6065118"/>
              <a:ext cx="86829" cy="105109"/>
            </a:xfrm>
            <a:custGeom>
              <a:avLst/>
              <a:gdLst>
                <a:gd name="T0" fmla="*/ 2 w 35"/>
                <a:gd name="T1" fmla="*/ 25 h 43"/>
                <a:gd name="T2" fmla="*/ 16 w 35"/>
                <a:gd name="T3" fmla="*/ 2 h 43"/>
                <a:gd name="T4" fmla="*/ 34 w 35"/>
                <a:gd name="T5" fmla="*/ 16 h 43"/>
                <a:gd name="T6" fmla="*/ 20 w 35"/>
                <a:gd name="T7" fmla="*/ 41 h 43"/>
                <a:gd name="T8" fmla="*/ 2 w 35"/>
                <a:gd name="T9" fmla="*/ 25 h 43"/>
              </a:gdLst>
              <a:ahLst/>
              <a:cxnLst>
                <a:cxn ang="0">
                  <a:pos x="T0" y="T1"/>
                </a:cxn>
                <a:cxn ang="0">
                  <a:pos x="T2" y="T3"/>
                </a:cxn>
                <a:cxn ang="0">
                  <a:pos x="T4" y="T5"/>
                </a:cxn>
                <a:cxn ang="0">
                  <a:pos x="T6" y="T7"/>
                </a:cxn>
                <a:cxn ang="0">
                  <a:pos x="T8" y="T9"/>
                </a:cxn>
              </a:cxnLst>
              <a:rect l="0" t="0" r="r" b="b"/>
              <a:pathLst>
                <a:path w="35" h="43">
                  <a:moveTo>
                    <a:pt x="2" y="25"/>
                  </a:moveTo>
                  <a:cubicBezTo>
                    <a:pt x="0" y="14"/>
                    <a:pt x="7" y="4"/>
                    <a:pt x="16" y="2"/>
                  </a:cubicBezTo>
                  <a:cubicBezTo>
                    <a:pt x="25" y="0"/>
                    <a:pt x="33" y="6"/>
                    <a:pt x="34" y="16"/>
                  </a:cubicBezTo>
                  <a:cubicBezTo>
                    <a:pt x="35" y="27"/>
                    <a:pt x="29" y="39"/>
                    <a:pt x="20" y="41"/>
                  </a:cubicBezTo>
                  <a:cubicBezTo>
                    <a:pt x="11" y="43"/>
                    <a:pt x="3" y="36"/>
                    <a:pt x="2"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1" name="Freeform 791">
              <a:extLst>
                <a:ext uri="{FF2B5EF4-FFF2-40B4-BE49-F238E27FC236}">
                  <a16:creationId xmlns:a16="http://schemas.microsoft.com/office/drawing/2014/main" id="{F15134E5-5E32-DFFF-590F-D2CC7CB2E513}"/>
                </a:ext>
              </a:extLst>
            </p:cNvPr>
            <p:cNvSpPr>
              <a:spLocks/>
            </p:cNvSpPr>
            <p:nvPr/>
          </p:nvSpPr>
          <p:spPr bwMode="auto">
            <a:xfrm rot="5094805">
              <a:off x="1554379" y="6257620"/>
              <a:ext cx="86829" cy="100539"/>
            </a:xfrm>
            <a:custGeom>
              <a:avLst/>
              <a:gdLst>
                <a:gd name="T0" fmla="*/ 1 w 35"/>
                <a:gd name="T1" fmla="*/ 22 h 40"/>
                <a:gd name="T2" fmla="*/ 16 w 35"/>
                <a:gd name="T3" fmla="*/ 1 h 40"/>
                <a:gd name="T4" fmla="*/ 34 w 35"/>
                <a:gd name="T5" fmla="*/ 18 h 40"/>
                <a:gd name="T6" fmla="*/ 19 w 35"/>
                <a:gd name="T7" fmla="*/ 39 h 40"/>
                <a:gd name="T8" fmla="*/ 1 w 35"/>
                <a:gd name="T9" fmla="*/ 22 h 40"/>
              </a:gdLst>
              <a:ahLst/>
              <a:cxnLst>
                <a:cxn ang="0">
                  <a:pos x="T0" y="T1"/>
                </a:cxn>
                <a:cxn ang="0">
                  <a:pos x="T2" y="T3"/>
                </a:cxn>
                <a:cxn ang="0">
                  <a:pos x="T4" y="T5"/>
                </a:cxn>
                <a:cxn ang="0">
                  <a:pos x="T6" y="T7"/>
                </a:cxn>
                <a:cxn ang="0">
                  <a:pos x="T8" y="T9"/>
                </a:cxn>
              </a:cxnLst>
              <a:rect l="0" t="0" r="r" b="b"/>
              <a:pathLst>
                <a:path w="35" h="40">
                  <a:moveTo>
                    <a:pt x="1" y="22"/>
                  </a:moveTo>
                  <a:cubicBezTo>
                    <a:pt x="0" y="11"/>
                    <a:pt x="7" y="1"/>
                    <a:pt x="16" y="1"/>
                  </a:cubicBezTo>
                  <a:cubicBezTo>
                    <a:pt x="24" y="0"/>
                    <a:pt x="33" y="8"/>
                    <a:pt x="34" y="18"/>
                  </a:cubicBezTo>
                  <a:cubicBezTo>
                    <a:pt x="35" y="29"/>
                    <a:pt x="28" y="39"/>
                    <a:pt x="19" y="39"/>
                  </a:cubicBezTo>
                  <a:cubicBezTo>
                    <a:pt x="11" y="40"/>
                    <a:pt x="2" y="32"/>
                    <a:pt x="1"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2" name="Freeform 792">
              <a:extLst>
                <a:ext uri="{FF2B5EF4-FFF2-40B4-BE49-F238E27FC236}">
                  <a16:creationId xmlns:a16="http://schemas.microsoft.com/office/drawing/2014/main" id="{08EA47BF-5432-DC65-9841-0035244E4DF6}"/>
                </a:ext>
              </a:extLst>
            </p:cNvPr>
            <p:cNvSpPr>
              <a:spLocks/>
            </p:cNvSpPr>
            <p:nvPr/>
          </p:nvSpPr>
          <p:spPr bwMode="auto">
            <a:xfrm rot="5094805">
              <a:off x="1593529" y="6452668"/>
              <a:ext cx="84544" cy="100539"/>
            </a:xfrm>
            <a:custGeom>
              <a:avLst/>
              <a:gdLst>
                <a:gd name="T0" fmla="*/ 33 w 34"/>
                <a:gd name="T1" fmla="*/ 19 h 41"/>
                <a:gd name="T2" fmla="*/ 19 w 34"/>
                <a:gd name="T3" fmla="*/ 40 h 41"/>
                <a:gd name="T4" fmla="*/ 0 w 34"/>
                <a:gd name="T5" fmla="*/ 22 h 41"/>
                <a:gd name="T6" fmla="*/ 15 w 34"/>
                <a:gd name="T7" fmla="*/ 1 h 41"/>
                <a:gd name="T8" fmla="*/ 33 w 34"/>
                <a:gd name="T9" fmla="*/ 19 h 41"/>
              </a:gdLst>
              <a:ahLst/>
              <a:cxnLst>
                <a:cxn ang="0">
                  <a:pos x="T0" y="T1"/>
                </a:cxn>
                <a:cxn ang="0">
                  <a:pos x="T2" y="T3"/>
                </a:cxn>
                <a:cxn ang="0">
                  <a:pos x="T4" y="T5"/>
                </a:cxn>
                <a:cxn ang="0">
                  <a:pos x="T6" y="T7"/>
                </a:cxn>
                <a:cxn ang="0">
                  <a:pos x="T8" y="T9"/>
                </a:cxn>
              </a:cxnLst>
              <a:rect l="0" t="0" r="r" b="b"/>
              <a:pathLst>
                <a:path w="34" h="41">
                  <a:moveTo>
                    <a:pt x="33" y="19"/>
                  </a:moveTo>
                  <a:cubicBezTo>
                    <a:pt x="34" y="29"/>
                    <a:pt x="28" y="38"/>
                    <a:pt x="19" y="40"/>
                  </a:cubicBezTo>
                  <a:cubicBezTo>
                    <a:pt x="10" y="41"/>
                    <a:pt x="1" y="33"/>
                    <a:pt x="0" y="22"/>
                  </a:cubicBezTo>
                  <a:cubicBezTo>
                    <a:pt x="0" y="11"/>
                    <a:pt x="6" y="3"/>
                    <a:pt x="15" y="1"/>
                  </a:cubicBezTo>
                  <a:cubicBezTo>
                    <a:pt x="24" y="0"/>
                    <a:pt x="33" y="8"/>
                    <a:pt x="3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3" name="Freeform 793">
              <a:extLst>
                <a:ext uri="{FF2B5EF4-FFF2-40B4-BE49-F238E27FC236}">
                  <a16:creationId xmlns:a16="http://schemas.microsoft.com/office/drawing/2014/main" id="{D7BAAB6E-DA24-9158-EAE2-45CCCDF7C557}"/>
                </a:ext>
              </a:extLst>
            </p:cNvPr>
            <p:cNvSpPr>
              <a:spLocks/>
            </p:cNvSpPr>
            <p:nvPr/>
          </p:nvSpPr>
          <p:spPr bwMode="auto">
            <a:xfrm rot="5094805">
              <a:off x="1638263" y="6645972"/>
              <a:ext cx="84544" cy="100539"/>
            </a:xfrm>
            <a:custGeom>
              <a:avLst/>
              <a:gdLst>
                <a:gd name="T0" fmla="*/ 33 w 34"/>
                <a:gd name="T1" fmla="*/ 18 h 41"/>
                <a:gd name="T2" fmla="*/ 19 w 34"/>
                <a:gd name="T3" fmla="*/ 39 h 41"/>
                <a:gd name="T4" fmla="*/ 0 w 34"/>
                <a:gd name="T5" fmla="*/ 21 h 41"/>
                <a:gd name="T6" fmla="*/ 15 w 34"/>
                <a:gd name="T7" fmla="*/ 1 h 41"/>
                <a:gd name="T8" fmla="*/ 33 w 34"/>
                <a:gd name="T9" fmla="*/ 18 h 41"/>
              </a:gdLst>
              <a:ahLst/>
              <a:cxnLst>
                <a:cxn ang="0">
                  <a:pos x="T0" y="T1"/>
                </a:cxn>
                <a:cxn ang="0">
                  <a:pos x="T2" y="T3"/>
                </a:cxn>
                <a:cxn ang="0">
                  <a:pos x="T4" y="T5"/>
                </a:cxn>
                <a:cxn ang="0">
                  <a:pos x="T6" y="T7"/>
                </a:cxn>
                <a:cxn ang="0">
                  <a:pos x="T8" y="T9"/>
                </a:cxn>
              </a:cxnLst>
              <a:rect l="0" t="0" r="r" b="b"/>
              <a:pathLst>
                <a:path w="34" h="41">
                  <a:moveTo>
                    <a:pt x="33" y="18"/>
                  </a:moveTo>
                  <a:cubicBezTo>
                    <a:pt x="34" y="28"/>
                    <a:pt x="27" y="38"/>
                    <a:pt x="19" y="39"/>
                  </a:cubicBezTo>
                  <a:cubicBezTo>
                    <a:pt x="9" y="41"/>
                    <a:pt x="1" y="32"/>
                    <a:pt x="0" y="21"/>
                  </a:cubicBezTo>
                  <a:cubicBezTo>
                    <a:pt x="0" y="11"/>
                    <a:pt x="6" y="3"/>
                    <a:pt x="15" y="1"/>
                  </a:cubicBezTo>
                  <a:cubicBezTo>
                    <a:pt x="24" y="0"/>
                    <a:pt x="33" y="8"/>
                    <a:pt x="3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4" name="Freeform 794">
              <a:extLst>
                <a:ext uri="{FF2B5EF4-FFF2-40B4-BE49-F238E27FC236}">
                  <a16:creationId xmlns:a16="http://schemas.microsoft.com/office/drawing/2014/main" id="{3E7848D8-8A8E-3E3C-A96C-990C1AFB2525}"/>
                </a:ext>
              </a:extLst>
            </p:cNvPr>
            <p:cNvSpPr>
              <a:spLocks/>
            </p:cNvSpPr>
            <p:nvPr/>
          </p:nvSpPr>
          <p:spPr bwMode="auto">
            <a:xfrm rot="5094805">
              <a:off x="1686711" y="6842283"/>
              <a:ext cx="86829" cy="100539"/>
            </a:xfrm>
            <a:custGeom>
              <a:avLst/>
              <a:gdLst>
                <a:gd name="T0" fmla="*/ 0 w 35"/>
                <a:gd name="T1" fmla="*/ 22 h 41"/>
                <a:gd name="T2" fmla="*/ 15 w 35"/>
                <a:gd name="T3" fmla="*/ 2 h 41"/>
                <a:gd name="T4" fmla="*/ 34 w 35"/>
                <a:gd name="T5" fmla="*/ 18 h 41"/>
                <a:gd name="T6" fmla="*/ 19 w 35"/>
                <a:gd name="T7" fmla="*/ 39 h 41"/>
                <a:gd name="T8" fmla="*/ 0 w 35"/>
                <a:gd name="T9" fmla="*/ 22 h 41"/>
              </a:gdLst>
              <a:ahLst/>
              <a:cxnLst>
                <a:cxn ang="0">
                  <a:pos x="T0" y="T1"/>
                </a:cxn>
                <a:cxn ang="0">
                  <a:pos x="T2" y="T3"/>
                </a:cxn>
                <a:cxn ang="0">
                  <a:pos x="T4" y="T5"/>
                </a:cxn>
                <a:cxn ang="0">
                  <a:pos x="T6" y="T7"/>
                </a:cxn>
                <a:cxn ang="0">
                  <a:pos x="T8" y="T9"/>
                </a:cxn>
              </a:cxnLst>
              <a:rect l="0" t="0" r="r" b="b"/>
              <a:pathLst>
                <a:path w="35" h="41">
                  <a:moveTo>
                    <a:pt x="0" y="22"/>
                  </a:moveTo>
                  <a:cubicBezTo>
                    <a:pt x="0" y="13"/>
                    <a:pt x="6" y="4"/>
                    <a:pt x="15" y="2"/>
                  </a:cubicBezTo>
                  <a:cubicBezTo>
                    <a:pt x="24" y="0"/>
                    <a:pt x="33" y="8"/>
                    <a:pt x="34" y="18"/>
                  </a:cubicBezTo>
                  <a:cubicBezTo>
                    <a:pt x="35" y="27"/>
                    <a:pt x="28" y="37"/>
                    <a:pt x="19" y="39"/>
                  </a:cubicBezTo>
                  <a:cubicBezTo>
                    <a:pt x="10" y="41"/>
                    <a:pt x="1" y="33"/>
                    <a:pt x="0"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5" name="Freeform 799">
              <a:extLst>
                <a:ext uri="{FF2B5EF4-FFF2-40B4-BE49-F238E27FC236}">
                  <a16:creationId xmlns:a16="http://schemas.microsoft.com/office/drawing/2014/main" id="{B657C707-0BE2-70A1-677E-EF1ABF7FBF07}"/>
                </a:ext>
              </a:extLst>
            </p:cNvPr>
            <p:cNvSpPr>
              <a:spLocks/>
            </p:cNvSpPr>
            <p:nvPr/>
          </p:nvSpPr>
          <p:spPr bwMode="auto">
            <a:xfrm rot="5094805">
              <a:off x="-51320" y="2482328"/>
              <a:ext cx="84544" cy="25135"/>
            </a:xfrm>
            <a:custGeom>
              <a:avLst/>
              <a:gdLst>
                <a:gd name="T0" fmla="*/ 33 w 34"/>
                <a:gd name="T1" fmla="*/ 4 h 10"/>
                <a:gd name="T2" fmla="*/ 19 w 34"/>
                <a:gd name="T3" fmla="*/ 9 h 10"/>
                <a:gd name="T4" fmla="*/ 0 w 34"/>
                <a:gd name="T5" fmla="*/ 5 h 10"/>
                <a:gd name="T6" fmla="*/ 15 w 34"/>
                <a:gd name="T7" fmla="*/ 0 h 10"/>
                <a:gd name="T8" fmla="*/ 33 w 34"/>
                <a:gd name="T9" fmla="*/ 4 h 10"/>
              </a:gdLst>
              <a:ahLst/>
              <a:cxnLst>
                <a:cxn ang="0">
                  <a:pos x="T0" y="T1"/>
                </a:cxn>
                <a:cxn ang="0">
                  <a:pos x="T2" y="T3"/>
                </a:cxn>
                <a:cxn ang="0">
                  <a:pos x="T4" y="T5"/>
                </a:cxn>
                <a:cxn ang="0">
                  <a:pos x="T6" y="T7"/>
                </a:cxn>
                <a:cxn ang="0">
                  <a:pos x="T8" y="T9"/>
                </a:cxn>
              </a:cxnLst>
              <a:rect l="0" t="0" r="r" b="b"/>
              <a:pathLst>
                <a:path w="34" h="10">
                  <a:moveTo>
                    <a:pt x="33" y="4"/>
                  </a:moveTo>
                  <a:cubicBezTo>
                    <a:pt x="34" y="6"/>
                    <a:pt x="27" y="8"/>
                    <a:pt x="19" y="9"/>
                  </a:cubicBezTo>
                  <a:cubicBezTo>
                    <a:pt x="10" y="10"/>
                    <a:pt x="1" y="8"/>
                    <a:pt x="0" y="5"/>
                  </a:cubicBezTo>
                  <a:cubicBezTo>
                    <a:pt x="0" y="3"/>
                    <a:pt x="6" y="1"/>
                    <a:pt x="15" y="0"/>
                  </a:cubicBezTo>
                  <a:cubicBezTo>
                    <a:pt x="24" y="0"/>
                    <a:pt x="32" y="1"/>
                    <a:pt x="3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6" name="Freeform 800">
              <a:extLst>
                <a:ext uri="{FF2B5EF4-FFF2-40B4-BE49-F238E27FC236}">
                  <a16:creationId xmlns:a16="http://schemas.microsoft.com/office/drawing/2014/main" id="{4480B14F-F2A1-6779-46CF-B39A8C8A6B83}"/>
                </a:ext>
              </a:extLst>
            </p:cNvPr>
            <p:cNvSpPr>
              <a:spLocks/>
            </p:cNvSpPr>
            <p:nvPr/>
          </p:nvSpPr>
          <p:spPr bwMode="auto">
            <a:xfrm rot="5094805">
              <a:off x="-14851" y="2670742"/>
              <a:ext cx="82259" cy="29705"/>
            </a:xfrm>
            <a:custGeom>
              <a:avLst/>
              <a:gdLst>
                <a:gd name="T0" fmla="*/ 15 w 33"/>
                <a:gd name="T1" fmla="*/ 1 h 12"/>
                <a:gd name="T2" fmla="*/ 32 w 33"/>
                <a:gd name="T3" fmla="*/ 3 h 12"/>
                <a:gd name="T4" fmla="*/ 19 w 33"/>
                <a:gd name="T5" fmla="*/ 10 h 12"/>
                <a:gd name="T6" fmla="*/ 0 w 33"/>
                <a:gd name="T7" fmla="*/ 8 h 12"/>
                <a:gd name="T8" fmla="*/ 15 w 33"/>
                <a:gd name="T9" fmla="*/ 1 h 12"/>
              </a:gdLst>
              <a:ahLst/>
              <a:cxnLst>
                <a:cxn ang="0">
                  <a:pos x="T0" y="T1"/>
                </a:cxn>
                <a:cxn ang="0">
                  <a:pos x="T2" y="T3"/>
                </a:cxn>
                <a:cxn ang="0">
                  <a:pos x="T4" y="T5"/>
                </a:cxn>
                <a:cxn ang="0">
                  <a:pos x="T6" y="T7"/>
                </a:cxn>
                <a:cxn ang="0">
                  <a:pos x="T8" y="T9"/>
                </a:cxn>
              </a:cxnLst>
              <a:rect l="0" t="0" r="r" b="b"/>
              <a:pathLst>
                <a:path w="33" h="12">
                  <a:moveTo>
                    <a:pt x="15" y="1"/>
                  </a:moveTo>
                  <a:cubicBezTo>
                    <a:pt x="24" y="0"/>
                    <a:pt x="31" y="1"/>
                    <a:pt x="32" y="3"/>
                  </a:cubicBezTo>
                  <a:cubicBezTo>
                    <a:pt x="33" y="6"/>
                    <a:pt x="27" y="9"/>
                    <a:pt x="19" y="10"/>
                  </a:cubicBezTo>
                  <a:cubicBezTo>
                    <a:pt x="10" y="12"/>
                    <a:pt x="1" y="11"/>
                    <a:pt x="0" y="8"/>
                  </a:cubicBezTo>
                  <a:cubicBezTo>
                    <a:pt x="0" y="6"/>
                    <a:pt x="6" y="2"/>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7" name="Freeform 801">
              <a:extLst>
                <a:ext uri="{FF2B5EF4-FFF2-40B4-BE49-F238E27FC236}">
                  <a16:creationId xmlns:a16="http://schemas.microsoft.com/office/drawing/2014/main" id="{2D655C56-0E5C-3A47-544D-7229F8611524}"/>
                </a:ext>
              </a:extLst>
            </p:cNvPr>
            <p:cNvSpPr>
              <a:spLocks/>
            </p:cNvSpPr>
            <p:nvPr/>
          </p:nvSpPr>
          <p:spPr bwMode="auto">
            <a:xfrm rot="5094805">
              <a:off x="37646" y="2859918"/>
              <a:ext cx="82259" cy="31990"/>
            </a:xfrm>
            <a:custGeom>
              <a:avLst/>
              <a:gdLst>
                <a:gd name="T0" fmla="*/ 15 w 34"/>
                <a:gd name="T1" fmla="*/ 2 h 13"/>
                <a:gd name="T2" fmla="*/ 33 w 34"/>
                <a:gd name="T3" fmla="*/ 3 h 13"/>
                <a:gd name="T4" fmla="*/ 18 w 34"/>
                <a:gd name="T5" fmla="*/ 11 h 13"/>
                <a:gd name="T6" fmla="*/ 1 w 34"/>
                <a:gd name="T7" fmla="*/ 10 h 13"/>
                <a:gd name="T8" fmla="*/ 15 w 34"/>
                <a:gd name="T9" fmla="*/ 2 h 13"/>
              </a:gdLst>
              <a:ahLst/>
              <a:cxnLst>
                <a:cxn ang="0">
                  <a:pos x="T0" y="T1"/>
                </a:cxn>
                <a:cxn ang="0">
                  <a:pos x="T2" y="T3"/>
                </a:cxn>
                <a:cxn ang="0">
                  <a:pos x="T4" y="T5"/>
                </a:cxn>
                <a:cxn ang="0">
                  <a:pos x="T6" y="T7"/>
                </a:cxn>
                <a:cxn ang="0">
                  <a:pos x="T8" y="T9"/>
                </a:cxn>
              </a:cxnLst>
              <a:rect l="0" t="0" r="r" b="b"/>
              <a:pathLst>
                <a:path w="34" h="13">
                  <a:moveTo>
                    <a:pt x="15" y="2"/>
                  </a:moveTo>
                  <a:cubicBezTo>
                    <a:pt x="23" y="0"/>
                    <a:pt x="31" y="1"/>
                    <a:pt x="33" y="3"/>
                  </a:cubicBezTo>
                  <a:cubicBezTo>
                    <a:pt x="34" y="5"/>
                    <a:pt x="27" y="9"/>
                    <a:pt x="18" y="11"/>
                  </a:cubicBezTo>
                  <a:cubicBezTo>
                    <a:pt x="10" y="13"/>
                    <a:pt x="2" y="13"/>
                    <a:pt x="1" y="10"/>
                  </a:cubicBezTo>
                  <a:cubicBezTo>
                    <a:pt x="0" y="8"/>
                    <a:pt x="6" y="4"/>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8" name="Freeform 802">
              <a:extLst>
                <a:ext uri="{FF2B5EF4-FFF2-40B4-BE49-F238E27FC236}">
                  <a16:creationId xmlns:a16="http://schemas.microsoft.com/office/drawing/2014/main" id="{374B6B7B-5502-D754-7E54-697F42E5FE8C}"/>
                </a:ext>
              </a:extLst>
            </p:cNvPr>
            <p:cNvSpPr>
              <a:spLocks/>
            </p:cNvSpPr>
            <p:nvPr/>
          </p:nvSpPr>
          <p:spPr bwMode="auto">
            <a:xfrm rot="5094805">
              <a:off x="100280" y="3046942"/>
              <a:ext cx="84544" cy="34275"/>
            </a:xfrm>
            <a:custGeom>
              <a:avLst/>
              <a:gdLst>
                <a:gd name="T0" fmla="*/ 33 w 34"/>
                <a:gd name="T1" fmla="*/ 3 h 14"/>
                <a:gd name="T2" fmla="*/ 19 w 34"/>
                <a:gd name="T3" fmla="*/ 11 h 14"/>
                <a:gd name="T4" fmla="*/ 1 w 34"/>
                <a:gd name="T5" fmla="*/ 11 h 14"/>
                <a:gd name="T6" fmla="*/ 16 w 34"/>
                <a:gd name="T7" fmla="*/ 2 h 14"/>
                <a:gd name="T8" fmla="*/ 33 w 34"/>
                <a:gd name="T9" fmla="*/ 3 h 14"/>
              </a:gdLst>
              <a:ahLst/>
              <a:cxnLst>
                <a:cxn ang="0">
                  <a:pos x="T0" y="T1"/>
                </a:cxn>
                <a:cxn ang="0">
                  <a:pos x="T2" y="T3"/>
                </a:cxn>
                <a:cxn ang="0">
                  <a:pos x="T4" y="T5"/>
                </a:cxn>
                <a:cxn ang="0">
                  <a:pos x="T6" y="T7"/>
                </a:cxn>
                <a:cxn ang="0">
                  <a:pos x="T8" y="T9"/>
                </a:cxn>
              </a:cxnLst>
              <a:rect l="0" t="0" r="r" b="b"/>
              <a:pathLst>
                <a:path w="34" h="14">
                  <a:moveTo>
                    <a:pt x="33" y="3"/>
                  </a:moveTo>
                  <a:cubicBezTo>
                    <a:pt x="34" y="5"/>
                    <a:pt x="28" y="9"/>
                    <a:pt x="19" y="11"/>
                  </a:cubicBezTo>
                  <a:cubicBezTo>
                    <a:pt x="10" y="14"/>
                    <a:pt x="1" y="14"/>
                    <a:pt x="1" y="11"/>
                  </a:cubicBezTo>
                  <a:cubicBezTo>
                    <a:pt x="0" y="8"/>
                    <a:pt x="7" y="4"/>
                    <a:pt x="16" y="2"/>
                  </a:cubicBezTo>
                  <a:cubicBezTo>
                    <a:pt x="24" y="0"/>
                    <a:pt x="32" y="0"/>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9" name="Freeform 803">
              <a:extLst>
                <a:ext uri="{FF2B5EF4-FFF2-40B4-BE49-F238E27FC236}">
                  <a16:creationId xmlns:a16="http://schemas.microsoft.com/office/drawing/2014/main" id="{388FE193-8A2D-E13C-FD30-A9E9DCCEF719}"/>
                </a:ext>
              </a:extLst>
            </p:cNvPr>
            <p:cNvSpPr>
              <a:spLocks/>
            </p:cNvSpPr>
            <p:nvPr/>
          </p:nvSpPr>
          <p:spPr bwMode="auto">
            <a:xfrm rot="5094805">
              <a:off x="173059" y="3229734"/>
              <a:ext cx="84544" cy="41130"/>
            </a:xfrm>
            <a:custGeom>
              <a:avLst/>
              <a:gdLst>
                <a:gd name="T0" fmla="*/ 15 w 34"/>
                <a:gd name="T1" fmla="*/ 3 h 16"/>
                <a:gd name="T2" fmla="*/ 33 w 34"/>
                <a:gd name="T3" fmla="*/ 3 h 16"/>
                <a:gd name="T4" fmla="*/ 18 w 34"/>
                <a:gd name="T5" fmla="*/ 13 h 16"/>
                <a:gd name="T6" fmla="*/ 1 w 34"/>
                <a:gd name="T7" fmla="*/ 13 h 16"/>
                <a:gd name="T8" fmla="*/ 15 w 34"/>
                <a:gd name="T9" fmla="*/ 3 h 16"/>
              </a:gdLst>
              <a:ahLst/>
              <a:cxnLst>
                <a:cxn ang="0">
                  <a:pos x="T0" y="T1"/>
                </a:cxn>
                <a:cxn ang="0">
                  <a:pos x="T2" y="T3"/>
                </a:cxn>
                <a:cxn ang="0">
                  <a:pos x="T4" y="T5"/>
                </a:cxn>
                <a:cxn ang="0">
                  <a:pos x="T6" y="T7"/>
                </a:cxn>
                <a:cxn ang="0">
                  <a:pos x="T8" y="T9"/>
                </a:cxn>
              </a:cxnLst>
              <a:rect l="0" t="0" r="r" b="b"/>
              <a:pathLst>
                <a:path w="34" h="16">
                  <a:moveTo>
                    <a:pt x="15" y="3"/>
                  </a:moveTo>
                  <a:cubicBezTo>
                    <a:pt x="24" y="0"/>
                    <a:pt x="31" y="0"/>
                    <a:pt x="33" y="3"/>
                  </a:cubicBezTo>
                  <a:cubicBezTo>
                    <a:pt x="34" y="6"/>
                    <a:pt x="27" y="10"/>
                    <a:pt x="18" y="13"/>
                  </a:cubicBezTo>
                  <a:cubicBezTo>
                    <a:pt x="10" y="16"/>
                    <a:pt x="2" y="16"/>
                    <a:pt x="1" y="13"/>
                  </a:cubicBezTo>
                  <a:cubicBezTo>
                    <a:pt x="0" y="10"/>
                    <a:pt x="6" y="6"/>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0" name="Freeform 804">
              <a:extLst>
                <a:ext uri="{FF2B5EF4-FFF2-40B4-BE49-F238E27FC236}">
                  <a16:creationId xmlns:a16="http://schemas.microsoft.com/office/drawing/2014/main" id="{902BC2E8-7B32-DA8E-5BBF-3D6439B3B8B5}"/>
                </a:ext>
              </a:extLst>
            </p:cNvPr>
            <p:cNvSpPr>
              <a:spLocks/>
            </p:cNvSpPr>
            <p:nvPr/>
          </p:nvSpPr>
          <p:spPr bwMode="auto">
            <a:xfrm rot="5094805">
              <a:off x="253804" y="3412958"/>
              <a:ext cx="84544" cy="45700"/>
            </a:xfrm>
            <a:custGeom>
              <a:avLst/>
              <a:gdLst>
                <a:gd name="T0" fmla="*/ 15 w 34"/>
                <a:gd name="T1" fmla="*/ 3 h 18"/>
                <a:gd name="T2" fmla="*/ 32 w 34"/>
                <a:gd name="T3" fmla="*/ 3 h 18"/>
                <a:gd name="T4" fmla="*/ 19 w 34"/>
                <a:gd name="T5" fmla="*/ 14 h 18"/>
                <a:gd name="T6" fmla="*/ 1 w 34"/>
                <a:gd name="T7" fmla="*/ 14 h 18"/>
                <a:gd name="T8" fmla="*/ 15 w 34"/>
                <a:gd name="T9" fmla="*/ 3 h 18"/>
              </a:gdLst>
              <a:ahLst/>
              <a:cxnLst>
                <a:cxn ang="0">
                  <a:pos x="T0" y="T1"/>
                </a:cxn>
                <a:cxn ang="0">
                  <a:pos x="T2" y="T3"/>
                </a:cxn>
                <a:cxn ang="0">
                  <a:pos x="T4" y="T5"/>
                </a:cxn>
                <a:cxn ang="0">
                  <a:pos x="T6" y="T7"/>
                </a:cxn>
                <a:cxn ang="0">
                  <a:pos x="T8" y="T9"/>
                </a:cxn>
              </a:cxnLst>
              <a:rect l="0" t="0" r="r" b="b"/>
              <a:pathLst>
                <a:path w="34" h="18">
                  <a:moveTo>
                    <a:pt x="15" y="3"/>
                  </a:moveTo>
                  <a:cubicBezTo>
                    <a:pt x="24" y="0"/>
                    <a:pt x="31" y="0"/>
                    <a:pt x="32" y="3"/>
                  </a:cubicBezTo>
                  <a:cubicBezTo>
                    <a:pt x="34" y="6"/>
                    <a:pt x="28" y="11"/>
                    <a:pt x="19" y="14"/>
                  </a:cubicBezTo>
                  <a:cubicBezTo>
                    <a:pt x="10" y="17"/>
                    <a:pt x="1" y="18"/>
                    <a:pt x="1" y="14"/>
                  </a:cubicBezTo>
                  <a:cubicBezTo>
                    <a:pt x="0" y="12"/>
                    <a:pt x="6" y="7"/>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1" name="Freeform 805">
              <a:extLst>
                <a:ext uri="{FF2B5EF4-FFF2-40B4-BE49-F238E27FC236}">
                  <a16:creationId xmlns:a16="http://schemas.microsoft.com/office/drawing/2014/main" id="{4D742100-ECB5-0D99-D0AB-DCE2384D74FD}"/>
                </a:ext>
              </a:extLst>
            </p:cNvPr>
            <p:cNvSpPr>
              <a:spLocks/>
            </p:cNvSpPr>
            <p:nvPr/>
          </p:nvSpPr>
          <p:spPr bwMode="auto">
            <a:xfrm rot="5094805">
              <a:off x="345938" y="3597658"/>
              <a:ext cx="79974" cy="45700"/>
            </a:xfrm>
            <a:custGeom>
              <a:avLst/>
              <a:gdLst>
                <a:gd name="T0" fmla="*/ 15 w 33"/>
                <a:gd name="T1" fmla="*/ 4 h 19"/>
                <a:gd name="T2" fmla="*/ 32 w 33"/>
                <a:gd name="T3" fmla="*/ 4 h 19"/>
                <a:gd name="T4" fmla="*/ 18 w 33"/>
                <a:gd name="T5" fmla="*/ 16 h 19"/>
                <a:gd name="T6" fmla="*/ 0 w 33"/>
                <a:gd name="T7" fmla="*/ 16 h 19"/>
                <a:gd name="T8" fmla="*/ 15 w 33"/>
                <a:gd name="T9" fmla="*/ 4 h 19"/>
              </a:gdLst>
              <a:ahLst/>
              <a:cxnLst>
                <a:cxn ang="0">
                  <a:pos x="T0" y="T1"/>
                </a:cxn>
                <a:cxn ang="0">
                  <a:pos x="T2" y="T3"/>
                </a:cxn>
                <a:cxn ang="0">
                  <a:pos x="T4" y="T5"/>
                </a:cxn>
                <a:cxn ang="0">
                  <a:pos x="T6" y="T7"/>
                </a:cxn>
                <a:cxn ang="0">
                  <a:pos x="T8" y="T9"/>
                </a:cxn>
              </a:cxnLst>
              <a:rect l="0" t="0" r="r" b="b"/>
              <a:pathLst>
                <a:path w="33" h="19">
                  <a:moveTo>
                    <a:pt x="15" y="4"/>
                  </a:moveTo>
                  <a:cubicBezTo>
                    <a:pt x="23" y="0"/>
                    <a:pt x="31" y="0"/>
                    <a:pt x="32" y="4"/>
                  </a:cubicBezTo>
                  <a:cubicBezTo>
                    <a:pt x="33" y="7"/>
                    <a:pt x="27" y="12"/>
                    <a:pt x="18" y="16"/>
                  </a:cubicBezTo>
                  <a:cubicBezTo>
                    <a:pt x="9" y="19"/>
                    <a:pt x="1" y="19"/>
                    <a:pt x="0" y="16"/>
                  </a:cubicBezTo>
                  <a:cubicBezTo>
                    <a:pt x="0" y="13"/>
                    <a:pt x="6" y="7"/>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2" name="Freeform 806">
              <a:extLst>
                <a:ext uri="{FF2B5EF4-FFF2-40B4-BE49-F238E27FC236}">
                  <a16:creationId xmlns:a16="http://schemas.microsoft.com/office/drawing/2014/main" id="{C268F0F3-4014-BC9A-782E-E362C6D81B0A}"/>
                </a:ext>
              </a:extLst>
            </p:cNvPr>
            <p:cNvSpPr>
              <a:spLocks/>
            </p:cNvSpPr>
            <p:nvPr/>
          </p:nvSpPr>
          <p:spPr bwMode="auto">
            <a:xfrm rot="5094805">
              <a:off x="435777" y="3779869"/>
              <a:ext cx="84544" cy="50269"/>
            </a:xfrm>
            <a:custGeom>
              <a:avLst/>
              <a:gdLst>
                <a:gd name="T0" fmla="*/ 14 w 34"/>
                <a:gd name="T1" fmla="*/ 4 h 20"/>
                <a:gd name="T2" fmla="*/ 32 w 34"/>
                <a:gd name="T3" fmla="*/ 3 h 20"/>
                <a:gd name="T4" fmla="*/ 18 w 34"/>
                <a:gd name="T5" fmla="*/ 17 h 20"/>
                <a:gd name="T6" fmla="*/ 1 w 34"/>
                <a:gd name="T7" fmla="*/ 17 h 20"/>
                <a:gd name="T8" fmla="*/ 14 w 34"/>
                <a:gd name="T9" fmla="*/ 4 h 20"/>
              </a:gdLst>
              <a:ahLst/>
              <a:cxnLst>
                <a:cxn ang="0">
                  <a:pos x="T0" y="T1"/>
                </a:cxn>
                <a:cxn ang="0">
                  <a:pos x="T2" y="T3"/>
                </a:cxn>
                <a:cxn ang="0">
                  <a:pos x="T4" y="T5"/>
                </a:cxn>
                <a:cxn ang="0">
                  <a:pos x="T6" y="T7"/>
                </a:cxn>
                <a:cxn ang="0">
                  <a:pos x="T8" y="T9"/>
                </a:cxn>
              </a:cxnLst>
              <a:rect l="0" t="0" r="r" b="b"/>
              <a:pathLst>
                <a:path w="34" h="20">
                  <a:moveTo>
                    <a:pt x="14" y="4"/>
                  </a:moveTo>
                  <a:cubicBezTo>
                    <a:pt x="23" y="0"/>
                    <a:pt x="31" y="0"/>
                    <a:pt x="32" y="3"/>
                  </a:cubicBezTo>
                  <a:cubicBezTo>
                    <a:pt x="34" y="7"/>
                    <a:pt x="27" y="13"/>
                    <a:pt x="18" y="17"/>
                  </a:cubicBezTo>
                  <a:cubicBezTo>
                    <a:pt x="10" y="20"/>
                    <a:pt x="2" y="20"/>
                    <a:pt x="1" y="17"/>
                  </a:cubicBezTo>
                  <a:cubicBezTo>
                    <a:pt x="0" y="13"/>
                    <a:pt x="6"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3" name="Freeform 807">
              <a:extLst>
                <a:ext uri="{FF2B5EF4-FFF2-40B4-BE49-F238E27FC236}">
                  <a16:creationId xmlns:a16="http://schemas.microsoft.com/office/drawing/2014/main" id="{6464F5A5-0B6C-49F3-B817-237C041883A2}"/>
                </a:ext>
              </a:extLst>
            </p:cNvPr>
            <p:cNvSpPr>
              <a:spLocks/>
            </p:cNvSpPr>
            <p:nvPr/>
          </p:nvSpPr>
          <p:spPr bwMode="auto">
            <a:xfrm rot="5094805">
              <a:off x="534536" y="3959400"/>
              <a:ext cx="79974" cy="54839"/>
            </a:xfrm>
            <a:custGeom>
              <a:avLst/>
              <a:gdLst>
                <a:gd name="T0" fmla="*/ 15 w 32"/>
                <a:gd name="T1" fmla="*/ 4 h 23"/>
                <a:gd name="T2" fmla="*/ 32 w 32"/>
                <a:gd name="T3" fmla="*/ 5 h 23"/>
                <a:gd name="T4" fmla="*/ 18 w 32"/>
                <a:gd name="T5" fmla="*/ 19 h 23"/>
                <a:gd name="T6" fmla="*/ 0 w 32"/>
                <a:gd name="T7" fmla="*/ 18 h 23"/>
                <a:gd name="T8" fmla="*/ 15 w 32"/>
                <a:gd name="T9" fmla="*/ 4 h 23"/>
              </a:gdLst>
              <a:ahLst/>
              <a:cxnLst>
                <a:cxn ang="0">
                  <a:pos x="T0" y="T1"/>
                </a:cxn>
                <a:cxn ang="0">
                  <a:pos x="T2" y="T3"/>
                </a:cxn>
                <a:cxn ang="0">
                  <a:pos x="T4" y="T5"/>
                </a:cxn>
                <a:cxn ang="0">
                  <a:pos x="T6" y="T7"/>
                </a:cxn>
                <a:cxn ang="0">
                  <a:pos x="T8" y="T9"/>
                </a:cxn>
              </a:cxnLst>
              <a:rect l="0" t="0" r="r" b="b"/>
              <a:pathLst>
                <a:path w="32" h="23">
                  <a:moveTo>
                    <a:pt x="15" y="4"/>
                  </a:moveTo>
                  <a:cubicBezTo>
                    <a:pt x="24" y="0"/>
                    <a:pt x="31" y="1"/>
                    <a:pt x="32" y="5"/>
                  </a:cubicBezTo>
                  <a:cubicBezTo>
                    <a:pt x="32" y="9"/>
                    <a:pt x="26" y="15"/>
                    <a:pt x="18" y="19"/>
                  </a:cubicBezTo>
                  <a:cubicBezTo>
                    <a:pt x="9" y="23"/>
                    <a:pt x="0" y="22"/>
                    <a:pt x="0" y="18"/>
                  </a:cubicBezTo>
                  <a:cubicBezTo>
                    <a:pt x="0" y="14"/>
                    <a:pt x="6" y="7"/>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4" name="Freeform 809">
              <a:extLst>
                <a:ext uri="{FF2B5EF4-FFF2-40B4-BE49-F238E27FC236}">
                  <a16:creationId xmlns:a16="http://schemas.microsoft.com/office/drawing/2014/main" id="{29DB8FD4-DB29-5E2F-F586-CB3FC7973342}"/>
                </a:ext>
              </a:extLst>
            </p:cNvPr>
            <p:cNvSpPr>
              <a:spLocks/>
            </p:cNvSpPr>
            <p:nvPr/>
          </p:nvSpPr>
          <p:spPr bwMode="auto">
            <a:xfrm rot="5094805">
              <a:off x="636798" y="4139461"/>
              <a:ext cx="82259" cy="59409"/>
            </a:xfrm>
            <a:custGeom>
              <a:avLst/>
              <a:gdLst>
                <a:gd name="T0" fmla="*/ 15 w 33"/>
                <a:gd name="T1" fmla="*/ 4 h 24"/>
                <a:gd name="T2" fmla="*/ 32 w 33"/>
                <a:gd name="T3" fmla="*/ 5 h 24"/>
                <a:gd name="T4" fmla="*/ 19 w 33"/>
                <a:gd name="T5" fmla="*/ 20 h 24"/>
                <a:gd name="T6" fmla="*/ 0 w 33"/>
                <a:gd name="T7" fmla="*/ 19 h 24"/>
                <a:gd name="T8" fmla="*/ 15 w 33"/>
                <a:gd name="T9" fmla="*/ 4 h 24"/>
              </a:gdLst>
              <a:ahLst/>
              <a:cxnLst>
                <a:cxn ang="0">
                  <a:pos x="T0" y="T1"/>
                </a:cxn>
                <a:cxn ang="0">
                  <a:pos x="T2" y="T3"/>
                </a:cxn>
                <a:cxn ang="0">
                  <a:pos x="T4" y="T5"/>
                </a:cxn>
                <a:cxn ang="0">
                  <a:pos x="T6" y="T7"/>
                </a:cxn>
                <a:cxn ang="0">
                  <a:pos x="T8" y="T9"/>
                </a:cxn>
              </a:cxnLst>
              <a:rect l="0" t="0" r="r" b="b"/>
              <a:pathLst>
                <a:path w="33" h="24">
                  <a:moveTo>
                    <a:pt x="15" y="4"/>
                  </a:moveTo>
                  <a:cubicBezTo>
                    <a:pt x="23" y="0"/>
                    <a:pt x="31" y="0"/>
                    <a:pt x="32" y="5"/>
                  </a:cubicBezTo>
                  <a:cubicBezTo>
                    <a:pt x="33" y="9"/>
                    <a:pt x="27" y="16"/>
                    <a:pt x="19" y="20"/>
                  </a:cubicBezTo>
                  <a:cubicBezTo>
                    <a:pt x="10" y="24"/>
                    <a:pt x="1" y="24"/>
                    <a:pt x="0" y="19"/>
                  </a:cubicBezTo>
                  <a:cubicBezTo>
                    <a:pt x="0" y="15"/>
                    <a:pt x="6" y="8"/>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5" name="Freeform 810">
              <a:extLst>
                <a:ext uri="{FF2B5EF4-FFF2-40B4-BE49-F238E27FC236}">
                  <a16:creationId xmlns:a16="http://schemas.microsoft.com/office/drawing/2014/main" id="{2007B63C-8C0D-ED1A-92E4-18B2043F8A58}"/>
                </a:ext>
              </a:extLst>
            </p:cNvPr>
            <p:cNvSpPr>
              <a:spLocks/>
            </p:cNvSpPr>
            <p:nvPr/>
          </p:nvSpPr>
          <p:spPr bwMode="auto">
            <a:xfrm rot="5094805">
              <a:off x="742481" y="4318278"/>
              <a:ext cx="79974" cy="66264"/>
            </a:xfrm>
            <a:custGeom>
              <a:avLst/>
              <a:gdLst>
                <a:gd name="T0" fmla="*/ 14 w 33"/>
                <a:gd name="T1" fmla="*/ 4 h 27"/>
                <a:gd name="T2" fmla="*/ 32 w 33"/>
                <a:gd name="T3" fmla="*/ 6 h 27"/>
                <a:gd name="T4" fmla="*/ 19 w 33"/>
                <a:gd name="T5" fmla="*/ 22 h 27"/>
                <a:gd name="T6" fmla="*/ 0 w 33"/>
                <a:gd name="T7" fmla="*/ 21 h 27"/>
                <a:gd name="T8" fmla="*/ 14 w 33"/>
                <a:gd name="T9" fmla="*/ 4 h 27"/>
              </a:gdLst>
              <a:ahLst/>
              <a:cxnLst>
                <a:cxn ang="0">
                  <a:pos x="T0" y="T1"/>
                </a:cxn>
                <a:cxn ang="0">
                  <a:pos x="T2" y="T3"/>
                </a:cxn>
                <a:cxn ang="0">
                  <a:pos x="T4" y="T5"/>
                </a:cxn>
                <a:cxn ang="0">
                  <a:pos x="T6" y="T7"/>
                </a:cxn>
                <a:cxn ang="0">
                  <a:pos x="T8" y="T9"/>
                </a:cxn>
              </a:cxnLst>
              <a:rect l="0" t="0" r="r" b="b"/>
              <a:pathLst>
                <a:path w="33" h="27">
                  <a:moveTo>
                    <a:pt x="14" y="4"/>
                  </a:moveTo>
                  <a:cubicBezTo>
                    <a:pt x="23" y="0"/>
                    <a:pt x="31" y="1"/>
                    <a:pt x="32" y="6"/>
                  </a:cubicBezTo>
                  <a:cubicBezTo>
                    <a:pt x="33" y="11"/>
                    <a:pt x="27" y="18"/>
                    <a:pt x="19" y="22"/>
                  </a:cubicBezTo>
                  <a:cubicBezTo>
                    <a:pt x="10" y="27"/>
                    <a:pt x="1" y="26"/>
                    <a:pt x="0" y="21"/>
                  </a:cubicBezTo>
                  <a:cubicBezTo>
                    <a:pt x="0" y="16"/>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6" name="Freeform 811">
              <a:extLst>
                <a:ext uri="{FF2B5EF4-FFF2-40B4-BE49-F238E27FC236}">
                  <a16:creationId xmlns:a16="http://schemas.microsoft.com/office/drawing/2014/main" id="{252776DE-D3A0-7A50-6475-6E01E8AB5DB4}"/>
                </a:ext>
              </a:extLst>
            </p:cNvPr>
            <p:cNvSpPr>
              <a:spLocks/>
            </p:cNvSpPr>
            <p:nvPr/>
          </p:nvSpPr>
          <p:spPr bwMode="auto">
            <a:xfrm rot="5094805">
              <a:off x="846815" y="4495861"/>
              <a:ext cx="82259" cy="70834"/>
            </a:xfrm>
            <a:custGeom>
              <a:avLst/>
              <a:gdLst>
                <a:gd name="T0" fmla="*/ 33 w 34"/>
                <a:gd name="T1" fmla="*/ 8 h 29"/>
                <a:gd name="T2" fmla="*/ 19 w 34"/>
                <a:gd name="T3" fmla="*/ 26 h 29"/>
                <a:gd name="T4" fmla="*/ 2 w 34"/>
                <a:gd name="T5" fmla="*/ 23 h 29"/>
                <a:gd name="T6" fmla="*/ 16 w 34"/>
                <a:gd name="T7" fmla="*/ 4 h 29"/>
                <a:gd name="T8" fmla="*/ 33 w 34"/>
                <a:gd name="T9" fmla="*/ 8 h 29"/>
              </a:gdLst>
              <a:ahLst/>
              <a:cxnLst>
                <a:cxn ang="0">
                  <a:pos x="T0" y="T1"/>
                </a:cxn>
                <a:cxn ang="0">
                  <a:pos x="T2" y="T3"/>
                </a:cxn>
                <a:cxn ang="0">
                  <a:pos x="T4" y="T5"/>
                </a:cxn>
                <a:cxn ang="0">
                  <a:pos x="T6" y="T7"/>
                </a:cxn>
                <a:cxn ang="0">
                  <a:pos x="T8" y="T9"/>
                </a:cxn>
              </a:cxnLst>
              <a:rect l="0" t="0" r="r" b="b"/>
              <a:pathLst>
                <a:path w="34" h="29">
                  <a:moveTo>
                    <a:pt x="33" y="8"/>
                  </a:moveTo>
                  <a:cubicBezTo>
                    <a:pt x="34" y="14"/>
                    <a:pt x="28" y="22"/>
                    <a:pt x="19" y="26"/>
                  </a:cubicBezTo>
                  <a:cubicBezTo>
                    <a:pt x="11" y="29"/>
                    <a:pt x="3" y="28"/>
                    <a:pt x="2" y="23"/>
                  </a:cubicBezTo>
                  <a:cubicBezTo>
                    <a:pt x="0" y="17"/>
                    <a:pt x="7" y="8"/>
                    <a:pt x="16" y="4"/>
                  </a:cubicBezTo>
                  <a:cubicBezTo>
                    <a:pt x="25" y="0"/>
                    <a:pt x="32" y="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7" name="Freeform 812">
              <a:extLst>
                <a:ext uri="{FF2B5EF4-FFF2-40B4-BE49-F238E27FC236}">
                  <a16:creationId xmlns:a16="http://schemas.microsoft.com/office/drawing/2014/main" id="{02651969-142A-9560-FDA2-E0092BC18C5C}"/>
                </a:ext>
              </a:extLst>
            </p:cNvPr>
            <p:cNvSpPr>
              <a:spLocks/>
            </p:cNvSpPr>
            <p:nvPr/>
          </p:nvSpPr>
          <p:spPr bwMode="auto">
            <a:xfrm rot="5094805">
              <a:off x="947938" y="4674880"/>
              <a:ext cx="84544" cy="77689"/>
            </a:xfrm>
            <a:custGeom>
              <a:avLst/>
              <a:gdLst>
                <a:gd name="T0" fmla="*/ 33 w 34"/>
                <a:gd name="T1" fmla="*/ 9 h 32"/>
                <a:gd name="T2" fmla="*/ 19 w 34"/>
                <a:gd name="T3" fmla="*/ 28 h 32"/>
                <a:gd name="T4" fmla="*/ 2 w 34"/>
                <a:gd name="T5" fmla="*/ 24 h 32"/>
                <a:gd name="T6" fmla="*/ 16 w 34"/>
                <a:gd name="T7" fmla="*/ 4 h 32"/>
                <a:gd name="T8" fmla="*/ 33 w 34"/>
                <a:gd name="T9" fmla="*/ 9 h 32"/>
              </a:gdLst>
              <a:ahLst/>
              <a:cxnLst>
                <a:cxn ang="0">
                  <a:pos x="T0" y="T1"/>
                </a:cxn>
                <a:cxn ang="0">
                  <a:pos x="T2" y="T3"/>
                </a:cxn>
                <a:cxn ang="0">
                  <a:pos x="T4" y="T5"/>
                </a:cxn>
                <a:cxn ang="0">
                  <a:pos x="T6" y="T7"/>
                </a:cxn>
                <a:cxn ang="0">
                  <a:pos x="T8" y="T9"/>
                </a:cxn>
              </a:cxnLst>
              <a:rect l="0" t="0" r="r" b="b"/>
              <a:pathLst>
                <a:path w="34" h="32">
                  <a:moveTo>
                    <a:pt x="33" y="9"/>
                  </a:moveTo>
                  <a:cubicBezTo>
                    <a:pt x="34" y="16"/>
                    <a:pt x="28" y="24"/>
                    <a:pt x="19" y="28"/>
                  </a:cubicBezTo>
                  <a:cubicBezTo>
                    <a:pt x="11" y="32"/>
                    <a:pt x="3" y="30"/>
                    <a:pt x="2" y="24"/>
                  </a:cubicBezTo>
                  <a:cubicBezTo>
                    <a:pt x="0" y="17"/>
                    <a:pt x="7" y="8"/>
                    <a:pt x="16" y="4"/>
                  </a:cubicBezTo>
                  <a:cubicBezTo>
                    <a:pt x="25" y="0"/>
                    <a:pt x="33" y="2"/>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8" name="Freeform 841">
              <a:extLst>
                <a:ext uri="{FF2B5EF4-FFF2-40B4-BE49-F238E27FC236}">
                  <a16:creationId xmlns:a16="http://schemas.microsoft.com/office/drawing/2014/main" id="{C90E1DF9-563D-D67F-D60E-12A0807055C5}"/>
                </a:ext>
              </a:extLst>
            </p:cNvPr>
            <p:cNvSpPr>
              <a:spLocks/>
            </p:cNvSpPr>
            <p:nvPr/>
          </p:nvSpPr>
          <p:spPr bwMode="auto">
            <a:xfrm rot="5094805">
              <a:off x="1048029" y="4855241"/>
              <a:ext cx="84544" cy="84544"/>
            </a:xfrm>
            <a:custGeom>
              <a:avLst/>
              <a:gdLst>
                <a:gd name="T0" fmla="*/ 32 w 34"/>
                <a:gd name="T1" fmla="*/ 10 h 34"/>
                <a:gd name="T2" fmla="*/ 19 w 34"/>
                <a:gd name="T3" fmla="*/ 30 h 34"/>
                <a:gd name="T4" fmla="*/ 1 w 34"/>
                <a:gd name="T5" fmla="*/ 23 h 34"/>
                <a:gd name="T6" fmla="*/ 15 w 34"/>
                <a:gd name="T7" fmla="*/ 4 h 34"/>
                <a:gd name="T8" fmla="*/ 32 w 34"/>
                <a:gd name="T9" fmla="*/ 10 h 34"/>
              </a:gdLst>
              <a:ahLst/>
              <a:cxnLst>
                <a:cxn ang="0">
                  <a:pos x="T0" y="T1"/>
                </a:cxn>
                <a:cxn ang="0">
                  <a:pos x="T2" y="T3"/>
                </a:cxn>
                <a:cxn ang="0">
                  <a:pos x="T4" y="T5"/>
                </a:cxn>
                <a:cxn ang="0">
                  <a:pos x="T6" y="T7"/>
                </a:cxn>
                <a:cxn ang="0">
                  <a:pos x="T8" y="T9"/>
                </a:cxn>
              </a:cxnLst>
              <a:rect l="0" t="0" r="r" b="b"/>
              <a:pathLst>
                <a:path w="34" h="34">
                  <a:moveTo>
                    <a:pt x="32" y="10"/>
                  </a:moveTo>
                  <a:cubicBezTo>
                    <a:pt x="34" y="17"/>
                    <a:pt x="28" y="26"/>
                    <a:pt x="19" y="30"/>
                  </a:cubicBezTo>
                  <a:cubicBezTo>
                    <a:pt x="10" y="34"/>
                    <a:pt x="1" y="31"/>
                    <a:pt x="1" y="23"/>
                  </a:cubicBezTo>
                  <a:cubicBezTo>
                    <a:pt x="0" y="16"/>
                    <a:pt x="6" y="8"/>
                    <a:pt x="15" y="4"/>
                  </a:cubicBezTo>
                  <a:cubicBezTo>
                    <a:pt x="24" y="0"/>
                    <a:pt x="31" y="2"/>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9" name="Freeform 842">
              <a:extLst>
                <a:ext uri="{FF2B5EF4-FFF2-40B4-BE49-F238E27FC236}">
                  <a16:creationId xmlns:a16="http://schemas.microsoft.com/office/drawing/2014/main" id="{B6CCA441-0C9C-5E3D-F30C-77A9A8C65F2B}"/>
                </a:ext>
              </a:extLst>
            </p:cNvPr>
            <p:cNvSpPr>
              <a:spLocks/>
            </p:cNvSpPr>
            <p:nvPr/>
          </p:nvSpPr>
          <p:spPr bwMode="auto">
            <a:xfrm rot="5094805">
              <a:off x="1147917" y="5033325"/>
              <a:ext cx="84544" cy="91399"/>
            </a:xfrm>
            <a:custGeom>
              <a:avLst/>
              <a:gdLst>
                <a:gd name="T0" fmla="*/ 16 w 34"/>
                <a:gd name="T1" fmla="*/ 4 h 37"/>
                <a:gd name="T2" fmla="*/ 33 w 34"/>
                <a:gd name="T3" fmla="*/ 12 h 37"/>
                <a:gd name="T4" fmla="*/ 19 w 34"/>
                <a:gd name="T5" fmla="*/ 33 h 37"/>
                <a:gd name="T6" fmla="*/ 1 w 34"/>
                <a:gd name="T7" fmla="*/ 24 h 37"/>
                <a:gd name="T8" fmla="*/ 16 w 34"/>
                <a:gd name="T9" fmla="*/ 4 h 37"/>
              </a:gdLst>
              <a:ahLst/>
              <a:cxnLst>
                <a:cxn ang="0">
                  <a:pos x="T0" y="T1"/>
                </a:cxn>
                <a:cxn ang="0">
                  <a:pos x="T2" y="T3"/>
                </a:cxn>
                <a:cxn ang="0">
                  <a:pos x="T4" y="T5"/>
                </a:cxn>
                <a:cxn ang="0">
                  <a:pos x="T6" y="T7"/>
                </a:cxn>
                <a:cxn ang="0">
                  <a:pos x="T8" y="T9"/>
                </a:cxn>
              </a:cxnLst>
              <a:rect l="0" t="0" r="r" b="b"/>
              <a:pathLst>
                <a:path w="34" h="37">
                  <a:moveTo>
                    <a:pt x="16" y="4"/>
                  </a:moveTo>
                  <a:cubicBezTo>
                    <a:pt x="24" y="0"/>
                    <a:pt x="32" y="4"/>
                    <a:pt x="33" y="12"/>
                  </a:cubicBezTo>
                  <a:cubicBezTo>
                    <a:pt x="34" y="20"/>
                    <a:pt x="28" y="29"/>
                    <a:pt x="19" y="33"/>
                  </a:cubicBezTo>
                  <a:cubicBezTo>
                    <a:pt x="10" y="37"/>
                    <a:pt x="1" y="33"/>
                    <a:pt x="1" y="24"/>
                  </a:cubicBezTo>
                  <a:cubicBezTo>
                    <a:pt x="0" y="17"/>
                    <a:pt x="7" y="8"/>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0" name="Freeform 843">
              <a:extLst>
                <a:ext uri="{FF2B5EF4-FFF2-40B4-BE49-F238E27FC236}">
                  <a16:creationId xmlns:a16="http://schemas.microsoft.com/office/drawing/2014/main" id="{F1488E9D-8551-27BF-40A8-CCC40D54D75F}"/>
                </a:ext>
              </a:extLst>
            </p:cNvPr>
            <p:cNvSpPr>
              <a:spLocks/>
            </p:cNvSpPr>
            <p:nvPr/>
          </p:nvSpPr>
          <p:spPr bwMode="auto">
            <a:xfrm rot="5094805">
              <a:off x="1243456" y="5216375"/>
              <a:ext cx="84544" cy="93684"/>
            </a:xfrm>
            <a:custGeom>
              <a:avLst/>
              <a:gdLst>
                <a:gd name="T0" fmla="*/ 15 w 35"/>
                <a:gd name="T1" fmla="*/ 4 h 38"/>
                <a:gd name="T2" fmla="*/ 33 w 35"/>
                <a:gd name="T3" fmla="*/ 12 h 38"/>
                <a:gd name="T4" fmla="*/ 19 w 35"/>
                <a:gd name="T5" fmla="*/ 35 h 38"/>
                <a:gd name="T6" fmla="*/ 1 w 35"/>
                <a:gd name="T7" fmla="*/ 26 h 38"/>
                <a:gd name="T8" fmla="*/ 15 w 35"/>
                <a:gd name="T9" fmla="*/ 4 h 38"/>
              </a:gdLst>
              <a:ahLst/>
              <a:cxnLst>
                <a:cxn ang="0">
                  <a:pos x="T0" y="T1"/>
                </a:cxn>
                <a:cxn ang="0">
                  <a:pos x="T2" y="T3"/>
                </a:cxn>
                <a:cxn ang="0">
                  <a:pos x="T4" y="T5"/>
                </a:cxn>
                <a:cxn ang="0">
                  <a:pos x="T6" y="T7"/>
                </a:cxn>
                <a:cxn ang="0">
                  <a:pos x="T8" y="T9"/>
                </a:cxn>
              </a:cxnLst>
              <a:rect l="0" t="0" r="r" b="b"/>
              <a:pathLst>
                <a:path w="35" h="38">
                  <a:moveTo>
                    <a:pt x="15" y="4"/>
                  </a:moveTo>
                  <a:cubicBezTo>
                    <a:pt x="23" y="0"/>
                    <a:pt x="31" y="3"/>
                    <a:pt x="33" y="12"/>
                  </a:cubicBezTo>
                  <a:cubicBezTo>
                    <a:pt x="35" y="20"/>
                    <a:pt x="28" y="31"/>
                    <a:pt x="19" y="35"/>
                  </a:cubicBezTo>
                  <a:cubicBezTo>
                    <a:pt x="11" y="38"/>
                    <a:pt x="2" y="34"/>
                    <a:pt x="1" y="26"/>
                  </a:cubicBezTo>
                  <a:cubicBezTo>
                    <a:pt x="0" y="18"/>
                    <a:pt x="6" y="8"/>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1" name="Freeform 844">
              <a:extLst>
                <a:ext uri="{FF2B5EF4-FFF2-40B4-BE49-F238E27FC236}">
                  <a16:creationId xmlns:a16="http://schemas.microsoft.com/office/drawing/2014/main" id="{50382758-277A-FB2E-6D80-0E0B6D19A608}"/>
                </a:ext>
              </a:extLst>
            </p:cNvPr>
            <p:cNvSpPr>
              <a:spLocks/>
            </p:cNvSpPr>
            <p:nvPr/>
          </p:nvSpPr>
          <p:spPr bwMode="auto">
            <a:xfrm rot="5094805">
              <a:off x="1335475" y="5398490"/>
              <a:ext cx="86829" cy="95969"/>
            </a:xfrm>
            <a:custGeom>
              <a:avLst/>
              <a:gdLst>
                <a:gd name="T0" fmla="*/ 15 w 35"/>
                <a:gd name="T1" fmla="*/ 4 h 39"/>
                <a:gd name="T2" fmla="*/ 33 w 35"/>
                <a:gd name="T3" fmla="*/ 12 h 39"/>
                <a:gd name="T4" fmla="*/ 19 w 35"/>
                <a:gd name="T5" fmla="*/ 36 h 39"/>
                <a:gd name="T6" fmla="*/ 2 w 35"/>
                <a:gd name="T7" fmla="*/ 26 h 39"/>
                <a:gd name="T8" fmla="*/ 15 w 35"/>
                <a:gd name="T9" fmla="*/ 4 h 39"/>
              </a:gdLst>
              <a:ahLst/>
              <a:cxnLst>
                <a:cxn ang="0">
                  <a:pos x="T0" y="T1"/>
                </a:cxn>
                <a:cxn ang="0">
                  <a:pos x="T2" y="T3"/>
                </a:cxn>
                <a:cxn ang="0">
                  <a:pos x="T4" y="T5"/>
                </a:cxn>
                <a:cxn ang="0">
                  <a:pos x="T6" y="T7"/>
                </a:cxn>
                <a:cxn ang="0">
                  <a:pos x="T8" y="T9"/>
                </a:cxn>
              </a:cxnLst>
              <a:rect l="0" t="0" r="r" b="b"/>
              <a:pathLst>
                <a:path w="35" h="39">
                  <a:moveTo>
                    <a:pt x="15" y="4"/>
                  </a:moveTo>
                  <a:cubicBezTo>
                    <a:pt x="24" y="0"/>
                    <a:pt x="32" y="4"/>
                    <a:pt x="33" y="12"/>
                  </a:cubicBezTo>
                  <a:cubicBezTo>
                    <a:pt x="35" y="22"/>
                    <a:pt x="29" y="33"/>
                    <a:pt x="19" y="36"/>
                  </a:cubicBezTo>
                  <a:cubicBezTo>
                    <a:pt x="11" y="39"/>
                    <a:pt x="3" y="34"/>
                    <a:pt x="2" y="26"/>
                  </a:cubicBezTo>
                  <a:cubicBezTo>
                    <a:pt x="0" y="17"/>
                    <a:pt x="7" y="7"/>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2" name="Freeform 845">
              <a:extLst>
                <a:ext uri="{FF2B5EF4-FFF2-40B4-BE49-F238E27FC236}">
                  <a16:creationId xmlns:a16="http://schemas.microsoft.com/office/drawing/2014/main" id="{AE4AD3D3-8136-2564-5336-7FCD89558E8C}"/>
                </a:ext>
              </a:extLst>
            </p:cNvPr>
            <p:cNvSpPr>
              <a:spLocks/>
            </p:cNvSpPr>
            <p:nvPr/>
          </p:nvSpPr>
          <p:spPr bwMode="auto">
            <a:xfrm rot="5094805">
              <a:off x="1421909" y="5582351"/>
              <a:ext cx="86829" cy="98254"/>
            </a:xfrm>
            <a:custGeom>
              <a:avLst/>
              <a:gdLst>
                <a:gd name="T0" fmla="*/ 15 w 35"/>
                <a:gd name="T1" fmla="*/ 3 h 40"/>
                <a:gd name="T2" fmla="*/ 33 w 35"/>
                <a:gd name="T3" fmla="*/ 13 h 40"/>
                <a:gd name="T4" fmla="*/ 19 w 35"/>
                <a:gd name="T5" fmla="*/ 37 h 40"/>
                <a:gd name="T6" fmla="*/ 1 w 35"/>
                <a:gd name="T7" fmla="*/ 26 h 40"/>
                <a:gd name="T8" fmla="*/ 15 w 35"/>
                <a:gd name="T9" fmla="*/ 3 h 40"/>
              </a:gdLst>
              <a:ahLst/>
              <a:cxnLst>
                <a:cxn ang="0">
                  <a:pos x="T0" y="T1"/>
                </a:cxn>
                <a:cxn ang="0">
                  <a:pos x="T2" y="T3"/>
                </a:cxn>
                <a:cxn ang="0">
                  <a:pos x="T4" y="T5"/>
                </a:cxn>
                <a:cxn ang="0">
                  <a:pos x="T6" y="T7"/>
                </a:cxn>
                <a:cxn ang="0">
                  <a:pos x="T8" y="T9"/>
                </a:cxn>
              </a:cxnLst>
              <a:rect l="0" t="0" r="r" b="b"/>
              <a:pathLst>
                <a:path w="35" h="40">
                  <a:moveTo>
                    <a:pt x="15" y="3"/>
                  </a:moveTo>
                  <a:cubicBezTo>
                    <a:pt x="23" y="0"/>
                    <a:pt x="31" y="4"/>
                    <a:pt x="33" y="13"/>
                  </a:cubicBezTo>
                  <a:cubicBezTo>
                    <a:pt x="35" y="23"/>
                    <a:pt x="28" y="34"/>
                    <a:pt x="19" y="37"/>
                  </a:cubicBezTo>
                  <a:cubicBezTo>
                    <a:pt x="11" y="40"/>
                    <a:pt x="2" y="35"/>
                    <a:pt x="1" y="26"/>
                  </a:cubicBezTo>
                  <a:cubicBezTo>
                    <a:pt x="0" y="17"/>
                    <a:pt x="6" y="7"/>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3" name="Freeform 846">
              <a:extLst>
                <a:ext uri="{FF2B5EF4-FFF2-40B4-BE49-F238E27FC236}">
                  <a16:creationId xmlns:a16="http://schemas.microsoft.com/office/drawing/2014/main" id="{0BDF66C2-9257-A868-388E-74802116EA11}"/>
                </a:ext>
              </a:extLst>
            </p:cNvPr>
            <p:cNvSpPr>
              <a:spLocks/>
            </p:cNvSpPr>
            <p:nvPr/>
          </p:nvSpPr>
          <p:spPr bwMode="auto">
            <a:xfrm rot="5094805">
              <a:off x="1503695" y="5766723"/>
              <a:ext cx="84544" cy="98254"/>
            </a:xfrm>
            <a:custGeom>
              <a:avLst/>
              <a:gdLst>
                <a:gd name="T0" fmla="*/ 16 w 34"/>
                <a:gd name="T1" fmla="*/ 2 h 40"/>
                <a:gd name="T2" fmla="*/ 33 w 34"/>
                <a:gd name="T3" fmla="*/ 15 h 40"/>
                <a:gd name="T4" fmla="*/ 19 w 34"/>
                <a:gd name="T5" fmla="*/ 37 h 40"/>
                <a:gd name="T6" fmla="*/ 1 w 34"/>
                <a:gd name="T7" fmla="*/ 24 h 40"/>
                <a:gd name="T8" fmla="*/ 16 w 34"/>
                <a:gd name="T9" fmla="*/ 2 h 40"/>
              </a:gdLst>
              <a:ahLst/>
              <a:cxnLst>
                <a:cxn ang="0">
                  <a:pos x="T0" y="T1"/>
                </a:cxn>
                <a:cxn ang="0">
                  <a:pos x="T2" y="T3"/>
                </a:cxn>
                <a:cxn ang="0">
                  <a:pos x="T4" y="T5"/>
                </a:cxn>
                <a:cxn ang="0">
                  <a:pos x="T6" y="T7"/>
                </a:cxn>
                <a:cxn ang="0">
                  <a:pos x="T8" y="T9"/>
                </a:cxn>
              </a:cxnLst>
              <a:rect l="0" t="0" r="r" b="b"/>
              <a:pathLst>
                <a:path w="34" h="40">
                  <a:moveTo>
                    <a:pt x="16" y="2"/>
                  </a:moveTo>
                  <a:cubicBezTo>
                    <a:pt x="24" y="0"/>
                    <a:pt x="32" y="5"/>
                    <a:pt x="33" y="15"/>
                  </a:cubicBezTo>
                  <a:cubicBezTo>
                    <a:pt x="34" y="24"/>
                    <a:pt x="28" y="34"/>
                    <a:pt x="19" y="37"/>
                  </a:cubicBezTo>
                  <a:cubicBezTo>
                    <a:pt x="10" y="40"/>
                    <a:pt x="1" y="33"/>
                    <a:pt x="1" y="24"/>
                  </a:cubicBezTo>
                  <a:cubicBezTo>
                    <a:pt x="0" y="14"/>
                    <a:pt x="7" y="5"/>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4" name="Freeform 847">
              <a:extLst>
                <a:ext uri="{FF2B5EF4-FFF2-40B4-BE49-F238E27FC236}">
                  <a16:creationId xmlns:a16="http://schemas.microsoft.com/office/drawing/2014/main" id="{48374B75-BD18-7833-F3BF-0413F7BFC467}"/>
                </a:ext>
              </a:extLst>
            </p:cNvPr>
            <p:cNvSpPr>
              <a:spLocks/>
            </p:cNvSpPr>
            <p:nvPr/>
          </p:nvSpPr>
          <p:spPr bwMode="auto">
            <a:xfrm rot="5094805">
              <a:off x="1578856" y="5953978"/>
              <a:ext cx="82259" cy="98254"/>
            </a:xfrm>
            <a:custGeom>
              <a:avLst/>
              <a:gdLst>
                <a:gd name="T0" fmla="*/ 15 w 34"/>
                <a:gd name="T1" fmla="*/ 3 h 40"/>
                <a:gd name="T2" fmla="*/ 33 w 34"/>
                <a:gd name="T3" fmla="*/ 15 h 40"/>
                <a:gd name="T4" fmla="*/ 20 w 34"/>
                <a:gd name="T5" fmla="*/ 37 h 40"/>
                <a:gd name="T6" fmla="*/ 1 w 34"/>
                <a:gd name="T7" fmla="*/ 24 h 40"/>
                <a:gd name="T8" fmla="*/ 15 w 34"/>
                <a:gd name="T9" fmla="*/ 3 h 40"/>
              </a:gdLst>
              <a:ahLst/>
              <a:cxnLst>
                <a:cxn ang="0">
                  <a:pos x="T0" y="T1"/>
                </a:cxn>
                <a:cxn ang="0">
                  <a:pos x="T2" y="T3"/>
                </a:cxn>
                <a:cxn ang="0">
                  <a:pos x="T4" y="T5"/>
                </a:cxn>
                <a:cxn ang="0">
                  <a:pos x="T6" y="T7"/>
                </a:cxn>
                <a:cxn ang="0">
                  <a:pos x="T8" y="T9"/>
                </a:cxn>
              </a:cxnLst>
              <a:rect l="0" t="0" r="r" b="b"/>
              <a:pathLst>
                <a:path w="34" h="40">
                  <a:moveTo>
                    <a:pt x="15" y="3"/>
                  </a:moveTo>
                  <a:cubicBezTo>
                    <a:pt x="24" y="0"/>
                    <a:pt x="31" y="5"/>
                    <a:pt x="33" y="15"/>
                  </a:cubicBezTo>
                  <a:cubicBezTo>
                    <a:pt x="34" y="24"/>
                    <a:pt x="28" y="34"/>
                    <a:pt x="20" y="37"/>
                  </a:cubicBezTo>
                  <a:cubicBezTo>
                    <a:pt x="11" y="40"/>
                    <a:pt x="2" y="34"/>
                    <a:pt x="1" y="24"/>
                  </a:cubicBezTo>
                  <a:cubicBezTo>
                    <a:pt x="0" y="15"/>
                    <a:pt x="6" y="5"/>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5" name="Freeform 848">
              <a:extLst>
                <a:ext uri="{FF2B5EF4-FFF2-40B4-BE49-F238E27FC236}">
                  <a16:creationId xmlns:a16="http://schemas.microsoft.com/office/drawing/2014/main" id="{1865CDD2-4FA7-7366-F164-72A872128AB4}"/>
                </a:ext>
              </a:extLst>
            </p:cNvPr>
            <p:cNvSpPr>
              <a:spLocks/>
            </p:cNvSpPr>
            <p:nvPr/>
          </p:nvSpPr>
          <p:spPr bwMode="auto">
            <a:xfrm rot="5094805">
              <a:off x="1641587" y="6145467"/>
              <a:ext cx="86829" cy="93684"/>
            </a:xfrm>
            <a:custGeom>
              <a:avLst/>
              <a:gdLst>
                <a:gd name="T0" fmla="*/ 15 w 35"/>
                <a:gd name="T1" fmla="*/ 2 h 38"/>
                <a:gd name="T2" fmla="*/ 33 w 35"/>
                <a:gd name="T3" fmla="*/ 14 h 38"/>
                <a:gd name="T4" fmla="*/ 19 w 35"/>
                <a:gd name="T5" fmla="*/ 36 h 38"/>
                <a:gd name="T6" fmla="*/ 1 w 35"/>
                <a:gd name="T7" fmla="*/ 22 h 38"/>
                <a:gd name="T8" fmla="*/ 15 w 35"/>
                <a:gd name="T9" fmla="*/ 2 h 38"/>
              </a:gdLst>
              <a:ahLst/>
              <a:cxnLst>
                <a:cxn ang="0">
                  <a:pos x="T0" y="T1"/>
                </a:cxn>
                <a:cxn ang="0">
                  <a:pos x="T2" y="T3"/>
                </a:cxn>
                <a:cxn ang="0">
                  <a:pos x="T4" y="T5"/>
                </a:cxn>
                <a:cxn ang="0">
                  <a:pos x="T6" y="T7"/>
                </a:cxn>
                <a:cxn ang="0">
                  <a:pos x="T8" y="T9"/>
                </a:cxn>
              </a:cxnLst>
              <a:rect l="0" t="0" r="r" b="b"/>
              <a:pathLst>
                <a:path w="35" h="38">
                  <a:moveTo>
                    <a:pt x="15" y="2"/>
                  </a:moveTo>
                  <a:cubicBezTo>
                    <a:pt x="23" y="0"/>
                    <a:pt x="32" y="5"/>
                    <a:pt x="33" y="14"/>
                  </a:cubicBezTo>
                  <a:cubicBezTo>
                    <a:pt x="35" y="24"/>
                    <a:pt x="28" y="34"/>
                    <a:pt x="19" y="36"/>
                  </a:cubicBezTo>
                  <a:cubicBezTo>
                    <a:pt x="11" y="38"/>
                    <a:pt x="2" y="32"/>
                    <a:pt x="1" y="22"/>
                  </a:cubicBezTo>
                  <a:cubicBezTo>
                    <a:pt x="0" y="13"/>
                    <a:pt x="6" y="4"/>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6" name="Freeform 849">
              <a:extLst>
                <a:ext uri="{FF2B5EF4-FFF2-40B4-BE49-F238E27FC236}">
                  <a16:creationId xmlns:a16="http://schemas.microsoft.com/office/drawing/2014/main" id="{29E7F922-0D4D-7F33-0387-15F185B75134}"/>
                </a:ext>
              </a:extLst>
            </p:cNvPr>
            <p:cNvSpPr>
              <a:spLocks/>
            </p:cNvSpPr>
            <p:nvPr/>
          </p:nvSpPr>
          <p:spPr bwMode="auto">
            <a:xfrm rot="5094805">
              <a:off x="1679290" y="6339387"/>
              <a:ext cx="86829" cy="89114"/>
            </a:xfrm>
            <a:custGeom>
              <a:avLst/>
              <a:gdLst>
                <a:gd name="T0" fmla="*/ 15 w 35"/>
                <a:gd name="T1" fmla="*/ 1 h 36"/>
                <a:gd name="T2" fmla="*/ 33 w 35"/>
                <a:gd name="T3" fmla="*/ 15 h 36"/>
                <a:gd name="T4" fmla="*/ 19 w 35"/>
                <a:gd name="T5" fmla="*/ 35 h 36"/>
                <a:gd name="T6" fmla="*/ 1 w 35"/>
                <a:gd name="T7" fmla="*/ 20 h 36"/>
                <a:gd name="T8" fmla="*/ 15 w 35"/>
                <a:gd name="T9" fmla="*/ 1 h 36"/>
              </a:gdLst>
              <a:ahLst/>
              <a:cxnLst>
                <a:cxn ang="0">
                  <a:pos x="T0" y="T1"/>
                </a:cxn>
                <a:cxn ang="0">
                  <a:pos x="T2" y="T3"/>
                </a:cxn>
                <a:cxn ang="0">
                  <a:pos x="T4" y="T5"/>
                </a:cxn>
                <a:cxn ang="0">
                  <a:pos x="T6" y="T7"/>
                </a:cxn>
                <a:cxn ang="0">
                  <a:pos x="T8" y="T9"/>
                </a:cxn>
              </a:cxnLst>
              <a:rect l="0" t="0" r="r" b="b"/>
              <a:pathLst>
                <a:path w="35" h="36">
                  <a:moveTo>
                    <a:pt x="15" y="1"/>
                  </a:moveTo>
                  <a:cubicBezTo>
                    <a:pt x="24" y="0"/>
                    <a:pt x="32" y="6"/>
                    <a:pt x="33" y="15"/>
                  </a:cubicBezTo>
                  <a:cubicBezTo>
                    <a:pt x="35" y="25"/>
                    <a:pt x="28" y="34"/>
                    <a:pt x="19" y="35"/>
                  </a:cubicBezTo>
                  <a:cubicBezTo>
                    <a:pt x="10" y="36"/>
                    <a:pt x="2" y="29"/>
                    <a:pt x="1" y="20"/>
                  </a:cubicBezTo>
                  <a:cubicBezTo>
                    <a:pt x="0" y="11"/>
                    <a:pt x="6" y="2"/>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7" name="Freeform 850">
              <a:extLst>
                <a:ext uri="{FF2B5EF4-FFF2-40B4-BE49-F238E27FC236}">
                  <a16:creationId xmlns:a16="http://schemas.microsoft.com/office/drawing/2014/main" id="{F4088F1E-8F8B-2A07-45A1-8A3B0BAA26D1}"/>
                </a:ext>
              </a:extLst>
            </p:cNvPr>
            <p:cNvSpPr>
              <a:spLocks/>
            </p:cNvSpPr>
            <p:nvPr/>
          </p:nvSpPr>
          <p:spPr bwMode="auto">
            <a:xfrm rot="5094805">
              <a:off x="1720514" y="6531957"/>
              <a:ext cx="84544" cy="89114"/>
            </a:xfrm>
            <a:custGeom>
              <a:avLst/>
              <a:gdLst>
                <a:gd name="T0" fmla="*/ 34 w 35"/>
                <a:gd name="T1" fmla="*/ 16 h 36"/>
                <a:gd name="T2" fmla="*/ 20 w 35"/>
                <a:gd name="T3" fmla="*/ 35 h 36"/>
                <a:gd name="T4" fmla="*/ 1 w 35"/>
                <a:gd name="T5" fmla="*/ 20 h 36"/>
                <a:gd name="T6" fmla="*/ 17 w 35"/>
                <a:gd name="T7" fmla="*/ 1 h 36"/>
                <a:gd name="T8" fmla="*/ 34 w 35"/>
                <a:gd name="T9" fmla="*/ 16 h 36"/>
              </a:gdLst>
              <a:ahLst/>
              <a:cxnLst>
                <a:cxn ang="0">
                  <a:pos x="T0" y="T1"/>
                </a:cxn>
                <a:cxn ang="0">
                  <a:pos x="T2" y="T3"/>
                </a:cxn>
                <a:cxn ang="0">
                  <a:pos x="T4" y="T5"/>
                </a:cxn>
                <a:cxn ang="0">
                  <a:pos x="T6" y="T7"/>
                </a:cxn>
                <a:cxn ang="0">
                  <a:pos x="T8" y="T9"/>
                </a:cxn>
              </a:cxnLst>
              <a:rect l="0" t="0" r="r" b="b"/>
              <a:pathLst>
                <a:path w="35" h="36">
                  <a:moveTo>
                    <a:pt x="34" y="16"/>
                  </a:moveTo>
                  <a:cubicBezTo>
                    <a:pt x="35" y="25"/>
                    <a:pt x="28" y="34"/>
                    <a:pt x="20" y="35"/>
                  </a:cubicBezTo>
                  <a:cubicBezTo>
                    <a:pt x="11" y="36"/>
                    <a:pt x="2" y="29"/>
                    <a:pt x="1" y="20"/>
                  </a:cubicBezTo>
                  <a:cubicBezTo>
                    <a:pt x="0" y="10"/>
                    <a:pt x="7" y="1"/>
                    <a:pt x="17" y="1"/>
                  </a:cubicBezTo>
                  <a:cubicBezTo>
                    <a:pt x="26" y="0"/>
                    <a:pt x="34" y="7"/>
                    <a:pt x="34"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8" name="Freeform 851">
              <a:extLst>
                <a:ext uri="{FF2B5EF4-FFF2-40B4-BE49-F238E27FC236}">
                  <a16:creationId xmlns:a16="http://schemas.microsoft.com/office/drawing/2014/main" id="{D25AFF3D-4330-AFD0-C009-F8D16C361992}"/>
                </a:ext>
              </a:extLst>
            </p:cNvPr>
            <p:cNvSpPr>
              <a:spLocks/>
            </p:cNvSpPr>
            <p:nvPr/>
          </p:nvSpPr>
          <p:spPr bwMode="auto">
            <a:xfrm rot="5094805">
              <a:off x="1766589" y="6726292"/>
              <a:ext cx="84544" cy="91399"/>
            </a:xfrm>
            <a:custGeom>
              <a:avLst/>
              <a:gdLst>
                <a:gd name="T0" fmla="*/ 15 w 34"/>
                <a:gd name="T1" fmla="*/ 2 h 37"/>
                <a:gd name="T2" fmla="*/ 33 w 34"/>
                <a:gd name="T3" fmla="*/ 16 h 37"/>
                <a:gd name="T4" fmla="*/ 19 w 34"/>
                <a:gd name="T5" fmla="*/ 35 h 37"/>
                <a:gd name="T6" fmla="*/ 0 w 34"/>
                <a:gd name="T7" fmla="*/ 20 h 37"/>
                <a:gd name="T8" fmla="*/ 15 w 34"/>
                <a:gd name="T9" fmla="*/ 2 h 37"/>
              </a:gdLst>
              <a:ahLst/>
              <a:cxnLst>
                <a:cxn ang="0">
                  <a:pos x="T0" y="T1"/>
                </a:cxn>
                <a:cxn ang="0">
                  <a:pos x="T2" y="T3"/>
                </a:cxn>
                <a:cxn ang="0">
                  <a:pos x="T4" y="T5"/>
                </a:cxn>
                <a:cxn ang="0">
                  <a:pos x="T6" y="T7"/>
                </a:cxn>
                <a:cxn ang="0">
                  <a:pos x="T8" y="T9"/>
                </a:cxn>
              </a:cxnLst>
              <a:rect l="0" t="0" r="r" b="b"/>
              <a:pathLst>
                <a:path w="34" h="37">
                  <a:moveTo>
                    <a:pt x="15" y="2"/>
                  </a:moveTo>
                  <a:cubicBezTo>
                    <a:pt x="24" y="0"/>
                    <a:pt x="32" y="6"/>
                    <a:pt x="33" y="16"/>
                  </a:cubicBezTo>
                  <a:cubicBezTo>
                    <a:pt x="34" y="25"/>
                    <a:pt x="28" y="33"/>
                    <a:pt x="19" y="35"/>
                  </a:cubicBezTo>
                  <a:cubicBezTo>
                    <a:pt x="10" y="37"/>
                    <a:pt x="1" y="29"/>
                    <a:pt x="0" y="20"/>
                  </a:cubicBezTo>
                  <a:cubicBezTo>
                    <a:pt x="0" y="11"/>
                    <a:pt x="6" y="3"/>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9" name="Freeform 858">
              <a:extLst>
                <a:ext uri="{FF2B5EF4-FFF2-40B4-BE49-F238E27FC236}">
                  <a16:creationId xmlns:a16="http://schemas.microsoft.com/office/drawing/2014/main" id="{EE999A33-199A-E6C0-B8E2-F72879CE4F89}"/>
                </a:ext>
              </a:extLst>
            </p:cNvPr>
            <p:cNvSpPr>
              <a:spLocks/>
            </p:cNvSpPr>
            <p:nvPr/>
          </p:nvSpPr>
          <p:spPr bwMode="auto">
            <a:xfrm rot="5094805">
              <a:off x="1949853" y="6692743"/>
              <a:ext cx="84544" cy="75404"/>
            </a:xfrm>
            <a:custGeom>
              <a:avLst/>
              <a:gdLst>
                <a:gd name="T0" fmla="*/ 33 w 34"/>
                <a:gd name="T1" fmla="*/ 12 h 30"/>
                <a:gd name="T2" fmla="*/ 20 w 34"/>
                <a:gd name="T3" fmla="*/ 28 h 30"/>
                <a:gd name="T4" fmla="*/ 1 w 34"/>
                <a:gd name="T5" fmla="*/ 17 h 30"/>
                <a:gd name="T6" fmla="*/ 16 w 34"/>
                <a:gd name="T7" fmla="*/ 1 h 30"/>
                <a:gd name="T8" fmla="*/ 33 w 34"/>
                <a:gd name="T9" fmla="*/ 12 h 30"/>
              </a:gdLst>
              <a:ahLst/>
              <a:cxnLst>
                <a:cxn ang="0">
                  <a:pos x="T0" y="T1"/>
                </a:cxn>
                <a:cxn ang="0">
                  <a:pos x="T2" y="T3"/>
                </a:cxn>
                <a:cxn ang="0">
                  <a:pos x="T4" y="T5"/>
                </a:cxn>
                <a:cxn ang="0">
                  <a:pos x="T6" y="T7"/>
                </a:cxn>
                <a:cxn ang="0">
                  <a:pos x="T8" y="T9"/>
                </a:cxn>
              </a:cxnLst>
              <a:rect l="0" t="0" r="r" b="b"/>
              <a:pathLst>
                <a:path w="34" h="30">
                  <a:moveTo>
                    <a:pt x="33" y="12"/>
                  </a:moveTo>
                  <a:cubicBezTo>
                    <a:pt x="34" y="20"/>
                    <a:pt x="28" y="27"/>
                    <a:pt x="20" y="28"/>
                  </a:cubicBezTo>
                  <a:cubicBezTo>
                    <a:pt x="12" y="30"/>
                    <a:pt x="3" y="24"/>
                    <a:pt x="1" y="17"/>
                  </a:cubicBezTo>
                  <a:cubicBezTo>
                    <a:pt x="0" y="9"/>
                    <a:pt x="7" y="2"/>
                    <a:pt x="16" y="1"/>
                  </a:cubicBezTo>
                  <a:cubicBezTo>
                    <a:pt x="25" y="0"/>
                    <a:pt x="32" y="5"/>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0" name="Freeform 859">
              <a:extLst>
                <a:ext uri="{FF2B5EF4-FFF2-40B4-BE49-F238E27FC236}">
                  <a16:creationId xmlns:a16="http://schemas.microsoft.com/office/drawing/2014/main" id="{A64EDC2A-0B68-BD92-59FE-441F7232E564}"/>
                </a:ext>
              </a:extLst>
            </p:cNvPr>
            <p:cNvSpPr>
              <a:spLocks/>
            </p:cNvSpPr>
            <p:nvPr/>
          </p:nvSpPr>
          <p:spPr bwMode="auto">
            <a:xfrm rot="5094805">
              <a:off x="1906256" y="6500481"/>
              <a:ext cx="84544" cy="73119"/>
            </a:xfrm>
            <a:custGeom>
              <a:avLst/>
              <a:gdLst>
                <a:gd name="T0" fmla="*/ 33 w 34"/>
                <a:gd name="T1" fmla="*/ 12 h 29"/>
                <a:gd name="T2" fmla="*/ 19 w 34"/>
                <a:gd name="T3" fmla="*/ 28 h 29"/>
                <a:gd name="T4" fmla="*/ 2 w 34"/>
                <a:gd name="T5" fmla="*/ 17 h 29"/>
                <a:gd name="T6" fmla="*/ 16 w 34"/>
                <a:gd name="T7" fmla="*/ 1 h 29"/>
                <a:gd name="T8" fmla="*/ 33 w 34"/>
                <a:gd name="T9" fmla="*/ 12 h 29"/>
              </a:gdLst>
              <a:ahLst/>
              <a:cxnLst>
                <a:cxn ang="0">
                  <a:pos x="T0" y="T1"/>
                </a:cxn>
                <a:cxn ang="0">
                  <a:pos x="T2" y="T3"/>
                </a:cxn>
                <a:cxn ang="0">
                  <a:pos x="T4" y="T5"/>
                </a:cxn>
                <a:cxn ang="0">
                  <a:pos x="T6" y="T7"/>
                </a:cxn>
                <a:cxn ang="0">
                  <a:pos x="T8" y="T9"/>
                </a:cxn>
              </a:cxnLst>
              <a:rect l="0" t="0" r="r" b="b"/>
              <a:pathLst>
                <a:path w="34" h="29">
                  <a:moveTo>
                    <a:pt x="33" y="12"/>
                  </a:moveTo>
                  <a:cubicBezTo>
                    <a:pt x="34" y="19"/>
                    <a:pt x="28" y="27"/>
                    <a:pt x="19" y="28"/>
                  </a:cubicBezTo>
                  <a:cubicBezTo>
                    <a:pt x="11" y="29"/>
                    <a:pt x="3" y="24"/>
                    <a:pt x="2" y="17"/>
                  </a:cubicBezTo>
                  <a:cubicBezTo>
                    <a:pt x="0" y="9"/>
                    <a:pt x="7" y="2"/>
                    <a:pt x="16" y="1"/>
                  </a:cubicBezTo>
                  <a:cubicBezTo>
                    <a:pt x="24" y="0"/>
                    <a:pt x="31" y="5"/>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1" name="Freeform 860">
              <a:extLst>
                <a:ext uri="{FF2B5EF4-FFF2-40B4-BE49-F238E27FC236}">
                  <a16:creationId xmlns:a16="http://schemas.microsoft.com/office/drawing/2014/main" id="{848E1F0E-4760-E905-6452-EA55C9696530}"/>
                </a:ext>
              </a:extLst>
            </p:cNvPr>
            <p:cNvSpPr>
              <a:spLocks/>
            </p:cNvSpPr>
            <p:nvPr/>
          </p:nvSpPr>
          <p:spPr bwMode="auto">
            <a:xfrm rot="5094805">
              <a:off x="1864936" y="6308016"/>
              <a:ext cx="84544" cy="70834"/>
            </a:xfrm>
            <a:custGeom>
              <a:avLst/>
              <a:gdLst>
                <a:gd name="T0" fmla="*/ 32 w 34"/>
                <a:gd name="T1" fmla="*/ 11 h 29"/>
                <a:gd name="T2" fmla="*/ 19 w 34"/>
                <a:gd name="T3" fmla="*/ 28 h 29"/>
                <a:gd name="T4" fmla="*/ 1 w 34"/>
                <a:gd name="T5" fmla="*/ 17 h 29"/>
                <a:gd name="T6" fmla="*/ 15 w 34"/>
                <a:gd name="T7" fmla="*/ 1 h 29"/>
                <a:gd name="T8" fmla="*/ 32 w 34"/>
                <a:gd name="T9" fmla="*/ 11 h 29"/>
              </a:gdLst>
              <a:ahLst/>
              <a:cxnLst>
                <a:cxn ang="0">
                  <a:pos x="T0" y="T1"/>
                </a:cxn>
                <a:cxn ang="0">
                  <a:pos x="T2" y="T3"/>
                </a:cxn>
                <a:cxn ang="0">
                  <a:pos x="T4" y="T5"/>
                </a:cxn>
                <a:cxn ang="0">
                  <a:pos x="T6" y="T7"/>
                </a:cxn>
                <a:cxn ang="0">
                  <a:pos x="T8" y="T9"/>
                </a:cxn>
              </a:cxnLst>
              <a:rect l="0" t="0" r="r" b="b"/>
              <a:pathLst>
                <a:path w="34" h="29">
                  <a:moveTo>
                    <a:pt x="32" y="11"/>
                  </a:moveTo>
                  <a:cubicBezTo>
                    <a:pt x="34" y="19"/>
                    <a:pt x="28" y="26"/>
                    <a:pt x="19" y="28"/>
                  </a:cubicBezTo>
                  <a:cubicBezTo>
                    <a:pt x="11" y="29"/>
                    <a:pt x="3" y="23"/>
                    <a:pt x="1" y="17"/>
                  </a:cubicBezTo>
                  <a:cubicBezTo>
                    <a:pt x="0" y="9"/>
                    <a:pt x="6" y="2"/>
                    <a:pt x="15" y="1"/>
                  </a:cubicBezTo>
                  <a:cubicBezTo>
                    <a:pt x="23" y="0"/>
                    <a:pt x="30" y="4"/>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2" name="Freeform 861">
              <a:extLst>
                <a:ext uri="{FF2B5EF4-FFF2-40B4-BE49-F238E27FC236}">
                  <a16:creationId xmlns:a16="http://schemas.microsoft.com/office/drawing/2014/main" id="{68F05317-41BD-014C-B669-408C5D09CA93}"/>
                </a:ext>
              </a:extLst>
            </p:cNvPr>
            <p:cNvSpPr>
              <a:spLocks/>
            </p:cNvSpPr>
            <p:nvPr/>
          </p:nvSpPr>
          <p:spPr bwMode="auto">
            <a:xfrm rot="5094805">
              <a:off x="1824859" y="6114405"/>
              <a:ext cx="82259" cy="73119"/>
            </a:xfrm>
            <a:custGeom>
              <a:avLst/>
              <a:gdLst>
                <a:gd name="T0" fmla="*/ 32 w 33"/>
                <a:gd name="T1" fmla="*/ 12 h 30"/>
                <a:gd name="T2" fmla="*/ 20 w 33"/>
                <a:gd name="T3" fmla="*/ 28 h 30"/>
                <a:gd name="T4" fmla="*/ 1 w 33"/>
                <a:gd name="T5" fmla="*/ 17 h 30"/>
                <a:gd name="T6" fmla="*/ 16 w 33"/>
                <a:gd name="T7" fmla="*/ 1 h 30"/>
                <a:gd name="T8" fmla="*/ 32 w 33"/>
                <a:gd name="T9" fmla="*/ 12 h 30"/>
              </a:gdLst>
              <a:ahLst/>
              <a:cxnLst>
                <a:cxn ang="0">
                  <a:pos x="T0" y="T1"/>
                </a:cxn>
                <a:cxn ang="0">
                  <a:pos x="T2" y="T3"/>
                </a:cxn>
                <a:cxn ang="0">
                  <a:pos x="T4" y="T5"/>
                </a:cxn>
                <a:cxn ang="0">
                  <a:pos x="T6" y="T7"/>
                </a:cxn>
                <a:cxn ang="0">
                  <a:pos x="T8" y="T9"/>
                </a:cxn>
              </a:cxnLst>
              <a:rect l="0" t="0" r="r" b="b"/>
              <a:pathLst>
                <a:path w="33" h="30">
                  <a:moveTo>
                    <a:pt x="32" y="12"/>
                  </a:moveTo>
                  <a:cubicBezTo>
                    <a:pt x="33" y="19"/>
                    <a:pt x="28" y="26"/>
                    <a:pt x="20" y="28"/>
                  </a:cubicBezTo>
                  <a:cubicBezTo>
                    <a:pt x="11" y="30"/>
                    <a:pt x="2" y="24"/>
                    <a:pt x="1" y="17"/>
                  </a:cubicBezTo>
                  <a:cubicBezTo>
                    <a:pt x="0" y="10"/>
                    <a:pt x="7" y="3"/>
                    <a:pt x="16" y="1"/>
                  </a:cubicBezTo>
                  <a:cubicBezTo>
                    <a:pt x="24" y="0"/>
                    <a:pt x="31" y="5"/>
                    <a:pt x="3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3" name="Freeform 862">
              <a:extLst>
                <a:ext uri="{FF2B5EF4-FFF2-40B4-BE49-F238E27FC236}">
                  <a16:creationId xmlns:a16="http://schemas.microsoft.com/office/drawing/2014/main" id="{13D986BF-FC2C-6519-91B4-16C15440A4D4}"/>
                </a:ext>
              </a:extLst>
            </p:cNvPr>
            <p:cNvSpPr>
              <a:spLocks/>
            </p:cNvSpPr>
            <p:nvPr/>
          </p:nvSpPr>
          <p:spPr bwMode="auto">
            <a:xfrm rot="5094805">
              <a:off x="1769053" y="5922203"/>
              <a:ext cx="79974" cy="79974"/>
            </a:xfrm>
            <a:custGeom>
              <a:avLst/>
              <a:gdLst>
                <a:gd name="T0" fmla="*/ 32 w 33"/>
                <a:gd name="T1" fmla="*/ 11 h 32"/>
                <a:gd name="T2" fmla="*/ 18 w 33"/>
                <a:gd name="T3" fmla="*/ 30 h 32"/>
                <a:gd name="T4" fmla="*/ 1 w 33"/>
                <a:gd name="T5" fmla="*/ 20 h 32"/>
                <a:gd name="T6" fmla="*/ 15 w 33"/>
                <a:gd name="T7" fmla="*/ 2 h 32"/>
                <a:gd name="T8" fmla="*/ 32 w 33"/>
                <a:gd name="T9" fmla="*/ 11 h 32"/>
              </a:gdLst>
              <a:ahLst/>
              <a:cxnLst>
                <a:cxn ang="0">
                  <a:pos x="T0" y="T1"/>
                </a:cxn>
                <a:cxn ang="0">
                  <a:pos x="T2" y="T3"/>
                </a:cxn>
                <a:cxn ang="0">
                  <a:pos x="T4" y="T5"/>
                </a:cxn>
                <a:cxn ang="0">
                  <a:pos x="T6" y="T7"/>
                </a:cxn>
                <a:cxn ang="0">
                  <a:pos x="T8" y="T9"/>
                </a:cxn>
              </a:cxnLst>
              <a:rect l="0" t="0" r="r" b="b"/>
              <a:pathLst>
                <a:path w="33" h="32">
                  <a:moveTo>
                    <a:pt x="32" y="11"/>
                  </a:moveTo>
                  <a:cubicBezTo>
                    <a:pt x="33" y="19"/>
                    <a:pt x="27" y="28"/>
                    <a:pt x="18" y="30"/>
                  </a:cubicBezTo>
                  <a:cubicBezTo>
                    <a:pt x="10" y="32"/>
                    <a:pt x="2" y="27"/>
                    <a:pt x="1" y="20"/>
                  </a:cubicBezTo>
                  <a:cubicBezTo>
                    <a:pt x="0" y="12"/>
                    <a:pt x="6" y="4"/>
                    <a:pt x="15" y="2"/>
                  </a:cubicBezTo>
                  <a:cubicBezTo>
                    <a:pt x="23" y="0"/>
                    <a:pt x="30" y="4"/>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4" name="Freeform 863">
              <a:extLst>
                <a:ext uri="{FF2B5EF4-FFF2-40B4-BE49-F238E27FC236}">
                  <a16:creationId xmlns:a16="http://schemas.microsoft.com/office/drawing/2014/main" id="{40064A7B-3AA7-A5A3-C0E0-FD5602DE04EE}"/>
                </a:ext>
              </a:extLst>
            </p:cNvPr>
            <p:cNvSpPr>
              <a:spLocks/>
            </p:cNvSpPr>
            <p:nvPr/>
          </p:nvSpPr>
          <p:spPr bwMode="auto">
            <a:xfrm rot="5094805">
              <a:off x="1699592" y="5733501"/>
              <a:ext cx="77689" cy="82259"/>
            </a:xfrm>
            <a:custGeom>
              <a:avLst/>
              <a:gdLst>
                <a:gd name="T0" fmla="*/ 32 w 32"/>
                <a:gd name="T1" fmla="*/ 12 h 34"/>
                <a:gd name="T2" fmla="*/ 19 w 32"/>
                <a:gd name="T3" fmla="*/ 31 h 34"/>
                <a:gd name="T4" fmla="*/ 1 w 32"/>
                <a:gd name="T5" fmla="*/ 21 h 34"/>
                <a:gd name="T6" fmla="*/ 14 w 32"/>
                <a:gd name="T7" fmla="*/ 3 h 34"/>
                <a:gd name="T8" fmla="*/ 32 w 32"/>
                <a:gd name="T9" fmla="*/ 12 h 34"/>
              </a:gdLst>
              <a:ahLst/>
              <a:cxnLst>
                <a:cxn ang="0">
                  <a:pos x="T0" y="T1"/>
                </a:cxn>
                <a:cxn ang="0">
                  <a:pos x="T2" y="T3"/>
                </a:cxn>
                <a:cxn ang="0">
                  <a:pos x="T4" y="T5"/>
                </a:cxn>
                <a:cxn ang="0">
                  <a:pos x="T6" y="T7"/>
                </a:cxn>
                <a:cxn ang="0">
                  <a:pos x="T8" y="T9"/>
                </a:cxn>
              </a:cxnLst>
              <a:rect l="0" t="0" r="r" b="b"/>
              <a:pathLst>
                <a:path w="32" h="34">
                  <a:moveTo>
                    <a:pt x="32" y="12"/>
                  </a:moveTo>
                  <a:cubicBezTo>
                    <a:pt x="32" y="20"/>
                    <a:pt x="27" y="28"/>
                    <a:pt x="19" y="31"/>
                  </a:cubicBezTo>
                  <a:cubicBezTo>
                    <a:pt x="10" y="34"/>
                    <a:pt x="2" y="29"/>
                    <a:pt x="1" y="21"/>
                  </a:cubicBezTo>
                  <a:cubicBezTo>
                    <a:pt x="0" y="14"/>
                    <a:pt x="6" y="6"/>
                    <a:pt x="14" y="3"/>
                  </a:cubicBezTo>
                  <a:cubicBezTo>
                    <a:pt x="23" y="0"/>
                    <a:pt x="31" y="4"/>
                    <a:pt x="3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5" name="Freeform 864">
              <a:extLst>
                <a:ext uri="{FF2B5EF4-FFF2-40B4-BE49-F238E27FC236}">
                  <a16:creationId xmlns:a16="http://schemas.microsoft.com/office/drawing/2014/main" id="{EBC6AFAA-D66D-32EC-47A5-6FCEE57602E8}"/>
                </a:ext>
              </a:extLst>
            </p:cNvPr>
            <p:cNvSpPr>
              <a:spLocks/>
            </p:cNvSpPr>
            <p:nvPr/>
          </p:nvSpPr>
          <p:spPr bwMode="auto">
            <a:xfrm rot="5094805">
              <a:off x="1614392" y="5546006"/>
              <a:ext cx="79974" cy="89114"/>
            </a:xfrm>
            <a:custGeom>
              <a:avLst/>
              <a:gdLst>
                <a:gd name="T0" fmla="*/ 31 w 32"/>
                <a:gd name="T1" fmla="*/ 12 h 36"/>
                <a:gd name="T2" fmla="*/ 18 w 32"/>
                <a:gd name="T3" fmla="*/ 32 h 36"/>
                <a:gd name="T4" fmla="*/ 0 w 32"/>
                <a:gd name="T5" fmla="*/ 23 h 36"/>
                <a:gd name="T6" fmla="*/ 13 w 32"/>
                <a:gd name="T7" fmla="*/ 4 h 36"/>
                <a:gd name="T8" fmla="*/ 31 w 32"/>
                <a:gd name="T9" fmla="*/ 12 h 36"/>
              </a:gdLst>
              <a:ahLst/>
              <a:cxnLst>
                <a:cxn ang="0">
                  <a:pos x="T0" y="T1"/>
                </a:cxn>
                <a:cxn ang="0">
                  <a:pos x="T2" y="T3"/>
                </a:cxn>
                <a:cxn ang="0">
                  <a:pos x="T4" y="T5"/>
                </a:cxn>
                <a:cxn ang="0">
                  <a:pos x="T6" y="T7"/>
                </a:cxn>
                <a:cxn ang="0">
                  <a:pos x="T8" y="T9"/>
                </a:cxn>
              </a:cxnLst>
              <a:rect l="0" t="0" r="r" b="b"/>
              <a:pathLst>
                <a:path w="32" h="36">
                  <a:moveTo>
                    <a:pt x="31" y="12"/>
                  </a:moveTo>
                  <a:cubicBezTo>
                    <a:pt x="32" y="20"/>
                    <a:pt x="26" y="29"/>
                    <a:pt x="18" y="32"/>
                  </a:cubicBezTo>
                  <a:cubicBezTo>
                    <a:pt x="10" y="36"/>
                    <a:pt x="1" y="31"/>
                    <a:pt x="0" y="23"/>
                  </a:cubicBezTo>
                  <a:cubicBezTo>
                    <a:pt x="0" y="16"/>
                    <a:pt x="5" y="7"/>
                    <a:pt x="13" y="4"/>
                  </a:cubicBezTo>
                  <a:cubicBezTo>
                    <a:pt x="22" y="0"/>
                    <a:pt x="30" y="4"/>
                    <a:pt x="3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6" name="Freeform 865">
              <a:extLst>
                <a:ext uri="{FF2B5EF4-FFF2-40B4-BE49-F238E27FC236}">
                  <a16:creationId xmlns:a16="http://schemas.microsoft.com/office/drawing/2014/main" id="{78FDE118-5CAE-3F22-65E3-4A4BC49327B8}"/>
                </a:ext>
              </a:extLst>
            </p:cNvPr>
            <p:cNvSpPr>
              <a:spLocks/>
            </p:cNvSpPr>
            <p:nvPr/>
          </p:nvSpPr>
          <p:spPr bwMode="auto">
            <a:xfrm rot="5094805">
              <a:off x="1524649" y="5363688"/>
              <a:ext cx="77689" cy="86829"/>
            </a:xfrm>
            <a:custGeom>
              <a:avLst/>
              <a:gdLst>
                <a:gd name="T0" fmla="*/ 30 w 31"/>
                <a:gd name="T1" fmla="*/ 13 h 35"/>
                <a:gd name="T2" fmla="*/ 16 w 31"/>
                <a:gd name="T3" fmla="*/ 32 h 35"/>
                <a:gd name="T4" fmla="*/ 0 w 31"/>
                <a:gd name="T5" fmla="*/ 23 h 35"/>
                <a:gd name="T6" fmla="*/ 14 w 31"/>
                <a:gd name="T7" fmla="*/ 4 h 35"/>
                <a:gd name="T8" fmla="*/ 30 w 31"/>
                <a:gd name="T9" fmla="*/ 13 h 35"/>
              </a:gdLst>
              <a:ahLst/>
              <a:cxnLst>
                <a:cxn ang="0">
                  <a:pos x="T0" y="T1"/>
                </a:cxn>
                <a:cxn ang="0">
                  <a:pos x="T2" y="T3"/>
                </a:cxn>
                <a:cxn ang="0">
                  <a:pos x="T4" y="T5"/>
                </a:cxn>
                <a:cxn ang="0">
                  <a:pos x="T6" y="T7"/>
                </a:cxn>
                <a:cxn ang="0">
                  <a:pos x="T8" y="T9"/>
                </a:cxn>
              </a:cxnLst>
              <a:rect l="0" t="0" r="r" b="b"/>
              <a:pathLst>
                <a:path w="31" h="35">
                  <a:moveTo>
                    <a:pt x="30" y="13"/>
                  </a:moveTo>
                  <a:cubicBezTo>
                    <a:pt x="31" y="20"/>
                    <a:pt x="24" y="29"/>
                    <a:pt x="16" y="32"/>
                  </a:cubicBezTo>
                  <a:cubicBezTo>
                    <a:pt x="8" y="35"/>
                    <a:pt x="0" y="31"/>
                    <a:pt x="0" y="23"/>
                  </a:cubicBezTo>
                  <a:cubicBezTo>
                    <a:pt x="0" y="15"/>
                    <a:pt x="6" y="7"/>
                    <a:pt x="14" y="4"/>
                  </a:cubicBezTo>
                  <a:cubicBezTo>
                    <a:pt x="23" y="0"/>
                    <a:pt x="30" y="4"/>
                    <a:pt x="3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7" name="Freeform 866">
              <a:extLst>
                <a:ext uri="{FF2B5EF4-FFF2-40B4-BE49-F238E27FC236}">
                  <a16:creationId xmlns:a16="http://schemas.microsoft.com/office/drawing/2014/main" id="{85D05EDF-8400-47D0-CFAC-BA7117840756}"/>
                </a:ext>
              </a:extLst>
            </p:cNvPr>
            <p:cNvSpPr>
              <a:spLocks/>
            </p:cNvSpPr>
            <p:nvPr/>
          </p:nvSpPr>
          <p:spPr bwMode="auto">
            <a:xfrm rot="5094805">
              <a:off x="1421038" y="5180107"/>
              <a:ext cx="79974" cy="84544"/>
            </a:xfrm>
            <a:custGeom>
              <a:avLst/>
              <a:gdLst>
                <a:gd name="T0" fmla="*/ 32 w 33"/>
                <a:gd name="T1" fmla="*/ 10 h 34"/>
                <a:gd name="T2" fmla="*/ 18 w 33"/>
                <a:gd name="T3" fmla="*/ 31 h 34"/>
                <a:gd name="T4" fmla="*/ 2 w 33"/>
                <a:gd name="T5" fmla="*/ 24 h 34"/>
                <a:gd name="T6" fmla="*/ 15 w 33"/>
                <a:gd name="T7" fmla="*/ 3 h 34"/>
                <a:gd name="T8" fmla="*/ 32 w 33"/>
                <a:gd name="T9" fmla="*/ 10 h 34"/>
              </a:gdLst>
              <a:ahLst/>
              <a:cxnLst>
                <a:cxn ang="0">
                  <a:pos x="T0" y="T1"/>
                </a:cxn>
                <a:cxn ang="0">
                  <a:pos x="T2" y="T3"/>
                </a:cxn>
                <a:cxn ang="0">
                  <a:pos x="T4" y="T5"/>
                </a:cxn>
                <a:cxn ang="0">
                  <a:pos x="T6" y="T7"/>
                </a:cxn>
                <a:cxn ang="0">
                  <a:pos x="T8" y="T9"/>
                </a:cxn>
              </a:cxnLst>
              <a:rect l="0" t="0" r="r" b="b"/>
              <a:pathLst>
                <a:path w="33" h="34">
                  <a:moveTo>
                    <a:pt x="32" y="10"/>
                  </a:moveTo>
                  <a:cubicBezTo>
                    <a:pt x="33" y="17"/>
                    <a:pt x="27" y="27"/>
                    <a:pt x="18" y="31"/>
                  </a:cubicBezTo>
                  <a:cubicBezTo>
                    <a:pt x="11" y="34"/>
                    <a:pt x="3" y="31"/>
                    <a:pt x="2" y="24"/>
                  </a:cubicBezTo>
                  <a:cubicBezTo>
                    <a:pt x="0" y="17"/>
                    <a:pt x="7" y="7"/>
                    <a:pt x="15" y="3"/>
                  </a:cubicBezTo>
                  <a:cubicBezTo>
                    <a:pt x="24" y="0"/>
                    <a:pt x="31" y="2"/>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8" name="Freeform 867">
              <a:extLst>
                <a:ext uri="{FF2B5EF4-FFF2-40B4-BE49-F238E27FC236}">
                  <a16:creationId xmlns:a16="http://schemas.microsoft.com/office/drawing/2014/main" id="{DC8A7320-FEF2-B098-CFB7-FDF6E0D85142}"/>
                </a:ext>
              </a:extLst>
            </p:cNvPr>
            <p:cNvSpPr>
              <a:spLocks/>
            </p:cNvSpPr>
            <p:nvPr/>
          </p:nvSpPr>
          <p:spPr bwMode="auto">
            <a:xfrm rot="5094805">
              <a:off x="1316704" y="5000240"/>
              <a:ext cx="77689" cy="84544"/>
            </a:xfrm>
            <a:custGeom>
              <a:avLst/>
              <a:gdLst>
                <a:gd name="T0" fmla="*/ 31 w 32"/>
                <a:gd name="T1" fmla="*/ 10 h 34"/>
                <a:gd name="T2" fmla="*/ 18 w 32"/>
                <a:gd name="T3" fmla="*/ 30 h 34"/>
                <a:gd name="T4" fmla="*/ 1 w 32"/>
                <a:gd name="T5" fmla="*/ 25 h 34"/>
                <a:gd name="T6" fmla="*/ 13 w 32"/>
                <a:gd name="T7" fmla="*/ 5 h 34"/>
                <a:gd name="T8" fmla="*/ 31 w 32"/>
                <a:gd name="T9" fmla="*/ 10 h 34"/>
              </a:gdLst>
              <a:ahLst/>
              <a:cxnLst>
                <a:cxn ang="0">
                  <a:pos x="T0" y="T1"/>
                </a:cxn>
                <a:cxn ang="0">
                  <a:pos x="T2" y="T3"/>
                </a:cxn>
                <a:cxn ang="0">
                  <a:pos x="T4" y="T5"/>
                </a:cxn>
                <a:cxn ang="0">
                  <a:pos x="T6" y="T7"/>
                </a:cxn>
                <a:cxn ang="0">
                  <a:pos x="T8" y="T9"/>
                </a:cxn>
              </a:cxnLst>
              <a:rect l="0" t="0" r="r" b="b"/>
              <a:pathLst>
                <a:path w="32" h="34">
                  <a:moveTo>
                    <a:pt x="31" y="10"/>
                  </a:moveTo>
                  <a:cubicBezTo>
                    <a:pt x="32" y="17"/>
                    <a:pt x="26" y="26"/>
                    <a:pt x="18" y="30"/>
                  </a:cubicBezTo>
                  <a:cubicBezTo>
                    <a:pt x="10" y="34"/>
                    <a:pt x="1" y="32"/>
                    <a:pt x="1" y="25"/>
                  </a:cubicBezTo>
                  <a:cubicBezTo>
                    <a:pt x="0" y="18"/>
                    <a:pt x="5" y="9"/>
                    <a:pt x="13" y="5"/>
                  </a:cubicBezTo>
                  <a:cubicBezTo>
                    <a:pt x="22" y="0"/>
                    <a:pt x="30" y="3"/>
                    <a:pt x="3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9" name="Freeform 868">
              <a:extLst>
                <a:ext uri="{FF2B5EF4-FFF2-40B4-BE49-F238E27FC236}">
                  <a16:creationId xmlns:a16="http://schemas.microsoft.com/office/drawing/2014/main" id="{57301B42-3CFD-82B2-9EE4-E1D921A32C2E}"/>
                </a:ext>
              </a:extLst>
            </p:cNvPr>
            <p:cNvSpPr>
              <a:spLocks/>
            </p:cNvSpPr>
            <p:nvPr/>
          </p:nvSpPr>
          <p:spPr bwMode="auto">
            <a:xfrm rot="5094805">
              <a:off x="1205436" y="4820884"/>
              <a:ext cx="77689" cy="82259"/>
            </a:xfrm>
            <a:custGeom>
              <a:avLst/>
              <a:gdLst>
                <a:gd name="T0" fmla="*/ 31 w 32"/>
                <a:gd name="T1" fmla="*/ 9 h 33"/>
                <a:gd name="T2" fmla="*/ 18 w 32"/>
                <a:gd name="T3" fmla="*/ 29 h 33"/>
                <a:gd name="T4" fmla="*/ 1 w 32"/>
                <a:gd name="T5" fmla="*/ 24 h 33"/>
                <a:gd name="T6" fmla="*/ 13 w 32"/>
                <a:gd name="T7" fmla="*/ 5 h 33"/>
                <a:gd name="T8" fmla="*/ 31 w 32"/>
                <a:gd name="T9" fmla="*/ 9 h 33"/>
              </a:gdLst>
              <a:ahLst/>
              <a:cxnLst>
                <a:cxn ang="0">
                  <a:pos x="T0" y="T1"/>
                </a:cxn>
                <a:cxn ang="0">
                  <a:pos x="T2" y="T3"/>
                </a:cxn>
                <a:cxn ang="0">
                  <a:pos x="T4" y="T5"/>
                </a:cxn>
                <a:cxn ang="0">
                  <a:pos x="T6" y="T7"/>
                </a:cxn>
                <a:cxn ang="0">
                  <a:pos x="T8" y="T9"/>
                </a:cxn>
              </a:cxnLst>
              <a:rect l="0" t="0" r="r" b="b"/>
              <a:pathLst>
                <a:path w="32" h="33">
                  <a:moveTo>
                    <a:pt x="31" y="9"/>
                  </a:moveTo>
                  <a:cubicBezTo>
                    <a:pt x="32" y="16"/>
                    <a:pt x="26" y="24"/>
                    <a:pt x="18" y="29"/>
                  </a:cubicBezTo>
                  <a:cubicBezTo>
                    <a:pt x="10" y="33"/>
                    <a:pt x="1" y="31"/>
                    <a:pt x="1" y="24"/>
                  </a:cubicBezTo>
                  <a:cubicBezTo>
                    <a:pt x="0" y="18"/>
                    <a:pt x="5" y="9"/>
                    <a:pt x="13" y="5"/>
                  </a:cubicBezTo>
                  <a:cubicBezTo>
                    <a:pt x="22" y="0"/>
                    <a:pt x="30" y="2"/>
                    <a:pt x="3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0" name="Freeform 897">
              <a:extLst>
                <a:ext uri="{FF2B5EF4-FFF2-40B4-BE49-F238E27FC236}">
                  <a16:creationId xmlns:a16="http://schemas.microsoft.com/office/drawing/2014/main" id="{FD5CE9A9-5DCA-BEF8-F86E-7921858A90F9}"/>
                </a:ext>
              </a:extLst>
            </p:cNvPr>
            <p:cNvSpPr>
              <a:spLocks/>
            </p:cNvSpPr>
            <p:nvPr/>
          </p:nvSpPr>
          <p:spPr bwMode="auto">
            <a:xfrm rot="5094805">
              <a:off x="-41014" y="2067656"/>
              <a:ext cx="77689" cy="29705"/>
            </a:xfrm>
            <a:custGeom>
              <a:avLst/>
              <a:gdLst>
                <a:gd name="T0" fmla="*/ 32 w 32"/>
                <a:gd name="T1" fmla="*/ 6 h 12"/>
                <a:gd name="T2" fmla="*/ 18 w 32"/>
                <a:gd name="T3" fmla="*/ 12 h 12"/>
                <a:gd name="T4" fmla="*/ 1 w 32"/>
                <a:gd name="T5" fmla="*/ 7 h 12"/>
                <a:gd name="T6" fmla="*/ 14 w 32"/>
                <a:gd name="T7" fmla="*/ 1 h 12"/>
                <a:gd name="T8" fmla="*/ 32 w 32"/>
                <a:gd name="T9" fmla="*/ 6 h 12"/>
              </a:gdLst>
              <a:ahLst/>
              <a:cxnLst>
                <a:cxn ang="0">
                  <a:pos x="T0" y="T1"/>
                </a:cxn>
                <a:cxn ang="0">
                  <a:pos x="T2" y="T3"/>
                </a:cxn>
                <a:cxn ang="0">
                  <a:pos x="T4" y="T5"/>
                </a:cxn>
                <a:cxn ang="0">
                  <a:pos x="T6" y="T7"/>
                </a:cxn>
                <a:cxn ang="0">
                  <a:pos x="T8" y="T9"/>
                </a:cxn>
              </a:cxnLst>
              <a:rect l="0" t="0" r="r" b="b"/>
              <a:pathLst>
                <a:path w="32" h="12">
                  <a:moveTo>
                    <a:pt x="32" y="6"/>
                  </a:moveTo>
                  <a:cubicBezTo>
                    <a:pt x="32" y="9"/>
                    <a:pt x="26" y="11"/>
                    <a:pt x="18" y="12"/>
                  </a:cubicBezTo>
                  <a:cubicBezTo>
                    <a:pt x="10" y="12"/>
                    <a:pt x="1" y="10"/>
                    <a:pt x="1" y="7"/>
                  </a:cubicBezTo>
                  <a:cubicBezTo>
                    <a:pt x="0" y="5"/>
                    <a:pt x="6" y="2"/>
                    <a:pt x="14" y="1"/>
                  </a:cubicBezTo>
                  <a:cubicBezTo>
                    <a:pt x="23" y="0"/>
                    <a:pt x="31" y="3"/>
                    <a:pt x="3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1" name="Freeform 898">
              <a:extLst>
                <a:ext uri="{FF2B5EF4-FFF2-40B4-BE49-F238E27FC236}">
                  <a16:creationId xmlns:a16="http://schemas.microsoft.com/office/drawing/2014/main" id="{2D459BE6-4F84-9587-F60D-F852B22FC6C2}"/>
                </a:ext>
              </a:extLst>
            </p:cNvPr>
            <p:cNvSpPr>
              <a:spLocks/>
            </p:cNvSpPr>
            <p:nvPr/>
          </p:nvSpPr>
          <p:spPr bwMode="auto">
            <a:xfrm rot="5094805">
              <a:off x="-15634" y="2261336"/>
              <a:ext cx="82259" cy="31990"/>
            </a:xfrm>
            <a:custGeom>
              <a:avLst/>
              <a:gdLst>
                <a:gd name="T0" fmla="*/ 31 w 33"/>
                <a:gd name="T1" fmla="*/ 6 h 13"/>
                <a:gd name="T2" fmla="*/ 17 w 33"/>
                <a:gd name="T3" fmla="*/ 13 h 13"/>
                <a:gd name="T4" fmla="*/ 1 w 33"/>
                <a:gd name="T5" fmla="*/ 8 h 13"/>
                <a:gd name="T6" fmla="*/ 15 w 33"/>
                <a:gd name="T7" fmla="*/ 1 h 13"/>
                <a:gd name="T8" fmla="*/ 31 w 33"/>
                <a:gd name="T9" fmla="*/ 6 h 13"/>
              </a:gdLst>
              <a:ahLst/>
              <a:cxnLst>
                <a:cxn ang="0">
                  <a:pos x="T0" y="T1"/>
                </a:cxn>
                <a:cxn ang="0">
                  <a:pos x="T2" y="T3"/>
                </a:cxn>
                <a:cxn ang="0">
                  <a:pos x="T4" y="T5"/>
                </a:cxn>
                <a:cxn ang="0">
                  <a:pos x="T6" y="T7"/>
                </a:cxn>
                <a:cxn ang="0">
                  <a:pos x="T8" y="T9"/>
                </a:cxn>
              </a:cxnLst>
              <a:rect l="0" t="0" r="r" b="b"/>
              <a:pathLst>
                <a:path w="33" h="13">
                  <a:moveTo>
                    <a:pt x="31" y="6"/>
                  </a:moveTo>
                  <a:cubicBezTo>
                    <a:pt x="33" y="9"/>
                    <a:pt x="26" y="12"/>
                    <a:pt x="17" y="13"/>
                  </a:cubicBezTo>
                  <a:cubicBezTo>
                    <a:pt x="9" y="13"/>
                    <a:pt x="2" y="11"/>
                    <a:pt x="1" y="8"/>
                  </a:cubicBezTo>
                  <a:cubicBezTo>
                    <a:pt x="0" y="5"/>
                    <a:pt x="6" y="1"/>
                    <a:pt x="15" y="1"/>
                  </a:cubicBezTo>
                  <a:cubicBezTo>
                    <a:pt x="23" y="0"/>
                    <a:pt x="30" y="3"/>
                    <a:pt x="3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2" name="Freeform 899">
              <a:extLst>
                <a:ext uri="{FF2B5EF4-FFF2-40B4-BE49-F238E27FC236}">
                  <a16:creationId xmlns:a16="http://schemas.microsoft.com/office/drawing/2014/main" id="{76364F65-22C1-3E91-F9D3-066537E5CAC8}"/>
                </a:ext>
              </a:extLst>
            </p:cNvPr>
            <p:cNvSpPr>
              <a:spLocks/>
            </p:cNvSpPr>
            <p:nvPr/>
          </p:nvSpPr>
          <p:spPr bwMode="auto">
            <a:xfrm rot="5094805">
              <a:off x="12860" y="2451399"/>
              <a:ext cx="84544" cy="34275"/>
            </a:xfrm>
            <a:custGeom>
              <a:avLst/>
              <a:gdLst>
                <a:gd name="T0" fmla="*/ 32 w 34"/>
                <a:gd name="T1" fmla="*/ 5 h 13"/>
                <a:gd name="T2" fmla="*/ 19 w 34"/>
                <a:gd name="T3" fmla="*/ 12 h 13"/>
                <a:gd name="T4" fmla="*/ 2 w 34"/>
                <a:gd name="T5" fmla="*/ 8 h 13"/>
                <a:gd name="T6" fmla="*/ 16 w 34"/>
                <a:gd name="T7" fmla="*/ 0 h 13"/>
                <a:gd name="T8" fmla="*/ 32 w 34"/>
                <a:gd name="T9" fmla="*/ 5 h 13"/>
              </a:gdLst>
              <a:ahLst/>
              <a:cxnLst>
                <a:cxn ang="0">
                  <a:pos x="T0" y="T1"/>
                </a:cxn>
                <a:cxn ang="0">
                  <a:pos x="T2" y="T3"/>
                </a:cxn>
                <a:cxn ang="0">
                  <a:pos x="T4" y="T5"/>
                </a:cxn>
                <a:cxn ang="0">
                  <a:pos x="T6" y="T7"/>
                </a:cxn>
                <a:cxn ang="0">
                  <a:pos x="T8" y="T9"/>
                </a:cxn>
              </a:cxnLst>
              <a:rect l="0" t="0" r="r" b="b"/>
              <a:pathLst>
                <a:path w="34" h="13">
                  <a:moveTo>
                    <a:pt x="32" y="5"/>
                  </a:moveTo>
                  <a:cubicBezTo>
                    <a:pt x="34" y="9"/>
                    <a:pt x="27" y="12"/>
                    <a:pt x="19" y="12"/>
                  </a:cubicBezTo>
                  <a:cubicBezTo>
                    <a:pt x="11" y="13"/>
                    <a:pt x="3" y="11"/>
                    <a:pt x="2" y="8"/>
                  </a:cubicBezTo>
                  <a:cubicBezTo>
                    <a:pt x="0" y="5"/>
                    <a:pt x="7" y="1"/>
                    <a:pt x="16" y="0"/>
                  </a:cubicBezTo>
                  <a:cubicBezTo>
                    <a:pt x="24" y="0"/>
                    <a:pt x="31" y="2"/>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3" name="Freeform 900">
              <a:extLst>
                <a:ext uri="{FF2B5EF4-FFF2-40B4-BE49-F238E27FC236}">
                  <a16:creationId xmlns:a16="http://schemas.microsoft.com/office/drawing/2014/main" id="{D0DDB61E-D505-38D6-EBB8-A6D748F3DF56}"/>
                </a:ext>
              </a:extLst>
            </p:cNvPr>
            <p:cNvSpPr>
              <a:spLocks/>
            </p:cNvSpPr>
            <p:nvPr/>
          </p:nvSpPr>
          <p:spPr bwMode="auto">
            <a:xfrm rot="5094805">
              <a:off x="50573" y="2643237"/>
              <a:ext cx="79974" cy="34275"/>
            </a:xfrm>
            <a:custGeom>
              <a:avLst/>
              <a:gdLst>
                <a:gd name="T0" fmla="*/ 32 w 33"/>
                <a:gd name="T1" fmla="*/ 5 h 14"/>
                <a:gd name="T2" fmla="*/ 18 w 33"/>
                <a:gd name="T3" fmla="*/ 13 h 14"/>
                <a:gd name="T4" fmla="*/ 1 w 33"/>
                <a:gd name="T5" fmla="*/ 9 h 14"/>
                <a:gd name="T6" fmla="*/ 16 w 33"/>
                <a:gd name="T7" fmla="*/ 1 h 14"/>
                <a:gd name="T8" fmla="*/ 32 w 33"/>
                <a:gd name="T9" fmla="*/ 5 h 14"/>
              </a:gdLst>
              <a:ahLst/>
              <a:cxnLst>
                <a:cxn ang="0">
                  <a:pos x="T0" y="T1"/>
                </a:cxn>
                <a:cxn ang="0">
                  <a:pos x="T2" y="T3"/>
                </a:cxn>
                <a:cxn ang="0">
                  <a:pos x="T4" y="T5"/>
                </a:cxn>
                <a:cxn ang="0">
                  <a:pos x="T6" y="T7"/>
                </a:cxn>
                <a:cxn ang="0">
                  <a:pos x="T8" y="T9"/>
                </a:cxn>
              </a:cxnLst>
              <a:rect l="0" t="0" r="r" b="b"/>
              <a:pathLst>
                <a:path w="33" h="14">
                  <a:moveTo>
                    <a:pt x="32" y="5"/>
                  </a:moveTo>
                  <a:cubicBezTo>
                    <a:pt x="33" y="8"/>
                    <a:pt x="27" y="12"/>
                    <a:pt x="18" y="13"/>
                  </a:cubicBezTo>
                  <a:cubicBezTo>
                    <a:pt x="10" y="14"/>
                    <a:pt x="2" y="13"/>
                    <a:pt x="1" y="9"/>
                  </a:cubicBezTo>
                  <a:cubicBezTo>
                    <a:pt x="0" y="6"/>
                    <a:pt x="7" y="2"/>
                    <a:pt x="16" y="1"/>
                  </a:cubicBezTo>
                  <a:cubicBezTo>
                    <a:pt x="24" y="0"/>
                    <a:pt x="31" y="1"/>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4" name="Freeform 901">
              <a:extLst>
                <a:ext uri="{FF2B5EF4-FFF2-40B4-BE49-F238E27FC236}">
                  <a16:creationId xmlns:a16="http://schemas.microsoft.com/office/drawing/2014/main" id="{BAE7A2AD-D0B3-824D-F952-48EC36EC6C17}"/>
                </a:ext>
              </a:extLst>
            </p:cNvPr>
            <p:cNvSpPr>
              <a:spLocks/>
            </p:cNvSpPr>
            <p:nvPr/>
          </p:nvSpPr>
          <p:spPr bwMode="auto">
            <a:xfrm rot="5094805">
              <a:off x="101933" y="2831371"/>
              <a:ext cx="79974" cy="38845"/>
            </a:xfrm>
            <a:custGeom>
              <a:avLst/>
              <a:gdLst>
                <a:gd name="T0" fmla="*/ 31 w 32"/>
                <a:gd name="T1" fmla="*/ 5 h 16"/>
                <a:gd name="T2" fmla="*/ 18 w 32"/>
                <a:gd name="T3" fmla="*/ 14 h 16"/>
                <a:gd name="T4" fmla="*/ 1 w 32"/>
                <a:gd name="T5" fmla="*/ 11 h 16"/>
                <a:gd name="T6" fmla="*/ 15 w 32"/>
                <a:gd name="T7" fmla="*/ 2 h 16"/>
                <a:gd name="T8" fmla="*/ 31 w 32"/>
                <a:gd name="T9" fmla="*/ 5 h 16"/>
              </a:gdLst>
              <a:ahLst/>
              <a:cxnLst>
                <a:cxn ang="0">
                  <a:pos x="T0" y="T1"/>
                </a:cxn>
                <a:cxn ang="0">
                  <a:pos x="T2" y="T3"/>
                </a:cxn>
                <a:cxn ang="0">
                  <a:pos x="T4" y="T5"/>
                </a:cxn>
                <a:cxn ang="0">
                  <a:pos x="T6" y="T7"/>
                </a:cxn>
                <a:cxn ang="0">
                  <a:pos x="T8" y="T9"/>
                </a:cxn>
              </a:cxnLst>
              <a:rect l="0" t="0" r="r" b="b"/>
              <a:pathLst>
                <a:path w="32" h="16">
                  <a:moveTo>
                    <a:pt x="31" y="5"/>
                  </a:moveTo>
                  <a:cubicBezTo>
                    <a:pt x="32" y="8"/>
                    <a:pt x="26" y="12"/>
                    <a:pt x="18" y="14"/>
                  </a:cubicBezTo>
                  <a:cubicBezTo>
                    <a:pt x="9" y="16"/>
                    <a:pt x="1" y="14"/>
                    <a:pt x="1" y="11"/>
                  </a:cubicBezTo>
                  <a:cubicBezTo>
                    <a:pt x="0" y="8"/>
                    <a:pt x="7" y="3"/>
                    <a:pt x="15" y="2"/>
                  </a:cubicBezTo>
                  <a:cubicBezTo>
                    <a:pt x="23" y="0"/>
                    <a:pt x="31" y="1"/>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5" name="Freeform 902">
              <a:extLst>
                <a:ext uri="{FF2B5EF4-FFF2-40B4-BE49-F238E27FC236}">
                  <a16:creationId xmlns:a16="http://schemas.microsoft.com/office/drawing/2014/main" id="{C5EFB840-04C7-A4F2-F3AA-FAB6C50784FA}"/>
                </a:ext>
              </a:extLst>
            </p:cNvPr>
            <p:cNvSpPr>
              <a:spLocks/>
            </p:cNvSpPr>
            <p:nvPr/>
          </p:nvSpPr>
          <p:spPr bwMode="auto">
            <a:xfrm rot="5094805">
              <a:off x="167884" y="3017055"/>
              <a:ext cx="79974" cy="41130"/>
            </a:xfrm>
            <a:custGeom>
              <a:avLst/>
              <a:gdLst>
                <a:gd name="T0" fmla="*/ 32 w 32"/>
                <a:gd name="T1" fmla="*/ 4 h 17"/>
                <a:gd name="T2" fmla="*/ 18 w 32"/>
                <a:gd name="T3" fmla="*/ 14 h 17"/>
                <a:gd name="T4" fmla="*/ 1 w 32"/>
                <a:gd name="T5" fmla="*/ 13 h 17"/>
                <a:gd name="T6" fmla="*/ 14 w 32"/>
                <a:gd name="T7" fmla="*/ 2 h 17"/>
                <a:gd name="T8" fmla="*/ 32 w 32"/>
                <a:gd name="T9" fmla="*/ 4 h 17"/>
              </a:gdLst>
              <a:ahLst/>
              <a:cxnLst>
                <a:cxn ang="0">
                  <a:pos x="T0" y="T1"/>
                </a:cxn>
                <a:cxn ang="0">
                  <a:pos x="T2" y="T3"/>
                </a:cxn>
                <a:cxn ang="0">
                  <a:pos x="T4" y="T5"/>
                </a:cxn>
                <a:cxn ang="0">
                  <a:pos x="T6" y="T7"/>
                </a:cxn>
                <a:cxn ang="0">
                  <a:pos x="T8" y="T9"/>
                </a:cxn>
              </a:cxnLst>
              <a:rect l="0" t="0" r="r" b="b"/>
              <a:pathLst>
                <a:path w="32" h="17">
                  <a:moveTo>
                    <a:pt x="32" y="4"/>
                  </a:moveTo>
                  <a:cubicBezTo>
                    <a:pt x="32" y="8"/>
                    <a:pt x="26" y="12"/>
                    <a:pt x="18" y="14"/>
                  </a:cubicBezTo>
                  <a:cubicBezTo>
                    <a:pt x="10" y="17"/>
                    <a:pt x="2" y="16"/>
                    <a:pt x="1" y="13"/>
                  </a:cubicBezTo>
                  <a:cubicBezTo>
                    <a:pt x="0" y="9"/>
                    <a:pt x="6" y="4"/>
                    <a:pt x="14" y="2"/>
                  </a:cubicBezTo>
                  <a:cubicBezTo>
                    <a:pt x="23" y="0"/>
                    <a:pt x="31" y="1"/>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6" name="Freeform 903">
              <a:extLst>
                <a:ext uri="{FF2B5EF4-FFF2-40B4-BE49-F238E27FC236}">
                  <a16:creationId xmlns:a16="http://schemas.microsoft.com/office/drawing/2014/main" id="{4F6A3F13-AC6B-B3B0-9562-C47FD64BFE82}"/>
                </a:ext>
              </a:extLst>
            </p:cNvPr>
            <p:cNvSpPr>
              <a:spLocks/>
            </p:cNvSpPr>
            <p:nvPr/>
          </p:nvSpPr>
          <p:spPr bwMode="auto">
            <a:xfrm rot="5094805">
              <a:off x="244182" y="3200782"/>
              <a:ext cx="77689" cy="47985"/>
            </a:xfrm>
            <a:custGeom>
              <a:avLst/>
              <a:gdLst>
                <a:gd name="T0" fmla="*/ 31 w 32"/>
                <a:gd name="T1" fmla="*/ 4 h 19"/>
                <a:gd name="T2" fmla="*/ 18 w 32"/>
                <a:gd name="T3" fmla="*/ 16 h 19"/>
                <a:gd name="T4" fmla="*/ 1 w 32"/>
                <a:gd name="T5" fmla="*/ 14 h 19"/>
                <a:gd name="T6" fmla="*/ 14 w 32"/>
                <a:gd name="T7" fmla="*/ 3 h 19"/>
                <a:gd name="T8" fmla="*/ 31 w 32"/>
                <a:gd name="T9" fmla="*/ 4 h 19"/>
              </a:gdLst>
              <a:ahLst/>
              <a:cxnLst>
                <a:cxn ang="0">
                  <a:pos x="T0" y="T1"/>
                </a:cxn>
                <a:cxn ang="0">
                  <a:pos x="T2" y="T3"/>
                </a:cxn>
                <a:cxn ang="0">
                  <a:pos x="T4" y="T5"/>
                </a:cxn>
                <a:cxn ang="0">
                  <a:pos x="T6" y="T7"/>
                </a:cxn>
                <a:cxn ang="0">
                  <a:pos x="T8" y="T9"/>
                </a:cxn>
              </a:cxnLst>
              <a:rect l="0" t="0" r="r" b="b"/>
              <a:pathLst>
                <a:path w="32" h="19">
                  <a:moveTo>
                    <a:pt x="31" y="4"/>
                  </a:moveTo>
                  <a:cubicBezTo>
                    <a:pt x="32" y="8"/>
                    <a:pt x="26" y="13"/>
                    <a:pt x="18" y="16"/>
                  </a:cubicBezTo>
                  <a:cubicBezTo>
                    <a:pt x="10" y="19"/>
                    <a:pt x="1" y="18"/>
                    <a:pt x="1" y="14"/>
                  </a:cubicBezTo>
                  <a:cubicBezTo>
                    <a:pt x="0" y="11"/>
                    <a:pt x="6" y="6"/>
                    <a:pt x="14" y="3"/>
                  </a:cubicBezTo>
                  <a:cubicBezTo>
                    <a:pt x="23" y="0"/>
                    <a:pt x="31" y="1"/>
                    <a:pt x="3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7" name="Freeform 904">
              <a:extLst>
                <a:ext uri="{FF2B5EF4-FFF2-40B4-BE49-F238E27FC236}">
                  <a16:creationId xmlns:a16="http://schemas.microsoft.com/office/drawing/2014/main" id="{11DA6F02-7281-4AA3-B534-46E810D8EE65}"/>
                </a:ext>
              </a:extLst>
            </p:cNvPr>
            <p:cNvSpPr>
              <a:spLocks/>
            </p:cNvSpPr>
            <p:nvPr/>
          </p:nvSpPr>
          <p:spPr bwMode="auto">
            <a:xfrm rot="5094805">
              <a:off x="330511" y="3384546"/>
              <a:ext cx="79974" cy="47985"/>
            </a:xfrm>
            <a:custGeom>
              <a:avLst/>
              <a:gdLst>
                <a:gd name="T0" fmla="*/ 32 w 33"/>
                <a:gd name="T1" fmla="*/ 4 h 20"/>
                <a:gd name="T2" fmla="*/ 18 w 33"/>
                <a:gd name="T3" fmla="*/ 17 h 20"/>
                <a:gd name="T4" fmla="*/ 2 w 33"/>
                <a:gd name="T5" fmla="*/ 17 h 20"/>
                <a:gd name="T6" fmla="*/ 16 w 33"/>
                <a:gd name="T7" fmla="*/ 3 h 20"/>
                <a:gd name="T8" fmla="*/ 32 w 33"/>
                <a:gd name="T9" fmla="*/ 4 h 20"/>
              </a:gdLst>
              <a:ahLst/>
              <a:cxnLst>
                <a:cxn ang="0">
                  <a:pos x="T0" y="T1"/>
                </a:cxn>
                <a:cxn ang="0">
                  <a:pos x="T2" y="T3"/>
                </a:cxn>
                <a:cxn ang="0">
                  <a:pos x="T4" y="T5"/>
                </a:cxn>
                <a:cxn ang="0">
                  <a:pos x="T6" y="T7"/>
                </a:cxn>
                <a:cxn ang="0">
                  <a:pos x="T8" y="T9"/>
                </a:cxn>
              </a:cxnLst>
              <a:rect l="0" t="0" r="r" b="b"/>
              <a:pathLst>
                <a:path w="33" h="20">
                  <a:moveTo>
                    <a:pt x="32" y="4"/>
                  </a:moveTo>
                  <a:cubicBezTo>
                    <a:pt x="33" y="8"/>
                    <a:pt x="27" y="14"/>
                    <a:pt x="18" y="17"/>
                  </a:cubicBezTo>
                  <a:cubicBezTo>
                    <a:pt x="10" y="20"/>
                    <a:pt x="3" y="20"/>
                    <a:pt x="2" y="17"/>
                  </a:cubicBezTo>
                  <a:cubicBezTo>
                    <a:pt x="0" y="13"/>
                    <a:pt x="7" y="7"/>
                    <a:pt x="16" y="3"/>
                  </a:cubicBezTo>
                  <a:cubicBezTo>
                    <a:pt x="24" y="0"/>
                    <a:pt x="31" y="1"/>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8" name="Freeform 905">
              <a:extLst>
                <a:ext uri="{FF2B5EF4-FFF2-40B4-BE49-F238E27FC236}">
                  <a16:creationId xmlns:a16="http://schemas.microsoft.com/office/drawing/2014/main" id="{BB7A19A6-963B-B6AF-ABE2-4C3C85573E6A}"/>
                </a:ext>
              </a:extLst>
            </p:cNvPr>
            <p:cNvSpPr>
              <a:spLocks/>
            </p:cNvSpPr>
            <p:nvPr/>
          </p:nvSpPr>
          <p:spPr bwMode="auto">
            <a:xfrm rot="5094805">
              <a:off x="423774" y="3565514"/>
              <a:ext cx="79974" cy="54839"/>
            </a:xfrm>
            <a:custGeom>
              <a:avLst/>
              <a:gdLst>
                <a:gd name="T0" fmla="*/ 31 w 32"/>
                <a:gd name="T1" fmla="*/ 5 h 22"/>
                <a:gd name="T2" fmla="*/ 18 w 32"/>
                <a:gd name="T3" fmla="*/ 18 h 22"/>
                <a:gd name="T4" fmla="*/ 1 w 32"/>
                <a:gd name="T5" fmla="*/ 18 h 22"/>
                <a:gd name="T6" fmla="*/ 14 w 32"/>
                <a:gd name="T7" fmla="*/ 4 h 22"/>
                <a:gd name="T8" fmla="*/ 31 w 32"/>
                <a:gd name="T9" fmla="*/ 5 h 22"/>
              </a:gdLst>
              <a:ahLst/>
              <a:cxnLst>
                <a:cxn ang="0">
                  <a:pos x="T0" y="T1"/>
                </a:cxn>
                <a:cxn ang="0">
                  <a:pos x="T2" y="T3"/>
                </a:cxn>
                <a:cxn ang="0">
                  <a:pos x="T4" y="T5"/>
                </a:cxn>
                <a:cxn ang="0">
                  <a:pos x="T6" y="T7"/>
                </a:cxn>
                <a:cxn ang="0">
                  <a:pos x="T8" y="T9"/>
                </a:cxn>
              </a:cxnLst>
              <a:rect l="0" t="0" r="r" b="b"/>
              <a:pathLst>
                <a:path w="32" h="22">
                  <a:moveTo>
                    <a:pt x="31" y="5"/>
                  </a:moveTo>
                  <a:cubicBezTo>
                    <a:pt x="32" y="9"/>
                    <a:pt x="26" y="15"/>
                    <a:pt x="18" y="18"/>
                  </a:cubicBezTo>
                  <a:cubicBezTo>
                    <a:pt x="10" y="22"/>
                    <a:pt x="2" y="21"/>
                    <a:pt x="1" y="18"/>
                  </a:cubicBezTo>
                  <a:cubicBezTo>
                    <a:pt x="0" y="14"/>
                    <a:pt x="6" y="8"/>
                    <a:pt x="14" y="4"/>
                  </a:cubicBezTo>
                  <a:cubicBezTo>
                    <a:pt x="23" y="0"/>
                    <a:pt x="30" y="1"/>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9" name="Freeform 906">
              <a:extLst>
                <a:ext uri="{FF2B5EF4-FFF2-40B4-BE49-F238E27FC236}">
                  <a16:creationId xmlns:a16="http://schemas.microsoft.com/office/drawing/2014/main" id="{E8694CA5-E587-C0BE-9E67-9756F05260B6}"/>
                </a:ext>
              </a:extLst>
            </p:cNvPr>
            <p:cNvSpPr>
              <a:spLocks/>
            </p:cNvSpPr>
            <p:nvPr/>
          </p:nvSpPr>
          <p:spPr bwMode="auto">
            <a:xfrm rot="5094805">
              <a:off x="523759" y="3748062"/>
              <a:ext cx="82259" cy="54839"/>
            </a:xfrm>
            <a:custGeom>
              <a:avLst/>
              <a:gdLst>
                <a:gd name="T0" fmla="*/ 32 w 33"/>
                <a:gd name="T1" fmla="*/ 4 h 22"/>
                <a:gd name="T2" fmla="*/ 18 w 33"/>
                <a:gd name="T3" fmla="*/ 19 h 22"/>
                <a:gd name="T4" fmla="*/ 1 w 33"/>
                <a:gd name="T5" fmla="*/ 18 h 22"/>
                <a:gd name="T6" fmla="*/ 15 w 33"/>
                <a:gd name="T7" fmla="*/ 3 h 22"/>
                <a:gd name="T8" fmla="*/ 32 w 33"/>
                <a:gd name="T9" fmla="*/ 4 h 22"/>
              </a:gdLst>
              <a:ahLst/>
              <a:cxnLst>
                <a:cxn ang="0">
                  <a:pos x="T0" y="T1"/>
                </a:cxn>
                <a:cxn ang="0">
                  <a:pos x="T2" y="T3"/>
                </a:cxn>
                <a:cxn ang="0">
                  <a:pos x="T4" y="T5"/>
                </a:cxn>
                <a:cxn ang="0">
                  <a:pos x="T6" y="T7"/>
                </a:cxn>
                <a:cxn ang="0">
                  <a:pos x="T8" y="T9"/>
                </a:cxn>
              </a:cxnLst>
              <a:rect l="0" t="0" r="r" b="b"/>
              <a:pathLst>
                <a:path w="33" h="22">
                  <a:moveTo>
                    <a:pt x="32" y="4"/>
                  </a:moveTo>
                  <a:cubicBezTo>
                    <a:pt x="33" y="9"/>
                    <a:pt x="26" y="15"/>
                    <a:pt x="18" y="19"/>
                  </a:cubicBezTo>
                  <a:cubicBezTo>
                    <a:pt x="10" y="22"/>
                    <a:pt x="2" y="22"/>
                    <a:pt x="1" y="18"/>
                  </a:cubicBezTo>
                  <a:cubicBezTo>
                    <a:pt x="0" y="14"/>
                    <a:pt x="7" y="7"/>
                    <a:pt x="15" y="3"/>
                  </a:cubicBezTo>
                  <a:cubicBezTo>
                    <a:pt x="24" y="0"/>
                    <a:pt x="31" y="0"/>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0" name="Freeform 907">
              <a:extLst>
                <a:ext uri="{FF2B5EF4-FFF2-40B4-BE49-F238E27FC236}">
                  <a16:creationId xmlns:a16="http://schemas.microsoft.com/office/drawing/2014/main" id="{6C46887B-2B2D-6E27-3C00-E555A4E0190E}"/>
                </a:ext>
              </a:extLst>
            </p:cNvPr>
            <p:cNvSpPr>
              <a:spLocks/>
            </p:cNvSpPr>
            <p:nvPr/>
          </p:nvSpPr>
          <p:spPr bwMode="auto">
            <a:xfrm rot="5094805">
              <a:off x="631824" y="3929058"/>
              <a:ext cx="77689" cy="59409"/>
            </a:xfrm>
            <a:custGeom>
              <a:avLst/>
              <a:gdLst>
                <a:gd name="T0" fmla="*/ 31 w 32"/>
                <a:gd name="T1" fmla="*/ 5 h 24"/>
                <a:gd name="T2" fmla="*/ 18 w 32"/>
                <a:gd name="T3" fmla="*/ 20 h 24"/>
                <a:gd name="T4" fmla="*/ 1 w 32"/>
                <a:gd name="T5" fmla="*/ 19 h 24"/>
                <a:gd name="T6" fmla="*/ 14 w 32"/>
                <a:gd name="T7" fmla="*/ 4 h 24"/>
                <a:gd name="T8" fmla="*/ 31 w 32"/>
                <a:gd name="T9" fmla="*/ 5 h 24"/>
              </a:gdLst>
              <a:ahLst/>
              <a:cxnLst>
                <a:cxn ang="0">
                  <a:pos x="T0" y="T1"/>
                </a:cxn>
                <a:cxn ang="0">
                  <a:pos x="T2" y="T3"/>
                </a:cxn>
                <a:cxn ang="0">
                  <a:pos x="T4" y="T5"/>
                </a:cxn>
                <a:cxn ang="0">
                  <a:pos x="T6" y="T7"/>
                </a:cxn>
                <a:cxn ang="0">
                  <a:pos x="T8" y="T9"/>
                </a:cxn>
              </a:cxnLst>
              <a:rect l="0" t="0" r="r" b="b"/>
              <a:pathLst>
                <a:path w="32" h="24">
                  <a:moveTo>
                    <a:pt x="31" y="5"/>
                  </a:moveTo>
                  <a:cubicBezTo>
                    <a:pt x="32" y="10"/>
                    <a:pt x="26" y="16"/>
                    <a:pt x="18" y="20"/>
                  </a:cubicBezTo>
                  <a:cubicBezTo>
                    <a:pt x="10" y="24"/>
                    <a:pt x="1" y="24"/>
                    <a:pt x="1" y="19"/>
                  </a:cubicBezTo>
                  <a:cubicBezTo>
                    <a:pt x="0" y="15"/>
                    <a:pt x="6" y="8"/>
                    <a:pt x="14" y="4"/>
                  </a:cubicBezTo>
                  <a:cubicBezTo>
                    <a:pt x="22" y="0"/>
                    <a:pt x="30" y="0"/>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1" name="Freeform 908">
              <a:extLst>
                <a:ext uri="{FF2B5EF4-FFF2-40B4-BE49-F238E27FC236}">
                  <a16:creationId xmlns:a16="http://schemas.microsoft.com/office/drawing/2014/main" id="{31529393-E53A-85A3-3940-044523CAA4C7}"/>
                </a:ext>
              </a:extLst>
            </p:cNvPr>
            <p:cNvSpPr>
              <a:spLocks/>
            </p:cNvSpPr>
            <p:nvPr/>
          </p:nvSpPr>
          <p:spPr bwMode="auto">
            <a:xfrm rot="5094805">
              <a:off x="744230" y="4107171"/>
              <a:ext cx="77689" cy="63979"/>
            </a:xfrm>
            <a:custGeom>
              <a:avLst/>
              <a:gdLst>
                <a:gd name="T0" fmla="*/ 31 w 32"/>
                <a:gd name="T1" fmla="*/ 5 h 26"/>
                <a:gd name="T2" fmla="*/ 17 w 32"/>
                <a:gd name="T3" fmla="*/ 22 h 26"/>
                <a:gd name="T4" fmla="*/ 1 w 32"/>
                <a:gd name="T5" fmla="*/ 21 h 26"/>
                <a:gd name="T6" fmla="*/ 14 w 32"/>
                <a:gd name="T7" fmla="*/ 4 h 26"/>
                <a:gd name="T8" fmla="*/ 31 w 32"/>
                <a:gd name="T9" fmla="*/ 5 h 26"/>
              </a:gdLst>
              <a:ahLst/>
              <a:cxnLst>
                <a:cxn ang="0">
                  <a:pos x="T0" y="T1"/>
                </a:cxn>
                <a:cxn ang="0">
                  <a:pos x="T2" y="T3"/>
                </a:cxn>
                <a:cxn ang="0">
                  <a:pos x="T4" y="T5"/>
                </a:cxn>
                <a:cxn ang="0">
                  <a:pos x="T6" y="T7"/>
                </a:cxn>
                <a:cxn ang="0">
                  <a:pos x="T8" y="T9"/>
                </a:cxn>
              </a:cxnLst>
              <a:rect l="0" t="0" r="r" b="b"/>
              <a:pathLst>
                <a:path w="32" h="26">
                  <a:moveTo>
                    <a:pt x="31" y="5"/>
                  </a:moveTo>
                  <a:cubicBezTo>
                    <a:pt x="32" y="10"/>
                    <a:pt x="26" y="18"/>
                    <a:pt x="17" y="22"/>
                  </a:cubicBezTo>
                  <a:cubicBezTo>
                    <a:pt x="9" y="26"/>
                    <a:pt x="2" y="26"/>
                    <a:pt x="1" y="21"/>
                  </a:cubicBezTo>
                  <a:cubicBezTo>
                    <a:pt x="0" y="17"/>
                    <a:pt x="6" y="8"/>
                    <a:pt x="14" y="4"/>
                  </a:cubicBezTo>
                  <a:cubicBezTo>
                    <a:pt x="23" y="0"/>
                    <a:pt x="30" y="0"/>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2" name="Freeform 909">
              <a:extLst>
                <a:ext uri="{FF2B5EF4-FFF2-40B4-BE49-F238E27FC236}">
                  <a16:creationId xmlns:a16="http://schemas.microsoft.com/office/drawing/2014/main" id="{D7F24F33-B15C-340E-D62F-5CEF103E0D5A}"/>
                </a:ext>
              </a:extLst>
            </p:cNvPr>
            <p:cNvSpPr>
              <a:spLocks/>
            </p:cNvSpPr>
            <p:nvPr/>
          </p:nvSpPr>
          <p:spPr bwMode="auto">
            <a:xfrm rot="5094805">
              <a:off x="859009" y="4284975"/>
              <a:ext cx="79974" cy="70834"/>
            </a:xfrm>
            <a:custGeom>
              <a:avLst/>
              <a:gdLst>
                <a:gd name="T0" fmla="*/ 31 w 32"/>
                <a:gd name="T1" fmla="*/ 7 h 29"/>
                <a:gd name="T2" fmla="*/ 18 w 32"/>
                <a:gd name="T3" fmla="*/ 24 h 29"/>
                <a:gd name="T4" fmla="*/ 1 w 32"/>
                <a:gd name="T5" fmla="*/ 22 h 29"/>
                <a:gd name="T6" fmla="*/ 14 w 32"/>
                <a:gd name="T7" fmla="*/ 5 h 29"/>
                <a:gd name="T8" fmla="*/ 31 w 32"/>
                <a:gd name="T9" fmla="*/ 7 h 29"/>
              </a:gdLst>
              <a:ahLst/>
              <a:cxnLst>
                <a:cxn ang="0">
                  <a:pos x="T0" y="T1"/>
                </a:cxn>
                <a:cxn ang="0">
                  <a:pos x="T2" y="T3"/>
                </a:cxn>
                <a:cxn ang="0">
                  <a:pos x="T4" y="T5"/>
                </a:cxn>
                <a:cxn ang="0">
                  <a:pos x="T6" y="T7"/>
                </a:cxn>
                <a:cxn ang="0">
                  <a:pos x="T8" y="T9"/>
                </a:cxn>
              </a:cxnLst>
              <a:rect l="0" t="0" r="r" b="b"/>
              <a:pathLst>
                <a:path w="32" h="29">
                  <a:moveTo>
                    <a:pt x="31" y="7"/>
                  </a:moveTo>
                  <a:cubicBezTo>
                    <a:pt x="32" y="12"/>
                    <a:pt x="26" y="20"/>
                    <a:pt x="18" y="24"/>
                  </a:cubicBezTo>
                  <a:cubicBezTo>
                    <a:pt x="10" y="29"/>
                    <a:pt x="1" y="28"/>
                    <a:pt x="1" y="22"/>
                  </a:cubicBezTo>
                  <a:cubicBezTo>
                    <a:pt x="0" y="17"/>
                    <a:pt x="6" y="10"/>
                    <a:pt x="14" y="5"/>
                  </a:cubicBezTo>
                  <a:cubicBezTo>
                    <a:pt x="23" y="0"/>
                    <a:pt x="30" y="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3" name="Freeform 910">
              <a:extLst>
                <a:ext uri="{FF2B5EF4-FFF2-40B4-BE49-F238E27FC236}">
                  <a16:creationId xmlns:a16="http://schemas.microsoft.com/office/drawing/2014/main" id="{F6ADE3CE-84AC-2081-8939-B3220C75F594}"/>
                </a:ext>
              </a:extLst>
            </p:cNvPr>
            <p:cNvSpPr>
              <a:spLocks/>
            </p:cNvSpPr>
            <p:nvPr/>
          </p:nvSpPr>
          <p:spPr bwMode="auto">
            <a:xfrm rot="5094805">
              <a:off x="973585" y="4462788"/>
              <a:ext cx="82259" cy="73119"/>
            </a:xfrm>
            <a:custGeom>
              <a:avLst/>
              <a:gdLst>
                <a:gd name="T0" fmla="*/ 32 w 33"/>
                <a:gd name="T1" fmla="*/ 7 h 30"/>
                <a:gd name="T2" fmla="*/ 18 w 33"/>
                <a:gd name="T3" fmla="*/ 26 h 30"/>
                <a:gd name="T4" fmla="*/ 2 w 33"/>
                <a:gd name="T5" fmla="*/ 24 h 30"/>
                <a:gd name="T6" fmla="*/ 15 w 33"/>
                <a:gd name="T7" fmla="*/ 5 h 30"/>
                <a:gd name="T8" fmla="*/ 32 w 33"/>
                <a:gd name="T9" fmla="*/ 7 h 30"/>
              </a:gdLst>
              <a:ahLst/>
              <a:cxnLst>
                <a:cxn ang="0">
                  <a:pos x="T0" y="T1"/>
                </a:cxn>
                <a:cxn ang="0">
                  <a:pos x="T2" y="T3"/>
                </a:cxn>
                <a:cxn ang="0">
                  <a:pos x="T4" y="T5"/>
                </a:cxn>
                <a:cxn ang="0">
                  <a:pos x="T6" y="T7"/>
                </a:cxn>
                <a:cxn ang="0">
                  <a:pos x="T8" y="T9"/>
                </a:cxn>
              </a:cxnLst>
              <a:rect l="0" t="0" r="r" b="b"/>
              <a:pathLst>
                <a:path w="33" h="30">
                  <a:moveTo>
                    <a:pt x="32" y="7"/>
                  </a:moveTo>
                  <a:cubicBezTo>
                    <a:pt x="33" y="13"/>
                    <a:pt x="27" y="22"/>
                    <a:pt x="18" y="26"/>
                  </a:cubicBezTo>
                  <a:cubicBezTo>
                    <a:pt x="11" y="30"/>
                    <a:pt x="3" y="29"/>
                    <a:pt x="2" y="24"/>
                  </a:cubicBezTo>
                  <a:cubicBezTo>
                    <a:pt x="0" y="18"/>
                    <a:pt x="7" y="9"/>
                    <a:pt x="15" y="5"/>
                  </a:cubicBezTo>
                  <a:cubicBezTo>
                    <a:pt x="23" y="0"/>
                    <a:pt x="30" y="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4" name="Freeform 911">
              <a:extLst>
                <a:ext uri="{FF2B5EF4-FFF2-40B4-BE49-F238E27FC236}">
                  <a16:creationId xmlns:a16="http://schemas.microsoft.com/office/drawing/2014/main" id="{3D3B61E8-198B-18D1-0A76-3A434ADD8C5D}"/>
                </a:ext>
              </a:extLst>
            </p:cNvPr>
            <p:cNvSpPr>
              <a:spLocks/>
            </p:cNvSpPr>
            <p:nvPr/>
          </p:nvSpPr>
          <p:spPr bwMode="auto">
            <a:xfrm rot="5094805">
              <a:off x="1090543" y="4640495"/>
              <a:ext cx="82259" cy="77689"/>
            </a:xfrm>
            <a:custGeom>
              <a:avLst/>
              <a:gdLst>
                <a:gd name="T0" fmla="*/ 32 w 33"/>
                <a:gd name="T1" fmla="*/ 8 h 31"/>
                <a:gd name="T2" fmla="*/ 18 w 33"/>
                <a:gd name="T3" fmla="*/ 28 h 31"/>
                <a:gd name="T4" fmla="*/ 2 w 33"/>
                <a:gd name="T5" fmla="*/ 24 h 31"/>
                <a:gd name="T6" fmla="*/ 15 w 33"/>
                <a:gd name="T7" fmla="*/ 5 h 31"/>
                <a:gd name="T8" fmla="*/ 32 w 33"/>
                <a:gd name="T9" fmla="*/ 8 h 31"/>
              </a:gdLst>
              <a:ahLst/>
              <a:cxnLst>
                <a:cxn ang="0">
                  <a:pos x="T0" y="T1"/>
                </a:cxn>
                <a:cxn ang="0">
                  <a:pos x="T2" y="T3"/>
                </a:cxn>
                <a:cxn ang="0">
                  <a:pos x="T4" y="T5"/>
                </a:cxn>
                <a:cxn ang="0">
                  <a:pos x="T6" y="T7"/>
                </a:cxn>
                <a:cxn ang="0">
                  <a:pos x="T8" y="T9"/>
                </a:cxn>
              </a:cxnLst>
              <a:rect l="0" t="0" r="r" b="b"/>
              <a:pathLst>
                <a:path w="33" h="31">
                  <a:moveTo>
                    <a:pt x="32" y="8"/>
                  </a:moveTo>
                  <a:cubicBezTo>
                    <a:pt x="33" y="15"/>
                    <a:pt x="27" y="24"/>
                    <a:pt x="18" y="28"/>
                  </a:cubicBezTo>
                  <a:cubicBezTo>
                    <a:pt x="10" y="31"/>
                    <a:pt x="3" y="30"/>
                    <a:pt x="2" y="24"/>
                  </a:cubicBezTo>
                  <a:cubicBezTo>
                    <a:pt x="0" y="18"/>
                    <a:pt x="7" y="9"/>
                    <a:pt x="15" y="5"/>
                  </a:cubicBezTo>
                  <a:cubicBezTo>
                    <a:pt x="24" y="0"/>
                    <a:pt x="31" y="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5" name="Freeform 912">
              <a:extLst>
                <a:ext uri="{FF2B5EF4-FFF2-40B4-BE49-F238E27FC236}">
                  <a16:creationId xmlns:a16="http://schemas.microsoft.com/office/drawing/2014/main" id="{490C7E5D-2A4A-2B09-2322-AC71E59F0EB9}"/>
                </a:ext>
              </a:extLst>
            </p:cNvPr>
            <p:cNvSpPr>
              <a:spLocks/>
            </p:cNvSpPr>
            <p:nvPr/>
          </p:nvSpPr>
          <p:spPr bwMode="auto">
            <a:xfrm rot="5094805">
              <a:off x="1074932" y="4747516"/>
              <a:ext cx="79974" cy="79974"/>
            </a:xfrm>
            <a:custGeom>
              <a:avLst/>
              <a:gdLst>
                <a:gd name="T0" fmla="*/ 32 w 33"/>
                <a:gd name="T1" fmla="*/ 8 h 32"/>
                <a:gd name="T2" fmla="*/ 18 w 33"/>
                <a:gd name="T3" fmla="*/ 28 h 32"/>
                <a:gd name="T4" fmla="*/ 2 w 33"/>
                <a:gd name="T5" fmla="*/ 24 h 32"/>
                <a:gd name="T6" fmla="*/ 14 w 33"/>
                <a:gd name="T7" fmla="*/ 4 h 32"/>
                <a:gd name="T8" fmla="*/ 32 w 33"/>
                <a:gd name="T9" fmla="*/ 8 h 32"/>
              </a:gdLst>
              <a:ahLst/>
              <a:cxnLst>
                <a:cxn ang="0">
                  <a:pos x="T0" y="T1"/>
                </a:cxn>
                <a:cxn ang="0">
                  <a:pos x="T2" y="T3"/>
                </a:cxn>
                <a:cxn ang="0">
                  <a:pos x="T4" y="T5"/>
                </a:cxn>
                <a:cxn ang="0">
                  <a:pos x="T6" y="T7"/>
                </a:cxn>
                <a:cxn ang="0">
                  <a:pos x="T8" y="T9"/>
                </a:cxn>
              </a:cxnLst>
              <a:rect l="0" t="0" r="r" b="b"/>
              <a:pathLst>
                <a:path w="33" h="32">
                  <a:moveTo>
                    <a:pt x="32" y="8"/>
                  </a:moveTo>
                  <a:cubicBezTo>
                    <a:pt x="33" y="15"/>
                    <a:pt x="27" y="24"/>
                    <a:pt x="18" y="28"/>
                  </a:cubicBezTo>
                  <a:cubicBezTo>
                    <a:pt x="10" y="32"/>
                    <a:pt x="3" y="30"/>
                    <a:pt x="2" y="24"/>
                  </a:cubicBezTo>
                  <a:cubicBezTo>
                    <a:pt x="0" y="18"/>
                    <a:pt x="6" y="9"/>
                    <a:pt x="14" y="4"/>
                  </a:cubicBezTo>
                  <a:cubicBezTo>
                    <a:pt x="22" y="0"/>
                    <a:pt x="31" y="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6" name="Freeform 913">
              <a:extLst>
                <a:ext uri="{FF2B5EF4-FFF2-40B4-BE49-F238E27FC236}">
                  <a16:creationId xmlns:a16="http://schemas.microsoft.com/office/drawing/2014/main" id="{9C71BC99-625D-8E9E-B0D4-90D476EA3E71}"/>
                </a:ext>
              </a:extLst>
            </p:cNvPr>
            <p:cNvSpPr>
              <a:spLocks/>
            </p:cNvSpPr>
            <p:nvPr/>
          </p:nvSpPr>
          <p:spPr bwMode="auto">
            <a:xfrm rot="5094805">
              <a:off x="1181850" y="4927268"/>
              <a:ext cx="79974" cy="86829"/>
            </a:xfrm>
            <a:custGeom>
              <a:avLst/>
              <a:gdLst>
                <a:gd name="T0" fmla="*/ 17 w 32"/>
                <a:gd name="T1" fmla="*/ 31 h 35"/>
                <a:gd name="T2" fmla="*/ 0 w 32"/>
                <a:gd name="T3" fmla="*/ 24 h 35"/>
                <a:gd name="T4" fmla="*/ 14 w 32"/>
                <a:gd name="T5" fmla="*/ 4 h 35"/>
                <a:gd name="T6" fmla="*/ 31 w 32"/>
                <a:gd name="T7" fmla="*/ 11 h 35"/>
                <a:gd name="T8" fmla="*/ 17 w 32"/>
                <a:gd name="T9" fmla="*/ 31 h 35"/>
              </a:gdLst>
              <a:ahLst/>
              <a:cxnLst>
                <a:cxn ang="0">
                  <a:pos x="T0" y="T1"/>
                </a:cxn>
                <a:cxn ang="0">
                  <a:pos x="T2" y="T3"/>
                </a:cxn>
                <a:cxn ang="0">
                  <a:pos x="T4" y="T5"/>
                </a:cxn>
                <a:cxn ang="0">
                  <a:pos x="T6" y="T7"/>
                </a:cxn>
                <a:cxn ang="0">
                  <a:pos x="T8" y="T9"/>
                </a:cxn>
              </a:cxnLst>
              <a:rect l="0" t="0" r="r" b="b"/>
              <a:pathLst>
                <a:path w="32" h="35">
                  <a:moveTo>
                    <a:pt x="17" y="31"/>
                  </a:moveTo>
                  <a:cubicBezTo>
                    <a:pt x="8" y="35"/>
                    <a:pt x="1" y="31"/>
                    <a:pt x="0" y="24"/>
                  </a:cubicBezTo>
                  <a:cubicBezTo>
                    <a:pt x="0" y="17"/>
                    <a:pt x="6" y="8"/>
                    <a:pt x="14" y="4"/>
                  </a:cubicBezTo>
                  <a:cubicBezTo>
                    <a:pt x="22" y="0"/>
                    <a:pt x="31" y="3"/>
                    <a:pt x="31" y="11"/>
                  </a:cubicBezTo>
                  <a:cubicBezTo>
                    <a:pt x="32" y="18"/>
                    <a:pt x="26" y="27"/>
                    <a:pt x="17"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7" name="Freeform 914">
              <a:extLst>
                <a:ext uri="{FF2B5EF4-FFF2-40B4-BE49-F238E27FC236}">
                  <a16:creationId xmlns:a16="http://schemas.microsoft.com/office/drawing/2014/main" id="{2976C21A-15C4-3E02-C187-E6D18853E55A}"/>
                </a:ext>
              </a:extLst>
            </p:cNvPr>
            <p:cNvSpPr>
              <a:spLocks/>
            </p:cNvSpPr>
            <p:nvPr/>
          </p:nvSpPr>
          <p:spPr bwMode="auto">
            <a:xfrm rot="5094805">
              <a:off x="1284006" y="5107232"/>
              <a:ext cx="84544" cy="89114"/>
            </a:xfrm>
            <a:custGeom>
              <a:avLst/>
              <a:gdLst>
                <a:gd name="T0" fmla="*/ 32 w 34"/>
                <a:gd name="T1" fmla="*/ 11 h 36"/>
                <a:gd name="T2" fmla="*/ 19 w 34"/>
                <a:gd name="T3" fmla="*/ 32 h 36"/>
                <a:gd name="T4" fmla="*/ 2 w 34"/>
                <a:gd name="T5" fmla="*/ 26 h 36"/>
                <a:gd name="T6" fmla="*/ 14 w 34"/>
                <a:gd name="T7" fmla="*/ 5 h 36"/>
                <a:gd name="T8" fmla="*/ 32 w 34"/>
                <a:gd name="T9" fmla="*/ 11 h 36"/>
              </a:gdLst>
              <a:ahLst/>
              <a:cxnLst>
                <a:cxn ang="0">
                  <a:pos x="T0" y="T1"/>
                </a:cxn>
                <a:cxn ang="0">
                  <a:pos x="T2" y="T3"/>
                </a:cxn>
                <a:cxn ang="0">
                  <a:pos x="T4" y="T5"/>
                </a:cxn>
                <a:cxn ang="0">
                  <a:pos x="T6" y="T7"/>
                </a:cxn>
                <a:cxn ang="0">
                  <a:pos x="T8" y="T9"/>
                </a:cxn>
              </a:cxnLst>
              <a:rect l="0" t="0" r="r" b="b"/>
              <a:pathLst>
                <a:path w="34" h="36">
                  <a:moveTo>
                    <a:pt x="32" y="11"/>
                  </a:moveTo>
                  <a:cubicBezTo>
                    <a:pt x="34" y="18"/>
                    <a:pt x="28" y="28"/>
                    <a:pt x="19" y="32"/>
                  </a:cubicBezTo>
                  <a:cubicBezTo>
                    <a:pt x="11" y="36"/>
                    <a:pt x="3" y="33"/>
                    <a:pt x="2" y="26"/>
                  </a:cubicBezTo>
                  <a:cubicBezTo>
                    <a:pt x="0" y="19"/>
                    <a:pt x="6" y="9"/>
                    <a:pt x="14" y="5"/>
                  </a:cubicBezTo>
                  <a:cubicBezTo>
                    <a:pt x="22" y="0"/>
                    <a:pt x="31" y="3"/>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8" name="Freeform 915">
              <a:extLst>
                <a:ext uri="{FF2B5EF4-FFF2-40B4-BE49-F238E27FC236}">
                  <a16:creationId xmlns:a16="http://schemas.microsoft.com/office/drawing/2014/main" id="{73C45041-8DB7-8ED8-2271-8631FCFEAE13}"/>
                </a:ext>
              </a:extLst>
            </p:cNvPr>
            <p:cNvSpPr>
              <a:spLocks/>
            </p:cNvSpPr>
            <p:nvPr/>
          </p:nvSpPr>
          <p:spPr bwMode="auto">
            <a:xfrm rot="5094805">
              <a:off x="1385137" y="5288739"/>
              <a:ext cx="82259" cy="91399"/>
            </a:xfrm>
            <a:custGeom>
              <a:avLst/>
              <a:gdLst>
                <a:gd name="T0" fmla="*/ 14 w 33"/>
                <a:gd name="T1" fmla="*/ 4 h 37"/>
                <a:gd name="T2" fmla="*/ 32 w 33"/>
                <a:gd name="T3" fmla="*/ 12 h 37"/>
                <a:gd name="T4" fmla="*/ 19 w 33"/>
                <a:gd name="T5" fmla="*/ 33 h 37"/>
                <a:gd name="T6" fmla="*/ 1 w 33"/>
                <a:gd name="T7" fmla="*/ 26 h 37"/>
                <a:gd name="T8" fmla="*/ 14 w 33"/>
                <a:gd name="T9" fmla="*/ 4 h 37"/>
              </a:gdLst>
              <a:ahLst/>
              <a:cxnLst>
                <a:cxn ang="0">
                  <a:pos x="T0" y="T1"/>
                </a:cxn>
                <a:cxn ang="0">
                  <a:pos x="T2" y="T3"/>
                </a:cxn>
                <a:cxn ang="0">
                  <a:pos x="T4" y="T5"/>
                </a:cxn>
                <a:cxn ang="0">
                  <a:pos x="T6" y="T7"/>
                </a:cxn>
                <a:cxn ang="0">
                  <a:pos x="T8" y="T9"/>
                </a:cxn>
              </a:cxnLst>
              <a:rect l="0" t="0" r="r" b="b"/>
              <a:pathLst>
                <a:path w="33" h="37">
                  <a:moveTo>
                    <a:pt x="14" y="4"/>
                  </a:moveTo>
                  <a:cubicBezTo>
                    <a:pt x="22" y="0"/>
                    <a:pt x="31" y="4"/>
                    <a:pt x="32" y="12"/>
                  </a:cubicBezTo>
                  <a:cubicBezTo>
                    <a:pt x="33" y="20"/>
                    <a:pt x="27" y="29"/>
                    <a:pt x="19" y="33"/>
                  </a:cubicBezTo>
                  <a:cubicBezTo>
                    <a:pt x="10" y="37"/>
                    <a:pt x="2" y="34"/>
                    <a:pt x="1" y="26"/>
                  </a:cubicBezTo>
                  <a:cubicBezTo>
                    <a:pt x="0" y="17"/>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9" name="Freeform 916">
              <a:extLst>
                <a:ext uri="{FF2B5EF4-FFF2-40B4-BE49-F238E27FC236}">
                  <a16:creationId xmlns:a16="http://schemas.microsoft.com/office/drawing/2014/main" id="{819A3936-407C-3111-D3B2-9EA861BA5AD4}"/>
                </a:ext>
              </a:extLst>
            </p:cNvPr>
            <p:cNvSpPr>
              <a:spLocks/>
            </p:cNvSpPr>
            <p:nvPr/>
          </p:nvSpPr>
          <p:spPr bwMode="auto">
            <a:xfrm rot="5094805">
              <a:off x="1480579" y="5471896"/>
              <a:ext cx="79974" cy="91399"/>
            </a:xfrm>
            <a:custGeom>
              <a:avLst/>
              <a:gdLst>
                <a:gd name="T0" fmla="*/ 32 w 33"/>
                <a:gd name="T1" fmla="*/ 13 h 37"/>
                <a:gd name="T2" fmla="*/ 18 w 33"/>
                <a:gd name="T3" fmla="*/ 35 h 37"/>
                <a:gd name="T4" fmla="*/ 1 w 33"/>
                <a:gd name="T5" fmla="*/ 26 h 37"/>
                <a:gd name="T6" fmla="*/ 15 w 33"/>
                <a:gd name="T7" fmla="*/ 4 h 37"/>
                <a:gd name="T8" fmla="*/ 32 w 33"/>
                <a:gd name="T9" fmla="*/ 13 h 37"/>
              </a:gdLst>
              <a:ahLst/>
              <a:cxnLst>
                <a:cxn ang="0">
                  <a:pos x="T0" y="T1"/>
                </a:cxn>
                <a:cxn ang="0">
                  <a:pos x="T2" y="T3"/>
                </a:cxn>
                <a:cxn ang="0">
                  <a:pos x="T4" y="T5"/>
                </a:cxn>
                <a:cxn ang="0">
                  <a:pos x="T6" y="T7"/>
                </a:cxn>
                <a:cxn ang="0">
                  <a:pos x="T8" y="T9"/>
                </a:cxn>
              </a:cxnLst>
              <a:rect l="0" t="0" r="r" b="b"/>
              <a:pathLst>
                <a:path w="33" h="37">
                  <a:moveTo>
                    <a:pt x="32" y="13"/>
                  </a:moveTo>
                  <a:cubicBezTo>
                    <a:pt x="33" y="22"/>
                    <a:pt x="27" y="31"/>
                    <a:pt x="18" y="35"/>
                  </a:cubicBezTo>
                  <a:cubicBezTo>
                    <a:pt x="10" y="37"/>
                    <a:pt x="3" y="34"/>
                    <a:pt x="1" y="26"/>
                  </a:cubicBezTo>
                  <a:cubicBezTo>
                    <a:pt x="0" y="17"/>
                    <a:pt x="6" y="7"/>
                    <a:pt x="15" y="4"/>
                  </a:cubicBezTo>
                  <a:cubicBezTo>
                    <a:pt x="23" y="0"/>
                    <a:pt x="31" y="5"/>
                    <a:pt x="3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0" name="Freeform 917">
              <a:extLst>
                <a:ext uri="{FF2B5EF4-FFF2-40B4-BE49-F238E27FC236}">
                  <a16:creationId xmlns:a16="http://schemas.microsoft.com/office/drawing/2014/main" id="{DE7E34D9-B228-E8B7-0CF7-4C3ED6423324}"/>
                </a:ext>
              </a:extLst>
            </p:cNvPr>
            <p:cNvSpPr>
              <a:spLocks/>
            </p:cNvSpPr>
            <p:nvPr/>
          </p:nvSpPr>
          <p:spPr bwMode="auto">
            <a:xfrm rot="5094805">
              <a:off x="1567120" y="5658138"/>
              <a:ext cx="77689" cy="91399"/>
            </a:xfrm>
            <a:custGeom>
              <a:avLst/>
              <a:gdLst>
                <a:gd name="T0" fmla="*/ 31 w 32"/>
                <a:gd name="T1" fmla="*/ 14 h 37"/>
                <a:gd name="T2" fmla="*/ 16 w 32"/>
                <a:gd name="T3" fmla="*/ 35 h 37"/>
                <a:gd name="T4" fmla="*/ 0 w 32"/>
                <a:gd name="T5" fmla="*/ 22 h 37"/>
                <a:gd name="T6" fmla="*/ 14 w 32"/>
                <a:gd name="T7" fmla="*/ 3 h 37"/>
                <a:gd name="T8" fmla="*/ 31 w 32"/>
                <a:gd name="T9" fmla="*/ 14 h 37"/>
              </a:gdLst>
              <a:ahLst/>
              <a:cxnLst>
                <a:cxn ang="0">
                  <a:pos x="T0" y="T1"/>
                </a:cxn>
                <a:cxn ang="0">
                  <a:pos x="T2" y="T3"/>
                </a:cxn>
                <a:cxn ang="0">
                  <a:pos x="T4" y="T5"/>
                </a:cxn>
                <a:cxn ang="0">
                  <a:pos x="T6" y="T7"/>
                </a:cxn>
                <a:cxn ang="0">
                  <a:pos x="T8" y="T9"/>
                </a:cxn>
              </a:cxnLst>
              <a:rect l="0" t="0" r="r" b="b"/>
              <a:pathLst>
                <a:path w="32" h="37">
                  <a:moveTo>
                    <a:pt x="31" y="14"/>
                  </a:moveTo>
                  <a:cubicBezTo>
                    <a:pt x="32" y="23"/>
                    <a:pt x="25" y="32"/>
                    <a:pt x="16" y="35"/>
                  </a:cubicBezTo>
                  <a:cubicBezTo>
                    <a:pt x="7" y="37"/>
                    <a:pt x="0" y="31"/>
                    <a:pt x="0" y="22"/>
                  </a:cubicBezTo>
                  <a:cubicBezTo>
                    <a:pt x="0" y="14"/>
                    <a:pt x="6" y="5"/>
                    <a:pt x="14" y="3"/>
                  </a:cubicBezTo>
                  <a:cubicBezTo>
                    <a:pt x="22" y="0"/>
                    <a:pt x="30" y="5"/>
                    <a:pt x="3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1" name="Freeform 918">
              <a:extLst>
                <a:ext uri="{FF2B5EF4-FFF2-40B4-BE49-F238E27FC236}">
                  <a16:creationId xmlns:a16="http://schemas.microsoft.com/office/drawing/2014/main" id="{72DE9418-DCCC-CEF7-42B7-887016830AA4}"/>
                </a:ext>
              </a:extLst>
            </p:cNvPr>
            <p:cNvSpPr>
              <a:spLocks/>
            </p:cNvSpPr>
            <p:nvPr/>
          </p:nvSpPr>
          <p:spPr bwMode="auto">
            <a:xfrm rot="5094805">
              <a:off x="1643304" y="5843850"/>
              <a:ext cx="82259" cy="91399"/>
            </a:xfrm>
            <a:custGeom>
              <a:avLst/>
              <a:gdLst>
                <a:gd name="T0" fmla="*/ 18 w 33"/>
                <a:gd name="T1" fmla="*/ 34 h 37"/>
                <a:gd name="T2" fmla="*/ 1 w 33"/>
                <a:gd name="T3" fmla="*/ 22 h 37"/>
                <a:gd name="T4" fmla="*/ 14 w 33"/>
                <a:gd name="T5" fmla="*/ 3 h 37"/>
                <a:gd name="T6" fmla="*/ 32 w 33"/>
                <a:gd name="T7" fmla="*/ 14 h 37"/>
                <a:gd name="T8" fmla="*/ 18 w 33"/>
                <a:gd name="T9" fmla="*/ 34 h 37"/>
              </a:gdLst>
              <a:ahLst/>
              <a:cxnLst>
                <a:cxn ang="0">
                  <a:pos x="T0" y="T1"/>
                </a:cxn>
                <a:cxn ang="0">
                  <a:pos x="T2" y="T3"/>
                </a:cxn>
                <a:cxn ang="0">
                  <a:pos x="T4" y="T5"/>
                </a:cxn>
                <a:cxn ang="0">
                  <a:pos x="T6" y="T7"/>
                </a:cxn>
                <a:cxn ang="0">
                  <a:pos x="T8" y="T9"/>
                </a:cxn>
              </a:cxnLst>
              <a:rect l="0" t="0" r="r" b="b"/>
              <a:pathLst>
                <a:path w="33" h="37">
                  <a:moveTo>
                    <a:pt x="18" y="34"/>
                  </a:moveTo>
                  <a:cubicBezTo>
                    <a:pt x="9" y="37"/>
                    <a:pt x="1" y="32"/>
                    <a:pt x="1" y="22"/>
                  </a:cubicBezTo>
                  <a:cubicBezTo>
                    <a:pt x="0" y="14"/>
                    <a:pt x="6" y="6"/>
                    <a:pt x="14" y="3"/>
                  </a:cubicBezTo>
                  <a:cubicBezTo>
                    <a:pt x="22" y="0"/>
                    <a:pt x="31" y="5"/>
                    <a:pt x="32" y="14"/>
                  </a:cubicBezTo>
                  <a:cubicBezTo>
                    <a:pt x="33" y="23"/>
                    <a:pt x="27" y="32"/>
                    <a:pt x="18"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2" name="Freeform 919">
              <a:extLst>
                <a:ext uri="{FF2B5EF4-FFF2-40B4-BE49-F238E27FC236}">
                  <a16:creationId xmlns:a16="http://schemas.microsoft.com/office/drawing/2014/main" id="{0FBE4033-E6CC-F4F9-951D-6955F262ED51}"/>
                </a:ext>
              </a:extLst>
            </p:cNvPr>
            <p:cNvSpPr>
              <a:spLocks/>
            </p:cNvSpPr>
            <p:nvPr/>
          </p:nvSpPr>
          <p:spPr bwMode="auto">
            <a:xfrm rot="5094805">
              <a:off x="1709351" y="6033999"/>
              <a:ext cx="84544" cy="86829"/>
            </a:xfrm>
            <a:custGeom>
              <a:avLst/>
              <a:gdLst>
                <a:gd name="T0" fmla="*/ 19 w 34"/>
                <a:gd name="T1" fmla="*/ 32 h 35"/>
                <a:gd name="T2" fmla="*/ 1 w 34"/>
                <a:gd name="T3" fmla="*/ 21 h 35"/>
                <a:gd name="T4" fmla="*/ 15 w 34"/>
                <a:gd name="T5" fmla="*/ 2 h 35"/>
                <a:gd name="T6" fmla="*/ 32 w 34"/>
                <a:gd name="T7" fmla="*/ 13 h 35"/>
                <a:gd name="T8" fmla="*/ 19 w 34"/>
                <a:gd name="T9" fmla="*/ 32 h 35"/>
              </a:gdLst>
              <a:ahLst/>
              <a:cxnLst>
                <a:cxn ang="0">
                  <a:pos x="T0" y="T1"/>
                </a:cxn>
                <a:cxn ang="0">
                  <a:pos x="T2" y="T3"/>
                </a:cxn>
                <a:cxn ang="0">
                  <a:pos x="T4" y="T5"/>
                </a:cxn>
                <a:cxn ang="0">
                  <a:pos x="T6" y="T7"/>
                </a:cxn>
                <a:cxn ang="0">
                  <a:pos x="T8" y="T9"/>
                </a:cxn>
              </a:cxnLst>
              <a:rect l="0" t="0" r="r" b="b"/>
              <a:pathLst>
                <a:path w="34" h="35">
                  <a:moveTo>
                    <a:pt x="19" y="32"/>
                  </a:moveTo>
                  <a:cubicBezTo>
                    <a:pt x="10" y="35"/>
                    <a:pt x="2" y="30"/>
                    <a:pt x="1" y="21"/>
                  </a:cubicBezTo>
                  <a:cubicBezTo>
                    <a:pt x="0" y="12"/>
                    <a:pt x="6" y="3"/>
                    <a:pt x="15" y="2"/>
                  </a:cubicBezTo>
                  <a:cubicBezTo>
                    <a:pt x="23" y="0"/>
                    <a:pt x="31" y="5"/>
                    <a:pt x="32" y="13"/>
                  </a:cubicBezTo>
                  <a:cubicBezTo>
                    <a:pt x="34" y="21"/>
                    <a:pt x="27" y="30"/>
                    <a:pt x="1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3" name="Freeform 920">
              <a:extLst>
                <a:ext uri="{FF2B5EF4-FFF2-40B4-BE49-F238E27FC236}">
                  <a16:creationId xmlns:a16="http://schemas.microsoft.com/office/drawing/2014/main" id="{E1C0F2EC-E8F7-B54E-423D-0671A3D57988}"/>
                </a:ext>
              </a:extLst>
            </p:cNvPr>
            <p:cNvSpPr>
              <a:spLocks/>
            </p:cNvSpPr>
            <p:nvPr/>
          </p:nvSpPr>
          <p:spPr bwMode="auto">
            <a:xfrm rot="5094805">
              <a:off x="1760614" y="6226809"/>
              <a:ext cx="82259" cy="79974"/>
            </a:xfrm>
            <a:custGeom>
              <a:avLst/>
              <a:gdLst>
                <a:gd name="T0" fmla="*/ 19 w 34"/>
                <a:gd name="T1" fmla="*/ 31 h 32"/>
                <a:gd name="T2" fmla="*/ 1 w 34"/>
                <a:gd name="T3" fmla="*/ 17 h 32"/>
                <a:gd name="T4" fmla="*/ 15 w 34"/>
                <a:gd name="T5" fmla="*/ 1 h 32"/>
                <a:gd name="T6" fmla="*/ 33 w 34"/>
                <a:gd name="T7" fmla="*/ 13 h 32"/>
                <a:gd name="T8" fmla="*/ 19 w 34"/>
                <a:gd name="T9" fmla="*/ 31 h 32"/>
              </a:gdLst>
              <a:ahLst/>
              <a:cxnLst>
                <a:cxn ang="0">
                  <a:pos x="T0" y="T1"/>
                </a:cxn>
                <a:cxn ang="0">
                  <a:pos x="T2" y="T3"/>
                </a:cxn>
                <a:cxn ang="0">
                  <a:pos x="T4" y="T5"/>
                </a:cxn>
                <a:cxn ang="0">
                  <a:pos x="T6" y="T7"/>
                </a:cxn>
                <a:cxn ang="0">
                  <a:pos x="T8" y="T9"/>
                </a:cxn>
              </a:cxnLst>
              <a:rect l="0" t="0" r="r" b="b"/>
              <a:pathLst>
                <a:path w="34" h="32">
                  <a:moveTo>
                    <a:pt x="19" y="31"/>
                  </a:moveTo>
                  <a:cubicBezTo>
                    <a:pt x="10" y="32"/>
                    <a:pt x="2" y="26"/>
                    <a:pt x="1" y="17"/>
                  </a:cubicBezTo>
                  <a:cubicBezTo>
                    <a:pt x="0" y="9"/>
                    <a:pt x="7" y="1"/>
                    <a:pt x="15" y="1"/>
                  </a:cubicBezTo>
                  <a:cubicBezTo>
                    <a:pt x="23" y="0"/>
                    <a:pt x="31" y="6"/>
                    <a:pt x="33" y="13"/>
                  </a:cubicBezTo>
                  <a:cubicBezTo>
                    <a:pt x="34" y="21"/>
                    <a:pt x="28" y="30"/>
                    <a:pt x="19"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4" name="Freeform 921">
              <a:extLst>
                <a:ext uri="{FF2B5EF4-FFF2-40B4-BE49-F238E27FC236}">
                  <a16:creationId xmlns:a16="http://schemas.microsoft.com/office/drawing/2014/main" id="{83A10E3D-3CFB-0A40-844E-F44AB7D116CA}"/>
                </a:ext>
              </a:extLst>
            </p:cNvPr>
            <p:cNvSpPr>
              <a:spLocks/>
            </p:cNvSpPr>
            <p:nvPr/>
          </p:nvSpPr>
          <p:spPr bwMode="auto">
            <a:xfrm rot="5094805">
              <a:off x="1797374" y="6419476"/>
              <a:ext cx="86829" cy="82259"/>
            </a:xfrm>
            <a:custGeom>
              <a:avLst/>
              <a:gdLst>
                <a:gd name="T0" fmla="*/ 33 w 35"/>
                <a:gd name="T1" fmla="*/ 14 h 33"/>
                <a:gd name="T2" fmla="*/ 19 w 35"/>
                <a:gd name="T3" fmla="*/ 32 h 33"/>
                <a:gd name="T4" fmla="*/ 2 w 35"/>
                <a:gd name="T5" fmla="*/ 19 h 33"/>
                <a:gd name="T6" fmla="*/ 14 w 35"/>
                <a:gd name="T7" fmla="*/ 1 h 33"/>
                <a:gd name="T8" fmla="*/ 33 w 35"/>
                <a:gd name="T9" fmla="*/ 14 h 33"/>
              </a:gdLst>
              <a:ahLst/>
              <a:cxnLst>
                <a:cxn ang="0">
                  <a:pos x="T0" y="T1"/>
                </a:cxn>
                <a:cxn ang="0">
                  <a:pos x="T2" y="T3"/>
                </a:cxn>
                <a:cxn ang="0">
                  <a:pos x="T4" y="T5"/>
                </a:cxn>
                <a:cxn ang="0">
                  <a:pos x="T6" y="T7"/>
                </a:cxn>
                <a:cxn ang="0">
                  <a:pos x="T8" y="T9"/>
                </a:cxn>
              </a:cxnLst>
              <a:rect l="0" t="0" r="r" b="b"/>
              <a:pathLst>
                <a:path w="35" h="33">
                  <a:moveTo>
                    <a:pt x="33" y="14"/>
                  </a:moveTo>
                  <a:cubicBezTo>
                    <a:pt x="35" y="22"/>
                    <a:pt x="28" y="30"/>
                    <a:pt x="19" y="32"/>
                  </a:cubicBezTo>
                  <a:cubicBezTo>
                    <a:pt x="11" y="33"/>
                    <a:pt x="3" y="27"/>
                    <a:pt x="2" y="19"/>
                  </a:cubicBezTo>
                  <a:cubicBezTo>
                    <a:pt x="0" y="11"/>
                    <a:pt x="6" y="3"/>
                    <a:pt x="14" y="1"/>
                  </a:cubicBezTo>
                  <a:cubicBezTo>
                    <a:pt x="23" y="0"/>
                    <a:pt x="32" y="5"/>
                    <a:pt x="3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5" name="Freeform 922">
              <a:extLst>
                <a:ext uri="{FF2B5EF4-FFF2-40B4-BE49-F238E27FC236}">
                  <a16:creationId xmlns:a16="http://schemas.microsoft.com/office/drawing/2014/main" id="{0C7DA9F0-8C07-7662-5CC3-FF90B44B08F4}"/>
                </a:ext>
              </a:extLst>
            </p:cNvPr>
            <p:cNvSpPr>
              <a:spLocks/>
            </p:cNvSpPr>
            <p:nvPr/>
          </p:nvSpPr>
          <p:spPr bwMode="auto">
            <a:xfrm rot="5094805">
              <a:off x="1843361" y="6616404"/>
              <a:ext cx="79974" cy="77689"/>
            </a:xfrm>
            <a:custGeom>
              <a:avLst/>
              <a:gdLst>
                <a:gd name="T0" fmla="*/ 17 w 33"/>
                <a:gd name="T1" fmla="*/ 31 h 32"/>
                <a:gd name="T2" fmla="*/ 0 w 33"/>
                <a:gd name="T3" fmla="*/ 17 h 32"/>
                <a:gd name="T4" fmla="*/ 14 w 33"/>
                <a:gd name="T5" fmla="*/ 1 h 32"/>
                <a:gd name="T6" fmla="*/ 32 w 33"/>
                <a:gd name="T7" fmla="*/ 14 h 32"/>
                <a:gd name="T8" fmla="*/ 17 w 33"/>
                <a:gd name="T9" fmla="*/ 31 h 32"/>
              </a:gdLst>
              <a:ahLst/>
              <a:cxnLst>
                <a:cxn ang="0">
                  <a:pos x="T0" y="T1"/>
                </a:cxn>
                <a:cxn ang="0">
                  <a:pos x="T2" y="T3"/>
                </a:cxn>
                <a:cxn ang="0">
                  <a:pos x="T4" y="T5"/>
                </a:cxn>
                <a:cxn ang="0">
                  <a:pos x="T6" y="T7"/>
                </a:cxn>
                <a:cxn ang="0">
                  <a:pos x="T8" y="T9"/>
                </a:cxn>
              </a:cxnLst>
              <a:rect l="0" t="0" r="r" b="b"/>
              <a:pathLst>
                <a:path w="33" h="32">
                  <a:moveTo>
                    <a:pt x="17" y="31"/>
                  </a:moveTo>
                  <a:cubicBezTo>
                    <a:pt x="8" y="32"/>
                    <a:pt x="1" y="26"/>
                    <a:pt x="0" y="17"/>
                  </a:cubicBezTo>
                  <a:cubicBezTo>
                    <a:pt x="0" y="9"/>
                    <a:pt x="6" y="2"/>
                    <a:pt x="14" y="1"/>
                  </a:cubicBezTo>
                  <a:cubicBezTo>
                    <a:pt x="23" y="0"/>
                    <a:pt x="31" y="6"/>
                    <a:pt x="32" y="14"/>
                  </a:cubicBezTo>
                  <a:cubicBezTo>
                    <a:pt x="33" y="22"/>
                    <a:pt x="26" y="30"/>
                    <a:pt x="17"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6" name="Freeform 923">
              <a:extLst>
                <a:ext uri="{FF2B5EF4-FFF2-40B4-BE49-F238E27FC236}">
                  <a16:creationId xmlns:a16="http://schemas.microsoft.com/office/drawing/2014/main" id="{15E0243F-15E7-9C60-FA45-10303E5CBC3A}"/>
                </a:ext>
              </a:extLst>
            </p:cNvPr>
            <p:cNvSpPr>
              <a:spLocks/>
            </p:cNvSpPr>
            <p:nvPr/>
          </p:nvSpPr>
          <p:spPr bwMode="auto">
            <a:xfrm rot="5094805">
              <a:off x="1885810" y="6809707"/>
              <a:ext cx="84544" cy="77689"/>
            </a:xfrm>
            <a:custGeom>
              <a:avLst/>
              <a:gdLst>
                <a:gd name="T0" fmla="*/ 34 w 34"/>
                <a:gd name="T1" fmla="*/ 14 h 32"/>
                <a:gd name="T2" fmla="*/ 19 w 34"/>
                <a:gd name="T3" fmla="*/ 31 h 32"/>
                <a:gd name="T4" fmla="*/ 1 w 34"/>
                <a:gd name="T5" fmla="*/ 19 h 32"/>
                <a:gd name="T6" fmla="*/ 15 w 34"/>
                <a:gd name="T7" fmla="*/ 1 h 32"/>
                <a:gd name="T8" fmla="*/ 34 w 34"/>
                <a:gd name="T9" fmla="*/ 14 h 32"/>
              </a:gdLst>
              <a:ahLst/>
              <a:cxnLst>
                <a:cxn ang="0">
                  <a:pos x="T0" y="T1"/>
                </a:cxn>
                <a:cxn ang="0">
                  <a:pos x="T2" y="T3"/>
                </a:cxn>
                <a:cxn ang="0">
                  <a:pos x="T4" y="T5"/>
                </a:cxn>
                <a:cxn ang="0">
                  <a:pos x="T6" y="T7"/>
                </a:cxn>
                <a:cxn ang="0">
                  <a:pos x="T8" y="T9"/>
                </a:cxn>
              </a:cxnLst>
              <a:rect l="0" t="0" r="r" b="b"/>
              <a:pathLst>
                <a:path w="34" h="32">
                  <a:moveTo>
                    <a:pt x="34" y="14"/>
                  </a:moveTo>
                  <a:cubicBezTo>
                    <a:pt x="34" y="22"/>
                    <a:pt x="28" y="30"/>
                    <a:pt x="19" y="31"/>
                  </a:cubicBezTo>
                  <a:cubicBezTo>
                    <a:pt x="10" y="32"/>
                    <a:pt x="3" y="27"/>
                    <a:pt x="1" y="19"/>
                  </a:cubicBezTo>
                  <a:cubicBezTo>
                    <a:pt x="0" y="10"/>
                    <a:pt x="6" y="2"/>
                    <a:pt x="15" y="1"/>
                  </a:cubicBezTo>
                  <a:cubicBezTo>
                    <a:pt x="24" y="0"/>
                    <a:pt x="33" y="5"/>
                    <a:pt x="3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7" name="Freeform 954">
              <a:extLst>
                <a:ext uri="{FF2B5EF4-FFF2-40B4-BE49-F238E27FC236}">
                  <a16:creationId xmlns:a16="http://schemas.microsoft.com/office/drawing/2014/main" id="{0DF0F4AB-4677-3219-7DA7-AB37F6183159}"/>
                </a:ext>
              </a:extLst>
            </p:cNvPr>
            <p:cNvSpPr>
              <a:spLocks/>
            </p:cNvSpPr>
            <p:nvPr/>
          </p:nvSpPr>
          <p:spPr bwMode="auto">
            <a:xfrm rot="5094805">
              <a:off x="-33521" y="2373129"/>
              <a:ext cx="79974" cy="25135"/>
            </a:xfrm>
            <a:custGeom>
              <a:avLst/>
              <a:gdLst>
                <a:gd name="T0" fmla="*/ 1 w 33"/>
                <a:gd name="T1" fmla="*/ 6 h 10"/>
                <a:gd name="T2" fmla="*/ 16 w 33"/>
                <a:gd name="T3" fmla="*/ 0 h 10"/>
                <a:gd name="T4" fmla="*/ 32 w 33"/>
                <a:gd name="T5" fmla="*/ 4 h 10"/>
                <a:gd name="T6" fmla="*/ 18 w 33"/>
                <a:gd name="T7" fmla="*/ 10 h 10"/>
                <a:gd name="T8" fmla="*/ 1 w 33"/>
                <a:gd name="T9" fmla="*/ 6 h 10"/>
              </a:gdLst>
              <a:ahLst/>
              <a:cxnLst>
                <a:cxn ang="0">
                  <a:pos x="T0" y="T1"/>
                </a:cxn>
                <a:cxn ang="0">
                  <a:pos x="T2" y="T3"/>
                </a:cxn>
                <a:cxn ang="0">
                  <a:pos x="T4" y="T5"/>
                </a:cxn>
                <a:cxn ang="0">
                  <a:pos x="T6" y="T7"/>
                </a:cxn>
                <a:cxn ang="0">
                  <a:pos x="T8" y="T9"/>
                </a:cxn>
              </a:cxnLst>
              <a:rect l="0" t="0" r="r" b="b"/>
              <a:pathLst>
                <a:path w="33" h="10">
                  <a:moveTo>
                    <a:pt x="1" y="6"/>
                  </a:moveTo>
                  <a:cubicBezTo>
                    <a:pt x="0" y="3"/>
                    <a:pt x="7" y="0"/>
                    <a:pt x="16" y="0"/>
                  </a:cubicBezTo>
                  <a:cubicBezTo>
                    <a:pt x="24" y="0"/>
                    <a:pt x="31" y="2"/>
                    <a:pt x="32" y="4"/>
                  </a:cubicBezTo>
                  <a:cubicBezTo>
                    <a:pt x="33" y="7"/>
                    <a:pt x="27" y="10"/>
                    <a:pt x="18" y="10"/>
                  </a:cubicBezTo>
                  <a:cubicBezTo>
                    <a:pt x="9" y="10"/>
                    <a:pt x="1" y="9"/>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8" name="Freeform 955">
              <a:extLst>
                <a:ext uri="{FF2B5EF4-FFF2-40B4-BE49-F238E27FC236}">
                  <a16:creationId xmlns:a16="http://schemas.microsoft.com/office/drawing/2014/main" id="{729CF3CE-1BF9-F58A-22BA-D6BFCAA5D3EC}"/>
                </a:ext>
              </a:extLst>
            </p:cNvPr>
            <p:cNvSpPr>
              <a:spLocks/>
            </p:cNvSpPr>
            <p:nvPr/>
          </p:nvSpPr>
          <p:spPr bwMode="auto">
            <a:xfrm rot="5094805">
              <a:off x="-4930" y="2563086"/>
              <a:ext cx="84544" cy="29705"/>
            </a:xfrm>
            <a:custGeom>
              <a:avLst/>
              <a:gdLst>
                <a:gd name="T0" fmla="*/ 33 w 34"/>
                <a:gd name="T1" fmla="*/ 5 h 12"/>
                <a:gd name="T2" fmla="*/ 19 w 34"/>
                <a:gd name="T3" fmla="*/ 11 h 12"/>
                <a:gd name="T4" fmla="*/ 2 w 34"/>
                <a:gd name="T5" fmla="*/ 8 h 12"/>
                <a:gd name="T6" fmla="*/ 15 w 34"/>
                <a:gd name="T7" fmla="*/ 1 h 12"/>
                <a:gd name="T8" fmla="*/ 33 w 34"/>
                <a:gd name="T9" fmla="*/ 5 h 12"/>
              </a:gdLst>
              <a:ahLst/>
              <a:cxnLst>
                <a:cxn ang="0">
                  <a:pos x="T0" y="T1"/>
                </a:cxn>
                <a:cxn ang="0">
                  <a:pos x="T2" y="T3"/>
                </a:cxn>
                <a:cxn ang="0">
                  <a:pos x="T4" y="T5"/>
                </a:cxn>
                <a:cxn ang="0">
                  <a:pos x="T6" y="T7"/>
                </a:cxn>
                <a:cxn ang="0">
                  <a:pos x="T8" y="T9"/>
                </a:cxn>
              </a:cxnLst>
              <a:rect l="0" t="0" r="r" b="b"/>
              <a:pathLst>
                <a:path w="34" h="12">
                  <a:moveTo>
                    <a:pt x="33" y="5"/>
                  </a:moveTo>
                  <a:cubicBezTo>
                    <a:pt x="34" y="8"/>
                    <a:pt x="28" y="11"/>
                    <a:pt x="19" y="11"/>
                  </a:cubicBezTo>
                  <a:cubicBezTo>
                    <a:pt x="10" y="12"/>
                    <a:pt x="3" y="10"/>
                    <a:pt x="2" y="8"/>
                  </a:cubicBezTo>
                  <a:cubicBezTo>
                    <a:pt x="0" y="5"/>
                    <a:pt x="6" y="1"/>
                    <a:pt x="15" y="1"/>
                  </a:cubicBezTo>
                  <a:cubicBezTo>
                    <a:pt x="23" y="0"/>
                    <a:pt x="32" y="2"/>
                    <a:pt x="3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9" name="Freeform 956">
              <a:extLst>
                <a:ext uri="{FF2B5EF4-FFF2-40B4-BE49-F238E27FC236}">
                  <a16:creationId xmlns:a16="http://schemas.microsoft.com/office/drawing/2014/main" id="{B1387B99-18F5-7DF7-8825-5FC45E120023}"/>
                </a:ext>
              </a:extLst>
            </p:cNvPr>
            <p:cNvSpPr>
              <a:spLocks/>
            </p:cNvSpPr>
            <p:nvPr/>
          </p:nvSpPr>
          <p:spPr bwMode="auto">
            <a:xfrm rot="5094805">
              <a:off x="39505" y="2749649"/>
              <a:ext cx="82259" cy="36560"/>
            </a:xfrm>
            <a:custGeom>
              <a:avLst/>
              <a:gdLst>
                <a:gd name="T0" fmla="*/ 15 w 33"/>
                <a:gd name="T1" fmla="*/ 2 h 14"/>
                <a:gd name="T2" fmla="*/ 33 w 33"/>
                <a:gd name="T3" fmla="*/ 4 h 14"/>
                <a:gd name="T4" fmla="*/ 18 w 33"/>
                <a:gd name="T5" fmla="*/ 12 h 14"/>
                <a:gd name="T6" fmla="*/ 1 w 33"/>
                <a:gd name="T7" fmla="*/ 10 h 14"/>
                <a:gd name="T8" fmla="*/ 15 w 33"/>
                <a:gd name="T9" fmla="*/ 2 h 14"/>
              </a:gdLst>
              <a:ahLst/>
              <a:cxnLst>
                <a:cxn ang="0">
                  <a:pos x="T0" y="T1"/>
                </a:cxn>
                <a:cxn ang="0">
                  <a:pos x="T2" y="T3"/>
                </a:cxn>
                <a:cxn ang="0">
                  <a:pos x="T4" y="T5"/>
                </a:cxn>
                <a:cxn ang="0">
                  <a:pos x="T6" y="T7"/>
                </a:cxn>
                <a:cxn ang="0">
                  <a:pos x="T8" y="T9"/>
                </a:cxn>
              </a:cxnLst>
              <a:rect l="0" t="0" r="r" b="b"/>
              <a:pathLst>
                <a:path w="33" h="14">
                  <a:moveTo>
                    <a:pt x="15" y="2"/>
                  </a:moveTo>
                  <a:cubicBezTo>
                    <a:pt x="24" y="0"/>
                    <a:pt x="32" y="1"/>
                    <a:pt x="33" y="4"/>
                  </a:cubicBezTo>
                  <a:cubicBezTo>
                    <a:pt x="33" y="7"/>
                    <a:pt x="27" y="11"/>
                    <a:pt x="18" y="12"/>
                  </a:cubicBezTo>
                  <a:cubicBezTo>
                    <a:pt x="9" y="14"/>
                    <a:pt x="2" y="13"/>
                    <a:pt x="1" y="10"/>
                  </a:cubicBezTo>
                  <a:cubicBezTo>
                    <a:pt x="0" y="7"/>
                    <a:pt x="7" y="3"/>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0" name="Freeform 957">
              <a:extLst>
                <a:ext uri="{FF2B5EF4-FFF2-40B4-BE49-F238E27FC236}">
                  <a16:creationId xmlns:a16="http://schemas.microsoft.com/office/drawing/2014/main" id="{82BE2E78-91A6-287E-8CC3-E38C96508191}"/>
                </a:ext>
              </a:extLst>
            </p:cNvPr>
            <p:cNvSpPr>
              <a:spLocks/>
            </p:cNvSpPr>
            <p:nvPr/>
          </p:nvSpPr>
          <p:spPr bwMode="auto">
            <a:xfrm rot="5094805">
              <a:off x="98936" y="2940599"/>
              <a:ext cx="79974" cy="36560"/>
            </a:xfrm>
            <a:custGeom>
              <a:avLst/>
              <a:gdLst>
                <a:gd name="T0" fmla="*/ 32 w 33"/>
                <a:gd name="T1" fmla="*/ 3 h 15"/>
                <a:gd name="T2" fmla="*/ 17 w 33"/>
                <a:gd name="T3" fmla="*/ 13 h 15"/>
                <a:gd name="T4" fmla="*/ 1 w 33"/>
                <a:gd name="T5" fmla="*/ 11 h 15"/>
                <a:gd name="T6" fmla="*/ 14 w 33"/>
                <a:gd name="T7" fmla="*/ 2 h 15"/>
                <a:gd name="T8" fmla="*/ 32 w 33"/>
                <a:gd name="T9" fmla="*/ 3 h 15"/>
              </a:gdLst>
              <a:ahLst/>
              <a:cxnLst>
                <a:cxn ang="0">
                  <a:pos x="T0" y="T1"/>
                </a:cxn>
                <a:cxn ang="0">
                  <a:pos x="T2" y="T3"/>
                </a:cxn>
                <a:cxn ang="0">
                  <a:pos x="T4" y="T5"/>
                </a:cxn>
                <a:cxn ang="0">
                  <a:pos x="T6" y="T7"/>
                </a:cxn>
                <a:cxn ang="0">
                  <a:pos x="T8" y="T9"/>
                </a:cxn>
              </a:cxnLst>
              <a:rect l="0" t="0" r="r" b="b"/>
              <a:pathLst>
                <a:path w="33" h="15">
                  <a:moveTo>
                    <a:pt x="32" y="3"/>
                  </a:moveTo>
                  <a:cubicBezTo>
                    <a:pt x="33" y="6"/>
                    <a:pt x="26" y="11"/>
                    <a:pt x="17" y="13"/>
                  </a:cubicBezTo>
                  <a:cubicBezTo>
                    <a:pt x="9" y="15"/>
                    <a:pt x="2" y="14"/>
                    <a:pt x="1" y="11"/>
                  </a:cubicBezTo>
                  <a:cubicBezTo>
                    <a:pt x="0" y="8"/>
                    <a:pt x="6" y="4"/>
                    <a:pt x="14" y="2"/>
                  </a:cubicBezTo>
                  <a:cubicBezTo>
                    <a:pt x="23" y="0"/>
                    <a:pt x="31" y="0"/>
                    <a:pt x="3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1" name="Freeform 958">
              <a:extLst>
                <a:ext uri="{FF2B5EF4-FFF2-40B4-BE49-F238E27FC236}">
                  <a16:creationId xmlns:a16="http://schemas.microsoft.com/office/drawing/2014/main" id="{B8761AF0-66BC-AC74-B886-AFC6C48AD85F}"/>
                </a:ext>
              </a:extLst>
            </p:cNvPr>
            <p:cNvSpPr>
              <a:spLocks/>
            </p:cNvSpPr>
            <p:nvPr/>
          </p:nvSpPr>
          <p:spPr bwMode="auto">
            <a:xfrm rot="5094805">
              <a:off x="168301" y="3124837"/>
              <a:ext cx="79974" cy="41130"/>
            </a:xfrm>
            <a:custGeom>
              <a:avLst/>
              <a:gdLst>
                <a:gd name="T0" fmla="*/ 17 w 33"/>
                <a:gd name="T1" fmla="*/ 14 h 16"/>
                <a:gd name="T2" fmla="*/ 1 w 33"/>
                <a:gd name="T3" fmla="*/ 12 h 16"/>
                <a:gd name="T4" fmla="*/ 15 w 33"/>
                <a:gd name="T5" fmla="*/ 2 h 16"/>
                <a:gd name="T6" fmla="*/ 32 w 33"/>
                <a:gd name="T7" fmla="*/ 3 h 16"/>
                <a:gd name="T8" fmla="*/ 17 w 33"/>
                <a:gd name="T9" fmla="*/ 14 h 16"/>
              </a:gdLst>
              <a:ahLst/>
              <a:cxnLst>
                <a:cxn ang="0">
                  <a:pos x="T0" y="T1"/>
                </a:cxn>
                <a:cxn ang="0">
                  <a:pos x="T2" y="T3"/>
                </a:cxn>
                <a:cxn ang="0">
                  <a:pos x="T4" y="T5"/>
                </a:cxn>
                <a:cxn ang="0">
                  <a:pos x="T6" y="T7"/>
                </a:cxn>
                <a:cxn ang="0">
                  <a:pos x="T8" y="T9"/>
                </a:cxn>
              </a:cxnLst>
              <a:rect l="0" t="0" r="r" b="b"/>
              <a:pathLst>
                <a:path w="33" h="16">
                  <a:moveTo>
                    <a:pt x="17" y="14"/>
                  </a:moveTo>
                  <a:cubicBezTo>
                    <a:pt x="8" y="16"/>
                    <a:pt x="1" y="15"/>
                    <a:pt x="1" y="12"/>
                  </a:cubicBezTo>
                  <a:cubicBezTo>
                    <a:pt x="0" y="9"/>
                    <a:pt x="7" y="5"/>
                    <a:pt x="15" y="2"/>
                  </a:cubicBezTo>
                  <a:cubicBezTo>
                    <a:pt x="23" y="0"/>
                    <a:pt x="31" y="0"/>
                    <a:pt x="32" y="3"/>
                  </a:cubicBezTo>
                  <a:cubicBezTo>
                    <a:pt x="33" y="6"/>
                    <a:pt x="26" y="11"/>
                    <a:pt x="1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2" name="Freeform 959">
              <a:extLst>
                <a:ext uri="{FF2B5EF4-FFF2-40B4-BE49-F238E27FC236}">
                  <a16:creationId xmlns:a16="http://schemas.microsoft.com/office/drawing/2014/main" id="{A16D0FDB-C0AC-76EE-4BCA-F0452583EF04}"/>
                </a:ext>
              </a:extLst>
            </p:cNvPr>
            <p:cNvSpPr>
              <a:spLocks/>
            </p:cNvSpPr>
            <p:nvPr/>
          </p:nvSpPr>
          <p:spPr bwMode="auto">
            <a:xfrm rot="5094805">
              <a:off x="249046" y="3308061"/>
              <a:ext cx="79974" cy="45700"/>
            </a:xfrm>
            <a:custGeom>
              <a:avLst/>
              <a:gdLst>
                <a:gd name="T0" fmla="*/ 15 w 32"/>
                <a:gd name="T1" fmla="*/ 3 h 18"/>
                <a:gd name="T2" fmla="*/ 32 w 32"/>
                <a:gd name="T3" fmla="*/ 4 h 18"/>
                <a:gd name="T4" fmla="*/ 16 w 32"/>
                <a:gd name="T5" fmla="*/ 16 h 18"/>
                <a:gd name="T6" fmla="*/ 1 w 32"/>
                <a:gd name="T7" fmla="*/ 15 h 18"/>
                <a:gd name="T8" fmla="*/ 15 w 32"/>
                <a:gd name="T9" fmla="*/ 3 h 18"/>
              </a:gdLst>
              <a:ahLst/>
              <a:cxnLst>
                <a:cxn ang="0">
                  <a:pos x="T0" y="T1"/>
                </a:cxn>
                <a:cxn ang="0">
                  <a:pos x="T2" y="T3"/>
                </a:cxn>
                <a:cxn ang="0">
                  <a:pos x="T4" y="T5"/>
                </a:cxn>
                <a:cxn ang="0">
                  <a:pos x="T6" y="T7"/>
                </a:cxn>
                <a:cxn ang="0">
                  <a:pos x="T8" y="T9"/>
                </a:cxn>
              </a:cxnLst>
              <a:rect l="0" t="0" r="r" b="b"/>
              <a:pathLst>
                <a:path w="32" h="18">
                  <a:moveTo>
                    <a:pt x="15" y="3"/>
                  </a:moveTo>
                  <a:cubicBezTo>
                    <a:pt x="24" y="0"/>
                    <a:pt x="31" y="1"/>
                    <a:pt x="32" y="4"/>
                  </a:cubicBezTo>
                  <a:cubicBezTo>
                    <a:pt x="32" y="8"/>
                    <a:pt x="25" y="13"/>
                    <a:pt x="16" y="16"/>
                  </a:cubicBezTo>
                  <a:cubicBezTo>
                    <a:pt x="8" y="18"/>
                    <a:pt x="1" y="18"/>
                    <a:pt x="1" y="15"/>
                  </a:cubicBezTo>
                  <a:cubicBezTo>
                    <a:pt x="0" y="12"/>
                    <a:pt x="6" y="6"/>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3" name="Freeform 960">
              <a:extLst>
                <a:ext uri="{FF2B5EF4-FFF2-40B4-BE49-F238E27FC236}">
                  <a16:creationId xmlns:a16="http://schemas.microsoft.com/office/drawing/2014/main" id="{BCF58A40-41E9-987D-20A5-6AA34D991657}"/>
                </a:ext>
              </a:extLst>
            </p:cNvPr>
            <p:cNvSpPr>
              <a:spLocks/>
            </p:cNvSpPr>
            <p:nvPr/>
          </p:nvSpPr>
          <p:spPr bwMode="auto">
            <a:xfrm rot="5094805">
              <a:off x="336619" y="3492963"/>
              <a:ext cx="79974" cy="45700"/>
            </a:xfrm>
            <a:custGeom>
              <a:avLst/>
              <a:gdLst>
                <a:gd name="T0" fmla="*/ 16 w 32"/>
                <a:gd name="T1" fmla="*/ 16 h 19"/>
                <a:gd name="T2" fmla="*/ 0 w 32"/>
                <a:gd name="T3" fmla="*/ 15 h 19"/>
                <a:gd name="T4" fmla="*/ 14 w 32"/>
                <a:gd name="T5" fmla="*/ 3 h 19"/>
                <a:gd name="T6" fmla="*/ 31 w 32"/>
                <a:gd name="T7" fmla="*/ 4 h 19"/>
                <a:gd name="T8" fmla="*/ 16 w 32"/>
                <a:gd name="T9" fmla="*/ 16 h 19"/>
              </a:gdLst>
              <a:ahLst/>
              <a:cxnLst>
                <a:cxn ang="0">
                  <a:pos x="T0" y="T1"/>
                </a:cxn>
                <a:cxn ang="0">
                  <a:pos x="T2" y="T3"/>
                </a:cxn>
                <a:cxn ang="0">
                  <a:pos x="T4" y="T5"/>
                </a:cxn>
                <a:cxn ang="0">
                  <a:pos x="T6" y="T7"/>
                </a:cxn>
                <a:cxn ang="0">
                  <a:pos x="T8" y="T9"/>
                </a:cxn>
              </a:cxnLst>
              <a:rect l="0" t="0" r="r" b="b"/>
              <a:pathLst>
                <a:path w="32" h="19">
                  <a:moveTo>
                    <a:pt x="16" y="16"/>
                  </a:moveTo>
                  <a:cubicBezTo>
                    <a:pt x="8" y="19"/>
                    <a:pt x="0" y="19"/>
                    <a:pt x="0" y="15"/>
                  </a:cubicBezTo>
                  <a:cubicBezTo>
                    <a:pt x="0" y="12"/>
                    <a:pt x="6" y="7"/>
                    <a:pt x="14" y="3"/>
                  </a:cubicBezTo>
                  <a:cubicBezTo>
                    <a:pt x="22" y="0"/>
                    <a:pt x="31" y="0"/>
                    <a:pt x="31" y="4"/>
                  </a:cubicBezTo>
                  <a:cubicBezTo>
                    <a:pt x="32" y="7"/>
                    <a:pt x="25" y="13"/>
                    <a:pt x="16"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4" name="Freeform 961">
              <a:extLst>
                <a:ext uri="{FF2B5EF4-FFF2-40B4-BE49-F238E27FC236}">
                  <a16:creationId xmlns:a16="http://schemas.microsoft.com/office/drawing/2014/main" id="{CF635F34-638D-54EB-2EDA-A2510ABA7F13}"/>
                </a:ext>
              </a:extLst>
            </p:cNvPr>
            <p:cNvSpPr>
              <a:spLocks/>
            </p:cNvSpPr>
            <p:nvPr/>
          </p:nvSpPr>
          <p:spPr bwMode="auto">
            <a:xfrm rot="5094805">
              <a:off x="430923" y="3672793"/>
              <a:ext cx="77689" cy="52554"/>
            </a:xfrm>
            <a:custGeom>
              <a:avLst/>
              <a:gdLst>
                <a:gd name="T0" fmla="*/ 17 w 32"/>
                <a:gd name="T1" fmla="*/ 17 h 21"/>
                <a:gd name="T2" fmla="*/ 1 w 32"/>
                <a:gd name="T3" fmla="*/ 16 h 21"/>
                <a:gd name="T4" fmla="*/ 14 w 32"/>
                <a:gd name="T5" fmla="*/ 3 h 21"/>
                <a:gd name="T6" fmla="*/ 32 w 32"/>
                <a:gd name="T7" fmla="*/ 4 h 21"/>
                <a:gd name="T8" fmla="*/ 17 w 32"/>
                <a:gd name="T9" fmla="*/ 17 h 21"/>
              </a:gdLst>
              <a:ahLst/>
              <a:cxnLst>
                <a:cxn ang="0">
                  <a:pos x="T0" y="T1"/>
                </a:cxn>
                <a:cxn ang="0">
                  <a:pos x="T2" y="T3"/>
                </a:cxn>
                <a:cxn ang="0">
                  <a:pos x="T4" y="T5"/>
                </a:cxn>
                <a:cxn ang="0">
                  <a:pos x="T6" y="T7"/>
                </a:cxn>
                <a:cxn ang="0">
                  <a:pos x="T8" y="T9"/>
                </a:cxn>
              </a:cxnLst>
              <a:rect l="0" t="0" r="r" b="b"/>
              <a:pathLst>
                <a:path w="32" h="21">
                  <a:moveTo>
                    <a:pt x="17" y="17"/>
                  </a:moveTo>
                  <a:cubicBezTo>
                    <a:pt x="8" y="21"/>
                    <a:pt x="1" y="20"/>
                    <a:pt x="1" y="16"/>
                  </a:cubicBezTo>
                  <a:cubicBezTo>
                    <a:pt x="0" y="13"/>
                    <a:pt x="6" y="7"/>
                    <a:pt x="14" y="3"/>
                  </a:cubicBezTo>
                  <a:cubicBezTo>
                    <a:pt x="23" y="0"/>
                    <a:pt x="31" y="0"/>
                    <a:pt x="32" y="4"/>
                  </a:cubicBezTo>
                  <a:cubicBezTo>
                    <a:pt x="32" y="8"/>
                    <a:pt x="26" y="14"/>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5" name="Freeform 962">
              <a:extLst>
                <a:ext uri="{FF2B5EF4-FFF2-40B4-BE49-F238E27FC236}">
                  <a16:creationId xmlns:a16="http://schemas.microsoft.com/office/drawing/2014/main" id="{02A057A8-58B6-6BD8-D2DD-856263C7F16E}"/>
                </a:ext>
              </a:extLst>
            </p:cNvPr>
            <p:cNvSpPr>
              <a:spLocks/>
            </p:cNvSpPr>
            <p:nvPr/>
          </p:nvSpPr>
          <p:spPr bwMode="auto">
            <a:xfrm rot="5094805">
              <a:off x="528632" y="3855544"/>
              <a:ext cx="79974" cy="52554"/>
            </a:xfrm>
            <a:custGeom>
              <a:avLst/>
              <a:gdLst>
                <a:gd name="T0" fmla="*/ 18 w 33"/>
                <a:gd name="T1" fmla="*/ 18 h 22"/>
                <a:gd name="T2" fmla="*/ 1 w 33"/>
                <a:gd name="T3" fmla="*/ 18 h 22"/>
                <a:gd name="T4" fmla="*/ 15 w 33"/>
                <a:gd name="T5" fmla="*/ 3 h 22"/>
                <a:gd name="T6" fmla="*/ 32 w 33"/>
                <a:gd name="T7" fmla="*/ 4 h 22"/>
                <a:gd name="T8" fmla="*/ 18 w 33"/>
                <a:gd name="T9" fmla="*/ 18 h 22"/>
              </a:gdLst>
              <a:ahLst/>
              <a:cxnLst>
                <a:cxn ang="0">
                  <a:pos x="T0" y="T1"/>
                </a:cxn>
                <a:cxn ang="0">
                  <a:pos x="T2" y="T3"/>
                </a:cxn>
                <a:cxn ang="0">
                  <a:pos x="T4" y="T5"/>
                </a:cxn>
                <a:cxn ang="0">
                  <a:pos x="T6" y="T7"/>
                </a:cxn>
                <a:cxn ang="0">
                  <a:pos x="T8" y="T9"/>
                </a:cxn>
              </a:cxnLst>
              <a:rect l="0" t="0" r="r" b="b"/>
              <a:pathLst>
                <a:path w="33" h="22">
                  <a:moveTo>
                    <a:pt x="18" y="18"/>
                  </a:moveTo>
                  <a:cubicBezTo>
                    <a:pt x="10" y="22"/>
                    <a:pt x="2" y="22"/>
                    <a:pt x="1" y="18"/>
                  </a:cubicBezTo>
                  <a:cubicBezTo>
                    <a:pt x="0" y="14"/>
                    <a:pt x="6" y="7"/>
                    <a:pt x="15" y="3"/>
                  </a:cubicBezTo>
                  <a:cubicBezTo>
                    <a:pt x="23" y="0"/>
                    <a:pt x="30" y="0"/>
                    <a:pt x="32" y="4"/>
                  </a:cubicBezTo>
                  <a:cubicBezTo>
                    <a:pt x="33" y="7"/>
                    <a:pt x="27" y="14"/>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6" name="Freeform 963">
              <a:extLst>
                <a:ext uri="{FF2B5EF4-FFF2-40B4-BE49-F238E27FC236}">
                  <a16:creationId xmlns:a16="http://schemas.microsoft.com/office/drawing/2014/main" id="{73E48CC4-3D39-E158-069F-B6F0FFEBD219}"/>
                </a:ext>
              </a:extLst>
            </p:cNvPr>
            <p:cNvSpPr>
              <a:spLocks/>
            </p:cNvSpPr>
            <p:nvPr/>
          </p:nvSpPr>
          <p:spPr bwMode="auto">
            <a:xfrm rot="5094805">
              <a:off x="632030" y="4034361"/>
              <a:ext cx="82259" cy="59409"/>
            </a:xfrm>
            <a:custGeom>
              <a:avLst/>
              <a:gdLst>
                <a:gd name="T0" fmla="*/ 15 w 33"/>
                <a:gd name="T1" fmla="*/ 4 h 24"/>
                <a:gd name="T2" fmla="*/ 32 w 33"/>
                <a:gd name="T3" fmla="*/ 5 h 24"/>
                <a:gd name="T4" fmla="*/ 17 w 33"/>
                <a:gd name="T5" fmla="*/ 21 h 24"/>
                <a:gd name="T6" fmla="*/ 1 w 33"/>
                <a:gd name="T7" fmla="*/ 20 h 24"/>
                <a:gd name="T8" fmla="*/ 15 w 33"/>
                <a:gd name="T9" fmla="*/ 4 h 24"/>
              </a:gdLst>
              <a:ahLst/>
              <a:cxnLst>
                <a:cxn ang="0">
                  <a:pos x="T0" y="T1"/>
                </a:cxn>
                <a:cxn ang="0">
                  <a:pos x="T2" y="T3"/>
                </a:cxn>
                <a:cxn ang="0">
                  <a:pos x="T4" y="T5"/>
                </a:cxn>
                <a:cxn ang="0">
                  <a:pos x="T6" y="T7"/>
                </a:cxn>
                <a:cxn ang="0">
                  <a:pos x="T8" y="T9"/>
                </a:cxn>
              </a:cxnLst>
              <a:rect l="0" t="0" r="r" b="b"/>
              <a:pathLst>
                <a:path w="33" h="24">
                  <a:moveTo>
                    <a:pt x="15" y="4"/>
                  </a:moveTo>
                  <a:cubicBezTo>
                    <a:pt x="24" y="0"/>
                    <a:pt x="32" y="0"/>
                    <a:pt x="32" y="5"/>
                  </a:cubicBezTo>
                  <a:cubicBezTo>
                    <a:pt x="33" y="10"/>
                    <a:pt x="26" y="17"/>
                    <a:pt x="17" y="21"/>
                  </a:cubicBezTo>
                  <a:cubicBezTo>
                    <a:pt x="9" y="24"/>
                    <a:pt x="2" y="24"/>
                    <a:pt x="1" y="20"/>
                  </a:cubicBezTo>
                  <a:cubicBezTo>
                    <a:pt x="0" y="16"/>
                    <a:pt x="7" y="8"/>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7" name="Freeform 964">
              <a:extLst>
                <a:ext uri="{FF2B5EF4-FFF2-40B4-BE49-F238E27FC236}">
                  <a16:creationId xmlns:a16="http://schemas.microsoft.com/office/drawing/2014/main" id="{00ECBF64-B615-9762-5089-468647BD9C1B}"/>
                </a:ext>
              </a:extLst>
            </p:cNvPr>
            <p:cNvSpPr>
              <a:spLocks/>
            </p:cNvSpPr>
            <p:nvPr/>
          </p:nvSpPr>
          <p:spPr bwMode="auto">
            <a:xfrm rot="5094805">
              <a:off x="743298" y="4211432"/>
              <a:ext cx="82259" cy="66264"/>
            </a:xfrm>
            <a:custGeom>
              <a:avLst/>
              <a:gdLst>
                <a:gd name="T0" fmla="*/ 32 w 33"/>
                <a:gd name="T1" fmla="*/ 5 h 26"/>
                <a:gd name="T2" fmla="*/ 19 w 33"/>
                <a:gd name="T3" fmla="*/ 22 h 26"/>
                <a:gd name="T4" fmla="*/ 2 w 33"/>
                <a:gd name="T5" fmla="*/ 21 h 26"/>
                <a:gd name="T6" fmla="*/ 14 w 33"/>
                <a:gd name="T7" fmla="*/ 4 h 26"/>
                <a:gd name="T8" fmla="*/ 32 w 33"/>
                <a:gd name="T9" fmla="*/ 5 h 26"/>
              </a:gdLst>
              <a:ahLst/>
              <a:cxnLst>
                <a:cxn ang="0">
                  <a:pos x="T0" y="T1"/>
                </a:cxn>
                <a:cxn ang="0">
                  <a:pos x="T2" y="T3"/>
                </a:cxn>
                <a:cxn ang="0">
                  <a:pos x="T4" y="T5"/>
                </a:cxn>
                <a:cxn ang="0">
                  <a:pos x="T6" y="T7"/>
                </a:cxn>
                <a:cxn ang="0">
                  <a:pos x="T8" y="T9"/>
                </a:cxn>
              </a:cxnLst>
              <a:rect l="0" t="0" r="r" b="b"/>
              <a:pathLst>
                <a:path w="33" h="26">
                  <a:moveTo>
                    <a:pt x="32" y="5"/>
                  </a:moveTo>
                  <a:cubicBezTo>
                    <a:pt x="33" y="10"/>
                    <a:pt x="27" y="17"/>
                    <a:pt x="19" y="22"/>
                  </a:cubicBezTo>
                  <a:cubicBezTo>
                    <a:pt x="10" y="26"/>
                    <a:pt x="3" y="26"/>
                    <a:pt x="2" y="21"/>
                  </a:cubicBezTo>
                  <a:cubicBezTo>
                    <a:pt x="0" y="17"/>
                    <a:pt x="6" y="9"/>
                    <a:pt x="14" y="4"/>
                  </a:cubicBezTo>
                  <a:cubicBezTo>
                    <a:pt x="22" y="0"/>
                    <a:pt x="31" y="0"/>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8" name="Freeform 965">
              <a:extLst>
                <a:ext uri="{FF2B5EF4-FFF2-40B4-BE49-F238E27FC236}">
                  <a16:creationId xmlns:a16="http://schemas.microsoft.com/office/drawing/2014/main" id="{2A4431D0-A6AA-556E-4227-7BD1E4463AD5}"/>
                </a:ext>
              </a:extLst>
            </p:cNvPr>
            <p:cNvSpPr>
              <a:spLocks/>
            </p:cNvSpPr>
            <p:nvPr/>
          </p:nvSpPr>
          <p:spPr bwMode="auto">
            <a:xfrm rot="5094805">
              <a:off x="856842" y="4390586"/>
              <a:ext cx="82259" cy="68549"/>
            </a:xfrm>
            <a:custGeom>
              <a:avLst/>
              <a:gdLst>
                <a:gd name="T0" fmla="*/ 32 w 33"/>
                <a:gd name="T1" fmla="*/ 7 h 28"/>
                <a:gd name="T2" fmla="*/ 19 w 33"/>
                <a:gd name="T3" fmla="*/ 24 h 28"/>
                <a:gd name="T4" fmla="*/ 2 w 33"/>
                <a:gd name="T5" fmla="*/ 23 h 28"/>
                <a:gd name="T6" fmla="*/ 14 w 33"/>
                <a:gd name="T7" fmla="*/ 5 h 28"/>
                <a:gd name="T8" fmla="*/ 32 w 33"/>
                <a:gd name="T9" fmla="*/ 7 h 28"/>
              </a:gdLst>
              <a:ahLst/>
              <a:cxnLst>
                <a:cxn ang="0">
                  <a:pos x="T0" y="T1"/>
                </a:cxn>
                <a:cxn ang="0">
                  <a:pos x="T2" y="T3"/>
                </a:cxn>
                <a:cxn ang="0">
                  <a:pos x="T4" y="T5"/>
                </a:cxn>
                <a:cxn ang="0">
                  <a:pos x="T6" y="T7"/>
                </a:cxn>
                <a:cxn ang="0">
                  <a:pos x="T8" y="T9"/>
                </a:cxn>
              </a:cxnLst>
              <a:rect l="0" t="0" r="r" b="b"/>
              <a:pathLst>
                <a:path w="33" h="28">
                  <a:moveTo>
                    <a:pt x="32" y="7"/>
                  </a:moveTo>
                  <a:cubicBezTo>
                    <a:pt x="33" y="12"/>
                    <a:pt x="27" y="20"/>
                    <a:pt x="19" y="24"/>
                  </a:cubicBezTo>
                  <a:cubicBezTo>
                    <a:pt x="10" y="28"/>
                    <a:pt x="3" y="28"/>
                    <a:pt x="2" y="23"/>
                  </a:cubicBezTo>
                  <a:cubicBezTo>
                    <a:pt x="0" y="18"/>
                    <a:pt x="6" y="10"/>
                    <a:pt x="14" y="5"/>
                  </a:cubicBezTo>
                  <a:cubicBezTo>
                    <a:pt x="22" y="0"/>
                    <a:pt x="31" y="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9" name="Freeform 966">
              <a:extLst>
                <a:ext uri="{FF2B5EF4-FFF2-40B4-BE49-F238E27FC236}">
                  <a16:creationId xmlns:a16="http://schemas.microsoft.com/office/drawing/2014/main" id="{4EF02853-2577-8A5B-419A-B55E8022C1D4}"/>
                </a:ext>
              </a:extLst>
            </p:cNvPr>
            <p:cNvSpPr>
              <a:spLocks/>
            </p:cNvSpPr>
            <p:nvPr/>
          </p:nvSpPr>
          <p:spPr bwMode="auto">
            <a:xfrm rot="5094805">
              <a:off x="963761" y="4570339"/>
              <a:ext cx="82259" cy="75404"/>
            </a:xfrm>
            <a:custGeom>
              <a:avLst/>
              <a:gdLst>
                <a:gd name="T0" fmla="*/ 19 w 34"/>
                <a:gd name="T1" fmla="*/ 25 h 30"/>
                <a:gd name="T2" fmla="*/ 1 w 34"/>
                <a:gd name="T3" fmla="*/ 22 h 30"/>
                <a:gd name="T4" fmla="*/ 15 w 34"/>
                <a:gd name="T5" fmla="*/ 3 h 30"/>
                <a:gd name="T6" fmla="*/ 32 w 34"/>
                <a:gd name="T7" fmla="*/ 6 h 30"/>
                <a:gd name="T8" fmla="*/ 19 w 34"/>
                <a:gd name="T9" fmla="*/ 25 h 30"/>
              </a:gdLst>
              <a:ahLst/>
              <a:cxnLst>
                <a:cxn ang="0">
                  <a:pos x="T0" y="T1"/>
                </a:cxn>
                <a:cxn ang="0">
                  <a:pos x="T2" y="T3"/>
                </a:cxn>
                <a:cxn ang="0">
                  <a:pos x="T4" y="T5"/>
                </a:cxn>
                <a:cxn ang="0">
                  <a:pos x="T6" y="T7"/>
                </a:cxn>
                <a:cxn ang="0">
                  <a:pos x="T8" y="T9"/>
                </a:cxn>
              </a:cxnLst>
              <a:rect l="0" t="0" r="r" b="b"/>
              <a:pathLst>
                <a:path w="34" h="30">
                  <a:moveTo>
                    <a:pt x="19" y="25"/>
                  </a:moveTo>
                  <a:cubicBezTo>
                    <a:pt x="10" y="30"/>
                    <a:pt x="2" y="28"/>
                    <a:pt x="1" y="22"/>
                  </a:cubicBezTo>
                  <a:cubicBezTo>
                    <a:pt x="0" y="16"/>
                    <a:pt x="7" y="8"/>
                    <a:pt x="15" y="3"/>
                  </a:cubicBezTo>
                  <a:cubicBezTo>
                    <a:pt x="23" y="0"/>
                    <a:pt x="31" y="1"/>
                    <a:pt x="32" y="6"/>
                  </a:cubicBezTo>
                  <a:cubicBezTo>
                    <a:pt x="34" y="12"/>
                    <a:pt x="28" y="21"/>
                    <a:pt x="19"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0" name="Freeform 969">
              <a:extLst>
                <a:ext uri="{FF2B5EF4-FFF2-40B4-BE49-F238E27FC236}">
                  <a16:creationId xmlns:a16="http://schemas.microsoft.com/office/drawing/2014/main" id="{F595225C-75DD-F05B-2B55-5248F9284454}"/>
                </a:ext>
              </a:extLst>
            </p:cNvPr>
            <p:cNvSpPr>
              <a:spLocks/>
            </p:cNvSpPr>
            <p:nvPr/>
          </p:nvSpPr>
          <p:spPr bwMode="auto">
            <a:xfrm rot="5094805">
              <a:off x="981345" y="4357919"/>
              <a:ext cx="77689" cy="70834"/>
            </a:xfrm>
            <a:custGeom>
              <a:avLst/>
              <a:gdLst>
                <a:gd name="T0" fmla="*/ 18 w 32"/>
                <a:gd name="T1" fmla="*/ 24 h 29"/>
                <a:gd name="T2" fmla="*/ 1 w 32"/>
                <a:gd name="T3" fmla="*/ 23 h 29"/>
                <a:gd name="T4" fmla="*/ 14 w 32"/>
                <a:gd name="T5" fmla="*/ 5 h 29"/>
                <a:gd name="T6" fmla="*/ 31 w 32"/>
                <a:gd name="T7" fmla="*/ 7 h 29"/>
                <a:gd name="T8" fmla="*/ 18 w 32"/>
                <a:gd name="T9" fmla="*/ 24 h 29"/>
              </a:gdLst>
              <a:ahLst/>
              <a:cxnLst>
                <a:cxn ang="0">
                  <a:pos x="T0" y="T1"/>
                </a:cxn>
                <a:cxn ang="0">
                  <a:pos x="T2" y="T3"/>
                </a:cxn>
                <a:cxn ang="0">
                  <a:pos x="T4" y="T5"/>
                </a:cxn>
                <a:cxn ang="0">
                  <a:pos x="T6" y="T7"/>
                </a:cxn>
                <a:cxn ang="0">
                  <a:pos x="T8" y="T9"/>
                </a:cxn>
              </a:cxnLst>
              <a:rect l="0" t="0" r="r" b="b"/>
              <a:pathLst>
                <a:path w="32" h="29">
                  <a:moveTo>
                    <a:pt x="18" y="24"/>
                  </a:moveTo>
                  <a:cubicBezTo>
                    <a:pt x="9" y="29"/>
                    <a:pt x="2" y="28"/>
                    <a:pt x="1" y="23"/>
                  </a:cubicBezTo>
                  <a:cubicBezTo>
                    <a:pt x="0" y="18"/>
                    <a:pt x="6" y="10"/>
                    <a:pt x="14" y="5"/>
                  </a:cubicBezTo>
                  <a:cubicBezTo>
                    <a:pt x="22" y="0"/>
                    <a:pt x="30" y="1"/>
                    <a:pt x="31" y="7"/>
                  </a:cubicBezTo>
                  <a:cubicBezTo>
                    <a:pt x="32" y="12"/>
                    <a:pt x="26" y="20"/>
                    <a:pt x="1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1" name="Freeform 970">
              <a:extLst>
                <a:ext uri="{FF2B5EF4-FFF2-40B4-BE49-F238E27FC236}">
                  <a16:creationId xmlns:a16="http://schemas.microsoft.com/office/drawing/2014/main" id="{F4ABFD16-3D47-D5C8-7EA6-FD72C487E2F8}"/>
                </a:ext>
              </a:extLst>
            </p:cNvPr>
            <p:cNvSpPr>
              <a:spLocks/>
            </p:cNvSpPr>
            <p:nvPr/>
          </p:nvSpPr>
          <p:spPr bwMode="auto">
            <a:xfrm rot="5094805">
              <a:off x="1102758" y="4535327"/>
              <a:ext cx="75404" cy="73119"/>
            </a:xfrm>
            <a:custGeom>
              <a:avLst/>
              <a:gdLst>
                <a:gd name="T0" fmla="*/ 17 w 31"/>
                <a:gd name="T1" fmla="*/ 26 h 30"/>
                <a:gd name="T2" fmla="*/ 1 w 31"/>
                <a:gd name="T3" fmla="*/ 24 h 30"/>
                <a:gd name="T4" fmla="*/ 14 w 31"/>
                <a:gd name="T5" fmla="*/ 5 h 30"/>
                <a:gd name="T6" fmla="*/ 31 w 31"/>
                <a:gd name="T7" fmla="*/ 8 h 30"/>
                <a:gd name="T8" fmla="*/ 17 w 31"/>
                <a:gd name="T9" fmla="*/ 26 h 30"/>
              </a:gdLst>
              <a:ahLst/>
              <a:cxnLst>
                <a:cxn ang="0">
                  <a:pos x="T0" y="T1"/>
                </a:cxn>
                <a:cxn ang="0">
                  <a:pos x="T2" y="T3"/>
                </a:cxn>
                <a:cxn ang="0">
                  <a:pos x="T4" y="T5"/>
                </a:cxn>
                <a:cxn ang="0">
                  <a:pos x="T6" y="T7"/>
                </a:cxn>
                <a:cxn ang="0">
                  <a:pos x="T8" y="T9"/>
                </a:cxn>
              </a:cxnLst>
              <a:rect l="0" t="0" r="r" b="b"/>
              <a:pathLst>
                <a:path w="31" h="30">
                  <a:moveTo>
                    <a:pt x="17" y="26"/>
                  </a:moveTo>
                  <a:cubicBezTo>
                    <a:pt x="9" y="30"/>
                    <a:pt x="2" y="29"/>
                    <a:pt x="1" y="24"/>
                  </a:cubicBezTo>
                  <a:cubicBezTo>
                    <a:pt x="0" y="18"/>
                    <a:pt x="6" y="10"/>
                    <a:pt x="14" y="5"/>
                  </a:cubicBezTo>
                  <a:cubicBezTo>
                    <a:pt x="22" y="0"/>
                    <a:pt x="30" y="1"/>
                    <a:pt x="31" y="8"/>
                  </a:cubicBezTo>
                  <a:cubicBezTo>
                    <a:pt x="31" y="14"/>
                    <a:pt x="25" y="22"/>
                    <a:pt x="1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2" name="Freeform 971">
              <a:extLst>
                <a:ext uri="{FF2B5EF4-FFF2-40B4-BE49-F238E27FC236}">
                  <a16:creationId xmlns:a16="http://schemas.microsoft.com/office/drawing/2014/main" id="{55F227F8-0DD4-FCCC-7F77-FA11F9E7C138}"/>
                </a:ext>
              </a:extLst>
            </p:cNvPr>
            <p:cNvSpPr>
              <a:spLocks/>
            </p:cNvSpPr>
            <p:nvPr/>
          </p:nvSpPr>
          <p:spPr bwMode="auto">
            <a:xfrm rot="5094805">
              <a:off x="858591" y="4179479"/>
              <a:ext cx="79974" cy="66264"/>
            </a:xfrm>
            <a:custGeom>
              <a:avLst/>
              <a:gdLst>
                <a:gd name="T0" fmla="*/ 18 w 32"/>
                <a:gd name="T1" fmla="*/ 23 h 27"/>
                <a:gd name="T2" fmla="*/ 1 w 32"/>
                <a:gd name="T3" fmla="*/ 22 h 27"/>
                <a:gd name="T4" fmla="*/ 14 w 32"/>
                <a:gd name="T5" fmla="*/ 5 h 27"/>
                <a:gd name="T6" fmla="*/ 31 w 32"/>
                <a:gd name="T7" fmla="*/ 6 h 27"/>
                <a:gd name="T8" fmla="*/ 18 w 32"/>
                <a:gd name="T9" fmla="*/ 23 h 27"/>
              </a:gdLst>
              <a:ahLst/>
              <a:cxnLst>
                <a:cxn ang="0">
                  <a:pos x="T0" y="T1"/>
                </a:cxn>
                <a:cxn ang="0">
                  <a:pos x="T2" y="T3"/>
                </a:cxn>
                <a:cxn ang="0">
                  <a:pos x="T4" y="T5"/>
                </a:cxn>
                <a:cxn ang="0">
                  <a:pos x="T6" y="T7"/>
                </a:cxn>
                <a:cxn ang="0">
                  <a:pos x="T8" y="T9"/>
                </a:cxn>
              </a:cxnLst>
              <a:rect l="0" t="0" r="r" b="b"/>
              <a:pathLst>
                <a:path w="32" h="27">
                  <a:moveTo>
                    <a:pt x="18" y="23"/>
                  </a:moveTo>
                  <a:cubicBezTo>
                    <a:pt x="10" y="27"/>
                    <a:pt x="2" y="27"/>
                    <a:pt x="1" y="22"/>
                  </a:cubicBezTo>
                  <a:cubicBezTo>
                    <a:pt x="0" y="17"/>
                    <a:pt x="6" y="9"/>
                    <a:pt x="14" y="5"/>
                  </a:cubicBezTo>
                  <a:cubicBezTo>
                    <a:pt x="22" y="0"/>
                    <a:pt x="30" y="0"/>
                    <a:pt x="31" y="6"/>
                  </a:cubicBezTo>
                  <a:cubicBezTo>
                    <a:pt x="32" y="11"/>
                    <a:pt x="26" y="19"/>
                    <a:pt x="1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3" name="Freeform 972">
              <a:extLst>
                <a:ext uri="{FF2B5EF4-FFF2-40B4-BE49-F238E27FC236}">
                  <a16:creationId xmlns:a16="http://schemas.microsoft.com/office/drawing/2014/main" id="{9DC992DE-8ADD-5F23-14E0-1D282CD1C907}"/>
                </a:ext>
              </a:extLst>
            </p:cNvPr>
            <p:cNvSpPr>
              <a:spLocks/>
            </p:cNvSpPr>
            <p:nvPr/>
          </p:nvSpPr>
          <p:spPr bwMode="auto">
            <a:xfrm rot="5094805">
              <a:off x="739357" y="3999689"/>
              <a:ext cx="79974" cy="66264"/>
            </a:xfrm>
            <a:custGeom>
              <a:avLst/>
              <a:gdLst>
                <a:gd name="T0" fmla="*/ 18 w 32"/>
                <a:gd name="T1" fmla="*/ 22 h 27"/>
                <a:gd name="T2" fmla="*/ 1 w 32"/>
                <a:gd name="T3" fmla="*/ 22 h 27"/>
                <a:gd name="T4" fmla="*/ 14 w 32"/>
                <a:gd name="T5" fmla="*/ 5 h 27"/>
                <a:gd name="T6" fmla="*/ 31 w 32"/>
                <a:gd name="T7" fmla="*/ 5 h 27"/>
                <a:gd name="T8" fmla="*/ 18 w 32"/>
                <a:gd name="T9" fmla="*/ 22 h 27"/>
              </a:gdLst>
              <a:ahLst/>
              <a:cxnLst>
                <a:cxn ang="0">
                  <a:pos x="T0" y="T1"/>
                </a:cxn>
                <a:cxn ang="0">
                  <a:pos x="T2" y="T3"/>
                </a:cxn>
                <a:cxn ang="0">
                  <a:pos x="T4" y="T5"/>
                </a:cxn>
                <a:cxn ang="0">
                  <a:pos x="T6" y="T7"/>
                </a:cxn>
                <a:cxn ang="0">
                  <a:pos x="T8" y="T9"/>
                </a:cxn>
              </a:cxnLst>
              <a:rect l="0" t="0" r="r" b="b"/>
              <a:pathLst>
                <a:path w="32" h="27">
                  <a:moveTo>
                    <a:pt x="18" y="22"/>
                  </a:moveTo>
                  <a:cubicBezTo>
                    <a:pt x="10" y="27"/>
                    <a:pt x="3" y="26"/>
                    <a:pt x="1" y="22"/>
                  </a:cubicBezTo>
                  <a:cubicBezTo>
                    <a:pt x="0" y="17"/>
                    <a:pt x="6" y="10"/>
                    <a:pt x="14" y="5"/>
                  </a:cubicBezTo>
                  <a:cubicBezTo>
                    <a:pt x="22" y="0"/>
                    <a:pt x="30" y="0"/>
                    <a:pt x="31" y="5"/>
                  </a:cubicBezTo>
                  <a:cubicBezTo>
                    <a:pt x="32" y="10"/>
                    <a:pt x="26" y="18"/>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4" name="Freeform 973">
              <a:extLst>
                <a:ext uri="{FF2B5EF4-FFF2-40B4-BE49-F238E27FC236}">
                  <a16:creationId xmlns:a16="http://schemas.microsoft.com/office/drawing/2014/main" id="{D38A16FF-AD0C-6CF0-F897-BD6B193B4D23}"/>
                </a:ext>
              </a:extLst>
            </p:cNvPr>
            <p:cNvSpPr>
              <a:spLocks/>
            </p:cNvSpPr>
            <p:nvPr/>
          </p:nvSpPr>
          <p:spPr bwMode="auto">
            <a:xfrm rot="5094805">
              <a:off x="629131" y="3821480"/>
              <a:ext cx="77689" cy="59409"/>
            </a:xfrm>
            <a:custGeom>
              <a:avLst/>
              <a:gdLst>
                <a:gd name="T0" fmla="*/ 17 w 31"/>
                <a:gd name="T1" fmla="*/ 21 h 24"/>
                <a:gd name="T2" fmla="*/ 1 w 31"/>
                <a:gd name="T3" fmla="*/ 19 h 24"/>
                <a:gd name="T4" fmla="*/ 14 w 31"/>
                <a:gd name="T5" fmla="*/ 4 h 24"/>
                <a:gd name="T6" fmla="*/ 31 w 31"/>
                <a:gd name="T7" fmla="*/ 5 h 24"/>
                <a:gd name="T8" fmla="*/ 17 w 31"/>
                <a:gd name="T9" fmla="*/ 21 h 24"/>
              </a:gdLst>
              <a:ahLst/>
              <a:cxnLst>
                <a:cxn ang="0">
                  <a:pos x="T0" y="T1"/>
                </a:cxn>
                <a:cxn ang="0">
                  <a:pos x="T2" y="T3"/>
                </a:cxn>
                <a:cxn ang="0">
                  <a:pos x="T4" y="T5"/>
                </a:cxn>
                <a:cxn ang="0">
                  <a:pos x="T6" y="T7"/>
                </a:cxn>
                <a:cxn ang="0">
                  <a:pos x="T8" y="T9"/>
                </a:cxn>
              </a:cxnLst>
              <a:rect l="0" t="0" r="r" b="b"/>
              <a:pathLst>
                <a:path w="31" h="24">
                  <a:moveTo>
                    <a:pt x="17" y="21"/>
                  </a:moveTo>
                  <a:cubicBezTo>
                    <a:pt x="9" y="24"/>
                    <a:pt x="2" y="24"/>
                    <a:pt x="1" y="19"/>
                  </a:cubicBezTo>
                  <a:cubicBezTo>
                    <a:pt x="0" y="15"/>
                    <a:pt x="6" y="8"/>
                    <a:pt x="14" y="4"/>
                  </a:cubicBezTo>
                  <a:cubicBezTo>
                    <a:pt x="23" y="0"/>
                    <a:pt x="31" y="0"/>
                    <a:pt x="31" y="5"/>
                  </a:cubicBezTo>
                  <a:cubicBezTo>
                    <a:pt x="31" y="10"/>
                    <a:pt x="25" y="17"/>
                    <a:pt x="1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5" name="Freeform 974">
              <a:extLst>
                <a:ext uri="{FF2B5EF4-FFF2-40B4-BE49-F238E27FC236}">
                  <a16:creationId xmlns:a16="http://schemas.microsoft.com/office/drawing/2014/main" id="{E1AF2F4F-1031-5B53-E186-B64AF00D5CEA}"/>
                </a:ext>
              </a:extLst>
            </p:cNvPr>
            <p:cNvSpPr>
              <a:spLocks/>
            </p:cNvSpPr>
            <p:nvPr/>
          </p:nvSpPr>
          <p:spPr bwMode="auto">
            <a:xfrm rot="5094805">
              <a:off x="523456" y="3640580"/>
              <a:ext cx="75404" cy="57124"/>
            </a:xfrm>
            <a:custGeom>
              <a:avLst/>
              <a:gdLst>
                <a:gd name="T0" fmla="*/ 17 w 31"/>
                <a:gd name="T1" fmla="*/ 20 h 23"/>
                <a:gd name="T2" fmla="*/ 1 w 31"/>
                <a:gd name="T3" fmla="*/ 18 h 23"/>
                <a:gd name="T4" fmla="*/ 14 w 31"/>
                <a:gd name="T5" fmla="*/ 4 h 23"/>
                <a:gd name="T6" fmla="*/ 31 w 31"/>
                <a:gd name="T7" fmla="*/ 5 h 23"/>
                <a:gd name="T8" fmla="*/ 17 w 31"/>
                <a:gd name="T9" fmla="*/ 20 h 23"/>
              </a:gdLst>
              <a:ahLst/>
              <a:cxnLst>
                <a:cxn ang="0">
                  <a:pos x="T0" y="T1"/>
                </a:cxn>
                <a:cxn ang="0">
                  <a:pos x="T2" y="T3"/>
                </a:cxn>
                <a:cxn ang="0">
                  <a:pos x="T4" y="T5"/>
                </a:cxn>
                <a:cxn ang="0">
                  <a:pos x="T6" y="T7"/>
                </a:cxn>
                <a:cxn ang="0">
                  <a:pos x="T8" y="T9"/>
                </a:cxn>
              </a:cxnLst>
              <a:rect l="0" t="0" r="r" b="b"/>
              <a:pathLst>
                <a:path w="31" h="23">
                  <a:moveTo>
                    <a:pt x="17" y="20"/>
                  </a:moveTo>
                  <a:cubicBezTo>
                    <a:pt x="9" y="23"/>
                    <a:pt x="2" y="23"/>
                    <a:pt x="1" y="18"/>
                  </a:cubicBezTo>
                  <a:cubicBezTo>
                    <a:pt x="0" y="14"/>
                    <a:pt x="6" y="8"/>
                    <a:pt x="14" y="4"/>
                  </a:cubicBezTo>
                  <a:cubicBezTo>
                    <a:pt x="23" y="0"/>
                    <a:pt x="31" y="1"/>
                    <a:pt x="31" y="5"/>
                  </a:cubicBezTo>
                  <a:cubicBezTo>
                    <a:pt x="31" y="10"/>
                    <a:pt x="25" y="16"/>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6" name="Freeform 975">
              <a:extLst>
                <a:ext uri="{FF2B5EF4-FFF2-40B4-BE49-F238E27FC236}">
                  <a16:creationId xmlns:a16="http://schemas.microsoft.com/office/drawing/2014/main" id="{A7855DAC-525C-82A6-8FE8-B79942837B4C}"/>
                </a:ext>
              </a:extLst>
            </p:cNvPr>
            <p:cNvSpPr>
              <a:spLocks/>
            </p:cNvSpPr>
            <p:nvPr/>
          </p:nvSpPr>
          <p:spPr bwMode="auto">
            <a:xfrm rot="5094805">
              <a:off x="423568" y="3460211"/>
              <a:ext cx="75404" cy="54839"/>
            </a:xfrm>
            <a:custGeom>
              <a:avLst/>
              <a:gdLst>
                <a:gd name="T0" fmla="*/ 17 w 31"/>
                <a:gd name="T1" fmla="*/ 19 h 22"/>
                <a:gd name="T2" fmla="*/ 1 w 31"/>
                <a:gd name="T3" fmla="*/ 18 h 22"/>
                <a:gd name="T4" fmla="*/ 14 w 31"/>
                <a:gd name="T5" fmla="*/ 4 h 22"/>
                <a:gd name="T6" fmla="*/ 31 w 31"/>
                <a:gd name="T7" fmla="*/ 6 h 22"/>
                <a:gd name="T8" fmla="*/ 17 w 31"/>
                <a:gd name="T9" fmla="*/ 19 h 22"/>
              </a:gdLst>
              <a:ahLst/>
              <a:cxnLst>
                <a:cxn ang="0">
                  <a:pos x="T0" y="T1"/>
                </a:cxn>
                <a:cxn ang="0">
                  <a:pos x="T2" y="T3"/>
                </a:cxn>
                <a:cxn ang="0">
                  <a:pos x="T4" y="T5"/>
                </a:cxn>
                <a:cxn ang="0">
                  <a:pos x="T6" y="T7"/>
                </a:cxn>
                <a:cxn ang="0">
                  <a:pos x="T8" y="T9"/>
                </a:cxn>
              </a:cxnLst>
              <a:rect l="0" t="0" r="r" b="b"/>
              <a:pathLst>
                <a:path w="31" h="22">
                  <a:moveTo>
                    <a:pt x="17" y="19"/>
                  </a:moveTo>
                  <a:cubicBezTo>
                    <a:pt x="9" y="22"/>
                    <a:pt x="2" y="22"/>
                    <a:pt x="1" y="18"/>
                  </a:cubicBezTo>
                  <a:cubicBezTo>
                    <a:pt x="0" y="14"/>
                    <a:pt x="6" y="8"/>
                    <a:pt x="14" y="4"/>
                  </a:cubicBezTo>
                  <a:cubicBezTo>
                    <a:pt x="22" y="0"/>
                    <a:pt x="30" y="1"/>
                    <a:pt x="31" y="6"/>
                  </a:cubicBezTo>
                  <a:cubicBezTo>
                    <a:pt x="31" y="10"/>
                    <a:pt x="25" y="16"/>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7" name="Freeform 976">
              <a:extLst>
                <a:ext uri="{FF2B5EF4-FFF2-40B4-BE49-F238E27FC236}">
                  <a16:creationId xmlns:a16="http://schemas.microsoft.com/office/drawing/2014/main" id="{0A70A89A-1EF2-5E84-B6F9-F3EA29D931BE}"/>
                </a:ext>
              </a:extLst>
            </p:cNvPr>
            <p:cNvSpPr>
              <a:spLocks/>
            </p:cNvSpPr>
            <p:nvPr/>
          </p:nvSpPr>
          <p:spPr bwMode="auto">
            <a:xfrm rot="5094805">
              <a:off x="329158" y="3277999"/>
              <a:ext cx="79974" cy="50269"/>
            </a:xfrm>
            <a:custGeom>
              <a:avLst/>
              <a:gdLst>
                <a:gd name="T0" fmla="*/ 18 w 32"/>
                <a:gd name="T1" fmla="*/ 17 h 20"/>
                <a:gd name="T2" fmla="*/ 1 w 32"/>
                <a:gd name="T3" fmla="*/ 16 h 20"/>
                <a:gd name="T4" fmla="*/ 14 w 32"/>
                <a:gd name="T5" fmla="*/ 3 h 20"/>
                <a:gd name="T6" fmla="*/ 31 w 32"/>
                <a:gd name="T7" fmla="*/ 5 h 20"/>
                <a:gd name="T8" fmla="*/ 18 w 32"/>
                <a:gd name="T9" fmla="*/ 17 h 20"/>
              </a:gdLst>
              <a:ahLst/>
              <a:cxnLst>
                <a:cxn ang="0">
                  <a:pos x="T0" y="T1"/>
                </a:cxn>
                <a:cxn ang="0">
                  <a:pos x="T2" y="T3"/>
                </a:cxn>
                <a:cxn ang="0">
                  <a:pos x="T4" y="T5"/>
                </a:cxn>
                <a:cxn ang="0">
                  <a:pos x="T6" y="T7"/>
                </a:cxn>
                <a:cxn ang="0">
                  <a:pos x="T8" y="T9"/>
                </a:cxn>
              </a:cxnLst>
              <a:rect l="0" t="0" r="r" b="b"/>
              <a:pathLst>
                <a:path w="32" h="20">
                  <a:moveTo>
                    <a:pt x="18" y="17"/>
                  </a:moveTo>
                  <a:cubicBezTo>
                    <a:pt x="10" y="20"/>
                    <a:pt x="2" y="20"/>
                    <a:pt x="1" y="16"/>
                  </a:cubicBezTo>
                  <a:cubicBezTo>
                    <a:pt x="0" y="12"/>
                    <a:pt x="6" y="6"/>
                    <a:pt x="14" y="3"/>
                  </a:cubicBezTo>
                  <a:cubicBezTo>
                    <a:pt x="22" y="0"/>
                    <a:pt x="30" y="0"/>
                    <a:pt x="31" y="5"/>
                  </a:cubicBezTo>
                  <a:cubicBezTo>
                    <a:pt x="32" y="8"/>
                    <a:pt x="26" y="14"/>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8" name="Freeform 977">
              <a:extLst>
                <a:ext uri="{FF2B5EF4-FFF2-40B4-BE49-F238E27FC236}">
                  <a16:creationId xmlns:a16="http://schemas.microsoft.com/office/drawing/2014/main" id="{0D70AAFE-E680-1C04-81C7-27F4DF663E5A}"/>
                </a:ext>
              </a:extLst>
            </p:cNvPr>
            <p:cNvSpPr>
              <a:spLocks/>
            </p:cNvSpPr>
            <p:nvPr/>
          </p:nvSpPr>
          <p:spPr bwMode="auto">
            <a:xfrm rot="5094805">
              <a:off x="246137" y="3094977"/>
              <a:ext cx="79974" cy="45700"/>
            </a:xfrm>
            <a:custGeom>
              <a:avLst/>
              <a:gdLst>
                <a:gd name="T0" fmla="*/ 18 w 32"/>
                <a:gd name="T1" fmla="*/ 17 h 19"/>
                <a:gd name="T2" fmla="*/ 1 w 32"/>
                <a:gd name="T3" fmla="*/ 15 h 19"/>
                <a:gd name="T4" fmla="*/ 14 w 32"/>
                <a:gd name="T5" fmla="*/ 3 h 19"/>
                <a:gd name="T6" fmla="*/ 32 w 32"/>
                <a:gd name="T7" fmla="*/ 5 h 19"/>
                <a:gd name="T8" fmla="*/ 18 w 32"/>
                <a:gd name="T9" fmla="*/ 17 h 19"/>
              </a:gdLst>
              <a:ahLst/>
              <a:cxnLst>
                <a:cxn ang="0">
                  <a:pos x="T0" y="T1"/>
                </a:cxn>
                <a:cxn ang="0">
                  <a:pos x="T2" y="T3"/>
                </a:cxn>
                <a:cxn ang="0">
                  <a:pos x="T4" y="T5"/>
                </a:cxn>
                <a:cxn ang="0">
                  <a:pos x="T6" y="T7"/>
                </a:cxn>
                <a:cxn ang="0">
                  <a:pos x="T8" y="T9"/>
                </a:cxn>
              </a:cxnLst>
              <a:rect l="0" t="0" r="r" b="b"/>
              <a:pathLst>
                <a:path w="32" h="19">
                  <a:moveTo>
                    <a:pt x="18" y="17"/>
                  </a:moveTo>
                  <a:cubicBezTo>
                    <a:pt x="10" y="19"/>
                    <a:pt x="2" y="18"/>
                    <a:pt x="1" y="15"/>
                  </a:cubicBezTo>
                  <a:cubicBezTo>
                    <a:pt x="0" y="11"/>
                    <a:pt x="6" y="5"/>
                    <a:pt x="14" y="3"/>
                  </a:cubicBezTo>
                  <a:cubicBezTo>
                    <a:pt x="23" y="0"/>
                    <a:pt x="31" y="1"/>
                    <a:pt x="32" y="5"/>
                  </a:cubicBezTo>
                  <a:cubicBezTo>
                    <a:pt x="32" y="9"/>
                    <a:pt x="26" y="14"/>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9" name="Freeform 978">
              <a:extLst>
                <a:ext uri="{FF2B5EF4-FFF2-40B4-BE49-F238E27FC236}">
                  <a16:creationId xmlns:a16="http://schemas.microsoft.com/office/drawing/2014/main" id="{60D5D2EE-DABB-7983-804F-2E97F34CEEB2}"/>
                </a:ext>
              </a:extLst>
            </p:cNvPr>
            <p:cNvSpPr>
              <a:spLocks/>
            </p:cNvSpPr>
            <p:nvPr/>
          </p:nvSpPr>
          <p:spPr bwMode="auto">
            <a:xfrm rot="5094805">
              <a:off x="176676" y="2906275"/>
              <a:ext cx="77689" cy="47985"/>
            </a:xfrm>
            <a:custGeom>
              <a:avLst/>
              <a:gdLst>
                <a:gd name="T0" fmla="*/ 18 w 32"/>
                <a:gd name="T1" fmla="*/ 16 h 19"/>
                <a:gd name="T2" fmla="*/ 1 w 32"/>
                <a:gd name="T3" fmla="*/ 14 h 19"/>
                <a:gd name="T4" fmla="*/ 14 w 32"/>
                <a:gd name="T5" fmla="*/ 3 h 19"/>
                <a:gd name="T6" fmla="*/ 32 w 32"/>
                <a:gd name="T7" fmla="*/ 6 h 19"/>
                <a:gd name="T8" fmla="*/ 18 w 32"/>
                <a:gd name="T9" fmla="*/ 16 h 19"/>
              </a:gdLst>
              <a:ahLst/>
              <a:cxnLst>
                <a:cxn ang="0">
                  <a:pos x="T0" y="T1"/>
                </a:cxn>
                <a:cxn ang="0">
                  <a:pos x="T2" y="T3"/>
                </a:cxn>
                <a:cxn ang="0">
                  <a:pos x="T4" y="T5"/>
                </a:cxn>
                <a:cxn ang="0">
                  <a:pos x="T6" y="T7"/>
                </a:cxn>
                <a:cxn ang="0">
                  <a:pos x="T8" y="T9"/>
                </a:cxn>
              </a:cxnLst>
              <a:rect l="0" t="0" r="r" b="b"/>
              <a:pathLst>
                <a:path w="32" h="19">
                  <a:moveTo>
                    <a:pt x="18" y="16"/>
                  </a:moveTo>
                  <a:cubicBezTo>
                    <a:pt x="10" y="19"/>
                    <a:pt x="2" y="17"/>
                    <a:pt x="1" y="14"/>
                  </a:cubicBezTo>
                  <a:cubicBezTo>
                    <a:pt x="0" y="10"/>
                    <a:pt x="6" y="5"/>
                    <a:pt x="14" y="3"/>
                  </a:cubicBezTo>
                  <a:cubicBezTo>
                    <a:pt x="23" y="0"/>
                    <a:pt x="31" y="2"/>
                    <a:pt x="32" y="6"/>
                  </a:cubicBezTo>
                  <a:cubicBezTo>
                    <a:pt x="32" y="10"/>
                    <a:pt x="26" y="14"/>
                    <a:pt x="1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0" name="Freeform 979">
              <a:extLst>
                <a:ext uri="{FF2B5EF4-FFF2-40B4-BE49-F238E27FC236}">
                  <a16:creationId xmlns:a16="http://schemas.microsoft.com/office/drawing/2014/main" id="{D9794D26-6CCD-B79E-CEF7-AA2CAD49436B}"/>
                </a:ext>
              </a:extLst>
            </p:cNvPr>
            <p:cNvSpPr>
              <a:spLocks/>
            </p:cNvSpPr>
            <p:nvPr/>
          </p:nvSpPr>
          <p:spPr bwMode="auto">
            <a:xfrm rot="5094805">
              <a:off x="117552" y="2722269"/>
              <a:ext cx="77689" cy="41130"/>
            </a:xfrm>
            <a:custGeom>
              <a:avLst/>
              <a:gdLst>
                <a:gd name="T0" fmla="*/ 18 w 32"/>
                <a:gd name="T1" fmla="*/ 15 h 17"/>
                <a:gd name="T2" fmla="*/ 1 w 32"/>
                <a:gd name="T3" fmla="*/ 12 h 17"/>
                <a:gd name="T4" fmla="*/ 15 w 32"/>
                <a:gd name="T5" fmla="*/ 1 h 17"/>
                <a:gd name="T6" fmla="*/ 31 w 32"/>
                <a:gd name="T7" fmla="*/ 6 h 17"/>
                <a:gd name="T8" fmla="*/ 18 w 32"/>
                <a:gd name="T9" fmla="*/ 15 h 17"/>
              </a:gdLst>
              <a:ahLst/>
              <a:cxnLst>
                <a:cxn ang="0">
                  <a:pos x="T0" y="T1"/>
                </a:cxn>
                <a:cxn ang="0">
                  <a:pos x="T2" y="T3"/>
                </a:cxn>
                <a:cxn ang="0">
                  <a:pos x="T4" y="T5"/>
                </a:cxn>
                <a:cxn ang="0">
                  <a:pos x="T6" y="T7"/>
                </a:cxn>
                <a:cxn ang="0">
                  <a:pos x="T8" y="T9"/>
                </a:cxn>
              </a:cxnLst>
              <a:rect l="0" t="0" r="r" b="b"/>
              <a:pathLst>
                <a:path w="32" h="17">
                  <a:moveTo>
                    <a:pt x="18" y="15"/>
                  </a:moveTo>
                  <a:cubicBezTo>
                    <a:pt x="10" y="17"/>
                    <a:pt x="2" y="15"/>
                    <a:pt x="1" y="12"/>
                  </a:cubicBezTo>
                  <a:cubicBezTo>
                    <a:pt x="0" y="8"/>
                    <a:pt x="6" y="3"/>
                    <a:pt x="15" y="1"/>
                  </a:cubicBezTo>
                  <a:cubicBezTo>
                    <a:pt x="23" y="0"/>
                    <a:pt x="31" y="2"/>
                    <a:pt x="31" y="6"/>
                  </a:cubicBezTo>
                  <a:cubicBezTo>
                    <a:pt x="32" y="9"/>
                    <a:pt x="26" y="14"/>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1" name="Freeform 980">
              <a:extLst>
                <a:ext uri="{FF2B5EF4-FFF2-40B4-BE49-F238E27FC236}">
                  <a16:creationId xmlns:a16="http://schemas.microsoft.com/office/drawing/2014/main" id="{956D2F53-D004-8FA6-D5A8-0AB680664135}"/>
                </a:ext>
              </a:extLst>
            </p:cNvPr>
            <p:cNvSpPr>
              <a:spLocks/>
            </p:cNvSpPr>
            <p:nvPr/>
          </p:nvSpPr>
          <p:spPr bwMode="auto">
            <a:xfrm rot="5094805">
              <a:off x="71874" y="2532283"/>
              <a:ext cx="82259" cy="38845"/>
            </a:xfrm>
            <a:custGeom>
              <a:avLst/>
              <a:gdLst>
                <a:gd name="T0" fmla="*/ 19 w 33"/>
                <a:gd name="T1" fmla="*/ 15 h 16"/>
                <a:gd name="T2" fmla="*/ 1 w 33"/>
                <a:gd name="T3" fmla="*/ 10 h 16"/>
                <a:gd name="T4" fmla="*/ 15 w 33"/>
                <a:gd name="T5" fmla="*/ 1 h 16"/>
                <a:gd name="T6" fmla="*/ 32 w 33"/>
                <a:gd name="T7" fmla="*/ 7 h 16"/>
                <a:gd name="T8" fmla="*/ 19 w 33"/>
                <a:gd name="T9" fmla="*/ 15 h 16"/>
              </a:gdLst>
              <a:ahLst/>
              <a:cxnLst>
                <a:cxn ang="0">
                  <a:pos x="T0" y="T1"/>
                </a:cxn>
                <a:cxn ang="0">
                  <a:pos x="T2" y="T3"/>
                </a:cxn>
                <a:cxn ang="0">
                  <a:pos x="T4" y="T5"/>
                </a:cxn>
                <a:cxn ang="0">
                  <a:pos x="T6" y="T7"/>
                </a:cxn>
                <a:cxn ang="0">
                  <a:pos x="T8" y="T9"/>
                </a:cxn>
              </a:cxnLst>
              <a:rect l="0" t="0" r="r" b="b"/>
              <a:pathLst>
                <a:path w="33" h="16">
                  <a:moveTo>
                    <a:pt x="19" y="15"/>
                  </a:moveTo>
                  <a:cubicBezTo>
                    <a:pt x="10" y="16"/>
                    <a:pt x="3" y="14"/>
                    <a:pt x="1" y="10"/>
                  </a:cubicBezTo>
                  <a:cubicBezTo>
                    <a:pt x="0" y="6"/>
                    <a:pt x="6" y="2"/>
                    <a:pt x="15" y="1"/>
                  </a:cubicBezTo>
                  <a:cubicBezTo>
                    <a:pt x="24" y="0"/>
                    <a:pt x="31" y="3"/>
                    <a:pt x="32" y="7"/>
                  </a:cubicBezTo>
                  <a:cubicBezTo>
                    <a:pt x="33" y="11"/>
                    <a:pt x="27" y="14"/>
                    <a:pt x="1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2" name="Freeform 981">
              <a:extLst>
                <a:ext uri="{FF2B5EF4-FFF2-40B4-BE49-F238E27FC236}">
                  <a16:creationId xmlns:a16="http://schemas.microsoft.com/office/drawing/2014/main" id="{3A4FF446-ED24-71EF-6A80-BEACD99513F5}"/>
                </a:ext>
              </a:extLst>
            </p:cNvPr>
            <p:cNvSpPr>
              <a:spLocks/>
            </p:cNvSpPr>
            <p:nvPr/>
          </p:nvSpPr>
          <p:spPr bwMode="auto">
            <a:xfrm rot="5094805">
              <a:off x="43186" y="2340146"/>
              <a:ext cx="75404" cy="36560"/>
            </a:xfrm>
            <a:custGeom>
              <a:avLst/>
              <a:gdLst>
                <a:gd name="T0" fmla="*/ 16 w 31"/>
                <a:gd name="T1" fmla="*/ 14 h 15"/>
                <a:gd name="T2" fmla="*/ 1 w 31"/>
                <a:gd name="T3" fmla="*/ 9 h 15"/>
                <a:gd name="T4" fmla="*/ 14 w 31"/>
                <a:gd name="T5" fmla="*/ 1 h 15"/>
                <a:gd name="T6" fmla="*/ 31 w 31"/>
                <a:gd name="T7" fmla="*/ 7 h 15"/>
                <a:gd name="T8" fmla="*/ 16 w 31"/>
                <a:gd name="T9" fmla="*/ 14 h 15"/>
              </a:gdLst>
              <a:ahLst/>
              <a:cxnLst>
                <a:cxn ang="0">
                  <a:pos x="T0" y="T1"/>
                </a:cxn>
                <a:cxn ang="0">
                  <a:pos x="T2" y="T3"/>
                </a:cxn>
                <a:cxn ang="0">
                  <a:pos x="T4" y="T5"/>
                </a:cxn>
                <a:cxn ang="0">
                  <a:pos x="T6" y="T7"/>
                </a:cxn>
                <a:cxn ang="0">
                  <a:pos x="T8" y="T9"/>
                </a:cxn>
              </a:cxnLst>
              <a:rect l="0" t="0" r="r" b="b"/>
              <a:pathLst>
                <a:path w="31" h="15">
                  <a:moveTo>
                    <a:pt x="16" y="14"/>
                  </a:moveTo>
                  <a:cubicBezTo>
                    <a:pt x="8" y="15"/>
                    <a:pt x="1" y="13"/>
                    <a:pt x="1" y="9"/>
                  </a:cubicBezTo>
                  <a:cubicBezTo>
                    <a:pt x="0" y="5"/>
                    <a:pt x="6" y="2"/>
                    <a:pt x="14" y="1"/>
                  </a:cubicBezTo>
                  <a:cubicBezTo>
                    <a:pt x="23" y="0"/>
                    <a:pt x="31" y="3"/>
                    <a:pt x="31" y="7"/>
                  </a:cubicBezTo>
                  <a:cubicBezTo>
                    <a:pt x="31" y="11"/>
                    <a:pt x="25" y="14"/>
                    <a:pt x="1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3" name="Freeform 982">
              <a:extLst>
                <a:ext uri="{FF2B5EF4-FFF2-40B4-BE49-F238E27FC236}">
                  <a16:creationId xmlns:a16="http://schemas.microsoft.com/office/drawing/2014/main" id="{9D27562C-A28C-AF0E-9346-336BBD9F9620}"/>
                </a:ext>
              </a:extLst>
            </p:cNvPr>
            <p:cNvSpPr>
              <a:spLocks/>
            </p:cNvSpPr>
            <p:nvPr/>
          </p:nvSpPr>
          <p:spPr bwMode="auto">
            <a:xfrm rot="5094805">
              <a:off x="8993" y="2149244"/>
              <a:ext cx="77689" cy="36560"/>
            </a:xfrm>
            <a:custGeom>
              <a:avLst/>
              <a:gdLst>
                <a:gd name="T0" fmla="*/ 18 w 32"/>
                <a:gd name="T1" fmla="*/ 14 h 15"/>
                <a:gd name="T2" fmla="*/ 1 w 32"/>
                <a:gd name="T3" fmla="*/ 9 h 15"/>
                <a:gd name="T4" fmla="*/ 13 w 32"/>
                <a:gd name="T5" fmla="*/ 1 h 15"/>
                <a:gd name="T6" fmla="*/ 31 w 32"/>
                <a:gd name="T7" fmla="*/ 7 h 15"/>
                <a:gd name="T8" fmla="*/ 18 w 32"/>
                <a:gd name="T9" fmla="*/ 14 h 15"/>
              </a:gdLst>
              <a:ahLst/>
              <a:cxnLst>
                <a:cxn ang="0">
                  <a:pos x="T0" y="T1"/>
                </a:cxn>
                <a:cxn ang="0">
                  <a:pos x="T2" y="T3"/>
                </a:cxn>
                <a:cxn ang="0">
                  <a:pos x="T4" y="T5"/>
                </a:cxn>
                <a:cxn ang="0">
                  <a:pos x="T6" y="T7"/>
                </a:cxn>
                <a:cxn ang="0">
                  <a:pos x="T8" y="T9"/>
                </a:cxn>
              </a:cxnLst>
              <a:rect l="0" t="0" r="r" b="b"/>
              <a:pathLst>
                <a:path w="32" h="15">
                  <a:moveTo>
                    <a:pt x="18" y="14"/>
                  </a:moveTo>
                  <a:cubicBezTo>
                    <a:pt x="9" y="15"/>
                    <a:pt x="2" y="13"/>
                    <a:pt x="1" y="9"/>
                  </a:cubicBezTo>
                  <a:cubicBezTo>
                    <a:pt x="0" y="6"/>
                    <a:pt x="5" y="2"/>
                    <a:pt x="13" y="1"/>
                  </a:cubicBezTo>
                  <a:cubicBezTo>
                    <a:pt x="22" y="0"/>
                    <a:pt x="31" y="3"/>
                    <a:pt x="31" y="7"/>
                  </a:cubicBezTo>
                  <a:cubicBezTo>
                    <a:pt x="32" y="10"/>
                    <a:pt x="26" y="13"/>
                    <a:pt x="1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4" name="Freeform 983">
              <a:extLst>
                <a:ext uri="{FF2B5EF4-FFF2-40B4-BE49-F238E27FC236}">
                  <a16:creationId xmlns:a16="http://schemas.microsoft.com/office/drawing/2014/main" id="{2F8DF3CB-623B-4FAC-B7AA-D1CB4C256C05}"/>
                </a:ext>
              </a:extLst>
            </p:cNvPr>
            <p:cNvSpPr>
              <a:spLocks/>
            </p:cNvSpPr>
            <p:nvPr/>
          </p:nvSpPr>
          <p:spPr bwMode="auto">
            <a:xfrm rot="5094805">
              <a:off x="-23127" y="1958148"/>
              <a:ext cx="79974" cy="31990"/>
            </a:xfrm>
            <a:custGeom>
              <a:avLst/>
              <a:gdLst>
                <a:gd name="T0" fmla="*/ 17 w 32"/>
                <a:gd name="T1" fmla="*/ 12 h 13"/>
                <a:gd name="T2" fmla="*/ 1 w 32"/>
                <a:gd name="T3" fmla="*/ 7 h 13"/>
                <a:gd name="T4" fmla="*/ 14 w 32"/>
                <a:gd name="T5" fmla="*/ 0 h 13"/>
                <a:gd name="T6" fmla="*/ 31 w 32"/>
                <a:gd name="T7" fmla="*/ 6 h 13"/>
                <a:gd name="T8" fmla="*/ 17 w 32"/>
                <a:gd name="T9" fmla="*/ 12 h 13"/>
              </a:gdLst>
              <a:ahLst/>
              <a:cxnLst>
                <a:cxn ang="0">
                  <a:pos x="T0" y="T1"/>
                </a:cxn>
                <a:cxn ang="0">
                  <a:pos x="T2" y="T3"/>
                </a:cxn>
                <a:cxn ang="0">
                  <a:pos x="T4" y="T5"/>
                </a:cxn>
                <a:cxn ang="0">
                  <a:pos x="T6" y="T7"/>
                </a:cxn>
                <a:cxn ang="0">
                  <a:pos x="T8" y="T9"/>
                </a:cxn>
              </a:cxnLst>
              <a:rect l="0" t="0" r="r" b="b"/>
              <a:pathLst>
                <a:path w="32" h="13">
                  <a:moveTo>
                    <a:pt x="17" y="12"/>
                  </a:moveTo>
                  <a:cubicBezTo>
                    <a:pt x="9" y="13"/>
                    <a:pt x="2" y="11"/>
                    <a:pt x="1" y="7"/>
                  </a:cubicBezTo>
                  <a:cubicBezTo>
                    <a:pt x="0" y="4"/>
                    <a:pt x="6" y="1"/>
                    <a:pt x="14" y="0"/>
                  </a:cubicBezTo>
                  <a:cubicBezTo>
                    <a:pt x="23" y="0"/>
                    <a:pt x="31" y="2"/>
                    <a:pt x="31" y="6"/>
                  </a:cubicBezTo>
                  <a:cubicBezTo>
                    <a:pt x="32" y="9"/>
                    <a:pt x="25" y="12"/>
                    <a:pt x="1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5" name="Freeform 984">
              <a:extLst>
                <a:ext uri="{FF2B5EF4-FFF2-40B4-BE49-F238E27FC236}">
                  <a16:creationId xmlns:a16="http://schemas.microsoft.com/office/drawing/2014/main" id="{0E96DBAE-732F-886B-1165-03B7E02556C0}"/>
                </a:ext>
              </a:extLst>
            </p:cNvPr>
            <p:cNvSpPr>
              <a:spLocks/>
            </p:cNvSpPr>
            <p:nvPr/>
          </p:nvSpPr>
          <p:spPr bwMode="auto">
            <a:xfrm rot="5094805">
              <a:off x="-51823" y="1765809"/>
              <a:ext cx="77689" cy="29705"/>
            </a:xfrm>
            <a:custGeom>
              <a:avLst/>
              <a:gdLst>
                <a:gd name="T0" fmla="*/ 17 w 32"/>
                <a:gd name="T1" fmla="*/ 12 h 12"/>
                <a:gd name="T2" fmla="*/ 1 w 32"/>
                <a:gd name="T3" fmla="*/ 7 h 12"/>
                <a:gd name="T4" fmla="*/ 14 w 32"/>
                <a:gd name="T5" fmla="*/ 1 h 12"/>
                <a:gd name="T6" fmla="*/ 31 w 32"/>
                <a:gd name="T7" fmla="*/ 6 h 12"/>
                <a:gd name="T8" fmla="*/ 17 w 32"/>
                <a:gd name="T9" fmla="*/ 12 h 12"/>
              </a:gdLst>
              <a:ahLst/>
              <a:cxnLst>
                <a:cxn ang="0">
                  <a:pos x="T0" y="T1"/>
                </a:cxn>
                <a:cxn ang="0">
                  <a:pos x="T2" y="T3"/>
                </a:cxn>
                <a:cxn ang="0">
                  <a:pos x="T4" y="T5"/>
                </a:cxn>
                <a:cxn ang="0">
                  <a:pos x="T6" y="T7"/>
                </a:cxn>
                <a:cxn ang="0">
                  <a:pos x="T8" y="T9"/>
                </a:cxn>
              </a:cxnLst>
              <a:rect l="0" t="0" r="r" b="b"/>
              <a:pathLst>
                <a:path w="32" h="12">
                  <a:moveTo>
                    <a:pt x="17" y="12"/>
                  </a:moveTo>
                  <a:cubicBezTo>
                    <a:pt x="9" y="12"/>
                    <a:pt x="2" y="10"/>
                    <a:pt x="1" y="7"/>
                  </a:cubicBezTo>
                  <a:cubicBezTo>
                    <a:pt x="0" y="4"/>
                    <a:pt x="6" y="1"/>
                    <a:pt x="14" y="1"/>
                  </a:cubicBezTo>
                  <a:cubicBezTo>
                    <a:pt x="23" y="0"/>
                    <a:pt x="31" y="2"/>
                    <a:pt x="31" y="6"/>
                  </a:cubicBezTo>
                  <a:cubicBezTo>
                    <a:pt x="32" y="9"/>
                    <a:pt x="26" y="11"/>
                    <a:pt x="1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6" name="Freeform 1014">
              <a:extLst>
                <a:ext uri="{FF2B5EF4-FFF2-40B4-BE49-F238E27FC236}">
                  <a16:creationId xmlns:a16="http://schemas.microsoft.com/office/drawing/2014/main" id="{03AC49B6-1BA8-AC85-7EE8-A32467B6B7C6}"/>
                </a:ext>
              </a:extLst>
            </p:cNvPr>
            <p:cNvSpPr>
              <a:spLocks/>
            </p:cNvSpPr>
            <p:nvPr/>
          </p:nvSpPr>
          <p:spPr bwMode="auto">
            <a:xfrm rot="5094805">
              <a:off x="2039697" y="6788125"/>
              <a:ext cx="79974" cy="47984"/>
            </a:xfrm>
            <a:custGeom>
              <a:avLst/>
              <a:gdLst>
                <a:gd name="T0" fmla="*/ 17 w 32"/>
                <a:gd name="T1" fmla="*/ 18 h 19"/>
                <a:gd name="T2" fmla="*/ 0 w 32"/>
                <a:gd name="T3" fmla="*/ 10 h 19"/>
                <a:gd name="T4" fmla="*/ 14 w 32"/>
                <a:gd name="T5" fmla="*/ 1 h 19"/>
                <a:gd name="T6" fmla="*/ 32 w 32"/>
                <a:gd name="T7" fmla="*/ 8 h 19"/>
                <a:gd name="T8" fmla="*/ 17 w 32"/>
                <a:gd name="T9" fmla="*/ 18 h 19"/>
              </a:gdLst>
              <a:ahLst/>
              <a:cxnLst>
                <a:cxn ang="0">
                  <a:pos x="T0" y="T1"/>
                </a:cxn>
                <a:cxn ang="0">
                  <a:pos x="T2" y="T3"/>
                </a:cxn>
                <a:cxn ang="0">
                  <a:pos x="T4" y="T5"/>
                </a:cxn>
                <a:cxn ang="0">
                  <a:pos x="T6" y="T7"/>
                </a:cxn>
                <a:cxn ang="0">
                  <a:pos x="T8" y="T9"/>
                </a:cxn>
              </a:cxnLst>
              <a:rect l="0" t="0" r="r" b="b"/>
              <a:pathLst>
                <a:path w="32" h="19">
                  <a:moveTo>
                    <a:pt x="17" y="18"/>
                  </a:moveTo>
                  <a:cubicBezTo>
                    <a:pt x="8" y="19"/>
                    <a:pt x="1" y="15"/>
                    <a:pt x="0" y="10"/>
                  </a:cubicBezTo>
                  <a:cubicBezTo>
                    <a:pt x="0" y="6"/>
                    <a:pt x="6" y="1"/>
                    <a:pt x="14" y="1"/>
                  </a:cubicBezTo>
                  <a:cubicBezTo>
                    <a:pt x="24" y="0"/>
                    <a:pt x="32" y="3"/>
                    <a:pt x="32" y="8"/>
                  </a:cubicBezTo>
                  <a:cubicBezTo>
                    <a:pt x="32" y="13"/>
                    <a:pt x="25" y="17"/>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7" name="Freeform 1015">
              <a:extLst>
                <a:ext uri="{FF2B5EF4-FFF2-40B4-BE49-F238E27FC236}">
                  <a16:creationId xmlns:a16="http://schemas.microsoft.com/office/drawing/2014/main" id="{59590710-D261-3881-970F-4BBA84E3D4B2}"/>
                </a:ext>
              </a:extLst>
            </p:cNvPr>
            <p:cNvSpPr>
              <a:spLocks/>
            </p:cNvSpPr>
            <p:nvPr/>
          </p:nvSpPr>
          <p:spPr bwMode="auto">
            <a:xfrm rot="5094805">
              <a:off x="2000450" y="6593182"/>
              <a:ext cx="79974" cy="45700"/>
            </a:xfrm>
            <a:custGeom>
              <a:avLst/>
              <a:gdLst>
                <a:gd name="T0" fmla="*/ 18 w 33"/>
                <a:gd name="T1" fmla="*/ 18 h 19"/>
                <a:gd name="T2" fmla="*/ 1 w 33"/>
                <a:gd name="T3" fmla="*/ 11 h 19"/>
                <a:gd name="T4" fmla="*/ 15 w 33"/>
                <a:gd name="T5" fmla="*/ 1 h 19"/>
                <a:gd name="T6" fmla="*/ 32 w 33"/>
                <a:gd name="T7" fmla="*/ 8 h 19"/>
                <a:gd name="T8" fmla="*/ 18 w 33"/>
                <a:gd name="T9" fmla="*/ 18 h 19"/>
              </a:gdLst>
              <a:ahLst/>
              <a:cxnLst>
                <a:cxn ang="0">
                  <a:pos x="T0" y="T1"/>
                </a:cxn>
                <a:cxn ang="0">
                  <a:pos x="T2" y="T3"/>
                </a:cxn>
                <a:cxn ang="0">
                  <a:pos x="T4" y="T5"/>
                </a:cxn>
                <a:cxn ang="0">
                  <a:pos x="T6" y="T7"/>
                </a:cxn>
                <a:cxn ang="0">
                  <a:pos x="T8" y="T9"/>
                </a:cxn>
              </a:cxnLst>
              <a:rect l="0" t="0" r="r" b="b"/>
              <a:pathLst>
                <a:path w="33" h="19">
                  <a:moveTo>
                    <a:pt x="18" y="18"/>
                  </a:moveTo>
                  <a:cubicBezTo>
                    <a:pt x="9" y="19"/>
                    <a:pt x="2" y="16"/>
                    <a:pt x="1" y="11"/>
                  </a:cubicBezTo>
                  <a:cubicBezTo>
                    <a:pt x="0" y="6"/>
                    <a:pt x="6" y="2"/>
                    <a:pt x="15" y="1"/>
                  </a:cubicBezTo>
                  <a:cubicBezTo>
                    <a:pt x="24" y="0"/>
                    <a:pt x="32" y="3"/>
                    <a:pt x="32" y="8"/>
                  </a:cubicBezTo>
                  <a:cubicBezTo>
                    <a:pt x="33" y="13"/>
                    <a:pt x="26" y="18"/>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8" name="Freeform 1016">
              <a:extLst>
                <a:ext uri="{FF2B5EF4-FFF2-40B4-BE49-F238E27FC236}">
                  <a16:creationId xmlns:a16="http://schemas.microsoft.com/office/drawing/2014/main" id="{FC4F8A42-C868-0BF7-942F-8618CEC48220}"/>
                </a:ext>
              </a:extLst>
            </p:cNvPr>
            <p:cNvSpPr>
              <a:spLocks/>
            </p:cNvSpPr>
            <p:nvPr/>
          </p:nvSpPr>
          <p:spPr bwMode="auto">
            <a:xfrm rot="5094805">
              <a:off x="1960267" y="6397189"/>
              <a:ext cx="79974" cy="50269"/>
            </a:xfrm>
            <a:custGeom>
              <a:avLst/>
              <a:gdLst>
                <a:gd name="T0" fmla="*/ 17 w 32"/>
                <a:gd name="T1" fmla="*/ 20 h 21"/>
                <a:gd name="T2" fmla="*/ 0 w 32"/>
                <a:gd name="T3" fmla="*/ 12 h 21"/>
                <a:gd name="T4" fmla="*/ 14 w 32"/>
                <a:gd name="T5" fmla="*/ 1 h 21"/>
                <a:gd name="T6" fmla="*/ 31 w 32"/>
                <a:gd name="T7" fmla="*/ 9 h 21"/>
                <a:gd name="T8" fmla="*/ 17 w 32"/>
                <a:gd name="T9" fmla="*/ 20 h 21"/>
              </a:gdLst>
              <a:ahLst/>
              <a:cxnLst>
                <a:cxn ang="0">
                  <a:pos x="T0" y="T1"/>
                </a:cxn>
                <a:cxn ang="0">
                  <a:pos x="T2" y="T3"/>
                </a:cxn>
                <a:cxn ang="0">
                  <a:pos x="T4" y="T5"/>
                </a:cxn>
                <a:cxn ang="0">
                  <a:pos x="T6" y="T7"/>
                </a:cxn>
                <a:cxn ang="0">
                  <a:pos x="T8" y="T9"/>
                </a:cxn>
              </a:cxnLst>
              <a:rect l="0" t="0" r="r" b="b"/>
              <a:pathLst>
                <a:path w="32" h="21">
                  <a:moveTo>
                    <a:pt x="17" y="20"/>
                  </a:moveTo>
                  <a:cubicBezTo>
                    <a:pt x="9" y="21"/>
                    <a:pt x="1" y="17"/>
                    <a:pt x="0" y="12"/>
                  </a:cubicBezTo>
                  <a:cubicBezTo>
                    <a:pt x="0" y="7"/>
                    <a:pt x="6" y="2"/>
                    <a:pt x="14" y="1"/>
                  </a:cubicBezTo>
                  <a:cubicBezTo>
                    <a:pt x="23" y="0"/>
                    <a:pt x="31" y="4"/>
                    <a:pt x="31" y="9"/>
                  </a:cubicBezTo>
                  <a:cubicBezTo>
                    <a:pt x="32" y="14"/>
                    <a:pt x="25" y="19"/>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9" name="Freeform 1017">
              <a:extLst>
                <a:ext uri="{FF2B5EF4-FFF2-40B4-BE49-F238E27FC236}">
                  <a16:creationId xmlns:a16="http://schemas.microsoft.com/office/drawing/2014/main" id="{26976A72-4642-558C-7EB2-0712A5C68BEB}"/>
                </a:ext>
              </a:extLst>
            </p:cNvPr>
            <p:cNvSpPr>
              <a:spLocks/>
            </p:cNvSpPr>
            <p:nvPr/>
          </p:nvSpPr>
          <p:spPr bwMode="auto">
            <a:xfrm rot="5094805">
              <a:off x="1920182" y="6201090"/>
              <a:ext cx="82259" cy="57124"/>
            </a:xfrm>
            <a:custGeom>
              <a:avLst/>
              <a:gdLst>
                <a:gd name="T0" fmla="*/ 18 w 33"/>
                <a:gd name="T1" fmla="*/ 22 h 23"/>
                <a:gd name="T2" fmla="*/ 1 w 33"/>
                <a:gd name="T3" fmla="*/ 13 h 23"/>
                <a:gd name="T4" fmla="*/ 14 w 33"/>
                <a:gd name="T5" fmla="*/ 1 h 23"/>
                <a:gd name="T6" fmla="*/ 32 w 33"/>
                <a:gd name="T7" fmla="*/ 10 h 23"/>
                <a:gd name="T8" fmla="*/ 18 w 33"/>
                <a:gd name="T9" fmla="*/ 22 h 23"/>
              </a:gdLst>
              <a:ahLst/>
              <a:cxnLst>
                <a:cxn ang="0">
                  <a:pos x="T0" y="T1"/>
                </a:cxn>
                <a:cxn ang="0">
                  <a:pos x="T2" y="T3"/>
                </a:cxn>
                <a:cxn ang="0">
                  <a:pos x="T4" y="T5"/>
                </a:cxn>
                <a:cxn ang="0">
                  <a:pos x="T6" y="T7"/>
                </a:cxn>
                <a:cxn ang="0">
                  <a:pos x="T8" y="T9"/>
                </a:cxn>
              </a:cxnLst>
              <a:rect l="0" t="0" r="r" b="b"/>
              <a:pathLst>
                <a:path w="33" h="23">
                  <a:moveTo>
                    <a:pt x="18" y="22"/>
                  </a:moveTo>
                  <a:cubicBezTo>
                    <a:pt x="10" y="23"/>
                    <a:pt x="3" y="19"/>
                    <a:pt x="1" y="13"/>
                  </a:cubicBezTo>
                  <a:cubicBezTo>
                    <a:pt x="0" y="7"/>
                    <a:pt x="6" y="2"/>
                    <a:pt x="14" y="1"/>
                  </a:cubicBezTo>
                  <a:cubicBezTo>
                    <a:pt x="23" y="0"/>
                    <a:pt x="31" y="4"/>
                    <a:pt x="32" y="10"/>
                  </a:cubicBezTo>
                  <a:cubicBezTo>
                    <a:pt x="33" y="15"/>
                    <a:pt x="27" y="21"/>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0" name="Freeform 1018">
              <a:extLst>
                <a:ext uri="{FF2B5EF4-FFF2-40B4-BE49-F238E27FC236}">
                  <a16:creationId xmlns:a16="http://schemas.microsoft.com/office/drawing/2014/main" id="{E82DCF75-789F-A51C-7E48-A699F093A67D}"/>
                </a:ext>
              </a:extLst>
            </p:cNvPr>
            <p:cNvSpPr>
              <a:spLocks/>
            </p:cNvSpPr>
            <p:nvPr/>
          </p:nvSpPr>
          <p:spPr bwMode="auto">
            <a:xfrm rot="5094805">
              <a:off x="1877935" y="6007778"/>
              <a:ext cx="77689" cy="61694"/>
            </a:xfrm>
            <a:custGeom>
              <a:avLst/>
              <a:gdLst>
                <a:gd name="T0" fmla="*/ 18 w 32"/>
                <a:gd name="T1" fmla="*/ 23 h 25"/>
                <a:gd name="T2" fmla="*/ 1 w 32"/>
                <a:gd name="T3" fmla="*/ 15 h 25"/>
                <a:gd name="T4" fmla="*/ 13 w 32"/>
                <a:gd name="T5" fmla="*/ 2 h 25"/>
                <a:gd name="T6" fmla="*/ 31 w 32"/>
                <a:gd name="T7" fmla="*/ 9 h 25"/>
                <a:gd name="T8" fmla="*/ 18 w 32"/>
                <a:gd name="T9" fmla="*/ 23 h 25"/>
              </a:gdLst>
              <a:ahLst/>
              <a:cxnLst>
                <a:cxn ang="0">
                  <a:pos x="T0" y="T1"/>
                </a:cxn>
                <a:cxn ang="0">
                  <a:pos x="T2" y="T3"/>
                </a:cxn>
                <a:cxn ang="0">
                  <a:pos x="T4" y="T5"/>
                </a:cxn>
                <a:cxn ang="0">
                  <a:pos x="T6" y="T7"/>
                </a:cxn>
                <a:cxn ang="0">
                  <a:pos x="T8" y="T9"/>
                </a:cxn>
              </a:cxnLst>
              <a:rect l="0" t="0" r="r" b="b"/>
              <a:pathLst>
                <a:path w="32" h="25">
                  <a:moveTo>
                    <a:pt x="18" y="23"/>
                  </a:moveTo>
                  <a:cubicBezTo>
                    <a:pt x="10" y="25"/>
                    <a:pt x="2" y="21"/>
                    <a:pt x="1" y="15"/>
                  </a:cubicBezTo>
                  <a:cubicBezTo>
                    <a:pt x="0" y="9"/>
                    <a:pt x="5" y="4"/>
                    <a:pt x="13" y="2"/>
                  </a:cubicBezTo>
                  <a:cubicBezTo>
                    <a:pt x="22" y="0"/>
                    <a:pt x="30" y="3"/>
                    <a:pt x="31" y="9"/>
                  </a:cubicBezTo>
                  <a:cubicBezTo>
                    <a:pt x="32" y="15"/>
                    <a:pt x="26" y="21"/>
                    <a:pt x="1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1" name="Freeform 1019">
              <a:extLst>
                <a:ext uri="{FF2B5EF4-FFF2-40B4-BE49-F238E27FC236}">
                  <a16:creationId xmlns:a16="http://schemas.microsoft.com/office/drawing/2014/main" id="{EF331B55-6F3E-36DC-9C3D-A94081710BF0}"/>
                </a:ext>
              </a:extLst>
            </p:cNvPr>
            <p:cNvSpPr>
              <a:spLocks/>
            </p:cNvSpPr>
            <p:nvPr/>
          </p:nvSpPr>
          <p:spPr bwMode="auto">
            <a:xfrm rot="5094805">
              <a:off x="1816430" y="5814737"/>
              <a:ext cx="79974" cy="70834"/>
            </a:xfrm>
            <a:custGeom>
              <a:avLst/>
              <a:gdLst>
                <a:gd name="T0" fmla="*/ 17 w 32"/>
                <a:gd name="T1" fmla="*/ 26 h 28"/>
                <a:gd name="T2" fmla="*/ 1 w 32"/>
                <a:gd name="T3" fmla="*/ 18 h 28"/>
                <a:gd name="T4" fmla="*/ 13 w 32"/>
                <a:gd name="T5" fmla="*/ 3 h 28"/>
                <a:gd name="T6" fmla="*/ 31 w 32"/>
                <a:gd name="T7" fmla="*/ 10 h 28"/>
                <a:gd name="T8" fmla="*/ 17 w 32"/>
                <a:gd name="T9" fmla="*/ 26 h 28"/>
              </a:gdLst>
              <a:ahLst/>
              <a:cxnLst>
                <a:cxn ang="0">
                  <a:pos x="T0" y="T1"/>
                </a:cxn>
                <a:cxn ang="0">
                  <a:pos x="T2" y="T3"/>
                </a:cxn>
                <a:cxn ang="0">
                  <a:pos x="T4" y="T5"/>
                </a:cxn>
                <a:cxn ang="0">
                  <a:pos x="T6" y="T7"/>
                </a:cxn>
                <a:cxn ang="0">
                  <a:pos x="T8" y="T9"/>
                </a:cxn>
              </a:cxnLst>
              <a:rect l="0" t="0" r="r" b="b"/>
              <a:pathLst>
                <a:path w="32" h="28">
                  <a:moveTo>
                    <a:pt x="17" y="26"/>
                  </a:moveTo>
                  <a:cubicBezTo>
                    <a:pt x="9" y="28"/>
                    <a:pt x="2" y="24"/>
                    <a:pt x="1" y="18"/>
                  </a:cubicBezTo>
                  <a:cubicBezTo>
                    <a:pt x="0" y="11"/>
                    <a:pt x="5" y="5"/>
                    <a:pt x="13" y="3"/>
                  </a:cubicBezTo>
                  <a:cubicBezTo>
                    <a:pt x="22" y="0"/>
                    <a:pt x="30" y="3"/>
                    <a:pt x="31" y="10"/>
                  </a:cubicBezTo>
                  <a:cubicBezTo>
                    <a:pt x="32" y="16"/>
                    <a:pt x="26" y="23"/>
                    <a:pt x="1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2" name="Freeform 1020">
              <a:extLst>
                <a:ext uri="{FF2B5EF4-FFF2-40B4-BE49-F238E27FC236}">
                  <a16:creationId xmlns:a16="http://schemas.microsoft.com/office/drawing/2014/main" id="{3E02157E-A858-C53B-831E-9AE630E03ACC}"/>
                </a:ext>
              </a:extLst>
            </p:cNvPr>
            <p:cNvSpPr>
              <a:spLocks/>
            </p:cNvSpPr>
            <p:nvPr/>
          </p:nvSpPr>
          <p:spPr bwMode="auto">
            <a:xfrm rot="5094805">
              <a:off x="1740237" y="5626537"/>
              <a:ext cx="79974" cy="75404"/>
            </a:xfrm>
            <a:custGeom>
              <a:avLst/>
              <a:gdLst>
                <a:gd name="T0" fmla="*/ 18 w 32"/>
                <a:gd name="T1" fmla="*/ 27 h 30"/>
                <a:gd name="T2" fmla="*/ 1 w 32"/>
                <a:gd name="T3" fmla="*/ 20 h 30"/>
                <a:gd name="T4" fmla="*/ 14 w 32"/>
                <a:gd name="T5" fmla="*/ 3 h 30"/>
                <a:gd name="T6" fmla="*/ 31 w 32"/>
                <a:gd name="T7" fmla="*/ 10 h 30"/>
                <a:gd name="T8" fmla="*/ 18 w 32"/>
                <a:gd name="T9" fmla="*/ 27 h 30"/>
              </a:gdLst>
              <a:ahLst/>
              <a:cxnLst>
                <a:cxn ang="0">
                  <a:pos x="T0" y="T1"/>
                </a:cxn>
                <a:cxn ang="0">
                  <a:pos x="T2" y="T3"/>
                </a:cxn>
                <a:cxn ang="0">
                  <a:pos x="T4" y="T5"/>
                </a:cxn>
                <a:cxn ang="0">
                  <a:pos x="T6" y="T7"/>
                </a:cxn>
                <a:cxn ang="0">
                  <a:pos x="T8" y="T9"/>
                </a:cxn>
              </a:cxnLst>
              <a:rect l="0" t="0" r="r" b="b"/>
              <a:pathLst>
                <a:path w="32" h="30">
                  <a:moveTo>
                    <a:pt x="18" y="27"/>
                  </a:moveTo>
                  <a:cubicBezTo>
                    <a:pt x="9" y="30"/>
                    <a:pt x="2" y="26"/>
                    <a:pt x="1" y="20"/>
                  </a:cubicBezTo>
                  <a:cubicBezTo>
                    <a:pt x="0" y="13"/>
                    <a:pt x="5" y="6"/>
                    <a:pt x="14" y="3"/>
                  </a:cubicBezTo>
                  <a:cubicBezTo>
                    <a:pt x="22" y="0"/>
                    <a:pt x="30" y="2"/>
                    <a:pt x="31" y="10"/>
                  </a:cubicBezTo>
                  <a:cubicBezTo>
                    <a:pt x="32" y="16"/>
                    <a:pt x="26" y="24"/>
                    <a:pt x="18"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3" name="Freeform 1021">
              <a:extLst>
                <a:ext uri="{FF2B5EF4-FFF2-40B4-BE49-F238E27FC236}">
                  <a16:creationId xmlns:a16="http://schemas.microsoft.com/office/drawing/2014/main" id="{0033DC74-F5E4-1E7E-77CE-C45103B9D2D5}"/>
                </a:ext>
              </a:extLst>
            </p:cNvPr>
            <p:cNvSpPr>
              <a:spLocks/>
            </p:cNvSpPr>
            <p:nvPr/>
          </p:nvSpPr>
          <p:spPr bwMode="auto">
            <a:xfrm rot="5094805">
              <a:off x="1654844" y="5439253"/>
              <a:ext cx="77689" cy="77689"/>
            </a:xfrm>
            <a:custGeom>
              <a:avLst/>
              <a:gdLst>
                <a:gd name="T0" fmla="*/ 17 w 32"/>
                <a:gd name="T1" fmla="*/ 28 h 31"/>
                <a:gd name="T2" fmla="*/ 1 w 32"/>
                <a:gd name="T3" fmla="*/ 21 h 31"/>
                <a:gd name="T4" fmla="*/ 14 w 32"/>
                <a:gd name="T5" fmla="*/ 3 h 31"/>
                <a:gd name="T6" fmla="*/ 31 w 32"/>
                <a:gd name="T7" fmla="*/ 10 h 31"/>
                <a:gd name="T8" fmla="*/ 17 w 32"/>
                <a:gd name="T9" fmla="*/ 28 h 31"/>
              </a:gdLst>
              <a:ahLst/>
              <a:cxnLst>
                <a:cxn ang="0">
                  <a:pos x="T0" y="T1"/>
                </a:cxn>
                <a:cxn ang="0">
                  <a:pos x="T2" y="T3"/>
                </a:cxn>
                <a:cxn ang="0">
                  <a:pos x="T4" y="T5"/>
                </a:cxn>
                <a:cxn ang="0">
                  <a:pos x="T6" y="T7"/>
                </a:cxn>
                <a:cxn ang="0">
                  <a:pos x="T8" y="T9"/>
                </a:cxn>
              </a:cxnLst>
              <a:rect l="0" t="0" r="r" b="b"/>
              <a:pathLst>
                <a:path w="32" h="31">
                  <a:moveTo>
                    <a:pt x="17" y="28"/>
                  </a:moveTo>
                  <a:cubicBezTo>
                    <a:pt x="9" y="31"/>
                    <a:pt x="2" y="28"/>
                    <a:pt x="1" y="21"/>
                  </a:cubicBezTo>
                  <a:cubicBezTo>
                    <a:pt x="0" y="14"/>
                    <a:pt x="6" y="6"/>
                    <a:pt x="14" y="3"/>
                  </a:cubicBezTo>
                  <a:cubicBezTo>
                    <a:pt x="23" y="0"/>
                    <a:pt x="31" y="3"/>
                    <a:pt x="31" y="10"/>
                  </a:cubicBezTo>
                  <a:cubicBezTo>
                    <a:pt x="32" y="17"/>
                    <a:pt x="26" y="25"/>
                    <a:pt x="1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4" name="Freeform 1022">
              <a:extLst>
                <a:ext uri="{FF2B5EF4-FFF2-40B4-BE49-F238E27FC236}">
                  <a16:creationId xmlns:a16="http://schemas.microsoft.com/office/drawing/2014/main" id="{12CA07BC-EC47-F75F-3290-03361960205A}"/>
                </a:ext>
              </a:extLst>
            </p:cNvPr>
            <p:cNvSpPr>
              <a:spLocks/>
            </p:cNvSpPr>
            <p:nvPr/>
          </p:nvSpPr>
          <p:spPr bwMode="auto">
            <a:xfrm rot="5094805">
              <a:off x="1556094" y="5255355"/>
              <a:ext cx="77689" cy="82259"/>
            </a:xfrm>
            <a:custGeom>
              <a:avLst/>
              <a:gdLst>
                <a:gd name="T0" fmla="*/ 18 w 32"/>
                <a:gd name="T1" fmla="*/ 29 h 33"/>
                <a:gd name="T2" fmla="*/ 1 w 32"/>
                <a:gd name="T3" fmla="*/ 24 h 33"/>
                <a:gd name="T4" fmla="*/ 13 w 32"/>
                <a:gd name="T5" fmla="*/ 5 h 33"/>
                <a:gd name="T6" fmla="*/ 31 w 32"/>
                <a:gd name="T7" fmla="*/ 10 h 33"/>
                <a:gd name="T8" fmla="*/ 18 w 32"/>
                <a:gd name="T9" fmla="*/ 29 h 33"/>
              </a:gdLst>
              <a:ahLst/>
              <a:cxnLst>
                <a:cxn ang="0">
                  <a:pos x="T0" y="T1"/>
                </a:cxn>
                <a:cxn ang="0">
                  <a:pos x="T2" y="T3"/>
                </a:cxn>
                <a:cxn ang="0">
                  <a:pos x="T4" y="T5"/>
                </a:cxn>
                <a:cxn ang="0">
                  <a:pos x="T6" y="T7"/>
                </a:cxn>
                <a:cxn ang="0">
                  <a:pos x="T8" y="T9"/>
                </a:cxn>
              </a:cxnLst>
              <a:rect l="0" t="0" r="r" b="b"/>
              <a:pathLst>
                <a:path w="32" h="33">
                  <a:moveTo>
                    <a:pt x="18" y="29"/>
                  </a:moveTo>
                  <a:cubicBezTo>
                    <a:pt x="10" y="33"/>
                    <a:pt x="2" y="30"/>
                    <a:pt x="1" y="24"/>
                  </a:cubicBezTo>
                  <a:cubicBezTo>
                    <a:pt x="0" y="17"/>
                    <a:pt x="5" y="9"/>
                    <a:pt x="13" y="5"/>
                  </a:cubicBezTo>
                  <a:cubicBezTo>
                    <a:pt x="22" y="0"/>
                    <a:pt x="30" y="3"/>
                    <a:pt x="31" y="10"/>
                  </a:cubicBezTo>
                  <a:cubicBezTo>
                    <a:pt x="32" y="17"/>
                    <a:pt x="26" y="25"/>
                    <a:pt x="18"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5" name="Freeform 1023">
              <a:extLst>
                <a:ext uri="{FF2B5EF4-FFF2-40B4-BE49-F238E27FC236}">
                  <a16:creationId xmlns:a16="http://schemas.microsoft.com/office/drawing/2014/main" id="{E1E1A75D-76C9-2509-4D0A-14164FF9B008}"/>
                </a:ext>
              </a:extLst>
            </p:cNvPr>
            <p:cNvSpPr>
              <a:spLocks/>
            </p:cNvSpPr>
            <p:nvPr/>
          </p:nvSpPr>
          <p:spPr bwMode="auto">
            <a:xfrm rot="5094805">
              <a:off x="1448028" y="5074359"/>
              <a:ext cx="82259" cy="77689"/>
            </a:xfrm>
            <a:custGeom>
              <a:avLst/>
              <a:gdLst>
                <a:gd name="T0" fmla="*/ 19 w 33"/>
                <a:gd name="T1" fmla="*/ 28 h 32"/>
                <a:gd name="T2" fmla="*/ 2 w 33"/>
                <a:gd name="T3" fmla="*/ 24 h 32"/>
                <a:gd name="T4" fmla="*/ 15 w 33"/>
                <a:gd name="T5" fmla="*/ 4 h 32"/>
                <a:gd name="T6" fmla="*/ 32 w 33"/>
                <a:gd name="T7" fmla="*/ 9 h 32"/>
                <a:gd name="T8" fmla="*/ 19 w 33"/>
                <a:gd name="T9" fmla="*/ 28 h 32"/>
              </a:gdLst>
              <a:ahLst/>
              <a:cxnLst>
                <a:cxn ang="0">
                  <a:pos x="T0" y="T1"/>
                </a:cxn>
                <a:cxn ang="0">
                  <a:pos x="T2" y="T3"/>
                </a:cxn>
                <a:cxn ang="0">
                  <a:pos x="T4" y="T5"/>
                </a:cxn>
                <a:cxn ang="0">
                  <a:pos x="T6" y="T7"/>
                </a:cxn>
                <a:cxn ang="0">
                  <a:pos x="T8" y="T9"/>
                </a:cxn>
              </a:cxnLst>
              <a:rect l="0" t="0" r="r" b="b"/>
              <a:pathLst>
                <a:path w="33" h="32">
                  <a:moveTo>
                    <a:pt x="19" y="28"/>
                  </a:moveTo>
                  <a:cubicBezTo>
                    <a:pt x="11" y="32"/>
                    <a:pt x="3" y="30"/>
                    <a:pt x="2" y="24"/>
                  </a:cubicBezTo>
                  <a:cubicBezTo>
                    <a:pt x="0" y="17"/>
                    <a:pt x="6" y="8"/>
                    <a:pt x="15" y="4"/>
                  </a:cubicBezTo>
                  <a:cubicBezTo>
                    <a:pt x="23" y="0"/>
                    <a:pt x="31" y="2"/>
                    <a:pt x="32" y="9"/>
                  </a:cubicBezTo>
                  <a:cubicBezTo>
                    <a:pt x="33" y="15"/>
                    <a:pt x="27" y="24"/>
                    <a:pt x="19"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6" name="Freeform 1024">
              <a:extLst>
                <a:ext uri="{FF2B5EF4-FFF2-40B4-BE49-F238E27FC236}">
                  <a16:creationId xmlns:a16="http://schemas.microsoft.com/office/drawing/2014/main" id="{B02B3368-0D25-9F8E-1517-455D014FFC0F}"/>
                </a:ext>
              </a:extLst>
            </p:cNvPr>
            <p:cNvSpPr>
              <a:spLocks/>
            </p:cNvSpPr>
            <p:nvPr/>
          </p:nvSpPr>
          <p:spPr bwMode="auto">
            <a:xfrm rot="5094805">
              <a:off x="1336769" y="4892920"/>
              <a:ext cx="77689" cy="79974"/>
            </a:xfrm>
            <a:custGeom>
              <a:avLst/>
              <a:gdLst>
                <a:gd name="T0" fmla="*/ 17 w 31"/>
                <a:gd name="T1" fmla="*/ 28 h 32"/>
                <a:gd name="T2" fmla="*/ 1 w 31"/>
                <a:gd name="T3" fmla="*/ 24 h 32"/>
                <a:gd name="T4" fmla="*/ 13 w 31"/>
                <a:gd name="T5" fmla="*/ 5 h 32"/>
                <a:gd name="T6" fmla="*/ 31 w 31"/>
                <a:gd name="T7" fmla="*/ 9 h 32"/>
                <a:gd name="T8" fmla="*/ 17 w 31"/>
                <a:gd name="T9" fmla="*/ 28 h 32"/>
              </a:gdLst>
              <a:ahLst/>
              <a:cxnLst>
                <a:cxn ang="0">
                  <a:pos x="T0" y="T1"/>
                </a:cxn>
                <a:cxn ang="0">
                  <a:pos x="T2" y="T3"/>
                </a:cxn>
                <a:cxn ang="0">
                  <a:pos x="T4" y="T5"/>
                </a:cxn>
                <a:cxn ang="0">
                  <a:pos x="T6" y="T7"/>
                </a:cxn>
                <a:cxn ang="0">
                  <a:pos x="T8" y="T9"/>
                </a:cxn>
              </a:cxnLst>
              <a:rect l="0" t="0" r="r" b="b"/>
              <a:pathLst>
                <a:path w="31" h="32">
                  <a:moveTo>
                    <a:pt x="17" y="28"/>
                  </a:moveTo>
                  <a:cubicBezTo>
                    <a:pt x="9" y="32"/>
                    <a:pt x="2" y="30"/>
                    <a:pt x="1" y="24"/>
                  </a:cubicBezTo>
                  <a:cubicBezTo>
                    <a:pt x="0" y="18"/>
                    <a:pt x="5" y="9"/>
                    <a:pt x="13" y="5"/>
                  </a:cubicBezTo>
                  <a:cubicBezTo>
                    <a:pt x="22" y="0"/>
                    <a:pt x="30" y="2"/>
                    <a:pt x="31" y="9"/>
                  </a:cubicBezTo>
                  <a:cubicBezTo>
                    <a:pt x="31" y="15"/>
                    <a:pt x="26" y="24"/>
                    <a:pt x="1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7" name="Freeform 1025">
              <a:extLst>
                <a:ext uri="{FF2B5EF4-FFF2-40B4-BE49-F238E27FC236}">
                  <a16:creationId xmlns:a16="http://schemas.microsoft.com/office/drawing/2014/main" id="{7E540EC4-DFD5-C485-59E5-14F332AEEA5D}"/>
                </a:ext>
              </a:extLst>
            </p:cNvPr>
            <p:cNvSpPr>
              <a:spLocks/>
            </p:cNvSpPr>
            <p:nvPr/>
          </p:nvSpPr>
          <p:spPr bwMode="auto">
            <a:xfrm rot="5094805">
              <a:off x="1220949" y="4713969"/>
              <a:ext cx="77689" cy="77689"/>
            </a:xfrm>
            <a:custGeom>
              <a:avLst/>
              <a:gdLst>
                <a:gd name="T0" fmla="*/ 17 w 31"/>
                <a:gd name="T1" fmla="*/ 27 h 31"/>
                <a:gd name="T2" fmla="*/ 1 w 31"/>
                <a:gd name="T3" fmla="*/ 23 h 31"/>
                <a:gd name="T4" fmla="*/ 14 w 31"/>
                <a:gd name="T5" fmla="*/ 5 h 31"/>
                <a:gd name="T6" fmla="*/ 31 w 31"/>
                <a:gd name="T7" fmla="*/ 9 h 31"/>
                <a:gd name="T8" fmla="*/ 17 w 31"/>
                <a:gd name="T9" fmla="*/ 27 h 31"/>
              </a:gdLst>
              <a:ahLst/>
              <a:cxnLst>
                <a:cxn ang="0">
                  <a:pos x="T0" y="T1"/>
                </a:cxn>
                <a:cxn ang="0">
                  <a:pos x="T2" y="T3"/>
                </a:cxn>
                <a:cxn ang="0">
                  <a:pos x="T4" y="T5"/>
                </a:cxn>
                <a:cxn ang="0">
                  <a:pos x="T6" y="T7"/>
                </a:cxn>
                <a:cxn ang="0">
                  <a:pos x="T8" y="T9"/>
                </a:cxn>
              </a:cxnLst>
              <a:rect l="0" t="0" r="r" b="b"/>
              <a:pathLst>
                <a:path w="31" h="31">
                  <a:moveTo>
                    <a:pt x="17" y="27"/>
                  </a:moveTo>
                  <a:cubicBezTo>
                    <a:pt x="8" y="31"/>
                    <a:pt x="2" y="29"/>
                    <a:pt x="1" y="23"/>
                  </a:cubicBezTo>
                  <a:cubicBezTo>
                    <a:pt x="0" y="17"/>
                    <a:pt x="6" y="9"/>
                    <a:pt x="14" y="5"/>
                  </a:cubicBezTo>
                  <a:cubicBezTo>
                    <a:pt x="23" y="0"/>
                    <a:pt x="31" y="2"/>
                    <a:pt x="31" y="9"/>
                  </a:cubicBezTo>
                  <a:cubicBezTo>
                    <a:pt x="31" y="15"/>
                    <a:pt x="25" y="23"/>
                    <a:pt x="17"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8" name="Freeform 1028">
              <a:extLst>
                <a:ext uri="{FF2B5EF4-FFF2-40B4-BE49-F238E27FC236}">
                  <a16:creationId xmlns:a16="http://schemas.microsoft.com/office/drawing/2014/main" id="{A2AF3D82-76B5-28DA-5CD9-8CFCEF850CF3}"/>
                </a:ext>
              </a:extLst>
            </p:cNvPr>
            <p:cNvSpPr>
              <a:spLocks/>
            </p:cNvSpPr>
            <p:nvPr/>
          </p:nvSpPr>
          <p:spPr bwMode="auto">
            <a:xfrm rot="5094805">
              <a:off x="1107093" y="4429416"/>
              <a:ext cx="75404" cy="73119"/>
            </a:xfrm>
            <a:custGeom>
              <a:avLst/>
              <a:gdLst>
                <a:gd name="T0" fmla="*/ 16 w 30"/>
                <a:gd name="T1" fmla="*/ 25 h 29"/>
                <a:gd name="T2" fmla="*/ 1 w 30"/>
                <a:gd name="T3" fmla="*/ 22 h 29"/>
                <a:gd name="T4" fmla="*/ 13 w 30"/>
                <a:gd name="T5" fmla="*/ 4 h 29"/>
                <a:gd name="T6" fmla="*/ 29 w 30"/>
                <a:gd name="T7" fmla="*/ 6 h 29"/>
                <a:gd name="T8" fmla="*/ 16 w 30"/>
                <a:gd name="T9" fmla="*/ 25 h 29"/>
              </a:gdLst>
              <a:ahLst/>
              <a:cxnLst>
                <a:cxn ang="0">
                  <a:pos x="T0" y="T1"/>
                </a:cxn>
                <a:cxn ang="0">
                  <a:pos x="T2" y="T3"/>
                </a:cxn>
                <a:cxn ang="0">
                  <a:pos x="T4" y="T5"/>
                </a:cxn>
                <a:cxn ang="0">
                  <a:pos x="T6" y="T7"/>
                </a:cxn>
                <a:cxn ang="0">
                  <a:pos x="T8" y="T9"/>
                </a:cxn>
              </a:cxnLst>
              <a:rect l="0" t="0" r="r" b="b"/>
              <a:pathLst>
                <a:path w="30" h="29">
                  <a:moveTo>
                    <a:pt x="16" y="25"/>
                  </a:moveTo>
                  <a:cubicBezTo>
                    <a:pt x="9" y="29"/>
                    <a:pt x="2" y="28"/>
                    <a:pt x="1" y="22"/>
                  </a:cubicBezTo>
                  <a:cubicBezTo>
                    <a:pt x="0" y="17"/>
                    <a:pt x="6" y="8"/>
                    <a:pt x="13" y="4"/>
                  </a:cubicBezTo>
                  <a:cubicBezTo>
                    <a:pt x="21" y="0"/>
                    <a:pt x="28" y="1"/>
                    <a:pt x="29" y="6"/>
                  </a:cubicBezTo>
                  <a:cubicBezTo>
                    <a:pt x="30" y="12"/>
                    <a:pt x="24" y="21"/>
                    <a:pt x="16"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9" name="Freeform 1029">
              <a:extLst>
                <a:ext uri="{FF2B5EF4-FFF2-40B4-BE49-F238E27FC236}">
                  <a16:creationId xmlns:a16="http://schemas.microsoft.com/office/drawing/2014/main" id="{203BBB41-EE3C-FCFA-B20B-BCC586665742}"/>
                </a:ext>
              </a:extLst>
            </p:cNvPr>
            <p:cNvSpPr>
              <a:spLocks/>
            </p:cNvSpPr>
            <p:nvPr/>
          </p:nvSpPr>
          <p:spPr bwMode="auto">
            <a:xfrm rot="5094805">
              <a:off x="983405" y="4252211"/>
              <a:ext cx="77689" cy="70834"/>
            </a:xfrm>
            <a:custGeom>
              <a:avLst/>
              <a:gdLst>
                <a:gd name="T0" fmla="*/ 29 w 31"/>
                <a:gd name="T1" fmla="*/ 6 h 29"/>
                <a:gd name="T2" fmla="*/ 17 w 31"/>
                <a:gd name="T3" fmla="*/ 24 h 29"/>
                <a:gd name="T4" fmla="*/ 1 w 31"/>
                <a:gd name="T5" fmla="*/ 23 h 29"/>
                <a:gd name="T6" fmla="*/ 13 w 31"/>
                <a:gd name="T7" fmla="*/ 5 h 29"/>
                <a:gd name="T8" fmla="*/ 29 w 31"/>
                <a:gd name="T9" fmla="*/ 6 h 29"/>
              </a:gdLst>
              <a:ahLst/>
              <a:cxnLst>
                <a:cxn ang="0">
                  <a:pos x="T0" y="T1"/>
                </a:cxn>
                <a:cxn ang="0">
                  <a:pos x="T2" y="T3"/>
                </a:cxn>
                <a:cxn ang="0">
                  <a:pos x="T4" y="T5"/>
                </a:cxn>
                <a:cxn ang="0">
                  <a:pos x="T6" y="T7"/>
                </a:cxn>
                <a:cxn ang="0">
                  <a:pos x="T8" y="T9"/>
                </a:cxn>
              </a:cxnLst>
              <a:rect l="0" t="0" r="r" b="b"/>
              <a:pathLst>
                <a:path w="31" h="29">
                  <a:moveTo>
                    <a:pt x="29" y="6"/>
                  </a:moveTo>
                  <a:cubicBezTo>
                    <a:pt x="31" y="12"/>
                    <a:pt x="25" y="20"/>
                    <a:pt x="17" y="24"/>
                  </a:cubicBezTo>
                  <a:cubicBezTo>
                    <a:pt x="10" y="29"/>
                    <a:pt x="2" y="29"/>
                    <a:pt x="1" y="23"/>
                  </a:cubicBezTo>
                  <a:cubicBezTo>
                    <a:pt x="0" y="18"/>
                    <a:pt x="5" y="10"/>
                    <a:pt x="13" y="5"/>
                  </a:cubicBezTo>
                  <a:cubicBezTo>
                    <a:pt x="20" y="0"/>
                    <a:pt x="28" y="1"/>
                    <a:pt x="2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0" name="Freeform 1030">
              <a:extLst>
                <a:ext uri="{FF2B5EF4-FFF2-40B4-BE49-F238E27FC236}">
                  <a16:creationId xmlns:a16="http://schemas.microsoft.com/office/drawing/2014/main" id="{959EE31C-B265-AD66-D0B3-53E1482DCC84}"/>
                </a:ext>
              </a:extLst>
            </p:cNvPr>
            <p:cNvSpPr>
              <a:spLocks/>
            </p:cNvSpPr>
            <p:nvPr/>
          </p:nvSpPr>
          <p:spPr bwMode="auto">
            <a:xfrm rot="5094805">
              <a:off x="859619" y="4072826"/>
              <a:ext cx="77689" cy="70834"/>
            </a:xfrm>
            <a:custGeom>
              <a:avLst/>
              <a:gdLst>
                <a:gd name="T0" fmla="*/ 17 w 31"/>
                <a:gd name="T1" fmla="*/ 23 h 28"/>
                <a:gd name="T2" fmla="*/ 1 w 31"/>
                <a:gd name="T3" fmla="*/ 22 h 28"/>
                <a:gd name="T4" fmla="*/ 13 w 31"/>
                <a:gd name="T5" fmla="*/ 4 h 28"/>
                <a:gd name="T6" fmla="*/ 30 w 31"/>
                <a:gd name="T7" fmla="*/ 6 h 28"/>
                <a:gd name="T8" fmla="*/ 17 w 31"/>
                <a:gd name="T9" fmla="*/ 23 h 28"/>
              </a:gdLst>
              <a:ahLst/>
              <a:cxnLst>
                <a:cxn ang="0">
                  <a:pos x="T0" y="T1"/>
                </a:cxn>
                <a:cxn ang="0">
                  <a:pos x="T2" y="T3"/>
                </a:cxn>
                <a:cxn ang="0">
                  <a:pos x="T4" y="T5"/>
                </a:cxn>
                <a:cxn ang="0">
                  <a:pos x="T6" y="T7"/>
                </a:cxn>
                <a:cxn ang="0">
                  <a:pos x="T8" y="T9"/>
                </a:cxn>
              </a:cxnLst>
              <a:rect l="0" t="0" r="r" b="b"/>
              <a:pathLst>
                <a:path w="31" h="28">
                  <a:moveTo>
                    <a:pt x="17" y="23"/>
                  </a:moveTo>
                  <a:cubicBezTo>
                    <a:pt x="10" y="28"/>
                    <a:pt x="2" y="27"/>
                    <a:pt x="1" y="22"/>
                  </a:cubicBezTo>
                  <a:cubicBezTo>
                    <a:pt x="0" y="17"/>
                    <a:pt x="5" y="9"/>
                    <a:pt x="13" y="4"/>
                  </a:cubicBezTo>
                  <a:cubicBezTo>
                    <a:pt x="21" y="0"/>
                    <a:pt x="28" y="0"/>
                    <a:pt x="30" y="6"/>
                  </a:cubicBezTo>
                  <a:cubicBezTo>
                    <a:pt x="31" y="11"/>
                    <a:pt x="25" y="19"/>
                    <a:pt x="1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1" name="Freeform 1031">
              <a:extLst>
                <a:ext uri="{FF2B5EF4-FFF2-40B4-BE49-F238E27FC236}">
                  <a16:creationId xmlns:a16="http://schemas.microsoft.com/office/drawing/2014/main" id="{D76F48D6-691B-A36F-64E6-B27C79BFB406}"/>
                </a:ext>
              </a:extLst>
            </p:cNvPr>
            <p:cNvSpPr>
              <a:spLocks/>
            </p:cNvSpPr>
            <p:nvPr/>
          </p:nvSpPr>
          <p:spPr bwMode="auto">
            <a:xfrm rot="5094805">
              <a:off x="741426" y="3894184"/>
              <a:ext cx="75404" cy="66264"/>
            </a:xfrm>
            <a:custGeom>
              <a:avLst/>
              <a:gdLst>
                <a:gd name="T0" fmla="*/ 18 w 31"/>
                <a:gd name="T1" fmla="*/ 22 h 27"/>
                <a:gd name="T2" fmla="*/ 1 w 31"/>
                <a:gd name="T3" fmla="*/ 21 h 27"/>
                <a:gd name="T4" fmla="*/ 13 w 31"/>
                <a:gd name="T5" fmla="*/ 4 h 27"/>
                <a:gd name="T6" fmla="*/ 30 w 31"/>
                <a:gd name="T7" fmla="*/ 5 h 27"/>
                <a:gd name="T8" fmla="*/ 18 w 31"/>
                <a:gd name="T9" fmla="*/ 22 h 27"/>
              </a:gdLst>
              <a:ahLst/>
              <a:cxnLst>
                <a:cxn ang="0">
                  <a:pos x="T0" y="T1"/>
                </a:cxn>
                <a:cxn ang="0">
                  <a:pos x="T2" y="T3"/>
                </a:cxn>
                <a:cxn ang="0">
                  <a:pos x="T4" y="T5"/>
                </a:cxn>
                <a:cxn ang="0">
                  <a:pos x="T6" y="T7"/>
                </a:cxn>
                <a:cxn ang="0">
                  <a:pos x="T8" y="T9"/>
                </a:cxn>
              </a:cxnLst>
              <a:rect l="0" t="0" r="r" b="b"/>
              <a:pathLst>
                <a:path w="31" h="27">
                  <a:moveTo>
                    <a:pt x="18" y="22"/>
                  </a:moveTo>
                  <a:cubicBezTo>
                    <a:pt x="10" y="27"/>
                    <a:pt x="2" y="26"/>
                    <a:pt x="1" y="21"/>
                  </a:cubicBezTo>
                  <a:cubicBezTo>
                    <a:pt x="0" y="16"/>
                    <a:pt x="5" y="9"/>
                    <a:pt x="13" y="4"/>
                  </a:cubicBezTo>
                  <a:cubicBezTo>
                    <a:pt x="21" y="0"/>
                    <a:pt x="28" y="0"/>
                    <a:pt x="30" y="5"/>
                  </a:cubicBezTo>
                  <a:cubicBezTo>
                    <a:pt x="31" y="10"/>
                    <a:pt x="25" y="18"/>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2" name="Freeform 1032">
              <a:extLst>
                <a:ext uri="{FF2B5EF4-FFF2-40B4-BE49-F238E27FC236}">
                  <a16:creationId xmlns:a16="http://schemas.microsoft.com/office/drawing/2014/main" id="{EE856E87-39CF-6582-9356-F7DE09F265E4}"/>
                </a:ext>
              </a:extLst>
            </p:cNvPr>
            <p:cNvSpPr>
              <a:spLocks/>
            </p:cNvSpPr>
            <p:nvPr/>
          </p:nvSpPr>
          <p:spPr bwMode="auto">
            <a:xfrm rot="5094805">
              <a:off x="630158" y="3714827"/>
              <a:ext cx="75404" cy="63979"/>
            </a:xfrm>
            <a:custGeom>
              <a:avLst/>
              <a:gdLst>
                <a:gd name="T0" fmla="*/ 14 w 31"/>
                <a:gd name="T1" fmla="*/ 4 h 26"/>
                <a:gd name="T2" fmla="*/ 30 w 31"/>
                <a:gd name="T3" fmla="*/ 6 h 26"/>
                <a:gd name="T4" fmla="*/ 17 w 31"/>
                <a:gd name="T5" fmla="*/ 22 h 26"/>
                <a:gd name="T6" fmla="*/ 1 w 31"/>
                <a:gd name="T7" fmla="*/ 20 h 26"/>
                <a:gd name="T8" fmla="*/ 14 w 31"/>
                <a:gd name="T9" fmla="*/ 4 h 26"/>
              </a:gdLst>
              <a:ahLst/>
              <a:cxnLst>
                <a:cxn ang="0">
                  <a:pos x="T0" y="T1"/>
                </a:cxn>
                <a:cxn ang="0">
                  <a:pos x="T2" y="T3"/>
                </a:cxn>
                <a:cxn ang="0">
                  <a:pos x="T4" y="T5"/>
                </a:cxn>
                <a:cxn ang="0">
                  <a:pos x="T6" y="T7"/>
                </a:cxn>
                <a:cxn ang="0">
                  <a:pos x="T8" y="T9"/>
                </a:cxn>
              </a:cxnLst>
              <a:rect l="0" t="0" r="r" b="b"/>
              <a:pathLst>
                <a:path w="31" h="26">
                  <a:moveTo>
                    <a:pt x="14" y="4"/>
                  </a:moveTo>
                  <a:cubicBezTo>
                    <a:pt x="22" y="0"/>
                    <a:pt x="29" y="1"/>
                    <a:pt x="30" y="6"/>
                  </a:cubicBezTo>
                  <a:cubicBezTo>
                    <a:pt x="31" y="11"/>
                    <a:pt x="25" y="19"/>
                    <a:pt x="17" y="22"/>
                  </a:cubicBezTo>
                  <a:cubicBezTo>
                    <a:pt x="9" y="26"/>
                    <a:pt x="2" y="25"/>
                    <a:pt x="1" y="20"/>
                  </a:cubicBezTo>
                  <a:cubicBezTo>
                    <a:pt x="0" y="15"/>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3" name="Freeform 1033">
              <a:extLst>
                <a:ext uri="{FF2B5EF4-FFF2-40B4-BE49-F238E27FC236}">
                  <a16:creationId xmlns:a16="http://schemas.microsoft.com/office/drawing/2014/main" id="{92B676B8-49DC-4F5A-1AB7-861937F0E32C}"/>
                </a:ext>
              </a:extLst>
            </p:cNvPr>
            <p:cNvSpPr>
              <a:spLocks/>
            </p:cNvSpPr>
            <p:nvPr/>
          </p:nvSpPr>
          <p:spPr bwMode="auto">
            <a:xfrm rot="5094805">
              <a:off x="524483" y="3533928"/>
              <a:ext cx="73119" cy="61694"/>
            </a:xfrm>
            <a:custGeom>
              <a:avLst/>
              <a:gdLst>
                <a:gd name="T0" fmla="*/ 14 w 30"/>
                <a:gd name="T1" fmla="*/ 4 h 25"/>
                <a:gd name="T2" fmla="*/ 30 w 30"/>
                <a:gd name="T3" fmla="*/ 6 h 25"/>
                <a:gd name="T4" fmla="*/ 16 w 30"/>
                <a:gd name="T5" fmla="*/ 21 h 25"/>
                <a:gd name="T6" fmla="*/ 1 w 30"/>
                <a:gd name="T7" fmla="*/ 19 h 25"/>
                <a:gd name="T8" fmla="*/ 14 w 30"/>
                <a:gd name="T9" fmla="*/ 4 h 25"/>
              </a:gdLst>
              <a:ahLst/>
              <a:cxnLst>
                <a:cxn ang="0">
                  <a:pos x="T0" y="T1"/>
                </a:cxn>
                <a:cxn ang="0">
                  <a:pos x="T2" y="T3"/>
                </a:cxn>
                <a:cxn ang="0">
                  <a:pos x="T4" y="T5"/>
                </a:cxn>
                <a:cxn ang="0">
                  <a:pos x="T6" y="T7"/>
                </a:cxn>
                <a:cxn ang="0">
                  <a:pos x="T8" y="T9"/>
                </a:cxn>
              </a:cxnLst>
              <a:rect l="0" t="0" r="r" b="b"/>
              <a:pathLst>
                <a:path w="30" h="25">
                  <a:moveTo>
                    <a:pt x="14" y="4"/>
                  </a:moveTo>
                  <a:cubicBezTo>
                    <a:pt x="22" y="0"/>
                    <a:pt x="29" y="2"/>
                    <a:pt x="30" y="6"/>
                  </a:cubicBezTo>
                  <a:cubicBezTo>
                    <a:pt x="30" y="11"/>
                    <a:pt x="24" y="18"/>
                    <a:pt x="16" y="21"/>
                  </a:cubicBezTo>
                  <a:cubicBezTo>
                    <a:pt x="8" y="25"/>
                    <a:pt x="1" y="24"/>
                    <a:pt x="1" y="19"/>
                  </a:cubicBezTo>
                  <a:cubicBezTo>
                    <a:pt x="0" y="14"/>
                    <a:pt x="6"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4" name="Freeform 1034">
              <a:extLst>
                <a:ext uri="{FF2B5EF4-FFF2-40B4-BE49-F238E27FC236}">
                  <a16:creationId xmlns:a16="http://schemas.microsoft.com/office/drawing/2014/main" id="{9146FB41-960F-CFE9-8B14-7E77BEC9C594}"/>
                </a:ext>
              </a:extLst>
            </p:cNvPr>
            <p:cNvSpPr>
              <a:spLocks/>
            </p:cNvSpPr>
            <p:nvPr/>
          </p:nvSpPr>
          <p:spPr bwMode="auto">
            <a:xfrm rot="5094805">
              <a:off x="426766" y="3353259"/>
              <a:ext cx="75404" cy="57124"/>
            </a:xfrm>
            <a:custGeom>
              <a:avLst/>
              <a:gdLst>
                <a:gd name="T0" fmla="*/ 16 w 30"/>
                <a:gd name="T1" fmla="*/ 20 h 23"/>
                <a:gd name="T2" fmla="*/ 0 w 30"/>
                <a:gd name="T3" fmla="*/ 17 h 23"/>
                <a:gd name="T4" fmla="*/ 13 w 30"/>
                <a:gd name="T5" fmla="*/ 3 h 23"/>
                <a:gd name="T6" fmla="*/ 29 w 30"/>
                <a:gd name="T7" fmla="*/ 6 h 23"/>
                <a:gd name="T8" fmla="*/ 16 w 30"/>
                <a:gd name="T9" fmla="*/ 20 h 23"/>
              </a:gdLst>
              <a:ahLst/>
              <a:cxnLst>
                <a:cxn ang="0">
                  <a:pos x="T0" y="T1"/>
                </a:cxn>
                <a:cxn ang="0">
                  <a:pos x="T2" y="T3"/>
                </a:cxn>
                <a:cxn ang="0">
                  <a:pos x="T4" y="T5"/>
                </a:cxn>
                <a:cxn ang="0">
                  <a:pos x="T6" y="T7"/>
                </a:cxn>
                <a:cxn ang="0">
                  <a:pos x="T8" y="T9"/>
                </a:cxn>
              </a:cxnLst>
              <a:rect l="0" t="0" r="r" b="b"/>
              <a:pathLst>
                <a:path w="30" h="23">
                  <a:moveTo>
                    <a:pt x="16" y="20"/>
                  </a:moveTo>
                  <a:cubicBezTo>
                    <a:pt x="8" y="23"/>
                    <a:pt x="1" y="22"/>
                    <a:pt x="0" y="17"/>
                  </a:cubicBezTo>
                  <a:cubicBezTo>
                    <a:pt x="0" y="13"/>
                    <a:pt x="5" y="6"/>
                    <a:pt x="13" y="3"/>
                  </a:cubicBezTo>
                  <a:cubicBezTo>
                    <a:pt x="21" y="0"/>
                    <a:pt x="28" y="1"/>
                    <a:pt x="29" y="6"/>
                  </a:cubicBezTo>
                  <a:cubicBezTo>
                    <a:pt x="30" y="10"/>
                    <a:pt x="24" y="17"/>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5" name="Freeform 1035">
              <a:extLst>
                <a:ext uri="{FF2B5EF4-FFF2-40B4-BE49-F238E27FC236}">
                  <a16:creationId xmlns:a16="http://schemas.microsoft.com/office/drawing/2014/main" id="{F2B6E269-A6A8-FF4C-D247-D5B6A68819F6}"/>
                </a:ext>
              </a:extLst>
            </p:cNvPr>
            <p:cNvSpPr>
              <a:spLocks/>
            </p:cNvSpPr>
            <p:nvPr/>
          </p:nvSpPr>
          <p:spPr bwMode="auto">
            <a:xfrm rot="5094805">
              <a:off x="334738" y="3170942"/>
              <a:ext cx="77689" cy="54839"/>
            </a:xfrm>
            <a:custGeom>
              <a:avLst/>
              <a:gdLst>
                <a:gd name="T0" fmla="*/ 30 w 31"/>
                <a:gd name="T1" fmla="*/ 5 h 22"/>
                <a:gd name="T2" fmla="*/ 17 w 31"/>
                <a:gd name="T3" fmla="*/ 19 h 22"/>
                <a:gd name="T4" fmla="*/ 1 w 31"/>
                <a:gd name="T5" fmla="*/ 16 h 22"/>
                <a:gd name="T6" fmla="*/ 13 w 31"/>
                <a:gd name="T7" fmla="*/ 3 h 22"/>
                <a:gd name="T8" fmla="*/ 30 w 31"/>
                <a:gd name="T9" fmla="*/ 5 h 22"/>
              </a:gdLst>
              <a:ahLst/>
              <a:cxnLst>
                <a:cxn ang="0">
                  <a:pos x="T0" y="T1"/>
                </a:cxn>
                <a:cxn ang="0">
                  <a:pos x="T2" y="T3"/>
                </a:cxn>
                <a:cxn ang="0">
                  <a:pos x="T4" y="T5"/>
                </a:cxn>
                <a:cxn ang="0">
                  <a:pos x="T6" y="T7"/>
                </a:cxn>
                <a:cxn ang="0">
                  <a:pos x="T8" y="T9"/>
                </a:cxn>
              </a:cxnLst>
              <a:rect l="0" t="0" r="r" b="b"/>
              <a:pathLst>
                <a:path w="31" h="22">
                  <a:moveTo>
                    <a:pt x="30" y="5"/>
                  </a:moveTo>
                  <a:cubicBezTo>
                    <a:pt x="31" y="10"/>
                    <a:pt x="25" y="16"/>
                    <a:pt x="17" y="19"/>
                  </a:cubicBezTo>
                  <a:cubicBezTo>
                    <a:pt x="10" y="22"/>
                    <a:pt x="2" y="21"/>
                    <a:pt x="1" y="16"/>
                  </a:cubicBezTo>
                  <a:cubicBezTo>
                    <a:pt x="0" y="12"/>
                    <a:pt x="5" y="6"/>
                    <a:pt x="13" y="3"/>
                  </a:cubicBezTo>
                  <a:cubicBezTo>
                    <a:pt x="21" y="0"/>
                    <a:pt x="28" y="1"/>
                    <a:pt x="3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6" name="Freeform 1036">
              <a:extLst>
                <a:ext uri="{FF2B5EF4-FFF2-40B4-BE49-F238E27FC236}">
                  <a16:creationId xmlns:a16="http://schemas.microsoft.com/office/drawing/2014/main" id="{3AE3606F-B4D6-83B1-0BA0-4C079E8E66FA}"/>
                </a:ext>
              </a:extLst>
            </p:cNvPr>
            <p:cNvSpPr>
              <a:spLocks/>
            </p:cNvSpPr>
            <p:nvPr/>
          </p:nvSpPr>
          <p:spPr bwMode="auto">
            <a:xfrm rot="5094805">
              <a:off x="258448" y="2985133"/>
              <a:ext cx="75404" cy="52554"/>
            </a:xfrm>
            <a:custGeom>
              <a:avLst/>
              <a:gdLst>
                <a:gd name="T0" fmla="*/ 17 w 31"/>
                <a:gd name="T1" fmla="*/ 18 h 21"/>
                <a:gd name="T2" fmla="*/ 1 w 31"/>
                <a:gd name="T3" fmla="*/ 15 h 21"/>
                <a:gd name="T4" fmla="*/ 13 w 31"/>
                <a:gd name="T5" fmla="*/ 2 h 21"/>
                <a:gd name="T6" fmla="*/ 30 w 31"/>
                <a:gd name="T7" fmla="*/ 6 h 21"/>
                <a:gd name="T8" fmla="*/ 17 w 31"/>
                <a:gd name="T9" fmla="*/ 18 h 21"/>
              </a:gdLst>
              <a:ahLst/>
              <a:cxnLst>
                <a:cxn ang="0">
                  <a:pos x="T0" y="T1"/>
                </a:cxn>
                <a:cxn ang="0">
                  <a:pos x="T2" y="T3"/>
                </a:cxn>
                <a:cxn ang="0">
                  <a:pos x="T4" y="T5"/>
                </a:cxn>
                <a:cxn ang="0">
                  <a:pos x="T6" y="T7"/>
                </a:cxn>
                <a:cxn ang="0">
                  <a:pos x="T8" y="T9"/>
                </a:cxn>
              </a:cxnLst>
              <a:rect l="0" t="0" r="r" b="b"/>
              <a:pathLst>
                <a:path w="31" h="21">
                  <a:moveTo>
                    <a:pt x="17" y="18"/>
                  </a:moveTo>
                  <a:cubicBezTo>
                    <a:pt x="9" y="21"/>
                    <a:pt x="2" y="19"/>
                    <a:pt x="1" y="15"/>
                  </a:cubicBezTo>
                  <a:cubicBezTo>
                    <a:pt x="0" y="10"/>
                    <a:pt x="5" y="5"/>
                    <a:pt x="13" y="2"/>
                  </a:cubicBezTo>
                  <a:cubicBezTo>
                    <a:pt x="21" y="0"/>
                    <a:pt x="29" y="2"/>
                    <a:pt x="30" y="6"/>
                  </a:cubicBezTo>
                  <a:cubicBezTo>
                    <a:pt x="31" y="10"/>
                    <a:pt x="25" y="16"/>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7" name="Freeform 1037">
              <a:extLst>
                <a:ext uri="{FF2B5EF4-FFF2-40B4-BE49-F238E27FC236}">
                  <a16:creationId xmlns:a16="http://schemas.microsoft.com/office/drawing/2014/main" id="{F689C7D4-9692-538D-C913-D31A40D67213}"/>
                </a:ext>
              </a:extLst>
            </p:cNvPr>
            <p:cNvSpPr>
              <a:spLocks/>
            </p:cNvSpPr>
            <p:nvPr/>
          </p:nvSpPr>
          <p:spPr bwMode="auto">
            <a:xfrm rot="5094805">
              <a:off x="193529" y="2798108"/>
              <a:ext cx="77689" cy="50269"/>
            </a:xfrm>
            <a:custGeom>
              <a:avLst/>
              <a:gdLst>
                <a:gd name="T0" fmla="*/ 17 w 31"/>
                <a:gd name="T1" fmla="*/ 18 h 20"/>
                <a:gd name="T2" fmla="*/ 1 w 31"/>
                <a:gd name="T3" fmla="*/ 13 h 20"/>
                <a:gd name="T4" fmla="*/ 14 w 31"/>
                <a:gd name="T5" fmla="*/ 2 h 20"/>
                <a:gd name="T6" fmla="*/ 30 w 31"/>
                <a:gd name="T7" fmla="*/ 7 h 20"/>
                <a:gd name="T8" fmla="*/ 17 w 31"/>
                <a:gd name="T9" fmla="*/ 18 h 20"/>
              </a:gdLst>
              <a:ahLst/>
              <a:cxnLst>
                <a:cxn ang="0">
                  <a:pos x="T0" y="T1"/>
                </a:cxn>
                <a:cxn ang="0">
                  <a:pos x="T2" y="T3"/>
                </a:cxn>
                <a:cxn ang="0">
                  <a:pos x="T4" y="T5"/>
                </a:cxn>
                <a:cxn ang="0">
                  <a:pos x="T6" y="T7"/>
                </a:cxn>
                <a:cxn ang="0">
                  <a:pos x="T8" y="T9"/>
                </a:cxn>
              </a:cxnLst>
              <a:rect l="0" t="0" r="r" b="b"/>
              <a:pathLst>
                <a:path w="31" h="20">
                  <a:moveTo>
                    <a:pt x="17" y="18"/>
                  </a:moveTo>
                  <a:cubicBezTo>
                    <a:pt x="9" y="20"/>
                    <a:pt x="2" y="18"/>
                    <a:pt x="1" y="13"/>
                  </a:cubicBezTo>
                  <a:cubicBezTo>
                    <a:pt x="0" y="9"/>
                    <a:pt x="6" y="3"/>
                    <a:pt x="14" y="2"/>
                  </a:cubicBezTo>
                  <a:cubicBezTo>
                    <a:pt x="22" y="0"/>
                    <a:pt x="29" y="3"/>
                    <a:pt x="30" y="7"/>
                  </a:cubicBezTo>
                  <a:cubicBezTo>
                    <a:pt x="31" y="11"/>
                    <a:pt x="25" y="16"/>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8" name="Freeform 1038">
              <a:extLst>
                <a:ext uri="{FF2B5EF4-FFF2-40B4-BE49-F238E27FC236}">
                  <a16:creationId xmlns:a16="http://schemas.microsoft.com/office/drawing/2014/main" id="{C0B14625-E987-6EF1-7083-6B7A3D8D5837}"/>
                </a:ext>
              </a:extLst>
            </p:cNvPr>
            <p:cNvSpPr>
              <a:spLocks/>
            </p:cNvSpPr>
            <p:nvPr/>
          </p:nvSpPr>
          <p:spPr bwMode="auto">
            <a:xfrm rot="5094805">
              <a:off x="142170" y="2609974"/>
              <a:ext cx="77689" cy="45700"/>
            </a:xfrm>
            <a:custGeom>
              <a:avLst/>
              <a:gdLst>
                <a:gd name="T0" fmla="*/ 30 w 31"/>
                <a:gd name="T1" fmla="*/ 8 h 19"/>
                <a:gd name="T2" fmla="*/ 17 w 31"/>
                <a:gd name="T3" fmla="*/ 18 h 19"/>
                <a:gd name="T4" fmla="*/ 1 w 31"/>
                <a:gd name="T5" fmla="*/ 12 h 19"/>
                <a:gd name="T6" fmla="*/ 14 w 31"/>
                <a:gd name="T7" fmla="*/ 1 h 19"/>
                <a:gd name="T8" fmla="*/ 30 w 31"/>
                <a:gd name="T9" fmla="*/ 8 h 19"/>
              </a:gdLst>
              <a:ahLst/>
              <a:cxnLst>
                <a:cxn ang="0">
                  <a:pos x="T0" y="T1"/>
                </a:cxn>
                <a:cxn ang="0">
                  <a:pos x="T2" y="T3"/>
                </a:cxn>
                <a:cxn ang="0">
                  <a:pos x="T4" y="T5"/>
                </a:cxn>
                <a:cxn ang="0">
                  <a:pos x="T6" y="T7"/>
                </a:cxn>
                <a:cxn ang="0">
                  <a:pos x="T8" y="T9"/>
                </a:cxn>
              </a:cxnLst>
              <a:rect l="0" t="0" r="r" b="b"/>
              <a:pathLst>
                <a:path w="31" h="19">
                  <a:moveTo>
                    <a:pt x="30" y="8"/>
                  </a:moveTo>
                  <a:cubicBezTo>
                    <a:pt x="31" y="12"/>
                    <a:pt x="25" y="17"/>
                    <a:pt x="17" y="18"/>
                  </a:cubicBezTo>
                  <a:cubicBezTo>
                    <a:pt x="9" y="19"/>
                    <a:pt x="2" y="16"/>
                    <a:pt x="1" y="12"/>
                  </a:cubicBezTo>
                  <a:cubicBezTo>
                    <a:pt x="0" y="7"/>
                    <a:pt x="7" y="2"/>
                    <a:pt x="14" y="1"/>
                  </a:cubicBezTo>
                  <a:cubicBezTo>
                    <a:pt x="22" y="0"/>
                    <a:pt x="30" y="3"/>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9" name="Freeform 1039">
              <a:extLst>
                <a:ext uri="{FF2B5EF4-FFF2-40B4-BE49-F238E27FC236}">
                  <a16:creationId xmlns:a16="http://schemas.microsoft.com/office/drawing/2014/main" id="{379391AE-1357-422B-077C-79D35F313DFC}"/>
                </a:ext>
              </a:extLst>
            </p:cNvPr>
            <p:cNvSpPr>
              <a:spLocks/>
            </p:cNvSpPr>
            <p:nvPr/>
          </p:nvSpPr>
          <p:spPr bwMode="auto">
            <a:xfrm rot="5094805">
              <a:off x="104466" y="2418339"/>
              <a:ext cx="77689" cy="45700"/>
            </a:xfrm>
            <a:custGeom>
              <a:avLst/>
              <a:gdLst>
                <a:gd name="T0" fmla="*/ 18 w 32"/>
                <a:gd name="T1" fmla="*/ 17 h 18"/>
                <a:gd name="T2" fmla="*/ 1 w 32"/>
                <a:gd name="T3" fmla="*/ 11 h 18"/>
                <a:gd name="T4" fmla="*/ 14 w 32"/>
                <a:gd name="T5" fmla="*/ 1 h 18"/>
                <a:gd name="T6" fmla="*/ 31 w 32"/>
                <a:gd name="T7" fmla="*/ 7 h 18"/>
                <a:gd name="T8" fmla="*/ 18 w 32"/>
                <a:gd name="T9" fmla="*/ 17 h 18"/>
              </a:gdLst>
              <a:ahLst/>
              <a:cxnLst>
                <a:cxn ang="0">
                  <a:pos x="T0" y="T1"/>
                </a:cxn>
                <a:cxn ang="0">
                  <a:pos x="T2" y="T3"/>
                </a:cxn>
                <a:cxn ang="0">
                  <a:pos x="T4" y="T5"/>
                </a:cxn>
                <a:cxn ang="0">
                  <a:pos x="T6" y="T7"/>
                </a:cxn>
                <a:cxn ang="0">
                  <a:pos x="T8" y="T9"/>
                </a:cxn>
              </a:cxnLst>
              <a:rect l="0" t="0" r="r" b="b"/>
              <a:pathLst>
                <a:path w="32" h="18">
                  <a:moveTo>
                    <a:pt x="18" y="17"/>
                  </a:moveTo>
                  <a:cubicBezTo>
                    <a:pt x="10" y="18"/>
                    <a:pt x="2" y="15"/>
                    <a:pt x="1" y="11"/>
                  </a:cubicBezTo>
                  <a:cubicBezTo>
                    <a:pt x="0" y="6"/>
                    <a:pt x="6" y="2"/>
                    <a:pt x="14" y="1"/>
                  </a:cubicBezTo>
                  <a:cubicBezTo>
                    <a:pt x="22" y="0"/>
                    <a:pt x="30" y="3"/>
                    <a:pt x="31" y="7"/>
                  </a:cubicBezTo>
                  <a:cubicBezTo>
                    <a:pt x="32" y="12"/>
                    <a:pt x="26" y="16"/>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0" name="Freeform 1040">
              <a:extLst>
                <a:ext uri="{FF2B5EF4-FFF2-40B4-BE49-F238E27FC236}">
                  <a16:creationId xmlns:a16="http://schemas.microsoft.com/office/drawing/2014/main" id="{E18602B1-056B-78FA-5203-61740CA98D57}"/>
                </a:ext>
              </a:extLst>
            </p:cNvPr>
            <p:cNvSpPr>
              <a:spLocks/>
            </p:cNvSpPr>
            <p:nvPr/>
          </p:nvSpPr>
          <p:spPr bwMode="auto">
            <a:xfrm rot="5094805">
              <a:off x="72558" y="2229722"/>
              <a:ext cx="75404" cy="41130"/>
            </a:xfrm>
            <a:custGeom>
              <a:avLst/>
              <a:gdLst>
                <a:gd name="T0" fmla="*/ 30 w 31"/>
                <a:gd name="T1" fmla="*/ 8 h 17"/>
                <a:gd name="T2" fmla="*/ 17 w 31"/>
                <a:gd name="T3" fmla="*/ 17 h 17"/>
                <a:gd name="T4" fmla="*/ 1 w 31"/>
                <a:gd name="T5" fmla="*/ 10 h 17"/>
                <a:gd name="T6" fmla="*/ 14 w 31"/>
                <a:gd name="T7" fmla="*/ 1 h 17"/>
                <a:gd name="T8" fmla="*/ 30 w 31"/>
                <a:gd name="T9" fmla="*/ 8 h 17"/>
              </a:gdLst>
              <a:ahLst/>
              <a:cxnLst>
                <a:cxn ang="0">
                  <a:pos x="T0" y="T1"/>
                </a:cxn>
                <a:cxn ang="0">
                  <a:pos x="T2" y="T3"/>
                </a:cxn>
                <a:cxn ang="0">
                  <a:pos x="T4" y="T5"/>
                </a:cxn>
                <a:cxn ang="0">
                  <a:pos x="T6" y="T7"/>
                </a:cxn>
                <a:cxn ang="0">
                  <a:pos x="T8" y="T9"/>
                </a:cxn>
              </a:cxnLst>
              <a:rect l="0" t="0" r="r" b="b"/>
              <a:pathLst>
                <a:path w="31" h="17">
                  <a:moveTo>
                    <a:pt x="30" y="8"/>
                  </a:moveTo>
                  <a:cubicBezTo>
                    <a:pt x="31" y="12"/>
                    <a:pt x="25" y="16"/>
                    <a:pt x="17" y="17"/>
                  </a:cubicBezTo>
                  <a:cubicBezTo>
                    <a:pt x="9" y="17"/>
                    <a:pt x="1" y="15"/>
                    <a:pt x="1" y="10"/>
                  </a:cubicBezTo>
                  <a:cubicBezTo>
                    <a:pt x="0" y="6"/>
                    <a:pt x="6" y="2"/>
                    <a:pt x="14" y="1"/>
                  </a:cubicBezTo>
                  <a:cubicBezTo>
                    <a:pt x="22" y="0"/>
                    <a:pt x="29" y="4"/>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1" name="Freeform 1041">
              <a:extLst>
                <a:ext uri="{FF2B5EF4-FFF2-40B4-BE49-F238E27FC236}">
                  <a16:creationId xmlns:a16="http://schemas.microsoft.com/office/drawing/2014/main" id="{226D587A-FD57-62A2-0086-87E028101AEB}"/>
                </a:ext>
              </a:extLst>
            </p:cNvPr>
            <p:cNvSpPr>
              <a:spLocks/>
            </p:cNvSpPr>
            <p:nvPr/>
          </p:nvSpPr>
          <p:spPr bwMode="auto">
            <a:xfrm rot="5094805">
              <a:off x="34748" y="2037990"/>
              <a:ext cx="77689" cy="38845"/>
            </a:xfrm>
            <a:custGeom>
              <a:avLst/>
              <a:gdLst>
                <a:gd name="T0" fmla="*/ 17 w 31"/>
                <a:gd name="T1" fmla="*/ 15 h 16"/>
                <a:gd name="T2" fmla="*/ 1 w 31"/>
                <a:gd name="T3" fmla="*/ 9 h 16"/>
                <a:gd name="T4" fmla="*/ 14 w 31"/>
                <a:gd name="T5" fmla="*/ 0 h 16"/>
                <a:gd name="T6" fmla="*/ 30 w 31"/>
                <a:gd name="T7" fmla="*/ 7 h 16"/>
                <a:gd name="T8" fmla="*/ 17 w 31"/>
                <a:gd name="T9" fmla="*/ 15 h 16"/>
              </a:gdLst>
              <a:ahLst/>
              <a:cxnLst>
                <a:cxn ang="0">
                  <a:pos x="T0" y="T1"/>
                </a:cxn>
                <a:cxn ang="0">
                  <a:pos x="T2" y="T3"/>
                </a:cxn>
                <a:cxn ang="0">
                  <a:pos x="T4" y="T5"/>
                </a:cxn>
                <a:cxn ang="0">
                  <a:pos x="T6" y="T7"/>
                </a:cxn>
                <a:cxn ang="0">
                  <a:pos x="T8" y="T9"/>
                </a:cxn>
              </a:cxnLst>
              <a:rect l="0" t="0" r="r" b="b"/>
              <a:pathLst>
                <a:path w="31" h="16">
                  <a:moveTo>
                    <a:pt x="17" y="15"/>
                  </a:moveTo>
                  <a:cubicBezTo>
                    <a:pt x="9" y="16"/>
                    <a:pt x="2" y="13"/>
                    <a:pt x="1" y="9"/>
                  </a:cubicBezTo>
                  <a:cubicBezTo>
                    <a:pt x="0" y="5"/>
                    <a:pt x="6" y="1"/>
                    <a:pt x="14" y="0"/>
                  </a:cubicBezTo>
                  <a:cubicBezTo>
                    <a:pt x="22" y="0"/>
                    <a:pt x="29" y="3"/>
                    <a:pt x="30" y="7"/>
                  </a:cubicBezTo>
                  <a:cubicBezTo>
                    <a:pt x="31" y="11"/>
                    <a:pt x="25" y="14"/>
                    <a:pt x="1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2" name="Freeform 1042">
              <a:extLst>
                <a:ext uri="{FF2B5EF4-FFF2-40B4-BE49-F238E27FC236}">
                  <a16:creationId xmlns:a16="http://schemas.microsoft.com/office/drawing/2014/main" id="{862C89D2-7057-CE0D-3216-89570F9469B4}"/>
                </a:ext>
              </a:extLst>
            </p:cNvPr>
            <p:cNvSpPr>
              <a:spLocks/>
            </p:cNvSpPr>
            <p:nvPr/>
          </p:nvSpPr>
          <p:spPr bwMode="auto">
            <a:xfrm rot="5094805">
              <a:off x="4913" y="1846895"/>
              <a:ext cx="75404" cy="34275"/>
            </a:xfrm>
            <a:custGeom>
              <a:avLst/>
              <a:gdLst>
                <a:gd name="T0" fmla="*/ 30 w 31"/>
                <a:gd name="T1" fmla="*/ 6 h 14"/>
                <a:gd name="T2" fmla="*/ 17 w 31"/>
                <a:gd name="T3" fmla="*/ 14 h 14"/>
                <a:gd name="T4" fmla="*/ 1 w 31"/>
                <a:gd name="T5" fmla="*/ 8 h 14"/>
                <a:gd name="T6" fmla="*/ 15 w 31"/>
                <a:gd name="T7" fmla="*/ 0 h 14"/>
                <a:gd name="T8" fmla="*/ 30 w 31"/>
                <a:gd name="T9" fmla="*/ 6 h 14"/>
              </a:gdLst>
              <a:ahLst/>
              <a:cxnLst>
                <a:cxn ang="0">
                  <a:pos x="T0" y="T1"/>
                </a:cxn>
                <a:cxn ang="0">
                  <a:pos x="T2" y="T3"/>
                </a:cxn>
                <a:cxn ang="0">
                  <a:pos x="T4" y="T5"/>
                </a:cxn>
                <a:cxn ang="0">
                  <a:pos x="T6" y="T7"/>
                </a:cxn>
                <a:cxn ang="0">
                  <a:pos x="T8" y="T9"/>
                </a:cxn>
              </a:cxnLst>
              <a:rect l="0" t="0" r="r" b="b"/>
              <a:pathLst>
                <a:path w="31" h="14">
                  <a:moveTo>
                    <a:pt x="30" y="6"/>
                  </a:moveTo>
                  <a:cubicBezTo>
                    <a:pt x="31" y="10"/>
                    <a:pt x="25" y="14"/>
                    <a:pt x="17" y="14"/>
                  </a:cubicBezTo>
                  <a:cubicBezTo>
                    <a:pt x="8" y="14"/>
                    <a:pt x="2" y="12"/>
                    <a:pt x="1" y="8"/>
                  </a:cubicBezTo>
                  <a:cubicBezTo>
                    <a:pt x="0" y="4"/>
                    <a:pt x="7" y="1"/>
                    <a:pt x="15" y="0"/>
                  </a:cubicBezTo>
                  <a:cubicBezTo>
                    <a:pt x="23" y="0"/>
                    <a:pt x="30" y="3"/>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3" name="Freeform 1043">
              <a:extLst>
                <a:ext uri="{FF2B5EF4-FFF2-40B4-BE49-F238E27FC236}">
                  <a16:creationId xmlns:a16="http://schemas.microsoft.com/office/drawing/2014/main" id="{01FDD96A-E4A8-3B51-1C11-579CCAA759F0}"/>
                </a:ext>
              </a:extLst>
            </p:cNvPr>
            <p:cNvSpPr>
              <a:spLocks/>
            </p:cNvSpPr>
            <p:nvPr/>
          </p:nvSpPr>
          <p:spPr bwMode="auto">
            <a:xfrm rot="5094805">
              <a:off x="-30523" y="1654855"/>
              <a:ext cx="79974" cy="34275"/>
            </a:xfrm>
            <a:custGeom>
              <a:avLst/>
              <a:gdLst>
                <a:gd name="T0" fmla="*/ 14 w 32"/>
                <a:gd name="T1" fmla="*/ 1 h 14"/>
                <a:gd name="T2" fmla="*/ 30 w 32"/>
                <a:gd name="T3" fmla="*/ 6 h 14"/>
                <a:gd name="T4" fmla="*/ 18 w 32"/>
                <a:gd name="T5" fmla="*/ 14 h 14"/>
                <a:gd name="T6" fmla="*/ 1 w 32"/>
                <a:gd name="T7" fmla="*/ 9 h 14"/>
                <a:gd name="T8" fmla="*/ 14 w 32"/>
                <a:gd name="T9" fmla="*/ 1 h 14"/>
              </a:gdLst>
              <a:ahLst/>
              <a:cxnLst>
                <a:cxn ang="0">
                  <a:pos x="T0" y="T1"/>
                </a:cxn>
                <a:cxn ang="0">
                  <a:pos x="T2" y="T3"/>
                </a:cxn>
                <a:cxn ang="0">
                  <a:pos x="T4" y="T5"/>
                </a:cxn>
                <a:cxn ang="0">
                  <a:pos x="T6" y="T7"/>
                </a:cxn>
                <a:cxn ang="0">
                  <a:pos x="T8" y="T9"/>
                </a:cxn>
              </a:cxnLst>
              <a:rect l="0" t="0" r="r" b="b"/>
              <a:pathLst>
                <a:path w="32" h="14">
                  <a:moveTo>
                    <a:pt x="14" y="1"/>
                  </a:moveTo>
                  <a:cubicBezTo>
                    <a:pt x="21" y="0"/>
                    <a:pt x="29" y="2"/>
                    <a:pt x="30" y="6"/>
                  </a:cubicBezTo>
                  <a:cubicBezTo>
                    <a:pt x="32" y="9"/>
                    <a:pt x="26" y="13"/>
                    <a:pt x="18" y="14"/>
                  </a:cubicBezTo>
                  <a:cubicBezTo>
                    <a:pt x="10" y="14"/>
                    <a:pt x="2" y="12"/>
                    <a:pt x="1" y="9"/>
                  </a:cubicBezTo>
                  <a:cubicBezTo>
                    <a:pt x="0" y="5"/>
                    <a:pt x="5" y="2"/>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4" name="Freeform 1070">
              <a:extLst>
                <a:ext uri="{FF2B5EF4-FFF2-40B4-BE49-F238E27FC236}">
                  <a16:creationId xmlns:a16="http://schemas.microsoft.com/office/drawing/2014/main" id="{DC484968-6C70-F04C-8822-3668D84D0269}"/>
                </a:ext>
              </a:extLst>
            </p:cNvPr>
            <p:cNvSpPr>
              <a:spLocks/>
            </p:cNvSpPr>
            <p:nvPr/>
          </p:nvSpPr>
          <p:spPr bwMode="auto">
            <a:xfrm rot="5094805">
              <a:off x="2110187" y="6874744"/>
              <a:ext cx="79974" cy="41130"/>
            </a:xfrm>
            <a:custGeom>
              <a:avLst/>
              <a:gdLst>
                <a:gd name="T0" fmla="*/ 18 w 32"/>
                <a:gd name="T1" fmla="*/ 15 h 16"/>
                <a:gd name="T2" fmla="*/ 1 w 32"/>
                <a:gd name="T3" fmla="*/ 9 h 16"/>
                <a:gd name="T4" fmla="*/ 14 w 32"/>
                <a:gd name="T5" fmla="*/ 1 h 16"/>
                <a:gd name="T6" fmla="*/ 31 w 32"/>
                <a:gd name="T7" fmla="*/ 6 h 16"/>
                <a:gd name="T8" fmla="*/ 18 w 32"/>
                <a:gd name="T9" fmla="*/ 15 h 16"/>
              </a:gdLst>
              <a:ahLst/>
              <a:cxnLst>
                <a:cxn ang="0">
                  <a:pos x="T0" y="T1"/>
                </a:cxn>
                <a:cxn ang="0">
                  <a:pos x="T2" y="T3"/>
                </a:cxn>
                <a:cxn ang="0">
                  <a:pos x="T4" y="T5"/>
                </a:cxn>
                <a:cxn ang="0">
                  <a:pos x="T6" y="T7"/>
                </a:cxn>
                <a:cxn ang="0">
                  <a:pos x="T8" y="T9"/>
                </a:cxn>
              </a:cxnLst>
              <a:rect l="0" t="0" r="r" b="b"/>
              <a:pathLst>
                <a:path w="32" h="16">
                  <a:moveTo>
                    <a:pt x="18" y="15"/>
                  </a:moveTo>
                  <a:cubicBezTo>
                    <a:pt x="9" y="16"/>
                    <a:pt x="2" y="13"/>
                    <a:pt x="1" y="9"/>
                  </a:cubicBezTo>
                  <a:cubicBezTo>
                    <a:pt x="0" y="5"/>
                    <a:pt x="6" y="2"/>
                    <a:pt x="14" y="1"/>
                  </a:cubicBezTo>
                  <a:cubicBezTo>
                    <a:pt x="23" y="0"/>
                    <a:pt x="30" y="2"/>
                    <a:pt x="31" y="6"/>
                  </a:cubicBezTo>
                  <a:cubicBezTo>
                    <a:pt x="32" y="10"/>
                    <a:pt x="26" y="14"/>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5" name="Freeform 1071">
              <a:extLst>
                <a:ext uri="{FF2B5EF4-FFF2-40B4-BE49-F238E27FC236}">
                  <a16:creationId xmlns:a16="http://schemas.microsoft.com/office/drawing/2014/main" id="{2695A52E-2299-D2C8-86C9-4DFED5674518}"/>
                </a:ext>
              </a:extLst>
            </p:cNvPr>
            <p:cNvSpPr>
              <a:spLocks/>
            </p:cNvSpPr>
            <p:nvPr/>
          </p:nvSpPr>
          <p:spPr bwMode="auto">
            <a:xfrm rot="5094805">
              <a:off x="2074363" y="6678557"/>
              <a:ext cx="75404" cy="41130"/>
            </a:xfrm>
            <a:custGeom>
              <a:avLst/>
              <a:gdLst>
                <a:gd name="T0" fmla="*/ 17 w 31"/>
                <a:gd name="T1" fmla="*/ 16 h 17"/>
                <a:gd name="T2" fmla="*/ 1 w 31"/>
                <a:gd name="T3" fmla="*/ 10 h 17"/>
                <a:gd name="T4" fmla="*/ 14 w 31"/>
                <a:gd name="T5" fmla="*/ 1 h 17"/>
                <a:gd name="T6" fmla="*/ 31 w 31"/>
                <a:gd name="T7" fmla="*/ 7 h 17"/>
                <a:gd name="T8" fmla="*/ 17 w 31"/>
                <a:gd name="T9" fmla="*/ 16 h 17"/>
              </a:gdLst>
              <a:ahLst/>
              <a:cxnLst>
                <a:cxn ang="0">
                  <a:pos x="T0" y="T1"/>
                </a:cxn>
                <a:cxn ang="0">
                  <a:pos x="T2" y="T3"/>
                </a:cxn>
                <a:cxn ang="0">
                  <a:pos x="T4" y="T5"/>
                </a:cxn>
                <a:cxn ang="0">
                  <a:pos x="T6" y="T7"/>
                </a:cxn>
                <a:cxn ang="0">
                  <a:pos x="T8" y="T9"/>
                </a:cxn>
              </a:cxnLst>
              <a:rect l="0" t="0" r="r" b="b"/>
              <a:pathLst>
                <a:path w="31" h="17">
                  <a:moveTo>
                    <a:pt x="17" y="16"/>
                  </a:moveTo>
                  <a:cubicBezTo>
                    <a:pt x="9" y="17"/>
                    <a:pt x="1" y="14"/>
                    <a:pt x="1" y="10"/>
                  </a:cubicBezTo>
                  <a:cubicBezTo>
                    <a:pt x="0" y="6"/>
                    <a:pt x="6" y="2"/>
                    <a:pt x="14" y="1"/>
                  </a:cubicBezTo>
                  <a:cubicBezTo>
                    <a:pt x="22" y="0"/>
                    <a:pt x="30" y="3"/>
                    <a:pt x="31" y="7"/>
                  </a:cubicBezTo>
                  <a:cubicBezTo>
                    <a:pt x="31" y="11"/>
                    <a:pt x="25" y="15"/>
                    <a:pt x="1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6" name="Freeform 1072">
              <a:extLst>
                <a:ext uri="{FF2B5EF4-FFF2-40B4-BE49-F238E27FC236}">
                  <a16:creationId xmlns:a16="http://schemas.microsoft.com/office/drawing/2014/main" id="{32E0D984-6B33-327E-2777-3823CB5794AA}"/>
                </a:ext>
              </a:extLst>
            </p:cNvPr>
            <p:cNvSpPr>
              <a:spLocks/>
            </p:cNvSpPr>
            <p:nvPr/>
          </p:nvSpPr>
          <p:spPr bwMode="auto">
            <a:xfrm rot="5094805">
              <a:off x="2034075" y="6482468"/>
              <a:ext cx="77689" cy="43415"/>
            </a:xfrm>
            <a:custGeom>
              <a:avLst/>
              <a:gdLst>
                <a:gd name="T0" fmla="*/ 18 w 31"/>
                <a:gd name="T1" fmla="*/ 17 h 18"/>
                <a:gd name="T2" fmla="*/ 1 w 31"/>
                <a:gd name="T3" fmla="*/ 10 h 18"/>
                <a:gd name="T4" fmla="*/ 13 w 31"/>
                <a:gd name="T5" fmla="*/ 1 h 18"/>
                <a:gd name="T6" fmla="*/ 30 w 31"/>
                <a:gd name="T7" fmla="*/ 7 h 18"/>
                <a:gd name="T8" fmla="*/ 18 w 31"/>
                <a:gd name="T9" fmla="*/ 17 h 18"/>
              </a:gdLst>
              <a:ahLst/>
              <a:cxnLst>
                <a:cxn ang="0">
                  <a:pos x="T0" y="T1"/>
                </a:cxn>
                <a:cxn ang="0">
                  <a:pos x="T2" y="T3"/>
                </a:cxn>
                <a:cxn ang="0">
                  <a:pos x="T4" y="T5"/>
                </a:cxn>
                <a:cxn ang="0">
                  <a:pos x="T6" y="T7"/>
                </a:cxn>
                <a:cxn ang="0">
                  <a:pos x="T8" y="T9"/>
                </a:cxn>
              </a:cxnLst>
              <a:rect l="0" t="0" r="r" b="b"/>
              <a:pathLst>
                <a:path w="31" h="18">
                  <a:moveTo>
                    <a:pt x="18" y="17"/>
                  </a:moveTo>
                  <a:cubicBezTo>
                    <a:pt x="9" y="18"/>
                    <a:pt x="2" y="15"/>
                    <a:pt x="1" y="10"/>
                  </a:cubicBezTo>
                  <a:cubicBezTo>
                    <a:pt x="0" y="6"/>
                    <a:pt x="5" y="2"/>
                    <a:pt x="13" y="1"/>
                  </a:cubicBezTo>
                  <a:cubicBezTo>
                    <a:pt x="21" y="0"/>
                    <a:pt x="29" y="3"/>
                    <a:pt x="30" y="7"/>
                  </a:cubicBezTo>
                  <a:cubicBezTo>
                    <a:pt x="31" y="11"/>
                    <a:pt x="26" y="15"/>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7" name="Freeform 1073">
              <a:extLst>
                <a:ext uri="{FF2B5EF4-FFF2-40B4-BE49-F238E27FC236}">
                  <a16:creationId xmlns:a16="http://schemas.microsoft.com/office/drawing/2014/main" id="{6CD02562-7030-191C-C642-9298A10E64A9}"/>
                </a:ext>
              </a:extLst>
            </p:cNvPr>
            <p:cNvSpPr>
              <a:spLocks/>
            </p:cNvSpPr>
            <p:nvPr/>
          </p:nvSpPr>
          <p:spPr bwMode="auto">
            <a:xfrm rot="5094805">
              <a:off x="1998444" y="6286069"/>
              <a:ext cx="77689" cy="47984"/>
            </a:xfrm>
            <a:custGeom>
              <a:avLst/>
              <a:gdLst>
                <a:gd name="T0" fmla="*/ 14 w 32"/>
                <a:gd name="T1" fmla="*/ 1 h 19"/>
                <a:gd name="T2" fmla="*/ 31 w 32"/>
                <a:gd name="T3" fmla="*/ 7 h 19"/>
                <a:gd name="T4" fmla="*/ 18 w 32"/>
                <a:gd name="T5" fmla="*/ 18 h 19"/>
                <a:gd name="T6" fmla="*/ 1 w 32"/>
                <a:gd name="T7" fmla="*/ 11 h 19"/>
                <a:gd name="T8" fmla="*/ 14 w 32"/>
                <a:gd name="T9" fmla="*/ 1 h 19"/>
              </a:gdLst>
              <a:ahLst/>
              <a:cxnLst>
                <a:cxn ang="0">
                  <a:pos x="T0" y="T1"/>
                </a:cxn>
                <a:cxn ang="0">
                  <a:pos x="T2" y="T3"/>
                </a:cxn>
                <a:cxn ang="0">
                  <a:pos x="T4" y="T5"/>
                </a:cxn>
                <a:cxn ang="0">
                  <a:pos x="T6" y="T7"/>
                </a:cxn>
                <a:cxn ang="0">
                  <a:pos x="T8" y="T9"/>
                </a:cxn>
              </a:cxnLst>
              <a:rect l="0" t="0" r="r" b="b"/>
              <a:pathLst>
                <a:path w="32" h="19">
                  <a:moveTo>
                    <a:pt x="14" y="1"/>
                  </a:moveTo>
                  <a:cubicBezTo>
                    <a:pt x="22" y="0"/>
                    <a:pt x="29" y="3"/>
                    <a:pt x="31" y="7"/>
                  </a:cubicBezTo>
                  <a:cubicBezTo>
                    <a:pt x="32" y="12"/>
                    <a:pt x="26" y="17"/>
                    <a:pt x="18" y="18"/>
                  </a:cubicBezTo>
                  <a:cubicBezTo>
                    <a:pt x="10" y="19"/>
                    <a:pt x="2" y="15"/>
                    <a:pt x="1" y="11"/>
                  </a:cubicBezTo>
                  <a:cubicBezTo>
                    <a:pt x="0" y="6"/>
                    <a:pt x="6" y="2"/>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8" name="Freeform 1074">
              <a:extLst>
                <a:ext uri="{FF2B5EF4-FFF2-40B4-BE49-F238E27FC236}">
                  <a16:creationId xmlns:a16="http://schemas.microsoft.com/office/drawing/2014/main" id="{7991A28A-92BF-C352-A04A-8934750136A3}"/>
                </a:ext>
              </a:extLst>
            </p:cNvPr>
            <p:cNvSpPr>
              <a:spLocks/>
            </p:cNvSpPr>
            <p:nvPr/>
          </p:nvSpPr>
          <p:spPr bwMode="auto">
            <a:xfrm rot="5094805">
              <a:off x="1961773" y="6093094"/>
              <a:ext cx="79974" cy="47984"/>
            </a:xfrm>
            <a:custGeom>
              <a:avLst/>
              <a:gdLst>
                <a:gd name="T0" fmla="*/ 1 w 32"/>
                <a:gd name="T1" fmla="*/ 12 h 20"/>
                <a:gd name="T2" fmla="*/ 14 w 32"/>
                <a:gd name="T3" fmla="*/ 1 h 20"/>
                <a:gd name="T4" fmla="*/ 31 w 32"/>
                <a:gd name="T5" fmla="*/ 8 h 20"/>
                <a:gd name="T6" fmla="*/ 18 w 32"/>
                <a:gd name="T7" fmla="*/ 19 h 20"/>
                <a:gd name="T8" fmla="*/ 1 w 32"/>
                <a:gd name="T9" fmla="*/ 12 h 20"/>
              </a:gdLst>
              <a:ahLst/>
              <a:cxnLst>
                <a:cxn ang="0">
                  <a:pos x="T0" y="T1"/>
                </a:cxn>
                <a:cxn ang="0">
                  <a:pos x="T2" y="T3"/>
                </a:cxn>
                <a:cxn ang="0">
                  <a:pos x="T4" y="T5"/>
                </a:cxn>
                <a:cxn ang="0">
                  <a:pos x="T6" y="T7"/>
                </a:cxn>
                <a:cxn ang="0">
                  <a:pos x="T8" y="T9"/>
                </a:cxn>
              </a:cxnLst>
              <a:rect l="0" t="0" r="r" b="b"/>
              <a:pathLst>
                <a:path w="32" h="20">
                  <a:moveTo>
                    <a:pt x="1" y="12"/>
                  </a:moveTo>
                  <a:cubicBezTo>
                    <a:pt x="0" y="7"/>
                    <a:pt x="6" y="2"/>
                    <a:pt x="14" y="1"/>
                  </a:cubicBezTo>
                  <a:cubicBezTo>
                    <a:pt x="22" y="0"/>
                    <a:pt x="29" y="3"/>
                    <a:pt x="31" y="8"/>
                  </a:cubicBezTo>
                  <a:cubicBezTo>
                    <a:pt x="32" y="12"/>
                    <a:pt x="26" y="17"/>
                    <a:pt x="18" y="19"/>
                  </a:cubicBezTo>
                  <a:cubicBezTo>
                    <a:pt x="10" y="20"/>
                    <a:pt x="2" y="17"/>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9" name="Freeform 1075">
              <a:extLst>
                <a:ext uri="{FF2B5EF4-FFF2-40B4-BE49-F238E27FC236}">
                  <a16:creationId xmlns:a16="http://schemas.microsoft.com/office/drawing/2014/main" id="{52EE92B2-7E09-FB8E-3C19-FE3DFF9E7D14}"/>
                </a:ext>
              </a:extLst>
            </p:cNvPr>
            <p:cNvSpPr>
              <a:spLocks/>
            </p:cNvSpPr>
            <p:nvPr/>
          </p:nvSpPr>
          <p:spPr bwMode="auto">
            <a:xfrm rot="5094805">
              <a:off x="1912795" y="5902569"/>
              <a:ext cx="77689" cy="50269"/>
            </a:xfrm>
            <a:custGeom>
              <a:avLst/>
              <a:gdLst>
                <a:gd name="T0" fmla="*/ 14 w 31"/>
                <a:gd name="T1" fmla="*/ 2 h 21"/>
                <a:gd name="T2" fmla="*/ 30 w 31"/>
                <a:gd name="T3" fmla="*/ 8 h 21"/>
                <a:gd name="T4" fmla="*/ 16 w 31"/>
                <a:gd name="T5" fmla="*/ 19 h 21"/>
                <a:gd name="T6" fmla="*/ 1 w 31"/>
                <a:gd name="T7" fmla="*/ 13 h 21"/>
                <a:gd name="T8" fmla="*/ 14 w 31"/>
                <a:gd name="T9" fmla="*/ 2 h 21"/>
              </a:gdLst>
              <a:ahLst/>
              <a:cxnLst>
                <a:cxn ang="0">
                  <a:pos x="T0" y="T1"/>
                </a:cxn>
                <a:cxn ang="0">
                  <a:pos x="T2" y="T3"/>
                </a:cxn>
                <a:cxn ang="0">
                  <a:pos x="T4" y="T5"/>
                </a:cxn>
                <a:cxn ang="0">
                  <a:pos x="T6" y="T7"/>
                </a:cxn>
                <a:cxn ang="0">
                  <a:pos x="T8" y="T9"/>
                </a:cxn>
              </a:cxnLst>
              <a:rect l="0" t="0" r="r" b="b"/>
              <a:pathLst>
                <a:path w="31" h="21">
                  <a:moveTo>
                    <a:pt x="14" y="2"/>
                  </a:moveTo>
                  <a:cubicBezTo>
                    <a:pt x="23" y="0"/>
                    <a:pt x="30" y="3"/>
                    <a:pt x="30" y="8"/>
                  </a:cubicBezTo>
                  <a:cubicBezTo>
                    <a:pt x="31" y="12"/>
                    <a:pt x="24" y="18"/>
                    <a:pt x="16" y="19"/>
                  </a:cubicBezTo>
                  <a:cubicBezTo>
                    <a:pt x="8" y="21"/>
                    <a:pt x="1" y="18"/>
                    <a:pt x="1" y="13"/>
                  </a:cubicBezTo>
                  <a:cubicBezTo>
                    <a:pt x="0" y="8"/>
                    <a:pt x="7" y="3"/>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0" name="Freeform 1076">
              <a:extLst>
                <a:ext uri="{FF2B5EF4-FFF2-40B4-BE49-F238E27FC236}">
                  <a16:creationId xmlns:a16="http://schemas.microsoft.com/office/drawing/2014/main" id="{60648571-FCB8-1A3F-B46D-DDBA2074017D}"/>
                </a:ext>
              </a:extLst>
            </p:cNvPr>
            <p:cNvSpPr>
              <a:spLocks/>
            </p:cNvSpPr>
            <p:nvPr/>
          </p:nvSpPr>
          <p:spPr bwMode="auto">
            <a:xfrm rot="5094805">
              <a:off x="1847885" y="5711177"/>
              <a:ext cx="75404" cy="57124"/>
            </a:xfrm>
            <a:custGeom>
              <a:avLst/>
              <a:gdLst>
                <a:gd name="T0" fmla="*/ 17 w 31"/>
                <a:gd name="T1" fmla="*/ 20 h 23"/>
                <a:gd name="T2" fmla="*/ 1 w 31"/>
                <a:gd name="T3" fmla="*/ 16 h 23"/>
                <a:gd name="T4" fmla="*/ 13 w 31"/>
                <a:gd name="T5" fmla="*/ 3 h 23"/>
                <a:gd name="T6" fmla="*/ 30 w 31"/>
                <a:gd name="T7" fmla="*/ 7 h 23"/>
                <a:gd name="T8" fmla="*/ 17 w 31"/>
                <a:gd name="T9" fmla="*/ 20 h 23"/>
              </a:gdLst>
              <a:ahLst/>
              <a:cxnLst>
                <a:cxn ang="0">
                  <a:pos x="T0" y="T1"/>
                </a:cxn>
                <a:cxn ang="0">
                  <a:pos x="T2" y="T3"/>
                </a:cxn>
                <a:cxn ang="0">
                  <a:pos x="T4" y="T5"/>
                </a:cxn>
                <a:cxn ang="0">
                  <a:pos x="T6" y="T7"/>
                </a:cxn>
                <a:cxn ang="0">
                  <a:pos x="T8" y="T9"/>
                </a:cxn>
              </a:cxnLst>
              <a:rect l="0" t="0" r="r" b="b"/>
              <a:pathLst>
                <a:path w="31" h="23">
                  <a:moveTo>
                    <a:pt x="17" y="20"/>
                  </a:moveTo>
                  <a:cubicBezTo>
                    <a:pt x="9" y="23"/>
                    <a:pt x="2" y="20"/>
                    <a:pt x="1" y="16"/>
                  </a:cubicBezTo>
                  <a:cubicBezTo>
                    <a:pt x="0" y="11"/>
                    <a:pt x="5" y="5"/>
                    <a:pt x="13" y="3"/>
                  </a:cubicBezTo>
                  <a:cubicBezTo>
                    <a:pt x="21" y="0"/>
                    <a:pt x="29" y="2"/>
                    <a:pt x="30" y="7"/>
                  </a:cubicBezTo>
                  <a:cubicBezTo>
                    <a:pt x="31" y="11"/>
                    <a:pt x="25" y="18"/>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1" name="Freeform 1077">
              <a:extLst>
                <a:ext uri="{FF2B5EF4-FFF2-40B4-BE49-F238E27FC236}">
                  <a16:creationId xmlns:a16="http://schemas.microsoft.com/office/drawing/2014/main" id="{FC9C2CD2-93F0-8D7A-B0B6-FA97FAC6A687}"/>
                </a:ext>
              </a:extLst>
            </p:cNvPr>
            <p:cNvSpPr>
              <a:spLocks/>
            </p:cNvSpPr>
            <p:nvPr/>
          </p:nvSpPr>
          <p:spPr bwMode="auto">
            <a:xfrm rot="5094805">
              <a:off x="1768278" y="5524423"/>
              <a:ext cx="75404" cy="59409"/>
            </a:xfrm>
            <a:custGeom>
              <a:avLst/>
              <a:gdLst>
                <a:gd name="T0" fmla="*/ 17 w 31"/>
                <a:gd name="T1" fmla="*/ 21 h 24"/>
                <a:gd name="T2" fmla="*/ 1 w 31"/>
                <a:gd name="T3" fmla="*/ 16 h 24"/>
                <a:gd name="T4" fmla="*/ 14 w 31"/>
                <a:gd name="T5" fmla="*/ 2 h 24"/>
                <a:gd name="T6" fmla="*/ 30 w 31"/>
                <a:gd name="T7" fmla="*/ 6 h 24"/>
                <a:gd name="T8" fmla="*/ 17 w 31"/>
                <a:gd name="T9" fmla="*/ 21 h 24"/>
              </a:gdLst>
              <a:ahLst/>
              <a:cxnLst>
                <a:cxn ang="0">
                  <a:pos x="T0" y="T1"/>
                </a:cxn>
                <a:cxn ang="0">
                  <a:pos x="T2" y="T3"/>
                </a:cxn>
                <a:cxn ang="0">
                  <a:pos x="T4" y="T5"/>
                </a:cxn>
                <a:cxn ang="0">
                  <a:pos x="T6" y="T7"/>
                </a:cxn>
                <a:cxn ang="0">
                  <a:pos x="T8" y="T9"/>
                </a:cxn>
              </a:cxnLst>
              <a:rect l="0" t="0" r="r" b="b"/>
              <a:pathLst>
                <a:path w="31" h="24">
                  <a:moveTo>
                    <a:pt x="17" y="21"/>
                  </a:moveTo>
                  <a:cubicBezTo>
                    <a:pt x="9" y="24"/>
                    <a:pt x="2" y="22"/>
                    <a:pt x="1" y="16"/>
                  </a:cubicBezTo>
                  <a:cubicBezTo>
                    <a:pt x="0" y="11"/>
                    <a:pt x="6" y="5"/>
                    <a:pt x="14" y="2"/>
                  </a:cubicBezTo>
                  <a:cubicBezTo>
                    <a:pt x="22" y="0"/>
                    <a:pt x="29" y="1"/>
                    <a:pt x="30" y="6"/>
                  </a:cubicBezTo>
                  <a:cubicBezTo>
                    <a:pt x="31" y="11"/>
                    <a:pt x="25" y="18"/>
                    <a:pt x="1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2" name="Freeform 1078">
              <a:extLst>
                <a:ext uri="{FF2B5EF4-FFF2-40B4-BE49-F238E27FC236}">
                  <a16:creationId xmlns:a16="http://schemas.microsoft.com/office/drawing/2014/main" id="{63A3C6F0-BCBA-F2F1-F731-583DB2F12A29}"/>
                </a:ext>
              </a:extLst>
            </p:cNvPr>
            <p:cNvSpPr>
              <a:spLocks/>
            </p:cNvSpPr>
            <p:nvPr/>
          </p:nvSpPr>
          <p:spPr bwMode="auto">
            <a:xfrm rot="5094805">
              <a:off x="1675112" y="5338780"/>
              <a:ext cx="77689" cy="63979"/>
            </a:xfrm>
            <a:custGeom>
              <a:avLst/>
              <a:gdLst>
                <a:gd name="T0" fmla="*/ 29 w 31"/>
                <a:gd name="T1" fmla="*/ 6 h 26"/>
                <a:gd name="T2" fmla="*/ 17 w 31"/>
                <a:gd name="T3" fmla="*/ 22 h 26"/>
                <a:gd name="T4" fmla="*/ 1 w 31"/>
                <a:gd name="T5" fmla="*/ 19 h 26"/>
                <a:gd name="T6" fmla="*/ 13 w 31"/>
                <a:gd name="T7" fmla="*/ 4 h 26"/>
                <a:gd name="T8" fmla="*/ 29 w 31"/>
                <a:gd name="T9" fmla="*/ 6 h 26"/>
              </a:gdLst>
              <a:ahLst/>
              <a:cxnLst>
                <a:cxn ang="0">
                  <a:pos x="T0" y="T1"/>
                </a:cxn>
                <a:cxn ang="0">
                  <a:pos x="T2" y="T3"/>
                </a:cxn>
                <a:cxn ang="0">
                  <a:pos x="T4" y="T5"/>
                </a:cxn>
                <a:cxn ang="0">
                  <a:pos x="T6" y="T7"/>
                </a:cxn>
                <a:cxn ang="0">
                  <a:pos x="T8" y="T9"/>
                </a:cxn>
              </a:cxnLst>
              <a:rect l="0" t="0" r="r" b="b"/>
              <a:pathLst>
                <a:path w="31" h="26">
                  <a:moveTo>
                    <a:pt x="29" y="6"/>
                  </a:moveTo>
                  <a:cubicBezTo>
                    <a:pt x="31" y="11"/>
                    <a:pt x="25" y="18"/>
                    <a:pt x="17" y="22"/>
                  </a:cubicBezTo>
                  <a:cubicBezTo>
                    <a:pt x="10" y="26"/>
                    <a:pt x="2" y="24"/>
                    <a:pt x="1" y="19"/>
                  </a:cubicBezTo>
                  <a:cubicBezTo>
                    <a:pt x="0" y="14"/>
                    <a:pt x="5" y="7"/>
                    <a:pt x="13" y="4"/>
                  </a:cubicBezTo>
                  <a:cubicBezTo>
                    <a:pt x="21" y="0"/>
                    <a:pt x="28" y="1"/>
                    <a:pt x="2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3" name="Freeform 1079">
              <a:extLst>
                <a:ext uri="{FF2B5EF4-FFF2-40B4-BE49-F238E27FC236}">
                  <a16:creationId xmlns:a16="http://schemas.microsoft.com/office/drawing/2014/main" id="{6CFA018E-B6DA-9B32-F376-5E870F41C42F}"/>
                </a:ext>
              </a:extLst>
            </p:cNvPr>
            <p:cNvSpPr>
              <a:spLocks/>
            </p:cNvSpPr>
            <p:nvPr/>
          </p:nvSpPr>
          <p:spPr bwMode="auto">
            <a:xfrm rot="5094805">
              <a:off x="1576265" y="5154987"/>
              <a:ext cx="75404" cy="66264"/>
            </a:xfrm>
            <a:custGeom>
              <a:avLst/>
              <a:gdLst>
                <a:gd name="T0" fmla="*/ 29 w 30"/>
                <a:gd name="T1" fmla="*/ 7 h 27"/>
                <a:gd name="T2" fmla="*/ 16 w 30"/>
                <a:gd name="T3" fmla="*/ 23 h 27"/>
                <a:gd name="T4" fmla="*/ 0 w 30"/>
                <a:gd name="T5" fmla="*/ 19 h 27"/>
                <a:gd name="T6" fmla="*/ 14 w 30"/>
                <a:gd name="T7" fmla="*/ 3 h 27"/>
                <a:gd name="T8" fmla="*/ 29 w 30"/>
                <a:gd name="T9" fmla="*/ 7 h 27"/>
              </a:gdLst>
              <a:ahLst/>
              <a:cxnLst>
                <a:cxn ang="0">
                  <a:pos x="T0" y="T1"/>
                </a:cxn>
                <a:cxn ang="0">
                  <a:pos x="T2" y="T3"/>
                </a:cxn>
                <a:cxn ang="0">
                  <a:pos x="T4" y="T5"/>
                </a:cxn>
                <a:cxn ang="0">
                  <a:pos x="T6" y="T7"/>
                </a:cxn>
                <a:cxn ang="0">
                  <a:pos x="T8" y="T9"/>
                </a:cxn>
              </a:cxnLst>
              <a:rect l="0" t="0" r="r" b="b"/>
              <a:pathLst>
                <a:path w="30" h="27">
                  <a:moveTo>
                    <a:pt x="29" y="7"/>
                  </a:moveTo>
                  <a:cubicBezTo>
                    <a:pt x="30" y="12"/>
                    <a:pt x="24" y="20"/>
                    <a:pt x="16" y="23"/>
                  </a:cubicBezTo>
                  <a:cubicBezTo>
                    <a:pt x="8" y="27"/>
                    <a:pt x="1" y="25"/>
                    <a:pt x="0" y="19"/>
                  </a:cubicBezTo>
                  <a:cubicBezTo>
                    <a:pt x="0" y="14"/>
                    <a:pt x="6" y="7"/>
                    <a:pt x="14" y="3"/>
                  </a:cubicBezTo>
                  <a:cubicBezTo>
                    <a:pt x="22" y="0"/>
                    <a:pt x="29" y="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4" name="Freeform 1080">
              <a:extLst>
                <a:ext uri="{FF2B5EF4-FFF2-40B4-BE49-F238E27FC236}">
                  <a16:creationId xmlns:a16="http://schemas.microsoft.com/office/drawing/2014/main" id="{83FEB613-C4A4-1AEA-AF50-AA5DBF086B00}"/>
                </a:ext>
              </a:extLst>
            </p:cNvPr>
            <p:cNvSpPr>
              <a:spLocks/>
            </p:cNvSpPr>
            <p:nvPr/>
          </p:nvSpPr>
          <p:spPr bwMode="auto">
            <a:xfrm rot="5094805">
              <a:off x="1465933" y="4969826"/>
              <a:ext cx="75404" cy="70834"/>
            </a:xfrm>
            <a:custGeom>
              <a:avLst/>
              <a:gdLst>
                <a:gd name="T0" fmla="*/ 14 w 31"/>
                <a:gd name="T1" fmla="*/ 4 h 28"/>
                <a:gd name="T2" fmla="*/ 30 w 31"/>
                <a:gd name="T3" fmla="*/ 6 h 28"/>
                <a:gd name="T4" fmla="*/ 17 w 31"/>
                <a:gd name="T5" fmla="*/ 24 h 28"/>
                <a:gd name="T6" fmla="*/ 1 w 31"/>
                <a:gd name="T7" fmla="*/ 21 h 28"/>
                <a:gd name="T8" fmla="*/ 14 w 31"/>
                <a:gd name="T9" fmla="*/ 4 h 28"/>
              </a:gdLst>
              <a:ahLst/>
              <a:cxnLst>
                <a:cxn ang="0">
                  <a:pos x="T0" y="T1"/>
                </a:cxn>
                <a:cxn ang="0">
                  <a:pos x="T2" y="T3"/>
                </a:cxn>
                <a:cxn ang="0">
                  <a:pos x="T4" y="T5"/>
                </a:cxn>
                <a:cxn ang="0">
                  <a:pos x="T6" y="T7"/>
                </a:cxn>
                <a:cxn ang="0">
                  <a:pos x="T8" y="T9"/>
                </a:cxn>
              </a:cxnLst>
              <a:rect l="0" t="0" r="r" b="b"/>
              <a:pathLst>
                <a:path w="31" h="28">
                  <a:moveTo>
                    <a:pt x="14" y="4"/>
                  </a:moveTo>
                  <a:cubicBezTo>
                    <a:pt x="22" y="0"/>
                    <a:pt x="29" y="1"/>
                    <a:pt x="30" y="6"/>
                  </a:cubicBezTo>
                  <a:cubicBezTo>
                    <a:pt x="31" y="11"/>
                    <a:pt x="25" y="20"/>
                    <a:pt x="17" y="24"/>
                  </a:cubicBezTo>
                  <a:cubicBezTo>
                    <a:pt x="10" y="28"/>
                    <a:pt x="2" y="26"/>
                    <a:pt x="1" y="21"/>
                  </a:cubicBezTo>
                  <a:cubicBezTo>
                    <a:pt x="0" y="15"/>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5" name="Freeform 1081">
              <a:extLst>
                <a:ext uri="{FF2B5EF4-FFF2-40B4-BE49-F238E27FC236}">
                  <a16:creationId xmlns:a16="http://schemas.microsoft.com/office/drawing/2014/main" id="{1DA18A4F-86E1-C7E1-D08B-EBA1967EF082}"/>
                </a:ext>
              </a:extLst>
            </p:cNvPr>
            <p:cNvSpPr>
              <a:spLocks/>
            </p:cNvSpPr>
            <p:nvPr/>
          </p:nvSpPr>
          <p:spPr bwMode="auto">
            <a:xfrm rot="5094805">
              <a:off x="1351357" y="4789728"/>
              <a:ext cx="73119" cy="73119"/>
            </a:xfrm>
            <a:custGeom>
              <a:avLst/>
              <a:gdLst>
                <a:gd name="T0" fmla="*/ 16 w 30"/>
                <a:gd name="T1" fmla="*/ 25 h 29"/>
                <a:gd name="T2" fmla="*/ 0 w 30"/>
                <a:gd name="T3" fmla="*/ 21 h 29"/>
                <a:gd name="T4" fmla="*/ 13 w 30"/>
                <a:gd name="T5" fmla="*/ 4 h 29"/>
                <a:gd name="T6" fmla="*/ 29 w 30"/>
                <a:gd name="T7" fmla="*/ 6 h 29"/>
                <a:gd name="T8" fmla="*/ 16 w 30"/>
                <a:gd name="T9" fmla="*/ 25 h 29"/>
              </a:gdLst>
              <a:ahLst/>
              <a:cxnLst>
                <a:cxn ang="0">
                  <a:pos x="T0" y="T1"/>
                </a:cxn>
                <a:cxn ang="0">
                  <a:pos x="T2" y="T3"/>
                </a:cxn>
                <a:cxn ang="0">
                  <a:pos x="T4" y="T5"/>
                </a:cxn>
                <a:cxn ang="0">
                  <a:pos x="T6" y="T7"/>
                </a:cxn>
                <a:cxn ang="0">
                  <a:pos x="T8" y="T9"/>
                </a:cxn>
              </a:cxnLst>
              <a:rect l="0" t="0" r="r" b="b"/>
              <a:pathLst>
                <a:path w="30" h="29">
                  <a:moveTo>
                    <a:pt x="16" y="25"/>
                  </a:moveTo>
                  <a:cubicBezTo>
                    <a:pt x="8" y="29"/>
                    <a:pt x="1" y="27"/>
                    <a:pt x="0" y="21"/>
                  </a:cubicBezTo>
                  <a:cubicBezTo>
                    <a:pt x="0" y="16"/>
                    <a:pt x="6" y="8"/>
                    <a:pt x="13" y="4"/>
                  </a:cubicBezTo>
                  <a:cubicBezTo>
                    <a:pt x="21" y="0"/>
                    <a:pt x="28" y="1"/>
                    <a:pt x="29" y="6"/>
                  </a:cubicBezTo>
                  <a:cubicBezTo>
                    <a:pt x="30" y="12"/>
                    <a:pt x="24" y="21"/>
                    <a:pt x="16"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6" name="Freeform 1082">
              <a:extLst>
                <a:ext uri="{FF2B5EF4-FFF2-40B4-BE49-F238E27FC236}">
                  <a16:creationId xmlns:a16="http://schemas.microsoft.com/office/drawing/2014/main" id="{7D292AC5-EAD0-C91A-2A39-4083C44265F2}"/>
                </a:ext>
              </a:extLst>
            </p:cNvPr>
            <p:cNvSpPr>
              <a:spLocks/>
            </p:cNvSpPr>
            <p:nvPr/>
          </p:nvSpPr>
          <p:spPr bwMode="auto">
            <a:xfrm rot="5094805">
              <a:off x="1230985" y="4611182"/>
              <a:ext cx="73119" cy="70834"/>
            </a:xfrm>
            <a:custGeom>
              <a:avLst/>
              <a:gdLst>
                <a:gd name="T0" fmla="*/ 14 w 30"/>
                <a:gd name="T1" fmla="*/ 4 h 29"/>
                <a:gd name="T2" fmla="*/ 29 w 30"/>
                <a:gd name="T3" fmla="*/ 7 h 29"/>
                <a:gd name="T4" fmla="*/ 16 w 30"/>
                <a:gd name="T5" fmla="*/ 25 h 29"/>
                <a:gd name="T6" fmla="*/ 0 w 30"/>
                <a:gd name="T7" fmla="*/ 22 h 29"/>
                <a:gd name="T8" fmla="*/ 14 w 30"/>
                <a:gd name="T9" fmla="*/ 4 h 29"/>
              </a:gdLst>
              <a:ahLst/>
              <a:cxnLst>
                <a:cxn ang="0">
                  <a:pos x="T0" y="T1"/>
                </a:cxn>
                <a:cxn ang="0">
                  <a:pos x="T2" y="T3"/>
                </a:cxn>
                <a:cxn ang="0">
                  <a:pos x="T4" y="T5"/>
                </a:cxn>
                <a:cxn ang="0">
                  <a:pos x="T6" y="T7"/>
                </a:cxn>
                <a:cxn ang="0">
                  <a:pos x="T8" y="T9"/>
                </a:cxn>
              </a:cxnLst>
              <a:rect l="0" t="0" r="r" b="b"/>
              <a:pathLst>
                <a:path w="30" h="29">
                  <a:moveTo>
                    <a:pt x="14" y="4"/>
                  </a:moveTo>
                  <a:cubicBezTo>
                    <a:pt x="22" y="0"/>
                    <a:pt x="28" y="1"/>
                    <a:pt x="29" y="7"/>
                  </a:cubicBezTo>
                  <a:cubicBezTo>
                    <a:pt x="30" y="13"/>
                    <a:pt x="24" y="21"/>
                    <a:pt x="16" y="25"/>
                  </a:cubicBezTo>
                  <a:cubicBezTo>
                    <a:pt x="8" y="29"/>
                    <a:pt x="1" y="28"/>
                    <a:pt x="0" y="22"/>
                  </a:cubicBezTo>
                  <a:cubicBezTo>
                    <a:pt x="0" y="16"/>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7" name="Freeform 1084">
              <a:extLst>
                <a:ext uri="{FF2B5EF4-FFF2-40B4-BE49-F238E27FC236}">
                  <a16:creationId xmlns:a16="http://schemas.microsoft.com/office/drawing/2014/main" id="{D395C112-B987-BBC8-4BF9-74CDBF8B68CD}"/>
                </a:ext>
              </a:extLst>
            </p:cNvPr>
            <p:cNvSpPr>
              <a:spLocks/>
            </p:cNvSpPr>
            <p:nvPr/>
          </p:nvSpPr>
          <p:spPr bwMode="auto">
            <a:xfrm rot="5094805">
              <a:off x="1228282" y="4507971"/>
              <a:ext cx="77689" cy="61694"/>
            </a:xfrm>
            <a:custGeom>
              <a:avLst/>
              <a:gdLst>
                <a:gd name="T0" fmla="*/ 30 w 31"/>
                <a:gd name="T1" fmla="*/ 4 h 25"/>
                <a:gd name="T2" fmla="*/ 19 w 31"/>
                <a:gd name="T3" fmla="*/ 20 h 25"/>
                <a:gd name="T4" fmla="*/ 2 w 31"/>
                <a:gd name="T5" fmla="*/ 21 h 25"/>
                <a:gd name="T6" fmla="*/ 13 w 31"/>
                <a:gd name="T7" fmla="*/ 5 h 25"/>
                <a:gd name="T8" fmla="*/ 30 w 31"/>
                <a:gd name="T9" fmla="*/ 4 h 25"/>
              </a:gdLst>
              <a:ahLst/>
              <a:cxnLst>
                <a:cxn ang="0">
                  <a:pos x="T0" y="T1"/>
                </a:cxn>
                <a:cxn ang="0">
                  <a:pos x="T2" y="T3"/>
                </a:cxn>
                <a:cxn ang="0">
                  <a:pos x="T4" y="T5"/>
                </a:cxn>
                <a:cxn ang="0">
                  <a:pos x="T6" y="T7"/>
                </a:cxn>
                <a:cxn ang="0">
                  <a:pos x="T8" y="T9"/>
                </a:cxn>
              </a:cxnLst>
              <a:rect l="0" t="0" r="r" b="b"/>
              <a:pathLst>
                <a:path w="31" h="25">
                  <a:moveTo>
                    <a:pt x="30" y="4"/>
                  </a:moveTo>
                  <a:cubicBezTo>
                    <a:pt x="31" y="8"/>
                    <a:pt x="26" y="16"/>
                    <a:pt x="19" y="20"/>
                  </a:cubicBezTo>
                  <a:cubicBezTo>
                    <a:pt x="11" y="25"/>
                    <a:pt x="3" y="25"/>
                    <a:pt x="2" y="21"/>
                  </a:cubicBezTo>
                  <a:cubicBezTo>
                    <a:pt x="0" y="17"/>
                    <a:pt x="6" y="10"/>
                    <a:pt x="13" y="5"/>
                  </a:cubicBezTo>
                  <a:cubicBezTo>
                    <a:pt x="21" y="0"/>
                    <a:pt x="29" y="0"/>
                    <a:pt x="3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8" name="Freeform 1085">
              <a:extLst>
                <a:ext uri="{FF2B5EF4-FFF2-40B4-BE49-F238E27FC236}">
                  <a16:creationId xmlns:a16="http://schemas.microsoft.com/office/drawing/2014/main" id="{0D380DEC-659A-17E7-6467-FCF270CB6F07}"/>
                </a:ext>
              </a:extLst>
            </p:cNvPr>
            <p:cNvSpPr>
              <a:spLocks/>
            </p:cNvSpPr>
            <p:nvPr/>
          </p:nvSpPr>
          <p:spPr bwMode="auto">
            <a:xfrm rot="5094805">
              <a:off x="1107920" y="4327343"/>
              <a:ext cx="73119" cy="63979"/>
            </a:xfrm>
            <a:custGeom>
              <a:avLst/>
              <a:gdLst>
                <a:gd name="T0" fmla="*/ 13 w 30"/>
                <a:gd name="T1" fmla="*/ 5 h 26"/>
                <a:gd name="T2" fmla="*/ 29 w 30"/>
                <a:gd name="T3" fmla="*/ 5 h 26"/>
                <a:gd name="T4" fmla="*/ 17 w 30"/>
                <a:gd name="T5" fmla="*/ 21 h 26"/>
                <a:gd name="T6" fmla="*/ 1 w 30"/>
                <a:gd name="T7" fmla="*/ 20 h 26"/>
                <a:gd name="T8" fmla="*/ 13 w 30"/>
                <a:gd name="T9" fmla="*/ 5 h 26"/>
              </a:gdLst>
              <a:ahLst/>
              <a:cxnLst>
                <a:cxn ang="0">
                  <a:pos x="T0" y="T1"/>
                </a:cxn>
                <a:cxn ang="0">
                  <a:pos x="T2" y="T3"/>
                </a:cxn>
                <a:cxn ang="0">
                  <a:pos x="T4" y="T5"/>
                </a:cxn>
                <a:cxn ang="0">
                  <a:pos x="T6" y="T7"/>
                </a:cxn>
                <a:cxn ang="0">
                  <a:pos x="T8" y="T9"/>
                </a:cxn>
              </a:cxnLst>
              <a:rect l="0" t="0" r="r" b="b"/>
              <a:pathLst>
                <a:path w="30" h="26">
                  <a:moveTo>
                    <a:pt x="13" y="5"/>
                  </a:moveTo>
                  <a:cubicBezTo>
                    <a:pt x="21" y="0"/>
                    <a:pt x="28" y="0"/>
                    <a:pt x="29" y="5"/>
                  </a:cubicBezTo>
                  <a:cubicBezTo>
                    <a:pt x="30" y="9"/>
                    <a:pt x="25" y="17"/>
                    <a:pt x="17" y="21"/>
                  </a:cubicBezTo>
                  <a:cubicBezTo>
                    <a:pt x="9" y="26"/>
                    <a:pt x="2" y="25"/>
                    <a:pt x="1" y="20"/>
                  </a:cubicBezTo>
                  <a:cubicBezTo>
                    <a:pt x="0" y="16"/>
                    <a:pt x="5" y="9"/>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9" name="Freeform 1086">
              <a:extLst>
                <a:ext uri="{FF2B5EF4-FFF2-40B4-BE49-F238E27FC236}">
                  <a16:creationId xmlns:a16="http://schemas.microsoft.com/office/drawing/2014/main" id="{AC849C54-0393-67DA-1C55-2675F0962711}"/>
                </a:ext>
              </a:extLst>
            </p:cNvPr>
            <p:cNvSpPr>
              <a:spLocks/>
            </p:cNvSpPr>
            <p:nvPr/>
          </p:nvSpPr>
          <p:spPr bwMode="auto">
            <a:xfrm rot="5094805">
              <a:off x="984134" y="4147958"/>
              <a:ext cx="73119" cy="63979"/>
            </a:xfrm>
            <a:custGeom>
              <a:avLst/>
              <a:gdLst>
                <a:gd name="T0" fmla="*/ 14 w 30"/>
                <a:gd name="T1" fmla="*/ 4 h 26"/>
                <a:gd name="T2" fmla="*/ 29 w 30"/>
                <a:gd name="T3" fmla="*/ 4 h 26"/>
                <a:gd name="T4" fmla="*/ 16 w 30"/>
                <a:gd name="T5" fmla="*/ 22 h 26"/>
                <a:gd name="T6" fmla="*/ 1 w 30"/>
                <a:gd name="T7" fmla="*/ 21 h 26"/>
                <a:gd name="T8" fmla="*/ 14 w 30"/>
                <a:gd name="T9" fmla="*/ 4 h 26"/>
              </a:gdLst>
              <a:ahLst/>
              <a:cxnLst>
                <a:cxn ang="0">
                  <a:pos x="T0" y="T1"/>
                </a:cxn>
                <a:cxn ang="0">
                  <a:pos x="T2" y="T3"/>
                </a:cxn>
                <a:cxn ang="0">
                  <a:pos x="T4" y="T5"/>
                </a:cxn>
                <a:cxn ang="0">
                  <a:pos x="T6" y="T7"/>
                </a:cxn>
                <a:cxn ang="0">
                  <a:pos x="T8" y="T9"/>
                </a:cxn>
              </a:cxnLst>
              <a:rect l="0" t="0" r="r" b="b"/>
              <a:pathLst>
                <a:path w="30" h="26">
                  <a:moveTo>
                    <a:pt x="14" y="4"/>
                  </a:moveTo>
                  <a:cubicBezTo>
                    <a:pt x="22" y="0"/>
                    <a:pt x="28" y="0"/>
                    <a:pt x="29" y="4"/>
                  </a:cubicBezTo>
                  <a:cubicBezTo>
                    <a:pt x="30" y="9"/>
                    <a:pt x="24" y="18"/>
                    <a:pt x="16" y="22"/>
                  </a:cubicBezTo>
                  <a:cubicBezTo>
                    <a:pt x="9" y="26"/>
                    <a:pt x="2" y="25"/>
                    <a:pt x="1" y="21"/>
                  </a:cubicBezTo>
                  <a:cubicBezTo>
                    <a:pt x="0" y="16"/>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0" name="Freeform 1087">
              <a:extLst>
                <a:ext uri="{FF2B5EF4-FFF2-40B4-BE49-F238E27FC236}">
                  <a16:creationId xmlns:a16="http://schemas.microsoft.com/office/drawing/2014/main" id="{AF964EF0-1DE6-1AED-A0F7-B8495561C52B}"/>
                </a:ext>
              </a:extLst>
            </p:cNvPr>
            <p:cNvSpPr>
              <a:spLocks/>
            </p:cNvSpPr>
            <p:nvPr/>
          </p:nvSpPr>
          <p:spPr bwMode="auto">
            <a:xfrm rot="5094805">
              <a:off x="863762" y="3967127"/>
              <a:ext cx="73119" cy="66264"/>
            </a:xfrm>
            <a:custGeom>
              <a:avLst/>
              <a:gdLst>
                <a:gd name="T0" fmla="*/ 13 w 30"/>
                <a:gd name="T1" fmla="*/ 4 h 27"/>
                <a:gd name="T2" fmla="*/ 29 w 30"/>
                <a:gd name="T3" fmla="*/ 5 h 27"/>
                <a:gd name="T4" fmla="*/ 17 w 30"/>
                <a:gd name="T5" fmla="*/ 22 h 27"/>
                <a:gd name="T6" fmla="*/ 1 w 30"/>
                <a:gd name="T7" fmla="*/ 20 h 27"/>
                <a:gd name="T8" fmla="*/ 13 w 30"/>
                <a:gd name="T9" fmla="*/ 4 h 27"/>
              </a:gdLst>
              <a:ahLst/>
              <a:cxnLst>
                <a:cxn ang="0">
                  <a:pos x="T0" y="T1"/>
                </a:cxn>
                <a:cxn ang="0">
                  <a:pos x="T2" y="T3"/>
                </a:cxn>
                <a:cxn ang="0">
                  <a:pos x="T4" y="T5"/>
                </a:cxn>
                <a:cxn ang="0">
                  <a:pos x="T6" y="T7"/>
                </a:cxn>
                <a:cxn ang="0">
                  <a:pos x="T8" y="T9"/>
                </a:cxn>
              </a:cxnLst>
              <a:rect l="0" t="0" r="r" b="b"/>
              <a:pathLst>
                <a:path w="30" h="27">
                  <a:moveTo>
                    <a:pt x="13" y="4"/>
                  </a:moveTo>
                  <a:cubicBezTo>
                    <a:pt x="22" y="0"/>
                    <a:pt x="29" y="0"/>
                    <a:pt x="29" y="5"/>
                  </a:cubicBezTo>
                  <a:cubicBezTo>
                    <a:pt x="30" y="10"/>
                    <a:pt x="25" y="18"/>
                    <a:pt x="17" y="22"/>
                  </a:cubicBezTo>
                  <a:cubicBezTo>
                    <a:pt x="9" y="27"/>
                    <a:pt x="2" y="26"/>
                    <a:pt x="1" y="20"/>
                  </a:cubicBezTo>
                  <a:cubicBezTo>
                    <a:pt x="0" y="15"/>
                    <a:pt x="6"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1" name="Freeform 1088">
              <a:extLst>
                <a:ext uri="{FF2B5EF4-FFF2-40B4-BE49-F238E27FC236}">
                  <a16:creationId xmlns:a16="http://schemas.microsoft.com/office/drawing/2014/main" id="{96E9C0B0-90E8-70BE-BEF9-7297D6F4266A}"/>
                </a:ext>
              </a:extLst>
            </p:cNvPr>
            <p:cNvSpPr>
              <a:spLocks/>
            </p:cNvSpPr>
            <p:nvPr/>
          </p:nvSpPr>
          <p:spPr bwMode="auto">
            <a:xfrm rot="5094805">
              <a:off x="746698" y="3787038"/>
              <a:ext cx="75404" cy="63979"/>
            </a:xfrm>
            <a:custGeom>
              <a:avLst/>
              <a:gdLst>
                <a:gd name="T0" fmla="*/ 18 w 30"/>
                <a:gd name="T1" fmla="*/ 22 h 26"/>
                <a:gd name="T2" fmla="*/ 1 w 30"/>
                <a:gd name="T3" fmla="*/ 20 h 26"/>
                <a:gd name="T4" fmla="*/ 13 w 30"/>
                <a:gd name="T5" fmla="*/ 4 h 26"/>
                <a:gd name="T6" fmla="*/ 30 w 30"/>
                <a:gd name="T7" fmla="*/ 5 h 26"/>
                <a:gd name="T8" fmla="*/ 18 w 30"/>
                <a:gd name="T9" fmla="*/ 22 h 26"/>
              </a:gdLst>
              <a:ahLst/>
              <a:cxnLst>
                <a:cxn ang="0">
                  <a:pos x="T0" y="T1"/>
                </a:cxn>
                <a:cxn ang="0">
                  <a:pos x="T2" y="T3"/>
                </a:cxn>
                <a:cxn ang="0">
                  <a:pos x="T4" y="T5"/>
                </a:cxn>
                <a:cxn ang="0">
                  <a:pos x="T6" y="T7"/>
                </a:cxn>
                <a:cxn ang="0">
                  <a:pos x="T8" y="T9"/>
                </a:cxn>
              </a:cxnLst>
              <a:rect l="0" t="0" r="r" b="b"/>
              <a:pathLst>
                <a:path w="30" h="26">
                  <a:moveTo>
                    <a:pt x="18" y="22"/>
                  </a:moveTo>
                  <a:cubicBezTo>
                    <a:pt x="10" y="26"/>
                    <a:pt x="2" y="26"/>
                    <a:pt x="1" y="20"/>
                  </a:cubicBezTo>
                  <a:cubicBezTo>
                    <a:pt x="0" y="15"/>
                    <a:pt x="6" y="8"/>
                    <a:pt x="13" y="4"/>
                  </a:cubicBezTo>
                  <a:cubicBezTo>
                    <a:pt x="21" y="0"/>
                    <a:pt x="29" y="0"/>
                    <a:pt x="30" y="5"/>
                  </a:cubicBezTo>
                  <a:cubicBezTo>
                    <a:pt x="30" y="10"/>
                    <a:pt x="25" y="18"/>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2" name="Freeform 1089">
              <a:extLst>
                <a:ext uri="{FF2B5EF4-FFF2-40B4-BE49-F238E27FC236}">
                  <a16:creationId xmlns:a16="http://schemas.microsoft.com/office/drawing/2014/main" id="{4DBB07CF-F927-992F-6360-D4C24D86E003}"/>
                </a:ext>
              </a:extLst>
            </p:cNvPr>
            <p:cNvSpPr>
              <a:spLocks/>
            </p:cNvSpPr>
            <p:nvPr/>
          </p:nvSpPr>
          <p:spPr bwMode="auto">
            <a:xfrm rot="5094805">
              <a:off x="635430" y="3605397"/>
              <a:ext cx="75404" cy="66264"/>
            </a:xfrm>
            <a:custGeom>
              <a:avLst/>
              <a:gdLst>
                <a:gd name="T0" fmla="*/ 30 w 30"/>
                <a:gd name="T1" fmla="*/ 7 h 27"/>
                <a:gd name="T2" fmla="*/ 18 w 30"/>
                <a:gd name="T3" fmla="*/ 23 h 27"/>
                <a:gd name="T4" fmla="*/ 1 w 30"/>
                <a:gd name="T5" fmla="*/ 20 h 27"/>
                <a:gd name="T6" fmla="*/ 15 w 30"/>
                <a:gd name="T7" fmla="*/ 4 h 27"/>
                <a:gd name="T8" fmla="*/ 30 w 30"/>
                <a:gd name="T9" fmla="*/ 7 h 27"/>
              </a:gdLst>
              <a:ahLst/>
              <a:cxnLst>
                <a:cxn ang="0">
                  <a:pos x="T0" y="T1"/>
                </a:cxn>
                <a:cxn ang="0">
                  <a:pos x="T2" y="T3"/>
                </a:cxn>
                <a:cxn ang="0">
                  <a:pos x="T4" y="T5"/>
                </a:cxn>
                <a:cxn ang="0">
                  <a:pos x="T6" y="T7"/>
                </a:cxn>
                <a:cxn ang="0">
                  <a:pos x="T8" y="T9"/>
                </a:cxn>
              </a:cxnLst>
              <a:rect l="0" t="0" r="r" b="b"/>
              <a:pathLst>
                <a:path w="30" h="27">
                  <a:moveTo>
                    <a:pt x="30" y="7"/>
                  </a:moveTo>
                  <a:cubicBezTo>
                    <a:pt x="30" y="12"/>
                    <a:pt x="25" y="19"/>
                    <a:pt x="18" y="23"/>
                  </a:cubicBezTo>
                  <a:cubicBezTo>
                    <a:pt x="10" y="27"/>
                    <a:pt x="2" y="26"/>
                    <a:pt x="1" y="20"/>
                  </a:cubicBezTo>
                  <a:cubicBezTo>
                    <a:pt x="0" y="15"/>
                    <a:pt x="6" y="7"/>
                    <a:pt x="15" y="4"/>
                  </a:cubicBezTo>
                  <a:cubicBezTo>
                    <a:pt x="22" y="0"/>
                    <a:pt x="29" y="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3" name="Freeform 1090">
              <a:extLst>
                <a:ext uri="{FF2B5EF4-FFF2-40B4-BE49-F238E27FC236}">
                  <a16:creationId xmlns:a16="http://schemas.microsoft.com/office/drawing/2014/main" id="{8D9DD2E8-D200-30AF-967B-B4E74317F047}"/>
                </a:ext>
              </a:extLst>
            </p:cNvPr>
            <p:cNvSpPr>
              <a:spLocks/>
            </p:cNvSpPr>
            <p:nvPr/>
          </p:nvSpPr>
          <p:spPr bwMode="auto">
            <a:xfrm rot="5094805">
              <a:off x="533170" y="3425336"/>
              <a:ext cx="73119" cy="61694"/>
            </a:xfrm>
            <a:custGeom>
              <a:avLst/>
              <a:gdLst>
                <a:gd name="T0" fmla="*/ 14 w 30"/>
                <a:gd name="T1" fmla="*/ 4 h 25"/>
                <a:gd name="T2" fmla="*/ 29 w 30"/>
                <a:gd name="T3" fmla="*/ 7 h 25"/>
                <a:gd name="T4" fmla="*/ 16 w 30"/>
                <a:gd name="T5" fmla="*/ 22 h 25"/>
                <a:gd name="T6" fmla="*/ 1 w 30"/>
                <a:gd name="T7" fmla="*/ 20 h 25"/>
                <a:gd name="T8" fmla="*/ 14 w 30"/>
                <a:gd name="T9" fmla="*/ 4 h 25"/>
              </a:gdLst>
              <a:ahLst/>
              <a:cxnLst>
                <a:cxn ang="0">
                  <a:pos x="T0" y="T1"/>
                </a:cxn>
                <a:cxn ang="0">
                  <a:pos x="T2" y="T3"/>
                </a:cxn>
                <a:cxn ang="0">
                  <a:pos x="T4" y="T5"/>
                </a:cxn>
                <a:cxn ang="0">
                  <a:pos x="T6" y="T7"/>
                </a:cxn>
                <a:cxn ang="0">
                  <a:pos x="T8" y="T9"/>
                </a:cxn>
              </a:cxnLst>
              <a:rect l="0" t="0" r="r" b="b"/>
              <a:pathLst>
                <a:path w="30" h="25">
                  <a:moveTo>
                    <a:pt x="14" y="4"/>
                  </a:moveTo>
                  <a:cubicBezTo>
                    <a:pt x="22" y="0"/>
                    <a:pt x="28" y="2"/>
                    <a:pt x="29" y="7"/>
                  </a:cubicBezTo>
                  <a:cubicBezTo>
                    <a:pt x="30" y="12"/>
                    <a:pt x="24" y="19"/>
                    <a:pt x="16" y="22"/>
                  </a:cubicBezTo>
                  <a:cubicBezTo>
                    <a:pt x="9" y="25"/>
                    <a:pt x="2" y="24"/>
                    <a:pt x="1" y="20"/>
                  </a:cubicBezTo>
                  <a:cubicBezTo>
                    <a:pt x="0" y="15"/>
                    <a:pt x="6"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4" name="Freeform 1091">
              <a:extLst>
                <a:ext uri="{FF2B5EF4-FFF2-40B4-BE49-F238E27FC236}">
                  <a16:creationId xmlns:a16="http://schemas.microsoft.com/office/drawing/2014/main" id="{4ADD4B62-7E58-0F83-A24E-7F07A7CC761F}"/>
                </a:ext>
              </a:extLst>
            </p:cNvPr>
            <p:cNvSpPr>
              <a:spLocks/>
            </p:cNvSpPr>
            <p:nvPr/>
          </p:nvSpPr>
          <p:spPr bwMode="auto">
            <a:xfrm rot="5094805">
              <a:off x="434314" y="3243626"/>
              <a:ext cx="75404" cy="59409"/>
            </a:xfrm>
            <a:custGeom>
              <a:avLst/>
              <a:gdLst>
                <a:gd name="T0" fmla="*/ 18 w 31"/>
                <a:gd name="T1" fmla="*/ 20 h 24"/>
                <a:gd name="T2" fmla="*/ 1 w 31"/>
                <a:gd name="T3" fmla="*/ 17 h 24"/>
                <a:gd name="T4" fmla="*/ 13 w 31"/>
                <a:gd name="T5" fmla="*/ 3 h 24"/>
                <a:gd name="T6" fmla="*/ 30 w 31"/>
                <a:gd name="T7" fmla="*/ 6 h 24"/>
                <a:gd name="T8" fmla="*/ 18 w 31"/>
                <a:gd name="T9" fmla="*/ 20 h 24"/>
              </a:gdLst>
              <a:ahLst/>
              <a:cxnLst>
                <a:cxn ang="0">
                  <a:pos x="T0" y="T1"/>
                </a:cxn>
                <a:cxn ang="0">
                  <a:pos x="T2" y="T3"/>
                </a:cxn>
                <a:cxn ang="0">
                  <a:pos x="T4" y="T5"/>
                </a:cxn>
                <a:cxn ang="0">
                  <a:pos x="T6" y="T7"/>
                </a:cxn>
                <a:cxn ang="0">
                  <a:pos x="T8" y="T9"/>
                </a:cxn>
              </a:cxnLst>
              <a:rect l="0" t="0" r="r" b="b"/>
              <a:pathLst>
                <a:path w="31" h="24">
                  <a:moveTo>
                    <a:pt x="18" y="20"/>
                  </a:moveTo>
                  <a:cubicBezTo>
                    <a:pt x="10" y="24"/>
                    <a:pt x="2" y="22"/>
                    <a:pt x="1" y="17"/>
                  </a:cubicBezTo>
                  <a:cubicBezTo>
                    <a:pt x="0" y="13"/>
                    <a:pt x="6" y="6"/>
                    <a:pt x="13" y="3"/>
                  </a:cubicBezTo>
                  <a:cubicBezTo>
                    <a:pt x="21" y="0"/>
                    <a:pt x="29" y="1"/>
                    <a:pt x="30" y="6"/>
                  </a:cubicBezTo>
                  <a:cubicBezTo>
                    <a:pt x="31" y="11"/>
                    <a:pt x="25" y="17"/>
                    <a:pt x="18"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5" name="Freeform 1092">
              <a:extLst>
                <a:ext uri="{FF2B5EF4-FFF2-40B4-BE49-F238E27FC236}">
                  <a16:creationId xmlns:a16="http://schemas.microsoft.com/office/drawing/2014/main" id="{7A93D052-54FE-6B11-D9C5-86FBCC5DE766}"/>
                </a:ext>
              </a:extLst>
            </p:cNvPr>
            <p:cNvSpPr>
              <a:spLocks/>
            </p:cNvSpPr>
            <p:nvPr/>
          </p:nvSpPr>
          <p:spPr bwMode="auto">
            <a:xfrm rot="5094805">
              <a:off x="352537" y="3061742"/>
              <a:ext cx="73119" cy="54839"/>
            </a:xfrm>
            <a:custGeom>
              <a:avLst/>
              <a:gdLst>
                <a:gd name="T0" fmla="*/ 29 w 30"/>
                <a:gd name="T1" fmla="*/ 7 h 22"/>
                <a:gd name="T2" fmla="*/ 17 w 30"/>
                <a:gd name="T3" fmla="*/ 20 h 22"/>
                <a:gd name="T4" fmla="*/ 0 w 30"/>
                <a:gd name="T5" fmla="*/ 15 h 22"/>
                <a:gd name="T6" fmla="*/ 15 w 30"/>
                <a:gd name="T7" fmla="*/ 2 h 22"/>
                <a:gd name="T8" fmla="*/ 29 w 30"/>
                <a:gd name="T9" fmla="*/ 7 h 22"/>
              </a:gdLst>
              <a:ahLst/>
              <a:cxnLst>
                <a:cxn ang="0">
                  <a:pos x="T0" y="T1"/>
                </a:cxn>
                <a:cxn ang="0">
                  <a:pos x="T2" y="T3"/>
                </a:cxn>
                <a:cxn ang="0">
                  <a:pos x="T4" y="T5"/>
                </a:cxn>
                <a:cxn ang="0">
                  <a:pos x="T6" y="T7"/>
                </a:cxn>
                <a:cxn ang="0">
                  <a:pos x="T8" y="T9"/>
                </a:cxn>
              </a:cxnLst>
              <a:rect l="0" t="0" r="r" b="b"/>
              <a:pathLst>
                <a:path w="30" h="22">
                  <a:moveTo>
                    <a:pt x="29" y="7"/>
                  </a:moveTo>
                  <a:cubicBezTo>
                    <a:pt x="30" y="12"/>
                    <a:pt x="24" y="17"/>
                    <a:pt x="17" y="20"/>
                  </a:cubicBezTo>
                  <a:cubicBezTo>
                    <a:pt x="9" y="22"/>
                    <a:pt x="1" y="20"/>
                    <a:pt x="0" y="15"/>
                  </a:cubicBezTo>
                  <a:cubicBezTo>
                    <a:pt x="0" y="10"/>
                    <a:pt x="6" y="4"/>
                    <a:pt x="15" y="2"/>
                  </a:cubicBezTo>
                  <a:cubicBezTo>
                    <a:pt x="22" y="0"/>
                    <a:pt x="29" y="2"/>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6" name="Freeform 1093">
              <a:extLst>
                <a:ext uri="{FF2B5EF4-FFF2-40B4-BE49-F238E27FC236}">
                  <a16:creationId xmlns:a16="http://schemas.microsoft.com/office/drawing/2014/main" id="{D487A9E2-6CA9-39CD-87B4-9E38F5010503}"/>
                </a:ext>
              </a:extLst>
            </p:cNvPr>
            <p:cNvSpPr>
              <a:spLocks/>
            </p:cNvSpPr>
            <p:nvPr/>
          </p:nvSpPr>
          <p:spPr bwMode="auto">
            <a:xfrm rot="5094805">
              <a:off x="279652" y="2874284"/>
              <a:ext cx="75404" cy="54839"/>
            </a:xfrm>
            <a:custGeom>
              <a:avLst/>
              <a:gdLst>
                <a:gd name="T0" fmla="*/ 29 w 30"/>
                <a:gd name="T1" fmla="*/ 8 h 22"/>
                <a:gd name="T2" fmla="*/ 17 w 30"/>
                <a:gd name="T3" fmla="*/ 20 h 22"/>
                <a:gd name="T4" fmla="*/ 0 w 30"/>
                <a:gd name="T5" fmla="*/ 14 h 22"/>
                <a:gd name="T6" fmla="*/ 15 w 30"/>
                <a:gd name="T7" fmla="*/ 2 h 22"/>
                <a:gd name="T8" fmla="*/ 29 w 30"/>
                <a:gd name="T9" fmla="*/ 8 h 22"/>
              </a:gdLst>
              <a:ahLst/>
              <a:cxnLst>
                <a:cxn ang="0">
                  <a:pos x="T0" y="T1"/>
                </a:cxn>
                <a:cxn ang="0">
                  <a:pos x="T2" y="T3"/>
                </a:cxn>
                <a:cxn ang="0">
                  <a:pos x="T4" y="T5"/>
                </a:cxn>
                <a:cxn ang="0">
                  <a:pos x="T6" y="T7"/>
                </a:cxn>
                <a:cxn ang="0">
                  <a:pos x="T8" y="T9"/>
                </a:cxn>
              </a:cxnLst>
              <a:rect l="0" t="0" r="r" b="b"/>
              <a:pathLst>
                <a:path w="30" h="22">
                  <a:moveTo>
                    <a:pt x="29" y="8"/>
                  </a:moveTo>
                  <a:cubicBezTo>
                    <a:pt x="30" y="13"/>
                    <a:pt x="24" y="18"/>
                    <a:pt x="17" y="20"/>
                  </a:cubicBezTo>
                  <a:cubicBezTo>
                    <a:pt x="9" y="22"/>
                    <a:pt x="1" y="19"/>
                    <a:pt x="0" y="14"/>
                  </a:cubicBezTo>
                  <a:cubicBezTo>
                    <a:pt x="0" y="9"/>
                    <a:pt x="6" y="4"/>
                    <a:pt x="15" y="2"/>
                  </a:cubicBezTo>
                  <a:cubicBezTo>
                    <a:pt x="22" y="0"/>
                    <a:pt x="29" y="3"/>
                    <a:pt x="2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7" name="Freeform 1094">
              <a:extLst>
                <a:ext uri="{FF2B5EF4-FFF2-40B4-BE49-F238E27FC236}">
                  <a16:creationId xmlns:a16="http://schemas.microsoft.com/office/drawing/2014/main" id="{729EB4EA-0FDF-61E6-26EF-550F4E00F1E0}"/>
                </a:ext>
              </a:extLst>
            </p:cNvPr>
            <p:cNvSpPr>
              <a:spLocks/>
            </p:cNvSpPr>
            <p:nvPr/>
          </p:nvSpPr>
          <p:spPr bwMode="auto">
            <a:xfrm rot="5094805">
              <a:off x="222602" y="2685514"/>
              <a:ext cx="75404" cy="52554"/>
            </a:xfrm>
            <a:custGeom>
              <a:avLst/>
              <a:gdLst>
                <a:gd name="T0" fmla="*/ 15 w 31"/>
                <a:gd name="T1" fmla="*/ 1 h 21"/>
                <a:gd name="T2" fmla="*/ 30 w 31"/>
                <a:gd name="T3" fmla="*/ 8 h 21"/>
                <a:gd name="T4" fmla="*/ 17 w 31"/>
                <a:gd name="T5" fmla="*/ 20 h 21"/>
                <a:gd name="T6" fmla="*/ 1 w 31"/>
                <a:gd name="T7" fmla="*/ 13 h 21"/>
                <a:gd name="T8" fmla="*/ 15 w 31"/>
                <a:gd name="T9" fmla="*/ 1 h 21"/>
              </a:gdLst>
              <a:ahLst/>
              <a:cxnLst>
                <a:cxn ang="0">
                  <a:pos x="T0" y="T1"/>
                </a:cxn>
                <a:cxn ang="0">
                  <a:pos x="T2" y="T3"/>
                </a:cxn>
                <a:cxn ang="0">
                  <a:pos x="T4" y="T5"/>
                </a:cxn>
                <a:cxn ang="0">
                  <a:pos x="T6" y="T7"/>
                </a:cxn>
                <a:cxn ang="0">
                  <a:pos x="T8" y="T9"/>
                </a:cxn>
              </a:cxnLst>
              <a:rect l="0" t="0" r="r" b="b"/>
              <a:pathLst>
                <a:path w="31" h="21">
                  <a:moveTo>
                    <a:pt x="15" y="1"/>
                  </a:moveTo>
                  <a:cubicBezTo>
                    <a:pt x="22" y="0"/>
                    <a:pt x="29" y="3"/>
                    <a:pt x="30" y="8"/>
                  </a:cubicBezTo>
                  <a:cubicBezTo>
                    <a:pt x="31" y="13"/>
                    <a:pt x="25" y="19"/>
                    <a:pt x="17" y="20"/>
                  </a:cubicBezTo>
                  <a:cubicBezTo>
                    <a:pt x="9" y="21"/>
                    <a:pt x="2" y="18"/>
                    <a:pt x="1" y="13"/>
                  </a:cubicBezTo>
                  <a:cubicBezTo>
                    <a:pt x="0" y="8"/>
                    <a:pt x="6" y="3"/>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8" name="Freeform 1095">
              <a:extLst>
                <a:ext uri="{FF2B5EF4-FFF2-40B4-BE49-F238E27FC236}">
                  <a16:creationId xmlns:a16="http://schemas.microsoft.com/office/drawing/2014/main" id="{15E25141-CDB3-0E06-ECF2-E54F5B0AD008}"/>
                </a:ext>
              </a:extLst>
            </p:cNvPr>
            <p:cNvSpPr>
              <a:spLocks/>
            </p:cNvSpPr>
            <p:nvPr/>
          </p:nvSpPr>
          <p:spPr bwMode="auto">
            <a:xfrm rot="5094805">
              <a:off x="180453" y="2496666"/>
              <a:ext cx="73119" cy="50269"/>
            </a:xfrm>
            <a:custGeom>
              <a:avLst/>
              <a:gdLst>
                <a:gd name="T0" fmla="*/ 17 w 30"/>
                <a:gd name="T1" fmla="*/ 19 h 20"/>
                <a:gd name="T2" fmla="*/ 0 w 30"/>
                <a:gd name="T3" fmla="*/ 11 h 20"/>
                <a:gd name="T4" fmla="*/ 14 w 30"/>
                <a:gd name="T5" fmla="*/ 1 h 20"/>
                <a:gd name="T6" fmla="*/ 30 w 30"/>
                <a:gd name="T7" fmla="*/ 9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8" y="20"/>
                    <a:pt x="1" y="16"/>
                    <a:pt x="0" y="11"/>
                  </a:cubicBezTo>
                  <a:cubicBezTo>
                    <a:pt x="0" y="6"/>
                    <a:pt x="6" y="1"/>
                    <a:pt x="14" y="1"/>
                  </a:cubicBezTo>
                  <a:cubicBezTo>
                    <a:pt x="22" y="0"/>
                    <a:pt x="29" y="4"/>
                    <a:pt x="30" y="9"/>
                  </a:cubicBezTo>
                  <a:cubicBezTo>
                    <a:pt x="30" y="14"/>
                    <a:pt x="24" y="18"/>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9" name="Freeform 1096">
              <a:extLst>
                <a:ext uri="{FF2B5EF4-FFF2-40B4-BE49-F238E27FC236}">
                  <a16:creationId xmlns:a16="http://schemas.microsoft.com/office/drawing/2014/main" id="{10ED7802-8D3C-59FE-8ED9-8395A84A0135}"/>
                </a:ext>
              </a:extLst>
            </p:cNvPr>
            <p:cNvSpPr>
              <a:spLocks/>
            </p:cNvSpPr>
            <p:nvPr/>
          </p:nvSpPr>
          <p:spPr bwMode="auto">
            <a:xfrm rot="5094805">
              <a:off x="142740" y="2307114"/>
              <a:ext cx="77689" cy="45700"/>
            </a:xfrm>
            <a:custGeom>
              <a:avLst/>
              <a:gdLst>
                <a:gd name="T0" fmla="*/ 14 w 31"/>
                <a:gd name="T1" fmla="*/ 1 h 19"/>
                <a:gd name="T2" fmla="*/ 30 w 31"/>
                <a:gd name="T3" fmla="*/ 8 h 19"/>
                <a:gd name="T4" fmla="*/ 16 w 31"/>
                <a:gd name="T5" fmla="*/ 19 h 19"/>
                <a:gd name="T6" fmla="*/ 1 w 31"/>
                <a:gd name="T7" fmla="*/ 12 h 19"/>
                <a:gd name="T8" fmla="*/ 14 w 31"/>
                <a:gd name="T9" fmla="*/ 1 h 19"/>
              </a:gdLst>
              <a:ahLst/>
              <a:cxnLst>
                <a:cxn ang="0">
                  <a:pos x="T0" y="T1"/>
                </a:cxn>
                <a:cxn ang="0">
                  <a:pos x="T2" y="T3"/>
                </a:cxn>
                <a:cxn ang="0">
                  <a:pos x="T4" y="T5"/>
                </a:cxn>
                <a:cxn ang="0">
                  <a:pos x="T6" y="T7"/>
                </a:cxn>
                <a:cxn ang="0">
                  <a:pos x="T8" y="T9"/>
                </a:cxn>
              </a:cxnLst>
              <a:rect l="0" t="0" r="r" b="b"/>
              <a:pathLst>
                <a:path w="31" h="19">
                  <a:moveTo>
                    <a:pt x="14" y="1"/>
                  </a:moveTo>
                  <a:cubicBezTo>
                    <a:pt x="22" y="0"/>
                    <a:pt x="29" y="4"/>
                    <a:pt x="30" y="8"/>
                  </a:cubicBezTo>
                  <a:cubicBezTo>
                    <a:pt x="31" y="13"/>
                    <a:pt x="25" y="18"/>
                    <a:pt x="16" y="19"/>
                  </a:cubicBezTo>
                  <a:cubicBezTo>
                    <a:pt x="9" y="19"/>
                    <a:pt x="2" y="16"/>
                    <a:pt x="1" y="12"/>
                  </a:cubicBezTo>
                  <a:cubicBezTo>
                    <a:pt x="0" y="7"/>
                    <a:pt x="6" y="2"/>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0" name="Freeform 1097">
              <a:extLst>
                <a:ext uri="{FF2B5EF4-FFF2-40B4-BE49-F238E27FC236}">
                  <a16:creationId xmlns:a16="http://schemas.microsoft.com/office/drawing/2014/main" id="{B5BB1AF0-1C04-AA63-B503-8BD2D5B77195}"/>
                </a:ext>
              </a:extLst>
            </p:cNvPr>
            <p:cNvSpPr>
              <a:spLocks/>
            </p:cNvSpPr>
            <p:nvPr/>
          </p:nvSpPr>
          <p:spPr bwMode="auto">
            <a:xfrm rot="5094805">
              <a:off x="108459" y="2114235"/>
              <a:ext cx="73119" cy="47984"/>
            </a:xfrm>
            <a:custGeom>
              <a:avLst/>
              <a:gdLst>
                <a:gd name="T0" fmla="*/ 16 w 30"/>
                <a:gd name="T1" fmla="*/ 18 h 19"/>
                <a:gd name="T2" fmla="*/ 0 w 30"/>
                <a:gd name="T3" fmla="*/ 11 h 19"/>
                <a:gd name="T4" fmla="*/ 13 w 30"/>
                <a:gd name="T5" fmla="*/ 1 h 19"/>
                <a:gd name="T6" fmla="*/ 29 w 30"/>
                <a:gd name="T7" fmla="*/ 9 h 19"/>
                <a:gd name="T8" fmla="*/ 16 w 30"/>
                <a:gd name="T9" fmla="*/ 18 h 19"/>
              </a:gdLst>
              <a:ahLst/>
              <a:cxnLst>
                <a:cxn ang="0">
                  <a:pos x="T0" y="T1"/>
                </a:cxn>
                <a:cxn ang="0">
                  <a:pos x="T2" y="T3"/>
                </a:cxn>
                <a:cxn ang="0">
                  <a:pos x="T4" y="T5"/>
                </a:cxn>
                <a:cxn ang="0">
                  <a:pos x="T6" y="T7"/>
                </a:cxn>
                <a:cxn ang="0">
                  <a:pos x="T8" y="T9"/>
                </a:cxn>
              </a:cxnLst>
              <a:rect l="0" t="0" r="r" b="b"/>
              <a:pathLst>
                <a:path w="30" h="19">
                  <a:moveTo>
                    <a:pt x="16" y="18"/>
                  </a:moveTo>
                  <a:cubicBezTo>
                    <a:pt x="8" y="19"/>
                    <a:pt x="0" y="16"/>
                    <a:pt x="0" y="11"/>
                  </a:cubicBezTo>
                  <a:cubicBezTo>
                    <a:pt x="0" y="6"/>
                    <a:pt x="5" y="2"/>
                    <a:pt x="13" y="1"/>
                  </a:cubicBezTo>
                  <a:cubicBezTo>
                    <a:pt x="21" y="0"/>
                    <a:pt x="29" y="4"/>
                    <a:pt x="29" y="9"/>
                  </a:cubicBezTo>
                  <a:cubicBezTo>
                    <a:pt x="30" y="14"/>
                    <a:pt x="24" y="18"/>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1" name="Freeform 1098">
              <a:extLst>
                <a:ext uri="{FF2B5EF4-FFF2-40B4-BE49-F238E27FC236}">
                  <a16:creationId xmlns:a16="http://schemas.microsoft.com/office/drawing/2014/main" id="{2E3801E7-7384-55EB-4959-629E1F91E642}"/>
                </a:ext>
              </a:extLst>
            </p:cNvPr>
            <p:cNvSpPr>
              <a:spLocks/>
            </p:cNvSpPr>
            <p:nvPr/>
          </p:nvSpPr>
          <p:spPr bwMode="auto">
            <a:xfrm rot="5094805">
              <a:off x="70649" y="1924788"/>
              <a:ext cx="75404" cy="41130"/>
            </a:xfrm>
            <a:custGeom>
              <a:avLst/>
              <a:gdLst>
                <a:gd name="T0" fmla="*/ 15 w 31"/>
                <a:gd name="T1" fmla="*/ 0 h 17"/>
                <a:gd name="T2" fmla="*/ 30 w 31"/>
                <a:gd name="T3" fmla="*/ 7 h 17"/>
                <a:gd name="T4" fmla="*/ 17 w 31"/>
                <a:gd name="T5" fmla="*/ 17 h 17"/>
                <a:gd name="T6" fmla="*/ 1 w 31"/>
                <a:gd name="T7" fmla="*/ 10 h 17"/>
                <a:gd name="T8" fmla="*/ 15 w 31"/>
                <a:gd name="T9" fmla="*/ 0 h 17"/>
              </a:gdLst>
              <a:ahLst/>
              <a:cxnLst>
                <a:cxn ang="0">
                  <a:pos x="T0" y="T1"/>
                </a:cxn>
                <a:cxn ang="0">
                  <a:pos x="T2" y="T3"/>
                </a:cxn>
                <a:cxn ang="0">
                  <a:pos x="T4" y="T5"/>
                </a:cxn>
                <a:cxn ang="0">
                  <a:pos x="T6" y="T7"/>
                </a:cxn>
                <a:cxn ang="0">
                  <a:pos x="T8" y="T9"/>
                </a:cxn>
              </a:cxnLst>
              <a:rect l="0" t="0" r="r" b="b"/>
              <a:pathLst>
                <a:path w="31" h="17">
                  <a:moveTo>
                    <a:pt x="15" y="0"/>
                  </a:moveTo>
                  <a:cubicBezTo>
                    <a:pt x="22" y="0"/>
                    <a:pt x="29" y="3"/>
                    <a:pt x="30" y="7"/>
                  </a:cubicBezTo>
                  <a:cubicBezTo>
                    <a:pt x="31" y="12"/>
                    <a:pt x="25" y="16"/>
                    <a:pt x="17" y="17"/>
                  </a:cubicBezTo>
                  <a:cubicBezTo>
                    <a:pt x="9" y="17"/>
                    <a:pt x="2" y="14"/>
                    <a:pt x="1" y="10"/>
                  </a:cubicBezTo>
                  <a:cubicBezTo>
                    <a:pt x="0" y="6"/>
                    <a:pt x="6"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2" name="Freeform 1099">
              <a:extLst>
                <a:ext uri="{FF2B5EF4-FFF2-40B4-BE49-F238E27FC236}">
                  <a16:creationId xmlns:a16="http://schemas.microsoft.com/office/drawing/2014/main" id="{EDFA7126-E3CD-3AF9-606E-E087107E37DE}"/>
                </a:ext>
              </a:extLst>
            </p:cNvPr>
            <p:cNvSpPr>
              <a:spLocks/>
            </p:cNvSpPr>
            <p:nvPr/>
          </p:nvSpPr>
          <p:spPr bwMode="auto">
            <a:xfrm rot="5094805">
              <a:off x="34083" y="1734195"/>
              <a:ext cx="75404" cy="38845"/>
            </a:xfrm>
            <a:custGeom>
              <a:avLst/>
              <a:gdLst>
                <a:gd name="T0" fmla="*/ 30 w 30"/>
                <a:gd name="T1" fmla="*/ 7 h 16"/>
                <a:gd name="T2" fmla="*/ 17 w 30"/>
                <a:gd name="T3" fmla="*/ 16 h 16"/>
                <a:gd name="T4" fmla="*/ 0 w 30"/>
                <a:gd name="T5" fmla="*/ 9 h 16"/>
                <a:gd name="T6" fmla="*/ 15 w 30"/>
                <a:gd name="T7" fmla="*/ 0 h 16"/>
                <a:gd name="T8" fmla="*/ 30 w 30"/>
                <a:gd name="T9" fmla="*/ 7 h 16"/>
              </a:gdLst>
              <a:ahLst/>
              <a:cxnLst>
                <a:cxn ang="0">
                  <a:pos x="T0" y="T1"/>
                </a:cxn>
                <a:cxn ang="0">
                  <a:pos x="T2" y="T3"/>
                </a:cxn>
                <a:cxn ang="0">
                  <a:pos x="T4" y="T5"/>
                </a:cxn>
                <a:cxn ang="0">
                  <a:pos x="T6" y="T7"/>
                </a:cxn>
                <a:cxn ang="0">
                  <a:pos x="T8" y="T9"/>
                </a:cxn>
              </a:cxnLst>
              <a:rect l="0" t="0" r="r" b="b"/>
              <a:pathLst>
                <a:path w="30" h="16">
                  <a:moveTo>
                    <a:pt x="30" y="7"/>
                  </a:moveTo>
                  <a:cubicBezTo>
                    <a:pt x="30" y="11"/>
                    <a:pt x="24" y="15"/>
                    <a:pt x="17" y="16"/>
                  </a:cubicBezTo>
                  <a:cubicBezTo>
                    <a:pt x="8" y="16"/>
                    <a:pt x="1" y="13"/>
                    <a:pt x="0" y="9"/>
                  </a:cubicBezTo>
                  <a:cubicBezTo>
                    <a:pt x="0" y="5"/>
                    <a:pt x="7" y="0"/>
                    <a:pt x="15" y="0"/>
                  </a:cubicBezTo>
                  <a:cubicBezTo>
                    <a:pt x="23" y="0"/>
                    <a:pt x="29" y="3"/>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3" name="Freeform 1100">
              <a:extLst>
                <a:ext uri="{FF2B5EF4-FFF2-40B4-BE49-F238E27FC236}">
                  <a16:creationId xmlns:a16="http://schemas.microsoft.com/office/drawing/2014/main" id="{C7809C3F-DDB5-2F94-DC09-F9B88912DB43}"/>
                </a:ext>
              </a:extLst>
            </p:cNvPr>
            <p:cNvSpPr>
              <a:spLocks/>
            </p:cNvSpPr>
            <p:nvPr/>
          </p:nvSpPr>
          <p:spPr bwMode="auto">
            <a:xfrm rot="5094805">
              <a:off x="835" y="1539975"/>
              <a:ext cx="73119" cy="41130"/>
            </a:xfrm>
            <a:custGeom>
              <a:avLst/>
              <a:gdLst>
                <a:gd name="T0" fmla="*/ 17 w 30"/>
                <a:gd name="T1" fmla="*/ 15 h 16"/>
                <a:gd name="T2" fmla="*/ 1 w 30"/>
                <a:gd name="T3" fmla="*/ 9 h 16"/>
                <a:gd name="T4" fmla="*/ 14 w 30"/>
                <a:gd name="T5" fmla="*/ 1 h 16"/>
                <a:gd name="T6" fmla="*/ 30 w 30"/>
                <a:gd name="T7" fmla="*/ 7 h 16"/>
                <a:gd name="T8" fmla="*/ 17 w 30"/>
                <a:gd name="T9" fmla="*/ 15 h 16"/>
              </a:gdLst>
              <a:ahLst/>
              <a:cxnLst>
                <a:cxn ang="0">
                  <a:pos x="T0" y="T1"/>
                </a:cxn>
                <a:cxn ang="0">
                  <a:pos x="T2" y="T3"/>
                </a:cxn>
                <a:cxn ang="0">
                  <a:pos x="T4" y="T5"/>
                </a:cxn>
                <a:cxn ang="0">
                  <a:pos x="T6" y="T7"/>
                </a:cxn>
                <a:cxn ang="0">
                  <a:pos x="T8" y="T9"/>
                </a:cxn>
              </a:cxnLst>
              <a:rect l="0" t="0" r="r" b="b"/>
              <a:pathLst>
                <a:path w="30" h="16">
                  <a:moveTo>
                    <a:pt x="17" y="15"/>
                  </a:moveTo>
                  <a:cubicBezTo>
                    <a:pt x="8" y="16"/>
                    <a:pt x="1" y="13"/>
                    <a:pt x="1" y="9"/>
                  </a:cubicBezTo>
                  <a:cubicBezTo>
                    <a:pt x="0" y="5"/>
                    <a:pt x="6" y="2"/>
                    <a:pt x="14" y="1"/>
                  </a:cubicBezTo>
                  <a:cubicBezTo>
                    <a:pt x="22" y="0"/>
                    <a:pt x="29" y="3"/>
                    <a:pt x="30" y="7"/>
                  </a:cubicBezTo>
                  <a:cubicBezTo>
                    <a:pt x="30" y="11"/>
                    <a:pt x="24" y="15"/>
                    <a:pt x="1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4" name="Freeform 1101">
              <a:extLst>
                <a:ext uri="{FF2B5EF4-FFF2-40B4-BE49-F238E27FC236}">
                  <a16:creationId xmlns:a16="http://schemas.microsoft.com/office/drawing/2014/main" id="{41E58AD7-1020-17AB-21C2-E73B1998434C}"/>
                </a:ext>
              </a:extLst>
            </p:cNvPr>
            <p:cNvSpPr>
              <a:spLocks/>
            </p:cNvSpPr>
            <p:nvPr/>
          </p:nvSpPr>
          <p:spPr bwMode="auto">
            <a:xfrm rot="5094805">
              <a:off x="-35634" y="1351561"/>
              <a:ext cx="75404" cy="36560"/>
            </a:xfrm>
            <a:custGeom>
              <a:avLst/>
              <a:gdLst>
                <a:gd name="T0" fmla="*/ 30 w 31"/>
                <a:gd name="T1" fmla="*/ 6 h 15"/>
                <a:gd name="T2" fmla="*/ 18 w 31"/>
                <a:gd name="T3" fmla="*/ 14 h 15"/>
                <a:gd name="T4" fmla="*/ 1 w 31"/>
                <a:gd name="T5" fmla="*/ 9 h 15"/>
                <a:gd name="T6" fmla="*/ 15 w 31"/>
                <a:gd name="T7" fmla="*/ 0 h 15"/>
                <a:gd name="T8" fmla="*/ 30 w 31"/>
                <a:gd name="T9" fmla="*/ 6 h 15"/>
              </a:gdLst>
              <a:ahLst/>
              <a:cxnLst>
                <a:cxn ang="0">
                  <a:pos x="T0" y="T1"/>
                </a:cxn>
                <a:cxn ang="0">
                  <a:pos x="T2" y="T3"/>
                </a:cxn>
                <a:cxn ang="0">
                  <a:pos x="T4" y="T5"/>
                </a:cxn>
                <a:cxn ang="0">
                  <a:pos x="T6" y="T7"/>
                </a:cxn>
                <a:cxn ang="0">
                  <a:pos x="T8" y="T9"/>
                </a:cxn>
              </a:cxnLst>
              <a:rect l="0" t="0" r="r" b="b"/>
              <a:pathLst>
                <a:path w="31" h="15">
                  <a:moveTo>
                    <a:pt x="30" y="6"/>
                  </a:moveTo>
                  <a:cubicBezTo>
                    <a:pt x="31" y="10"/>
                    <a:pt x="25" y="13"/>
                    <a:pt x="18" y="14"/>
                  </a:cubicBezTo>
                  <a:cubicBezTo>
                    <a:pt x="10" y="15"/>
                    <a:pt x="2" y="12"/>
                    <a:pt x="1" y="9"/>
                  </a:cubicBezTo>
                  <a:cubicBezTo>
                    <a:pt x="0" y="5"/>
                    <a:pt x="6" y="1"/>
                    <a:pt x="15" y="0"/>
                  </a:cubicBezTo>
                  <a:cubicBezTo>
                    <a:pt x="22" y="0"/>
                    <a:pt x="29" y="2"/>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5" name="Freeform 1128">
              <a:extLst>
                <a:ext uri="{FF2B5EF4-FFF2-40B4-BE49-F238E27FC236}">
                  <a16:creationId xmlns:a16="http://schemas.microsoft.com/office/drawing/2014/main" id="{6EC5A0E2-94BF-0B58-FA1C-C31D9D63ECAB}"/>
                </a:ext>
              </a:extLst>
            </p:cNvPr>
            <p:cNvSpPr>
              <a:spLocks/>
            </p:cNvSpPr>
            <p:nvPr/>
          </p:nvSpPr>
          <p:spPr bwMode="auto">
            <a:xfrm rot="5094805">
              <a:off x="2136887" y="6767028"/>
              <a:ext cx="75404" cy="31990"/>
            </a:xfrm>
            <a:custGeom>
              <a:avLst/>
              <a:gdLst>
                <a:gd name="T0" fmla="*/ 15 w 31"/>
                <a:gd name="T1" fmla="*/ 1 h 13"/>
                <a:gd name="T2" fmla="*/ 30 w 31"/>
                <a:gd name="T3" fmla="*/ 5 h 13"/>
                <a:gd name="T4" fmla="*/ 17 w 31"/>
                <a:gd name="T5" fmla="*/ 13 h 13"/>
                <a:gd name="T6" fmla="*/ 1 w 31"/>
                <a:gd name="T7" fmla="*/ 8 h 13"/>
                <a:gd name="T8" fmla="*/ 15 w 31"/>
                <a:gd name="T9" fmla="*/ 1 h 13"/>
              </a:gdLst>
              <a:ahLst/>
              <a:cxnLst>
                <a:cxn ang="0">
                  <a:pos x="T0" y="T1"/>
                </a:cxn>
                <a:cxn ang="0">
                  <a:pos x="T2" y="T3"/>
                </a:cxn>
                <a:cxn ang="0">
                  <a:pos x="T4" y="T5"/>
                </a:cxn>
                <a:cxn ang="0">
                  <a:pos x="T6" y="T7"/>
                </a:cxn>
                <a:cxn ang="0">
                  <a:pos x="T8" y="T9"/>
                </a:cxn>
              </a:cxnLst>
              <a:rect l="0" t="0" r="r" b="b"/>
              <a:pathLst>
                <a:path w="31" h="13">
                  <a:moveTo>
                    <a:pt x="15" y="1"/>
                  </a:moveTo>
                  <a:cubicBezTo>
                    <a:pt x="23" y="0"/>
                    <a:pt x="29" y="2"/>
                    <a:pt x="30" y="5"/>
                  </a:cubicBezTo>
                  <a:cubicBezTo>
                    <a:pt x="31" y="8"/>
                    <a:pt x="25" y="12"/>
                    <a:pt x="17" y="13"/>
                  </a:cubicBezTo>
                  <a:cubicBezTo>
                    <a:pt x="9" y="13"/>
                    <a:pt x="2" y="11"/>
                    <a:pt x="1" y="8"/>
                  </a:cubicBezTo>
                  <a:cubicBezTo>
                    <a:pt x="0" y="5"/>
                    <a:pt x="6" y="2"/>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6" name="Freeform 1129">
              <a:extLst>
                <a:ext uri="{FF2B5EF4-FFF2-40B4-BE49-F238E27FC236}">
                  <a16:creationId xmlns:a16="http://schemas.microsoft.com/office/drawing/2014/main" id="{7FA269A4-C285-E63B-8CFF-18523FE54F55}"/>
                </a:ext>
              </a:extLst>
            </p:cNvPr>
            <p:cNvSpPr>
              <a:spLocks/>
            </p:cNvSpPr>
            <p:nvPr/>
          </p:nvSpPr>
          <p:spPr bwMode="auto">
            <a:xfrm rot="5094805">
              <a:off x="2096599" y="6570938"/>
              <a:ext cx="77689" cy="34275"/>
            </a:xfrm>
            <a:custGeom>
              <a:avLst/>
              <a:gdLst>
                <a:gd name="T0" fmla="*/ 13 w 31"/>
                <a:gd name="T1" fmla="*/ 1 h 14"/>
                <a:gd name="T2" fmla="*/ 30 w 31"/>
                <a:gd name="T3" fmla="*/ 5 h 14"/>
                <a:gd name="T4" fmla="*/ 17 w 31"/>
                <a:gd name="T5" fmla="*/ 13 h 14"/>
                <a:gd name="T6" fmla="*/ 0 w 31"/>
                <a:gd name="T7" fmla="*/ 8 h 14"/>
                <a:gd name="T8" fmla="*/ 13 w 31"/>
                <a:gd name="T9" fmla="*/ 1 h 14"/>
              </a:gdLst>
              <a:ahLst/>
              <a:cxnLst>
                <a:cxn ang="0">
                  <a:pos x="T0" y="T1"/>
                </a:cxn>
                <a:cxn ang="0">
                  <a:pos x="T2" y="T3"/>
                </a:cxn>
                <a:cxn ang="0">
                  <a:pos x="T4" y="T5"/>
                </a:cxn>
                <a:cxn ang="0">
                  <a:pos x="T6" y="T7"/>
                </a:cxn>
                <a:cxn ang="0">
                  <a:pos x="T8" y="T9"/>
                </a:cxn>
              </a:cxnLst>
              <a:rect l="0" t="0" r="r" b="b"/>
              <a:pathLst>
                <a:path w="31" h="14">
                  <a:moveTo>
                    <a:pt x="13" y="1"/>
                  </a:moveTo>
                  <a:cubicBezTo>
                    <a:pt x="22" y="0"/>
                    <a:pt x="29" y="2"/>
                    <a:pt x="30" y="5"/>
                  </a:cubicBezTo>
                  <a:cubicBezTo>
                    <a:pt x="31" y="8"/>
                    <a:pt x="25" y="12"/>
                    <a:pt x="17" y="13"/>
                  </a:cubicBezTo>
                  <a:cubicBezTo>
                    <a:pt x="9" y="14"/>
                    <a:pt x="1" y="11"/>
                    <a:pt x="0" y="8"/>
                  </a:cubicBezTo>
                  <a:cubicBezTo>
                    <a:pt x="0" y="5"/>
                    <a:pt x="6"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7" name="Freeform 1130">
              <a:extLst>
                <a:ext uri="{FF2B5EF4-FFF2-40B4-BE49-F238E27FC236}">
                  <a16:creationId xmlns:a16="http://schemas.microsoft.com/office/drawing/2014/main" id="{E00ED9B9-289E-1062-2A63-3904BDD39F6D}"/>
                </a:ext>
              </a:extLst>
            </p:cNvPr>
            <p:cNvSpPr>
              <a:spLocks/>
            </p:cNvSpPr>
            <p:nvPr/>
          </p:nvSpPr>
          <p:spPr bwMode="auto">
            <a:xfrm rot="5094805">
              <a:off x="2063148" y="6374443"/>
              <a:ext cx="75404" cy="36560"/>
            </a:xfrm>
            <a:custGeom>
              <a:avLst/>
              <a:gdLst>
                <a:gd name="T0" fmla="*/ 30 w 31"/>
                <a:gd name="T1" fmla="*/ 6 h 14"/>
                <a:gd name="T2" fmla="*/ 17 w 31"/>
                <a:gd name="T3" fmla="*/ 13 h 14"/>
                <a:gd name="T4" fmla="*/ 1 w 31"/>
                <a:gd name="T5" fmla="*/ 7 h 14"/>
                <a:gd name="T6" fmla="*/ 15 w 31"/>
                <a:gd name="T7" fmla="*/ 1 h 14"/>
                <a:gd name="T8" fmla="*/ 30 w 31"/>
                <a:gd name="T9" fmla="*/ 6 h 14"/>
              </a:gdLst>
              <a:ahLst/>
              <a:cxnLst>
                <a:cxn ang="0">
                  <a:pos x="T0" y="T1"/>
                </a:cxn>
                <a:cxn ang="0">
                  <a:pos x="T2" y="T3"/>
                </a:cxn>
                <a:cxn ang="0">
                  <a:pos x="T4" y="T5"/>
                </a:cxn>
                <a:cxn ang="0">
                  <a:pos x="T6" y="T7"/>
                </a:cxn>
                <a:cxn ang="0">
                  <a:pos x="T8" y="T9"/>
                </a:cxn>
              </a:cxnLst>
              <a:rect l="0" t="0" r="r" b="b"/>
              <a:pathLst>
                <a:path w="31" h="14">
                  <a:moveTo>
                    <a:pt x="30" y="6"/>
                  </a:moveTo>
                  <a:cubicBezTo>
                    <a:pt x="31" y="9"/>
                    <a:pt x="25" y="12"/>
                    <a:pt x="17" y="13"/>
                  </a:cubicBezTo>
                  <a:cubicBezTo>
                    <a:pt x="9" y="14"/>
                    <a:pt x="1" y="11"/>
                    <a:pt x="1" y="7"/>
                  </a:cubicBezTo>
                  <a:cubicBezTo>
                    <a:pt x="0" y="4"/>
                    <a:pt x="7" y="1"/>
                    <a:pt x="15" y="1"/>
                  </a:cubicBezTo>
                  <a:cubicBezTo>
                    <a:pt x="23" y="0"/>
                    <a:pt x="30" y="2"/>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8" name="Freeform 1131">
              <a:extLst>
                <a:ext uri="{FF2B5EF4-FFF2-40B4-BE49-F238E27FC236}">
                  <a16:creationId xmlns:a16="http://schemas.microsoft.com/office/drawing/2014/main" id="{60222EB3-24EA-BA95-D01A-7F71A9D947F9}"/>
                </a:ext>
              </a:extLst>
            </p:cNvPr>
            <p:cNvSpPr>
              <a:spLocks/>
            </p:cNvSpPr>
            <p:nvPr/>
          </p:nvSpPr>
          <p:spPr bwMode="auto">
            <a:xfrm rot="5094805">
              <a:off x="2028646" y="6181169"/>
              <a:ext cx="79974" cy="34275"/>
            </a:xfrm>
            <a:custGeom>
              <a:avLst/>
              <a:gdLst>
                <a:gd name="T0" fmla="*/ 15 w 32"/>
                <a:gd name="T1" fmla="*/ 0 h 14"/>
                <a:gd name="T2" fmla="*/ 31 w 32"/>
                <a:gd name="T3" fmla="*/ 5 h 14"/>
                <a:gd name="T4" fmla="*/ 17 w 32"/>
                <a:gd name="T5" fmla="*/ 13 h 14"/>
                <a:gd name="T6" fmla="*/ 1 w 32"/>
                <a:gd name="T7" fmla="*/ 8 h 14"/>
                <a:gd name="T8" fmla="*/ 15 w 32"/>
                <a:gd name="T9" fmla="*/ 0 h 14"/>
              </a:gdLst>
              <a:ahLst/>
              <a:cxnLst>
                <a:cxn ang="0">
                  <a:pos x="T0" y="T1"/>
                </a:cxn>
                <a:cxn ang="0">
                  <a:pos x="T2" y="T3"/>
                </a:cxn>
                <a:cxn ang="0">
                  <a:pos x="T4" y="T5"/>
                </a:cxn>
                <a:cxn ang="0">
                  <a:pos x="T6" y="T7"/>
                </a:cxn>
                <a:cxn ang="0">
                  <a:pos x="T8" y="T9"/>
                </a:cxn>
              </a:cxnLst>
              <a:rect l="0" t="0" r="r" b="b"/>
              <a:pathLst>
                <a:path w="32" h="14">
                  <a:moveTo>
                    <a:pt x="15" y="0"/>
                  </a:moveTo>
                  <a:cubicBezTo>
                    <a:pt x="23" y="0"/>
                    <a:pt x="30" y="2"/>
                    <a:pt x="31" y="5"/>
                  </a:cubicBezTo>
                  <a:cubicBezTo>
                    <a:pt x="32" y="9"/>
                    <a:pt x="25" y="13"/>
                    <a:pt x="17" y="13"/>
                  </a:cubicBezTo>
                  <a:cubicBezTo>
                    <a:pt x="10" y="14"/>
                    <a:pt x="2" y="11"/>
                    <a:pt x="1" y="8"/>
                  </a:cubicBezTo>
                  <a:cubicBezTo>
                    <a:pt x="0" y="4"/>
                    <a:pt x="7"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9" name="Freeform 1132">
              <a:extLst>
                <a:ext uri="{FF2B5EF4-FFF2-40B4-BE49-F238E27FC236}">
                  <a16:creationId xmlns:a16="http://schemas.microsoft.com/office/drawing/2014/main" id="{16780A86-E577-C879-A894-5BC0FFBE1510}"/>
                </a:ext>
              </a:extLst>
            </p:cNvPr>
            <p:cNvSpPr>
              <a:spLocks/>
            </p:cNvSpPr>
            <p:nvPr/>
          </p:nvSpPr>
          <p:spPr bwMode="auto">
            <a:xfrm rot="5094805">
              <a:off x="1991993" y="5986313"/>
              <a:ext cx="73119" cy="38845"/>
            </a:xfrm>
            <a:custGeom>
              <a:avLst/>
              <a:gdLst>
                <a:gd name="T0" fmla="*/ 14 w 30"/>
                <a:gd name="T1" fmla="*/ 2 h 16"/>
                <a:gd name="T2" fmla="*/ 30 w 30"/>
                <a:gd name="T3" fmla="*/ 6 h 16"/>
                <a:gd name="T4" fmla="*/ 17 w 30"/>
                <a:gd name="T5" fmla="*/ 15 h 16"/>
                <a:gd name="T6" fmla="*/ 1 w 30"/>
                <a:gd name="T7" fmla="*/ 10 h 16"/>
                <a:gd name="T8" fmla="*/ 14 w 30"/>
                <a:gd name="T9" fmla="*/ 2 h 16"/>
              </a:gdLst>
              <a:ahLst/>
              <a:cxnLst>
                <a:cxn ang="0">
                  <a:pos x="T0" y="T1"/>
                </a:cxn>
                <a:cxn ang="0">
                  <a:pos x="T2" y="T3"/>
                </a:cxn>
                <a:cxn ang="0">
                  <a:pos x="T4" y="T5"/>
                </a:cxn>
                <a:cxn ang="0">
                  <a:pos x="T6" y="T7"/>
                </a:cxn>
                <a:cxn ang="0">
                  <a:pos x="T8" y="T9"/>
                </a:cxn>
              </a:cxnLst>
              <a:rect l="0" t="0" r="r" b="b"/>
              <a:pathLst>
                <a:path w="30" h="16">
                  <a:moveTo>
                    <a:pt x="14" y="2"/>
                  </a:moveTo>
                  <a:cubicBezTo>
                    <a:pt x="22" y="0"/>
                    <a:pt x="29" y="2"/>
                    <a:pt x="30" y="6"/>
                  </a:cubicBezTo>
                  <a:cubicBezTo>
                    <a:pt x="30" y="9"/>
                    <a:pt x="25" y="14"/>
                    <a:pt x="17" y="15"/>
                  </a:cubicBezTo>
                  <a:cubicBezTo>
                    <a:pt x="9" y="16"/>
                    <a:pt x="1" y="14"/>
                    <a:pt x="1" y="10"/>
                  </a:cubicBezTo>
                  <a:cubicBezTo>
                    <a:pt x="0" y="7"/>
                    <a:pt x="6" y="3"/>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0" name="Freeform 1133">
              <a:extLst>
                <a:ext uri="{FF2B5EF4-FFF2-40B4-BE49-F238E27FC236}">
                  <a16:creationId xmlns:a16="http://schemas.microsoft.com/office/drawing/2014/main" id="{9C1CF1B7-2285-04E9-8FAB-9D808DE305FE}"/>
                </a:ext>
              </a:extLst>
            </p:cNvPr>
            <p:cNvSpPr>
              <a:spLocks/>
            </p:cNvSpPr>
            <p:nvPr/>
          </p:nvSpPr>
          <p:spPr bwMode="auto">
            <a:xfrm rot="5094805">
              <a:off x="1934008" y="5796493"/>
              <a:ext cx="73119" cy="43415"/>
            </a:xfrm>
            <a:custGeom>
              <a:avLst/>
              <a:gdLst>
                <a:gd name="T0" fmla="*/ 17 w 30"/>
                <a:gd name="T1" fmla="*/ 15 h 18"/>
                <a:gd name="T2" fmla="*/ 1 w 30"/>
                <a:gd name="T3" fmla="*/ 12 h 18"/>
                <a:gd name="T4" fmla="*/ 13 w 30"/>
                <a:gd name="T5" fmla="*/ 2 h 18"/>
                <a:gd name="T6" fmla="*/ 30 w 30"/>
                <a:gd name="T7" fmla="*/ 5 h 18"/>
                <a:gd name="T8" fmla="*/ 17 w 30"/>
                <a:gd name="T9" fmla="*/ 15 h 18"/>
              </a:gdLst>
              <a:ahLst/>
              <a:cxnLst>
                <a:cxn ang="0">
                  <a:pos x="T0" y="T1"/>
                </a:cxn>
                <a:cxn ang="0">
                  <a:pos x="T2" y="T3"/>
                </a:cxn>
                <a:cxn ang="0">
                  <a:pos x="T4" y="T5"/>
                </a:cxn>
                <a:cxn ang="0">
                  <a:pos x="T6" y="T7"/>
                </a:cxn>
                <a:cxn ang="0">
                  <a:pos x="T8" y="T9"/>
                </a:cxn>
              </a:cxnLst>
              <a:rect l="0" t="0" r="r" b="b"/>
              <a:pathLst>
                <a:path w="30" h="18">
                  <a:moveTo>
                    <a:pt x="17" y="15"/>
                  </a:moveTo>
                  <a:cubicBezTo>
                    <a:pt x="9" y="18"/>
                    <a:pt x="1" y="16"/>
                    <a:pt x="1" y="12"/>
                  </a:cubicBezTo>
                  <a:cubicBezTo>
                    <a:pt x="0" y="9"/>
                    <a:pt x="5" y="4"/>
                    <a:pt x="13" y="2"/>
                  </a:cubicBezTo>
                  <a:cubicBezTo>
                    <a:pt x="21" y="0"/>
                    <a:pt x="29" y="1"/>
                    <a:pt x="30" y="5"/>
                  </a:cubicBezTo>
                  <a:cubicBezTo>
                    <a:pt x="30" y="9"/>
                    <a:pt x="25" y="13"/>
                    <a:pt x="1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1" name="Freeform 1134">
              <a:extLst>
                <a:ext uri="{FF2B5EF4-FFF2-40B4-BE49-F238E27FC236}">
                  <a16:creationId xmlns:a16="http://schemas.microsoft.com/office/drawing/2014/main" id="{2730D8EA-5EAE-8E60-5A4E-0CC247B59BBE}"/>
                </a:ext>
              </a:extLst>
            </p:cNvPr>
            <p:cNvSpPr>
              <a:spLocks/>
            </p:cNvSpPr>
            <p:nvPr/>
          </p:nvSpPr>
          <p:spPr bwMode="auto">
            <a:xfrm rot="5094805">
              <a:off x="1861123" y="5606750"/>
              <a:ext cx="75404" cy="47984"/>
            </a:xfrm>
            <a:custGeom>
              <a:avLst/>
              <a:gdLst>
                <a:gd name="T0" fmla="*/ 17 w 30"/>
                <a:gd name="T1" fmla="*/ 17 h 20"/>
                <a:gd name="T2" fmla="*/ 1 w 30"/>
                <a:gd name="T3" fmla="*/ 14 h 20"/>
                <a:gd name="T4" fmla="*/ 14 w 30"/>
                <a:gd name="T5" fmla="*/ 3 h 20"/>
                <a:gd name="T6" fmla="*/ 30 w 30"/>
                <a:gd name="T7" fmla="*/ 6 h 20"/>
                <a:gd name="T8" fmla="*/ 17 w 30"/>
                <a:gd name="T9" fmla="*/ 17 h 20"/>
              </a:gdLst>
              <a:ahLst/>
              <a:cxnLst>
                <a:cxn ang="0">
                  <a:pos x="T0" y="T1"/>
                </a:cxn>
                <a:cxn ang="0">
                  <a:pos x="T2" y="T3"/>
                </a:cxn>
                <a:cxn ang="0">
                  <a:pos x="T4" y="T5"/>
                </a:cxn>
                <a:cxn ang="0">
                  <a:pos x="T6" y="T7"/>
                </a:cxn>
                <a:cxn ang="0">
                  <a:pos x="T8" y="T9"/>
                </a:cxn>
              </a:cxnLst>
              <a:rect l="0" t="0" r="r" b="b"/>
              <a:pathLst>
                <a:path w="30" h="20">
                  <a:moveTo>
                    <a:pt x="17" y="17"/>
                  </a:moveTo>
                  <a:cubicBezTo>
                    <a:pt x="9" y="20"/>
                    <a:pt x="1" y="18"/>
                    <a:pt x="1" y="14"/>
                  </a:cubicBezTo>
                  <a:cubicBezTo>
                    <a:pt x="0" y="10"/>
                    <a:pt x="6" y="5"/>
                    <a:pt x="14" y="3"/>
                  </a:cubicBezTo>
                  <a:cubicBezTo>
                    <a:pt x="22" y="0"/>
                    <a:pt x="29" y="1"/>
                    <a:pt x="30" y="6"/>
                  </a:cubicBezTo>
                  <a:cubicBezTo>
                    <a:pt x="30" y="9"/>
                    <a:pt x="24" y="15"/>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2" name="Freeform 1135">
              <a:extLst>
                <a:ext uri="{FF2B5EF4-FFF2-40B4-BE49-F238E27FC236}">
                  <a16:creationId xmlns:a16="http://schemas.microsoft.com/office/drawing/2014/main" id="{6D0402F3-7A57-1188-1020-070B11184858}"/>
                </a:ext>
              </a:extLst>
            </p:cNvPr>
            <p:cNvSpPr>
              <a:spLocks/>
            </p:cNvSpPr>
            <p:nvPr/>
          </p:nvSpPr>
          <p:spPr bwMode="auto">
            <a:xfrm rot="5094805">
              <a:off x="1778208" y="5421539"/>
              <a:ext cx="73119" cy="50269"/>
            </a:xfrm>
            <a:custGeom>
              <a:avLst/>
              <a:gdLst>
                <a:gd name="T0" fmla="*/ 16 w 29"/>
                <a:gd name="T1" fmla="*/ 18 h 21"/>
                <a:gd name="T2" fmla="*/ 0 w 29"/>
                <a:gd name="T3" fmla="*/ 15 h 21"/>
                <a:gd name="T4" fmla="*/ 13 w 29"/>
                <a:gd name="T5" fmla="*/ 3 h 21"/>
                <a:gd name="T6" fmla="*/ 29 w 29"/>
                <a:gd name="T7" fmla="*/ 5 h 21"/>
                <a:gd name="T8" fmla="*/ 16 w 29"/>
                <a:gd name="T9" fmla="*/ 18 h 21"/>
              </a:gdLst>
              <a:ahLst/>
              <a:cxnLst>
                <a:cxn ang="0">
                  <a:pos x="T0" y="T1"/>
                </a:cxn>
                <a:cxn ang="0">
                  <a:pos x="T2" y="T3"/>
                </a:cxn>
                <a:cxn ang="0">
                  <a:pos x="T4" y="T5"/>
                </a:cxn>
                <a:cxn ang="0">
                  <a:pos x="T6" y="T7"/>
                </a:cxn>
                <a:cxn ang="0">
                  <a:pos x="T8" y="T9"/>
                </a:cxn>
              </a:cxnLst>
              <a:rect l="0" t="0" r="r" b="b"/>
              <a:pathLst>
                <a:path w="29" h="21">
                  <a:moveTo>
                    <a:pt x="16" y="18"/>
                  </a:moveTo>
                  <a:cubicBezTo>
                    <a:pt x="8" y="21"/>
                    <a:pt x="0" y="19"/>
                    <a:pt x="0" y="15"/>
                  </a:cubicBezTo>
                  <a:cubicBezTo>
                    <a:pt x="0" y="11"/>
                    <a:pt x="5" y="6"/>
                    <a:pt x="13" y="3"/>
                  </a:cubicBezTo>
                  <a:cubicBezTo>
                    <a:pt x="21" y="0"/>
                    <a:pt x="28" y="1"/>
                    <a:pt x="29" y="5"/>
                  </a:cubicBezTo>
                  <a:cubicBezTo>
                    <a:pt x="29" y="9"/>
                    <a:pt x="23" y="15"/>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3" name="Freeform 1136">
              <a:extLst>
                <a:ext uri="{FF2B5EF4-FFF2-40B4-BE49-F238E27FC236}">
                  <a16:creationId xmlns:a16="http://schemas.microsoft.com/office/drawing/2014/main" id="{0CAFB59E-328F-D86C-0906-6E34D4975AFE}"/>
                </a:ext>
              </a:extLst>
            </p:cNvPr>
            <p:cNvSpPr>
              <a:spLocks/>
            </p:cNvSpPr>
            <p:nvPr/>
          </p:nvSpPr>
          <p:spPr bwMode="auto">
            <a:xfrm rot="5094805">
              <a:off x="1683807" y="5234960"/>
              <a:ext cx="73119" cy="54839"/>
            </a:xfrm>
            <a:custGeom>
              <a:avLst/>
              <a:gdLst>
                <a:gd name="T0" fmla="*/ 29 w 30"/>
                <a:gd name="T1" fmla="*/ 4 h 22"/>
                <a:gd name="T2" fmla="*/ 18 w 30"/>
                <a:gd name="T3" fmla="*/ 18 h 22"/>
                <a:gd name="T4" fmla="*/ 1 w 30"/>
                <a:gd name="T5" fmla="*/ 17 h 22"/>
                <a:gd name="T6" fmla="*/ 14 w 30"/>
                <a:gd name="T7" fmla="*/ 3 h 22"/>
                <a:gd name="T8" fmla="*/ 29 w 30"/>
                <a:gd name="T9" fmla="*/ 4 h 22"/>
              </a:gdLst>
              <a:ahLst/>
              <a:cxnLst>
                <a:cxn ang="0">
                  <a:pos x="T0" y="T1"/>
                </a:cxn>
                <a:cxn ang="0">
                  <a:pos x="T2" y="T3"/>
                </a:cxn>
                <a:cxn ang="0">
                  <a:pos x="T4" y="T5"/>
                </a:cxn>
                <a:cxn ang="0">
                  <a:pos x="T6" y="T7"/>
                </a:cxn>
                <a:cxn ang="0">
                  <a:pos x="T8" y="T9"/>
                </a:cxn>
              </a:cxnLst>
              <a:rect l="0" t="0" r="r" b="b"/>
              <a:pathLst>
                <a:path w="30" h="22">
                  <a:moveTo>
                    <a:pt x="29" y="4"/>
                  </a:moveTo>
                  <a:cubicBezTo>
                    <a:pt x="30" y="8"/>
                    <a:pt x="25" y="14"/>
                    <a:pt x="18" y="18"/>
                  </a:cubicBezTo>
                  <a:cubicBezTo>
                    <a:pt x="10" y="22"/>
                    <a:pt x="2" y="21"/>
                    <a:pt x="1" y="17"/>
                  </a:cubicBezTo>
                  <a:cubicBezTo>
                    <a:pt x="0" y="13"/>
                    <a:pt x="6" y="7"/>
                    <a:pt x="14" y="3"/>
                  </a:cubicBezTo>
                  <a:cubicBezTo>
                    <a:pt x="22" y="0"/>
                    <a:pt x="28" y="1"/>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4" name="Freeform 1137">
              <a:extLst>
                <a:ext uri="{FF2B5EF4-FFF2-40B4-BE49-F238E27FC236}">
                  <a16:creationId xmlns:a16="http://schemas.microsoft.com/office/drawing/2014/main" id="{0BE7037E-44DC-8A74-6A6A-C290D1BF35C8}"/>
                </a:ext>
              </a:extLst>
            </p:cNvPr>
            <p:cNvSpPr>
              <a:spLocks/>
            </p:cNvSpPr>
            <p:nvPr/>
          </p:nvSpPr>
          <p:spPr bwMode="auto">
            <a:xfrm rot="5094805">
              <a:off x="1579367" y="5052711"/>
              <a:ext cx="73119" cy="57124"/>
            </a:xfrm>
            <a:custGeom>
              <a:avLst/>
              <a:gdLst>
                <a:gd name="T0" fmla="*/ 29 w 30"/>
                <a:gd name="T1" fmla="*/ 4 h 23"/>
                <a:gd name="T2" fmla="*/ 17 w 30"/>
                <a:gd name="T3" fmla="*/ 19 h 23"/>
                <a:gd name="T4" fmla="*/ 0 w 30"/>
                <a:gd name="T5" fmla="*/ 18 h 23"/>
                <a:gd name="T6" fmla="*/ 14 w 30"/>
                <a:gd name="T7" fmla="*/ 3 h 23"/>
                <a:gd name="T8" fmla="*/ 29 w 30"/>
                <a:gd name="T9" fmla="*/ 4 h 23"/>
              </a:gdLst>
              <a:ahLst/>
              <a:cxnLst>
                <a:cxn ang="0">
                  <a:pos x="T0" y="T1"/>
                </a:cxn>
                <a:cxn ang="0">
                  <a:pos x="T2" y="T3"/>
                </a:cxn>
                <a:cxn ang="0">
                  <a:pos x="T4" y="T5"/>
                </a:cxn>
                <a:cxn ang="0">
                  <a:pos x="T6" y="T7"/>
                </a:cxn>
                <a:cxn ang="0">
                  <a:pos x="T8" y="T9"/>
                </a:cxn>
              </a:cxnLst>
              <a:rect l="0" t="0" r="r" b="b"/>
              <a:pathLst>
                <a:path w="30" h="23">
                  <a:moveTo>
                    <a:pt x="29" y="4"/>
                  </a:moveTo>
                  <a:cubicBezTo>
                    <a:pt x="30" y="9"/>
                    <a:pt x="24" y="15"/>
                    <a:pt x="17" y="19"/>
                  </a:cubicBezTo>
                  <a:cubicBezTo>
                    <a:pt x="9" y="23"/>
                    <a:pt x="1" y="22"/>
                    <a:pt x="0" y="18"/>
                  </a:cubicBezTo>
                  <a:cubicBezTo>
                    <a:pt x="0" y="14"/>
                    <a:pt x="6" y="7"/>
                    <a:pt x="14" y="3"/>
                  </a:cubicBezTo>
                  <a:cubicBezTo>
                    <a:pt x="22" y="0"/>
                    <a:pt x="28" y="0"/>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5" name="Freeform 1138">
              <a:extLst>
                <a:ext uri="{FF2B5EF4-FFF2-40B4-BE49-F238E27FC236}">
                  <a16:creationId xmlns:a16="http://schemas.microsoft.com/office/drawing/2014/main" id="{B6F63EBA-2EEC-AA56-A0B7-41326DD1FF43}"/>
                </a:ext>
              </a:extLst>
            </p:cNvPr>
            <p:cNvSpPr>
              <a:spLocks/>
            </p:cNvSpPr>
            <p:nvPr/>
          </p:nvSpPr>
          <p:spPr bwMode="auto">
            <a:xfrm rot="5094805">
              <a:off x="1468100" y="4871070"/>
              <a:ext cx="73119" cy="59409"/>
            </a:xfrm>
            <a:custGeom>
              <a:avLst/>
              <a:gdLst>
                <a:gd name="T0" fmla="*/ 29 w 30"/>
                <a:gd name="T1" fmla="*/ 4 h 24"/>
                <a:gd name="T2" fmla="*/ 17 w 30"/>
                <a:gd name="T3" fmla="*/ 19 h 24"/>
                <a:gd name="T4" fmla="*/ 0 w 30"/>
                <a:gd name="T5" fmla="*/ 19 h 24"/>
                <a:gd name="T6" fmla="*/ 14 w 30"/>
                <a:gd name="T7" fmla="*/ 4 h 24"/>
                <a:gd name="T8" fmla="*/ 29 w 30"/>
                <a:gd name="T9" fmla="*/ 4 h 24"/>
              </a:gdLst>
              <a:ahLst/>
              <a:cxnLst>
                <a:cxn ang="0">
                  <a:pos x="T0" y="T1"/>
                </a:cxn>
                <a:cxn ang="0">
                  <a:pos x="T2" y="T3"/>
                </a:cxn>
                <a:cxn ang="0">
                  <a:pos x="T4" y="T5"/>
                </a:cxn>
                <a:cxn ang="0">
                  <a:pos x="T6" y="T7"/>
                </a:cxn>
                <a:cxn ang="0">
                  <a:pos x="T8" y="T9"/>
                </a:cxn>
              </a:cxnLst>
              <a:rect l="0" t="0" r="r" b="b"/>
              <a:pathLst>
                <a:path w="30" h="24">
                  <a:moveTo>
                    <a:pt x="29" y="4"/>
                  </a:moveTo>
                  <a:cubicBezTo>
                    <a:pt x="30" y="9"/>
                    <a:pt x="24" y="15"/>
                    <a:pt x="17" y="19"/>
                  </a:cubicBezTo>
                  <a:cubicBezTo>
                    <a:pt x="9" y="24"/>
                    <a:pt x="1" y="23"/>
                    <a:pt x="0" y="19"/>
                  </a:cubicBezTo>
                  <a:cubicBezTo>
                    <a:pt x="0" y="15"/>
                    <a:pt x="6" y="8"/>
                    <a:pt x="14" y="4"/>
                  </a:cubicBezTo>
                  <a:cubicBezTo>
                    <a:pt x="22" y="0"/>
                    <a:pt x="28" y="0"/>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6" name="Freeform 1139">
              <a:extLst>
                <a:ext uri="{FF2B5EF4-FFF2-40B4-BE49-F238E27FC236}">
                  <a16:creationId xmlns:a16="http://schemas.microsoft.com/office/drawing/2014/main" id="{8F3CD2F9-E184-A691-D76A-58CA8649E181}"/>
                </a:ext>
              </a:extLst>
            </p:cNvPr>
            <p:cNvSpPr>
              <a:spLocks/>
            </p:cNvSpPr>
            <p:nvPr/>
          </p:nvSpPr>
          <p:spPr bwMode="auto">
            <a:xfrm rot="5094805">
              <a:off x="1351036" y="4688696"/>
              <a:ext cx="75404" cy="61694"/>
            </a:xfrm>
            <a:custGeom>
              <a:avLst/>
              <a:gdLst>
                <a:gd name="T0" fmla="*/ 17 w 30"/>
                <a:gd name="T1" fmla="*/ 20 h 25"/>
                <a:gd name="T2" fmla="*/ 0 w 30"/>
                <a:gd name="T3" fmla="*/ 20 h 25"/>
                <a:gd name="T4" fmla="*/ 12 w 30"/>
                <a:gd name="T5" fmla="*/ 5 h 25"/>
                <a:gd name="T6" fmla="*/ 29 w 30"/>
                <a:gd name="T7" fmla="*/ 5 h 25"/>
                <a:gd name="T8" fmla="*/ 17 w 30"/>
                <a:gd name="T9" fmla="*/ 20 h 25"/>
              </a:gdLst>
              <a:ahLst/>
              <a:cxnLst>
                <a:cxn ang="0">
                  <a:pos x="T0" y="T1"/>
                </a:cxn>
                <a:cxn ang="0">
                  <a:pos x="T2" y="T3"/>
                </a:cxn>
                <a:cxn ang="0">
                  <a:pos x="T4" y="T5"/>
                </a:cxn>
                <a:cxn ang="0">
                  <a:pos x="T6" y="T7"/>
                </a:cxn>
                <a:cxn ang="0">
                  <a:pos x="T8" y="T9"/>
                </a:cxn>
              </a:cxnLst>
              <a:rect l="0" t="0" r="r" b="b"/>
              <a:pathLst>
                <a:path w="30" h="25">
                  <a:moveTo>
                    <a:pt x="17" y="20"/>
                  </a:moveTo>
                  <a:cubicBezTo>
                    <a:pt x="9" y="25"/>
                    <a:pt x="1" y="25"/>
                    <a:pt x="0" y="20"/>
                  </a:cubicBezTo>
                  <a:cubicBezTo>
                    <a:pt x="0" y="16"/>
                    <a:pt x="5" y="9"/>
                    <a:pt x="12" y="5"/>
                  </a:cubicBezTo>
                  <a:cubicBezTo>
                    <a:pt x="21" y="0"/>
                    <a:pt x="28" y="0"/>
                    <a:pt x="29" y="5"/>
                  </a:cubicBezTo>
                  <a:cubicBezTo>
                    <a:pt x="30" y="9"/>
                    <a:pt x="24" y="16"/>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7" name="Freeform 1142">
              <a:extLst>
                <a:ext uri="{FF2B5EF4-FFF2-40B4-BE49-F238E27FC236}">
                  <a16:creationId xmlns:a16="http://schemas.microsoft.com/office/drawing/2014/main" id="{AC018552-49CF-75FF-FA3B-11673A3DA76B}"/>
                </a:ext>
              </a:extLst>
            </p:cNvPr>
            <p:cNvSpPr>
              <a:spLocks/>
            </p:cNvSpPr>
            <p:nvPr/>
          </p:nvSpPr>
          <p:spPr bwMode="auto">
            <a:xfrm rot="5094805">
              <a:off x="1222492" y="4406699"/>
              <a:ext cx="70834" cy="57124"/>
            </a:xfrm>
            <a:custGeom>
              <a:avLst/>
              <a:gdLst>
                <a:gd name="T0" fmla="*/ 13 w 29"/>
                <a:gd name="T1" fmla="*/ 5 h 23"/>
                <a:gd name="T2" fmla="*/ 28 w 29"/>
                <a:gd name="T3" fmla="*/ 4 h 23"/>
                <a:gd name="T4" fmla="*/ 15 w 29"/>
                <a:gd name="T5" fmla="*/ 19 h 23"/>
                <a:gd name="T6" fmla="*/ 0 w 29"/>
                <a:gd name="T7" fmla="*/ 19 h 23"/>
                <a:gd name="T8" fmla="*/ 13 w 29"/>
                <a:gd name="T9" fmla="*/ 5 h 23"/>
              </a:gdLst>
              <a:ahLst/>
              <a:cxnLst>
                <a:cxn ang="0">
                  <a:pos x="T0" y="T1"/>
                </a:cxn>
                <a:cxn ang="0">
                  <a:pos x="T2" y="T3"/>
                </a:cxn>
                <a:cxn ang="0">
                  <a:pos x="T4" y="T5"/>
                </a:cxn>
                <a:cxn ang="0">
                  <a:pos x="T6" y="T7"/>
                </a:cxn>
                <a:cxn ang="0">
                  <a:pos x="T8" y="T9"/>
                </a:cxn>
              </a:cxnLst>
              <a:rect l="0" t="0" r="r" b="b"/>
              <a:pathLst>
                <a:path w="29" h="23">
                  <a:moveTo>
                    <a:pt x="13" y="5"/>
                  </a:moveTo>
                  <a:cubicBezTo>
                    <a:pt x="20" y="1"/>
                    <a:pt x="27" y="0"/>
                    <a:pt x="28" y="4"/>
                  </a:cubicBezTo>
                  <a:cubicBezTo>
                    <a:pt x="29" y="8"/>
                    <a:pt x="23" y="15"/>
                    <a:pt x="15" y="19"/>
                  </a:cubicBezTo>
                  <a:cubicBezTo>
                    <a:pt x="7" y="23"/>
                    <a:pt x="1" y="23"/>
                    <a:pt x="0" y="19"/>
                  </a:cubicBezTo>
                  <a:cubicBezTo>
                    <a:pt x="0" y="15"/>
                    <a:pt x="5" y="9"/>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8" name="Freeform 1143">
              <a:extLst>
                <a:ext uri="{FF2B5EF4-FFF2-40B4-BE49-F238E27FC236}">
                  <a16:creationId xmlns:a16="http://schemas.microsoft.com/office/drawing/2014/main" id="{F0FAF12E-FA5E-FFB8-1F0C-435D3CDC2F7F}"/>
                </a:ext>
              </a:extLst>
            </p:cNvPr>
            <p:cNvSpPr>
              <a:spLocks/>
            </p:cNvSpPr>
            <p:nvPr/>
          </p:nvSpPr>
          <p:spPr bwMode="auto">
            <a:xfrm rot="5094805">
              <a:off x="1100982" y="4227112"/>
              <a:ext cx="70834" cy="57124"/>
            </a:xfrm>
            <a:custGeom>
              <a:avLst/>
              <a:gdLst>
                <a:gd name="T0" fmla="*/ 28 w 29"/>
                <a:gd name="T1" fmla="*/ 3 h 23"/>
                <a:gd name="T2" fmla="*/ 16 w 29"/>
                <a:gd name="T3" fmla="*/ 18 h 23"/>
                <a:gd name="T4" fmla="*/ 1 w 29"/>
                <a:gd name="T5" fmla="*/ 19 h 23"/>
                <a:gd name="T6" fmla="*/ 13 w 29"/>
                <a:gd name="T7" fmla="*/ 4 h 23"/>
                <a:gd name="T8" fmla="*/ 28 w 29"/>
                <a:gd name="T9" fmla="*/ 3 h 23"/>
              </a:gdLst>
              <a:ahLst/>
              <a:cxnLst>
                <a:cxn ang="0">
                  <a:pos x="T0" y="T1"/>
                </a:cxn>
                <a:cxn ang="0">
                  <a:pos x="T2" y="T3"/>
                </a:cxn>
                <a:cxn ang="0">
                  <a:pos x="T4" y="T5"/>
                </a:cxn>
                <a:cxn ang="0">
                  <a:pos x="T6" y="T7"/>
                </a:cxn>
                <a:cxn ang="0">
                  <a:pos x="T8" y="T9"/>
                </a:cxn>
              </a:cxnLst>
              <a:rect l="0" t="0" r="r" b="b"/>
              <a:pathLst>
                <a:path w="29" h="23">
                  <a:moveTo>
                    <a:pt x="28" y="3"/>
                  </a:moveTo>
                  <a:cubicBezTo>
                    <a:pt x="29" y="7"/>
                    <a:pt x="24" y="14"/>
                    <a:pt x="16" y="18"/>
                  </a:cubicBezTo>
                  <a:cubicBezTo>
                    <a:pt x="9" y="23"/>
                    <a:pt x="2" y="23"/>
                    <a:pt x="1" y="19"/>
                  </a:cubicBezTo>
                  <a:cubicBezTo>
                    <a:pt x="0" y="15"/>
                    <a:pt x="5" y="8"/>
                    <a:pt x="13" y="4"/>
                  </a:cubicBezTo>
                  <a:cubicBezTo>
                    <a:pt x="20" y="0"/>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9" name="Freeform 1144">
              <a:extLst>
                <a:ext uri="{FF2B5EF4-FFF2-40B4-BE49-F238E27FC236}">
                  <a16:creationId xmlns:a16="http://schemas.microsoft.com/office/drawing/2014/main" id="{57F5F5EE-704A-B127-9015-1EED4014C51F}"/>
                </a:ext>
              </a:extLst>
            </p:cNvPr>
            <p:cNvSpPr>
              <a:spLocks/>
            </p:cNvSpPr>
            <p:nvPr/>
          </p:nvSpPr>
          <p:spPr bwMode="auto">
            <a:xfrm rot="5094805">
              <a:off x="980505" y="4046184"/>
              <a:ext cx="73119" cy="57124"/>
            </a:xfrm>
            <a:custGeom>
              <a:avLst/>
              <a:gdLst>
                <a:gd name="T0" fmla="*/ 16 w 29"/>
                <a:gd name="T1" fmla="*/ 20 h 24"/>
                <a:gd name="T2" fmla="*/ 1 w 29"/>
                <a:gd name="T3" fmla="*/ 19 h 24"/>
                <a:gd name="T4" fmla="*/ 13 w 29"/>
                <a:gd name="T5" fmla="*/ 5 h 24"/>
                <a:gd name="T6" fmla="*/ 28 w 29"/>
                <a:gd name="T7" fmla="*/ 5 h 24"/>
                <a:gd name="T8" fmla="*/ 16 w 29"/>
                <a:gd name="T9" fmla="*/ 20 h 24"/>
              </a:gdLst>
              <a:ahLst/>
              <a:cxnLst>
                <a:cxn ang="0">
                  <a:pos x="T0" y="T1"/>
                </a:cxn>
                <a:cxn ang="0">
                  <a:pos x="T2" y="T3"/>
                </a:cxn>
                <a:cxn ang="0">
                  <a:pos x="T4" y="T5"/>
                </a:cxn>
                <a:cxn ang="0">
                  <a:pos x="T6" y="T7"/>
                </a:cxn>
                <a:cxn ang="0">
                  <a:pos x="T8" y="T9"/>
                </a:cxn>
              </a:cxnLst>
              <a:rect l="0" t="0" r="r" b="b"/>
              <a:pathLst>
                <a:path w="29" h="24">
                  <a:moveTo>
                    <a:pt x="16" y="20"/>
                  </a:moveTo>
                  <a:cubicBezTo>
                    <a:pt x="8" y="24"/>
                    <a:pt x="2" y="24"/>
                    <a:pt x="1" y="19"/>
                  </a:cubicBezTo>
                  <a:cubicBezTo>
                    <a:pt x="0" y="15"/>
                    <a:pt x="5" y="9"/>
                    <a:pt x="13" y="5"/>
                  </a:cubicBezTo>
                  <a:cubicBezTo>
                    <a:pt x="20" y="1"/>
                    <a:pt x="28" y="0"/>
                    <a:pt x="28" y="5"/>
                  </a:cubicBezTo>
                  <a:cubicBezTo>
                    <a:pt x="29" y="9"/>
                    <a:pt x="23" y="16"/>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0" name="Freeform 1145">
              <a:extLst>
                <a:ext uri="{FF2B5EF4-FFF2-40B4-BE49-F238E27FC236}">
                  <a16:creationId xmlns:a16="http://schemas.microsoft.com/office/drawing/2014/main" id="{A3F2110D-0344-200C-FF7F-83304BA7609D}"/>
                </a:ext>
              </a:extLst>
            </p:cNvPr>
            <p:cNvSpPr>
              <a:spLocks/>
            </p:cNvSpPr>
            <p:nvPr/>
          </p:nvSpPr>
          <p:spPr bwMode="auto">
            <a:xfrm rot="5094805">
              <a:off x="861271" y="3866394"/>
              <a:ext cx="73119" cy="57124"/>
            </a:xfrm>
            <a:custGeom>
              <a:avLst/>
              <a:gdLst>
                <a:gd name="T0" fmla="*/ 14 w 29"/>
                <a:gd name="T1" fmla="*/ 3 h 23"/>
                <a:gd name="T2" fmla="*/ 28 w 29"/>
                <a:gd name="T3" fmla="*/ 4 h 23"/>
                <a:gd name="T4" fmla="*/ 15 w 29"/>
                <a:gd name="T5" fmla="*/ 19 h 23"/>
                <a:gd name="T6" fmla="*/ 1 w 29"/>
                <a:gd name="T7" fmla="*/ 18 h 23"/>
                <a:gd name="T8" fmla="*/ 14 w 29"/>
                <a:gd name="T9" fmla="*/ 3 h 23"/>
              </a:gdLst>
              <a:ahLst/>
              <a:cxnLst>
                <a:cxn ang="0">
                  <a:pos x="T0" y="T1"/>
                </a:cxn>
                <a:cxn ang="0">
                  <a:pos x="T2" y="T3"/>
                </a:cxn>
                <a:cxn ang="0">
                  <a:pos x="T4" y="T5"/>
                </a:cxn>
                <a:cxn ang="0">
                  <a:pos x="T6" y="T7"/>
                </a:cxn>
                <a:cxn ang="0">
                  <a:pos x="T8" y="T9"/>
                </a:cxn>
              </a:cxnLst>
              <a:rect l="0" t="0" r="r" b="b"/>
              <a:pathLst>
                <a:path w="29" h="23">
                  <a:moveTo>
                    <a:pt x="14" y="3"/>
                  </a:moveTo>
                  <a:cubicBezTo>
                    <a:pt x="21" y="0"/>
                    <a:pt x="28" y="0"/>
                    <a:pt x="28" y="4"/>
                  </a:cubicBezTo>
                  <a:cubicBezTo>
                    <a:pt x="29" y="8"/>
                    <a:pt x="23" y="16"/>
                    <a:pt x="15" y="19"/>
                  </a:cubicBezTo>
                  <a:cubicBezTo>
                    <a:pt x="7" y="23"/>
                    <a:pt x="1" y="22"/>
                    <a:pt x="1" y="18"/>
                  </a:cubicBezTo>
                  <a:cubicBezTo>
                    <a:pt x="0" y="13"/>
                    <a:pt x="6" y="7"/>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1" name="Freeform 1146">
              <a:extLst>
                <a:ext uri="{FF2B5EF4-FFF2-40B4-BE49-F238E27FC236}">
                  <a16:creationId xmlns:a16="http://schemas.microsoft.com/office/drawing/2014/main" id="{6C18C52E-585B-950C-58E7-557E81B76D0B}"/>
                </a:ext>
              </a:extLst>
            </p:cNvPr>
            <p:cNvSpPr>
              <a:spLocks/>
            </p:cNvSpPr>
            <p:nvPr/>
          </p:nvSpPr>
          <p:spPr bwMode="auto">
            <a:xfrm rot="5094805">
              <a:off x="749906" y="3684859"/>
              <a:ext cx="70834" cy="57124"/>
            </a:xfrm>
            <a:custGeom>
              <a:avLst/>
              <a:gdLst>
                <a:gd name="T0" fmla="*/ 28 w 29"/>
                <a:gd name="T1" fmla="*/ 4 h 23"/>
                <a:gd name="T2" fmla="*/ 16 w 29"/>
                <a:gd name="T3" fmla="*/ 19 h 23"/>
                <a:gd name="T4" fmla="*/ 1 w 29"/>
                <a:gd name="T5" fmla="*/ 18 h 23"/>
                <a:gd name="T6" fmla="*/ 13 w 29"/>
                <a:gd name="T7" fmla="*/ 3 h 23"/>
                <a:gd name="T8" fmla="*/ 28 w 29"/>
                <a:gd name="T9" fmla="*/ 4 h 23"/>
              </a:gdLst>
              <a:ahLst/>
              <a:cxnLst>
                <a:cxn ang="0">
                  <a:pos x="T0" y="T1"/>
                </a:cxn>
                <a:cxn ang="0">
                  <a:pos x="T2" y="T3"/>
                </a:cxn>
                <a:cxn ang="0">
                  <a:pos x="T4" y="T5"/>
                </a:cxn>
                <a:cxn ang="0">
                  <a:pos x="T6" y="T7"/>
                </a:cxn>
                <a:cxn ang="0">
                  <a:pos x="T8" y="T9"/>
                </a:cxn>
              </a:cxnLst>
              <a:rect l="0" t="0" r="r" b="b"/>
              <a:pathLst>
                <a:path w="29" h="23">
                  <a:moveTo>
                    <a:pt x="28" y="4"/>
                  </a:moveTo>
                  <a:cubicBezTo>
                    <a:pt x="29" y="8"/>
                    <a:pt x="24" y="15"/>
                    <a:pt x="16" y="19"/>
                  </a:cubicBezTo>
                  <a:cubicBezTo>
                    <a:pt x="9" y="23"/>
                    <a:pt x="2" y="22"/>
                    <a:pt x="1" y="18"/>
                  </a:cubicBezTo>
                  <a:cubicBezTo>
                    <a:pt x="0" y="14"/>
                    <a:pt x="5" y="7"/>
                    <a:pt x="13" y="3"/>
                  </a:cubicBezTo>
                  <a:cubicBezTo>
                    <a:pt x="21" y="0"/>
                    <a:pt x="28" y="0"/>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2" name="Freeform 1147">
              <a:extLst>
                <a:ext uri="{FF2B5EF4-FFF2-40B4-BE49-F238E27FC236}">
                  <a16:creationId xmlns:a16="http://schemas.microsoft.com/office/drawing/2014/main" id="{2F1BA8F4-418F-9DA5-6D9B-27F8F099DBD8}"/>
                </a:ext>
              </a:extLst>
            </p:cNvPr>
            <p:cNvSpPr>
              <a:spLocks/>
            </p:cNvSpPr>
            <p:nvPr/>
          </p:nvSpPr>
          <p:spPr bwMode="auto">
            <a:xfrm rot="5094805">
              <a:off x="643190" y="3502813"/>
              <a:ext cx="70834" cy="59409"/>
            </a:xfrm>
            <a:custGeom>
              <a:avLst/>
              <a:gdLst>
                <a:gd name="T0" fmla="*/ 16 w 29"/>
                <a:gd name="T1" fmla="*/ 20 h 24"/>
                <a:gd name="T2" fmla="*/ 1 w 29"/>
                <a:gd name="T3" fmla="*/ 18 h 24"/>
                <a:gd name="T4" fmla="*/ 12 w 29"/>
                <a:gd name="T5" fmla="*/ 4 h 24"/>
                <a:gd name="T6" fmla="*/ 28 w 29"/>
                <a:gd name="T7" fmla="*/ 6 h 24"/>
                <a:gd name="T8" fmla="*/ 16 w 29"/>
                <a:gd name="T9" fmla="*/ 20 h 24"/>
              </a:gdLst>
              <a:ahLst/>
              <a:cxnLst>
                <a:cxn ang="0">
                  <a:pos x="T0" y="T1"/>
                </a:cxn>
                <a:cxn ang="0">
                  <a:pos x="T2" y="T3"/>
                </a:cxn>
                <a:cxn ang="0">
                  <a:pos x="T4" y="T5"/>
                </a:cxn>
                <a:cxn ang="0">
                  <a:pos x="T6" y="T7"/>
                </a:cxn>
                <a:cxn ang="0">
                  <a:pos x="T8" y="T9"/>
                </a:cxn>
              </a:cxnLst>
              <a:rect l="0" t="0" r="r" b="b"/>
              <a:pathLst>
                <a:path w="29" h="24">
                  <a:moveTo>
                    <a:pt x="16" y="20"/>
                  </a:moveTo>
                  <a:cubicBezTo>
                    <a:pt x="8" y="24"/>
                    <a:pt x="1" y="23"/>
                    <a:pt x="1" y="18"/>
                  </a:cubicBezTo>
                  <a:cubicBezTo>
                    <a:pt x="0" y="13"/>
                    <a:pt x="5" y="7"/>
                    <a:pt x="12" y="4"/>
                  </a:cubicBezTo>
                  <a:cubicBezTo>
                    <a:pt x="20" y="0"/>
                    <a:pt x="28" y="1"/>
                    <a:pt x="28" y="6"/>
                  </a:cubicBezTo>
                  <a:cubicBezTo>
                    <a:pt x="29" y="10"/>
                    <a:pt x="23" y="17"/>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3" name="Freeform 1148">
              <a:extLst>
                <a:ext uri="{FF2B5EF4-FFF2-40B4-BE49-F238E27FC236}">
                  <a16:creationId xmlns:a16="http://schemas.microsoft.com/office/drawing/2014/main" id="{241BBD24-BCBE-8E02-7576-ED0692195B85}"/>
                </a:ext>
              </a:extLst>
            </p:cNvPr>
            <p:cNvSpPr>
              <a:spLocks/>
            </p:cNvSpPr>
            <p:nvPr/>
          </p:nvSpPr>
          <p:spPr bwMode="auto">
            <a:xfrm rot="5094805">
              <a:off x="543196" y="3322347"/>
              <a:ext cx="73119" cy="54839"/>
            </a:xfrm>
            <a:custGeom>
              <a:avLst/>
              <a:gdLst>
                <a:gd name="T0" fmla="*/ 29 w 30"/>
                <a:gd name="T1" fmla="*/ 5 h 23"/>
                <a:gd name="T2" fmla="*/ 17 w 30"/>
                <a:gd name="T3" fmla="*/ 20 h 23"/>
                <a:gd name="T4" fmla="*/ 1 w 30"/>
                <a:gd name="T5" fmla="*/ 17 h 23"/>
                <a:gd name="T6" fmla="*/ 14 w 30"/>
                <a:gd name="T7" fmla="*/ 2 h 23"/>
                <a:gd name="T8" fmla="*/ 29 w 30"/>
                <a:gd name="T9" fmla="*/ 5 h 23"/>
              </a:gdLst>
              <a:ahLst/>
              <a:cxnLst>
                <a:cxn ang="0">
                  <a:pos x="T0" y="T1"/>
                </a:cxn>
                <a:cxn ang="0">
                  <a:pos x="T2" y="T3"/>
                </a:cxn>
                <a:cxn ang="0">
                  <a:pos x="T4" y="T5"/>
                </a:cxn>
                <a:cxn ang="0">
                  <a:pos x="T6" y="T7"/>
                </a:cxn>
                <a:cxn ang="0">
                  <a:pos x="T8" y="T9"/>
                </a:cxn>
              </a:cxnLst>
              <a:rect l="0" t="0" r="r" b="b"/>
              <a:pathLst>
                <a:path w="30" h="23">
                  <a:moveTo>
                    <a:pt x="29" y="5"/>
                  </a:moveTo>
                  <a:cubicBezTo>
                    <a:pt x="30" y="10"/>
                    <a:pt x="24" y="17"/>
                    <a:pt x="17" y="20"/>
                  </a:cubicBezTo>
                  <a:cubicBezTo>
                    <a:pt x="9" y="23"/>
                    <a:pt x="2" y="22"/>
                    <a:pt x="1" y="17"/>
                  </a:cubicBezTo>
                  <a:cubicBezTo>
                    <a:pt x="0" y="12"/>
                    <a:pt x="6" y="5"/>
                    <a:pt x="14" y="2"/>
                  </a:cubicBezTo>
                  <a:cubicBezTo>
                    <a:pt x="21" y="0"/>
                    <a:pt x="28" y="1"/>
                    <a:pt x="2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4" name="Freeform 1149">
              <a:extLst>
                <a:ext uri="{FF2B5EF4-FFF2-40B4-BE49-F238E27FC236}">
                  <a16:creationId xmlns:a16="http://schemas.microsoft.com/office/drawing/2014/main" id="{56FB8E0E-73FD-D8DA-2B5F-26690C1B1654}"/>
                </a:ext>
              </a:extLst>
            </p:cNvPr>
            <p:cNvSpPr>
              <a:spLocks/>
            </p:cNvSpPr>
            <p:nvPr/>
          </p:nvSpPr>
          <p:spPr bwMode="auto">
            <a:xfrm rot="5094805">
              <a:off x="453242" y="3135266"/>
              <a:ext cx="75404" cy="57124"/>
            </a:xfrm>
            <a:custGeom>
              <a:avLst/>
              <a:gdLst>
                <a:gd name="T0" fmla="*/ 29 w 30"/>
                <a:gd name="T1" fmla="*/ 6 h 23"/>
                <a:gd name="T2" fmla="*/ 18 w 30"/>
                <a:gd name="T3" fmla="*/ 20 h 23"/>
                <a:gd name="T4" fmla="*/ 2 w 30"/>
                <a:gd name="T5" fmla="*/ 17 h 23"/>
                <a:gd name="T6" fmla="*/ 14 w 30"/>
                <a:gd name="T7" fmla="*/ 3 h 23"/>
                <a:gd name="T8" fmla="*/ 29 w 30"/>
                <a:gd name="T9" fmla="*/ 6 h 23"/>
              </a:gdLst>
              <a:ahLst/>
              <a:cxnLst>
                <a:cxn ang="0">
                  <a:pos x="T0" y="T1"/>
                </a:cxn>
                <a:cxn ang="0">
                  <a:pos x="T2" y="T3"/>
                </a:cxn>
                <a:cxn ang="0">
                  <a:pos x="T4" y="T5"/>
                </a:cxn>
                <a:cxn ang="0">
                  <a:pos x="T6" y="T7"/>
                </a:cxn>
                <a:cxn ang="0">
                  <a:pos x="T8" y="T9"/>
                </a:cxn>
              </a:cxnLst>
              <a:rect l="0" t="0" r="r" b="b"/>
              <a:pathLst>
                <a:path w="30" h="23">
                  <a:moveTo>
                    <a:pt x="29" y="6"/>
                  </a:moveTo>
                  <a:cubicBezTo>
                    <a:pt x="30" y="11"/>
                    <a:pt x="25" y="17"/>
                    <a:pt x="18" y="20"/>
                  </a:cubicBezTo>
                  <a:cubicBezTo>
                    <a:pt x="10" y="23"/>
                    <a:pt x="3" y="21"/>
                    <a:pt x="2" y="17"/>
                  </a:cubicBezTo>
                  <a:cubicBezTo>
                    <a:pt x="0" y="12"/>
                    <a:pt x="6" y="5"/>
                    <a:pt x="14" y="3"/>
                  </a:cubicBezTo>
                  <a:cubicBezTo>
                    <a:pt x="21" y="0"/>
                    <a:pt x="28" y="2"/>
                    <a:pt x="2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5" name="Freeform 1150">
              <a:extLst>
                <a:ext uri="{FF2B5EF4-FFF2-40B4-BE49-F238E27FC236}">
                  <a16:creationId xmlns:a16="http://schemas.microsoft.com/office/drawing/2014/main" id="{D56AFA46-E349-A2F1-605A-D175C0679A01}"/>
                </a:ext>
              </a:extLst>
            </p:cNvPr>
            <p:cNvSpPr>
              <a:spLocks/>
            </p:cNvSpPr>
            <p:nvPr/>
          </p:nvSpPr>
          <p:spPr bwMode="auto">
            <a:xfrm rot="5094805">
              <a:off x="377058" y="2949553"/>
              <a:ext cx="70834" cy="57124"/>
            </a:xfrm>
            <a:custGeom>
              <a:avLst/>
              <a:gdLst>
                <a:gd name="T0" fmla="*/ 16 w 29"/>
                <a:gd name="T1" fmla="*/ 20 h 23"/>
                <a:gd name="T2" fmla="*/ 1 w 29"/>
                <a:gd name="T3" fmla="*/ 15 h 23"/>
                <a:gd name="T4" fmla="*/ 14 w 29"/>
                <a:gd name="T5" fmla="*/ 2 h 23"/>
                <a:gd name="T6" fmla="*/ 29 w 29"/>
                <a:gd name="T7" fmla="*/ 7 h 23"/>
                <a:gd name="T8" fmla="*/ 16 w 29"/>
                <a:gd name="T9" fmla="*/ 20 h 23"/>
              </a:gdLst>
              <a:ahLst/>
              <a:cxnLst>
                <a:cxn ang="0">
                  <a:pos x="T0" y="T1"/>
                </a:cxn>
                <a:cxn ang="0">
                  <a:pos x="T2" y="T3"/>
                </a:cxn>
                <a:cxn ang="0">
                  <a:pos x="T4" y="T5"/>
                </a:cxn>
                <a:cxn ang="0">
                  <a:pos x="T6" y="T7"/>
                </a:cxn>
                <a:cxn ang="0">
                  <a:pos x="T8" y="T9"/>
                </a:cxn>
              </a:cxnLst>
              <a:rect l="0" t="0" r="r" b="b"/>
              <a:pathLst>
                <a:path w="29" h="23">
                  <a:moveTo>
                    <a:pt x="16" y="20"/>
                  </a:moveTo>
                  <a:cubicBezTo>
                    <a:pt x="9" y="23"/>
                    <a:pt x="2" y="20"/>
                    <a:pt x="1" y="15"/>
                  </a:cubicBezTo>
                  <a:cubicBezTo>
                    <a:pt x="0" y="10"/>
                    <a:pt x="5" y="4"/>
                    <a:pt x="14" y="2"/>
                  </a:cubicBezTo>
                  <a:cubicBezTo>
                    <a:pt x="21" y="0"/>
                    <a:pt x="28" y="2"/>
                    <a:pt x="29" y="7"/>
                  </a:cubicBezTo>
                  <a:cubicBezTo>
                    <a:pt x="29" y="12"/>
                    <a:pt x="24" y="18"/>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6" name="Freeform 1151">
              <a:extLst>
                <a:ext uri="{FF2B5EF4-FFF2-40B4-BE49-F238E27FC236}">
                  <a16:creationId xmlns:a16="http://schemas.microsoft.com/office/drawing/2014/main" id="{6DDBA0FD-2438-F38A-764A-5BFEDB2218F1}"/>
                </a:ext>
              </a:extLst>
            </p:cNvPr>
            <p:cNvSpPr>
              <a:spLocks/>
            </p:cNvSpPr>
            <p:nvPr/>
          </p:nvSpPr>
          <p:spPr bwMode="auto">
            <a:xfrm rot="5094805">
              <a:off x="315659" y="2763464"/>
              <a:ext cx="70834" cy="54839"/>
            </a:xfrm>
            <a:custGeom>
              <a:avLst/>
              <a:gdLst>
                <a:gd name="T0" fmla="*/ 15 w 29"/>
                <a:gd name="T1" fmla="*/ 21 h 22"/>
                <a:gd name="T2" fmla="*/ 0 w 29"/>
                <a:gd name="T3" fmla="*/ 14 h 22"/>
                <a:gd name="T4" fmla="*/ 13 w 29"/>
                <a:gd name="T5" fmla="*/ 2 h 22"/>
                <a:gd name="T6" fmla="*/ 29 w 29"/>
                <a:gd name="T7" fmla="*/ 9 h 22"/>
                <a:gd name="T8" fmla="*/ 15 w 29"/>
                <a:gd name="T9" fmla="*/ 21 h 22"/>
              </a:gdLst>
              <a:ahLst/>
              <a:cxnLst>
                <a:cxn ang="0">
                  <a:pos x="T0" y="T1"/>
                </a:cxn>
                <a:cxn ang="0">
                  <a:pos x="T2" y="T3"/>
                </a:cxn>
                <a:cxn ang="0">
                  <a:pos x="T4" y="T5"/>
                </a:cxn>
                <a:cxn ang="0">
                  <a:pos x="T6" y="T7"/>
                </a:cxn>
                <a:cxn ang="0">
                  <a:pos x="T8" y="T9"/>
                </a:cxn>
              </a:cxnLst>
              <a:rect l="0" t="0" r="r" b="b"/>
              <a:pathLst>
                <a:path w="29" h="22">
                  <a:moveTo>
                    <a:pt x="15" y="21"/>
                  </a:moveTo>
                  <a:cubicBezTo>
                    <a:pt x="7" y="22"/>
                    <a:pt x="1" y="19"/>
                    <a:pt x="0" y="14"/>
                  </a:cubicBezTo>
                  <a:cubicBezTo>
                    <a:pt x="0" y="8"/>
                    <a:pt x="5" y="3"/>
                    <a:pt x="13" y="2"/>
                  </a:cubicBezTo>
                  <a:cubicBezTo>
                    <a:pt x="21" y="0"/>
                    <a:pt x="28" y="3"/>
                    <a:pt x="29" y="9"/>
                  </a:cubicBezTo>
                  <a:cubicBezTo>
                    <a:pt x="29" y="14"/>
                    <a:pt x="23" y="20"/>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7" name="Freeform 1152">
              <a:extLst>
                <a:ext uri="{FF2B5EF4-FFF2-40B4-BE49-F238E27FC236}">
                  <a16:creationId xmlns:a16="http://schemas.microsoft.com/office/drawing/2014/main" id="{DD2B0024-4527-0DB4-7A45-3E3A339965E9}"/>
                </a:ext>
              </a:extLst>
            </p:cNvPr>
            <p:cNvSpPr>
              <a:spLocks/>
            </p:cNvSpPr>
            <p:nvPr/>
          </p:nvSpPr>
          <p:spPr bwMode="auto">
            <a:xfrm rot="5094805">
              <a:off x="264502" y="2577606"/>
              <a:ext cx="70834" cy="50269"/>
            </a:xfrm>
            <a:custGeom>
              <a:avLst/>
              <a:gdLst>
                <a:gd name="T0" fmla="*/ 28 w 29"/>
                <a:gd name="T1" fmla="*/ 9 h 21"/>
                <a:gd name="T2" fmla="*/ 15 w 29"/>
                <a:gd name="T3" fmla="*/ 20 h 21"/>
                <a:gd name="T4" fmla="*/ 0 w 29"/>
                <a:gd name="T5" fmla="*/ 10 h 21"/>
                <a:gd name="T6" fmla="*/ 14 w 29"/>
                <a:gd name="T7" fmla="*/ 0 h 21"/>
                <a:gd name="T8" fmla="*/ 28 w 29"/>
                <a:gd name="T9" fmla="*/ 9 h 21"/>
              </a:gdLst>
              <a:ahLst/>
              <a:cxnLst>
                <a:cxn ang="0">
                  <a:pos x="T0" y="T1"/>
                </a:cxn>
                <a:cxn ang="0">
                  <a:pos x="T2" y="T3"/>
                </a:cxn>
                <a:cxn ang="0">
                  <a:pos x="T4" y="T5"/>
                </a:cxn>
                <a:cxn ang="0">
                  <a:pos x="T6" y="T7"/>
                </a:cxn>
                <a:cxn ang="0">
                  <a:pos x="T8" y="T9"/>
                </a:cxn>
              </a:cxnLst>
              <a:rect l="0" t="0" r="r" b="b"/>
              <a:pathLst>
                <a:path w="29" h="21">
                  <a:moveTo>
                    <a:pt x="28" y="9"/>
                  </a:moveTo>
                  <a:cubicBezTo>
                    <a:pt x="29" y="14"/>
                    <a:pt x="23" y="19"/>
                    <a:pt x="15" y="20"/>
                  </a:cubicBezTo>
                  <a:cubicBezTo>
                    <a:pt x="7" y="21"/>
                    <a:pt x="0" y="16"/>
                    <a:pt x="0" y="10"/>
                  </a:cubicBezTo>
                  <a:cubicBezTo>
                    <a:pt x="0" y="5"/>
                    <a:pt x="6" y="0"/>
                    <a:pt x="14" y="0"/>
                  </a:cubicBezTo>
                  <a:cubicBezTo>
                    <a:pt x="21" y="0"/>
                    <a:pt x="28" y="3"/>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8" name="Freeform 1153">
              <a:extLst>
                <a:ext uri="{FF2B5EF4-FFF2-40B4-BE49-F238E27FC236}">
                  <a16:creationId xmlns:a16="http://schemas.microsoft.com/office/drawing/2014/main" id="{7678CD56-EBBA-2108-7434-3D36D7F20328}"/>
                </a:ext>
              </a:extLst>
            </p:cNvPr>
            <p:cNvSpPr>
              <a:spLocks/>
            </p:cNvSpPr>
            <p:nvPr/>
          </p:nvSpPr>
          <p:spPr bwMode="auto">
            <a:xfrm rot="5094805">
              <a:off x="225449" y="2382451"/>
              <a:ext cx="75404" cy="52554"/>
            </a:xfrm>
            <a:custGeom>
              <a:avLst/>
              <a:gdLst>
                <a:gd name="T0" fmla="*/ 30 w 30"/>
                <a:gd name="T1" fmla="*/ 9 h 21"/>
                <a:gd name="T2" fmla="*/ 17 w 30"/>
                <a:gd name="T3" fmla="*/ 20 h 21"/>
                <a:gd name="T4" fmla="*/ 1 w 30"/>
                <a:gd name="T5" fmla="*/ 12 h 21"/>
                <a:gd name="T6" fmla="*/ 15 w 30"/>
                <a:gd name="T7" fmla="*/ 1 h 21"/>
                <a:gd name="T8" fmla="*/ 30 w 30"/>
                <a:gd name="T9" fmla="*/ 9 h 21"/>
              </a:gdLst>
              <a:ahLst/>
              <a:cxnLst>
                <a:cxn ang="0">
                  <a:pos x="T0" y="T1"/>
                </a:cxn>
                <a:cxn ang="0">
                  <a:pos x="T2" y="T3"/>
                </a:cxn>
                <a:cxn ang="0">
                  <a:pos x="T4" y="T5"/>
                </a:cxn>
                <a:cxn ang="0">
                  <a:pos x="T6" y="T7"/>
                </a:cxn>
                <a:cxn ang="0">
                  <a:pos x="T8" y="T9"/>
                </a:cxn>
              </a:cxnLst>
              <a:rect l="0" t="0" r="r" b="b"/>
              <a:pathLst>
                <a:path w="30" h="21">
                  <a:moveTo>
                    <a:pt x="30" y="9"/>
                  </a:moveTo>
                  <a:cubicBezTo>
                    <a:pt x="30" y="15"/>
                    <a:pt x="24" y="20"/>
                    <a:pt x="17" y="20"/>
                  </a:cubicBezTo>
                  <a:cubicBezTo>
                    <a:pt x="9" y="21"/>
                    <a:pt x="2" y="18"/>
                    <a:pt x="1" y="12"/>
                  </a:cubicBezTo>
                  <a:cubicBezTo>
                    <a:pt x="0" y="6"/>
                    <a:pt x="6" y="1"/>
                    <a:pt x="15" y="1"/>
                  </a:cubicBezTo>
                  <a:cubicBezTo>
                    <a:pt x="22" y="0"/>
                    <a:pt x="29" y="4"/>
                    <a:pt x="3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9" name="Freeform 1154">
              <a:extLst>
                <a:ext uri="{FF2B5EF4-FFF2-40B4-BE49-F238E27FC236}">
                  <a16:creationId xmlns:a16="http://schemas.microsoft.com/office/drawing/2014/main" id="{6A77C3D3-1752-7517-F862-198D24BCB878}"/>
                </a:ext>
              </a:extLst>
            </p:cNvPr>
            <p:cNvSpPr>
              <a:spLocks/>
            </p:cNvSpPr>
            <p:nvPr/>
          </p:nvSpPr>
          <p:spPr bwMode="auto">
            <a:xfrm rot="5094805">
              <a:off x="187754" y="2191019"/>
              <a:ext cx="70834" cy="52554"/>
            </a:xfrm>
            <a:custGeom>
              <a:avLst/>
              <a:gdLst>
                <a:gd name="T0" fmla="*/ 15 w 29"/>
                <a:gd name="T1" fmla="*/ 20 h 21"/>
                <a:gd name="T2" fmla="*/ 0 w 29"/>
                <a:gd name="T3" fmla="*/ 12 h 21"/>
                <a:gd name="T4" fmla="*/ 13 w 29"/>
                <a:gd name="T5" fmla="*/ 1 h 21"/>
                <a:gd name="T6" fmla="*/ 29 w 29"/>
                <a:gd name="T7" fmla="*/ 10 h 21"/>
                <a:gd name="T8" fmla="*/ 15 w 29"/>
                <a:gd name="T9" fmla="*/ 20 h 21"/>
              </a:gdLst>
              <a:ahLst/>
              <a:cxnLst>
                <a:cxn ang="0">
                  <a:pos x="T0" y="T1"/>
                </a:cxn>
                <a:cxn ang="0">
                  <a:pos x="T2" y="T3"/>
                </a:cxn>
                <a:cxn ang="0">
                  <a:pos x="T4" y="T5"/>
                </a:cxn>
                <a:cxn ang="0">
                  <a:pos x="T6" y="T7"/>
                </a:cxn>
                <a:cxn ang="0">
                  <a:pos x="T8" y="T9"/>
                </a:cxn>
              </a:cxnLst>
              <a:rect l="0" t="0" r="r" b="b"/>
              <a:pathLst>
                <a:path w="29" h="21">
                  <a:moveTo>
                    <a:pt x="15" y="20"/>
                  </a:moveTo>
                  <a:cubicBezTo>
                    <a:pt x="8" y="21"/>
                    <a:pt x="1" y="17"/>
                    <a:pt x="0" y="12"/>
                  </a:cubicBezTo>
                  <a:cubicBezTo>
                    <a:pt x="0" y="6"/>
                    <a:pt x="5" y="1"/>
                    <a:pt x="13" y="1"/>
                  </a:cubicBezTo>
                  <a:cubicBezTo>
                    <a:pt x="21" y="0"/>
                    <a:pt x="29" y="4"/>
                    <a:pt x="29" y="10"/>
                  </a:cubicBezTo>
                  <a:cubicBezTo>
                    <a:pt x="29" y="15"/>
                    <a:pt x="23" y="19"/>
                    <a:pt x="15"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0" name="Freeform 1155">
              <a:extLst>
                <a:ext uri="{FF2B5EF4-FFF2-40B4-BE49-F238E27FC236}">
                  <a16:creationId xmlns:a16="http://schemas.microsoft.com/office/drawing/2014/main" id="{5627E6F0-57FF-0E6B-171A-EC6B14D95843}"/>
                </a:ext>
              </a:extLst>
            </p:cNvPr>
            <p:cNvSpPr>
              <a:spLocks/>
            </p:cNvSpPr>
            <p:nvPr/>
          </p:nvSpPr>
          <p:spPr bwMode="auto">
            <a:xfrm rot="5094805">
              <a:off x="149009" y="2002807"/>
              <a:ext cx="73119" cy="47984"/>
            </a:xfrm>
            <a:custGeom>
              <a:avLst/>
              <a:gdLst>
                <a:gd name="T0" fmla="*/ 17 w 30"/>
                <a:gd name="T1" fmla="*/ 19 h 20"/>
                <a:gd name="T2" fmla="*/ 1 w 30"/>
                <a:gd name="T3" fmla="*/ 12 h 20"/>
                <a:gd name="T4" fmla="*/ 14 w 30"/>
                <a:gd name="T5" fmla="*/ 0 h 20"/>
                <a:gd name="T6" fmla="*/ 29 w 30"/>
                <a:gd name="T7" fmla="*/ 9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9" y="20"/>
                    <a:pt x="2" y="17"/>
                    <a:pt x="1" y="12"/>
                  </a:cubicBezTo>
                  <a:cubicBezTo>
                    <a:pt x="0" y="6"/>
                    <a:pt x="6" y="1"/>
                    <a:pt x="14" y="0"/>
                  </a:cubicBezTo>
                  <a:cubicBezTo>
                    <a:pt x="21" y="0"/>
                    <a:pt x="28" y="4"/>
                    <a:pt x="29" y="9"/>
                  </a:cubicBezTo>
                  <a:cubicBezTo>
                    <a:pt x="30" y="14"/>
                    <a:pt x="24" y="19"/>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1" name="Freeform 1156">
              <a:extLst>
                <a:ext uri="{FF2B5EF4-FFF2-40B4-BE49-F238E27FC236}">
                  <a16:creationId xmlns:a16="http://schemas.microsoft.com/office/drawing/2014/main" id="{625DC5F5-6D16-0252-B48A-03256D5BE7DA}"/>
                </a:ext>
              </a:extLst>
            </p:cNvPr>
            <p:cNvSpPr>
              <a:spLocks/>
            </p:cNvSpPr>
            <p:nvPr/>
          </p:nvSpPr>
          <p:spPr bwMode="auto">
            <a:xfrm rot="5094805">
              <a:off x="110061" y="1807749"/>
              <a:ext cx="75404" cy="52554"/>
            </a:xfrm>
            <a:custGeom>
              <a:avLst/>
              <a:gdLst>
                <a:gd name="T0" fmla="*/ 29 w 30"/>
                <a:gd name="T1" fmla="*/ 9 h 21"/>
                <a:gd name="T2" fmla="*/ 17 w 30"/>
                <a:gd name="T3" fmla="*/ 20 h 21"/>
                <a:gd name="T4" fmla="*/ 1 w 30"/>
                <a:gd name="T5" fmla="*/ 13 h 21"/>
                <a:gd name="T6" fmla="*/ 14 w 30"/>
                <a:gd name="T7" fmla="*/ 1 h 21"/>
                <a:gd name="T8" fmla="*/ 29 w 30"/>
                <a:gd name="T9" fmla="*/ 9 h 21"/>
              </a:gdLst>
              <a:ahLst/>
              <a:cxnLst>
                <a:cxn ang="0">
                  <a:pos x="T0" y="T1"/>
                </a:cxn>
                <a:cxn ang="0">
                  <a:pos x="T2" y="T3"/>
                </a:cxn>
                <a:cxn ang="0">
                  <a:pos x="T4" y="T5"/>
                </a:cxn>
                <a:cxn ang="0">
                  <a:pos x="T6" y="T7"/>
                </a:cxn>
                <a:cxn ang="0">
                  <a:pos x="T8" y="T9"/>
                </a:cxn>
              </a:cxnLst>
              <a:rect l="0" t="0" r="r" b="b"/>
              <a:pathLst>
                <a:path w="30" h="21">
                  <a:moveTo>
                    <a:pt x="29" y="9"/>
                  </a:moveTo>
                  <a:cubicBezTo>
                    <a:pt x="30" y="14"/>
                    <a:pt x="25" y="19"/>
                    <a:pt x="17" y="20"/>
                  </a:cubicBezTo>
                  <a:cubicBezTo>
                    <a:pt x="9" y="21"/>
                    <a:pt x="3" y="18"/>
                    <a:pt x="1" y="13"/>
                  </a:cubicBezTo>
                  <a:cubicBezTo>
                    <a:pt x="0" y="8"/>
                    <a:pt x="6" y="2"/>
                    <a:pt x="14" y="1"/>
                  </a:cubicBezTo>
                  <a:cubicBezTo>
                    <a:pt x="21" y="0"/>
                    <a:pt x="28" y="4"/>
                    <a:pt x="2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2" name="Freeform 1157">
              <a:extLst>
                <a:ext uri="{FF2B5EF4-FFF2-40B4-BE49-F238E27FC236}">
                  <a16:creationId xmlns:a16="http://schemas.microsoft.com/office/drawing/2014/main" id="{8D6F20C5-1BDD-C22D-094E-FD2BBE93BF8C}"/>
                </a:ext>
              </a:extLst>
            </p:cNvPr>
            <p:cNvSpPr>
              <a:spLocks/>
            </p:cNvSpPr>
            <p:nvPr/>
          </p:nvSpPr>
          <p:spPr bwMode="auto">
            <a:xfrm rot="5094805">
              <a:off x="71219" y="1617358"/>
              <a:ext cx="75404" cy="50269"/>
            </a:xfrm>
            <a:custGeom>
              <a:avLst/>
              <a:gdLst>
                <a:gd name="T0" fmla="*/ 30 w 31"/>
                <a:gd name="T1" fmla="*/ 9 h 20"/>
                <a:gd name="T2" fmla="*/ 18 w 31"/>
                <a:gd name="T3" fmla="*/ 19 h 20"/>
                <a:gd name="T4" fmla="*/ 2 w 31"/>
                <a:gd name="T5" fmla="*/ 12 h 20"/>
                <a:gd name="T6" fmla="*/ 14 w 31"/>
                <a:gd name="T7" fmla="*/ 1 h 20"/>
                <a:gd name="T8" fmla="*/ 30 w 31"/>
                <a:gd name="T9" fmla="*/ 9 h 20"/>
              </a:gdLst>
              <a:ahLst/>
              <a:cxnLst>
                <a:cxn ang="0">
                  <a:pos x="T0" y="T1"/>
                </a:cxn>
                <a:cxn ang="0">
                  <a:pos x="T2" y="T3"/>
                </a:cxn>
                <a:cxn ang="0">
                  <a:pos x="T4" y="T5"/>
                </a:cxn>
                <a:cxn ang="0">
                  <a:pos x="T6" y="T7"/>
                </a:cxn>
                <a:cxn ang="0">
                  <a:pos x="T8" y="T9"/>
                </a:cxn>
              </a:cxnLst>
              <a:rect l="0" t="0" r="r" b="b"/>
              <a:pathLst>
                <a:path w="31" h="20">
                  <a:moveTo>
                    <a:pt x="30" y="9"/>
                  </a:moveTo>
                  <a:cubicBezTo>
                    <a:pt x="31" y="13"/>
                    <a:pt x="25" y="18"/>
                    <a:pt x="18" y="19"/>
                  </a:cubicBezTo>
                  <a:cubicBezTo>
                    <a:pt x="10" y="20"/>
                    <a:pt x="3" y="17"/>
                    <a:pt x="2" y="12"/>
                  </a:cubicBezTo>
                  <a:cubicBezTo>
                    <a:pt x="0" y="7"/>
                    <a:pt x="6" y="2"/>
                    <a:pt x="14" y="1"/>
                  </a:cubicBezTo>
                  <a:cubicBezTo>
                    <a:pt x="21" y="0"/>
                    <a:pt x="29" y="4"/>
                    <a:pt x="3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3" name="Freeform 1158">
              <a:extLst>
                <a:ext uri="{FF2B5EF4-FFF2-40B4-BE49-F238E27FC236}">
                  <a16:creationId xmlns:a16="http://schemas.microsoft.com/office/drawing/2014/main" id="{D1621B20-7704-13E9-1C93-55E85D9E018A}"/>
                </a:ext>
              </a:extLst>
            </p:cNvPr>
            <p:cNvSpPr>
              <a:spLocks/>
            </p:cNvSpPr>
            <p:nvPr/>
          </p:nvSpPr>
          <p:spPr bwMode="auto">
            <a:xfrm rot="5094805">
              <a:off x="35897" y="1430188"/>
              <a:ext cx="73119" cy="43415"/>
            </a:xfrm>
            <a:custGeom>
              <a:avLst/>
              <a:gdLst>
                <a:gd name="T0" fmla="*/ 13 w 30"/>
                <a:gd name="T1" fmla="*/ 1 h 18"/>
                <a:gd name="T2" fmla="*/ 29 w 30"/>
                <a:gd name="T3" fmla="*/ 8 h 18"/>
                <a:gd name="T4" fmla="*/ 15 w 30"/>
                <a:gd name="T5" fmla="*/ 18 h 18"/>
                <a:gd name="T6" fmla="*/ 1 w 30"/>
                <a:gd name="T7" fmla="*/ 11 h 18"/>
                <a:gd name="T8" fmla="*/ 13 w 30"/>
                <a:gd name="T9" fmla="*/ 1 h 18"/>
              </a:gdLst>
              <a:ahLst/>
              <a:cxnLst>
                <a:cxn ang="0">
                  <a:pos x="T0" y="T1"/>
                </a:cxn>
                <a:cxn ang="0">
                  <a:pos x="T2" y="T3"/>
                </a:cxn>
                <a:cxn ang="0">
                  <a:pos x="T4" y="T5"/>
                </a:cxn>
                <a:cxn ang="0">
                  <a:pos x="T6" y="T7"/>
                </a:cxn>
                <a:cxn ang="0">
                  <a:pos x="T8" y="T9"/>
                </a:cxn>
              </a:cxnLst>
              <a:rect l="0" t="0" r="r" b="b"/>
              <a:pathLst>
                <a:path w="30" h="18">
                  <a:moveTo>
                    <a:pt x="13" y="1"/>
                  </a:moveTo>
                  <a:cubicBezTo>
                    <a:pt x="20" y="0"/>
                    <a:pt x="28" y="4"/>
                    <a:pt x="29" y="8"/>
                  </a:cubicBezTo>
                  <a:cubicBezTo>
                    <a:pt x="30" y="13"/>
                    <a:pt x="24" y="17"/>
                    <a:pt x="15" y="18"/>
                  </a:cubicBezTo>
                  <a:cubicBezTo>
                    <a:pt x="8" y="18"/>
                    <a:pt x="1" y="15"/>
                    <a:pt x="1" y="11"/>
                  </a:cubicBezTo>
                  <a:cubicBezTo>
                    <a:pt x="0" y="6"/>
                    <a:pt x="6"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4" name="Freeform 1159">
              <a:extLst>
                <a:ext uri="{FF2B5EF4-FFF2-40B4-BE49-F238E27FC236}">
                  <a16:creationId xmlns:a16="http://schemas.microsoft.com/office/drawing/2014/main" id="{634BA0DA-A7EE-23C9-CEAD-EDF60A466B8D}"/>
                </a:ext>
              </a:extLst>
            </p:cNvPr>
            <p:cNvSpPr>
              <a:spLocks/>
            </p:cNvSpPr>
            <p:nvPr/>
          </p:nvSpPr>
          <p:spPr bwMode="auto">
            <a:xfrm rot="5094805">
              <a:off x="-4188" y="1238659"/>
              <a:ext cx="75404" cy="41130"/>
            </a:xfrm>
            <a:custGeom>
              <a:avLst/>
              <a:gdLst>
                <a:gd name="T0" fmla="*/ 29 w 30"/>
                <a:gd name="T1" fmla="*/ 8 h 17"/>
                <a:gd name="T2" fmla="*/ 16 w 30"/>
                <a:gd name="T3" fmla="*/ 16 h 17"/>
                <a:gd name="T4" fmla="*/ 1 w 30"/>
                <a:gd name="T5" fmla="*/ 10 h 17"/>
                <a:gd name="T6" fmla="*/ 14 w 30"/>
                <a:gd name="T7" fmla="*/ 0 h 17"/>
                <a:gd name="T8" fmla="*/ 29 w 30"/>
                <a:gd name="T9" fmla="*/ 8 h 17"/>
              </a:gdLst>
              <a:ahLst/>
              <a:cxnLst>
                <a:cxn ang="0">
                  <a:pos x="T0" y="T1"/>
                </a:cxn>
                <a:cxn ang="0">
                  <a:pos x="T2" y="T3"/>
                </a:cxn>
                <a:cxn ang="0">
                  <a:pos x="T4" y="T5"/>
                </a:cxn>
                <a:cxn ang="0">
                  <a:pos x="T6" y="T7"/>
                </a:cxn>
                <a:cxn ang="0">
                  <a:pos x="T8" y="T9"/>
                </a:cxn>
              </a:cxnLst>
              <a:rect l="0" t="0" r="r" b="b"/>
              <a:pathLst>
                <a:path w="30" h="17">
                  <a:moveTo>
                    <a:pt x="29" y="8"/>
                  </a:moveTo>
                  <a:cubicBezTo>
                    <a:pt x="30" y="12"/>
                    <a:pt x="24" y="16"/>
                    <a:pt x="16" y="16"/>
                  </a:cubicBezTo>
                  <a:cubicBezTo>
                    <a:pt x="8" y="17"/>
                    <a:pt x="2" y="15"/>
                    <a:pt x="1" y="10"/>
                  </a:cubicBezTo>
                  <a:cubicBezTo>
                    <a:pt x="0" y="6"/>
                    <a:pt x="6" y="1"/>
                    <a:pt x="14" y="0"/>
                  </a:cubicBezTo>
                  <a:cubicBezTo>
                    <a:pt x="22" y="0"/>
                    <a:pt x="29" y="3"/>
                    <a:pt x="2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5" name="Freeform 1160">
              <a:extLst>
                <a:ext uri="{FF2B5EF4-FFF2-40B4-BE49-F238E27FC236}">
                  <a16:creationId xmlns:a16="http://schemas.microsoft.com/office/drawing/2014/main" id="{192D03DD-C831-9731-259C-7A51C6FFA9DA}"/>
                </a:ext>
              </a:extLst>
            </p:cNvPr>
            <p:cNvSpPr>
              <a:spLocks/>
            </p:cNvSpPr>
            <p:nvPr/>
          </p:nvSpPr>
          <p:spPr bwMode="auto">
            <a:xfrm rot="5094805">
              <a:off x="-39713" y="1044642"/>
              <a:ext cx="73119" cy="43415"/>
            </a:xfrm>
            <a:custGeom>
              <a:avLst/>
              <a:gdLst>
                <a:gd name="T0" fmla="*/ 17 w 30"/>
                <a:gd name="T1" fmla="*/ 16 h 17"/>
                <a:gd name="T2" fmla="*/ 1 w 30"/>
                <a:gd name="T3" fmla="*/ 11 h 17"/>
                <a:gd name="T4" fmla="*/ 14 w 30"/>
                <a:gd name="T5" fmla="*/ 1 h 17"/>
                <a:gd name="T6" fmla="*/ 30 w 30"/>
                <a:gd name="T7" fmla="*/ 8 h 17"/>
                <a:gd name="T8" fmla="*/ 17 w 30"/>
                <a:gd name="T9" fmla="*/ 16 h 17"/>
              </a:gdLst>
              <a:ahLst/>
              <a:cxnLst>
                <a:cxn ang="0">
                  <a:pos x="T0" y="T1"/>
                </a:cxn>
                <a:cxn ang="0">
                  <a:pos x="T2" y="T3"/>
                </a:cxn>
                <a:cxn ang="0">
                  <a:pos x="T4" y="T5"/>
                </a:cxn>
                <a:cxn ang="0">
                  <a:pos x="T6" y="T7"/>
                </a:cxn>
                <a:cxn ang="0">
                  <a:pos x="T8" y="T9"/>
                </a:cxn>
              </a:cxnLst>
              <a:rect l="0" t="0" r="r" b="b"/>
              <a:pathLst>
                <a:path w="30" h="17">
                  <a:moveTo>
                    <a:pt x="17" y="16"/>
                  </a:moveTo>
                  <a:cubicBezTo>
                    <a:pt x="9" y="17"/>
                    <a:pt x="2" y="15"/>
                    <a:pt x="1" y="11"/>
                  </a:cubicBezTo>
                  <a:cubicBezTo>
                    <a:pt x="0" y="6"/>
                    <a:pt x="6" y="2"/>
                    <a:pt x="14" y="1"/>
                  </a:cubicBezTo>
                  <a:cubicBezTo>
                    <a:pt x="22" y="0"/>
                    <a:pt x="29" y="4"/>
                    <a:pt x="30" y="8"/>
                  </a:cubicBezTo>
                  <a:cubicBezTo>
                    <a:pt x="30" y="12"/>
                    <a:pt x="24" y="15"/>
                    <a:pt x="1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6" name="Freeform 1183">
              <a:extLst>
                <a:ext uri="{FF2B5EF4-FFF2-40B4-BE49-F238E27FC236}">
                  <a16:creationId xmlns:a16="http://schemas.microsoft.com/office/drawing/2014/main" id="{A91A2811-F376-E3DF-4BA3-7E75F04D75B4}"/>
                </a:ext>
              </a:extLst>
            </p:cNvPr>
            <p:cNvSpPr>
              <a:spLocks/>
            </p:cNvSpPr>
            <p:nvPr/>
          </p:nvSpPr>
          <p:spPr bwMode="auto">
            <a:xfrm rot="5094805">
              <a:off x="1343905" y="4586392"/>
              <a:ext cx="68549" cy="54839"/>
            </a:xfrm>
            <a:custGeom>
              <a:avLst/>
              <a:gdLst>
                <a:gd name="T0" fmla="*/ 28 w 28"/>
                <a:gd name="T1" fmla="*/ 4 h 22"/>
                <a:gd name="T2" fmla="*/ 15 w 28"/>
                <a:gd name="T3" fmla="*/ 18 h 22"/>
                <a:gd name="T4" fmla="*/ 0 w 28"/>
                <a:gd name="T5" fmla="*/ 17 h 22"/>
                <a:gd name="T6" fmla="*/ 14 w 28"/>
                <a:gd name="T7" fmla="*/ 4 h 22"/>
                <a:gd name="T8" fmla="*/ 28 w 28"/>
                <a:gd name="T9" fmla="*/ 4 h 22"/>
              </a:gdLst>
              <a:ahLst/>
              <a:cxnLst>
                <a:cxn ang="0">
                  <a:pos x="T0" y="T1"/>
                </a:cxn>
                <a:cxn ang="0">
                  <a:pos x="T2" y="T3"/>
                </a:cxn>
                <a:cxn ang="0">
                  <a:pos x="T4" y="T5"/>
                </a:cxn>
                <a:cxn ang="0">
                  <a:pos x="T6" y="T7"/>
                </a:cxn>
                <a:cxn ang="0">
                  <a:pos x="T8" y="T9"/>
                </a:cxn>
              </a:cxnLst>
              <a:rect l="0" t="0" r="r" b="b"/>
              <a:pathLst>
                <a:path w="28" h="22">
                  <a:moveTo>
                    <a:pt x="28" y="4"/>
                  </a:moveTo>
                  <a:cubicBezTo>
                    <a:pt x="28" y="7"/>
                    <a:pt x="23" y="14"/>
                    <a:pt x="15" y="18"/>
                  </a:cubicBezTo>
                  <a:cubicBezTo>
                    <a:pt x="7" y="22"/>
                    <a:pt x="0" y="22"/>
                    <a:pt x="0" y="17"/>
                  </a:cubicBezTo>
                  <a:cubicBezTo>
                    <a:pt x="0" y="13"/>
                    <a:pt x="7" y="7"/>
                    <a:pt x="14" y="4"/>
                  </a:cubicBezTo>
                  <a:cubicBezTo>
                    <a:pt x="21" y="0"/>
                    <a:pt x="28" y="0"/>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7" name="Freeform 1184">
              <a:extLst>
                <a:ext uri="{FF2B5EF4-FFF2-40B4-BE49-F238E27FC236}">
                  <a16:creationId xmlns:a16="http://schemas.microsoft.com/office/drawing/2014/main" id="{1A00ACD4-4AF3-2B1C-B636-B5E454FBFECE}"/>
                </a:ext>
              </a:extLst>
            </p:cNvPr>
            <p:cNvSpPr>
              <a:spLocks/>
            </p:cNvSpPr>
            <p:nvPr/>
          </p:nvSpPr>
          <p:spPr bwMode="auto">
            <a:xfrm rot="5094805">
              <a:off x="1457537" y="4767522"/>
              <a:ext cx="75404" cy="54839"/>
            </a:xfrm>
            <a:custGeom>
              <a:avLst/>
              <a:gdLst>
                <a:gd name="T0" fmla="*/ 17 w 30"/>
                <a:gd name="T1" fmla="*/ 17 h 22"/>
                <a:gd name="T2" fmla="*/ 1 w 30"/>
                <a:gd name="T3" fmla="*/ 18 h 22"/>
                <a:gd name="T4" fmla="*/ 14 w 30"/>
                <a:gd name="T5" fmla="*/ 5 h 22"/>
                <a:gd name="T6" fmla="*/ 29 w 30"/>
                <a:gd name="T7" fmla="*/ 4 h 22"/>
                <a:gd name="T8" fmla="*/ 17 w 30"/>
                <a:gd name="T9" fmla="*/ 17 h 22"/>
              </a:gdLst>
              <a:ahLst/>
              <a:cxnLst>
                <a:cxn ang="0">
                  <a:pos x="T0" y="T1"/>
                </a:cxn>
                <a:cxn ang="0">
                  <a:pos x="T2" y="T3"/>
                </a:cxn>
                <a:cxn ang="0">
                  <a:pos x="T4" y="T5"/>
                </a:cxn>
                <a:cxn ang="0">
                  <a:pos x="T6" y="T7"/>
                </a:cxn>
                <a:cxn ang="0">
                  <a:pos x="T8" y="T9"/>
                </a:cxn>
              </a:cxnLst>
              <a:rect l="0" t="0" r="r" b="b"/>
              <a:pathLst>
                <a:path w="30" h="22">
                  <a:moveTo>
                    <a:pt x="17" y="17"/>
                  </a:moveTo>
                  <a:cubicBezTo>
                    <a:pt x="10" y="21"/>
                    <a:pt x="3" y="22"/>
                    <a:pt x="1" y="18"/>
                  </a:cubicBezTo>
                  <a:cubicBezTo>
                    <a:pt x="0" y="15"/>
                    <a:pt x="6" y="9"/>
                    <a:pt x="14" y="5"/>
                  </a:cubicBezTo>
                  <a:cubicBezTo>
                    <a:pt x="21" y="1"/>
                    <a:pt x="28" y="0"/>
                    <a:pt x="29" y="4"/>
                  </a:cubicBezTo>
                  <a:cubicBezTo>
                    <a:pt x="30" y="7"/>
                    <a:pt x="25" y="13"/>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8" name="Freeform 1185">
              <a:extLst>
                <a:ext uri="{FF2B5EF4-FFF2-40B4-BE49-F238E27FC236}">
                  <a16:creationId xmlns:a16="http://schemas.microsoft.com/office/drawing/2014/main" id="{A50FD9EC-BAE7-1387-ED7D-33F8962C330A}"/>
                </a:ext>
              </a:extLst>
            </p:cNvPr>
            <p:cNvSpPr>
              <a:spLocks/>
            </p:cNvSpPr>
            <p:nvPr/>
          </p:nvSpPr>
          <p:spPr bwMode="auto">
            <a:xfrm rot="5094805">
              <a:off x="1571186" y="4951343"/>
              <a:ext cx="73119" cy="50269"/>
            </a:xfrm>
            <a:custGeom>
              <a:avLst/>
              <a:gdLst>
                <a:gd name="T0" fmla="*/ 28 w 29"/>
                <a:gd name="T1" fmla="*/ 3 h 20"/>
                <a:gd name="T2" fmla="*/ 15 w 29"/>
                <a:gd name="T3" fmla="*/ 16 h 20"/>
                <a:gd name="T4" fmla="*/ 0 w 29"/>
                <a:gd name="T5" fmla="*/ 17 h 20"/>
                <a:gd name="T6" fmla="*/ 14 w 29"/>
                <a:gd name="T7" fmla="*/ 3 h 20"/>
                <a:gd name="T8" fmla="*/ 28 w 29"/>
                <a:gd name="T9" fmla="*/ 3 h 20"/>
              </a:gdLst>
              <a:ahLst/>
              <a:cxnLst>
                <a:cxn ang="0">
                  <a:pos x="T0" y="T1"/>
                </a:cxn>
                <a:cxn ang="0">
                  <a:pos x="T2" y="T3"/>
                </a:cxn>
                <a:cxn ang="0">
                  <a:pos x="T4" y="T5"/>
                </a:cxn>
                <a:cxn ang="0">
                  <a:pos x="T6" y="T7"/>
                </a:cxn>
                <a:cxn ang="0">
                  <a:pos x="T8" y="T9"/>
                </a:cxn>
              </a:cxnLst>
              <a:rect l="0" t="0" r="r" b="b"/>
              <a:pathLst>
                <a:path w="29" h="20">
                  <a:moveTo>
                    <a:pt x="28" y="3"/>
                  </a:moveTo>
                  <a:cubicBezTo>
                    <a:pt x="29" y="7"/>
                    <a:pt x="23" y="13"/>
                    <a:pt x="15" y="16"/>
                  </a:cubicBezTo>
                  <a:cubicBezTo>
                    <a:pt x="8" y="20"/>
                    <a:pt x="1" y="20"/>
                    <a:pt x="0" y="17"/>
                  </a:cubicBezTo>
                  <a:cubicBezTo>
                    <a:pt x="0" y="13"/>
                    <a:pt x="6" y="7"/>
                    <a:pt x="14" y="3"/>
                  </a:cubicBezTo>
                  <a:cubicBezTo>
                    <a:pt x="21" y="0"/>
                    <a:pt x="28"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9" name="Freeform 1186">
              <a:extLst>
                <a:ext uri="{FF2B5EF4-FFF2-40B4-BE49-F238E27FC236}">
                  <a16:creationId xmlns:a16="http://schemas.microsoft.com/office/drawing/2014/main" id="{1472EA39-C581-D414-93E5-425C6F241C9F}"/>
                </a:ext>
              </a:extLst>
            </p:cNvPr>
            <p:cNvSpPr>
              <a:spLocks/>
            </p:cNvSpPr>
            <p:nvPr/>
          </p:nvSpPr>
          <p:spPr bwMode="auto">
            <a:xfrm rot="5094805">
              <a:off x="1677902" y="5133389"/>
              <a:ext cx="73119" cy="47984"/>
            </a:xfrm>
            <a:custGeom>
              <a:avLst/>
              <a:gdLst>
                <a:gd name="T0" fmla="*/ 29 w 30"/>
                <a:gd name="T1" fmla="*/ 3 h 19"/>
                <a:gd name="T2" fmla="*/ 17 w 30"/>
                <a:gd name="T3" fmla="*/ 15 h 19"/>
                <a:gd name="T4" fmla="*/ 2 w 30"/>
                <a:gd name="T5" fmla="*/ 16 h 19"/>
                <a:gd name="T6" fmla="*/ 14 w 30"/>
                <a:gd name="T7" fmla="*/ 4 h 19"/>
                <a:gd name="T8" fmla="*/ 29 w 30"/>
                <a:gd name="T9" fmla="*/ 3 h 19"/>
              </a:gdLst>
              <a:ahLst/>
              <a:cxnLst>
                <a:cxn ang="0">
                  <a:pos x="T0" y="T1"/>
                </a:cxn>
                <a:cxn ang="0">
                  <a:pos x="T2" y="T3"/>
                </a:cxn>
                <a:cxn ang="0">
                  <a:pos x="T4" y="T5"/>
                </a:cxn>
                <a:cxn ang="0">
                  <a:pos x="T6" y="T7"/>
                </a:cxn>
                <a:cxn ang="0">
                  <a:pos x="T8" y="T9"/>
                </a:cxn>
              </a:cxnLst>
              <a:rect l="0" t="0" r="r" b="b"/>
              <a:pathLst>
                <a:path w="30" h="19">
                  <a:moveTo>
                    <a:pt x="29" y="3"/>
                  </a:moveTo>
                  <a:cubicBezTo>
                    <a:pt x="30" y="6"/>
                    <a:pt x="25" y="12"/>
                    <a:pt x="17" y="15"/>
                  </a:cubicBezTo>
                  <a:cubicBezTo>
                    <a:pt x="10" y="19"/>
                    <a:pt x="3" y="19"/>
                    <a:pt x="2" y="16"/>
                  </a:cubicBezTo>
                  <a:cubicBezTo>
                    <a:pt x="0" y="13"/>
                    <a:pt x="6" y="7"/>
                    <a:pt x="14" y="4"/>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0" name="Freeform 1187">
              <a:extLst>
                <a:ext uri="{FF2B5EF4-FFF2-40B4-BE49-F238E27FC236}">
                  <a16:creationId xmlns:a16="http://schemas.microsoft.com/office/drawing/2014/main" id="{15B65E49-7EF4-037D-725C-9252D6A17E4B}"/>
                </a:ext>
              </a:extLst>
            </p:cNvPr>
            <p:cNvSpPr>
              <a:spLocks/>
            </p:cNvSpPr>
            <p:nvPr/>
          </p:nvSpPr>
          <p:spPr bwMode="auto">
            <a:xfrm rot="5094805">
              <a:off x="1776758" y="5319669"/>
              <a:ext cx="70834" cy="41130"/>
            </a:xfrm>
            <a:custGeom>
              <a:avLst/>
              <a:gdLst>
                <a:gd name="T0" fmla="*/ 29 w 29"/>
                <a:gd name="T1" fmla="*/ 3 h 17"/>
                <a:gd name="T2" fmla="*/ 16 w 29"/>
                <a:gd name="T3" fmla="*/ 14 h 17"/>
                <a:gd name="T4" fmla="*/ 1 w 29"/>
                <a:gd name="T5" fmla="*/ 14 h 17"/>
                <a:gd name="T6" fmla="*/ 14 w 29"/>
                <a:gd name="T7" fmla="*/ 2 h 17"/>
                <a:gd name="T8" fmla="*/ 29 w 29"/>
                <a:gd name="T9" fmla="*/ 3 h 17"/>
              </a:gdLst>
              <a:ahLst/>
              <a:cxnLst>
                <a:cxn ang="0">
                  <a:pos x="T0" y="T1"/>
                </a:cxn>
                <a:cxn ang="0">
                  <a:pos x="T2" y="T3"/>
                </a:cxn>
                <a:cxn ang="0">
                  <a:pos x="T4" y="T5"/>
                </a:cxn>
                <a:cxn ang="0">
                  <a:pos x="T6" y="T7"/>
                </a:cxn>
                <a:cxn ang="0">
                  <a:pos x="T8" y="T9"/>
                </a:cxn>
              </a:cxnLst>
              <a:rect l="0" t="0" r="r" b="b"/>
              <a:pathLst>
                <a:path w="29" h="17">
                  <a:moveTo>
                    <a:pt x="29" y="3"/>
                  </a:moveTo>
                  <a:cubicBezTo>
                    <a:pt x="29" y="6"/>
                    <a:pt x="24" y="11"/>
                    <a:pt x="16" y="14"/>
                  </a:cubicBezTo>
                  <a:cubicBezTo>
                    <a:pt x="8" y="17"/>
                    <a:pt x="2" y="17"/>
                    <a:pt x="1" y="14"/>
                  </a:cubicBezTo>
                  <a:cubicBezTo>
                    <a:pt x="0" y="11"/>
                    <a:pt x="6" y="5"/>
                    <a:pt x="14" y="2"/>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1" name="Freeform 1188">
              <a:extLst>
                <a:ext uri="{FF2B5EF4-FFF2-40B4-BE49-F238E27FC236}">
                  <a16:creationId xmlns:a16="http://schemas.microsoft.com/office/drawing/2014/main" id="{10465E85-C36F-3496-B431-4953B6F1EA48}"/>
                </a:ext>
              </a:extLst>
            </p:cNvPr>
            <p:cNvSpPr>
              <a:spLocks/>
            </p:cNvSpPr>
            <p:nvPr/>
          </p:nvSpPr>
          <p:spPr bwMode="auto">
            <a:xfrm rot="5094805">
              <a:off x="1864322" y="5504368"/>
              <a:ext cx="75404" cy="41130"/>
            </a:xfrm>
            <a:custGeom>
              <a:avLst/>
              <a:gdLst>
                <a:gd name="T0" fmla="*/ 29 w 31"/>
                <a:gd name="T1" fmla="*/ 3 h 16"/>
                <a:gd name="T2" fmla="*/ 18 w 31"/>
                <a:gd name="T3" fmla="*/ 14 h 16"/>
                <a:gd name="T4" fmla="*/ 2 w 31"/>
                <a:gd name="T5" fmla="*/ 14 h 16"/>
                <a:gd name="T6" fmla="*/ 14 w 31"/>
                <a:gd name="T7" fmla="*/ 3 h 16"/>
                <a:gd name="T8" fmla="*/ 29 w 31"/>
                <a:gd name="T9" fmla="*/ 3 h 16"/>
              </a:gdLst>
              <a:ahLst/>
              <a:cxnLst>
                <a:cxn ang="0">
                  <a:pos x="T0" y="T1"/>
                </a:cxn>
                <a:cxn ang="0">
                  <a:pos x="T2" y="T3"/>
                </a:cxn>
                <a:cxn ang="0">
                  <a:pos x="T4" y="T5"/>
                </a:cxn>
                <a:cxn ang="0">
                  <a:pos x="T6" y="T7"/>
                </a:cxn>
                <a:cxn ang="0">
                  <a:pos x="T8" y="T9"/>
                </a:cxn>
              </a:cxnLst>
              <a:rect l="0" t="0" r="r" b="b"/>
              <a:pathLst>
                <a:path w="31" h="16">
                  <a:moveTo>
                    <a:pt x="29" y="3"/>
                  </a:moveTo>
                  <a:cubicBezTo>
                    <a:pt x="31" y="6"/>
                    <a:pt x="25" y="11"/>
                    <a:pt x="18" y="14"/>
                  </a:cubicBezTo>
                  <a:cubicBezTo>
                    <a:pt x="10" y="16"/>
                    <a:pt x="3" y="16"/>
                    <a:pt x="2" y="14"/>
                  </a:cubicBezTo>
                  <a:cubicBezTo>
                    <a:pt x="0" y="11"/>
                    <a:pt x="6" y="6"/>
                    <a:pt x="14" y="3"/>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2" name="Freeform 1189">
              <a:extLst>
                <a:ext uri="{FF2B5EF4-FFF2-40B4-BE49-F238E27FC236}">
                  <a16:creationId xmlns:a16="http://schemas.microsoft.com/office/drawing/2014/main" id="{F4FA43A4-6F9F-3867-39C2-DB8F8CF03348}"/>
                </a:ext>
              </a:extLst>
            </p:cNvPr>
            <p:cNvSpPr>
              <a:spLocks/>
            </p:cNvSpPr>
            <p:nvPr/>
          </p:nvSpPr>
          <p:spPr bwMode="auto">
            <a:xfrm rot="5094805">
              <a:off x="1940515" y="5692568"/>
              <a:ext cx="75404" cy="36560"/>
            </a:xfrm>
            <a:custGeom>
              <a:avLst/>
              <a:gdLst>
                <a:gd name="T0" fmla="*/ 29 w 30"/>
                <a:gd name="T1" fmla="*/ 3 h 14"/>
                <a:gd name="T2" fmla="*/ 18 w 30"/>
                <a:gd name="T3" fmla="*/ 12 h 14"/>
                <a:gd name="T4" fmla="*/ 1 w 30"/>
                <a:gd name="T5" fmla="*/ 11 h 14"/>
                <a:gd name="T6" fmla="*/ 14 w 30"/>
                <a:gd name="T7" fmla="*/ 2 h 14"/>
                <a:gd name="T8" fmla="*/ 29 w 30"/>
                <a:gd name="T9" fmla="*/ 3 h 14"/>
              </a:gdLst>
              <a:ahLst/>
              <a:cxnLst>
                <a:cxn ang="0">
                  <a:pos x="T0" y="T1"/>
                </a:cxn>
                <a:cxn ang="0">
                  <a:pos x="T2" y="T3"/>
                </a:cxn>
                <a:cxn ang="0">
                  <a:pos x="T4" y="T5"/>
                </a:cxn>
                <a:cxn ang="0">
                  <a:pos x="T6" y="T7"/>
                </a:cxn>
                <a:cxn ang="0">
                  <a:pos x="T8" y="T9"/>
                </a:cxn>
              </a:cxnLst>
              <a:rect l="0" t="0" r="r" b="b"/>
              <a:pathLst>
                <a:path w="30" h="14">
                  <a:moveTo>
                    <a:pt x="29" y="3"/>
                  </a:moveTo>
                  <a:cubicBezTo>
                    <a:pt x="30" y="5"/>
                    <a:pt x="25" y="10"/>
                    <a:pt x="18" y="12"/>
                  </a:cubicBezTo>
                  <a:cubicBezTo>
                    <a:pt x="10" y="14"/>
                    <a:pt x="3" y="14"/>
                    <a:pt x="1" y="11"/>
                  </a:cubicBezTo>
                  <a:cubicBezTo>
                    <a:pt x="0" y="8"/>
                    <a:pt x="5" y="4"/>
                    <a:pt x="14" y="2"/>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3" name="Freeform 1190">
              <a:extLst>
                <a:ext uri="{FF2B5EF4-FFF2-40B4-BE49-F238E27FC236}">
                  <a16:creationId xmlns:a16="http://schemas.microsoft.com/office/drawing/2014/main" id="{E0F0A0B1-1FE2-C45A-3819-975FEF9AA25E}"/>
                </a:ext>
              </a:extLst>
            </p:cNvPr>
            <p:cNvSpPr>
              <a:spLocks/>
            </p:cNvSpPr>
            <p:nvPr/>
          </p:nvSpPr>
          <p:spPr bwMode="auto">
            <a:xfrm rot="5094805">
              <a:off x="2006677" y="5883015"/>
              <a:ext cx="70834" cy="34275"/>
            </a:xfrm>
            <a:custGeom>
              <a:avLst/>
              <a:gdLst>
                <a:gd name="T0" fmla="*/ 29 w 29"/>
                <a:gd name="T1" fmla="*/ 4 h 14"/>
                <a:gd name="T2" fmla="*/ 16 w 29"/>
                <a:gd name="T3" fmla="*/ 12 h 14"/>
                <a:gd name="T4" fmla="*/ 0 w 29"/>
                <a:gd name="T5" fmla="*/ 10 h 14"/>
                <a:gd name="T6" fmla="*/ 14 w 29"/>
                <a:gd name="T7" fmla="*/ 1 h 14"/>
                <a:gd name="T8" fmla="*/ 29 w 29"/>
                <a:gd name="T9" fmla="*/ 4 h 14"/>
              </a:gdLst>
              <a:ahLst/>
              <a:cxnLst>
                <a:cxn ang="0">
                  <a:pos x="T0" y="T1"/>
                </a:cxn>
                <a:cxn ang="0">
                  <a:pos x="T2" y="T3"/>
                </a:cxn>
                <a:cxn ang="0">
                  <a:pos x="T4" y="T5"/>
                </a:cxn>
                <a:cxn ang="0">
                  <a:pos x="T6" y="T7"/>
                </a:cxn>
                <a:cxn ang="0">
                  <a:pos x="T8" y="T9"/>
                </a:cxn>
              </a:cxnLst>
              <a:rect l="0" t="0" r="r" b="b"/>
              <a:pathLst>
                <a:path w="29" h="14">
                  <a:moveTo>
                    <a:pt x="29" y="4"/>
                  </a:moveTo>
                  <a:cubicBezTo>
                    <a:pt x="29" y="7"/>
                    <a:pt x="23" y="11"/>
                    <a:pt x="16" y="12"/>
                  </a:cubicBezTo>
                  <a:cubicBezTo>
                    <a:pt x="8" y="14"/>
                    <a:pt x="1" y="13"/>
                    <a:pt x="0" y="10"/>
                  </a:cubicBezTo>
                  <a:cubicBezTo>
                    <a:pt x="0" y="7"/>
                    <a:pt x="6" y="3"/>
                    <a:pt x="14" y="1"/>
                  </a:cubicBezTo>
                  <a:cubicBezTo>
                    <a:pt x="21" y="0"/>
                    <a:pt x="28" y="1"/>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4" name="Freeform 1191">
              <a:extLst>
                <a:ext uri="{FF2B5EF4-FFF2-40B4-BE49-F238E27FC236}">
                  <a16:creationId xmlns:a16="http://schemas.microsoft.com/office/drawing/2014/main" id="{4458F1D1-5AA8-663B-0D47-6FD77E7678D1}"/>
                </a:ext>
              </a:extLst>
            </p:cNvPr>
            <p:cNvSpPr>
              <a:spLocks/>
            </p:cNvSpPr>
            <p:nvPr/>
          </p:nvSpPr>
          <p:spPr bwMode="auto">
            <a:xfrm rot="5094805">
              <a:off x="2054517" y="6074784"/>
              <a:ext cx="73119" cy="29705"/>
            </a:xfrm>
            <a:custGeom>
              <a:avLst/>
              <a:gdLst>
                <a:gd name="T0" fmla="*/ 29 w 30"/>
                <a:gd name="T1" fmla="*/ 4 h 12"/>
                <a:gd name="T2" fmla="*/ 17 w 30"/>
                <a:gd name="T3" fmla="*/ 11 h 12"/>
                <a:gd name="T4" fmla="*/ 1 w 30"/>
                <a:gd name="T5" fmla="*/ 8 h 12"/>
                <a:gd name="T6" fmla="*/ 14 w 30"/>
                <a:gd name="T7" fmla="*/ 1 h 12"/>
                <a:gd name="T8" fmla="*/ 29 w 30"/>
                <a:gd name="T9" fmla="*/ 4 h 12"/>
              </a:gdLst>
              <a:ahLst/>
              <a:cxnLst>
                <a:cxn ang="0">
                  <a:pos x="T0" y="T1"/>
                </a:cxn>
                <a:cxn ang="0">
                  <a:pos x="T2" y="T3"/>
                </a:cxn>
                <a:cxn ang="0">
                  <a:pos x="T4" y="T5"/>
                </a:cxn>
                <a:cxn ang="0">
                  <a:pos x="T6" y="T7"/>
                </a:cxn>
                <a:cxn ang="0">
                  <a:pos x="T8" y="T9"/>
                </a:cxn>
              </a:cxnLst>
              <a:rect l="0" t="0" r="r" b="b"/>
              <a:pathLst>
                <a:path w="30" h="12">
                  <a:moveTo>
                    <a:pt x="29" y="4"/>
                  </a:moveTo>
                  <a:cubicBezTo>
                    <a:pt x="30" y="7"/>
                    <a:pt x="24" y="10"/>
                    <a:pt x="17" y="11"/>
                  </a:cubicBezTo>
                  <a:cubicBezTo>
                    <a:pt x="9" y="12"/>
                    <a:pt x="2" y="11"/>
                    <a:pt x="1" y="8"/>
                  </a:cubicBezTo>
                  <a:cubicBezTo>
                    <a:pt x="0" y="5"/>
                    <a:pt x="6" y="2"/>
                    <a:pt x="14" y="1"/>
                  </a:cubicBezTo>
                  <a:cubicBezTo>
                    <a:pt x="21" y="0"/>
                    <a:pt x="28" y="2"/>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5" name="Freeform 1192">
              <a:extLst>
                <a:ext uri="{FF2B5EF4-FFF2-40B4-BE49-F238E27FC236}">
                  <a16:creationId xmlns:a16="http://schemas.microsoft.com/office/drawing/2014/main" id="{B967DC52-CB64-5733-DC44-437659C1C0CA}"/>
                </a:ext>
              </a:extLst>
            </p:cNvPr>
            <p:cNvSpPr>
              <a:spLocks/>
            </p:cNvSpPr>
            <p:nvPr/>
          </p:nvSpPr>
          <p:spPr bwMode="auto">
            <a:xfrm rot="5094805">
              <a:off x="2084352" y="6270450"/>
              <a:ext cx="75404" cy="25135"/>
            </a:xfrm>
            <a:custGeom>
              <a:avLst/>
              <a:gdLst>
                <a:gd name="T0" fmla="*/ 29 w 30"/>
                <a:gd name="T1" fmla="*/ 4 h 11"/>
                <a:gd name="T2" fmla="*/ 16 w 30"/>
                <a:gd name="T3" fmla="*/ 10 h 11"/>
                <a:gd name="T4" fmla="*/ 1 w 30"/>
                <a:gd name="T5" fmla="*/ 6 h 11"/>
                <a:gd name="T6" fmla="*/ 14 w 30"/>
                <a:gd name="T7" fmla="*/ 0 h 11"/>
                <a:gd name="T8" fmla="*/ 29 w 30"/>
                <a:gd name="T9" fmla="*/ 4 h 11"/>
              </a:gdLst>
              <a:ahLst/>
              <a:cxnLst>
                <a:cxn ang="0">
                  <a:pos x="T0" y="T1"/>
                </a:cxn>
                <a:cxn ang="0">
                  <a:pos x="T2" y="T3"/>
                </a:cxn>
                <a:cxn ang="0">
                  <a:pos x="T4" y="T5"/>
                </a:cxn>
                <a:cxn ang="0">
                  <a:pos x="T6" y="T7"/>
                </a:cxn>
                <a:cxn ang="0">
                  <a:pos x="T8" y="T9"/>
                </a:cxn>
              </a:cxnLst>
              <a:rect l="0" t="0" r="r" b="b"/>
              <a:pathLst>
                <a:path w="30" h="11">
                  <a:moveTo>
                    <a:pt x="29" y="4"/>
                  </a:moveTo>
                  <a:cubicBezTo>
                    <a:pt x="30" y="7"/>
                    <a:pt x="24" y="10"/>
                    <a:pt x="16" y="10"/>
                  </a:cubicBezTo>
                  <a:cubicBezTo>
                    <a:pt x="8" y="11"/>
                    <a:pt x="2" y="9"/>
                    <a:pt x="1" y="6"/>
                  </a:cubicBezTo>
                  <a:cubicBezTo>
                    <a:pt x="0" y="3"/>
                    <a:pt x="6" y="0"/>
                    <a:pt x="14" y="0"/>
                  </a:cubicBezTo>
                  <a:cubicBezTo>
                    <a:pt x="22" y="0"/>
                    <a:pt x="29" y="2"/>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6" name="Freeform 1193">
              <a:extLst>
                <a:ext uri="{FF2B5EF4-FFF2-40B4-BE49-F238E27FC236}">
                  <a16:creationId xmlns:a16="http://schemas.microsoft.com/office/drawing/2014/main" id="{8988330E-8946-8B85-5FF8-0AF5EBB898D3}"/>
                </a:ext>
              </a:extLst>
            </p:cNvPr>
            <p:cNvSpPr>
              <a:spLocks/>
            </p:cNvSpPr>
            <p:nvPr/>
          </p:nvSpPr>
          <p:spPr bwMode="auto">
            <a:xfrm rot="5094805">
              <a:off x="2117610" y="6462587"/>
              <a:ext cx="73119" cy="27420"/>
            </a:xfrm>
            <a:custGeom>
              <a:avLst/>
              <a:gdLst>
                <a:gd name="T0" fmla="*/ 30 w 30"/>
                <a:gd name="T1" fmla="*/ 4 h 11"/>
                <a:gd name="T2" fmla="*/ 17 w 30"/>
                <a:gd name="T3" fmla="*/ 10 h 11"/>
                <a:gd name="T4" fmla="*/ 1 w 30"/>
                <a:gd name="T5" fmla="*/ 6 h 11"/>
                <a:gd name="T6" fmla="*/ 15 w 30"/>
                <a:gd name="T7" fmla="*/ 1 h 11"/>
                <a:gd name="T8" fmla="*/ 30 w 30"/>
                <a:gd name="T9" fmla="*/ 4 h 11"/>
              </a:gdLst>
              <a:ahLst/>
              <a:cxnLst>
                <a:cxn ang="0">
                  <a:pos x="T0" y="T1"/>
                </a:cxn>
                <a:cxn ang="0">
                  <a:pos x="T2" y="T3"/>
                </a:cxn>
                <a:cxn ang="0">
                  <a:pos x="T4" y="T5"/>
                </a:cxn>
                <a:cxn ang="0">
                  <a:pos x="T6" y="T7"/>
                </a:cxn>
                <a:cxn ang="0">
                  <a:pos x="T8" y="T9"/>
                </a:cxn>
              </a:cxnLst>
              <a:rect l="0" t="0" r="r" b="b"/>
              <a:pathLst>
                <a:path w="30" h="11">
                  <a:moveTo>
                    <a:pt x="30" y="4"/>
                  </a:moveTo>
                  <a:cubicBezTo>
                    <a:pt x="30" y="7"/>
                    <a:pt x="24" y="10"/>
                    <a:pt x="17" y="10"/>
                  </a:cubicBezTo>
                  <a:cubicBezTo>
                    <a:pt x="9" y="11"/>
                    <a:pt x="2" y="9"/>
                    <a:pt x="1" y="6"/>
                  </a:cubicBezTo>
                  <a:cubicBezTo>
                    <a:pt x="0" y="4"/>
                    <a:pt x="7" y="1"/>
                    <a:pt x="15" y="1"/>
                  </a:cubicBezTo>
                  <a:cubicBezTo>
                    <a:pt x="23" y="0"/>
                    <a:pt x="30" y="2"/>
                    <a:pt x="3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7" name="Freeform 1194">
              <a:extLst>
                <a:ext uri="{FF2B5EF4-FFF2-40B4-BE49-F238E27FC236}">
                  <a16:creationId xmlns:a16="http://schemas.microsoft.com/office/drawing/2014/main" id="{49D90E7E-929A-617C-2A1D-AF4EC0F12DB5}"/>
                </a:ext>
              </a:extLst>
            </p:cNvPr>
            <p:cNvSpPr>
              <a:spLocks/>
            </p:cNvSpPr>
            <p:nvPr/>
          </p:nvSpPr>
          <p:spPr bwMode="auto">
            <a:xfrm rot="5094805">
              <a:off x="2150020" y="6660220"/>
              <a:ext cx="77689" cy="25135"/>
            </a:xfrm>
            <a:custGeom>
              <a:avLst/>
              <a:gdLst>
                <a:gd name="T0" fmla="*/ 30 w 31"/>
                <a:gd name="T1" fmla="*/ 4 h 11"/>
                <a:gd name="T2" fmla="*/ 17 w 31"/>
                <a:gd name="T3" fmla="*/ 10 h 11"/>
                <a:gd name="T4" fmla="*/ 1 w 31"/>
                <a:gd name="T5" fmla="*/ 7 h 11"/>
                <a:gd name="T6" fmla="*/ 14 w 31"/>
                <a:gd name="T7" fmla="*/ 1 h 11"/>
                <a:gd name="T8" fmla="*/ 30 w 31"/>
                <a:gd name="T9" fmla="*/ 4 h 11"/>
              </a:gdLst>
              <a:ahLst/>
              <a:cxnLst>
                <a:cxn ang="0">
                  <a:pos x="T0" y="T1"/>
                </a:cxn>
                <a:cxn ang="0">
                  <a:pos x="T2" y="T3"/>
                </a:cxn>
                <a:cxn ang="0">
                  <a:pos x="T4" y="T5"/>
                </a:cxn>
                <a:cxn ang="0">
                  <a:pos x="T6" y="T7"/>
                </a:cxn>
                <a:cxn ang="0">
                  <a:pos x="T8" y="T9"/>
                </a:cxn>
              </a:cxnLst>
              <a:rect l="0" t="0" r="r" b="b"/>
              <a:pathLst>
                <a:path w="31" h="11">
                  <a:moveTo>
                    <a:pt x="30" y="4"/>
                  </a:moveTo>
                  <a:cubicBezTo>
                    <a:pt x="31" y="6"/>
                    <a:pt x="25" y="9"/>
                    <a:pt x="17" y="10"/>
                  </a:cubicBezTo>
                  <a:cubicBezTo>
                    <a:pt x="9" y="11"/>
                    <a:pt x="2" y="9"/>
                    <a:pt x="1" y="7"/>
                  </a:cubicBezTo>
                  <a:cubicBezTo>
                    <a:pt x="0" y="4"/>
                    <a:pt x="6" y="1"/>
                    <a:pt x="14" y="1"/>
                  </a:cubicBezTo>
                  <a:cubicBezTo>
                    <a:pt x="22" y="0"/>
                    <a:pt x="29" y="1"/>
                    <a:pt x="3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8" name="Freeform 1195">
              <a:extLst>
                <a:ext uri="{FF2B5EF4-FFF2-40B4-BE49-F238E27FC236}">
                  <a16:creationId xmlns:a16="http://schemas.microsoft.com/office/drawing/2014/main" id="{5B9BB639-7988-09E2-2255-6CC96ADB688D}"/>
                </a:ext>
              </a:extLst>
            </p:cNvPr>
            <p:cNvSpPr>
              <a:spLocks/>
            </p:cNvSpPr>
            <p:nvPr/>
          </p:nvSpPr>
          <p:spPr bwMode="auto">
            <a:xfrm rot="5094805">
              <a:off x="2189276" y="6855365"/>
              <a:ext cx="73119" cy="27420"/>
            </a:xfrm>
            <a:custGeom>
              <a:avLst/>
              <a:gdLst>
                <a:gd name="T0" fmla="*/ 14 w 30"/>
                <a:gd name="T1" fmla="*/ 0 h 11"/>
                <a:gd name="T2" fmla="*/ 30 w 30"/>
                <a:gd name="T3" fmla="*/ 4 h 11"/>
                <a:gd name="T4" fmla="*/ 15 w 30"/>
                <a:gd name="T5" fmla="*/ 10 h 11"/>
                <a:gd name="T6" fmla="*/ 0 w 30"/>
                <a:gd name="T7" fmla="*/ 6 h 11"/>
                <a:gd name="T8" fmla="*/ 14 w 30"/>
                <a:gd name="T9" fmla="*/ 0 h 11"/>
              </a:gdLst>
              <a:ahLst/>
              <a:cxnLst>
                <a:cxn ang="0">
                  <a:pos x="T0" y="T1"/>
                </a:cxn>
                <a:cxn ang="0">
                  <a:pos x="T2" y="T3"/>
                </a:cxn>
                <a:cxn ang="0">
                  <a:pos x="T4" y="T5"/>
                </a:cxn>
                <a:cxn ang="0">
                  <a:pos x="T6" y="T7"/>
                </a:cxn>
                <a:cxn ang="0">
                  <a:pos x="T8" y="T9"/>
                </a:cxn>
              </a:cxnLst>
              <a:rect l="0" t="0" r="r" b="b"/>
              <a:pathLst>
                <a:path w="30" h="11">
                  <a:moveTo>
                    <a:pt x="14" y="0"/>
                  </a:moveTo>
                  <a:cubicBezTo>
                    <a:pt x="22" y="0"/>
                    <a:pt x="29" y="1"/>
                    <a:pt x="30" y="4"/>
                  </a:cubicBezTo>
                  <a:cubicBezTo>
                    <a:pt x="30" y="6"/>
                    <a:pt x="24" y="9"/>
                    <a:pt x="15" y="10"/>
                  </a:cubicBezTo>
                  <a:cubicBezTo>
                    <a:pt x="7" y="11"/>
                    <a:pt x="1" y="9"/>
                    <a:pt x="0" y="6"/>
                  </a:cubicBezTo>
                  <a:cubicBezTo>
                    <a:pt x="0" y="4"/>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9" name="Freeform 1197">
              <a:extLst>
                <a:ext uri="{FF2B5EF4-FFF2-40B4-BE49-F238E27FC236}">
                  <a16:creationId xmlns:a16="http://schemas.microsoft.com/office/drawing/2014/main" id="{11F06D49-F64F-E90D-9DA8-CD3E5AADF2D5}"/>
                </a:ext>
              </a:extLst>
            </p:cNvPr>
            <p:cNvSpPr>
              <a:spLocks/>
            </p:cNvSpPr>
            <p:nvPr/>
          </p:nvSpPr>
          <p:spPr bwMode="auto">
            <a:xfrm rot="5094805">
              <a:off x="230474" y="2081577"/>
              <a:ext cx="73119" cy="45700"/>
            </a:xfrm>
            <a:custGeom>
              <a:avLst/>
              <a:gdLst>
                <a:gd name="T0" fmla="*/ 14 w 29"/>
                <a:gd name="T1" fmla="*/ 0 h 18"/>
                <a:gd name="T2" fmla="*/ 28 w 29"/>
                <a:gd name="T3" fmla="*/ 8 h 18"/>
                <a:gd name="T4" fmla="*/ 15 w 29"/>
                <a:gd name="T5" fmla="*/ 18 h 18"/>
                <a:gd name="T6" fmla="*/ 1 w 29"/>
                <a:gd name="T7" fmla="*/ 10 h 18"/>
                <a:gd name="T8" fmla="*/ 14 w 29"/>
                <a:gd name="T9" fmla="*/ 0 h 18"/>
              </a:gdLst>
              <a:ahLst/>
              <a:cxnLst>
                <a:cxn ang="0">
                  <a:pos x="T0" y="T1"/>
                </a:cxn>
                <a:cxn ang="0">
                  <a:pos x="T2" y="T3"/>
                </a:cxn>
                <a:cxn ang="0">
                  <a:pos x="T4" y="T5"/>
                </a:cxn>
                <a:cxn ang="0">
                  <a:pos x="T6" y="T7"/>
                </a:cxn>
                <a:cxn ang="0">
                  <a:pos x="T8" y="T9"/>
                </a:cxn>
              </a:cxnLst>
              <a:rect l="0" t="0" r="r" b="b"/>
              <a:pathLst>
                <a:path w="29" h="18">
                  <a:moveTo>
                    <a:pt x="14" y="0"/>
                  </a:moveTo>
                  <a:cubicBezTo>
                    <a:pt x="22" y="0"/>
                    <a:pt x="28" y="3"/>
                    <a:pt x="28" y="8"/>
                  </a:cubicBezTo>
                  <a:cubicBezTo>
                    <a:pt x="29" y="12"/>
                    <a:pt x="23" y="17"/>
                    <a:pt x="15" y="18"/>
                  </a:cubicBezTo>
                  <a:cubicBezTo>
                    <a:pt x="8" y="18"/>
                    <a:pt x="1" y="14"/>
                    <a:pt x="1" y="10"/>
                  </a:cubicBezTo>
                  <a:cubicBezTo>
                    <a:pt x="0" y="5"/>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0" name="Freeform 1198">
              <a:extLst>
                <a:ext uri="{FF2B5EF4-FFF2-40B4-BE49-F238E27FC236}">
                  <a16:creationId xmlns:a16="http://schemas.microsoft.com/office/drawing/2014/main" id="{53B413E1-08A1-ADC4-EEF6-0584AF591B52}"/>
                </a:ext>
              </a:extLst>
            </p:cNvPr>
            <p:cNvSpPr>
              <a:spLocks/>
            </p:cNvSpPr>
            <p:nvPr/>
          </p:nvSpPr>
          <p:spPr bwMode="auto">
            <a:xfrm rot="5094805">
              <a:off x="267040" y="2274455"/>
              <a:ext cx="73119" cy="43415"/>
            </a:xfrm>
            <a:custGeom>
              <a:avLst/>
              <a:gdLst>
                <a:gd name="T0" fmla="*/ 29 w 30"/>
                <a:gd name="T1" fmla="*/ 7 h 18"/>
                <a:gd name="T2" fmla="*/ 18 w 30"/>
                <a:gd name="T3" fmla="*/ 17 h 18"/>
                <a:gd name="T4" fmla="*/ 2 w 30"/>
                <a:gd name="T5" fmla="*/ 10 h 18"/>
                <a:gd name="T6" fmla="*/ 13 w 30"/>
                <a:gd name="T7" fmla="*/ 1 h 18"/>
                <a:gd name="T8" fmla="*/ 29 w 30"/>
                <a:gd name="T9" fmla="*/ 7 h 18"/>
              </a:gdLst>
              <a:ahLst/>
              <a:cxnLst>
                <a:cxn ang="0">
                  <a:pos x="T0" y="T1"/>
                </a:cxn>
                <a:cxn ang="0">
                  <a:pos x="T2" y="T3"/>
                </a:cxn>
                <a:cxn ang="0">
                  <a:pos x="T4" y="T5"/>
                </a:cxn>
                <a:cxn ang="0">
                  <a:pos x="T6" y="T7"/>
                </a:cxn>
                <a:cxn ang="0">
                  <a:pos x="T8" y="T9"/>
                </a:cxn>
              </a:cxnLst>
              <a:rect l="0" t="0" r="r" b="b"/>
              <a:pathLst>
                <a:path w="30" h="18">
                  <a:moveTo>
                    <a:pt x="29" y="7"/>
                  </a:moveTo>
                  <a:cubicBezTo>
                    <a:pt x="30" y="11"/>
                    <a:pt x="25" y="16"/>
                    <a:pt x="18" y="17"/>
                  </a:cubicBezTo>
                  <a:cubicBezTo>
                    <a:pt x="10" y="18"/>
                    <a:pt x="3" y="15"/>
                    <a:pt x="2" y="10"/>
                  </a:cubicBezTo>
                  <a:cubicBezTo>
                    <a:pt x="0" y="6"/>
                    <a:pt x="6" y="1"/>
                    <a:pt x="13" y="1"/>
                  </a:cubicBezTo>
                  <a:cubicBezTo>
                    <a:pt x="21" y="0"/>
                    <a:pt x="28" y="2"/>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1" name="Freeform 1199">
              <a:extLst>
                <a:ext uri="{FF2B5EF4-FFF2-40B4-BE49-F238E27FC236}">
                  <a16:creationId xmlns:a16="http://schemas.microsoft.com/office/drawing/2014/main" id="{6113CAD7-9A54-EA04-20AD-EEE6749822A2}"/>
                </a:ext>
              </a:extLst>
            </p:cNvPr>
            <p:cNvSpPr>
              <a:spLocks/>
            </p:cNvSpPr>
            <p:nvPr/>
          </p:nvSpPr>
          <p:spPr bwMode="auto">
            <a:xfrm rot="5094805">
              <a:off x="304743" y="2463805"/>
              <a:ext cx="73119" cy="47984"/>
            </a:xfrm>
            <a:custGeom>
              <a:avLst/>
              <a:gdLst>
                <a:gd name="T0" fmla="*/ 17 w 30"/>
                <a:gd name="T1" fmla="*/ 18 h 19"/>
                <a:gd name="T2" fmla="*/ 1 w 30"/>
                <a:gd name="T3" fmla="*/ 11 h 19"/>
                <a:gd name="T4" fmla="*/ 13 w 30"/>
                <a:gd name="T5" fmla="*/ 1 h 19"/>
                <a:gd name="T6" fmla="*/ 29 w 30"/>
                <a:gd name="T7" fmla="*/ 7 h 19"/>
                <a:gd name="T8" fmla="*/ 17 w 30"/>
                <a:gd name="T9" fmla="*/ 18 h 19"/>
              </a:gdLst>
              <a:ahLst/>
              <a:cxnLst>
                <a:cxn ang="0">
                  <a:pos x="T0" y="T1"/>
                </a:cxn>
                <a:cxn ang="0">
                  <a:pos x="T2" y="T3"/>
                </a:cxn>
                <a:cxn ang="0">
                  <a:pos x="T4" y="T5"/>
                </a:cxn>
                <a:cxn ang="0">
                  <a:pos x="T6" y="T7"/>
                </a:cxn>
                <a:cxn ang="0">
                  <a:pos x="T8" y="T9"/>
                </a:cxn>
              </a:cxnLst>
              <a:rect l="0" t="0" r="r" b="b"/>
              <a:pathLst>
                <a:path w="30" h="19">
                  <a:moveTo>
                    <a:pt x="17" y="18"/>
                  </a:moveTo>
                  <a:cubicBezTo>
                    <a:pt x="10" y="19"/>
                    <a:pt x="2" y="15"/>
                    <a:pt x="1" y="11"/>
                  </a:cubicBezTo>
                  <a:cubicBezTo>
                    <a:pt x="0" y="7"/>
                    <a:pt x="6" y="2"/>
                    <a:pt x="13" y="1"/>
                  </a:cubicBezTo>
                  <a:cubicBezTo>
                    <a:pt x="21" y="0"/>
                    <a:pt x="28" y="3"/>
                    <a:pt x="29" y="7"/>
                  </a:cubicBezTo>
                  <a:cubicBezTo>
                    <a:pt x="30" y="12"/>
                    <a:pt x="25" y="17"/>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2" name="Freeform 1200">
              <a:extLst>
                <a:ext uri="{FF2B5EF4-FFF2-40B4-BE49-F238E27FC236}">
                  <a16:creationId xmlns:a16="http://schemas.microsoft.com/office/drawing/2014/main" id="{0B99BB60-8EE4-AB7C-F863-09B7D4977EDE}"/>
                </a:ext>
              </a:extLst>
            </p:cNvPr>
            <p:cNvSpPr>
              <a:spLocks/>
            </p:cNvSpPr>
            <p:nvPr/>
          </p:nvSpPr>
          <p:spPr bwMode="auto">
            <a:xfrm rot="5094805">
              <a:off x="345861" y="2656279"/>
              <a:ext cx="73119" cy="45700"/>
            </a:xfrm>
            <a:custGeom>
              <a:avLst/>
              <a:gdLst>
                <a:gd name="T0" fmla="*/ 16 w 29"/>
                <a:gd name="T1" fmla="*/ 17 h 18"/>
                <a:gd name="T2" fmla="*/ 1 w 29"/>
                <a:gd name="T3" fmla="*/ 10 h 18"/>
                <a:gd name="T4" fmla="*/ 14 w 29"/>
                <a:gd name="T5" fmla="*/ 1 h 18"/>
                <a:gd name="T6" fmla="*/ 28 w 29"/>
                <a:gd name="T7" fmla="*/ 7 h 18"/>
                <a:gd name="T8" fmla="*/ 16 w 29"/>
                <a:gd name="T9" fmla="*/ 17 h 18"/>
              </a:gdLst>
              <a:ahLst/>
              <a:cxnLst>
                <a:cxn ang="0">
                  <a:pos x="T0" y="T1"/>
                </a:cxn>
                <a:cxn ang="0">
                  <a:pos x="T2" y="T3"/>
                </a:cxn>
                <a:cxn ang="0">
                  <a:pos x="T4" y="T5"/>
                </a:cxn>
                <a:cxn ang="0">
                  <a:pos x="T6" y="T7"/>
                </a:cxn>
                <a:cxn ang="0">
                  <a:pos x="T8" y="T9"/>
                </a:cxn>
              </a:cxnLst>
              <a:rect l="0" t="0" r="r" b="b"/>
              <a:pathLst>
                <a:path w="29" h="18">
                  <a:moveTo>
                    <a:pt x="16" y="17"/>
                  </a:moveTo>
                  <a:cubicBezTo>
                    <a:pt x="8" y="18"/>
                    <a:pt x="1" y="15"/>
                    <a:pt x="1" y="10"/>
                  </a:cubicBezTo>
                  <a:cubicBezTo>
                    <a:pt x="0" y="6"/>
                    <a:pt x="6" y="2"/>
                    <a:pt x="14" y="1"/>
                  </a:cubicBezTo>
                  <a:cubicBezTo>
                    <a:pt x="21" y="0"/>
                    <a:pt x="28" y="2"/>
                    <a:pt x="28" y="7"/>
                  </a:cubicBezTo>
                  <a:cubicBezTo>
                    <a:pt x="29" y="11"/>
                    <a:pt x="23" y="16"/>
                    <a:pt x="16"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3" name="Freeform 1201">
              <a:extLst>
                <a:ext uri="{FF2B5EF4-FFF2-40B4-BE49-F238E27FC236}">
                  <a16:creationId xmlns:a16="http://schemas.microsoft.com/office/drawing/2014/main" id="{A179FD80-2BE7-E6D6-FFF4-24EA89F76899}"/>
                </a:ext>
              </a:extLst>
            </p:cNvPr>
            <p:cNvSpPr>
              <a:spLocks/>
            </p:cNvSpPr>
            <p:nvPr/>
          </p:nvSpPr>
          <p:spPr bwMode="auto">
            <a:xfrm rot="5094805">
              <a:off x="400635" y="2845251"/>
              <a:ext cx="73119" cy="47984"/>
            </a:xfrm>
            <a:custGeom>
              <a:avLst/>
              <a:gdLst>
                <a:gd name="T0" fmla="*/ 17 w 30"/>
                <a:gd name="T1" fmla="*/ 17 h 19"/>
                <a:gd name="T2" fmla="*/ 1 w 30"/>
                <a:gd name="T3" fmla="*/ 13 h 19"/>
                <a:gd name="T4" fmla="*/ 13 w 30"/>
                <a:gd name="T5" fmla="*/ 2 h 19"/>
                <a:gd name="T6" fmla="*/ 28 w 30"/>
                <a:gd name="T7" fmla="*/ 6 h 19"/>
                <a:gd name="T8" fmla="*/ 17 w 30"/>
                <a:gd name="T9" fmla="*/ 17 h 19"/>
              </a:gdLst>
              <a:ahLst/>
              <a:cxnLst>
                <a:cxn ang="0">
                  <a:pos x="T0" y="T1"/>
                </a:cxn>
                <a:cxn ang="0">
                  <a:pos x="T2" y="T3"/>
                </a:cxn>
                <a:cxn ang="0">
                  <a:pos x="T4" y="T5"/>
                </a:cxn>
                <a:cxn ang="0">
                  <a:pos x="T6" y="T7"/>
                </a:cxn>
                <a:cxn ang="0">
                  <a:pos x="T8" y="T9"/>
                </a:cxn>
              </a:cxnLst>
              <a:rect l="0" t="0" r="r" b="b"/>
              <a:pathLst>
                <a:path w="30" h="19">
                  <a:moveTo>
                    <a:pt x="17" y="17"/>
                  </a:moveTo>
                  <a:cubicBezTo>
                    <a:pt x="10" y="19"/>
                    <a:pt x="3" y="17"/>
                    <a:pt x="1" y="13"/>
                  </a:cubicBezTo>
                  <a:cubicBezTo>
                    <a:pt x="0" y="9"/>
                    <a:pt x="5" y="4"/>
                    <a:pt x="13" y="2"/>
                  </a:cubicBezTo>
                  <a:cubicBezTo>
                    <a:pt x="20" y="0"/>
                    <a:pt x="27" y="1"/>
                    <a:pt x="28" y="6"/>
                  </a:cubicBezTo>
                  <a:cubicBezTo>
                    <a:pt x="30" y="10"/>
                    <a:pt x="25" y="15"/>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4" name="Freeform 1202">
              <a:extLst>
                <a:ext uri="{FF2B5EF4-FFF2-40B4-BE49-F238E27FC236}">
                  <a16:creationId xmlns:a16="http://schemas.microsoft.com/office/drawing/2014/main" id="{8339878C-1B31-4967-FE6E-0FAFEDC03904}"/>
                </a:ext>
              </a:extLst>
            </p:cNvPr>
            <p:cNvSpPr>
              <a:spLocks/>
            </p:cNvSpPr>
            <p:nvPr/>
          </p:nvSpPr>
          <p:spPr bwMode="auto">
            <a:xfrm rot="5094805">
              <a:off x="472285" y="3031774"/>
              <a:ext cx="68549" cy="47984"/>
            </a:xfrm>
            <a:custGeom>
              <a:avLst/>
              <a:gdLst>
                <a:gd name="T0" fmla="*/ 15 w 28"/>
                <a:gd name="T1" fmla="*/ 17 h 19"/>
                <a:gd name="T2" fmla="*/ 0 w 28"/>
                <a:gd name="T3" fmla="*/ 13 h 19"/>
                <a:gd name="T4" fmla="*/ 13 w 28"/>
                <a:gd name="T5" fmla="*/ 2 h 19"/>
                <a:gd name="T6" fmla="*/ 28 w 28"/>
                <a:gd name="T7" fmla="*/ 5 h 19"/>
                <a:gd name="T8" fmla="*/ 15 w 28"/>
                <a:gd name="T9" fmla="*/ 17 h 19"/>
              </a:gdLst>
              <a:ahLst/>
              <a:cxnLst>
                <a:cxn ang="0">
                  <a:pos x="T0" y="T1"/>
                </a:cxn>
                <a:cxn ang="0">
                  <a:pos x="T2" y="T3"/>
                </a:cxn>
                <a:cxn ang="0">
                  <a:pos x="T4" y="T5"/>
                </a:cxn>
                <a:cxn ang="0">
                  <a:pos x="T6" y="T7"/>
                </a:cxn>
                <a:cxn ang="0">
                  <a:pos x="T8" y="T9"/>
                </a:cxn>
              </a:cxnLst>
              <a:rect l="0" t="0" r="r" b="b"/>
              <a:pathLst>
                <a:path w="28" h="19">
                  <a:moveTo>
                    <a:pt x="15" y="17"/>
                  </a:moveTo>
                  <a:cubicBezTo>
                    <a:pt x="8" y="19"/>
                    <a:pt x="1" y="17"/>
                    <a:pt x="0" y="13"/>
                  </a:cubicBezTo>
                  <a:cubicBezTo>
                    <a:pt x="0" y="9"/>
                    <a:pt x="5" y="4"/>
                    <a:pt x="13" y="2"/>
                  </a:cubicBezTo>
                  <a:cubicBezTo>
                    <a:pt x="21" y="0"/>
                    <a:pt x="27" y="1"/>
                    <a:pt x="28" y="5"/>
                  </a:cubicBezTo>
                  <a:cubicBezTo>
                    <a:pt x="28" y="9"/>
                    <a:pt x="22" y="15"/>
                    <a:pt x="1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5" name="Freeform 1203">
              <a:extLst>
                <a:ext uri="{FF2B5EF4-FFF2-40B4-BE49-F238E27FC236}">
                  <a16:creationId xmlns:a16="http://schemas.microsoft.com/office/drawing/2014/main" id="{DD2442FA-7BF0-E62A-78AF-DCB807A43F04}"/>
                </a:ext>
              </a:extLst>
            </p:cNvPr>
            <p:cNvSpPr>
              <a:spLocks/>
            </p:cNvSpPr>
            <p:nvPr/>
          </p:nvSpPr>
          <p:spPr bwMode="auto">
            <a:xfrm rot="5094805">
              <a:off x="552924" y="3214902"/>
              <a:ext cx="70834" cy="50269"/>
            </a:xfrm>
            <a:custGeom>
              <a:avLst/>
              <a:gdLst>
                <a:gd name="T0" fmla="*/ 28 w 29"/>
                <a:gd name="T1" fmla="*/ 5 h 20"/>
                <a:gd name="T2" fmla="*/ 17 w 29"/>
                <a:gd name="T3" fmla="*/ 17 h 20"/>
                <a:gd name="T4" fmla="*/ 1 w 29"/>
                <a:gd name="T5" fmla="*/ 15 h 20"/>
                <a:gd name="T6" fmla="*/ 13 w 29"/>
                <a:gd name="T7" fmla="*/ 3 h 20"/>
                <a:gd name="T8" fmla="*/ 28 w 29"/>
                <a:gd name="T9" fmla="*/ 5 h 20"/>
              </a:gdLst>
              <a:ahLst/>
              <a:cxnLst>
                <a:cxn ang="0">
                  <a:pos x="T0" y="T1"/>
                </a:cxn>
                <a:cxn ang="0">
                  <a:pos x="T2" y="T3"/>
                </a:cxn>
                <a:cxn ang="0">
                  <a:pos x="T4" y="T5"/>
                </a:cxn>
                <a:cxn ang="0">
                  <a:pos x="T6" y="T7"/>
                </a:cxn>
                <a:cxn ang="0">
                  <a:pos x="T8" y="T9"/>
                </a:cxn>
              </a:cxnLst>
              <a:rect l="0" t="0" r="r" b="b"/>
              <a:pathLst>
                <a:path w="29" h="20">
                  <a:moveTo>
                    <a:pt x="28" y="5"/>
                  </a:moveTo>
                  <a:cubicBezTo>
                    <a:pt x="29" y="9"/>
                    <a:pt x="24" y="14"/>
                    <a:pt x="17" y="17"/>
                  </a:cubicBezTo>
                  <a:cubicBezTo>
                    <a:pt x="10" y="20"/>
                    <a:pt x="2" y="19"/>
                    <a:pt x="1" y="15"/>
                  </a:cubicBezTo>
                  <a:cubicBezTo>
                    <a:pt x="0" y="11"/>
                    <a:pt x="5" y="6"/>
                    <a:pt x="13" y="3"/>
                  </a:cubicBezTo>
                  <a:cubicBezTo>
                    <a:pt x="20" y="0"/>
                    <a:pt x="27" y="1"/>
                    <a:pt x="2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6" name="Freeform 1204">
              <a:extLst>
                <a:ext uri="{FF2B5EF4-FFF2-40B4-BE49-F238E27FC236}">
                  <a16:creationId xmlns:a16="http://schemas.microsoft.com/office/drawing/2014/main" id="{8EE1A6B0-74D3-9DC9-7875-5D8D028360C9}"/>
                </a:ext>
              </a:extLst>
            </p:cNvPr>
            <p:cNvSpPr>
              <a:spLocks/>
            </p:cNvSpPr>
            <p:nvPr/>
          </p:nvSpPr>
          <p:spPr bwMode="auto">
            <a:xfrm rot="5094805">
              <a:off x="641625" y="3400642"/>
              <a:ext cx="75404" cy="47984"/>
            </a:xfrm>
            <a:custGeom>
              <a:avLst/>
              <a:gdLst>
                <a:gd name="T0" fmla="*/ 17 w 30"/>
                <a:gd name="T1" fmla="*/ 16 h 20"/>
                <a:gd name="T2" fmla="*/ 2 w 30"/>
                <a:gd name="T3" fmla="*/ 15 h 20"/>
                <a:gd name="T4" fmla="*/ 13 w 30"/>
                <a:gd name="T5" fmla="*/ 3 h 20"/>
                <a:gd name="T6" fmla="*/ 29 w 30"/>
                <a:gd name="T7" fmla="*/ 3 h 20"/>
                <a:gd name="T8" fmla="*/ 17 w 30"/>
                <a:gd name="T9" fmla="*/ 16 h 20"/>
              </a:gdLst>
              <a:ahLst/>
              <a:cxnLst>
                <a:cxn ang="0">
                  <a:pos x="T0" y="T1"/>
                </a:cxn>
                <a:cxn ang="0">
                  <a:pos x="T2" y="T3"/>
                </a:cxn>
                <a:cxn ang="0">
                  <a:pos x="T4" y="T5"/>
                </a:cxn>
                <a:cxn ang="0">
                  <a:pos x="T6" y="T7"/>
                </a:cxn>
                <a:cxn ang="0">
                  <a:pos x="T8" y="T9"/>
                </a:cxn>
              </a:cxnLst>
              <a:rect l="0" t="0" r="r" b="b"/>
              <a:pathLst>
                <a:path w="30" h="20">
                  <a:moveTo>
                    <a:pt x="17" y="16"/>
                  </a:moveTo>
                  <a:cubicBezTo>
                    <a:pt x="10" y="20"/>
                    <a:pt x="3" y="19"/>
                    <a:pt x="2" y="15"/>
                  </a:cubicBezTo>
                  <a:cubicBezTo>
                    <a:pt x="0" y="12"/>
                    <a:pt x="6" y="6"/>
                    <a:pt x="13" y="3"/>
                  </a:cubicBezTo>
                  <a:cubicBezTo>
                    <a:pt x="21" y="0"/>
                    <a:pt x="28" y="0"/>
                    <a:pt x="29" y="3"/>
                  </a:cubicBezTo>
                  <a:cubicBezTo>
                    <a:pt x="30" y="7"/>
                    <a:pt x="25" y="13"/>
                    <a:pt x="1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7" name="Freeform 1205">
              <a:extLst>
                <a:ext uri="{FF2B5EF4-FFF2-40B4-BE49-F238E27FC236}">
                  <a16:creationId xmlns:a16="http://schemas.microsoft.com/office/drawing/2014/main" id="{18B15F47-8B4E-AA9E-9B1C-E69A4C8BDA97}"/>
                </a:ext>
              </a:extLst>
            </p:cNvPr>
            <p:cNvSpPr>
              <a:spLocks/>
            </p:cNvSpPr>
            <p:nvPr/>
          </p:nvSpPr>
          <p:spPr bwMode="auto">
            <a:xfrm rot="5094805">
              <a:off x="746277" y="3583085"/>
              <a:ext cx="70834" cy="50269"/>
            </a:xfrm>
            <a:custGeom>
              <a:avLst/>
              <a:gdLst>
                <a:gd name="T0" fmla="*/ 16 w 29"/>
                <a:gd name="T1" fmla="*/ 17 h 20"/>
                <a:gd name="T2" fmla="*/ 1 w 29"/>
                <a:gd name="T3" fmla="*/ 16 h 20"/>
                <a:gd name="T4" fmla="*/ 14 w 29"/>
                <a:gd name="T5" fmla="*/ 3 h 20"/>
                <a:gd name="T6" fmla="*/ 28 w 29"/>
                <a:gd name="T7" fmla="*/ 4 h 20"/>
                <a:gd name="T8" fmla="*/ 16 w 29"/>
                <a:gd name="T9" fmla="*/ 17 h 20"/>
              </a:gdLst>
              <a:ahLst/>
              <a:cxnLst>
                <a:cxn ang="0">
                  <a:pos x="T0" y="T1"/>
                </a:cxn>
                <a:cxn ang="0">
                  <a:pos x="T2" y="T3"/>
                </a:cxn>
                <a:cxn ang="0">
                  <a:pos x="T4" y="T5"/>
                </a:cxn>
                <a:cxn ang="0">
                  <a:pos x="T6" y="T7"/>
                </a:cxn>
                <a:cxn ang="0">
                  <a:pos x="T8" y="T9"/>
                </a:cxn>
              </a:cxnLst>
              <a:rect l="0" t="0" r="r" b="b"/>
              <a:pathLst>
                <a:path w="29" h="20">
                  <a:moveTo>
                    <a:pt x="16" y="17"/>
                  </a:moveTo>
                  <a:cubicBezTo>
                    <a:pt x="8" y="20"/>
                    <a:pt x="1" y="20"/>
                    <a:pt x="1" y="16"/>
                  </a:cubicBezTo>
                  <a:cubicBezTo>
                    <a:pt x="0" y="12"/>
                    <a:pt x="6" y="7"/>
                    <a:pt x="14" y="3"/>
                  </a:cubicBezTo>
                  <a:cubicBezTo>
                    <a:pt x="21" y="0"/>
                    <a:pt x="27" y="0"/>
                    <a:pt x="28" y="4"/>
                  </a:cubicBezTo>
                  <a:cubicBezTo>
                    <a:pt x="29" y="8"/>
                    <a:pt x="23" y="14"/>
                    <a:pt x="16"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8" name="Freeform 1206">
              <a:extLst>
                <a:ext uri="{FF2B5EF4-FFF2-40B4-BE49-F238E27FC236}">
                  <a16:creationId xmlns:a16="http://schemas.microsoft.com/office/drawing/2014/main" id="{611FD8DA-7B54-8306-BB39-0E5523DE54F1}"/>
                </a:ext>
              </a:extLst>
            </p:cNvPr>
            <p:cNvSpPr>
              <a:spLocks/>
            </p:cNvSpPr>
            <p:nvPr/>
          </p:nvSpPr>
          <p:spPr bwMode="auto">
            <a:xfrm rot="5094805">
              <a:off x="855375" y="3765026"/>
              <a:ext cx="68549" cy="50269"/>
            </a:xfrm>
            <a:custGeom>
              <a:avLst/>
              <a:gdLst>
                <a:gd name="T0" fmla="*/ 27 w 28"/>
                <a:gd name="T1" fmla="*/ 3 h 20"/>
                <a:gd name="T2" fmla="*/ 15 w 28"/>
                <a:gd name="T3" fmla="*/ 17 h 20"/>
                <a:gd name="T4" fmla="*/ 0 w 28"/>
                <a:gd name="T5" fmla="*/ 16 h 20"/>
                <a:gd name="T6" fmla="*/ 13 w 28"/>
                <a:gd name="T7" fmla="*/ 3 h 20"/>
                <a:gd name="T8" fmla="*/ 27 w 28"/>
                <a:gd name="T9" fmla="*/ 3 h 20"/>
              </a:gdLst>
              <a:ahLst/>
              <a:cxnLst>
                <a:cxn ang="0">
                  <a:pos x="T0" y="T1"/>
                </a:cxn>
                <a:cxn ang="0">
                  <a:pos x="T2" y="T3"/>
                </a:cxn>
                <a:cxn ang="0">
                  <a:pos x="T4" y="T5"/>
                </a:cxn>
                <a:cxn ang="0">
                  <a:pos x="T6" y="T7"/>
                </a:cxn>
                <a:cxn ang="0">
                  <a:pos x="T8" y="T9"/>
                </a:cxn>
              </a:cxnLst>
              <a:rect l="0" t="0" r="r" b="b"/>
              <a:pathLst>
                <a:path w="28" h="20">
                  <a:moveTo>
                    <a:pt x="27" y="3"/>
                  </a:moveTo>
                  <a:cubicBezTo>
                    <a:pt x="28" y="7"/>
                    <a:pt x="22" y="13"/>
                    <a:pt x="15" y="17"/>
                  </a:cubicBezTo>
                  <a:cubicBezTo>
                    <a:pt x="7" y="20"/>
                    <a:pt x="0" y="20"/>
                    <a:pt x="0" y="16"/>
                  </a:cubicBezTo>
                  <a:cubicBezTo>
                    <a:pt x="0" y="13"/>
                    <a:pt x="5" y="7"/>
                    <a:pt x="13" y="3"/>
                  </a:cubicBezTo>
                  <a:cubicBezTo>
                    <a:pt x="20" y="0"/>
                    <a:pt x="27"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9" name="Freeform 1207">
              <a:extLst>
                <a:ext uri="{FF2B5EF4-FFF2-40B4-BE49-F238E27FC236}">
                  <a16:creationId xmlns:a16="http://schemas.microsoft.com/office/drawing/2014/main" id="{681EB064-9AB5-80D4-9BED-7175745F55E9}"/>
                </a:ext>
              </a:extLst>
            </p:cNvPr>
            <p:cNvSpPr>
              <a:spLocks/>
            </p:cNvSpPr>
            <p:nvPr/>
          </p:nvSpPr>
          <p:spPr bwMode="auto">
            <a:xfrm rot="5094805">
              <a:off x="968813" y="3944083"/>
              <a:ext cx="70834" cy="50269"/>
            </a:xfrm>
            <a:custGeom>
              <a:avLst/>
              <a:gdLst>
                <a:gd name="T0" fmla="*/ 28 w 29"/>
                <a:gd name="T1" fmla="*/ 3 h 21"/>
                <a:gd name="T2" fmla="*/ 16 w 29"/>
                <a:gd name="T3" fmla="*/ 17 h 21"/>
                <a:gd name="T4" fmla="*/ 1 w 29"/>
                <a:gd name="T5" fmla="*/ 18 h 21"/>
                <a:gd name="T6" fmla="*/ 13 w 29"/>
                <a:gd name="T7" fmla="*/ 5 h 21"/>
                <a:gd name="T8" fmla="*/ 28 w 29"/>
                <a:gd name="T9" fmla="*/ 3 h 21"/>
              </a:gdLst>
              <a:ahLst/>
              <a:cxnLst>
                <a:cxn ang="0">
                  <a:pos x="T0" y="T1"/>
                </a:cxn>
                <a:cxn ang="0">
                  <a:pos x="T2" y="T3"/>
                </a:cxn>
                <a:cxn ang="0">
                  <a:pos x="T4" y="T5"/>
                </a:cxn>
                <a:cxn ang="0">
                  <a:pos x="T6" y="T7"/>
                </a:cxn>
                <a:cxn ang="0">
                  <a:pos x="T8" y="T9"/>
                </a:cxn>
              </a:cxnLst>
              <a:rect l="0" t="0" r="r" b="b"/>
              <a:pathLst>
                <a:path w="29" h="21">
                  <a:moveTo>
                    <a:pt x="28" y="3"/>
                  </a:moveTo>
                  <a:cubicBezTo>
                    <a:pt x="29" y="7"/>
                    <a:pt x="24" y="13"/>
                    <a:pt x="16" y="17"/>
                  </a:cubicBezTo>
                  <a:cubicBezTo>
                    <a:pt x="9" y="21"/>
                    <a:pt x="2" y="21"/>
                    <a:pt x="1" y="18"/>
                  </a:cubicBezTo>
                  <a:cubicBezTo>
                    <a:pt x="0" y="15"/>
                    <a:pt x="6" y="9"/>
                    <a:pt x="13" y="5"/>
                  </a:cubicBezTo>
                  <a:cubicBezTo>
                    <a:pt x="21"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0" name="Freeform 1208">
              <a:extLst>
                <a:ext uri="{FF2B5EF4-FFF2-40B4-BE49-F238E27FC236}">
                  <a16:creationId xmlns:a16="http://schemas.microsoft.com/office/drawing/2014/main" id="{D5D4B44C-0423-E8C3-242B-6DC0628BA999}"/>
                </a:ext>
              </a:extLst>
            </p:cNvPr>
            <p:cNvSpPr>
              <a:spLocks/>
            </p:cNvSpPr>
            <p:nvPr/>
          </p:nvSpPr>
          <p:spPr bwMode="auto">
            <a:xfrm rot="5094805">
              <a:off x="1085867" y="4123969"/>
              <a:ext cx="73119" cy="52554"/>
            </a:xfrm>
            <a:custGeom>
              <a:avLst/>
              <a:gdLst>
                <a:gd name="T0" fmla="*/ 28 w 29"/>
                <a:gd name="T1" fmla="*/ 3 h 21"/>
                <a:gd name="T2" fmla="*/ 16 w 29"/>
                <a:gd name="T3" fmla="*/ 17 h 21"/>
                <a:gd name="T4" fmla="*/ 1 w 29"/>
                <a:gd name="T5" fmla="*/ 18 h 21"/>
                <a:gd name="T6" fmla="*/ 13 w 29"/>
                <a:gd name="T7" fmla="*/ 5 h 21"/>
                <a:gd name="T8" fmla="*/ 28 w 29"/>
                <a:gd name="T9" fmla="*/ 3 h 21"/>
              </a:gdLst>
              <a:ahLst/>
              <a:cxnLst>
                <a:cxn ang="0">
                  <a:pos x="T0" y="T1"/>
                </a:cxn>
                <a:cxn ang="0">
                  <a:pos x="T2" y="T3"/>
                </a:cxn>
                <a:cxn ang="0">
                  <a:pos x="T4" y="T5"/>
                </a:cxn>
                <a:cxn ang="0">
                  <a:pos x="T6" y="T7"/>
                </a:cxn>
                <a:cxn ang="0">
                  <a:pos x="T8" y="T9"/>
                </a:cxn>
              </a:cxnLst>
              <a:rect l="0" t="0" r="r" b="b"/>
              <a:pathLst>
                <a:path w="29" h="21">
                  <a:moveTo>
                    <a:pt x="28" y="3"/>
                  </a:moveTo>
                  <a:cubicBezTo>
                    <a:pt x="29" y="7"/>
                    <a:pt x="24" y="13"/>
                    <a:pt x="16" y="17"/>
                  </a:cubicBezTo>
                  <a:cubicBezTo>
                    <a:pt x="9" y="21"/>
                    <a:pt x="2" y="21"/>
                    <a:pt x="1" y="18"/>
                  </a:cubicBezTo>
                  <a:cubicBezTo>
                    <a:pt x="0" y="15"/>
                    <a:pt x="6" y="9"/>
                    <a:pt x="13" y="5"/>
                  </a:cubicBezTo>
                  <a:cubicBezTo>
                    <a:pt x="21"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1" name="Freeform 1209">
              <a:extLst>
                <a:ext uri="{FF2B5EF4-FFF2-40B4-BE49-F238E27FC236}">
                  <a16:creationId xmlns:a16="http://schemas.microsoft.com/office/drawing/2014/main" id="{F897FF67-ADFA-E4FC-2C14-5767AEF24187}"/>
                </a:ext>
              </a:extLst>
            </p:cNvPr>
            <p:cNvSpPr>
              <a:spLocks/>
            </p:cNvSpPr>
            <p:nvPr/>
          </p:nvSpPr>
          <p:spPr bwMode="auto">
            <a:xfrm rot="5094805">
              <a:off x="1205207" y="4306141"/>
              <a:ext cx="70834" cy="50269"/>
            </a:xfrm>
            <a:custGeom>
              <a:avLst/>
              <a:gdLst>
                <a:gd name="T0" fmla="*/ 13 w 28"/>
                <a:gd name="T1" fmla="*/ 4 h 20"/>
                <a:gd name="T2" fmla="*/ 27 w 28"/>
                <a:gd name="T3" fmla="*/ 3 h 20"/>
                <a:gd name="T4" fmla="*/ 14 w 28"/>
                <a:gd name="T5" fmla="*/ 16 h 20"/>
                <a:gd name="T6" fmla="*/ 0 w 28"/>
                <a:gd name="T7" fmla="*/ 17 h 20"/>
                <a:gd name="T8" fmla="*/ 13 w 28"/>
                <a:gd name="T9" fmla="*/ 4 h 20"/>
              </a:gdLst>
              <a:ahLst/>
              <a:cxnLst>
                <a:cxn ang="0">
                  <a:pos x="T0" y="T1"/>
                </a:cxn>
                <a:cxn ang="0">
                  <a:pos x="T2" y="T3"/>
                </a:cxn>
                <a:cxn ang="0">
                  <a:pos x="T4" y="T5"/>
                </a:cxn>
                <a:cxn ang="0">
                  <a:pos x="T6" y="T7"/>
                </a:cxn>
                <a:cxn ang="0">
                  <a:pos x="T8" y="T9"/>
                </a:cxn>
              </a:cxnLst>
              <a:rect l="0" t="0" r="r" b="b"/>
              <a:pathLst>
                <a:path w="28" h="20">
                  <a:moveTo>
                    <a:pt x="13" y="4"/>
                  </a:moveTo>
                  <a:cubicBezTo>
                    <a:pt x="21" y="1"/>
                    <a:pt x="27" y="0"/>
                    <a:pt x="27" y="3"/>
                  </a:cubicBezTo>
                  <a:cubicBezTo>
                    <a:pt x="28" y="7"/>
                    <a:pt x="22" y="13"/>
                    <a:pt x="14" y="16"/>
                  </a:cubicBezTo>
                  <a:cubicBezTo>
                    <a:pt x="7" y="20"/>
                    <a:pt x="0" y="20"/>
                    <a:pt x="0" y="17"/>
                  </a:cubicBezTo>
                  <a:cubicBezTo>
                    <a:pt x="0" y="14"/>
                    <a:pt x="6"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2" name="Freeform 1211">
              <a:extLst>
                <a:ext uri="{FF2B5EF4-FFF2-40B4-BE49-F238E27FC236}">
                  <a16:creationId xmlns:a16="http://schemas.microsoft.com/office/drawing/2014/main" id="{5B0E33BF-6174-0118-C3A2-0419DC7A636C}"/>
                </a:ext>
              </a:extLst>
            </p:cNvPr>
            <p:cNvSpPr>
              <a:spLocks/>
            </p:cNvSpPr>
            <p:nvPr/>
          </p:nvSpPr>
          <p:spPr bwMode="auto">
            <a:xfrm rot="5094805">
              <a:off x="1323304" y="4487174"/>
              <a:ext cx="70834" cy="47985"/>
            </a:xfrm>
            <a:custGeom>
              <a:avLst/>
              <a:gdLst>
                <a:gd name="T0" fmla="*/ 13 w 29"/>
                <a:gd name="T1" fmla="*/ 5 h 20"/>
                <a:gd name="T2" fmla="*/ 28 w 29"/>
                <a:gd name="T3" fmla="*/ 3 h 20"/>
                <a:gd name="T4" fmla="*/ 16 w 29"/>
                <a:gd name="T5" fmla="*/ 15 h 20"/>
                <a:gd name="T6" fmla="*/ 1 w 29"/>
                <a:gd name="T7" fmla="*/ 17 h 20"/>
                <a:gd name="T8" fmla="*/ 13 w 29"/>
                <a:gd name="T9" fmla="*/ 5 h 20"/>
              </a:gdLst>
              <a:ahLst/>
              <a:cxnLst>
                <a:cxn ang="0">
                  <a:pos x="T0" y="T1"/>
                </a:cxn>
                <a:cxn ang="0">
                  <a:pos x="T2" y="T3"/>
                </a:cxn>
                <a:cxn ang="0">
                  <a:pos x="T4" y="T5"/>
                </a:cxn>
                <a:cxn ang="0">
                  <a:pos x="T6" y="T7"/>
                </a:cxn>
                <a:cxn ang="0">
                  <a:pos x="T8" y="T9"/>
                </a:cxn>
              </a:cxnLst>
              <a:rect l="0" t="0" r="r" b="b"/>
              <a:pathLst>
                <a:path w="29" h="20">
                  <a:moveTo>
                    <a:pt x="13" y="5"/>
                  </a:moveTo>
                  <a:cubicBezTo>
                    <a:pt x="21" y="1"/>
                    <a:pt x="27" y="0"/>
                    <a:pt x="28" y="3"/>
                  </a:cubicBezTo>
                  <a:cubicBezTo>
                    <a:pt x="29" y="5"/>
                    <a:pt x="23" y="11"/>
                    <a:pt x="16" y="15"/>
                  </a:cubicBezTo>
                  <a:cubicBezTo>
                    <a:pt x="9" y="19"/>
                    <a:pt x="2" y="20"/>
                    <a:pt x="1" y="17"/>
                  </a:cubicBezTo>
                  <a:cubicBezTo>
                    <a:pt x="0" y="14"/>
                    <a:pt x="6" y="8"/>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3" name="Freeform 1212">
              <a:extLst>
                <a:ext uri="{FF2B5EF4-FFF2-40B4-BE49-F238E27FC236}">
                  <a16:creationId xmlns:a16="http://schemas.microsoft.com/office/drawing/2014/main" id="{F07905CB-0879-A8E1-7A2F-A886B31CCA5E}"/>
                </a:ext>
              </a:extLst>
            </p:cNvPr>
            <p:cNvSpPr>
              <a:spLocks/>
            </p:cNvSpPr>
            <p:nvPr/>
          </p:nvSpPr>
          <p:spPr bwMode="auto">
            <a:xfrm rot="5094805">
              <a:off x="192770" y="1887657"/>
              <a:ext cx="73119" cy="50269"/>
            </a:xfrm>
            <a:custGeom>
              <a:avLst/>
              <a:gdLst>
                <a:gd name="T0" fmla="*/ 17 w 30"/>
                <a:gd name="T1" fmla="*/ 19 h 20"/>
                <a:gd name="T2" fmla="*/ 1 w 30"/>
                <a:gd name="T3" fmla="*/ 11 h 20"/>
                <a:gd name="T4" fmla="*/ 13 w 30"/>
                <a:gd name="T5" fmla="*/ 1 h 20"/>
                <a:gd name="T6" fmla="*/ 29 w 30"/>
                <a:gd name="T7" fmla="*/ 8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10" y="20"/>
                    <a:pt x="2" y="16"/>
                    <a:pt x="1" y="11"/>
                  </a:cubicBezTo>
                  <a:cubicBezTo>
                    <a:pt x="0" y="6"/>
                    <a:pt x="5" y="2"/>
                    <a:pt x="13" y="1"/>
                  </a:cubicBezTo>
                  <a:cubicBezTo>
                    <a:pt x="20" y="0"/>
                    <a:pt x="27" y="3"/>
                    <a:pt x="29" y="8"/>
                  </a:cubicBezTo>
                  <a:cubicBezTo>
                    <a:pt x="30" y="13"/>
                    <a:pt x="25" y="18"/>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4" name="Freeform 1213">
              <a:extLst>
                <a:ext uri="{FF2B5EF4-FFF2-40B4-BE49-F238E27FC236}">
                  <a16:creationId xmlns:a16="http://schemas.microsoft.com/office/drawing/2014/main" id="{75A39036-1774-EF09-0DA6-957D5F9A2052}"/>
                </a:ext>
              </a:extLst>
            </p:cNvPr>
            <p:cNvSpPr>
              <a:spLocks/>
            </p:cNvSpPr>
            <p:nvPr/>
          </p:nvSpPr>
          <p:spPr bwMode="auto">
            <a:xfrm rot="5094805">
              <a:off x="156310" y="1697160"/>
              <a:ext cx="70834" cy="50269"/>
            </a:xfrm>
            <a:custGeom>
              <a:avLst/>
              <a:gdLst>
                <a:gd name="T0" fmla="*/ 28 w 29"/>
                <a:gd name="T1" fmla="*/ 9 h 21"/>
                <a:gd name="T2" fmla="*/ 15 w 29"/>
                <a:gd name="T3" fmla="*/ 20 h 21"/>
                <a:gd name="T4" fmla="*/ 0 w 29"/>
                <a:gd name="T5" fmla="*/ 11 h 21"/>
                <a:gd name="T6" fmla="*/ 13 w 29"/>
                <a:gd name="T7" fmla="*/ 0 h 21"/>
                <a:gd name="T8" fmla="*/ 28 w 29"/>
                <a:gd name="T9" fmla="*/ 9 h 21"/>
              </a:gdLst>
              <a:ahLst/>
              <a:cxnLst>
                <a:cxn ang="0">
                  <a:pos x="T0" y="T1"/>
                </a:cxn>
                <a:cxn ang="0">
                  <a:pos x="T2" y="T3"/>
                </a:cxn>
                <a:cxn ang="0">
                  <a:pos x="T4" y="T5"/>
                </a:cxn>
                <a:cxn ang="0">
                  <a:pos x="T6" y="T7"/>
                </a:cxn>
                <a:cxn ang="0">
                  <a:pos x="T8" y="T9"/>
                </a:cxn>
              </a:cxnLst>
              <a:rect l="0" t="0" r="r" b="b"/>
              <a:pathLst>
                <a:path w="29" h="21">
                  <a:moveTo>
                    <a:pt x="28" y="9"/>
                  </a:moveTo>
                  <a:cubicBezTo>
                    <a:pt x="29" y="14"/>
                    <a:pt x="23" y="19"/>
                    <a:pt x="15" y="20"/>
                  </a:cubicBezTo>
                  <a:cubicBezTo>
                    <a:pt x="8" y="21"/>
                    <a:pt x="1" y="16"/>
                    <a:pt x="0" y="11"/>
                  </a:cubicBezTo>
                  <a:cubicBezTo>
                    <a:pt x="0" y="6"/>
                    <a:pt x="5" y="1"/>
                    <a:pt x="13" y="0"/>
                  </a:cubicBezTo>
                  <a:cubicBezTo>
                    <a:pt x="21" y="0"/>
                    <a:pt x="27" y="3"/>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5" name="Freeform 1214">
              <a:extLst>
                <a:ext uri="{FF2B5EF4-FFF2-40B4-BE49-F238E27FC236}">
                  <a16:creationId xmlns:a16="http://schemas.microsoft.com/office/drawing/2014/main" id="{8CB8BEA4-B62E-F219-A904-1D6724243263}"/>
                </a:ext>
              </a:extLst>
            </p:cNvPr>
            <p:cNvSpPr>
              <a:spLocks/>
            </p:cNvSpPr>
            <p:nvPr/>
          </p:nvSpPr>
          <p:spPr bwMode="auto">
            <a:xfrm rot="5094805">
              <a:off x="117363" y="1502102"/>
              <a:ext cx="73119" cy="54839"/>
            </a:xfrm>
            <a:custGeom>
              <a:avLst/>
              <a:gdLst>
                <a:gd name="T0" fmla="*/ 28 w 29"/>
                <a:gd name="T1" fmla="*/ 10 h 22"/>
                <a:gd name="T2" fmla="*/ 16 w 29"/>
                <a:gd name="T3" fmla="*/ 21 h 22"/>
                <a:gd name="T4" fmla="*/ 1 w 29"/>
                <a:gd name="T5" fmla="*/ 12 h 22"/>
                <a:gd name="T6" fmla="*/ 13 w 29"/>
                <a:gd name="T7" fmla="*/ 0 h 22"/>
                <a:gd name="T8" fmla="*/ 28 w 29"/>
                <a:gd name="T9" fmla="*/ 10 h 22"/>
              </a:gdLst>
              <a:ahLst/>
              <a:cxnLst>
                <a:cxn ang="0">
                  <a:pos x="T0" y="T1"/>
                </a:cxn>
                <a:cxn ang="0">
                  <a:pos x="T2" y="T3"/>
                </a:cxn>
                <a:cxn ang="0">
                  <a:pos x="T4" y="T5"/>
                </a:cxn>
                <a:cxn ang="0">
                  <a:pos x="T6" y="T7"/>
                </a:cxn>
                <a:cxn ang="0">
                  <a:pos x="T8" y="T9"/>
                </a:cxn>
              </a:cxnLst>
              <a:rect l="0" t="0" r="r" b="b"/>
              <a:pathLst>
                <a:path w="29" h="22">
                  <a:moveTo>
                    <a:pt x="28" y="10"/>
                  </a:moveTo>
                  <a:cubicBezTo>
                    <a:pt x="29" y="15"/>
                    <a:pt x="23" y="21"/>
                    <a:pt x="16" y="21"/>
                  </a:cubicBezTo>
                  <a:cubicBezTo>
                    <a:pt x="8" y="22"/>
                    <a:pt x="1" y="17"/>
                    <a:pt x="1" y="12"/>
                  </a:cubicBezTo>
                  <a:cubicBezTo>
                    <a:pt x="0" y="6"/>
                    <a:pt x="6" y="1"/>
                    <a:pt x="13" y="0"/>
                  </a:cubicBezTo>
                  <a:cubicBezTo>
                    <a:pt x="21" y="0"/>
                    <a:pt x="28" y="4"/>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6" name="Freeform 1215">
              <a:extLst>
                <a:ext uri="{FF2B5EF4-FFF2-40B4-BE49-F238E27FC236}">
                  <a16:creationId xmlns:a16="http://schemas.microsoft.com/office/drawing/2014/main" id="{262913AD-45A5-C6B6-5E41-8BB4D97D14BA}"/>
                </a:ext>
              </a:extLst>
            </p:cNvPr>
            <p:cNvSpPr>
              <a:spLocks/>
            </p:cNvSpPr>
            <p:nvPr/>
          </p:nvSpPr>
          <p:spPr bwMode="auto">
            <a:xfrm rot="5094805">
              <a:off x="78521" y="1309426"/>
              <a:ext cx="73119" cy="57124"/>
            </a:xfrm>
            <a:custGeom>
              <a:avLst/>
              <a:gdLst>
                <a:gd name="T0" fmla="*/ 17 w 30"/>
                <a:gd name="T1" fmla="*/ 22 h 23"/>
                <a:gd name="T2" fmla="*/ 1 w 30"/>
                <a:gd name="T3" fmla="*/ 14 h 23"/>
                <a:gd name="T4" fmla="*/ 12 w 30"/>
                <a:gd name="T5" fmla="*/ 1 h 23"/>
                <a:gd name="T6" fmla="*/ 28 w 30"/>
                <a:gd name="T7" fmla="*/ 10 h 23"/>
                <a:gd name="T8" fmla="*/ 17 w 30"/>
                <a:gd name="T9" fmla="*/ 22 h 23"/>
              </a:gdLst>
              <a:ahLst/>
              <a:cxnLst>
                <a:cxn ang="0">
                  <a:pos x="T0" y="T1"/>
                </a:cxn>
                <a:cxn ang="0">
                  <a:pos x="T2" y="T3"/>
                </a:cxn>
                <a:cxn ang="0">
                  <a:pos x="T4" y="T5"/>
                </a:cxn>
                <a:cxn ang="0">
                  <a:pos x="T6" y="T7"/>
                </a:cxn>
                <a:cxn ang="0">
                  <a:pos x="T8" y="T9"/>
                </a:cxn>
              </a:cxnLst>
              <a:rect l="0" t="0" r="r" b="b"/>
              <a:pathLst>
                <a:path w="30" h="23">
                  <a:moveTo>
                    <a:pt x="17" y="22"/>
                  </a:moveTo>
                  <a:cubicBezTo>
                    <a:pt x="10" y="23"/>
                    <a:pt x="2" y="20"/>
                    <a:pt x="1" y="14"/>
                  </a:cubicBezTo>
                  <a:cubicBezTo>
                    <a:pt x="0" y="8"/>
                    <a:pt x="5" y="2"/>
                    <a:pt x="12" y="1"/>
                  </a:cubicBezTo>
                  <a:cubicBezTo>
                    <a:pt x="20" y="0"/>
                    <a:pt x="27" y="4"/>
                    <a:pt x="28" y="10"/>
                  </a:cubicBezTo>
                  <a:cubicBezTo>
                    <a:pt x="30" y="16"/>
                    <a:pt x="25" y="21"/>
                    <a:pt x="1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7" name="Freeform 1216">
              <a:extLst>
                <a:ext uri="{FF2B5EF4-FFF2-40B4-BE49-F238E27FC236}">
                  <a16:creationId xmlns:a16="http://schemas.microsoft.com/office/drawing/2014/main" id="{D5AA40DF-7A1F-AE8A-3421-3B523881D229}"/>
                </a:ext>
              </a:extLst>
            </p:cNvPr>
            <p:cNvSpPr>
              <a:spLocks/>
            </p:cNvSpPr>
            <p:nvPr/>
          </p:nvSpPr>
          <p:spPr bwMode="auto">
            <a:xfrm rot="5094805">
              <a:off x="39679" y="1119035"/>
              <a:ext cx="73119" cy="54839"/>
            </a:xfrm>
            <a:custGeom>
              <a:avLst/>
              <a:gdLst>
                <a:gd name="T0" fmla="*/ 29 w 30"/>
                <a:gd name="T1" fmla="*/ 11 h 23"/>
                <a:gd name="T2" fmla="*/ 17 w 30"/>
                <a:gd name="T3" fmla="*/ 22 h 23"/>
                <a:gd name="T4" fmla="*/ 1 w 30"/>
                <a:gd name="T5" fmla="*/ 15 h 23"/>
                <a:gd name="T6" fmla="*/ 13 w 30"/>
                <a:gd name="T7" fmla="*/ 1 h 23"/>
                <a:gd name="T8" fmla="*/ 29 w 30"/>
                <a:gd name="T9" fmla="*/ 11 h 23"/>
              </a:gdLst>
              <a:ahLst/>
              <a:cxnLst>
                <a:cxn ang="0">
                  <a:pos x="T0" y="T1"/>
                </a:cxn>
                <a:cxn ang="0">
                  <a:pos x="T2" y="T3"/>
                </a:cxn>
                <a:cxn ang="0">
                  <a:pos x="T4" y="T5"/>
                </a:cxn>
                <a:cxn ang="0">
                  <a:pos x="T6" y="T7"/>
                </a:cxn>
                <a:cxn ang="0">
                  <a:pos x="T8" y="T9"/>
                </a:cxn>
              </a:cxnLst>
              <a:rect l="0" t="0" r="r" b="b"/>
              <a:pathLst>
                <a:path w="30" h="23">
                  <a:moveTo>
                    <a:pt x="29" y="11"/>
                  </a:moveTo>
                  <a:cubicBezTo>
                    <a:pt x="30" y="17"/>
                    <a:pt x="25" y="21"/>
                    <a:pt x="17" y="22"/>
                  </a:cubicBezTo>
                  <a:cubicBezTo>
                    <a:pt x="10" y="23"/>
                    <a:pt x="2" y="20"/>
                    <a:pt x="1" y="15"/>
                  </a:cubicBezTo>
                  <a:cubicBezTo>
                    <a:pt x="0" y="9"/>
                    <a:pt x="6" y="3"/>
                    <a:pt x="13" y="1"/>
                  </a:cubicBezTo>
                  <a:cubicBezTo>
                    <a:pt x="21" y="0"/>
                    <a:pt x="28" y="5"/>
                    <a:pt x="2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8" name="Freeform 1217">
              <a:extLst>
                <a:ext uri="{FF2B5EF4-FFF2-40B4-BE49-F238E27FC236}">
                  <a16:creationId xmlns:a16="http://schemas.microsoft.com/office/drawing/2014/main" id="{E26ECA4A-2932-DBD2-6F5B-9CE0808CF862}"/>
                </a:ext>
              </a:extLst>
            </p:cNvPr>
            <p:cNvSpPr>
              <a:spLocks/>
            </p:cNvSpPr>
            <p:nvPr/>
          </p:nvSpPr>
          <p:spPr bwMode="auto">
            <a:xfrm rot="5094805">
              <a:off x="-301" y="927603"/>
              <a:ext cx="73119" cy="54839"/>
            </a:xfrm>
            <a:custGeom>
              <a:avLst/>
              <a:gdLst>
                <a:gd name="T0" fmla="*/ 16 w 29"/>
                <a:gd name="T1" fmla="*/ 21 h 22"/>
                <a:gd name="T2" fmla="*/ 1 w 29"/>
                <a:gd name="T3" fmla="*/ 14 h 22"/>
                <a:gd name="T4" fmla="*/ 13 w 29"/>
                <a:gd name="T5" fmla="*/ 1 h 22"/>
                <a:gd name="T6" fmla="*/ 28 w 29"/>
                <a:gd name="T7" fmla="*/ 11 h 22"/>
                <a:gd name="T8" fmla="*/ 16 w 29"/>
                <a:gd name="T9" fmla="*/ 21 h 22"/>
              </a:gdLst>
              <a:ahLst/>
              <a:cxnLst>
                <a:cxn ang="0">
                  <a:pos x="T0" y="T1"/>
                </a:cxn>
                <a:cxn ang="0">
                  <a:pos x="T2" y="T3"/>
                </a:cxn>
                <a:cxn ang="0">
                  <a:pos x="T4" y="T5"/>
                </a:cxn>
                <a:cxn ang="0">
                  <a:pos x="T6" y="T7"/>
                </a:cxn>
                <a:cxn ang="0">
                  <a:pos x="T8" y="T9"/>
                </a:cxn>
              </a:cxnLst>
              <a:rect l="0" t="0" r="r" b="b"/>
              <a:pathLst>
                <a:path w="29" h="22">
                  <a:moveTo>
                    <a:pt x="16" y="21"/>
                  </a:moveTo>
                  <a:cubicBezTo>
                    <a:pt x="9" y="22"/>
                    <a:pt x="2" y="19"/>
                    <a:pt x="1" y="14"/>
                  </a:cubicBezTo>
                  <a:cubicBezTo>
                    <a:pt x="0" y="9"/>
                    <a:pt x="5" y="2"/>
                    <a:pt x="13" y="1"/>
                  </a:cubicBezTo>
                  <a:cubicBezTo>
                    <a:pt x="20" y="0"/>
                    <a:pt x="27" y="6"/>
                    <a:pt x="28" y="11"/>
                  </a:cubicBezTo>
                  <a:cubicBezTo>
                    <a:pt x="29" y="16"/>
                    <a:pt x="24" y="20"/>
                    <a:pt x="1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9" name="Freeform 1218">
              <a:extLst>
                <a:ext uri="{FF2B5EF4-FFF2-40B4-BE49-F238E27FC236}">
                  <a16:creationId xmlns:a16="http://schemas.microsoft.com/office/drawing/2014/main" id="{3A5971ED-9070-A9A1-2421-75DD00701017}"/>
                </a:ext>
              </a:extLst>
            </p:cNvPr>
            <p:cNvSpPr>
              <a:spLocks/>
            </p:cNvSpPr>
            <p:nvPr/>
          </p:nvSpPr>
          <p:spPr bwMode="auto">
            <a:xfrm rot="5094805">
              <a:off x="-40280" y="738456"/>
              <a:ext cx="73119" cy="50269"/>
            </a:xfrm>
            <a:custGeom>
              <a:avLst/>
              <a:gdLst>
                <a:gd name="T0" fmla="*/ 28 w 30"/>
                <a:gd name="T1" fmla="*/ 9 h 20"/>
                <a:gd name="T2" fmla="*/ 17 w 30"/>
                <a:gd name="T3" fmla="*/ 19 h 20"/>
                <a:gd name="T4" fmla="*/ 1 w 30"/>
                <a:gd name="T5" fmla="*/ 13 h 20"/>
                <a:gd name="T6" fmla="*/ 13 w 30"/>
                <a:gd name="T7" fmla="*/ 2 h 20"/>
                <a:gd name="T8" fmla="*/ 28 w 30"/>
                <a:gd name="T9" fmla="*/ 9 h 20"/>
              </a:gdLst>
              <a:ahLst/>
              <a:cxnLst>
                <a:cxn ang="0">
                  <a:pos x="T0" y="T1"/>
                </a:cxn>
                <a:cxn ang="0">
                  <a:pos x="T2" y="T3"/>
                </a:cxn>
                <a:cxn ang="0">
                  <a:pos x="T4" y="T5"/>
                </a:cxn>
                <a:cxn ang="0">
                  <a:pos x="T6" y="T7"/>
                </a:cxn>
                <a:cxn ang="0">
                  <a:pos x="T8" y="T9"/>
                </a:cxn>
              </a:cxnLst>
              <a:rect l="0" t="0" r="r" b="b"/>
              <a:pathLst>
                <a:path w="30" h="20">
                  <a:moveTo>
                    <a:pt x="28" y="9"/>
                  </a:moveTo>
                  <a:cubicBezTo>
                    <a:pt x="30" y="14"/>
                    <a:pt x="25" y="18"/>
                    <a:pt x="17" y="19"/>
                  </a:cubicBezTo>
                  <a:cubicBezTo>
                    <a:pt x="10" y="20"/>
                    <a:pt x="2" y="18"/>
                    <a:pt x="1" y="13"/>
                  </a:cubicBezTo>
                  <a:cubicBezTo>
                    <a:pt x="0" y="9"/>
                    <a:pt x="5" y="3"/>
                    <a:pt x="13" y="2"/>
                  </a:cubicBezTo>
                  <a:cubicBezTo>
                    <a:pt x="20" y="0"/>
                    <a:pt x="27"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0" name="Freeform 1241">
              <a:extLst>
                <a:ext uri="{FF2B5EF4-FFF2-40B4-BE49-F238E27FC236}">
                  <a16:creationId xmlns:a16="http://schemas.microsoft.com/office/drawing/2014/main" id="{6E3344ED-D82F-C828-EF16-538D0C094B1B}"/>
                </a:ext>
              </a:extLst>
            </p:cNvPr>
            <p:cNvSpPr>
              <a:spLocks/>
            </p:cNvSpPr>
            <p:nvPr/>
          </p:nvSpPr>
          <p:spPr bwMode="auto">
            <a:xfrm rot="5094805">
              <a:off x="2236901" y="6941629"/>
              <a:ext cx="75404" cy="22850"/>
            </a:xfrm>
            <a:custGeom>
              <a:avLst/>
              <a:gdLst>
                <a:gd name="T0" fmla="*/ 29 w 30"/>
                <a:gd name="T1" fmla="*/ 3 h 10"/>
                <a:gd name="T2" fmla="*/ 16 w 30"/>
                <a:gd name="T3" fmla="*/ 9 h 10"/>
                <a:gd name="T4" fmla="*/ 1 w 30"/>
                <a:gd name="T5" fmla="*/ 6 h 10"/>
                <a:gd name="T6" fmla="*/ 14 w 30"/>
                <a:gd name="T7" fmla="*/ 1 h 10"/>
                <a:gd name="T8" fmla="*/ 29 w 30"/>
                <a:gd name="T9" fmla="*/ 3 h 10"/>
              </a:gdLst>
              <a:ahLst/>
              <a:cxnLst>
                <a:cxn ang="0">
                  <a:pos x="T0" y="T1"/>
                </a:cxn>
                <a:cxn ang="0">
                  <a:pos x="T2" y="T3"/>
                </a:cxn>
                <a:cxn ang="0">
                  <a:pos x="T4" y="T5"/>
                </a:cxn>
                <a:cxn ang="0">
                  <a:pos x="T6" y="T7"/>
                </a:cxn>
                <a:cxn ang="0">
                  <a:pos x="T8" y="T9"/>
                </a:cxn>
              </a:cxnLst>
              <a:rect l="0" t="0" r="r" b="b"/>
              <a:pathLst>
                <a:path w="30" h="10">
                  <a:moveTo>
                    <a:pt x="29" y="3"/>
                  </a:moveTo>
                  <a:cubicBezTo>
                    <a:pt x="30" y="5"/>
                    <a:pt x="24" y="8"/>
                    <a:pt x="16" y="9"/>
                  </a:cubicBezTo>
                  <a:cubicBezTo>
                    <a:pt x="9" y="10"/>
                    <a:pt x="2" y="8"/>
                    <a:pt x="1" y="6"/>
                  </a:cubicBezTo>
                  <a:cubicBezTo>
                    <a:pt x="0" y="4"/>
                    <a:pt x="6" y="2"/>
                    <a:pt x="14" y="1"/>
                  </a:cubicBezTo>
                  <a:cubicBezTo>
                    <a:pt x="22" y="0"/>
                    <a:pt x="29" y="1"/>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1" name="Freeform 1242">
              <a:extLst>
                <a:ext uri="{FF2B5EF4-FFF2-40B4-BE49-F238E27FC236}">
                  <a16:creationId xmlns:a16="http://schemas.microsoft.com/office/drawing/2014/main" id="{95026260-7BF2-23BC-0D33-D849B78E66DD}"/>
                </a:ext>
              </a:extLst>
            </p:cNvPr>
            <p:cNvSpPr>
              <a:spLocks/>
            </p:cNvSpPr>
            <p:nvPr/>
          </p:nvSpPr>
          <p:spPr bwMode="auto">
            <a:xfrm rot="5094805">
              <a:off x="2201077" y="6745442"/>
              <a:ext cx="70834" cy="22850"/>
            </a:xfrm>
            <a:custGeom>
              <a:avLst/>
              <a:gdLst>
                <a:gd name="T0" fmla="*/ 29 w 29"/>
                <a:gd name="T1" fmla="*/ 3 h 9"/>
                <a:gd name="T2" fmla="*/ 15 w 29"/>
                <a:gd name="T3" fmla="*/ 9 h 9"/>
                <a:gd name="T4" fmla="*/ 1 w 29"/>
                <a:gd name="T5" fmla="*/ 6 h 9"/>
                <a:gd name="T6" fmla="*/ 14 w 29"/>
                <a:gd name="T7" fmla="*/ 1 h 9"/>
                <a:gd name="T8" fmla="*/ 29 w 29"/>
                <a:gd name="T9" fmla="*/ 3 h 9"/>
              </a:gdLst>
              <a:ahLst/>
              <a:cxnLst>
                <a:cxn ang="0">
                  <a:pos x="T0" y="T1"/>
                </a:cxn>
                <a:cxn ang="0">
                  <a:pos x="T2" y="T3"/>
                </a:cxn>
                <a:cxn ang="0">
                  <a:pos x="T4" y="T5"/>
                </a:cxn>
                <a:cxn ang="0">
                  <a:pos x="T6" y="T7"/>
                </a:cxn>
                <a:cxn ang="0">
                  <a:pos x="T8" y="T9"/>
                </a:cxn>
              </a:cxnLst>
              <a:rect l="0" t="0" r="r" b="b"/>
              <a:pathLst>
                <a:path w="29" h="9">
                  <a:moveTo>
                    <a:pt x="29" y="3"/>
                  </a:moveTo>
                  <a:cubicBezTo>
                    <a:pt x="29" y="5"/>
                    <a:pt x="23" y="8"/>
                    <a:pt x="15" y="9"/>
                  </a:cubicBezTo>
                  <a:cubicBezTo>
                    <a:pt x="8" y="9"/>
                    <a:pt x="1" y="8"/>
                    <a:pt x="1" y="6"/>
                  </a:cubicBezTo>
                  <a:cubicBezTo>
                    <a:pt x="0" y="4"/>
                    <a:pt x="7" y="2"/>
                    <a:pt x="14" y="1"/>
                  </a:cubicBezTo>
                  <a:cubicBezTo>
                    <a:pt x="22" y="0"/>
                    <a:pt x="28" y="1"/>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2" name="Freeform 1243">
              <a:extLst>
                <a:ext uri="{FF2B5EF4-FFF2-40B4-BE49-F238E27FC236}">
                  <a16:creationId xmlns:a16="http://schemas.microsoft.com/office/drawing/2014/main" id="{98DB1AF1-792A-38CB-37E3-3FEDEC2511D3}"/>
                </a:ext>
              </a:extLst>
            </p:cNvPr>
            <p:cNvSpPr>
              <a:spLocks/>
            </p:cNvSpPr>
            <p:nvPr/>
          </p:nvSpPr>
          <p:spPr bwMode="auto">
            <a:xfrm rot="5094805">
              <a:off x="2160886" y="6551531"/>
              <a:ext cx="75404" cy="22850"/>
            </a:xfrm>
            <a:custGeom>
              <a:avLst/>
              <a:gdLst>
                <a:gd name="T0" fmla="*/ 29 w 31"/>
                <a:gd name="T1" fmla="*/ 3 h 9"/>
                <a:gd name="T2" fmla="*/ 18 w 31"/>
                <a:gd name="T3" fmla="*/ 8 h 9"/>
                <a:gd name="T4" fmla="*/ 2 w 31"/>
                <a:gd name="T5" fmla="*/ 6 h 9"/>
                <a:gd name="T6" fmla="*/ 14 w 31"/>
                <a:gd name="T7" fmla="*/ 1 h 9"/>
                <a:gd name="T8" fmla="*/ 29 w 31"/>
                <a:gd name="T9" fmla="*/ 3 h 9"/>
              </a:gdLst>
              <a:ahLst/>
              <a:cxnLst>
                <a:cxn ang="0">
                  <a:pos x="T0" y="T1"/>
                </a:cxn>
                <a:cxn ang="0">
                  <a:pos x="T2" y="T3"/>
                </a:cxn>
                <a:cxn ang="0">
                  <a:pos x="T4" y="T5"/>
                </a:cxn>
                <a:cxn ang="0">
                  <a:pos x="T6" y="T7"/>
                </a:cxn>
                <a:cxn ang="0">
                  <a:pos x="T8" y="T9"/>
                </a:cxn>
              </a:cxnLst>
              <a:rect l="0" t="0" r="r" b="b"/>
              <a:pathLst>
                <a:path w="31" h="9">
                  <a:moveTo>
                    <a:pt x="29" y="3"/>
                  </a:moveTo>
                  <a:cubicBezTo>
                    <a:pt x="31" y="5"/>
                    <a:pt x="25" y="7"/>
                    <a:pt x="18" y="8"/>
                  </a:cubicBezTo>
                  <a:cubicBezTo>
                    <a:pt x="10" y="9"/>
                    <a:pt x="3" y="8"/>
                    <a:pt x="2" y="6"/>
                  </a:cubicBezTo>
                  <a:cubicBezTo>
                    <a:pt x="0" y="4"/>
                    <a:pt x="6" y="2"/>
                    <a:pt x="14" y="1"/>
                  </a:cubicBezTo>
                  <a:cubicBezTo>
                    <a:pt x="21" y="0"/>
                    <a:pt x="28" y="1"/>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3" name="Freeform 1244">
              <a:extLst>
                <a:ext uri="{FF2B5EF4-FFF2-40B4-BE49-F238E27FC236}">
                  <a16:creationId xmlns:a16="http://schemas.microsoft.com/office/drawing/2014/main" id="{198E13FE-C88E-FF0C-24E6-F7BD2239BD21}"/>
                </a:ext>
              </a:extLst>
            </p:cNvPr>
            <p:cNvSpPr>
              <a:spLocks/>
            </p:cNvSpPr>
            <p:nvPr/>
          </p:nvSpPr>
          <p:spPr bwMode="auto">
            <a:xfrm rot="5094805">
              <a:off x="2129807" y="6357013"/>
              <a:ext cx="75404" cy="22850"/>
            </a:xfrm>
            <a:custGeom>
              <a:avLst/>
              <a:gdLst>
                <a:gd name="T0" fmla="*/ 13 w 30"/>
                <a:gd name="T1" fmla="*/ 1 h 9"/>
                <a:gd name="T2" fmla="*/ 29 w 30"/>
                <a:gd name="T3" fmla="*/ 3 h 9"/>
                <a:gd name="T4" fmla="*/ 17 w 30"/>
                <a:gd name="T5" fmla="*/ 8 h 9"/>
                <a:gd name="T6" fmla="*/ 1 w 30"/>
                <a:gd name="T7" fmla="*/ 6 h 9"/>
                <a:gd name="T8" fmla="*/ 13 w 30"/>
                <a:gd name="T9" fmla="*/ 1 h 9"/>
              </a:gdLst>
              <a:ahLst/>
              <a:cxnLst>
                <a:cxn ang="0">
                  <a:pos x="T0" y="T1"/>
                </a:cxn>
                <a:cxn ang="0">
                  <a:pos x="T2" y="T3"/>
                </a:cxn>
                <a:cxn ang="0">
                  <a:pos x="T4" y="T5"/>
                </a:cxn>
                <a:cxn ang="0">
                  <a:pos x="T6" y="T7"/>
                </a:cxn>
                <a:cxn ang="0">
                  <a:pos x="T8" y="T9"/>
                </a:cxn>
              </a:cxnLst>
              <a:rect l="0" t="0" r="r" b="b"/>
              <a:pathLst>
                <a:path w="30" h="9">
                  <a:moveTo>
                    <a:pt x="13" y="1"/>
                  </a:moveTo>
                  <a:cubicBezTo>
                    <a:pt x="21" y="0"/>
                    <a:pt x="28" y="1"/>
                    <a:pt x="29" y="3"/>
                  </a:cubicBezTo>
                  <a:cubicBezTo>
                    <a:pt x="30" y="5"/>
                    <a:pt x="25" y="8"/>
                    <a:pt x="17" y="8"/>
                  </a:cubicBezTo>
                  <a:cubicBezTo>
                    <a:pt x="10" y="9"/>
                    <a:pt x="2" y="7"/>
                    <a:pt x="1" y="6"/>
                  </a:cubicBezTo>
                  <a:cubicBezTo>
                    <a:pt x="0" y="4"/>
                    <a:pt x="5"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4" name="Freeform 1245">
              <a:extLst>
                <a:ext uri="{FF2B5EF4-FFF2-40B4-BE49-F238E27FC236}">
                  <a16:creationId xmlns:a16="http://schemas.microsoft.com/office/drawing/2014/main" id="{F3666CDF-9E2E-8054-45BE-9D9F12DEF264}"/>
                </a:ext>
              </a:extLst>
            </p:cNvPr>
            <p:cNvSpPr>
              <a:spLocks/>
            </p:cNvSpPr>
            <p:nvPr/>
          </p:nvSpPr>
          <p:spPr bwMode="auto">
            <a:xfrm rot="5094805">
              <a:off x="2102152" y="6163535"/>
              <a:ext cx="70834" cy="20565"/>
            </a:xfrm>
            <a:custGeom>
              <a:avLst/>
              <a:gdLst>
                <a:gd name="T0" fmla="*/ 13 w 29"/>
                <a:gd name="T1" fmla="*/ 0 h 8"/>
                <a:gd name="T2" fmla="*/ 28 w 29"/>
                <a:gd name="T3" fmla="*/ 3 h 8"/>
                <a:gd name="T4" fmla="*/ 16 w 29"/>
                <a:gd name="T5" fmla="*/ 8 h 8"/>
                <a:gd name="T6" fmla="*/ 0 w 29"/>
                <a:gd name="T7" fmla="*/ 5 h 8"/>
                <a:gd name="T8" fmla="*/ 13 w 29"/>
                <a:gd name="T9" fmla="*/ 0 h 8"/>
              </a:gdLst>
              <a:ahLst/>
              <a:cxnLst>
                <a:cxn ang="0">
                  <a:pos x="T0" y="T1"/>
                </a:cxn>
                <a:cxn ang="0">
                  <a:pos x="T2" y="T3"/>
                </a:cxn>
                <a:cxn ang="0">
                  <a:pos x="T4" y="T5"/>
                </a:cxn>
                <a:cxn ang="0">
                  <a:pos x="T6" y="T7"/>
                </a:cxn>
                <a:cxn ang="0">
                  <a:pos x="T8" y="T9"/>
                </a:cxn>
              </a:cxnLst>
              <a:rect l="0" t="0" r="r" b="b"/>
              <a:pathLst>
                <a:path w="29" h="8">
                  <a:moveTo>
                    <a:pt x="13" y="0"/>
                  </a:moveTo>
                  <a:cubicBezTo>
                    <a:pt x="21" y="0"/>
                    <a:pt x="28" y="1"/>
                    <a:pt x="28" y="3"/>
                  </a:cubicBezTo>
                  <a:cubicBezTo>
                    <a:pt x="29" y="5"/>
                    <a:pt x="23" y="7"/>
                    <a:pt x="16" y="8"/>
                  </a:cubicBezTo>
                  <a:cubicBezTo>
                    <a:pt x="8" y="8"/>
                    <a:pt x="1" y="7"/>
                    <a:pt x="0" y="5"/>
                  </a:cubicBezTo>
                  <a:cubicBezTo>
                    <a:pt x="0" y="3"/>
                    <a:pt x="6" y="0"/>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5" name="Freeform 1246">
              <a:extLst>
                <a:ext uri="{FF2B5EF4-FFF2-40B4-BE49-F238E27FC236}">
                  <a16:creationId xmlns:a16="http://schemas.microsoft.com/office/drawing/2014/main" id="{4615A782-8885-4D3B-F6F4-DB838D929E36}"/>
                </a:ext>
              </a:extLst>
            </p:cNvPr>
            <p:cNvSpPr>
              <a:spLocks/>
            </p:cNvSpPr>
            <p:nvPr/>
          </p:nvSpPr>
          <p:spPr bwMode="auto">
            <a:xfrm rot="5094805">
              <a:off x="2062066" y="5969721"/>
              <a:ext cx="73119" cy="22850"/>
            </a:xfrm>
            <a:custGeom>
              <a:avLst/>
              <a:gdLst>
                <a:gd name="T0" fmla="*/ 28 w 29"/>
                <a:gd name="T1" fmla="*/ 3 h 10"/>
                <a:gd name="T2" fmla="*/ 16 w 29"/>
                <a:gd name="T3" fmla="*/ 9 h 10"/>
                <a:gd name="T4" fmla="*/ 1 w 29"/>
                <a:gd name="T5" fmla="*/ 7 h 10"/>
                <a:gd name="T6" fmla="*/ 14 w 29"/>
                <a:gd name="T7" fmla="*/ 1 h 10"/>
                <a:gd name="T8" fmla="*/ 28 w 29"/>
                <a:gd name="T9" fmla="*/ 3 h 10"/>
              </a:gdLst>
              <a:ahLst/>
              <a:cxnLst>
                <a:cxn ang="0">
                  <a:pos x="T0" y="T1"/>
                </a:cxn>
                <a:cxn ang="0">
                  <a:pos x="T2" y="T3"/>
                </a:cxn>
                <a:cxn ang="0">
                  <a:pos x="T4" y="T5"/>
                </a:cxn>
                <a:cxn ang="0">
                  <a:pos x="T6" y="T7"/>
                </a:cxn>
                <a:cxn ang="0">
                  <a:pos x="T8" y="T9"/>
                </a:cxn>
              </a:cxnLst>
              <a:rect l="0" t="0" r="r" b="b"/>
              <a:pathLst>
                <a:path w="29" h="10">
                  <a:moveTo>
                    <a:pt x="28" y="3"/>
                  </a:moveTo>
                  <a:cubicBezTo>
                    <a:pt x="29" y="5"/>
                    <a:pt x="23" y="8"/>
                    <a:pt x="16" y="9"/>
                  </a:cubicBezTo>
                  <a:cubicBezTo>
                    <a:pt x="9" y="10"/>
                    <a:pt x="1" y="9"/>
                    <a:pt x="1" y="7"/>
                  </a:cubicBezTo>
                  <a:cubicBezTo>
                    <a:pt x="0" y="5"/>
                    <a:pt x="6" y="2"/>
                    <a:pt x="14" y="1"/>
                  </a:cubicBezTo>
                  <a:cubicBezTo>
                    <a:pt x="21" y="0"/>
                    <a:pt x="28" y="1"/>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6" name="Freeform 1247">
              <a:extLst>
                <a:ext uri="{FF2B5EF4-FFF2-40B4-BE49-F238E27FC236}">
                  <a16:creationId xmlns:a16="http://schemas.microsoft.com/office/drawing/2014/main" id="{97AF5E48-E52F-9F01-B922-AD0339163D65}"/>
                </a:ext>
              </a:extLst>
            </p:cNvPr>
            <p:cNvSpPr>
              <a:spLocks/>
            </p:cNvSpPr>
            <p:nvPr/>
          </p:nvSpPr>
          <p:spPr bwMode="auto">
            <a:xfrm rot="5094805">
              <a:off x="2006357" y="5779698"/>
              <a:ext cx="73119" cy="27420"/>
            </a:xfrm>
            <a:custGeom>
              <a:avLst/>
              <a:gdLst>
                <a:gd name="T0" fmla="*/ 12 w 29"/>
                <a:gd name="T1" fmla="*/ 2 h 11"/>
                <a:gd name="T2" fmla="*/ 28 w 29"/>
                <a:gd name="T3" fmla="*/ 2 h 11"/>
                <a:gd name="T4" fmla="*/ 16 w 29"/>
                <a:gd name="T5" fmla="*/ 10 h 11"/>
                <a:gd name="T6" fmla="*/ 1 w 29"/>
                <a:gd name="T7" fmla="*/ 9 h 11"/>
                <a:gd name="T8" fmla="*/ 12 w 29"/>
                <a:gd name="T9" fmla="*/ 2 h 11"/>
              </a:gdLst>
              <a:ahLst/>
              <a:cxnLst>
                <a:cxn ang="0">
                  <a:pos x="T0" y="T1"/>
                </a:cxn>
                <a:cxn ang="0">
                  <a:pos x="T2" y="T3"/>
                </a:cxn>
                <a:cxn ang="0">
                  <a:pos x="T4" y="T5"/>
                </a:cxn>
                <a:cxn ang="0">
                  <a:pos x="T6" y="T7"/>
                </a:cxn>
                <a:cxn ang="0">
                  <a:pos x="T8" y="T9"/>
                </a:cxn>
              </a:cxnLst>
              <a:rect l="0" t="0" r="r" b="b"/>
              <a:pathLst>
                <a:path w="29" h="11">
                  <a:moveTo>
                    <a:pt x="12" y="2"/>
                  </a:moveTo>
                  <a:cubicBezTo>
                    <a:pt x="20" y="0"/>
                    <a:pt x="27" y="0"/>
                    <a:pt x="28" y="2"/>
                  </a:cubicBezTo>
                  <a:cubicBezTo>
                    <a:pt x="29" y="4"/>
                    <a:pt x="24" y="8"/>
                    <a:pt x="16" y="10"/>
                  </a:cubicBezTo>
                  <a:cubicBezTo>
                    <a:pt x="9" y="11"/>
                    <a:pt x="2" y="11"/>
                    <a:pt x="1" y="9"/>
                  </a:cubicBezTo>
                  <a:cubicBezTo>
                    <a:pt x="0" y="7"/>
                    <a:pt x="5" y="4"/>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7" name="Freeform 1248">
              <a:extLst>
                <a:ext uri="{FF2B5EF4-FFF2-40B4-BE49-F238E27FC236}">
                  <a16:creationId xmlns:a16="http://schemas.microsoft.com/office/drawing/2014/main" id="{2D151696-8764-5BDB-54AA-776745B5D07C}"/>
                </a:ext>
              </a:extLst>
            </p:cNvPr>
            <p:cNvSpPr>
              <a:spLocks/>
            </p:cNvSpPr>
            <p:nvPr/>
          </p:nvSpPr>
          <p:spPr bwMode="auto">
            <a:xfrm rot="5094805">
              <a:off x="1939171" y="5588509"/>
              <a:ext cx="70834" cy="34275"/>
            </a:xfrm>
            <a:custGeom>
              <a:avLst/>
              <a:gdLst>
                <a:gd name="T0" fmla="*/ 16 w 29"/>
                <a:gd name="T1" fmla="*/ 11 h 14"/>
                <a:gd name="T2" fmla="*/ 1 w 29"/>
                <a:gd name="T3" fmla="*/ 11 h 14"/>
                <a:gd name="T4" fmla="*/ 13 w 29"/>
                <a:gd name="T5" fmla="*/ 3 h 14"/>
                <a:gd name="T6" fmla="*/ 28 w 29"/>
                <a:gd name="T7" fmla="*/ 3 h 14"/>
                <a:gd name="T8" fmla="*/ 16 w 29"/>
                <a:gd name="T9" fmla="*/ 11 h 14"/>
              </a:gdLst>
              <a:ahLst/>
              <a:cxnLst>
                <a:cxn ang="0">
                  <a:pos x="T0" y="T1"/>
                </a:cxn>
                <a:cxn ang="0">
                  <a:pos x="T2" y="T3"/>
                </a:cxn>
                <a:cxn ang="0">
                  <a:pos x="T4" y="T5"/>
                </a:cxn>
                <a:cxn ang="0">
                  <a:pos x="T6" y="T7"/>
                </a:cxn>
                <a:cxn ang="0">
                  <a:pos x="T8" y="T9"/>
                </a:cxn>
              </a:cxnLst>
              <a:rect l="0" t="0" r="r" b="b"/>
              <a:pathLst>
                <a:path w="29" h="14">
                  <a:moveTo>
                    <a:pt x="16" y="11"/>
                  </a:moveTo>
                  <a:cubicBezTo>
                    <a:pt x="8" y="14"/>
                    <a:pt x="1" y="13"/>
                    <a:pt x="1" y="11"/>
                  </a:cubicBezTo>
                  <a:cubicBezTo>
                    <a:pt x="0" y="9"/>
                    <a:pt x="6" y="5"/>
                    <a:pt x="13" y="3"/>
                  </a:cubicBezTo>
                  <a:cubicBezTo>
                    <a:pt x="21" y="1"/>
                    <a:pt x="27" y="0"/>
                    <a:pt x="28" y="3"/>
                  </a:cubicBezTo>
                  <a:cubicBezTo>
                    <a:pt x="29" y="5"/>
                    <a:pt x="23" y="9"/>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8" name="Freeform 1249">
              <a:extLst>
                <a:ext uri="{FF2B5EF4-FFF2-40B4-BE49-F238E27FC236}">
                  <a16:creationId xmlns:a16="http://schemas.microsoft.com/office/drawing/2014/main" id="{F577C952-6D24-33B9-D1AE-1C0525F9328C}"/>
                </a:ext>
              </a:extLst>
            </p:cNvPr>
            <p:cNvSpPr>
              <a:spLocks/>
            </p:cNvSpPr>
            <p:nvPr/>
          </p:nvSpPr>
          <p:spPr bwMode="auto">
            <a:xfrm rot="5094805">
              <a:off x="1856151" y="5400917"/>
              <a:ext cx="70834" cy="38845"/>
            </a:xfrm>
            <a:custGeom>
              <a:avLst/>
              <a:gdLst>
                <a:gd name="T0" fmla="*/ 16 w 29"/>
                <a:gd name="T1" fmla="*/ 12 h 15"/>
                <a:gd name="T2" fmla="*/ 1 w 29"/>
                <a:gd name="T3" fmla="*/ 13 h 15"/>
                <a:gd name="T4" fmla="*/ 13 w 29"/>
                <a:gd name="T5" fmla="*/ 3 h 15"/>
                <a:gd name="T6" fmla="*/ 28 w 29"/>
                <a:gd name="T7" fmla="*/ 2 h 15"/>
                <a:gd name="T8" fmla="*/ 16 w 29"/>
                <a:gd name="T9" fmla="*/ 12 h 15"/>
              </a:gdLst>
              <a:ahLst/>
              <a:cxnLst>
                <a:cxn ang="0">
                  <a:pos x="T0" y="T1"/>
                </a:cxn>
                <a:cxn ang="0">
                  <a:pos x="T2" y="T3"/>
                </a:cxn>
                <a:cxn ang="0">
                  <a:pos x="T4" y="T5"/>
                </a:cxn>
                <a:cxn ang="0">
                  <a:pos x="T6" y="T7"/>
                </a:cxn>
                <a:cxn ang="0">
                  <a:pos x="T8" y="T9"/>
                </a:cxn>
              </a:cxnLst>
              <a:rect l="0" t="0" r="r" b="b"/>
              <a:pathLst>
                <a:path w="29" h="15">
                  <a:moveTo>
                    <a:pt x="16" y="12"/>
                  </a:moveTo>
                  <a:cubicBezTo>
                    <a:pt x="9" y="14"/>
                    <a:pt x="2" y="15"/>
                    <a:pt x="1" y="13"/>
                  </a:cubicBezTo>
                  <a:cubicBezTo>
                    <a:pt x="0" y="10"/>
                    <a:pt x="6" y="6"/>
                    <a:pt x="13" y="3"/>
                  </a:cubicBezTo>
                  <a:cubicBezTo>
                    <a:pt x="20" y="1"/>
                    <a:pt x="27" y="0"/>
                    <a:pt x="28" y="2"/>
                  </a:cubicBezTo>
                  <a:cubicBezTo>
                    <a:pt x="29" y="5"/>
                    <a:pt x="24" y="9"/>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9" name="Freeform 1250">
              <a:extLst>
                <a:ext uri="{FF2B5EF4-FFF2-40B4-BE49-F238E27FC236}">
                  <a16:creationId xmlns:a16="http://schemas.microsoft.com/office/drawing/2014/main" id="{5B327217-0392-7932-F232-CED77E12B0B3}"/>
                </a:ext>
              </a:extLst>
            </p:cNvPr>
            <p:cNvSpPr>
              <a:spLocks/>
            </p:cNvSpPr>
            <p:nvPr/>
          </p:nvSpPr>
          <p:spPr bwMode="auto">
            <a:xfrm rot="5094805">
              <a:off x="1764026" y="5216420"/>
              <a:ext cx="70834" cy="38845"/>
            </a:xfrm>
            <a:custGeom>
              <a:avLst/>
              <a:gdLst>
                <a:gd name="T0" fmla="*/ 13 w 28"/>
                <a:gd name="T1" fmla="*/ 4 h 16"/>
                <a:gd name="T2" fmla="*/ 28 w 28"/>
                <a:gd name="T3" fmla="*/ 2 h 16"/>
                <a:gd name="T4" fmla="*/ 15 w 28"/>
                <a:gd name="T5" fmla="*/ 13 h 16"/>
                <a:gd name="T6" fmla="*/ 0 w 28"/>
                <a:gd name="T7" fmla="*/ 14 h 16"/>
                <a:gd name="T8" fmla="*/ 13 w 28"/>
                <a:gd name="T9" fmla="*/ 4 h 16"/>
              </a:gdLst>
              <a:ahLst/>
              <a:cxnLst>
                <a:cxn ang="0">
                  <a:pos x="T0" y="T1"/>
                </a:cxn>
                <a:cxn ang="0">
                  <a:pos x="T2" y="T3"/>
                </a:cxn>
                <a:cxn ang="0">
                  <a:pos x="T4" y="T5"/>
                </a:cxn>
                <a:cxn ang="0">
                  <a:pos x="T6" y="T7"/>
                </a:cxn>
                <a:cxn ang="0">
                  <a:pos x="T8" y="T9"/>
                </a:cxn>
              </a:cxnLst>
              <a:rect l="0" t="0" r="r" b="b"/>
              <a:pathLst>
                <a:path w="28" h="16">
                  <a:moveTo>
                    <a:pt x="13" y="4"/>
                  </a:moveTo>
                  <a:cubicBezTo>
                    <a:pt x="20" y="1"/>
                    <a:pt x="27" y="0"/>
                    <a:pt x="28" y="2"/>
                  </a:cubicBezTo>
                  <a:cubicBezTo>
                    <a:pt x="28" y="5"/>
                    <a:pt x="23" y="10"/>
                    <a:pt x="15" y="13"/>
                  </a:cubicBezTo>
                  <a:cubicBezTo>
                    <a:pt x="8" y="16"/>
                    <a:pt x="1" y="16"/>
                    <a:pt x="0" y="14"/>
                  </a:cubicBezTo>
                  <a:cubicBezTo>
                    <a:pt x="0" y="11"/>
                    <a:pt x="5" y="7"/>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0" name="Freeform 1251">
              <a:extLst>
                <a:ext uri="{FF2B5EF4-FFF2-40B4-BE49-F238E27FC236}">
                  <a16:creationId xmlns:a16="http://schemas.microsoft.com/office/drawing/2014/main" id="{8E404272-8D26-AE39-B14F-F583AE515170}"/>
                </a:ext>
              </a:extLst>
            </p:cNvPr>
            <p:cNvSpPr>
              <a:spLocks/>
            </p:cNvSpPr>
            <p:nvPr/>
          </p:nvSpPr>
          <p:spPr bwMode="auto">
            <a:xfrm rot="5094805">
              <a:off x="1662903" y="5032830"/>
              <a:ext cx="68549" cy="41130"/>
            </a:xfrm>
            <a:custGeom>
              <a:avLst/>
              <a:gdLst>
                <a:gd name="T0" fmla="*/ 27 w 28"/>
                <a:gd name="T1" fmla="*/ 2 h 17"/>
                <a:gd name="T2" fmla="*/ 15 w 28"/>
                <a:gd name="T3" fmla="*/ 13 h 17"/>
                <a:gd name="T4" fmla="*/ 0 w 28"/>
                <a:gd name="T5" fmla="*/ 15 h 17"/>
                <a:gd name="T6" fmla="*/ 13 w 28"/>
                <a:gd name="T7" fmla="*/ 4 h 17"/>
                <a:gd name="T8" fmla="*/ 27 w 28"/>
                <a:gd name="T9" fmla="*/ 2 h 17"/>
              </a:gdLst>
              <a:ahLst/>
              <a:cxnLst>
                <a:cxn ang="0">
                  <a:pos x="T0" y="T1"/>
                </a:cxn>
                <a:cxn ang="0">
                  <a:pos x="T2" y="T3"/>
                </a:cxn>
                <a:cxn ang="0">
                  <a:pos x="T4" y="T5"/>
                </a:cxn>
                <a:cxn ang="0">
                  <a:pos x="T6" y="T7"/>
                </a:cxn>
                <a:cxn ang="0">
                  <a:pos x="T8" y="T9"/>
                </a:cxn>
              </a:cxnLst>
              <a:rect l="0" t="0" r="r" b="b"/>
              <a:pathLst>
                <a:path w="28" h="17">
                  <a:moveTo>
                    <a:pt x="27" y="2"/>
                  </a:moveTo>
                  <a:cubicBezTo>
                    <a:pt x="28" y="5"/>
                    <a:pt x="22" y="10"/>
                    <a:pt x="15" y="13"/>
                  </a:cubicBezTo>
                  <a:cubicBezTo>
                    <a:pt x="8" y="17"/>
                    <a:pt x="1" y="17"/>
                    <a:pt x="0" y="15"/>
                  </a:cubicBezTo>
                  <a:cubicBezTo>
                    <a:pt x="0" y="12"/>
                    <a:pt x="5" y="7"/>
                    <a:pt x="13" y="4"/>
                  </a:cubicBezTo>
                  <a:cubicBezTo>
                    <a:pt x="20" y="0"/>
                    <a:pt x="27"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1" name="Freeform 1252">
              <a:extLst>
                <a:ext uri="{FF2B5EF4-FFF2-40B4-BE49-F238E27FC236}">
                  <a16:creationId xmlns:a16="http://schemas.microsoft.com/office/drawing/2014/main" id="{184EBF7F-8217-FF48-AE2F-6B29BB536B3C}"/>
                </a:ext>
              </a:extLst>
            </p:cNvPr>
            <p:cNvSpPr>
              <a:spLocks/>
            </p:cNvSpPr>
            <p:nvPr/>
          </p:nvSpPr>
          <p:spPr bwMode="auto">
            <a:xfrm rot="5094805">
              <a:off x="1554943" y="4847361"/>
              <a:ext cx="70834" cy="47985"/>
            </a:xfrm>
            <a:custGeom>
              <a:avLst/>
              <a:gdLst>
                <a:gd name="T0" fmla="*/ 28 w 29"/>
                <a:gd name="T1" fmla="*/ 3 h 19"/>
                <a:gd name="T2" fmla="*/ 17 w 29"/>
                <a:gd name="T3" fmla="*/ 14 h 19"/>
                <a:gd name="T4" fmla="*/ 1 w 29"/>
                <a:gd name="T5" fmla="*/ 17 h 19"/>
                <a:gd name="T6" fmla="*/ 13 w 29"/>
                <a:gd name="T7" fmla="*/ 5 h 19"/>
                <a:gd name="T8" fmla="*/ 28 w 29"/>
                <a:gd name="T9" fmla="*/ 3 h 19"/>
              </a:gdLst>
              <a:ahLst/>
              <a:cxnLst>
                <a:cxn ang="0">
                  <a:pos x="T0" y="T1"/>
                </a:cxn>
                <a:cxn ang="0">
                  <a:pos x="T2" y="T3"/>
                </a:cxn>
                <a:cxn ang="0">
                  <a:pos x="T4" y="T5"/>
                </a:cxn>
                <a:cxn ang="0">
                  <a:pos x="T6" y="T7"/>
                </a:cxn>
                <a:cxn ang="0">
                  <a:pos x="T8" y="T9"/>
                </a:cxn>
              </a:cxnLst>
              <a:rect l="0" t="0" r="r" b="b"/>
              <a:pathLst>
                <a:path w="29" h="19">
                  <a:moveTo>
                    <a:pt x="28" y="3"/>
                  </a:moveTo>
                  <a:cubicBezTo>
                    <a:pt x="29" y="5"/>
                    <a:pt x="24" y="10"/>
                    <a:pt x="17" y="14"/>
                  </a:cubicBezTo>
                  <a:cubicBezTo>
                    <a:pt x="10" y="18"/>
                    <a:pt x="2" y="19"/>
                    <a:pt x="1" y="17"/>
                  </a:cubicBezTo>
                  <a:cubicBezTo>
                    <a:pt x="0" y="14"/>
                    <a:pt x="5" y="9"/>
                    <a:pt x="13" y="5"/>
                  </a:cubicBezTo>
                  <a:cubicBezTo>
                    <a:pt x="20"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2" name="Freeform 1253">
              <a:extLst>
                <a:ext uri="{FF2B5EF4-FFF2-40B4-BE49-F238E27FC236}">
                  <a16:creationId xmlns:a16="http://schemas.microsoft.com/office/drawing/2014/main" id="{FACAE57E-F45D-7414-FCE8-0ED28990ED49}"/>
                </a:ext>
              </a:extLst>
            </p:cNvPr>
            <p:cNvSpPr>
              <a:spLocks/>
            </p:cNvSpPr>
            <p:nvPr/>
          </p:nvSpPr>
          <p:spPr bwMode="auto">
            <a:xfrm rot="5094805">
              <a:off x="1440261" y="4667166"/>
              <a:ext cx="70834" cy="47985"/>
            </a:xfrm>
            <a:custGeom>
              <a:avLst/>
              <a:gdLst>
                <a:gd name="T0" fmla="*/ 28 w 29"/>
                <a:gd name="T1" fmla="*/ 3 h 20"/>
                <a:gd name="T2" fmla="*/ 16 w 29"/>
                <a:gd name="T3" fmla="*/ 15 h 20"/>
                <a:gd name="T4" fmla="*/ 1 w 29"/>
                <a:gd name="T5" fmla="*/ 17 h 20"/>
                <a:gd name="T6" fmla="*/ 13 w 29"/>
                <a:gd name="T7" fmla="*/ 5 h 20"/>
                <a:gd name="T8" fmla="*/ 28 w 29"/>
                <a:gd name="T9" fmla="*/ 3 h 20"/>
              </a:gdLst>
              <a:ahLst/>
              <a:cxnLst>
                <a:cxn ang="0">
                  <a:pos x="T0" y="T1"/>
                </a:cxn>
                <a:cxn ang="0">
                  <a:pos x="T2" y="T3"/>
                </a:cxn>
                <a:cxn ang="0">
                  <a:pos x="T4" y="T5"/>
                </a:cxn>
                <a:cxn ang="0">
                  <a:pos x="T6" y="T7"/>
                </a:cxn>
                <a:cxn ang="0">
                  <a:pos x="T8" y="T9"/>
                </a:cxn>
              </a:cxnLst>
              <a:rect l="0" t="0" r="r" b="b"/>
              <a:pathLst>
                <a:path w="29" h="20">
                  <a:moveTo>
                    <a:pt x="28" y="3"/>
                  </a:moveTo>
                  <a:cubicBezTo>
                    <a:pt x="29" y="6"/>
                    <a:pt x="23" y="11"/>
                    <a:pt x="16" y="15"/>
                  </a:cubicBezTo>
                  <a:cubicBezTo>
                    <a:pt x="9" y="19"/>
                    <a:pt x="2" y="20"/>
                    <a:pt x="1" y="17"/>
                  </a:cubicBezTo>
                  <a:cubicBezTo>
                    <a:pt x="0" y="14"/>
                    <a:pt x="6" y="9"/>
                    <a:pt x="13" y="5"/>
                  </a:cubicBezTo>
                  <a:cubicBezTo>
                    <a:pt x="21"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3" name="Freeform 1256">
              <a:extLst>
                <a:ext uri="{FF2B5EF4-FFF2-40B4-BE49-F238E27FC236}">
                  <a16:creationId xmlns:a16="http://schemas.microsoft.com/office/drawing/2014/main" id="{8470473C-7C60-2D6F-DE0F-04F4FD18AD36}"/>
                </a:ext>
              </a:extLst>
            </p:cNvPr>
            <p:cNvSpPr>
              <a:spLocks/>
            </p:cNvSpPr>
            <p:nvPr/>
          </p:nvSpPr>
          <p:spPr bwMode="auto">
            <a:xfrm rot="5094805">
              <a:off x="1383143" y="4468269"/>
              <a:ext cx="66264" cy="38845"/>
            </a:xfrm>
            <a:custGeom>
              <a:avLst/>
              <a:gdLst>
                <a:gd name="T0" fmla="*/ 11 w 27"/>
                <a:gd name="T1" fmla="*/ 5 h 16"/>
                <a:gd name="T2" fmla="*/ 26 w 27"/>
                <a:gd name="T3" fmla="*/ 1 h 16"/>
                <a:gd name="T4" fmla="*/ 14 w 27"/>
                <a:gd name="T5" fmla="*/ 11 h 16"/>
                <a:gd name="T6" fmla="*/ 0 w 27"/>
                <a:gd name="T7" fmla="*/ 15 h 16"/>
                <a:gd name="T8" fmla="*/ 11 w 27"/>
                <a:gd name="T9" fmla="*/ 5 h 16"/>
              </a:gdLst>
              <a:ahLst/>
              <a:cxnLst>
                <a:cxn ang="0">
                  <a:pos x="T0" y="T1"/>
                </a:cxn>
                <a:cxn ang="0">
                  <a:pos x="T2" y="T3"/>
                </a:cxn>
                <a:cxn ang="0">
                  <a:pos x="T4" y="T5"/>
                </a:cxn>
                <a:cxn ang="0">
                  <a:pos x="T6" y="T7"/>
                </a:cxn>
                <a:cxn ang="0">
                  <a:pos x="T8" y="T9"/>
                </a:cxn>
              </a:cxnLst>
              <a:rect l="0" t="0" r="r" b="b"/>
              <a:pathLst>
                <a:path w="27" h="16">
                  <a:moveTo>
                    <a:pt x="11" y="5"/>
                  </a:moveTo>
                  <a:cubicBezTo>
                    <a:pt x="18" y="2"/>
                    <a:pt x="25" y="0"/>
                    <a:pt x="26" y="1"/>
                  </a:cubicBezTo>
                  <a:cubicBezTo>
                    <a:pt x="27" y="3"/>
                    <a:pt x="21" y="7"/>
                    <a:pt x="14" y="11"/>
                  </a:cubicBezTo>
                  <a:cubicBezTo>
                    <a:pt x="7" y="15"/>
                    <a:pt x="1" y="16"/>
                    <a:pt x="0" y="15"/>
                  </a:cubicBezTo>
                  <a:cubicBezTo>
                    <a:pt x="0" y="13"/>
                    <a:pt x="4" y="9"/>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4" name="Freeform 1257">
              <a:extLst>
                <a:ext uri="{FF2B5EF4-FFF2-40B4-BE49-F238E27FC236}">
                  <a16:creationId xmlns:a16="http://schemas.microsoft.com/office/drawing/2014/main" id="{A3474937-A7FD-F61E-6772-CAA806E2F0DD}"/>
                </a:ext>
              </a:extLst>
            </p:cNvPr>
            <p:cNvSpPr>
              <a:spLocks/>
            </p:cNvSpPr>
            <p:nvPr/>
          </p:nvSpPr>
          <p:spPr bwMode="auto">
            <a:xfrm rot="5094805">
              <a:off x="1496581" y="4647326"/>
              <a:ext cx="68549" cy="38845"/>
            </a:xfrm>
            <a:custGeom>
              <a:avLst/>
              <a:gdLst>
                <a:gd name="T0" fmla="*/ 16 w 28"/>
                <a:gd name="T1" fmla="*/ 11 h 16"/>
                <a:gd name="T2" fmla="*/ 2 w 28"/>
                <a:gd name="T3" fmla="*/ 15 h 16"/>
                <a:gd name="T4" fmla="*/ 11 w 28"/>
                <a:gd name="T5" fmla="*/ 7 h 16"/>
                <a:gd name="T6" fmla="*/ 27 w 28"/>
                <a:gd name="T7" fmla="*/ 2 h 16"/>
                <a:gd name="T8" fmla="*/ 16 w 28"/>
                <a:gd name="T9" fmla="*/ 11 h 16"/>
              </a:gdLst>
              <a:ahLst/>
              <a:cxnLst>
                <a:cxn ang="0">
                  <a:pos x="T0" y="T1"/>
                </a:cxn>
                <a:cxn ang="0">
                  <a:pos x="T2" y="T3"/>
                </a:cxn>
                <a:cxn ang="0">
                  <a:pos x="T4" y="T5"/>
                </a:cxn>
                <a:cxn ang="0">
                  <a:pos x="T6" y="T7"/>
                </a:cxn>
                <a:cxn ang="0">
                  <a:pos x="T8" y="T9"/>
                </a:cxn>
              </a:cxnLst>
              <a:rect l="0" t="0" r="r" b="b"/>
              <a:pathLst>
                <a:path w="28" h="16">
                  <a:moveTo>
                    <a:pt x="16" y="11"/>
                  </a:moveTo>
                  <a:cubicBezTo>
                    <a:pt x="9" y="15"/>
                    <a:pt x="3" y="16"/>
                    <a:pt x="2" y="15"/>
                  </a:cubicBezTo>
                  <a:cubicBezTo>
                    <a:pt x="0" y="14"/>
                    <a:pt x="5" y="10"/>
                    <a:pt x="11" y="7"/>
                  </a:cubicBezTo>
                  <a:cubicBezTo>
                    <a:pt x="18" y="3"/>
                    <a:pt x="26" y="0"/>
                    <a:pt x="27" y="2"/>
                  </a:cubicBezTo>
                  <a:cubicBezTo>
                    <a:pt x="28" y="3"/>
                    <a:pt x="23" y="7"/>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5" name="Freeform 1258">
              <a:extLst>
                <a:ext uri="{FF2B5EF4-FFF2-40B4-BE49-F238E27FC236}">
                  <a16:creationId xmlns:a16="http://schemas.microsoft.com/office/drawing/2014/main" id="{8B0829D2-4533-CE59-B81C-89AAC3AFCEFD}"/>
                </a:ext>
              </a:extLst>
            </p:cNvPr>
            <p:cNvSpPr>
              <a:spLocks/>
            </p:cNvSpPr>
            <p:nvPr/>
          </p:nvSpPr>
          <p:spPr bwMode="auto">
            <a:xfrm rot="5094805">
              <a:off x="1605776" y="4831445"/>
              <a:ext cx="68549" cy="36560"/>
            </a:xfrm>
            <a:custGeom>
              <a:avLst/>
              <a:gdLst>
                <a:gd name="T0" fmla="*/ 12 w 27"/>
                <a:gd name="T1" fmla="*/ 5 h 15"/>
                <a:gd name="T2" fmla="*/ 26 w 27"/>
                <a:gd name="T3" fmla="*/ 1 h 15"/>
                <a:gd name="T4" fmla="*/ 14 w 27"/>
                <a:gd name="T5" fmla="*/ 10 h 15"/>
                <a:gd name="T6" fmla="*/ 0 w 27"/>
                <a:gd name="T7" fmla="*/ 13 h 15"/>
                <a:gd name="T8" fmla="*/ 12 w 27"/>
                <a:gd name="T9" fmla="*/ 5 h 15"/>
              </a:gdLst>
              <a:ahLst/>
              <a:cxnLst>
                <a:cxn ang="0">
                  <a:pos x="T0" y="T1"/>
                </a:cxn>
                <a:cxn ang="0">
                  <a:pos x="T2" y="T3"/>
                </a:cxn>
                <a:cxn ang="0">
                  <a:pos x="T4" y="T5"/>
                </a:cxn>
                <a:cxn ang="0">
                  <a:pos x="T6" y="T7"/>
                </a:cxn>
                <a:cxn ang="0">
                  <a:pos x="T8" y="T9"/>
                </a:cxn>
              </a:cxnLst>
              <a:rect l="0" t="0" r="r" b="b"/>
              <a:pathLst>
                <a:path w="27" h="15">
                  <a:moveTo>
                    <a:pt x="12" y="5"/>
                  </a:moveTo>
                  <a:cubicBezTo>
                    <a:pt x="19" y="2"/>
                    <a:pt x="25" y="0"/>
                    <a:pt x="26" y="1"/>
                  </a:cubicBezTo>
                  <a:cubicBezTo>
                    <a:pt x="27" y="3"/>
                    <a:pt x="21" y="7"/>
                    <a:pt x="14" y="10"/>
                  </a:cubicBezTo>
                  <a:cubicBezTo>
                    <a:pt x="7" y="14"/>
                    <a:pt x="1" y="15"/>
                    <a:pt x="0" y="13"/>
                  </a:cubicBezTo>
                  <a:cubicBezTo>
                    <a:pt x="0" y="12"/>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6" name="Freeform 1259">
              <a:extLst>
                <a:ext uri="{FF2B5EF4-FFF2-40B4-BE49-F238E27FC236}">
                  <a16:creationId xmlns:a16="http://schemas.microsoft.com/office/drawing/2014/main" id="{D13CD5C4-6BFB-E653-980C-D7C377787E93}"/>
                </a:ext>
              </a:extLst>
            </p:cNvPr>
            <p:cNvSpPr>
              <a:spLocks/>
            </p:cNvSpPr>
            <p:nvPr/>
          </p:nvSpPr>
          <p:spPr bwMode="auto">
            <a:xfrm rot="5094805">
              <a:off x="1713736" y="5014630"/>
              <a:ext cx="66264" cy="34275"/>
            </a:xfrm>
            <a:custGeom>
              <a:avLst/>
              <a:gdLst>
                <a:gd name="T0" fmla="*/ 26 w 27"/>
                <a:gd name="T1" fmla="*/ 2 h 14"/>
                <a:gd name="T2" fmla="*/ 15 w 27"/>
                <a:gd name="T3" fmla="*/ 10 h 14"/>
                <a:gd name="T4" fmla="*/ 1 w 27"/>
                <a:gd name="T5" fmla="*/ 13 h 14"/>
                <a:gd name="T6" fmla="*/ 13 w 27"/>
                <a:gd name="T7" fmla="*/ 5 h 14"/>
                <a:gd name="T8" fmla="*/ 26 w 27"/>
                <a:gd name="T9" fmla="*/ 2 h 14"/>
              </a:gdLst>
              <a:ahLst/>
              <a:cxnLst>
                <a:cxn ang="0">
                  <a:pos x="T0" y="T1"/>
                </a:cxn>
                <a:cxn ang="0">
                  <a:pos x="T2" y="T3"/>
                </a:cxn>
                <a:cxn ang="0">
                  <a:pos x="T4" y="T5"/>
                </a:cxn>
                <a:cxn ang="0">
                  <a:pos x="T6" y="T7"/>
                </a:cxn>
                <a:cxn ang="0">
                  <a:pos x="T8" y="T9"/>
                </a:cxn>
              </a:cxnLst>
              <a:rect l="0" t="0" r="r" b="b"/>
              <a:pathLst>
                <a:path w="27" h="14">
                  <a:moveTo>
                    <a:pt x="26" y="2"/>
                  </a:moveTo>
                  <a:cubicBezTo>
                    <a:pt x="27" y="3"/>
                    <a:pt x="22" y="7"/>
                    <a:pt x="15" y="10"/>
                  </a:cubicBezTo>
                  <a:cubicBezTo>
                    <a:pt x="8" y="13"/>
                    <a:pt x="2" y="14"/>
                    <a:pt x="1" y="13"/>
                  </a:cubicBezTo>
                  <a:cubicBezTo>
                    <a:pt x="0" y="12"/>
                    <a:pt x="6" y="8"/>
                    <a:pt x="13" y="5"/>
                  </a:cubicBezTo>
                  <a:cubicBezTo>
                    <a:pt x="20" y="2"/>
                    <a:pt x="26"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7" name="Freeform 1260">
              <a:extLst>
                <a:ext uri="{FF2B5EF4-FFF2-40B4-BE49-F238E27FC236}">
                  <a16:creationId xmlns:a16="http://schemas.microsoft.com/office/drawing/2014/main" id="{14432A15-CB03-1B2F-752A-8EDC19E139B6}"/>
                </a:ext>
              </a:extLst>
            </p:cNvPr>
            <p:cNvSpPr>
              <a:spLocks/>
            </p:cNvSpPr>
            <p:nvPr/>
          </p:nvSpPr>
          <p:spPr bwMode="auto">
            <a:xfrm rot="5094805">
              <a:off x="1813624" y="5197284"/>
              <a:ext cx="66264" cy="31990"/>
            </a:xfrm>
            <a:custGeom>
              <a:avLst/>
              <a:gdLst>
                <a:gd name="T0" fmla="*/ 15 w 27"/>
                <a:gd name="T1" fmla="*/ 9 h 13"/>
                <a:gd name="T2" fmla="*/ 1 w 27"/>
                <a:gd name="T3" fmla="*/ 12 h 13"/>
                <a:gd name="T4" fmla="*/ 12 w 27"/>
                <a:gd name="T5" fmla="*/ 5 h 13"/>
                <a:gd name="T6" fmla="*/ 27 w 27"/>
                <a:gd name="T7" fmla="*/ 2 h 13"/>
                <a:gd name="T8" fmla="*/ 15 w 27"/>
                <a:gd name="T9" fmla="*/ 9 h 13"/>
              </a:gdLst>
              <a:ahLst/>
              <a:cxnLst>
                <a:cxn ang="0">
                  <a:pos x="T0" y="T1"/>
                </a:cxn>
                <a:cxn ang="0">
                  <a:pos x="T2" y="T3"/>
                </a:cxn>
                <a:cxn ang="0">
                  <a:pos x="T4" y="T5"/>
                </a:cxn>
                <a:cxn ang="0">
                  <a:pos x="T6" y="T7"/>
                </a:cxn>
                <a:cxn ang="0">
                  <a:pos x="T8" y="T9"/>
                </a:cxn>
              </a:cxnLst>
              <a:rect l="0" t="0" r="r" b="b"/>
              <a:pathLst>
                <a:path w="27" h="13">
                  <a:moveTo>
                    <a:pt x="15" y="9"/>
                  </a:moveTo>
                  <a:cubicBezTo>
                    <a:pt x="8" y="12"/>
                    <a:pt x="2" y="13"/>
                    <a:pt x="1" y="12"/>
                  </a:cubicBezTo>
                  <a:cubicBezTo>
                    <a:pt x="0" y="11"/>
                    <a:pt x="5" y="8"/>
                    <a:pt x="12" y="5"/>
                  </a:cubicBezTo>
                  <a:cubicBezTo>
                    <a:pt x="20" y="2"/>
                    <a:pt x="27" y="0"/>
                    <a:pt x="27" y="2"/>
                  </a:cubicBezTo>
                  <a:cubicBezTo>
                    <a:pt x="27" y="3"/>
                    <a:pt x="22" y="7"/>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8" name="Freeform 1261">
              <a:extLst>
                <a:ext uri="{FF2B5EF4-FFF2-40B4-BE49-F238E27FC236}">
                  <a16:creationId xmlns:a16="http://schemas.microsoft.com/office/drawing/2014/main" id="{2D453F36-2F33-0E9C-7C2D-B9499583745F}"/>
                </a:ext>
              </a:extLst>
            </p:cNvPr>
            <p:cNvSpPr>
              <a:spLocks/>
            </p:cNvSpPr>
            <p:nvPr/>
          </p:nvSpPr>
          <p:spPr bwMode="auto">
            <a:xfrm rot="5094805">
              <a:off x="1902334" y="5383227"/>
              <a:ext cx="66264" cy="29705"/>
            </a:xfrm>
            <a:custGeom>
              <a:avLst/>
              <a:gdLst>
                <a:gd name="T0" fmla="*/ 27 w 27"/>
                <a:gd name="T1" fmla="*/ 2 h 12"/>
                <a:gd name="T2" fmla="*/ 15 w 27"/>
                <a:gd name="T3" fmla="*/ 8 h 12"/>
                <a:gd name="T4" fmla="*/ 1 w 27"/>
                <a:gd name="T5" fmla="*/ 11 h 12"/>
                <a:gd name="T6" fmla="*/ 13 w 27"/>
                <a:gd name="T7" fmla="*/ 4 h 12"/>
                <a:gd name="T8" fmla="*/ 27 w 27"/>
                <a:gd name="T9" fmla="*/ 2 h 12"/>
              </a:gdLst>
              <a:ahLst/>
              <a:cxnLst>
                <a:cxn ang="0">
                  <a:pos x="T0" y="T1"/>
                </a:cxn>
                <a:cxn ang="0">
                  <a:pos x="T2" y="T3"/>
                </a:cxn>
                <a:cxn ang="0">
                  <a:pos x="T4" y="T5"/>
                </a:cxn>
                <a:cxn ang="0">
                  <a:pos x="T6" y="T7"/>
                </a:cxn>
                <a:cxn ang="0">
                  <a:pos x="T8" y="T9"/>
                </a:cxn>
              </a:cxnLst>
              <a:rect l="0" t="0" r="r" b="b"/>
              <a:pathLst>
                <a:path w="27" h="12">
                  <a:moveTo>
                    <a:pt x="27" y="2"/>
                  </a:moveTo>
                  <a:cubicBezTo>
                    <a:pt x="27" y="3"/>
                    <a:pt x="22" y="6"/>
                    <a:pt x="15" y="8"/>
                  </a:cubicBezTo>
                  <a:cubicBezTo>
                    <a:pt x="8" y="11"/>
                    <a:pt x="1" y="12"/>
                    <a:pt x="1" y="11"/>
                  </a:cubicBezTo>
                  <a:cubicBezTo>
                    <a:pt x="0" y="10"/>
                    <a:pt x="6" y="6"/>
                    <a:pt x="13" y="4"/>
                  </a:cubicBezTo>
                  <a:cubicBezTo>
                    <a:pt x="20" y="1"/>
                    <a:pt x="26"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9" name="Freeform 1262">
              <a:extLst>
                <a:ext uri="{FF2B5EF4-FFF2-40B4-BE49-F238E27FC236}">
                  <a16:creationId xmlns:a16="http://schemas.microsoft.com/office/drawing/2014/main" id="{B60A9C1E-6C2E-2855-4955-74317C39810B}"/>
                </a:ext>
              </a:extLst>
            </p:cNvPr>
            <p:cNvSpPr>
              <a:spLocks/>
            </p:cNvSpPr>
            <p:nvPr/>
          </p:nvSpPr>
          <p:spPr bwMode="auto">
            <a:xfrm rot="5094805">
              <a:off x="1979762" y="5572362"/>
              <a:ext cx="68549" cy="25135"/>
            </a:xfrm>
            <a:custGeom>
              <a:avLst/>
              <a:gdLst>
                <a:gd name="T0" fmla="*/ 15 w 27"/>
                <a:gd name="T1" fmla="*/ 7 h 10"/>
                <a:gd name="T2" fmla="*/ 1 w 27"/>
                <a:gd name="T3" fmla="*/ 9 h 10"/>
                <a:gd name="T4" fmla="*/ 11 w 27"/>
                <a:gd name="T5" fmla="*/ 3 h 10"/>
                <a:gd name="T6" fmla="*/ 26 w 27"/>
                <a:gd name="T7" fmla="*/ 1 h 10"/>
                <a:gd name="T8" fmla="*/ 15 w 27"/>
                <a:gd name="T9" fmla="*/ 7 h 10"/>
              </a:gdLst>
              <a:ahLst/>
              <a:cxnLst>
                <a:cxn ang="0">
                  <a:pos x="T0" y="T1"/>
                </a:cxn>
                <a:cxn ang="0">
                  <a:pos x="T2" y="T3"/>
                </a:cxn>
                <a:cxn ang="0">
                  <a:pos x="T4" y="T5"/>
                </a:cxn>
                <a:cxn ang="0">
                  <a:pos x="T6" y="T7"/>
                </a:cxn>
                <a:cxn ang="0">
                  <a:pos x="T8" y="T9"/>
                </a:cxn>
              </a:cxnLst>
              <a:rect l="0" t="0" r="r" b="b"/>
              <a:pathLst>
                <a:path w="27" h="10">
                  <a:moveTo>
                    <a:pt x="15" y="7"/>
                  </a:moveTo>
                  <a:cubicBezTo>
                    <a:pt x="8" y="9"/>
                    <a:pt x="1" y="10"/>
                    <a:pt x="1" y="9"/>
                  </a:cubicBezTo>
                  <a:cubicBezTo>
                    <a:pt x="0" y="8"/>
                    <a:pt x="5" y="5"/>
                    <a:pt x="11" y="3"/>
                  </a:cubicBezTo>
                  <a:cubicBezTo>
                    <a:pt x="19" y="1"/>
                    <a:pt x="26" y="0"/>
                    <a:pt x="26" y="1"/>
                  </a:cubicBezTo>
                  <a:cubicBezTo>
                    <a:pt x="27" y="2"/>
                    <a:pt x="22" y="5"/>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0" name="Freeform 1263">
              <a:extLst>
                <a:ext uri="{FF2B5EF4-FFF2-40B4-BE49-F238E27FC236}">
                  <a16:creationId xmlns:a16="http://schemas.microsoft.com/office/drawing/2014/main" id="{05B1FED8-B646-D8A6-CC17-CB7FF03DCABC}"/>
                </a:ext>
              </a:extLst>
            </p:cNvPr>
            <p:cNvSpPr>
              <a:spLocks/>
            </p:cNvSpPr>
            <p:nvPr/>
          </p:nvSpPr>
          <p:spPr bwMode="auto">
            <a:xfrm rot="5094805">
              <a:off x="2049233" y="5763552"/>
              <a:ext cx="66264" cy="18280"/>
            </a:xfrm>
            <a:custGeom>
              <a:avLst/>
              <a:gdLst>
                <a:gd name="T0" fmla="*/ 13 w 27"/>
                <a:gd name="T1" fmla="*/ 2 h 8"/>
                <a:gd name="T2" fmla="*/ 27 w 27"/>
                <a:gd name="T3" fmla="*/ 1 h 8"/>
                <a:gd name="T4" fmla="*/ 13 w 27"/>
                <a:gd name="T5" fmla="*/ 6 h 8"/>
                <a:gd name="T6" fmla="*/ 1 w 27"/>
                <a:gd name="T7" fmla="*/ 7 h 8"/>
                <a:gd name="T8" fmla="*/ 13 w 27"/>
                <a:gd name="T9" fmla="*/ 2 h 8"/>
              </a:gdLst>
              <a:ahLst/>
              <a:cxnLst>
                <a:cxn ang="0">
                  <a:pos x="T0" y="T1"/>
                </a:cxn>
                <a:cxn ang="0">
                  <a:pos x="T2" y="T3"/>
                </a:cxn>
                <a:cxn ang="0">
                  <a:pos x="T4" y="T5"/>
                </a:cxn>
                <a:cxn ang="0">
                  <a:pos x="T6" y="T7"/>
                </a:cxn>
                <a:cxn ang="0">
                  <a:pos x="T8" y="T9"/>
                </a:cxn>
              </a:cxnLst>
              <a:rect l="0" t="0" r="r" b="b"/>
              <a:pathLst>
                <a:path w="27" h="8">
                  <a:moveTo>
                    <a:pt x="13" y="2"/>
                  </a:moveTo>
                  <a:cubicBezTo>
                    <a:pt x="20" y="0"/>
                    <a:pt x="26" y="0"/>
                    <a:pt x="27" y="1"/>
                  </a:cubicBezTo>
                  <a:cubicBezTo>
                    <a:pt x="27" y="2"/>
                    <a:pt x="21" y="5"/>
                    <a:pt x="13" y="6"/>
                  </a:cubicBezTo>
                  <a:cubicBezTo>
                    <a:pt x="6" y="8"/>
                    <a:pt x="1" y="8"/>
                    <a:pt x="1" y="7"/>
                  </a:cubicBezTo>
                  <a:cubicBezTo>
                    <a:pt x="0" y="6"/>
                    <a:pt x="6" y="4"/>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1" name="Freeform 1264">
              <a:extLst>
                <a:ext uri="{FF2B5EF4-FFF2-40B4-BE49-F238E27FC236}">
                  <a16:creationId xmlns:a16="http://schemas.microsoft.com/office/drawing/2014/main" id="{2CDA7DDC-4563-DB28-7F95-6D84721E645F}"/>
                </a:ext>
              </a:extLst>
            </p:cNvPr>
            <p:cNvSpPr>
              <a:spLocks/>
            </p:cNvSpPr>
            <p:nvPr/>
          </p:nvSpPr>
          <p:spPr bwMode="auto">
            <a:xfrm rot="5094805">
              <a:off x="2104006" y="5954810"/>
              <a:ext cx="66264" cy="15995"/>
            </a:xfrm>
            <a:custGeom>
              <a:avLst/>
              <a:gdLst>
                <a:gd name="T0" fmla="*/ 26 w 27"/>
                <a:gd name="T1" fmla="*/ 1 h 6"/>
                <a:gd name="T2" fmla="*/ 14 w 27"/>
                <a:gd name="T3" fmla="*/ 5 h 6"/>
                <a:gd name="T4" fmla="*/ 0 w 27"/>
                <a:gd name="T5" fmla="*/ 5 h 6"/>
                <a:gd name="T6" fmla="*/ 12 w 27"/>
                <a:gd name="T7" fmla="*/ 1 h 6"/>
                <a:gd name="T8" fmla="*/ 26 w 27"/>
                <a:gd name="T9" fmla="*/ 1 h 6"/>
              </a:gdLst>
              <a:ahLst/>
              <a:cxnLst>
                <a:cxn ang="0">
                  <a:pos x="T0" y="T1"/>
                </a:cxn>
                <a:cxn ang="0">
                  <a:pos x="T2" y="T3"/>
                </a:cxn>
                <a:cxn ang="0">
                  <a:pos x="T4" y="T5"/>
                </a:cxn>
                <a:cxn ang="0">
                  <a:pos x="T6" y="T7"/>
                </a:cxn>
                <a:cxn ang="0">
                  <a:pos x="T8" y="T9"/>
                </a:cxn>
              </a:cxnLst>
              <a:rect l="0" t="0" r="r" b="b"/>
              <a:pathLst>
                <a:path w="27" h="6">
                  <a:moveTo>
                    <a:pt x="26" y="1"/>
                  </a:moveTo>
                  <a:cubicBezTo>
                    <a:pt x="27" y="2"/>
                    <a:pt x="21" y="3"/>
                    <a:pt x="14" y="5"/>
                  </a:cubicBezTo>
                  <a:cubicBezTo>
                    <a:pt x="7" y="6"/>
                    <a:pt x="0" y="6"/>
                    <a:pt x="0" y="5"/>
                  </a:cubicBezTo>
                  <a:cubicBezTo>
                    <a:pt x="0" y="4"/>
                    <a:pt x="5" y="2"/>
                    <a:pt x="12" y="1"/>
                  </a:cubicBezTo>
                  <a:cubicBezTo>
                    <a:pt x="19" y="0"/>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2" name="Freeform 1265">
              <a:extLst>
                <a:ext uri="{FF2B5EF4-FFF2-40B4-BE49-F238E27FC236}">
                  <a16:creationId xmlns:a16="http://schemas.microsoft.com/office/drawing/2014/main" id="{4FEBDB65-FAE1-66F2-CEE7-5AB0721A0664}"/>
                </a:ext>
              </a:extLst>
            </p:cNvPr>
            <p:cNvSpPr>
              <a:spLocks/>
            </p:cNvSpPr>
            <p:nvPr/>
          </p:nvSpPr>
          <p:spPr bwMode="auto">
            <a:xfrm rot="5094805">
              <a:off x="2142646" y="6147495"/>
              <a:ext cx="66264" cy="9140"/>
            </a:xfrm>
            <a:custGeom>
              <a:avLst/>
              <a:gdLst>
                <a:gd name="T0" fmla="*/ 27 w 27"/>
                <a:gd name="T1" fmla="*/ 1 h 4"/>
                <a:gd name="T2" fmla="*/ 15 w 27"/>
                <a:gd name="T3" fmla="*/ 4 h 4"/>
                <a:gd name="T4" fmla="*/ 0 w 27"/>
                <a:gd name="T5" fmla="*/ 3 h 4"/>
                <a:gd name="T6" fmla="*/ 13 w 27"/>
                <a:gd name="T7" fmla="*/ 0 h 4"/>
                <a:gd name="T8" fmla="*/ 27 w 27"/>
                <a:gd name="T9" fmla="*/ 1 h 4"/>
              </a:gdLst>
              <a:ahLst/>
              <a:cxnLst>
                <a:cxn ang="0">
                  <a:pos x="T0" y="T1"/>
                </a:cxn>
                <a:cxn ang="0">
                  <a:pos x="T2" y="T3"/>
                </a:cxn>
                <a:cxn ang="0">
                  <a:pos x="T4" y="T5"/>
                </a:cxn>
                <a:cxn ang="0">
                  <a:pos x="T6" y="T7"/>
                </a:cxn>
                <a:cxn ang="0">
                  <a:pos x="T8" y="T9"/>
                </a:cxn>
              </a:cxnLst>
              <a:rect l="0" t="0" r="r" b="b"/>
              <a:pathLst>
                <a:path w="27" h="4">
                  <a:moveTo>
                    <a:pt x="27" y="1"/>
                  </a:moveTo>
                  <a:cubicBezTo>
                    <a:pt x="27" y="2"/>
                    <a:pt x="22" y="3"/>
                    <a:pt x="15" y="4"/>
                  </a:cubicBezTo>
                  <a:cubicBezTo>
                    <a:pt x="8" y="4"/>
                    <a:pt x="1" y="4"/>
                    <a:pt x="0" y="3"/>
                  </a:cubicBezTo>
                  <a:cubicBezTo>
                    <a:pt x="0" y="2"/>
                    <a:pt x="6" y="1"/>
                    <a:pt x="13" y="0"/>
                  </a:cubicBezTo>
                  <a:cubicBezTo>
                    <a:pt x="20" y="0"/>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3" name="Freeform 1266">
              <a:extLst>
                <a:ext uri="{FF2B5EF4-FFF2-40B4-BE49-F238E27FC236}">
                  <a16:creationId xmlns:a16="http://schemas.microsoft.com/office/drawing/2014/main" id="{5E95FFA5-A56C-8231-5B3C-FE32F13684D0}"/>
                </a:ext>
              </a:extLst>
            </p:cNvPr>
            <p:cNvSpPr>
              <a:spLocks/>
            </p:cNvSpPr>
            <p:nvPr/>
          </p:nvSpPr>
          <p:spPr bwMode="auto">
            <a:xfrm rot="5094805">
              <a:off x="2170513" y="6343451"/>
              <a:ext cx="66264" cy="11425"/>
            </a:xfrm>
            <a:custGeom>
              <a:avLst/>
              <a:gdLst>
                <a:gd name="T0" fmla="*/ 12 w 27"/>
                <a:gd name="T1" fmla="*/ 0 h 4"/>
                <a:gd name="T2" fmla="*/ 26 w 27"/>
                <a:gd name="T3" fmla="*/ 1 h 4"/>
                <a:gd name="T4" fmla="*/ 13 w 27"/>
                <a:gd name="T5" fmla="*/ 4 h 4"/>
                <a:gd name="T6" fmla="*/ 0 w 27"/>
                <a:gd name="T7" fmla="*/ 3 h 4"/>
                <a:gd name="T8" fmla="*/ 12 w 27"/>
                <a:gd name="T9" fmla="*/ 0 h 4"/>
              </a:gdLst>
              <a:ahLst/>
              <a:cxnLst>
                <a:cxn ang="0">
                  <a:pos x="T0" y="T1"/>
                </a:cxn>
                <a:cxn ang="0">
                  <a:pos x="T2" y="T3"/>
                </a:cxn>
                <a:cxn ang="0">
                  <a:pos x="T4" y="T5"/>
                </a:cxn>
                <a:cxn ang="0">
                  <a:pos x="T6" y="T7"/>
                </a:cxn>
                <a:cxn ang="0">
                  <a:pos x="T8" y="T9"/>
                </a:cxn>
              </a:cxnLst>
              <a:rect l="0" t="0" r="r" b="b"/>
              <a:pathLst>
                <a:path w="27" h="4">
                  <a:moveTo>
                    <a:pt x="12" y="0"/>
                  </a:moveTo>
                  <a:cubicBezTo>
                    <a:pt x="19" y="0"/>
                    <a:pt x="26" y="0"/>
                    <a:pt x="26" y="1"/>
                  </a:cubicBezTo>
                  <a:cubicBezTo>
                    <a:pt x="27" y="2"/>
                    <a:pt x="20" y="4"/>
                    <a:pt x="13" y="4"/>
                  </a:cubicBezTo>
                  <a:cubicBezTo>
                    <a:pt x="5" y="4"/>
                    <a:pt x="0" y="4"/>
                    <a:pt x="0" y="3"/>
                  </a:cubicBezTo>
                  <a:cubicBezTo>
                    <a:pt x="0" y="2"/>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4" name="Freeform 1267">
              <a:extLst>
                <a:ext uri="{FF2B5EF4-FFF2-40B4-BE49-F238E27FC236}">
                  <a16:creationId xmlns:a16="http://schemas.microsoft.com/office/drawing/2014/main" id="{358E189B-31B9-C5D4-8C4E-FD5EE39FA64C}"/>
                </a:ext>
              </a:extLst>
            </p:cNvPr>
            <p:cNvSpPr>
              <a:spLocks/>
            </p:cNvSpPr>
            <p:nvPr/>
          </p:nvSpPr>
          <p:spPr bwMode="auto">
            <a:xfrm rot="5094805">
              <a:off x="2199104" y="6535693"/>
              <a:ext cx="70834" cy="11425"/>
            </a:xfrm>
            <a:custGeom>
              <a:avLst/>
              <a:gdLst>
                <a:gd name="T0" fmla="*/ 17 w 29"/>
                <a:gd name="T1" fmla="*/ 4 h 5"/>
                <a:gd name="T2" fmla="*/ 2 w 29"/>
                <a:gd name="T3" fmla="*/ 3 h 5"/>
                <a:gd name="T4" fmla="*/ 12 w 29"/>
                <a:gd name="T5" fmla="*/ 0 h 5"/>
                <a:gd name="T6" fmla="*/ 28 w 29"/>
                <a:gd name="T7" fmla="*/ 1 h 5"/>
                <a:gd name="T8" fmla="*/ 17 w 29"/>
                <a:gd name="T9" fmla="*/ 4 h 5"/>
              </a:gdLst>
              <a:ahLst/>
              <a:cxnLst>
                <a:cxn ang="0">
                  <a:pos x="T0" y="T1"/>
                </a:cxn>
                <a:cxn ang="0">
                  <a:pos x="T2" y="T3"/>
                </a:cxn>
                <a:cxn ang="0">
                  <a:pos x="T4" y="T5"/>
                </a:cxn>
                <a:cxn ang="0">
                  <a:pos x="T6" y="T7"/>
                </a:cxn>
                <a:cxn ang="0">
                  <a:pos x="T8" y="T9"/>
                </a:cxn>
              </a:cxnLst>
              <a:rect l="0" t="0" r="r" b="b"/>
              <a:pathLst>
                <a:path w="29" h="5">
                  <a:moveTo>
                    <a:pt x="17" y="4"/>
                  </a:moveTo>
                  <a:cubicBezTo>
                    <a:pt x="9" y="5"/>
                    <a:pt x="3" y="4"/>
                    <a:pt x="2" y="3"/>
                  </a:cubicBezTo>
                  <a:cubicBezTo>
                    <a:pt x="0" y="2"/>
                    <a:pt x="5" y="1"/>
                    <a:pt x="12" y="0"/>
                  </a:cubicBezTo>
                  <a:cubicBezTo>
                    <a:pt x="19" y="0"/>
                    <a:pt x="27" y="0"/>
                    <a:pt x="28" y="1"/>
                  </a:cubicBezTo>
                  <a:cubicBezTo>
                    <a:pt x="29" y="2"/>
                    <a:pt x="24" y="3"/>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5" name="Freeform 1268">
              <a:extLst>
                <a:ext uri="{FF2B5EF4-FFF2-40B4-BE49-F238E27FC236}">
                  <a16:creationId xmlns:a16="http://schemas.microsoft.com/office/drawing/2014/main" id="{33389FCB-9D21-70DC-7E82-12CC6BB7B5DD}"/>
                </a:ext>
              </a:extLst>
            </p:cNvPr>
            <p:cNvSpPr>
              <a:spLocks/>
            </p:cNvSpPr>
            <p:nvPr/>
          </p:nvSpPr>
          <p:spPr bwMode="auto">
            <a:xfrm rot="5094805">
              <a:off x="2238456" y="6730733"/>
              <a:ext cx="68549" cy="15995"/>
            </a:xfrm>
            <a:custGeom>
              <a:avLst/>
              <a:gdLst>
                <a:gd name="T0" fmla="*/ 12 w 28"/>
                <a:gd name="T1" fmla="*/ 1 h 6"/>
                <a:gd name="T2" fmla="*/ 27 w 28"/>
                <a:gd name="T3" fmla="*/ 1 h 6"/>
                <a:gd name="T4" fmla="*/ 14 w 28"/>
                <a:gd name="T5" fmla="*/ 5 h 6"/>
                <a:gd name="T6" fmla="*/ 0 w 28"/>
                <a:gd name="T7" fmla="*/ 4 h 6"/>
                <a:gd name="T8" fmla="*/ 12 w 28"/>
                <a:gd name="T9" fmla="*/ 1 h 6"/>
              </a:gdLst>
              <a:ahLst/>
              <a:cxnLst>
                <a:cxn ang="0">
                  <a:pos x="T0" y="T1"/>
                </a:cxn>
                <a:cxn ang="0">
                  <a:pos x="T2" y="T3"/>
                </a:cxn>
                <a:cxn ang="0">
                  <a:pos x="T4" y="T5"/>
                </a:cxn>
                <a:cxn ang="0">
                  <a:pos x="T6" y="T7"/>
                </a:cxn>
                <a:cxn ang="0">
                  <a:pos x="T8" y="T9"/>
                </a:cxn>
              </a:cxnLst>
              <a:rect l="0" t="0" r="r" b="b"/>
              <a:pathLst>
                <a:path w="28" h="6">
                  <a:moveTo>
                    <a:pt x="12" y="1"/>
                  </a:moveTo>
                  <a:cubicBezTo>
                    <a:pt x="19" y="0"/>
                    <a:pt x="26" y="0"/>
                    <a:pt x="27" y="1"/>
                  </a:cubicBezTo>
                  <a:cubicBezTo>
                    <a:pt x="28" y="2"/>
                    <a:pt x="22" y="4"/>
                    <a:pt x="14" y="5"/>
                  </a:cubicBezTo>
                  <a:cubicBezTo>
                    <a:pt x="7" y="6"/>
                    <a:pt x="1" y="5"/>
                    <a:pt x="0" y="4"/>
                  </a:cubicBezTo>
                  <a:cubicBezTo>
                    <a:pt x="0" y="3"/>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6" name="Freeform 1269">
              <a:extLst>
                <a:ext uri="{FF2B5EF4-FFF2-40B4-BE49-F238E27FC236}">
                  <a16:creationId xmlns:a16="http://schemas.microsoft.com/office/drawing/2014/main" id="{B12A2D5F-7F07-25FE-CE6E-0B5C952CF86B}"/>
                </a:ext>
              </a:extLst>
            </p:cNvPr>
            <p:cNvSpPr>
              <a:spLocks/>
            </p:cNvSpPr>
            <p:nvPr/>
          </p:nvSpPr>
          <p:spPr bwMode="auto">
            <a:xfrm rot="5094805">
              <a:off x="2283094" y="6921857"/>
              <a:ext cx="66264" cy="18280"/>
            </a:xfrm>
            <a:custGeom>
              <a:avLst/>
              <a:gdLst>
                <a:gd name="T0" fmla="*/ 14 w 27"/>
                <a:gd name="T1" fmla="*/ 6 h 7"/>
                <a:gd name="T2" fmla="*/ 0 w 27"/>
                <a:gd name="T3" fmla="*/ 5 h 7"/>
                <a:gd name="T4" fmla="*/ 12 w 27"/>
                <a:gd name="T5" fmla="*/ 1 h 7"/>
                <a:gd name="T6" fmla="*/ 27 w 27"/>
                <a:gd name="T7" fmla="*/ 2 h 7"/>
                <a:gd name="T8" fmla="*/ 14 w 27"/>
                <a:gd name="T9" fmla="*/ 6 h 7"/>
              </a:gdLst>
              <a:ahLst/>
              <a:cxnLst>
                <a:cxn ang="0">
                  <a:pos x="T0" y="T1"/>
                </a:cxn>
                <a:cxn ang="0">
                  <a:pos x="T2" y="T3"/>
                </a:cxn>
                <a:cxn ang="0">
                  <a:pos x="T4" y="T5"/>
                </a:cxn>
                <a:cxn ang="0">
                  <a:pos x="T6" y="T7"/>
                </a:cxn>
                <a:cxn ang="0">
                  <a:pos x="T8" y="T9"/>
                </a:cxn>
              </a:cxnLst>
              <a:rect l="0" t="0" r="r" b="b"/>
              <a:pathLst>
                <a:path w="27" h="7">
                  <a:moveTo>
                    <a:pt x="14" y="6"/>
                  </a:moveTo>
                  <a:cubicBezTo>
                    <a:pt x="7" y="7"/>
                    <a:pt x="1" y="7"/>
                    <a:pt x="0" y="5"/>
                  </a:cubicBezTo>
                  <a:cubicBezTo>
                    <a:pt x="0" y="4"/>
                    <a:pt x="5" y="2"/>
                    <a:pt x="12" y="1"/>
                  </a:cubicBezTo>
                  <a:cubicBezTo>
                    <a:pt x="20" y="0"/>
                    <a:pt x="27" y="0"/>
                    <a:pt x="27" y="2"/>
                  </a:cubicBezTo>
                  <a:cubicBezTo>
                    <a:pt x="27" y="3"/>
                    <a:pt x="21" y="5"/>
                    <a:pt x="1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7" name="Freeform 1289">
              <a:extLst>
                <a:ext uri="{FF2B5EF4-FFF2-40B4-BE49-F238E27FC236}">
                  <a16:creationId xmlns:a16="http://schemas.microsoft.com/office/drawing/2014/main" id="{217ECCA1-1D49-6AC2-569E-8D0A5D6CD103}"/>
                </a:ext>
              </a:extLst>
            </p:cNvPr>
            <p:cNvSpPr>
              <a:spLocks/>
            </p:cNvSpPr>
            <p:nvPr/>
          </p:nvSpPr>
          <p:spPr bwMode="auto">
            <a:xfrm rot="5094805">
              <a:off x="-24549" y="125715"/>
              <a:ext cx="73119" cy="57124"/>
            </a:xfrm>
            <a:custGeom>
              <a:avLst/>
              <a:gdLst>
                <a:gd name="T0" fmla="*/ 28 w 29"/>
                <a:gd name="T1" fmla="*/ 9 h 23"/>
                <a:gd name="T2" fmla="*/ 17 w 29"/>
                <a:gd name="T3" fmla="*/ 21 h 23"/>
                <a:gd name="T4" fmla="*/ 2 w 29"/>
                <a:gd name="T5" fmla="*/ 14 h 23"/>
                <a:gd name="T6" fmla="*/ 13 w 29"/>
                <a:gd name="T7" fmla="*/ 1 h 23"/>
                <a:gd name="T8" fmla="*/ 28 w 29"/>
                <a:gd name="T9" fmla="*/ 9 h 23"/>
              </a:gdLst>
              <a:ahLst/>
              <a:cxnLst>
                <a:cxn ang="0">
                  <a:pos x="T0" y="T1"/>
                </a:cxn>
                <a:cxn ang="0">
                  <a:pos x="T2" y="T3"/>
                </a:cxn>
                <a:cxn ang="0">
                  <a:pos x="T4" y="T5"/>
                </a:cxn>
                <a:cxn ang="0">
                  <a:pos x="T6" y="T7"/>
                </a:cxn>
                <a:cxn ang="0">
                  <a:pos x="T8" y="T9"/>
                </a:cxn>
              </a:cxnLst>
              <a:rect l="0" t="0" r="r" b="b"/>
              <a:pathLst>
                <a:path w="29" h="23">
                  <a:moveTo>
                    <a:pt x="28" y="9"/>
                  </a:moveTo>
                  <a:cubicBezTo>
                    <a:pt x="29" y="14"/>
                    <a:pt x="24" y="20"/>
                    <a:pt x="17" y="21"/>
                  </a:cubicBezTo>
                  <a:cubicBezTo>
                    <a:pt x="10" y="23"/>
                    <a:pt x="3" y="20"/>
                    <a:pt x="2" y="14"/>
                  </a:cubicBezTo>
                  <a:cubicBezTo>
                    <a:pt x="0" y="9"/>
                    <a:pt x="6" y="2"/>
                    <a:pt x="13" y="1"/>
                  </a:cubicBezTo>
                  <a:cubicBezTo>
                    <a:pt x="20" y="0"/>
                    <a:pt x="27"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8" name="Freeform 1290">
              <a:extLst>
                <a:ext uri="{FF2B5EF4-FFF2-40B4-BE49-F238E27FC236}">
                  <a16:creationId xmlns:a16="http://schemas.microsoft.com/office/drawing/2014/main" id="{0CB9B568-8A9A-BCF3-46E1-8541E4085B62}"/>
                </a:ext>
              </a:extLst>
            </p:cNvPr>
            <p:cNvSpPr>
              <a:spLocks/>
            </p:cNvSpPr>
            <p:nvPr/>
          </p:nvSpPr>
          <p:spPr bwMode="auto">
            <a:xfrm rot="5094805">
              <a:off x="25682" y="315296"/>
              <a:ext cx="68549" cy="59409"/>
            </a:xfrm>
            <a:custGeom>
              <a:avLst/>
              <a:gdLst>
                <a:gd name="T0" fmla="*/ 27 w 28"/>
                <a:gd name="T1" fmla="*/ 10 h 24"/>
                <a:gd name="T2" fmla="*/ 16 w 28"/>
                <a:gd name="T3" fmla="*/ 23 h 24"/>
                <a:gd name="T4" fmla="*/ 1 w 28"/>
                <a:gd name="T5" fmla="*/ 14 h 24"/>
                <a:gd name="T6" fmla="*/ 14 w 28"/>
                <a:gd name="T7" fmla="*/ 1 h 24"/>
                <a:gd name="T8" fmla="*/ 27 w 28"/>
                <a:gd name="T9" fmla="*/ 10 h 24"/>
              </a:gdLst>
              <a:ahLst/>
              <a:cxnLst>
                <a:cxn ang="0">
                  <a:pos x="T0" y="T1"/>
                </a:cxn>
                <a:cxn ang="0">
                  <a:pos x="T2" y="T3"/>
                </a:cxn>
                <a:cxn ang="0">
                  <a:pos x="T4" y="T5"/>
                </a:cxn>
                <a:cxn ang="0">
                  <a:pos x="T6" y="T7"/>
                </a:cxn>
                <a:cxn ang="0">
                  <a:pos x="T8" y="T9"/>
                </a:cxn>
              </a:cxnLst>
              <a:rect l="0" t="0" r="r" b="b"/>
              <a:pathLst>
                <a:path w="28" h="24">
                  <a:moveTo>
                    <a:pt x="27" y="10"/>
                  </a:moveTo>
                  <a:cubicBezTo>
                    <a:pt x="28" y="16"/>
                    <a:pt x="23" y="22"/>
                    <a:pt x="16" y="23"/>
                  </a:cubicBezTo>
                  <a:cubicBezTo>
                    <a:pt x="9" y="24"/>
                    <a:pt x="2" y="20"/>
                    <a:pt x="1" y="14"/>
                  </a:cubicBezTo>
                  <a:cubicBezTo>
                    <a:pt x="0" y="8"/>
                    <a:pt x="6" y="2"/>
                    <a:pt x="14" y="1"/>
                  </a:cubicBezTo>
                  <a:cubicBezTo>
                    <a:pt x="21" y="0"/>
                    <a:pt x="27" y="4"/>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9" name="Freeform 1291">
              <a:extLst>
                <a:ext uri="{FF2B5EF4-FFF2-40B4-BE49-F238E27FC236}">
                  <a16:creationId xmlns:a16="http://schemas.microsoft.com/office/drawing/2014/main" id="{8D015915-73E6-502E-0B78-986250F20073}"/>
                </a:ext>
              </a:extLst>
            </p:cNvPr>
            <p:cNvSpPr>
              <a:spLocks/>
            </p:cNvSpPr>
            <p:nvPr/>
          </p:nvSpPr>
          <p:spPr bwMode="auto">
            <a:xfrm rot="5094805">
              <a:off x="71351" y="507364"/>
              <a:ext cx="68549" cy="57124"/>
            </a:xfrm>
            <a:custGeom>
              <a:avLst/>
              <a:gdLst>
                <a:gd name="T0" fmla="*/ 27 w 28"/>
                <a:gd name="T1" fmla="*/ 10 h 23"/>
                <a:gd name="T2" fmla="*/ 15 w 28"/>
                <a:gd name="T3" fmla="*/ 22 h 23"/>
                <a:gd name="T4" fmla="*/ 1 w 28"/>
                <a:gd name="T5" fmla="*/ 13 h 23"/>
                <a:gd name="T6" fmla="*/ 13 w 28"/>
                <a:gd name="T7" fmla="*/ 0 h 23"/>
                <a:gd name="T8" fmla="*/ 27 w 28"/>
                <a:gd name="T9" fmla="*/ 10 h 23"/>
              </a:gdLst>
              <a:ahLst/>
              <a:cxnLst>
                <a:cxn ang="0">
                  <a:pos x="T0" y="T1"/>
                </a:cxn>
                <a:cxn ang="0">
                  <a:pos x="T2" y="T3"/>
                </a:cxn>
                <a:cxn ang="0">
                  <a:pos x="T4" y="T5"/>
                </a:cxn>
                <a:cxn ang="0">
                  <a:pos x="T6" y="T7"/>
                </a:cxn>
                <a:cxn ang="0">
                  <a:pos x="T8" y="T9"/>
                </a:cxn>
              </a:cxnLst>
              <a:rect l="0" t="0" r="r" b="b"/>
              <a:pathLst>
                <a:path w="28" h="23">
                  <a:moveTo>
                    <a:pt x="27" y="10"/>
                  </a:moveTo>
                  <a:cubicBezTo>
                    <a:pt x="28" y="16"/>
                    <a:pt x="22" y="22"/>
                    <a:pt x="15" y="22"/>
                  </a:cubicBezTo>
                  <a:cubicBezTo>
                    <a:pt x="8" y="23"/>
                    <a:pt x="2" y="19"/>
                    <a:pt x="1" y="13"/>
                  </a:cubicBezTo>
                  <a:cubicBezTo>
                    <a:pt x="0" y="7"/>
                    <a:pt x="6" y="1"/>
                    <a:pt x="13" y="0"/>
                  </a:cubicBezTo>
                  <a:cubicBezTo>
                    <a:pt x="20" y="0"/>
                    <a:pt x="26" y="4"/>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0" name="Freeform 1292">
              <a:extLst>
                <a:ext uri="{FF2B5EF4-FFF2-40B4-BE49-F238E27FC236}">
                  <a16:creationId xmlns:a16="http://schemas.microsoft.com/office/drawing/2014/main" id="{6FD8C90C-F73B-AB9C-A00D-B476FE9854C4}"/>
                </a:ext>
              </a:extLst>
            </p:cNvPr>
            <p:cNvSpPr>
              <a:spLocks/>
            </p:cNvSpPr>
            <p:nvPr/>
          </p:nvSpPr>
          <p:spPr bwMode="auto">
            <a:xfrm rot="5094805">
              <a:off x="113501" y="696212"/>
              <a:ext cx="70834" cy="59409"/>
            </a:xfrm>
            <a:custGeom>
              <a:avLst/>
              <a:gdLst>
                <a:gd name="T0" fmla="*/ 27 w 28"/>
                <a:gd name="T1" fmla="*/ 10 h 24"/>
                <a:gd name="T2" fmla="*/ 17 w 28"/>
                <a:gd name="T3" fmla="*/ 23 h 24"/>
                <a:gd name="T4" fmla="*/ 2 w 28"/>
                <a:gd name="T5" fmla="*/ 14 h 24"/>
                <a:gd name="T6" fmla="*/ 13 w 28"/>
                <a:gd name="T7" fmla="*/ 1 h 24"/>
                <a:gd name="T8" fmla="*/ 27 w 28"/>
                <a:gd name="T9" fmla="*/ 10 h 24"/>
              </a:gdLst>
              <a:ahLst/>
              <a:cxnLst>
                <a:cxn ang="0">
                  <a:pos x="T0" y="T1"/>
                </a:cxn>
                <a:cxn ang="0">
                  <a:pos x="T2" y="T3"/>
                </a:cxn>
                <a:cxn ang="0">
                  <a:pos x="T4" y="T5"/>
                </a:cxn>
                <a:cxn ang="0">
                  <a:pos x="T6" y="T7"/>
                </a:cxn>
                <a:cxn ang="0">
                  <a:pos x="T8" y="T9"/>
                </a:cxn>
              </a:cxnLst>
              <a:rect l="0" t="0" r="r" b="b"/>
              <a:pathLst>
                <a:path w="28" h="24">
                  <a:moveTo>
                    <a:pt x="27" y="10"/>
                  </a:moveTo>
                  <a:cubicBezTo>
                    <a:pt x="28" y="16"/>
                    <a:pt x="24" y="22"/>
                    <a:pt x="17" y="23"/>
                  </a:cubicBezTo>
                  <a:cubicBezTo>
                    <a:pt x="10" y="24"/>
                    <a:pt x="3" y="20"/>
                    <a:pt x="2" y="14"/>
                  </a:cubicBezTo>
                  <a:cubicBezTo>
                    <a:pt x="0" y="8"/>
                    <a:pt x="6" y="2"/>
                    <a:pt x="13" y="1"/>
                  </a:cubicBezTo>
                  <a:cubicBezTo>
                    <a:pt x="20" y="0"/>
                    <a:pt x="27" y="5"/>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1" name="Freeform 1293">
              <a:extLst>
                <a:ext uri="{FF2B5EF4-FFF2-40B4-BE49-F238E27FC236}">
                  <a16:creationId xmlns:a16="http://schemas.microsoft.com/office/drawing/2014/main" id="{E5C28523-9B61-1EAB-FD56-8A07B8373297}"/>
                </a:ext>
              </a:extLst>
            </p:cNvPr>
            <p:cNvSpPr>
              <a:spLocks/>
            </p:cNvSpPr>
            <p:nvPr/>
          </p:nvSpPr>
          <p:spPr bwMode="auto">
            <a:xfrm rot="5094805">
              <a:off x="153587" y="890026"/>
              <a:ext cx="68549" cy="57124"/>
            </a:xfrm>
            <a:custGeom>
              <a:avLst/>
              <a:gdLst>
                <a:gd name="T0" fmla="*/ 15 w 28"/>
                <a:gd name="T1" fmla="*/ 22 h 23"/>
                <a:gd name="T2" fmla="*/ 1 w 28"/>
                <a:gd name="T3" fmla="*/ 13 h 23"/>
                <a:gd name="T4" fmla="*/ 12 w 28"/>
                <a:gd name="T5" fmla="*/ 1 h 23"/>
                <a:gd name="T6" fmla="*/ 27 w 28"/>
                <a:gd name="T7" fmla="*/ 10 h 23"/>
                <a:gd name="T8" fmla="*/ 15 w 28"/>
                <a:gd name="T9" fmla="*/ 22 h 23"/>
              </a:gdLst>
              <a:ahLst/>
              <a:cxnLst>
                <a:cxn ang="0">
                  <a:pos x="T0" y="T1"/>
                </a:cxn>
                <a:cxn ang="0">
                  <a:pos x="T2" y="T3"/>
                </a:cxn>
                <a:cxn ang="0">
                  <a:pos x="T4" y="T5"/>
                </a:cxn>
                <a:cxn ang="0">
                  <a:pos x="T6" y="T7"/>
                </a:cxn>
                <a:cxn ang="0">
                  <a:pos x="T8" y="T9"/>
                </a:cxn>
              </a:cxnLst>
              <a:rect l="0" t="0" r="r" b="b"/>
              <a:pathLst>
                <a:path w="28" h="23">
                  <a:moveTo>
                    <a:pt x="15" y="22"/>
                  </a:moveTo>
                  <a:cubicBezTo>
                    <a:pt x="8" y="23"/>
                    <a:pt x="2" y="18"/>
                    <a:pt x="1" y="13"/>
                  </a:cubicBezTo>
                  <a:cubicBezTo>
                    <a:pt x="0" y="7"/>
                    <a:pt x="5" y="2"/>
                    <a:pt x="12" y="1"/>
                  </a:cubicBezTo>
                  <a:cubicBezTo>
                    <a:pt x="19" y="0"/>
                    <a:pt x="27" y="4"/>
                    <a:pt x="27" y="10"/>
                  </a:cubicBezTo>
                  <a:cubicBezTo>
                    <a:pt x="28" y="16"/>
                    <a:pt x="22" y="21"/>
                    <a:pt x="1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2" name="Freeform 1294">
              <a:extLst>
                <a:ext uri="{FF2B5EF4-FFF2-40B4-BE49-F238E27FC236}">
                  <a16:creationId xmlns:a16="http://schemas.microsoft.com/office/drawing/2014/main" id="{D9E5FCA0-A548-6977-98BF-D6D2DD5B7EDB}"/>
                </a:ext>
              </a:extLst>
            </p:cNvPr>
            <p:cNvSpPr>
              <a:spLocks/>
            </p:cNvSpPr>
            <p:nvPr/>
          </p:nvSpPr>
          <p:spPr bwMode="auto">
            <a:xfrm rot="5094805">
              <a:off x="190153" y="1085189"/>
              <a:ext cx="68549" cy="50269"/>
            </a:xfrm>
            <a:custGeom>
              <a:avLst/>
              <a:gdLst>
                <a:gd name="T0" fmla="*/ 12 w 28"/>
                <a:gd name="T1" fmla="*/ 1 h 21"/>
                <a:gd name="T2" fmla="*/ 27 w 28"/>
                <a:gd name="T3" fmla="*/ 9 h 21"/>
                <a:gd name="T4" fmla="*/ 15 w 28"/>
                <a:gd name="T5" fmla="*/ 21 h 21"/>
                <a:gd name="T6" fmla="*/ 1 w 28"/>
                <a:gd name="T7" fmla="*/ 12 h 21"/>
                <a:gd name="T8" fmla="*/ 12 w 28"/>
                <a:gd name="T9" fmla="*/ 1 h 21"/>
              </a:gdLst>
              <a:ahLst/>
              <a:cxnLst>
                <a:cxn ang="0">
                  <a:pos x="T0" y="T1"/>
                </a:cxn>
                <a:cxn ang="0">
                  <a:pos x="T2" y="T3"/>
                </a:cxn>
                <a:cxn ang="0">
                  <a:pos x="T4" y="T5"/>
                </a:cxn>
                <a:cxn ang="0">
                  <a:pos x="T6" y="T7"/>
                </a:cxn>
                <a:cxn ang="0">
                  <a:pos x="T8" y="T9"/>
                </a:cxn>
              </a:cxnLst>
              <a:rect l="0" t="0" r="r" b="b"/>
              <a:pathLst>
                <a:path w="28" h="21">
                  <a:moveTo>
                    <a:pt x="12" y="1"/>
                  </a:moveTo>
                  <a:cubicBezTo>
                    <a:pt x="19" y="0"/>
                    <a:pt x="26" y="4"/>
                    <a:pt x="27" y="9"/>
                  </a:cubicBezTo>
                  <a:cubicBezTo>
                    <a:pt x="28" y="15"/>
                    <a:pt x="22" y="20"/>
                    <a:pt x="15" y="21"/>
                  </a:cubicBezTo>
                  <a:cubicBezTo>
                    <a:pt x="8" y="21"/>
                    <a:pt x="1" y="17"/>
                    <a:pt x="1" y="12"/>
                  </a:cubicBezTo>
                  <a:cubicBezTo>
                    <a:pt x="0" y="6"/>
                    <a:pt x="5" y="1"/>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3" name="Freeform 1295">
              <a:extLst>
                <a:ext uri="{FF2B5EF4-FFF2-40B4-BE49-F238E27FC236}">
                  <a16:creationId xmlns:a16="http://schemas.microsoft.com/office/drawing/2014/main" id="{E7435947-DC20-7401-36E2-5CADECF74FB9}"/>
                </a:ext>
              </a:extLst>
            </p:cNvPr>
            <p:cNvSpPr>
              <a:spLocks/>
            </p:cNvSpPr>
            <p:nvPr/>
          </p:nvSpPr>
          <p:spPr bwMode="auto">
            <a:xfrm rot="5094805">
              <a:off x="219882" y="1276188"/>
              <a:ext cx="73119" cy="52554"/>
            </a:xfrm>
            <a:custGeom>
              <a:avLst/>
              <a:gdLst>
                <a:gd name="T0" fmla="*/ 28 w 29"/>
                <a:gd name="T1" fmla="*/ 9 h 21"/>
                <a:gd name="T2" fmla="*/ 17 w 29"/>
                <a:gd name="T3" fmla="*/ 20 h 21"/>
                <a:gd name="T4" fmla="*/ 2 w 29"/>
                <a:gd name="T5" fmla="*/ 12 h 21"/>
                <a:gd name="T6" fmla="*/ 13 w 29"/>
                <a:gd name="T7" fmla="*/ 1 h 21"/>
                <a:gd name="T8" fmla="*/ 28 w 29"/>
                <a:gd name="T9" fmla="*/ 9 h 21"/>
              </a:gdLst>
              <a:ahLst/>
              <a:cxnLst>
                <a:cxn ang="0">
                  <a:pos x="T0" y="T1"/>
                </a:cxn>
                <a:cxn ang="0">
                  <a:pos x="T2" y="T3"/>
                </a:cxn>
                <a:cxn ang="0">
                  <a:pos x="T4" y="T5"/>
                </a:cxn>
                <a:cxn ang="0">
                  <a:pos x="T6" y="T7"/>
                </a:cxn>
                <a:cxn ang="0">
                  <a:pos x="T8" y="T9"/>
                </a:cxn>
              </a:cxnLst>
              <a:rect l="0" t="0" r="r" b="b"/>
              <a:pathLst>
                <a:path w="29" h="21">
                  <a:moveTo>
                    <a:pt x="28" y="9"/>
                  </a:moveTo>
                  <a:cubicBezTo>
                    <a:pt x="29" y="14"/>
                    <a:pt x="24" y="19"/>
                    <a:pt x="17" y="20"/>
                  </a:cubicBezTo>
                  <a:cubicBezTo>
                    <a:pt x="10" y="21"/>
                    <a:pt x="3" y="17"/>
                    <a:pt x="2" y="12"/>
                  </a:cubicBezTo>
                  <a:cubicBezTo>
                    <a:pt x="0" y="7"/>
                    <a:pt x="5" y="2"/>
                    <a:pt x="13" y="1"/>
                  </a:cubicBezTo>
                  <a:cubicBezTo>
                    <a:pt x="20" y="0"/>
                    <a:pt x="26"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4" name="Freeform 1296">
              <a:extLst>
                <a:ext uri="{FF2B5EF4-FFF2-40B4-BE49-F238E27FC236}">
                  <a16:creationId xmlns:a16="http://schemas.microsoft.com/office/drawing/2014/main" id="{8C836CF1-3D45-BBD0-6CC7-2DB590E0EDEE}"/>
                </a:ext>
              </a:extLst>
            </p:cNvPr>
            <p:cNvSpPr>
              <a:spLocks/>
            </p:cNvSpPr>
            <p:nvPr/>
          </p:nvSpPr>
          <p:spPr bwMode="auto">
            <a:xfrm rot="5094805">
              <a:off x="252001" y="1474139"/>
              <a:ext cx="70834" cy="43415"/>
            </a:xfrm>
            <a:custGeom>
              <a:avLst/>
              <a:gdLst>
                <a:gd name="T0" fmla="*/ 12 w 29"/>
                <a:gd name="T1" fmla="*/ 0 h 18"/>
                <a:gd name="T2" fmla="*/ 27 w 29"/>
                <a:gd name="T3" fmla="*/ 7 h 18"/>
                <a:gd name="T4" fmla="*/ 16 w 29"/>
                <a:gd name="T5" fmla="*/ 18 h 18"/>
                <a:gd name="T6" fmla="*/ 1 w 29"/>
                <a:gd name="T7" fmla="*/ 10 h 18"/>
                <a:gd name="T8" fmla="*/ 12 w 29"/>
                <a:gd name="T9" fmla="*/ 0 h 18"/>
              </a:gdLst>
              <a:ahLst/>
              <a:cxnLst>
                <a:cxn ang="0">
                  <a:pos x="T0" y="T1"/>
                </a:cxn>
                <a:cxn ang="0">
                  <a:pos x="T2" y="T3"/>
                </a:cxn>
                <a:cxn ang="0">
                  <a:pos x="T4" y="T5"/>
                </a:cxn>
                <a:cxn ang="0">
                  <a:pos x="T6" y="T7"/>
                </a:cxn>
                <a:cxn ang="0">
                  <a:pos x="T8" y="T9"/>
                </a:cxn>
              </a:cxnLst>
              <a:rect l="0" t="0" r="r" b="b"/>
              <a:pathLst>
                <a:path w="29" h="18">
                  <a:moveTo>
                    <a:pt x="12" y="0"/>
                  </a:moveTo>
                  <a:cubicBezTo>
                    <a:pt x="19" y="0"/>
                    <a:pt x="26" y="3"/>
                    <a:pt x="27" y="7"/>
                  </a:cubicBezTo>
                  <a:cubicBezTo>
                    <a:pt x="29" y="12"/>
                    <a:pt x="24" y="17"/>
                    <a:pt x="16" y="18"/>
                  </a:cubicBezTo>
                  <a:cubicBezTo>
                    <a:pt x="9" y="18"/>
                    <a:pt x="2" y="15"/>
                    <a:pt x="1" y="10"/>
                  </a:cubicBezTo>
                  <a:cubicBezTo>
                    <a:pt x="0" y="5"/>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5" name="Freeform 1297">
              <a:extLst>
                <a:ext uri="{FF2B5EF4-FFF2-40B4-BE49-F238E27FC236}">
                  <a16:creationId xmlns:a16="http://schemas.microsoft.com/office/drawing/2014/main" id="{E03D13BE-5F07-7051-847C-300B27C8B94E}"/>
                </a:ext>
              </a:extLst>
            </p:cNvPr>
            <p:cNvSpPr>
              <a:spLocks/>
            </p:cNvSpPr>
            <p:nvPr/>
          </p:nvSpPr>
          <p:spPr bwMode="auto">
            <a:xfrm rot="5094805">
              <a:off x="279367" y="1667934"/>
              <a:ext cx="68549" cy="38845"/>
            </a:xfrm>
            <a:custGeom>
              <a:avLst/>
              <a:gdLst>
                <a:gd name="T0" fmla="*/ 27 w 28"/>
                <a:gd name="T1" fmla="*/ 7 h 16"/>
                <a:gd name="T2" fmla="*/ 16 w 28"/>
                <a:gd name="T3" fmla="*/ 15 h 16"/>
                <a:gd name="T4" fmla="*/ 1 w 28"/>
                <a:gd name="T5" fmla="*/ 8 h 16"/>
                <a:gd name="T6" fmla="*/ 13 w 28"/>
                <a:gd name="T7" fmla="*/ 0 h 16"/>
                <a:gd name="T8" fmla="*/ 27 w 28"/>
                <a:gd name="T9" fmla="*/ 7 h 16"/>
              </a:gdLst>
              <a:ahLst/>
              <a:cxnLst>
                <a:cxn ang="0">
                  <a:pos x="T0" y="T1"/>
                </a:cxn>
                <a:cxn ang="0">
                  <a:pos x="T2" y="T3"/>
                </a:cxn>
                <a:cxn ang="0">
                  <a:pos x="T4" y="T5"/>
                </a:cxn>
                <a:cxn ang="0">
                  <a:pos x="T6" y="T7"/>
                </a:cxn>
                <a:cxn ang="0">
                  <a:pos x="T8" y="T9"/>
                </a:cxn>
              </a:cxnLst>
              <a:rect l="0" t="0" r="r" b="b"/>
              <a:pathLst>
                <a:path w="28" h="16">
                  <a:moveTo>
                    <a:pt x="27" y="7"/>
                  </a:moveTo>
                  <a:cubicBezTo>
                    <a:pt x="28" y="11"/>
                    <a:pt x="23" y="15"/>
                    <a:pt x="16" y="15"/>
                  </a:cubicBezTo>
                  <a:cubicBezTo>
                    <a:pt x="9" y="16"/>
                    <a:pt x="2" y="13"/>
                    <a:pt x="1" y="8"/>
                  </a:cubicBezTo>
                  <a:cubicBezTo>
                    <a:pt x="0" y="4"/>
                    <a:pt x="6" y="0"/>
                    <a:pt x="13" y="0"/>
                  </a:cubicBezTo>
                  <a:cubicBezTo>
                    <a:pt x="20" y="0"/>
                    <a:pt x="27" y="3"/>
                    <a:pt x="2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6" name="Freeform 1298">
              <a:extLst>
                <a:ext uri="{FF2B5EF4-FFF2-40B4-BE49-F238E27FC236}">
                  <a16:creationId xmlns:a16="http://schemas.microsoft.com/office/drawing/2014/main" id="{07E931BE-BC5E-B234-B77C-5FB466CE98DA}"/>
                </a:ext>
              </a:extLst>
            </p:cNvPr>
            <p:cNvSpPr>
              <a:spLocks/>
            </p:cNvSpPr>
            <p:nvPr/>
          </p:nvSpPr>
          <p:spPr bwMode="auto">
            <a:xfrm rot="5094805">
              <a:off x="310146" y="1860282"/>
              <a:ext cx="66264" cy="36560"/>
            </a:xfrm>
            <a:custGeom>
              <a:avLst/>
              <a:gdLst>
                <a:gd name="T0" fmla="*/ 15 w 27"/>
                <a:gd name="T1" fmla="*/ 14 h 14"/>
                <a:gd name="T2" fmla="*/ 1 w 27"/>
                <a:gd name="T3" fmla="*/ 8 h 14"/>
                <a:gd name="T4" fmla="*/ 12 w 27"/>
                <a:gd name="T5" fmla="*/ 0 h 14"/>
                <a:gd name="T6" fmla="*/ 27 w 27"/>
                <a:gd name="T7" fmla="*/ 7 h 14"/>
                <a:gd name="T8" fmla="*/ 15 w 27"/>
                <a:gd name="T9" fmla="*/ 14 h 14"/>
              </a:gdLst>
              <a:ahLst/>
              <a:cxnLst>
                <a:cxn ang="0">
                  <a:pos x="T0" y="T1"/>
                </a:cxn>
                <a:cxn ang="0">
                  <a:pos x="T2" y="T3"/>
                </a:cxn>
                <a:cxn ang="0">
                  <a:pos x="T4" y="T5"/>
                </a:cxn>
                <a:cxn ang="0">
                  <a:pos x="T6" y="T7"/>
                </a:cxn>
                <a:cxn ang="0">
                  <a:pos x="T8" y="T9"/>
                </a:cxn>
              </a:cxnLst>
              <a:rect l="0" t="0" r="r" b="b"/>
              <a:pathLst>
                <a:path w="27" h="14">
                  <a:moveTo>
                    <a:pt x="15" y="14"/>
                  </a:moveTo>
                  <a:cubicBezTo>
                    <a:pt x="8" y="14"/>
                    <a:pt x="2" y="11"/>
                    <a:pt x="1" y="8"/>
                  </a:cubicBezTo>
                  <a:cubicBezTo>
                    <a:pt x="0" y="4"/>
                    <a:pt x="6" y="0"/>
                    <a:pt x="12" y="0"/>
                  </a:cubicBezTo>
                  <a:cubicBezTo>
                    <a:pt x="20" y="0"/>
                    <a:pt x="27" y="3"/>
                    <a:pt x="27" y="7"/>
                  </a:cubicBezTo>
                  <a:cubicBezTo>
                    <a:pt x="27" y="10"/>
                    <a:pt x="22" y="14"/>
                    <a:pt x="1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7" name="Freeform 1299">
              <a:extLst>
                <a:ext uri="{FF2B5EF4-FFF2-40B4-BE49-F238E27FC236}">
                  <a16:creationId xmlns:a16="http://schemas.microsoft.com/office/drawing/2014/main" id="{32BE7A08-5F01-56B3-B567-DF9A026A9997}"/>
                </a:ext>
              </a:extLst>
            </p:cNvPr>
            <p:cNvSpPr>
              <a:spLocks/>
            </p:cNvSpPr>
            <p:nvPr/>
          </p:nvSpPr>
          <p:spPr bwMode="auto">
            <a:xfrm rot="5094805">
              <a:off x="339045" y="2057182"/>
              <a:ext cx="68549" cy="34275"/>
            </a:xfrm>
            <a:custGeom>
              <a:avLst/>
              <a:gdLst>
                <a:gd name="T0" fmla="*/ 15 w 28"/>
                <a:gd name="T1" fmla="*/ 14 h 14"/>
                <a:gd name="T2" fmla="*/ 1 w 28"/>
                <a:gd name="T3" fmla="*/ 8 h 14"/>
                <a:gd name="T4" fmla="*/ 12 w 28"/>
                <a:gd name="T5" fmla="*/ 1 h 14"/>
                <a:gd name="T6" fmla="*/ 27 w 28"/>
                <a:gd name="T7" fmla="*/ 7 h 14"/>
                <a:gd name="T8" fmla="*/ 15 w 28"/>
                <a:gd name="T9" fmla="*/ 14 h 14"/>
              </a:gdLst>
              <a:ahLst/>
              <a:cxnLst>
                <a:cxn ang="0">
                  <a:pos x="T0" y="T1"/>
                </a:cxn>
                <a:cxn ang="0">
                  <a:pos x="T2" y="T3"/>
                </a:cxn>
                <a:cxn ang="0">
                  <a:pos x="T4" y="T5"/>
                </a:cxn>
                <a:cxn ang="0">
                  <a:pos x="T6" y="T7"/>
                </a:cxn>
                <a:cxn ang="0">
                  <a:pos x="T8" y="T9"/>
                </a:cxn>
              </a:cxnLst>
              <a:rect l="0" t="0" r="r" b="b"/>
              <a:pathLst>
                <a:path w="28" h="14">
                  <a:moveTo>
                    <a:pt x="15" y="14"/>
                  </a:moveTo>
                  <a:cubicBezTo>
                    <a:pt x="8" y="14"/>
                    <a:pt x="2" y="12"/>
                    <a:pt x="1" y="8"/>
                  </a:cubicBezTo>
                  <a:cubicBezTo>
                    <a:pt x="0" y="5"/>
                    <a:pt x="5" y="2"/>
                    <a:pt x="12" y="1"/>
                  </a:cubicBezTo>
                  <a:cubicBezTo>
                    <a:pt x="19" y="0"/>
                    <a:pt x="26" y="3"/>
                    <a:pt x="27" y="7"/>
                  </a:cubicBezTo>
                  <a:cubicBezTo>
                    <a:pt x="28" y="10"/>
                    <a:pt x="22" y="13"/>
                    <a:pt x="1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8" name="Freeform 1300">
              <a:extLst>
                <a:ext uri="{FF2B5EF4-FFF2-40B4-BE49-F238E27FC236}">
                  <a16:creationId xmlns:a16="http://schemas.microsoft.com/office/drawing/2014/main" id="{78C98171-2DC2-E58D-77C5-BD3EC8D5D481}"/>
                </a:ext>
              </a:extLst>
            </p:cNvPr>
            <p:cNvSpPr>
              <a:spLocks/>
            </p:cNvSpPr>
            <p:nvPr/>
          </p:nvSpPr>
          <p:spPr bwMode="auto">
            <a:xfrm rot="5094805">
              <a:off x="366507" y="2250871"/>
              <a:ext cx="68549" cy="31990"/>
            </a:xfrm>
            <a:custGeom>
              <a:avLst/>
              <a:gdLst>
                <a:gd name="T0" fmla="*/ 27 w 28"/>
                <a:gd name="T1" fmla="*/ 5 h 13"/>
                <a:gd name="T2" fmla="*/ 15 w 28"/>
                <a:gd name="T3" fmla="*/ 12 h 13"/>
                <a:gd name="T4" fmla="*/ 1 w 28"/>
                <a:gd name="T5" fmla="*/ 7 h 13"/>
                <a:gd name="T6" fmla="*/ 13 w 28"/>
                <a:gd name="T7" fmla="*/ 0 h 13"/>
                <a:gd name="T8" fmla="*/ 27 w 28"/>
                <a:gd name="T9" fmla="*/ 5 h 13"/>
              </a:gdLst>
              <a:ahLst/>
              <a:cxnLst>
                <a:cxn ang="0">
                  <a:pos x="T0" y="T1"/>
                </a:cxn>
                <a:cxn ang="0">
                  <a:pos x="T2" y="T3"/>
                </a:cxn>
                <a:cxn ang="0">
                  <a:pos x="T4" y="T5"/>
                </a:cxn>
                <a:cxn ang="0">
                  <a:pos x="T6" y="T7"/>
                </a:cxn>
                <a:cxn ang="0">
                  <a:pos x="T8" y="T9"/>
                </a:cxn>
              </a:cxnLst>
              <a:rect l="0" t="0" r="r" b="b"/>
              <a:pathLst>
                <a:path w="28" h="13">
                  <a:moveTo>
                    <a:pt x="27" y="5"/>
                  </a:moveTo>
                  <a:cubicBezTo>
                    <a:pt x="28" y="8"/>
                    <a:pt x="22" y="11"/>
                    <a:pt x="15" y="12"/>
                  </a:cubicBezTo>
                  <a:cubicBezTo>
                    <a:pt x="8" y="13"/>
                    <a:pt x="2" y="10"/>
                    <a:pt x="1" y="7"/>
                  </a:cubicBezTo>
                  <a:cubicBezTo>
                    <a:pt x="0" y="4"/>
                    <a:pt x="5" y="0"/>
                    <a:pt x="13" y="0"/>
                  </a:cubicBezTo>
                  <a:cubicBezTo>
                    <a:pt x="20" y="0"/>
                    <a:pt x="26" y="2"/>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9" name="Freeform 1301">
              <a:extLst>
                <a:ext uri="{FF2B5EF4-FFF2-40B4-BE49-F238E27FC236}">
                  <a16:creationId xmlns:a16="http://schemas.microsoft.com/office/drawing/2014/main" id="{275FE7D3-C3EA-7B69-269B-08BAC5D01889}"/>
                </a:ext>
              </a:extLst>
            </p:cNvPr>
            <p:cNvSpPr>
              <a:spLocks/>
            </p:cNvSpPr>
            <p:nvPr/>
          </p:nvSpPr>
          <p:spPr bwMode="auto">
            <a:xfrm rot="5094805">
              <a:off x="404211" y="2442506"/>
              <a:ext cx="68549" cy="31990"/>
            </a:xfrm>
            <a:custGeom>
              <a:avLst/>
              <a:gdLst>
                <a:gd name="T0" fmla="*/ 15 w 27"/>
                <a:gd name="T1" fmla="*/ 12 h 13"/>
                <a:gd name="T2" fmla="*/ 1 w 27"/>
                <a:gd name="T3" fmla="*/ 8 h 13"/>
                <a:gd name="T4" fmla="*/ 11 w 27"/>
                <a:gd name="T5" fmla="*/ 1 h 13"/>
                <a:gd name="T6" fmla="*/ 27 w 27"/>
                <a:gd name="T7" fmla="*/ 5 h 13"/>
                <a:gd name="T8" fmla="*/ 15 w 27"/>
                <a:gd name="T9" fmla="*/ 12 h 13"/>
              </a:gdLst>
              <a:ahLst/>
              <a:cxnLst>
                <a:cxn ang="0">
                  <a:pos x="T0" y="T1"/>
                </a:cxn>
                <a:cxn ang="0">
                  <a:pos x="T2" y="T3"/>
                </a:cxn>
                <a:cxn ang="0">
                  <a:pos x="T4" y="T5"/>
                </a:cxn>
                <a:cxn ang="0">
                  <a:pos x="T6" y="T7"/>
                </a:cxn>
                <a:cxn ang="0">
                  <a:pos x="T8" y="T9"/>
                </a:cxn>
              </a:cxnLst>
              <a:rect l="0" t="0" r="r" b="b"/>
              <a:pathLst>
                <a:path w="27" h="13">
                  <a:moveTo>
                    <a:pt x="15" y="12"/>
                  </a:moveTo>
                  <a:cubicBezTo>
                    <a:pt x="8" y="13"/>
                    <a:pt x="2" y="11"/>
                    <a:pt x="1" y="8"/>
                  </a:cubicBezTo>
                  <a:cubicBezTo>
                    <a:pt x="0" y="5"/>
                    <a:pt x="4" y="2"/>
                    <a:pt x="11" y="1"/>
                  </a:cubicBezTo>
                  <a:cubicBezTo>
                    <a:pt x="18" y="0"/>
                    <a:pt x="26" y="2"/>
                    <a:pt x="27" y="5"/>
                  </a:cubicBezTo>
                  <a:cubicBezTo>
                    <a:pt x="27" y="8"/>
                    <a:pt x="22" y="12"/>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0" name="Freeform 1302">
              <a:extLst>
                <a:ext uri="{FF2B5EF4-FFF2-40B4-BE49-F238E27FC236}">
                  <a16:creationId xmlns:a16="http://schemas.microsoft.com/office/drawing/2014/main" id="{07B964C2-FA4B-2D58-9A93-FCDE76A6A7CF}"/>
                </a:ext>
              </a:extLst>
            </p:cNvPr>
            <p:cNvSpPr>
              <a:spLocks/>
            </p:cNvSpPr>
            <p:nvPr/>
          </p:nvSpPr>
          <p:spPr bwMode="auto">
            <a:xfrm rot="5094805">
              <a:off x="441914" y="2634141"/>
              <a:ext cx="68549" cy="31990"/>
            </a:xfrm>
            <a:custGeom>
              <a:avLst/>
              <a:gdLst>
                <a:gd name="T0" fmla="*/ 27 w 28"/>
                <a:gd name="T1" fmla="*/ 4 h 13"/>
                <a:gd name="T2" fmla="*/ 16 w 28"/>
                <a:gd name="T3" fmla="*/ 11 h 13"/>
                <a:gd name="T4" fmla="*/ 1 w 28"/>
                <a:gd name="T5" fmla="*/ 8 h 13"/>
                <a:gd name="T6" fmla="*/ 13 w 28"/>
                <a:gd name="T7" fmla="*/ 1 h 13"/>
                <a:gd name="T8" fmla="*/ 27 w 28"/>
                <a:gd name="T9" fmla="*/ 4 h 13"/>
              </a:gdLst>
              <a:ahLst/>
              <a:cxnLst>
                <a:cxn ang="0">
                  <a:pos x="T0" y="T1"/>
                </a:cxn>
                <a:cxn ang="0">
                  <a:pos x="T2" y="T3"/>
                </a:cxn>
                <a:cxn ang="0">
                  <a:pos x="T4" y="T5"/>
                </a:cxn>
                <a:cxn ang="0">
                  <a:pos x="T6" y="T7"/>
                </a:cxn>
                <a:cxn ang="0">
                  <a:pos x="T8" y="T9"/>
                </a:cxn>
              </a:cxnLst>
              <a:rect l="0" t="0" r="r" b="b"/>
              <a:pathLst>
                <a:path w="28" h="13">
                  <a:moveTo>
                    <a:pt x="27" y="4"/>
                  </a:moveTo>
                  <a:cubicBezTo>
                    <a:pt x="28" y="7"/>
                    <a:pt x="23" y="10"/>
                    <a:pt x="16" y="11"/>
                  </a:cubicBezTo>
                  <a:cubicBezTo>
                    <a:pt x="9" y="13"/>
                    <a:pt x="3" y="11"/>
                    <a:pt x="1" y="8"/>
                  </a:cubicBezTo>
                  <a:cubicBezTo>
                    <a:pt x="0" y="5"/>
                    <a:pt x="5" y="2"/>
                    <a:pt x="13" y="1"/>
                  </a:cubicBezTo>
                  <a:cubicBezTo>
                    <a:pt x="20" y="0"/>
                    <a:pt x="26" y="1"/>
                    <a:pt x="2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1" name="Freeform 1303">
              <a:extLst>
                <a:ext uri="{FF2B5EF4-FFF2-40B4-BE49-F238E27FC236}">
                  <a16:creationId xmlns:a16="http://schemas.microsoft.com/office/drawing/2014/main" id="{2C9FF6AC-F448-C383-6908-B350DF101680}"/>
                </a:ext>
              </a:extLst>
            </p:cNvPr>
            <p:cNvSpPr>
              <a:spLocks/>
            </p:cNvSpPr>
            <p:nvPr/>
          </p:nvSpPr>
          <p:spPr bwMode="auto">
            <a:xfrm rot="5094805">
              <a:off x="494315" y="2823422"/>
              <a:ext cx="66264" cy="31990"/>
            </a:xfrm>
            <a:custGeom>
              <a:avLst/>
              <a:gdLst>
                <a:gd name="T0" fmla="*/ 16 w 27"/>
                <a:gd name="T1" fmla="*/ 11 h 13"/>
                <a:gd name="T2" fmla="*/ 1 w 27"/>
                <a:gd name="T3" fmla="*/ 9 h 13"/>
                <a:gd name="T4" fmla="*/ 11 w 27"/>
                <a:gd name="T5" fmla="*/ 2 h 13"/>
                <a:gd name="T6" fmla="*/ 27 w 27"/>
                <a:gd name="T7" fmla="*/ 3 h 13"/>
                <a:gd name="T8" fmla="*/ 16 w 27"/>
                <a:gd name="T9" fmla="*/ 11 h 13"/>
              </a:gdLst>
              <a:ahLst/>
              <a:cxnLst>
                <a:cxn ang="0">
                  <a:pos x="T0" y="T1"/>
                </a:cxn>
                <a:cxn ang="0">
                  <a:pos x="T2" y="T3"/>
                </a:cxn>
                <a:cxn ang="0">
                  <a:pos x="T4" y="T5"/>
                </a:cxn>
                <a:cxn ang="0">
                  <a:pos x="T6" y="T7"/>
                </a:cxn>
                <a:cxn ang="0">
                  <a:pos x="T8" y="T9"/>
                </a:cxn>
              </a:cxnLst>
              <a:rect l="0" t="0" r="r" b="b"/>
              <a:pathLst>
                <a:path w="27" h="13">
                  <a:moveTo>
                    <a:pt x="16" y="11"/>
                  </a:moveTo>
                  <a:cubicBezTo>
                    <a:pt x="9" y="13"/>
                    <a:pt x="2" y="12"/>
                    <a:pt x="1" y="9"/>
                  </a:cubicBezTo>
                  <a:cubicBezTo>
                    <a:pt x="0" y="7"/>
                    <a:pt x="4" y="3"/>
                    <a:pt x="11" y="2"/>
                  </a:cubicBezTo>
                  <a:cubicBezTo>
                    <a:pt x="18" y="0"/>
                    <a:pt x="26" y="0"/>
                    <a:pt x="27" y="3"/>
                  </a:cubicBezTo>
                  <a:cubicBezTo>
                    <a:pt x="27" y="6"/>
                    <a:pt x="23" y="10"/>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2" name="Freeform 1304">
              <a:extLst>
                <a:ext uri="{FF2B5EF4-FFF2-40B4-BE49-F238E27FC236}">
                  <a16:creationId xmlns:a16="http://schemas.microsoft.com/office/drawing/2014/main" id="{BDD31312-7B6E-2A15-EC14-25F9374DC7D3}"/>
                </a:ext>
              </a:extLst>
            </p:cNvPr>
            <p:cNvSpPr>
              <a:spLocks/>
            </p:cNvSpPr>
            <p:nvPr/>
          </p:nvSpPr>
          <p:spPr bwMode="auto">
            <a:xfrm rot="5094805">
              <a:off x="557990" y="3009309"/>
              <a:ext cx="66264" cy="34275"/>
            </a:xfrm>
            <a:custGeom>
              <a:avLst/>
              <a:gdLst>
                <a:gd name="T0" fmla="*/ 27 w 27"/>
                <a:gd name="T1" fmla="*/ 3 h 14"/>
                <a:gd name="T2" fmla="*/ 15 w 27"/>
                <a:gd name="T3" fmla="*/ 12 h 14"/>
                <a:gd name="T4" fmla="*/ 1 w 27"/>
                <a:gd name="T5" fmla="*/ 11 h 14"/>
                <a:gd name="T6" fmla="*/ 13 w 27"/>
                <a:gd name="T7" fmla="*/ 2 h 14"/>
                <a:gd name="T8" fmla="*/ 27 w 27"/>
                <a:gd name="T9" fmla="*/ 3 h 14"/>
              </a:gdLst>
              <a:ahLst/>
              <a:cxnLst>
                <a:cxn ang="0">
                  <a:pos x="T0" y="T1"/>
                </a:cxn>
                <a:cxn ang="0">
                  <a:pos x="T2" y="T3"/>
                </a:cxn>
                <a:cxn ang="0">
                  <a:pos x="T4" y="T5"/>
                </a:cxn>
                <a:cxn ang="0">
                  <a:pos x="T6" y="T7"/>
                </a:cxn>
                <a:cxn ang="0">
                  <a:pos x="T8" y="T9"/>
                </a:cxn>
              </a:cxnLst>
              <a:rect l="0" t="0" r="r" b="b"/>
              <a:pathLst>
                <a:path w="27" h="14">
                  <a:moveTo>
                    <a:pt x="27" y="3"/>
                  </a:moveTo>
                  <a:cubicBezTo>
                    <a:pt x="27" y="6"/>
                    <a:pt x="22" y="10"/>
                    <a:pt x="15" y="12"/>
                  </a:cubicBezTo>
                  <a:cubicBezTo>
                    <a:pt x="8" y="14"/>
                    <a:pt x="2" y="13"/>
                    <a:pt x="1" y="11"/>
                  </a:cubicBezTo>
                  <a:cubicBezTo>
                    <a:pt x="0" y="8"/>
                    <a:pt x="5" y="4"/>
                    <a:pt x="13" y="2"/>
                  </a:cubicBezTo>
                  <a:cubicBezTo>
                    <a:pt x="20" y="0"/>
                    <a:pt x="26"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3" name="Freeform 1305">
              <a:extLst>
                <a:ext uri="{FF2B5EF4-FFF2-40B4-BE49-F238E27FC236}">
                  <a16:creationId xmlns:a16="http://schemas.microsoft.com/office/drawing/2014/main" id="{D59FDFE9-B1B2-46F1-D55B-8FE956907B1A}"/>
                </a:ext>
              </a:extLst>
            </p:cNvPr>
            <p:cNvSpPr>
              <a:spLocks/>
            </p:cNvSpPr>
            <p:nvPr/>
          </p:nvSpPr>
          <p:spPr bwMode="auto">
            <a:xfrm rot="5094805">
              <a:off x="636662" y="3197297"/>
              <a:ext cx="66264" cy="34275"/>
            </a:xfrm>
            <a:custGeom>
              <a:avLst/>
              <a:gdLst>
                <a:gd name="T0" fmla="*/ 15 w 27"/>
                <a:gd name="T1" fmla="*/ 12 h 14"/>
                <a:gd name="T2" fmla="*/ 1 w 27"/>
                <a:gd name="T3" fmla="*/ 11 h 14"/>
                <a:gd name="T4" fmla="*/ 11 w 27"/>
                <a:gd name="T5" fmla="*/ 3 h 14"/>
                <a:gd name="T6" fmla="*/ 26 w 27"/>
                <a:gd name="T7" fmla="*/ 3 h 14"/>
                <a:gd name="T8" fmla="*/ 15 w 27"/>
                <a:gd name="T9" fmla="*/ 12 h 14"/>
              </a:gdLst>
              <a:ahLst/>
              <a:cxnLst>
                <a:cxn ang="0">
                  <a:pos x="T0" y="T1"/>
                </a:cxn>
                <a:cxn ang="0">
                  <a:pos x="T2" y="T3"/>
                </a:cxn>
                <a:cxn ang="0">
                  <a:pos x="T4" y="T5"/>
                </a:cxn>
                <a:cxn ang="0">
                  <a:pos x="T6" y="T7"/>
                </a:cxn>
                <a:cxn ang="0">
                  <a:pos x="T8" y="T9"/>
                </a:cxn>
              </a:cxnLst>
              <a:rect l="0" t="0" r="r" b="b"/>
              <a:pathLst>
                <a:path w="27" h="14">
                  <a:moveTo>
                    <a:pt x="15" y="12"/>
                  </a:moveTo>
                  <a:cubicBezTo>
                    <a:pt x="8" y="14"/>
                    <a:pt x="1" y="14"/>
                    <a:pt x="1" y="11"/>
                  </a:cubicBezTo>
                  <a:cubicBezTo>
                    <a:pt x="0" y="9"/>
                    <a:pt x="5" y="5"/>
                    <a:pt x="11" y="3"/>
                  </a:cubicBezTo>
                  <a:cubicBezTo>
                    <a:pt x="19" y="0"/>
                    <a:pt x="26" y="0"/>
                    <a:pt x="26" y="3"/>
                  </a:cubicBezTo>
                  <a:cubicBezTo>
                    <a:pt x="27" y="5"/>
                    <a:pt x="22" y="10"/>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4" name="Freeform 1306">
              <a:extLst>
                <a:ext uri="{FF2B5EF4-FFF2-40B4-BE49-F238E27FC236}">
                  <a16:creationId xmlns:a16="http://schemas.microsoft.com/office/drawing/2014/main" id="{605B6448-4824-2495-C437-F027542C7174}"/>
                </a:ext>
              </a:extLst>
            </p:cNvPr>
            <p:cNvSpPr>
              <a:spLocks/>
            </p:cNvSpPr>
            <p:nvPr/>
          </p:nvSpPr>
          <p:spPr bwMode="auto">
            <a:xfrm rot="5094805">
              <a:off x="726405" y="3379615"/>
              <a:ext cx="68549" cy="36560"/>
            </a:xfrm>
            <a:custGeom>
              <a:avLst/>
              <a:gdLst>
                <a:gd name="T0" fmla="*/ 16 w 28"/>
                <a:gd name="T1" fmla="*/ 12 h 15"/>
                <a:gd name="T2" fmla="*/ 1 w 28"/>
                <a:gd name="T3" fmla="*/ 13 h 15"/>
                <a:gd name="T4" fmla="*/ 12 w 28"/>
                <a:gd name="T5" fmla="*/ 4 h 15"/>
                <a:gd name="T6" fmla="*/ 27 w 28"/>
                <a:gd name="T7" fmla="*/ 3 h 15"/>
                <a:gd name="T8" fmla="*/ 16 w 28"/>
                <a:gd name="T9" fmla="*/ 12 h 15"/>
              </a:gdLst>
              <a:ahLst/>
              <a:cxnLst>
                <a:cxn ang="0">
                  <a:pos x="T0" y="T1"/>
                </a:cxn>
                <a:cxn ang="0">
                  <a:pos x="T2" y="T3"/>
                </a:cxn>
                <a:cxn ang="0">
                  <a:pos x="T4" y="T5"/>
                </a:cxn>
                <a:cxn ang="0">
                  <a:pos x="T6" y="T7"/>
                </a:cxn>
                <a:cxn ang="0">
                  <a:pos x="T8" y="T9"/>
                </a:cxn>
              </a:cxnLst>
              <a:rect l="0" t="0" r="r" b="b"/>
              <a:pathLst>
                <a:path w="28" h="15">
                  <a:moveTo>
                    <a:pt x="16" y="12"/>
                  </a:moveTo>
                  <a:cubicBezTo>
                    <a:pt x="9" y="15"/>
                    <a:pt x="2" y="15"/>
                    <a:pt x="1" y="13"/>
                  </a:cubicBezTo>
                  <a:cubicBezTo>
                    <a:pt x="0" y="11"/>
                    <a:pt x="5" y="7"/>
                    <a:pt x="12" y="4"/>
                  </a:cubicBezTo>
                  <a:cubicBezTo>
                    <a:pt x="19" y="1"/>
                    <a:pt x="26" y="0"/>
                    <a:pt x="27" y="3"/>
                  </a:cubicBezTo>
                  <a:cubicBezTo>
                    <a:pt x="28" y="5"/>
                    <a:pt x="22" y="1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5" name="Freeform 1307">
              <a:extLst>
                <a:ext uri="{FF2B5EF4-FFF2-40B4-BE49-F238E27FC236}">
                  <a16:creationId xmlns:a16="http://schemas.microsoft.com/office/drawing/2014/main" id="{2EB14395-849D-EB81-0817-78774D85CC62}"/>
                </a:ext>
              </a:extLst>
            </p:cNvPr>
            <p:cNvSpPr>
              <a:spLocks/>
            </p:cNvSpPr>
            <p:nvPr/>
          </p:nvSpPr>
          <p:spPr bwMode="auto">
            <a:xfrm rot="5094805">
              <a:off x="822984" y="3561527"/>
              <a:ext cx="66264" cy="38845"/>
            </a:xfrm>
            <a:custGeom>
              <a:avLst/>
              <a:gdLst>
                <a:gd name="T0" fmla="*/ 12 w 27"/>
                <a:gd name="T1" fmla="*/ 4 h 16"/>
                <a:gd name="T2" fmla="*/ 26 w 27"/>
                <a:gd name="T3" fmla="*/ 2 h 16"/>
                <a:gd name="T4" fmla="*/ 14 w 27"/>
                <a:gd name="T5" fmla="*/ 13 h 16"/>
                <a:gd name="T6" fmla="*/ 1 w 27"/>
                <a:gd name="T7" fmla="*/ 14 h 16"/>
                <a:gd name="T8" fmla="*/ 12 w 27"/>
                <a:gd name="T9" fmla="*/ 4 h 16"/>
              </a:gdLst>
              <a:ahLst/>
              <a:cxnLst>
                <a:cxn ang="0">
                  <a:pos x="T0" y="T1"/>
                </a:cxn>
                <a:cxn ang="0">
                  <a:pos x="T2" y="T3"/>
                </a:cxn>
                <a:cxn ang="0">
                  <a:pos x="T4" y="T5"/>
                </a:cxn>
                <a:cxn ang="0">
                  <a:pos x="T6" y="T7"/>
                </a:cxn>
                <a:cxn ang="0">
                  <a:pos x="T8" y="T9"/>
                </a:cxn>
              </a:cxnLst>
              <a:rect l="0" t="0" r="r" b="b"/>
              <a:pathLst>
                <a:path w="27" h="16">
                  <a:moveTo>
                    <a:pt x="12" y="4"/>
                  </a:moveTo>
                  <a:cubicBezTo>
                    <a:pt x="19" y="1"/>
                    <a:pt x="26" y="0"/>
                    <a:pt x="26" y="2"/>
                  </a:cubicBezTo>
                  <a:cubicBezTo>
                    <a:pt x="27" y="5"/>
                    <a:pt x="21" y="10"/>
                    <a:pt x="14" y="13"/>
                  </a:cubicBezTo>
                  <a:cubicBezTo>
                    <a:pt x="7" y="16"/>
                    <a:pt x="1" y="16"/>
                    <a:pt x="1" y="14"/>
                  </a:cubicBezTo>
                  <a:cubicBezTo>
                    <a:pt x="0" y="11"/>
                    <a:pt x="6" y="7"/>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6" name="Freeform 1308">
              <a:extLst>
                <a:ext uri="{FF2B5EF4-FFF2-40B4-BE49-F238E27FC236}">
                  <a16:creationId xmlns:a16="http://schemas.microsoft.com/office/drawing/2014/main" id="{C9E31AD9-CFC1-EC1B-3DB9-0851D1EF8FD1}"/>
                </a:ext>
              </a:extLst>
            </p:cNvPr>
            <p:cNvSpPr>
              <a:spLocks/>
            </p:cNvSpPr>
            <p:nvPr/>
          </p:nvSpPr>
          <p:spPr bwMode="auto">
            <a:xfrm rot="5094805">
              <a:off x="927424" y="3741491"/>
              <a:ext cx="66264" cy="41130"/>
            </a:xfrm>
            <a:custGeom>
              <a:avLst/>
              <a:gdLst>
                <a:gd name="T0" fmla="*/ 27 w 27"/>
                <a:gd name="T1" fmla="*/ 3 h 17"/>
                <a:gd name="T2" fmla="*/ 15 w 27"/>
                <a:gd name="T3" fmla="*/ 13 h 17"/>
                <a:gd name="T4" fmla="*/ 1 w 27"/>
                <a:gd name="T5" fmla="*/ 15 h 17"/>
                <a:gd name="T6" fmla="*/ 13 w 27"/>
                <a:gd name="T7" fmla="*/ 5 h 17"/>
                <a:gd name="T8" fmla="*/ 27 w 27"/>
                <a:gd name="T9" fmla="*/ 3 h 17"/>
              </a:gdLst>
              <a:ahLst/>
              <a:cxnLst>
                <a:cxn ang="0">
                  <a:pos x="T0" y="T1"/>
                </a:cxn>
                <a:cxn ang="0">
                  <a:pos x="T2" y="T3"/>
                </a:cxn>
                <a:cxn ang="0">
                  <a:pos x="T4" y="T5"/>
                </a:cxn>
                <a:cxn ang="0">
                  <a:pos x="T6" y="T7"/>
                </a:cxn>
                <a:cxn ang="0">
                  <a:pos x="T8" y="T9"/>
                </a:cxn>
              </a:cxnLst>
              <a:rect l="0" t="0" r="r" b="b"/>
              <a:pathLst>
                <a:path w="27" h="17">
                  <a:moveTo>
                    <a:pt x="27" y="3"/>
                  </a:moveTo>
                  <a:cubicBezTo>
                    <a:pt x="27" y="5"/>
                    <a:pt x="22" y="9"/>
                    <a:pt x="15" y="13"/>
                  </a:cubicBezTo>
                  <a:cubicBezTo>
                    <a:pt x="8" y="16"/>
                    <a:pt x="2" y="17"/>
                    <a:pt x="1" y="15"/>
                  </a:cubicBezTo>
                  <a:cubicBezTo>
                    <a:pt x="0" y="13"/>
                    <a:pt x="6" y="8"/>
                    <a:pt x="13" y="5"/>
                  </a:cubicBezTo>
                  <a:cubicBezTo>
                    <a:pt x="20" y="1"/>
                    <a:pt x="26"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7" name="Freeform 1309">
              <a:extLst>
                <a:ext uri="{FF2B5EF4-FFF2-40B4-BE49-F238E27FC236}">
                  <a16:creationId xmlns:a16="http://schemas.microsoft.com/office/drawing/2014/main" id="{3F61FA62-6F16-7E1C-936C-05F8CB34B90C}"/>
                </a:ext>
              </a:extLst>
            </p:cNvPr>
            <p:cNvSpPr>
              <a:spLocks/>
            </p:cNvSpPr>
            <p:nvPr/>
          </p:nvSpPr>
          <p:spPr bwMode="auto">
            <a:xfrm rot="5094805">
              <a:off x="1036513" y="3923229"/>
              <a:ext cx="68549" cy="41130"/>
            </a:xfrm>
            <a:custGeom>
              <a:avLst/>
              <a:gdLst>
                <a:gd name="T0" fmla="*/ 27 w 27"/>
                <a:gd name="T1" fmla="*/ 2 h 17"/>
                <a:gd name="T2" fmla="*/ 15 w 27"/>
                <a:gd name="T3" fmla="*/ 13 h 17"/>
                <a:gd name="T4" fmla="*/ 1 w 27"/>
                <a:gd name="T5" fmla="*/ 15 h 17"/>
                <a:gd name="T6" fmla="*/ 13 w 27"/>
                <a:gd name="T7" fmla="*/ 5 h 17"/>
                <a:gd name="T8" fmla="*/ 27 w 27"/>
                <a:gd name="T9" fmla="*/ 2 h 17"/>
              </a:gdLst>
              <a:ahLst/>
              <a:cxnLst>
                <a:cxn ang="0">
                  <a:pos x="T0" y="T1"/>
                </a:cxn>
                <a:cxn ang="0">
                  <a:pos x="T2" y="T3"/>
                </a:cxn>
                <a:cxn ang="0">
                  <a:pos x="T4" y="T5"/>
                </a:cxn>
                <a:cxn ang="0">
                  <a:pos x="T6" y="T7"/>
                </a:cxn>
                <a:cxn ang="0">
                  <a:pos x="T8" y="T9"/>
                </a:cxn>
              </a:cxnLst>
              <a:rect l="0" t="0" r="r" b="b"/>
              <a:pathLst>
                <a:path w="27" h="17">
                  <a:moveTo>
                    <a:pt x="27" y="2"/>
                  </a:moveTo>
                  <a:cubicBezTo>
                    <a:pt x="27" y="4"/>
                    <a:pt x="22" y="9"/>
                    <a:pt x="15" y="13"/>
                  </a:cubicBezTo>
                  <a:cubicBezTo>
                    <a:pt x="8" y="16"/>
                    <a:pt x="2" y="17"/>
                    <a:pt x="1" y="15"/>
                  </a:cubicBezTo>
                  <a:cubicBezTo>
                    <a:pt x="0" y="13"/>
                    <a:pt x="6" y="8"/>
                    <a:pt x="13" y="5"/>
                  </a:cubicBezTo>
                  <a:cubicBezTo>
                    <a:pt x="20" y="2"/>
                    <a:pt x="26"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8" name="Freeform 1310">
              <a:extLst>
                <a:ext uri="{FF2B5EF4-FFF2-40B4-BE49-F238E27FC236}">
                  <a16:creationId xmlns:a16="http://schemas.microsoft.com/office/drawing/2014/main" id="{13DCE2F9-D95E-0549-CA3A-98D7AD94C693}"/>
                </a:ext>
              </a:extLst>
            </p:cNvPr>
            <p:cNvSpPr>
              <a:spLocks/>
            </p:cNvSpPr>
            <p:nvPr/>
          </p:nvSpPr>
          <p:spPr bwMode="auto">
            <a:xfrm rot="5094805">
              <a:off x="1150365" y="4107040"/>
              <a:ext cx="66264" cy="41130"/>
            </a:xfrm>
            <a:custGeom>
              <a:avLst/>
              <a:gdLst>
                <a:gd name="T0" fmla="*/ 12 w 27"/>
                <a:gd name="T1" fmla="*/ 5 h 17"/>
                <a:gd name="T2" fmla="*/ 26 w 27"/>
                <a:gd name="T3" fmla="*/ 2 h 17"/>
                <a:gd name="T4" fmla="*/ 13 w 27"/>
                <a:gd name="T5" fmla="*/ 12 h 17"/>
                <a:gd name="T6" fmla="*/ 0 w 27"/>
                <a:gd name="T7" fmla="*/ 15 h 17"/>
                <a:gd name="T8" fmla="*/ 12 w 27"/>
                <a:gd name="T9" fmla="*/ 5 h 17"/>
              </a:gdLst>
              <a:ahLst/>
              <a:cxnLst>
                <a:cxn ang="0">
                  <a:pos x="T0" y="T1"/>
                </a:cxn>
                <a:cxn ang="0">
                  <a:pos x="T2" y="T3"/>
                </a:cxn>
                <a:cxn ang="0">
                  <a:pos x="T4" y="T5"/>
                </a:cxn>
                <a:cxn ang="0">
                  <a:pos x="T6" y="T7"/>
                </a:cxn>
                <a:cxn ang="0">
                  <a:pos x="T8" y="T9"/>
                </a:cxn>
              </a:cxnLst>
              <a:rect l="0" t="0" r="r" b="b"/>
              <a:pathLst>
                <a:path w="27" h="17">
                  <a:moveTo>
                    <a:pt x="12" y="5"/>
                  </a:moveTo>
                  <a:cubicBezTo>
                    <a:pt x="19" y="2"/>
                    <a:pt x="25" y="0"/>
                    <a:pt x="26" y="2"/>
                  </a:cubicBezTo>
                  <a:cubicBezTo>
                    <a:pt x="27" y="4"/>
                    <a:pt x="21" y="9"/>
                    <a:pt x="13" y="12"/>
                  </a:cubicBezTo>
                  <a:cubicBezTo>
                    <a:pt x="6" y="16"/>
                    <a:pt x="1" y="17"/>
                    <a:pt x="0" y="15"/>
                  </a:cubicBezTo>
                  <a:cubicBezTo>
                    <a:pt x="0" y="13"/>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9" name="Freeform 1311">
              <a:extLst>
                <a:ext uri="{FF2B5EF4-FFF2-40B4-BE49-F238E27FC236}">
                  <a16:creationId xmlns:a16="http://schemas.microsoft.com/office/drawing/2014/main" id="{0647ED81-0FAA-536C-2CBA-6880EB47EBDE}"/>
                </a:ext>
              </a:extLst>
            </p:cNvPr>
            <p:cNvSpPr>
              <a:spLocks/>
            </p:cNvSpPr>
            <p:nvPr/>
          </p:nvSpPr>
          <p:spPr bwMode="auto">
            <a:xfrm rot="5094805">
              <a:off x="1264942" y="4284853"/>
              <a:ext cx="68549" cy="43415"/>
            </a:xfrm>
            <a:custGeom>
              <a:avLst/>
              <a:gdLst>
                <a:gd name="T0" fmla="*/ 12 w 28"/>
                <a:gd name="T1" fmla="*/ 5 h 17"/>
                <a:gd name="T2" fmla="*/ 27 w 28"/>
                <a:gd name="T3" fmla="*/ 1 h 17"/>
                <a:gd name="T4" fmla="*/ 15 w 28"/>
                <a:gd name="T5" fmla="*/ 12 h 17"/>
                <a:gd name="T6" fmla="*/ 1 w 28"/>
                <a:gd name="T7" fmla="*/ 15 h 17"/>
                <a:gd name="T8" fmla="*/ 12 w 28"/>
                <a:gd name="T9" fmla="*/ 5 h 17"/>
              </a:gdLst>
              <a:ahLst/>
              <a:cxnLst>
                <a:cxn ang="0">
                  <a:pos x="T0" y="T1"/>
                </a:cxn>
                <a:cxn ang="0">
                  <a:pos x="T2" y="T3"/>
                </a:cxn>
                <a:cxn ang="0">
                  <a:pos x="T4" y="T5"/>
                </a:cxn>
                <a:cxn ang="0">
                  <a:pos x="T6" y="T7"/>
                </a:cxn>
                <a:cxn ang="0">
                  <a:pos x="T8" y="T9"/>
                </a:cxn>
              </a:cxnLst>
              <a:rect l="0" t="0" r="r" b="b"/>
              <a:pathLst>
                <a:path w="28" h="17">
                  <a:moveTo>
                    <a:pt x="12" y="5"/>
                  </a:moveTo>
                  <a:cubicBezTo>
                    <a:pt x="19" y="2"/>
                    <a:pt x="26" y="0"/>
                    <a:pt x="27" y="1"/>
                  </a:cubicBezTo>
                  <a:cubicBezTo>
                    <a:pt x="28" y="3"/>
                    <a:pt x="22" y="8"/>
                    <a:pt x="15" y="12"/>
                  </a:cubicBezTo>
                  <a:cubicBezTo>
                    <a:pt x="8" y="15"/>
                    <a:pt x="2" y="17"/>
                    <a:pt x="1" y="15"/>
                  </a:cubicBezTo>
                  <a:cubicBezTo>
                    <a:pt x="0" y="13"/>
                    <a:pt x="6" y="9"/>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0" name="Freeform 1312">
              <a:extLst>
                <a:ext uri="{FF2B5EF4-FFF2-40B4-BE49-F238E27FC236}">
                  <a16:creationId xmlns:a16="http://schemas.microsoft.com/office/drawing/2014/main" id="{B93AC364-FE08-2F6A-EC5F-D099B859F6C5}"/>
                </a:ext>
              </a:extLst>
            </p:cNvPr>
            <p:cNvSpPr>
              <a:spLocks/>
            </p:cNvSpPr>
            <p:nvPr/>
          </p:nvSpPr>
          <p:spPr bwMode="auto">
            <a:xfrm rot="5094805">
              <a:off x="1299094" y="4382759"/>
              <a:ext cx="68549" cy="47985"/>
            </a:xfrm>
            <a:custGeom>
              <a:avLst/>
              <a:gdLst>
                <a:gd name="T0" fmla="*/ 28 w 28"/>
                <a:gd name="T1" fmla="*/ 3 h 19"/>
                <a:gd name="T2" fmla="*/ 15 w 28"/>
                <a:gd name="T3" fmla="*/ 14 h 19"/>
                <a:gd name="T4" fmla="*/ 1 w 28"/>
                <a:gd name="T5" fmla="*/ 17 h 19"/>
                <a:gd name="T6" fmla="*/ 14 w 28"/>
                <a:gd name="T7" fmla="*/ 5 h 19"/>
                <a:gd name="T8" fmla="*/ 28 w 28"/>
                <a:gd name="T9" fmla="*/ 3 h 19"/>
              </a:gdLst>
              <a:ahLst/>
              <a:cxnLst>
                <a:cxn ang="0">
                  <a:pos x="T0" y="T1"/>
                </a:cxn>
                <a:cxn ang="0">
                  <a:pos x="T2" y="T3"/>
                </a:cxn>
                <a:cxn ang="0">
                  <a:pos x="T4" y="T5"/>
                </a:cxn>
                <a:cxn ang="0">
                  <a:pos x="T6" y="T7"/>
                </a:cxn>
                <a:cxn ang="0">
                  <a:pos x="T8" y="T9"/>
                </a:cxn>
              </a:cxnLst>
              <a:rect l="0" t="0" r="r" b="b"/>
              <a:pathLst>
                <a:path w="28" h="19">
                  <a:moveTo>
                    <a:pt x="28" y="3"/>
                  </a:moveTo>
                  <a:cubicBezTo>
                    <a:pt x="28" y="5"/>
                    <a:pt x="23" y="10"/>
                    <a:pt x="15" y="14"/>
                  </a:cubicBezTo>
                  <a:cubicBezTo>
                    <a:pt x="8" y="18"/>
                    <a:pt x="2" y="19"/>
                    <a:pt x="1" y="17"/>
                  </a:cubicBezTo>
                  <a:cubicBezTo>
                    <a:pt x="0" y="14"/>
                    <a:pt x="6" y="9"/>
                    <a:pt x="14" y="5"/>
                  </a:cubicBezTo>
                  <a:cubicBezTo>
                    <a:pt x="21" y="2"/>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1" name="Freeform 1313">
              <a:extLst>
                <a:ext uri="{FF2B5EF4-FFF2-40B4-BE49-F238E27FC236}">
                  <a16:creationId xmlns:a16="http://schemas.microsoft.com/office/drawing/2014/main" id="{D0033D3E-087C-8CAB-767B-4F50FC2259F9}"/>
                </a:ext>
              </a:extLst>
            </p:cNvPr>
            <p:cNvSpPr>
              <a:spLocks/>
            </p:cNvSpPr>
            <p:nvPr/>
          </p:nvSpPr>
          <p:spPr bwMode="auto">
            <a:xfrm rot="5094805">
              <a:off x="1415116" y="4566271"/>
              <a:ext cx="68549" cy="45700"/>
            </a:xfrm>
            <a:custGeom>
              <a:avLst/>
              <a:gdLst>
                <a:gd name="T0" fmla="*/ 12 w 27"/>
                <a:gd name="T1" fmla="*/ 6 h 18"/>
                <a:gd name="T2" fmla="*/ 27 w 27"/>
                <a:gd name="T3" fmla="*/ 2 h 18"/>
                <a:gd name="T4" fmla="*/ 15 w 27"/>
                <a:gd name="T5" fmla="*/ 13 h 18"/>
                <a:gd name="T6" fmla="*/ 0 w 27"/>
                <a:gd name="T7" fmla="*/ 16 h 18"/>
                <a:gd name="T8" fmla="*/ 12 w 27"/>
                <a:gd name="T9" fmla="*/ 6 h 18"/>
              </a:gdLst>
              <a:ahLst/>
              <a:cxnLst>
                <a:cxn ang="0">
                  <a:pos x="T0" y="T1"/>
                </a:cxn>
                <a:cxn ang="0">
                  <a:pos x="T2" y="T3"/>
                </a:cxn>
                <a:cxn ang="0">
                  <a:pos x="T4" y="T5"/>
                </a:cxn>
                <a:cxn ang="0">
                  <a:pos x="T6" y="T7"/>
                </a:cxn>
                <a:cxn ang="0">
                  <a:pos x="T8" y="T9"/>
                </a:cxn>
              </a:cxnLst>
              <a:rect l="0" t="0" r="r" b="b"/>
              <a:pathLst>
                <a:path w="27" h="18">
                  <a:moveTo>
                    <a:pt x="12" y="6"/>
                  </a:moveTo>
                  <a:cubicBezTo>
                    <a:pt x="19" y="2"/>
                    <a:pt x="26" y="0"/>
                    <a:pt x="27" y="2"/>
                  </a:cubicBezTo>
                  <a:cubicBezTo>
                    <a:pt x="27" y="4"/>
                    <a:pt x="22" y="9"/>
                    <a:pt x="15" y="13"/>
                  </a:cubicBezTo>
                  <a:cubicBezTo>
                    <a:pt x="7" y="17"/>
                    <a:pt x="0" y="18"/>
                    <a:pt x="0" y="16"/>
                  </a:cubicBezTo>
                  <a:cubicBezTo>
                    <a:pt x="0" y="14"/>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2" name="Freeform 1314">
              <a:extLst>
                <a:ext uri="{FF2B5EF4-FFF2-40B4-BE49-F238E27FC236}">
                  <a16:creationId xmlns:a16="http://schemas.microsoft.com/office/drawing/2014/main" id="{0E92C381-65C1-2050-10FE-5AA5C966F3FE}"/>
                </a:ext>
              </a:extLst>
            </p:cNvPr>
            <p:cNvSpPr>
              <a:spLocks/>
            </p:cNvSpPr>
            <p:nvPr/>
          </p:nvSpPr>
          <p:spPr bwMode="auto">
            <a:xfrm rot="5094805">
              <a:off x="1528757" y="4749889"/>
              <a:ext cx="70834" cy="41130"/>
            </a:xfrm>
            <a:custGeom>
              <a:avLst/>
              <a:gdLst>
                <a:gd name="T0" fmla="*/ 28 w 29"/>
                <a:gd name="T1" fmla="*/ 2 h 17"/>
                <a:gd name="T2" fmla="*/ 17 w 29"/>
                <a:gd name="T3" fmla="*/ 12 h 17"/>
                <a:gd name="T4" fmla="*/ 1 w 29"/>
                <a:gd name="T5" fmla="*/ 15 h 17"/>
                <a:gd name="T6" fmla="*/ 12 w 29"/>
                <a:gd name="T7" fmla="*/ 6 h 17"/>
                <a:gd name="T8" fmla="*/ 28 w 29"/>
                <a:gd name="T9" fmla="*/ 2 h 17"/>
              </a:gdLst>
              <a:ahLst/>
              <a:cxnLst>
                <a:cxn ang="0">
                  <a:pos x="T0" y="T1"/>
                </a:cxn>
                <a:cxn ang="0">
                  <a:pos x="T2" y="T3"/>
                </a:cxn>
                <a:cxn ang="0">
                  <a:pos x="T4" y="T5"/>
                </a:cxn>
                <a:cxn ang="0">
                  <a:pos x="T6" y="T7"/>
                </a:cxn>
                <a:cxn ang="0">
                  <a:pos x="T8" y="T9"/>
                </a:cxn>
              </a:cxnLst>
              <a:rect l="0" t="0" r="r" b="b"/>
              <a:pathLst>
                <a:path w="29" h="17">
                  <a:moveTo>
                    <a:pt x="28" y="2"/>
                  </a:moveTo>
                  <a:cubicBezTo>
                    <a:pt x="29" y="3"/>
                    <a:pt x="24" y="8"/>
                    <a:pt x="17" y="12"/>
                  </a:cubicBezTo>
                  <a:cubicBezTo>
                    <a:pt x="9" y="16"/>
                    <a:pt x="2" y="17"/>
                    <a:pt x="1" y="15"/>
                  </a:cubicBezTo>
                  <a:cubicBezTo>
                    <a:pt x="0" y="14"/>
                    <a:pt x="5" y="9"/>
                    <a:pt x="12" y="6"/>
                  </a:cubicBezTo>
                  <a:cubicBezTo>
                    <a:pt x="19" y="2"/>
                    <a:pt x="27" y="0"/>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3" name="Freeform 1315">
              <a:extLst>
                <a:ext uri="{FF2B5EF4-FFF2-40B4-BE49-F238E27FC236}">
                  <a16:creationId xmlns:a16="http://schemas.microsoft.com/office/drawing/2014/main" id="{ED234730-0FDF-2E1E-34C8-AA089A08BBAA}"/>
                </a:ext>
              </a:extLst>
            </p:cNvPr>
            <p:cNvSpPr>
              <a:spLocks/>
            </p:cNvSpPr>
            <p:nvPr/>
          </p:nvSpPr>
          <p:spPr bwMode="auto">
            <a:xfrm rot="5094805">
              <a:off x="1641172" y="4930489"/>
              <a:ext cx="66264" cy="41130"/>
            </a:xfrm>
            <a:custGeom>
              <a:avLst/>
              <a:gdLst>
                <a:gd name="T0" fmla="*/ 12 w 27"/>
                <a:gd name="T1" fmla="*/ 6 h 17"/>
                <a:gd name="T2" fmla="*/ 27 w 27"/>
                <a:gd name="T3" fmla="*/ 3 h 17"/>
                <a:gd name="T4" fmla="*/ 15 w 27"/>
                <a:gd name="T5" fmla="*/ 12 h 17"/>
                <a:gd name="T6" fmla="*/ 0 w 27"/>
                <a:gd name="T7" fmla="*/ 15 h 17"/>
                <a:gd name="T8" fmla="*/ 12 w 27"/>
                <a:gd name="T9" fmla="*/ 6 h 17"/>
              </a:gdLst>
              <a:ahLst/>
              <a:cxnLst>
                <a:cxn ang="0">
                  <a:pos x="T0" y="T1"/>
                </a:cxn>
                <a:cxn ang="0">
                  <a:pos x="T2" y="T3"/>
                </a:cxn>
                <a:cxn ang="0">
                  <a:pos x="T4" y="T5"/>
                </a:cxn>
                <a:cxn ang="0">
                  <a:pos x="T6" y="T7"/>
                </a:cxn>
                <a:cxn ang="0">
                  <a:pos x="T8" y="T9"/>
                </a:cxn>
              </a:cxnLst>
              <a:rect l="0" t="0" r="r" b="b"/>
              <a:pathLst>
                <a:path w="27" h="17">
                  <a:moveTo>
                    <a:pt x="12" y="6"/>
                  </a:moveTo>
                  <a:cubicBezTo>
                    <a:pt x="20" y="2"/>
                    <a:pt x="27" y="0"/>
                    <a:pt x="27" y="3"/>
                  </a:cubicBezTo>
                  <a:cubicBezTo>
                    <a:pt x="27" y="5"/>
                    <a:pt x="22" y="9"/>
                    <a:pt x="15" y="12"/>
                  </a:cubicBezTo>
                  <a:cubicBezTo>
                    <a:pt x="7" y="16"/>
                    <a:pt x="1" y="17"/>
                    <a:pt x="0" y="15"/>
                  </a:cubicBezTo>
                  <a:cubicBezTo>
                    <a:pt x="0" y="13"/>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4" name="Freeform 1316">
              <a:extLst>
                <a:ext uri="{FF2B5EF4-FFF2-40B4-BE49-F238E27FC236}">
                  <a16:creationId xmlns:a16="http://schemas.microsoft.com/office/drawing/2014/main" id="{45022DBA-9740-875D-EB3A-517EB8A40F34}"/>
                </a:ext>
              </a:extLst>
            </p:cNvPr>
            <p:cNvSpPr>
              <a:spLocks/>
            </p:cNvSpPr>
            <p:nvPr/>
          </p:nvSpPr>
          <p:spPr bwMode="auto">
            <a:xfrm rot="5094805">
              <a:off x="1742295" y="5114079"/>
              <a:ext cx="68549" cy="38845"/>
            </a:xfrm>
            <a:custGeom>
              <a:avLst/>
              <a:gdLst>
                <a:gd name="T0" fmla="*/ 12 w 28"/>
                <a:gd name="T1" fmla="*/ 5 h 15"/>
                <a:gd name="T2" fmla="*/ 27 w 28"/>
                <a:gd name="T3" fmla="*/ 2 h 15"/>
                <a:gd name="T4" fmla="*/ 16 w 28"/>
                <a:gd name="T5" fmla="*/ 11 h 15"/>
                <a:gd name="T6" fmla="*/ 0 w 28"/>
                <a:gd name="T7" fmla="*/ 13 h 15"/>
                <a:gd name="T8" fmla="*/ 12 w 28"/>
                <a:gd name="T9" fmla="*/ 5 h 15"/>
              </a:gdLst>
              <a:ahLst/>
              <a:cxnLst>
                <a:cxn ang="0">
                  <a:pos x="T0" y="T1"/>
                </a:cxn>
                <a:cxn ang="0">
                  <a:pos x="T2" y="T3"/>
                </a:cxn>
                <a:cxn ang="0">
                  <a:pos x="T4" y="T5"/>
                </a:cxn>
                <a:cxn ang="0">
                  <a:pos x="T6" y="T7"/>
                </a:cxn>
                <a:cxn ang="0">
                  <a:pos x="T8" y="T9"/>
                </a:cxn>
              </a:cxnLst>
              <a:rect l="0" t="0" r="r" b="b"/>
              <a:pathLst>
                <a:path w="28" h="15">
                  <a:moveTo>
                    <a:pt x="12" y="5"/>
                  </a:moveTo>
                  <a:cubicBezTo>
                    <a:pt x="20" y="1"/>
                    <a:pt x="27" y="0"/>
                    <a:pt x="27" y="2"/>
                  </a:cubicBezTo>
                  <a:cubicBezTo>
                    <a:pt x="28" y="3"/>
                    <a:pt x="23" y="7"/>
                    <a:pt x="16" y="11"/>
                  </a:cubicBezTo>
                  <a:cubicBezTo>
                    <a:pt x="8" y="14"/>
                    <a:pt x="1" y="15"/>
                    <a:pt x="0" y="13"/>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5" name="Freeform 1317">
              <a:extLst>
                <a:ext uri="{FF2B5EF4-FFF2-40B4-BE49-F238E27FC236}">
                  <a16:creationId xmlns:a16="http://schemas.microsoft.com/office/drawing/2014/main" id="{15E666BF-0516-9772-D98B-2342BFF44637}"/>
                </a:ext>
              </a:extLst>
            </p:cNvPr>
            <p:cNvSpPr>
              <a:spLocks/>
            </p:cNvSpPr>
            <p:nvPr/>
          </p:nvSpPr>
          <p:spPr bwMode="auto">
            <a:xfrm rot="5094805">
              <a:off x="1837631" y="5299423"/>
              <a:ext cx="68549" cy="31990"/>
            </a:xfrm>
            <a:custGeom>
              <a:avLst/>
              <a:gdLst>
                <a:gd name="T0" fmla="*/ 14 w 28"/>
                <a:gd name="T1" fmla="*/ 3 h 13"/>
                <a:gd name="T2" fmla="*/ 28 w 28"/>
                <a:gd name="T3" fmla="*/ 1 h 13"/>
                <a:gd name="T4" fmla="*/ 15 w 28"/>
                <a:gd name="T5" fmla="*/ 10 h 13"/>
                <a:gd name="T6" fmla="*/ 1 w 28"/>
                <a:gd name="T7" fmla="*/ 12 h 13"/>
                <a:gd name="T8" fmla="*/ 14 w 28"/>
                <a:gd name="T9" fmla="*/ 3 h 13"/>
              </a:gdLst>
              <a:ahLst/>
              <a:cxnLst>
                <a:cxn ang="0">
                  <a:pos x="T0" y="T1"/>
                </a:cxn>
                <a:cxn ang="0">
                  <a:pos x="T2" y="T3"/>
                </a:cxn>
                <a:cxn ang="0">
                  <a:pos x="T4" y="T5"/>
                </a:cxn>
                <a:cxn ang="0">
                  <a:pos x="T6" y="T7"/>
                </a:cxn>
                <a:cxn ang="0">
                  <a:pos x="T8" y="T9"/>
                </a:cxn>
              </a:cxnLst>
              <a:rect l="0" t="0" r="r" b="b"/>
              <a:pathLst>
                <a:path w="28" h="13">
                  <a:moveTo>
                    <a:pt x="14" y="3"/>
                  </a:moveTo>
                  <a:cubicBezTo>
                    <a:pt x="21" y="1"/>
                    <a:pt x="27" y="0"/>
                    <a:pt x="28" y="1"/>
                  </a:cubicBezTo>
                  <a:cubicBezTo>
                    <a:pt x="28" y="3"/>
                    <a:pt x="23" y="7"/>
                    <a:pt x="15" y="10"/>
                  </a:cubicBezTo>
                  <a:cubicBezTo>
                    <a:pt x="8" y="13"/>
                    <a:pt x="2" y="13"/>
                    <a:pt x="1" y="12"/>
                  </a:cubicBezTo>
                  <a:cubicBezTo>
                    <a:pt x="0" y="10"/>
                    <a:pt x="6" y="6"/>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6" name="Freeform 1318">
              <a:extLst>
                <a:ext uri="{FF2B5EF4-FFF2-40B4-BE49-F238E27FC236}">
                  <a16:creationId xmlns:a16="http://schemas.microsoft.com/office/drawing/2014/main" id="{BA99E853-F81C-E567-EF14-997D46D5ADF5}"/>
                </a:ext>
              </a:extLst>
            </p:cNvPr>
            <p:cNvSpPr>
              <a:spLocks/>
            </p:cNvSpPr>
            <p:nvPr/>
          </p:nvSpPr>
          <p:spPr bwMode="auto">
            <a:xfrm rot="5094805">
              <a:off x="1924268" y="5487845"/>
              <a:ext cx="68549" cy="29705"/>
            </a:xfrm>
            <a:custGeom>
              <a:avLst/>
              <a:gdLst>
                <a:gd name="T0" fmla="*/ 13 w 28"/>
                <a:gd name="T1" fmla="*/ 3 h 12"/>
                <a:gd name="T2" fmla="*/ 27 w 28"/>
                <a:gd name="T3" fmla="*/ 2 h 12"/>
                <a:gd name="T4" fmla="*/ 14 w 28"/>
                <a:gd name="T5" fmla="*/ 10 h 12"/>
                <a:gd name="T6" fmla="*/ 1 w 28"/>
                <a:gd name="T7" fmla="*/ 11 h 12"/>
                <a:gd name="T8" fmla="*/ 13 w 28"/>
                <a:gd name="T9" fmla="*/ 3 h 12"/>
              </a:gdLst>
              <a:ahLst/>
              <a:cxnLst>
                <a:cxn ang="0">
                  <a:pos x="T0" y="T1"/>
                </a:cxn>
                <a:cxn ang="0">
                  <a:pos x="T2" y="T3"/>
                </a:cxn>
                <a:cxn ang="0">
                  <a:pos x="T4" y="T5"/>
                </a:cxn>
                <a:cxn ang="0">
                  <a:pos x="T6" y="T7"/>
                </a:cxn>
                <a:cxn ang="0">
                  <a:pos x="T8" y="T9"/>
                </a:cxn>
              </a:cxnLst>
              <a:rect l="0" t="0" r="r" b="b"/>
              <a:pathLst>
                <a:path w="28" h="12">
                  <a:moveTo>
                    <a:pt x="13" y="3"/>
                  </a:moveTo>
                  <a:cubicBezTo>
                    <a:pt x="20" y="1"/>
                    <a:pt x="27" y="0"/>
                    <a:pt x="27" y="2"/>
                  </a:cubicBezTo>
                  <a:cubicBezTo>
                    <a:pt x="28" y="3"/>
                    <a:pt x="22" y="7"/>
                    <a:pt x="14" y="10"/>
                  </a:cubicBezTo>
                  <a:cubicBezTo>
                    <a:pt x="7" y="12"/>
                    <a:pt x="1" y="12"/>
                    <a:pt x="1" y="11"/>
                  </a:cubicBezTo>
                  <a:cubicBezTo>
                    <a:pt x="0" y="9"/>
                    <a:pt x="6" y="6"/>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7" name="Freeform 1319">
              <a:extLst>
                <a:ext uri="{FF2B5EF4-FFF2-40B4-BE49-F238E27FC236}">
                  <a16:creationId xmlns:a16="http://schemas.microsoft.com/office/drawing/2014/main" id="{2E59F260-4E22-F57C-2F45-000A37A48BCE}"/>
                </a:ext>
              </a:extLst>
            </p:cNvPr>
            <p:cNvSpPr>
              <a:spLocks/>
            </p:cNvSpPr>
            <p:nvPr/>
          </p:nvSpPr>
          <p:spPr bwMode="auto">
            <a:xfrm rot="5094805">
              <a:off x="1998185" y="5676247"/>
              <a:ext cx="68549" cy="25135"/>
            </a:xfrm>
            <a:custGeom>
              <a:avLst/>
              <a:gdLst>
                <a:gd name="T0" fmla="*/ 14 w 28"/>
                <a:gd name="T1" fmla="*/ 8 h 10"/>
                <a:gd name="T2" fmla="*/ 0 w 28"/>
                <a:gd name="T3" fmla="*/ 8 h 10"/>
                <a:gd name="T4" fmla="*/ 13 w 28"/>
                <a:gd name="T5" fmla="*/ 2 h 10"/>
                <a:gd name="T6" fmla="*/ 27 w 28"/>
                <a:gd name="T7" fmla="*/ 1 h 10"/>
                <a:gd name="T8" fmla="*/ 14 w 28"/>
                <a:gd name="T9" fmla="*/ 8 h 10"/>
              </a:gdLst>
              <a:ahLst/>
              <a:cxnLst>
                <a:cxn ang="0">
                  <a:pos x="T0" y="T1"/>
                </a:cxn>
                <a:cxn ang="0">
                  <a:pos x="T2" y="T3"/>
                </a:cxn>
                <a:cxn ang="0">
                  <a:pos x="T4" y="T5"/>
                </a:cxn>
                <a:cxn ang="0">
                  <a:pos x="T6" y="T7"/>
                </a:cxn>
                <a:cxn ang="0">
                  <a:pos x="T8" y="T9"/>
                </a:cxn>
              </a:cxnLst>
              <a:rect l="0" t="0" r="r" b="b"/>
              <a:pathLst>
                <a:path w="28" h="10">
                  <a:moveTo>
                    <a:pt x="14" y="8"/>
                  </a:moveTo>
                  <a:cubicBezTo>
                    <a:pt x="7" y="10"/>
                    <a:pt x="1" y="10"/>
                    <a:pt x="0" y="8"/>
                  </a:cubicBezTo>
                  <a:cubicBezTo>
                    <a:pt x="0" y="7"/>
                    <a:pt x="5" y="4"/>
                    <a:pt x="13" y="2"/>
                  </a:cubicBezTo>
                  <a:cubicBezTo>
                    <a:pt x="20" y="0"/>
                    <a:pt x="27" y="0"/>
                    <a:pt x="27" y="1"/>
                  </a:cubicBezTo>
                  <a:cubicBezTo>
                    <a:pt x="28" y="3"/>
                    <a:pt x="22" y="6"/>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8" name="Freeform 1320">
              <a:extLst>
                <a:ext uri="{FF2B5EF4-FFF2-40B4-BE49-F238E27FC236}">
                  <a16:creationId xmlns:a16="http://schemas.microsoft.com/office/drawing/2014/main" id="{0FCC6133-2C57-D6FC-F177-947CE303ED42}"/>
                </a:ext>
              </a:extLst>
            </p:cNvPr>
            <p:cNvSpPr>
              <a:spLocks/>
            </p:cNvSpPr>
            <p:nvPr/>
          </p:nvSpPr>
          <p:spPr bwMode="auto">
            <a:xfrm rot="5094805">
              <a:off x="2061860" y="5864418"/>
              <a:ext cx="68549" cy="22850"/>
            </a:xfrm>
            <a:custGeom>
              <a:avLst/>
              <a:gdLst>
                <a:gd name="T0" fmla="*/ 15 w 28"/>
                <a:gd name="T1" fmla="*/ 7 h 9"/>
                <a:gd name="T2" fmla="*/ 0 w 28"/>
                <a:gd name="T3" fmla="*/ 7 h 9"/>
                <a:gd name="T4" fmla="*/ 13 w 28"/>
                <a:gd name="T5" fmla="*/ 2 h 9"/>
                <a:gd name="T6" fmla="*/ 28 w 28"/>
                <a:gd name="T7" fmla="*/ 2 h 9"/>
                <a:gd name="T8" fmla="*/ 15 w 28"/>
                <a:gd name="T9" fmla="*/ 7 h 9"/>
              </a:gdLst>
              <a:ahLst/>
              <a:cxnLst>
                <a:cxn ang="0">
                  <a:pos x="T0" y="T1"/>
                </a:cxn>
                <a:cxn ang="0">
                  <a:pos x="T2" y="T3"/>
                </a:cxn>
                <a:cxn ang="0">
                  <a:pos x="T4" y="T5"/>
                </a:cxn>
                <a:cxn ang="0">
                  <a:pos x="T6" y="T7"/>
                </a:cxn>
                <a:cxn ang="0">
                  <a:pos x="T8" y="T9"/>
                </a:cxn>
              </a:cxnLst>
              <a:rect l="0" t="0" r="r" b="b"/>
              <a:pathLst>
                <a:path w="28" h="9">
                  <a:moveTo>
                    <a:pt x="15" y="7"/>
                  </a:moveTo>
                  <a:cubicBezTo>
                    <a:pt x="8" y="9"/>
                    <a:pt x="1" y="9"/>
                    <a:pt x="0" y="7"/>
                  </a:cubicBezTo>
                  <a:cubicBezTo>
                    <a:pt x="0" y="5"/>
                    <a:pt x="6" y="3"/>
                    <a:pt x="13" y="2"/>
                  </a:cubicBezTo>
                  <a:cubicBezTo>
                    <a:pt x="20" y="0"/>
                    <a:pt x="27" y="0"/>
                    <a:pt x="28" y="2"/>
                  </a:cubicBezTo>
                  <a:cubicBezTo>
                    <a:pt x="28" y="3"/>
                    <a:pt x="23" y="6"/>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9" name="Freeform 1321">
              <a:extLst>
                <a:ext uri="{FF2B5EF4-FFF2-40B4-BE49-F238E27FC236}">
                  <a16:creationId xmlns:a16="http://schemas.microsoft.com/office/drawing/2014/main" id="{FE309CD4-9A46-1A16-2954-87E9A5D233ED}"/>
                </a:ext>
              </a:extLst>
            </p:cNvPr>
            <p:cNvSpPr>
              <a:spLocks/>
            </p:cNvSpPr>
            <p:nvPr/>
          </p:nvSpPr>
          <p:spPr bwMode="auto">
            <a:xfrm rot="5094805">
              <a:off x="2106383" y="6057528"/>
              <a:ext cx="73119" cy="18280"/>
            </a:xfrm>
            <a:custGeom>
              <a:avLst/>
              <a:gdLst>
                <a:gd name="T0" fmla="*/ 14 w 29"/>
                <a:gd name="T1" fmla="*/ 0 h 7"/>
                <a:gd name="T2" fmla="*/ 28 w 29"/>
                <a:gd name="T3" fmla="*/ 1 h 7"/>
                <a:gd name="T4" fmla="*/ 15 w 29"/>
                <a:gd name="T5" fmla="*/ 6 h 7"/>
                <a:gd name="T6" fmla="*/ 1 w 29"/>
                <a:gd name="T7" fmla="*/ 5 h 7"/>
                <a:gd name="T8" fmla="*/ 14 w 29"/>
                <a:gd name="T9" fmla="*/ 0 h 7"/>
              </a:gdLst>
              <a:ahLst/>
              <a:cxnLst>
                <a:cxn ang="0">
                  <a:pos x="T0" y="T1"/>
                </a:cxn>
                <a:cxn ang="0">
                  <a:pos x="T2" y="T3"/>
                </a:cxn>
                <a:cxn ang="0">
                  <a:pos x="T4" y="T5"/>
                </a:cxn>
                <a:cxn ang="0">
                  <a:pos x="T6" y="T7"/>
                </a:cxn>
                <a:cxn ang="0">
                  <a:pos x="T8" y="T9"/>
                </a:cxn>
              </a:cxnLst>
              <a:rect l="0" t="0" r="r" b="b"/>
              <a:pathLst>
                <a:path w="29" h="7">
                  <a:moveTo>
                    <a:pt x="14" y="0"/>
                  </a:moveTo>
                  <a:cubicBezTo>
                    <a:pt x="21" y="0"/>
                    <a:pt x="27" y="0"/>
                    <a:pt x="28" y="1"/>
                  </a:cubicBezTo>
                  <a:cubicBezTo>
                    <a:pt x="29" y="3"/>
                    <a:pt x="23" y="5"/>
                    <a:pt x="15" y="6"/>
                  </a:cubicBezTo>
                  <a:cubicBezTo>
                    <a:pt x="8" y="7"/>
                    <a:pt x="2" y="6"/>
                    <a:pt x="1" y="5"/>
                  </a:cubicBezTo>
                  <a:cubicBezTo>
                    <a:pt x="0" y="3"/>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0" name="Freeform 1322">
              <a:extLst>
                <a:ext uri="{FF2B5EF4-FFF2-40B4-BE49-F238E27FC236}">
                  <a16:creationId xmlns:a16="http://schemas.microsoft.com/office/drawing/2014/main" id="{DDBBB5F0-9A38-8560-78A7-917836E76C11}"/>
                </a:ext>
              </a:extLst>
            </p:cNvPr>
            <p:cNvSpPr>
              <a:spLocks/>
            </p:cNvSpPr>
            <p:nvPr/>
          </p:nvSpPr>
          <p:spPr bwMode="auto">
            <a:xfrm rot="5094805">
              <a:off x="2137364" y="6252152"/>
              <a:ext cx="70834" cy="15995"/>
            </a:xfrm>
            <a:custGeom>
              <a:avLst/>
              <a:gdLst>
                <a:gd name="T0" fmla="*/ 28 w 29"/>
                <a:gd name="T1" fmla="*/ 2 h 6"/>
                <a:gd name="T2" fmla="*/ 15 w 29"/>
                <a:gd name="T3" fmla="*/ 5 h 6"/>
                <a:gd name="T4" fmla="*/ 1 w 29"/>
                <a:gd name="T5" fmla="*/ 3 h 6"/>
                <a:gd name="T6" fmla="*/ 14 w 29"/>
                <a:gd name="T7" fmla="*/ 0 h 6"/>
                <a:gd name="T8" fmla="*/ 28 w 29"/>
                <a:gd name="T9" fmla="*/ 2 h 6"/>
              </a:gdLst>
              <a:ahLst/>
              <a:cxnLst>
                <a:cxn ang="0">
                  <a:pos x="T0" y="T1"/>
                </a:cxn>
                <a:cxn ang="0">
                  <a:pos x="T2" y="T3"/>
                </a:cxn>
                <a:cxn ang="0">
                  <a:pos x="T4" y="T5"/>
                </a:cxn>
                <a:cxn ang="0">
                  <a:pos x="T6" y="T7"/>
                </a:cxn>
                <a:cxn ang="0">
                  <a:pos x="T8" y="T9"/>
                </a:cxn>
              </a:cxnLst>
              <a:rect l="0" t="0" r="r" b="b"/>
              <a:pathLst>
                <a:path w="29" h="6">
                  <a:moveTo>
                    <a:pt x="28" y="2"/>
                  </a:moveTo>
                  <a:cubicBezTo>
                    <a:pt x="29" y="4"/>
                    <a:pt x="23" y="5"/>
                    <a:pt x="15" y="5"/>
                  </a:cubicBezTo>
                  <a:cubicBezTo>
                    <a:pt x="8" y="6"/>
                    <a:pt x="1" y="5"/>
                    <a:pt x="1" y="3"/>
                  </a:cubicBezTo>
                  <a:cubicBezTo>
                    <a:pt x="0" y="2"/>
                    <a:pt x="6" y="1"/>
                    <a:pt x="14" y="0"/>
                  </a:cubicBezTo>
                  <a:cubicBezTo>
                    <a:pt x="21" y="0"/>
                    <a:pt x="28" y="1"/>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1" name="Freeform 1323">
              <a:extLst>
                <a:ext uri="{FF2B5EF4-FFF2-40B4-BE49-F238E27FC236}">
                  <a16:creationId xmlns:a16="http://schemas.microsoft.com/office/drawing/2014/main" id="{0026A49F-FD95-B806-BC62-172392159142}"/>
                </a:ext>
              </a:extLst>
            </p:cNvPr>
            <p:cNvSpPr>
              <a:spLocks/>
            </p:cNvSpPr>
            <p:nvPr/>
          </p:nvSpPr>
          <p:spPr bwMode="auto">
            <a:xfrm rot="5094805">
              <a:off x="2168346" y="6446777"/>
              <a:ext cx="68549" cy="13710"/>
            </a:xfrm>
            <a:custGeom>
              <a:avLst/>
              <a:gdLst>
                <a:gd name="T0" fmla="*/ 12 w 28"/>
                <a:gd name="T1" fmla="*/ 0 h 6"/>
                <a:gd name="T2" fmla="*/ 28 w 28"/>
                <a:gd name="T3" fmla="*/ 2 h 6"/>
                <a:gd name="T4" fmla="*/ 16 w 28"/>
                <a:gd name="T5" fmla="*/ 5 h 6"/>
                <a:gd name="T6" fmla="*/ 0 w 28"/>
                <a:gd name="T7" fmla="*/ 4 h 6"/>
                <a:gd name="T8" fmla="*/ 12 w 28"/>
                <a:gd name="T9" fmla="*/ 0 h 6"/>
              </a:gdLst>
              <a:ahLst/>
              <a:cxnLst>
                <a:cxn ang="0">
                  <a:pos x="T0" y="T1"/>
                </a:cxn>
                <a:cxn ang="0">
                  <a:pos x="T2" y="T3"/>
                </a:cxn>
                <a:cxn ang="0">
                  <a:pos x="T4" y="T5"/>
                </a:cxn>
                <a:cxn ang="0">
                  <a:pos x="T6" y="T7"/>
                </a:cxn>
                <a:cxn ang="0">
                  <a:pos x="T8" y="T9"/>
                </a:cxn>
              </a:cxnLst>
              <a:rect l="0" t="0" r="r" b="b"/>
              <a:pathLst>
                <a:path w="28" h="6">
                  <a:moveTo>
                    <a:pt x="12" y="0"/>
                  </a:moveTo>
                  <a:cubicBezTo>
                    <a:pt x="20" y="0"/>
                    <a:pt x="27" y="0"/>
                    <a:pt x="28" y="2"/>
                  </a:cubicBezTo>
                  <a:cubicBezTo>
                    <a:pt x="28" y="3"/>
                    <a:pt x="23" y="5"/>
                    <a:pt x="16" y="5"/>
                  </a:cubicBezTo>
                  <a:cubicBezTo>
                    <a:pt x="8" y="6"/>
                    <a:pt x="1" y="5"/>
                    <a:pt x="0" y="4"/>
                  </a:cubicBezTo>
                  <a:cubicBezTo>
                    <a:pt x="0" y="2"/>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2" name="Freeform 1324">
              <a:extLst>
                <a:ext uri="{FF2B5EF4-FFF2-40B4-BE49-F238E27FC236}">
                  <a16:creationId xmlns:a16="http://schemas.microsoft.com/office/drawing/2014/main" id="{0B2B6EBC-C072-832B-E2ED-FBE3F1B4AEEA}"/>
                </a:ext>
              </a:extLst>
            </p:cNvPr>
            <p:cNvSpPr>
              <a:spLocks/>
            </p:cNvSpPr>
            <p:nvPr/>
          </p:nvSpPr>
          <p:spPr bwMode="auto">
            <a:xfrm rot="5094805">
              <a:off x="2203041" y="6642125"/>
              <a:ext cx="68549" cy="15995"/>
            </a:xfrm>
            <a:custGeom>
              <a:avLst/>
              <a:gdLst>
                <a:gd name="T0" fmla="*/ 12 w 28"/>
                <a:gd name="T1" fmla="*/ 0 h 6"/>
                <a:gd name="T2" fmla="*/ 28 w 28"/>
                <a:gd name="T3" fmla="*/ 1 h 6"/>
                <a:gd name="T4" fmla="*/ 16 w 28"/>
                <a:gd name="T5" fmla="*/ 5 h 6"/>
                <a:gd name="T6" fmla="*/ 0 w 28"/>
                <a:gd name="T7" fmla="*/ 4 h 6"/>
                <a:gd name="T8" fmla="*/ 12 w 28"/>
                <a:gd name="T9" fmla="*/ 0 h 6"/>
              </a:gdLst>
              <a:ahLst/>
              <a:cxnLst>
                <a:cxn ang="0">
                  <a:pos x="T0" y="T1"/>
                </a:cxn>
                <a:cxn ang="0">
                  <a:pos x="T2" y="T3"/>
                </a:cxn>
                <a:cxn ang="0">
                  <a:pos x="T4" y="T5"/>
                </a:cxn>
                <a:cxn ang="0">
                  <a:pos x="T6" y="T7"/>
                </a:cxn>
                <a:cxn ang="0">
                  <a:pos x="T8" y="T9"/>
                </a:cxn>
              </a:cxnLst>
              <a:rect l="0" t="0" r="r" b="b"/>
              <a:pathLst>
                <a:path w="28" h="6">
                  <a:moveTo>
                    <a:pt x="12" y="0"/>
                  </a:moveTo>
                  <a:cubicBezTo>
                    <a:pt x="20" y="0"/>
                    <a:pt x="27" y="0"/>
                    <a:pt x="28" y="1"/>
                  </a:cubicBezTo>
                  <a:cubicBezTo>
                    <a:pt x="28" y="3"/>
                    <a:pt x="23" y="5"/>
                    <a:pt x="16" y="5"/>
                  </a:cubicBezTo>
                  <a:cubicBezTo>
                    <a:pt x="8" y="6"/>
                    <a:pt x="1" y="6"/>
                    <a:pt x="0" y="4"/>
                  </a:cubicBezTo>
                  <a:cubicBezTo>
                    <a:pt x="0" y="3"/>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3" name="Freeform 1325">
              <a:extLst>
                <a:ext uri="{FF2B5EF4-FFF2-40B4-BE49-F238E27FC236}">
                  <a16:creationId xmlns:a16="http://schemas.microsoft.com/office/drawing/2014/main" id="{0218C09A-A467-C015-B97D-061019EFF891}"/>
                </a:ext>
              </a:extLst>
            </p:cNvPr>
            <p:cNvSpPr>
              <a:spLocks/>
            </p:cNvSpPr>
            <p:nvPr/>
          </p:nvSpPr>
          <p:spPr bwMode="auto">
            <a:xfrm rot="5094805">
              <a:off x="2241044" y="6835930"/>
              <a:ext cx="70834" cy="18280"/>
            </a:xfrm>
            <a:custGeom>
              <a:avLst/>
              <a:gdLst>
                <a:gd name="T0" fmla="*/ 15 w 29"/>
                <a:gd name="T1" fmla="*/ 6 h 7"/>
                <a:gd name="T2" fmla="*/ 0 w 29"/>
                <a:gd name="T3" fmla="*/ 5 h 7"/>
                <a:gd name="T4" fmla="*/ 14 w 29"/>
                <a:gd name="T5" fmla="*/ 0 h 7"/>
                <a:gd name="T6" fmla="*/ 28 w 29"/>
                <a:gd name="T7" fmla="*/ 1 h 7"/>
                <a:gd name="T8" fmla="*/ 15 w 29"/>
                <a:gd name="T9" fmla="*/ 6 h 7"/>
              </a:gdLst>
              <a:ahLst/>
              <a:cxnLst>
                <a:cxn ang="0">
                  <a:pos x="T0" y="T1"/>
                </a:cxn>
                <a:cxn ang="0">
                  <a:pos x="T2" y="T3"/>
                </a:cxn>
                <a:cxn ang="0">
                  <a:pos x="T4" y="T5"/>
                </a:cxn>
                <a:cxn ang="0">
                  <a:pos x="T6" y="T7"/>
                </a:cxn>
                <a:cxn ang="0">
                  <a:pos x="T8" y="T9"/>
                </a:cxn>
              </a:cxnLst>
              <a:rect l="0" t="0" r="r" b="b"/>
              <a:pathLst>
                <a:path w="29" h="7">
                  <a:moveTo>
                    <a:pt x="15" y="6"/>
                  </a:moveTo>
                  <a:cubicBezTo>
                    <a:pt x="7" y="7"/>
                    <a:pt x="1" y="6"/>
                    <a:pt x="0" y="5"/>
                  </a:cubicBezTo>
                  <a:cubicBezTo>
                    <a:pt x="0" y="3"/>
                    <a:pt x="6" y="1"/>
                    <a:pt x="14" y="0"/>
                  </a:cubicBezTo>
                  <a:cubicBezTo>
                    <a:pt x="21" y="0"/>
                    <a:pt x="27" y="0"/>
                    <a:pt x="28" y="1"/>
                  </a:cubicBezTo>
                  <a:cubicBezTo>
                    <a:pt x="29" y="3"/>
                    <a:pt x="23" y="5"/>
                    <a:pt x="1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4" name="Freeform 1346">
              <a:extLst>
                <a:ext uri="{FF2B5EF4-FFF2-40B4-BE49-F238E27FC236}">
                  <a16:creationId xmlns:a16="http://schemas.microsoft.com/office/drawing/2014/main" id="{0D0C487B-E896-3929-FDC5-819BEA7A67A7}"/>
                </a:ext>
              </a:extLst>
            </p:cNvPr>
            <p:cNvSpPr>
              <a:spLocks/>
            </p:cNvSpPr>
            <p:nvPr/>
          </p:nvSpPr>
          <p:spPr bwMode="auto">
            <a:xfrm rot="5094805">
              <a:off x="-31744" y="429174"/>
              <a:ext cx="73119" cy="61694"/>
            </a:xfrm>
            <a:custGeom>
              <a:avLst/>
              <a:gdLst>
                <a:gd name="T0" fmla="*/ 28 w 29"/>
                <a:gd name="T1" fmla="*/ 10 h 25"/>
                <a:gd name="T2" fmla="*/ 17 w 29"/>
                <a:gd name="T3" fmla="*/ 24 h 25"/>
                <a:gd name="T4" fmla="*/ 1 w 29"/>
                <a:gd name="T5" fmla="*/ 15 h 25"/>
                <a:gd name="T6" fmla="*/ 12 w 29"/>
                <a:gd name="T7" fmla="*/ 2 h 25"/>
                <a:gd name="T8" fmla="*/ 28 w 29"/>
                <a:gd name="T9" fmla="*/ 10 h 25"/>
              </a:gdLst>
              <a:ahLst/>
              <a:cxnLst>
                <a:cxn ang="0">
                  <a:pos x="T0" y="T1"/>
                </a:cxn>
                <a:cxn ang="0">
                  <a:pos x="T2" y="T3"/>
                </a:cxn>
                <a:cxn ang="0">
                  <a:pos x="T4" y="T5"/>
                </a:cxn>
                <a:cxn ang="0">
                  <a:pos x="T6" y="T7"/>
                </a:cxn>
                <a:cxn ang="0">
                  <a:pos x="T8" y="T9"/>
                </a:cxn>
              </a:cxnLst>
              <a:rect l="0" t="0" r="r" b="b"/>
              <a:pathLst>
                <a:path w="29" h="25">
                  <a:moveTo>
                    <a:pt x="28" y="10"/>
                  </a:moveTo>
                  <a:cubicBezTo>
                    <a:pt x="29" y="16"/>
                    <a:pt x="24" y="22"/>
                    <a:pt x="17" y="24"/>
                  </a:cubicBezTo>
                  <a:cubicBezTo>
                    <a:pt x="9" y="25"/>
                    <a:pt x="2" y="21"/>
                    <a:pt x="1" y="15"/>
                  </a:cubicBezTo>
                  <a:cubicBezTo>
                    <a:pt x="0" y="9"/>
                    <a:pt x="5" y="3"/>
                    <a:pt x="12" y="2"/>
                  </a:cubicBezTo>
                  <a:cubicBezTo>
                    <a:pt x="19" y="0"/>
                    <a:pt x="27" y="4"/>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5" name="Freeform 1347">
              <a:extLst>
                <a:ext uri="{FF2B5EF4-FFF2-40B4-BE49-F238E27FC236}">
                  <a16:creationId xmlns:a16="http://schemas.microsoft.com/office/drawing/2014/main" id="{279AD2B1-883D-40F1-2115-1598F8982FF0}"/>
                </a:ext>
              </a:extLst>
            </p:cNvPr>
            <p:cNvSpPr>
              <a:spLocks/>
            </p:cNvSpPr>
            <p:nvPr/>
          </p:nvSpPr>
          <p:spPr bwMode="auto">
            <a:xfrm rot="5094805">
              <a:off x="10406" y="620307"/>
              <a:ext cx="75404" cy="59409"/>
            </a:xfrm>
            <a:custGeom>
              <a:avLst/>
              <a:gdLst>
                <a:gd name="T0" fmla="*/ 16 w 30"/>
                <a:gd name="T1" fmla="*/ 23 h 24"/>
                <a:gd name="T2" fmla="*/ 1 w 30"/>
                <a:gd name="T3" fmla="*/ 14 h 24"/>
                <a:gd name="T4" fmla="*/ 14 w 30"/>
                <a:gd name="T5" fmla="*/ 1 h 24"/>
                <a:gd name="T6" fmla="*/ 28 w 30"/>
                <a:gd name="T7" fmla="*/ 10 h 24"/>
                <a:gd name="T8" fmla="*/ 16 w 30"/>
                <a:gd name="T9" fmla="*/ 23 h 24"/>
              </a:gdLst>
              <a:ahLst/>
              <a:cxnLst>
                <a:cxn ang="0">
                  <a:pos x="T0" y="T1"/>
                </a:cxn>
                <a:cxn ang="0">
                  <a:pos x="T2" y="T3"/>
                </a:cxn>
                <a:cxn ang="0">
                  <a:pos x="T4" y="T5"/>
                </a:cxn>
                <a:cxn ang="0">
                  <a:pos x="T6" y="T7"/>
                </a:cxn>
                <a:cxn ang="0">
                  <a:pos x="T8" y="T9"/>
                </a:cxn>
              </a:cxnLst>
              <a:rect l="0" t="0" r="r" b="b"/>
              <a:pathLst>
                <a:path w="30" h="24">
                  <a:moveTo>
                    <a:pt x="16" y="23"/>
                  </a:moveTo>
                  <a:cubicBezTo>
                    <a:pt x="9" y="24"/>
                    <a:pt x="2" y="20"/>
                    <a:pt x="1" y="14"/>
                  </a:cubicBezTo>
                  <a:cubicBezTo>
                    <a:pt x="0" y="8"/>
                    <a:pt x="6" y="2"/>
                    <a:pt x="14" y="1"/>
                  </a:cubicBezTo>
                  <a:cubicBezTo>
                    <a:pt x="21" y="0"/>
                    <a:pt x="27" y="4"/>
                    <a:pt x="28" y="10"/>
                  </a:cubicBezTo>
                  <a:cubicBezTo>
                    <a:pt x="30" y="16"/>
                    <a:pt x="24" y="22"/>
                    <a:pt x="16"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6" name="Freeform 1348">
              <a:extLst>
                <a:ext uri="{FF2B5EF4-FFF2-40B4-BE49-F238E27FC236}">
                  <a16:creationId xmlns:a16="http://schemas.microsoft.com/office/drawing/2014/main" id="{BEED3B38-205F-AAFE-26F9-EF8D73934949}"/>
                </a:ext>
              </a:extLst>
            </p:cNvPr>
            <p:cNvSpPr>
              <a:spLocks/>
            </p:cNvSpPr>
            <p:nvPr/>
          </p:nvSpPr>
          <p:spPr bwMode="auto">
            <a:xfrm rot="5094805">
              <a:off x="56084" y="810293"/>
              <a:ext cx="70834" cy="61694"/>
            </a:xfrm>
            <a:custGeom>
              <a:avLst/>
              <a:gdLst>
                <a:gd name="T0" fmla="*/ 28 w 29"/>
                <a:gd name="T1" fmla="*/ 11 h 25"/>
                <a:gd name="T2" fmla="*/ 18 w 29"/>
                <a:gd name="T3" fmla="*/ 24 h 25"/>
                <a:gd name="T4" fmla="*/ 1 w 29"/>
                <a:gd name="T5" fmla="*/ 15 h 25"/>
                <a:gd name="T6" fmla="*/ 11 w 29"/>
                <a:gd name="T7" fmla="*/ 2 h 25"/>
                <a:gd name="T8" fmla="*/ 28 w 29"/>
                <a:gd name="T9" fmla="*/ 11 h 25"/>
              </a:gdLst>
              <a:ahLst/>
              <a:cxnLst>
                <a:cxn ang="0">
                  <a:pos x="T0" y="T1"/>
                </a:cxn>
                <a:cxn ang="0">
                  <a:pos x="T2" y="T3"/>
                </a:cxn>
                <a:cxn ang="0">
                  <a:pos x="T4" y="T5"/>
                </a:cxn>
                <a:cxn ang="0">
                  <a:pos x="T6" y="T7"/>
                </a:cxn>
                <a:cxn ang="0">
                  <a:pos x="T8" y="T9"/>
                </a:cxn>
              </a:cxnLst>
              <a:rect l="0" t="0" r="r" b="b"/>
              <a:pathLst>
                <a:path w="29" h="25">
                  <a:moveTo>
                    <a:pt x="28" y="11"/>
                  </a:moveTo>
                  <a:cubicBezTo>
                    <a:pt x="29" y="16"/>
                    <a:pt x="25" y="22"/>
                    <a:pt x="18" y="24"/>
                  </a:cubicBezTo>
                  <a:cubicBezTo>
                    <a:pt x="10" y="25"/>
                    <a:pt x="2" y="22"/>
                    <a:pt x="1" y="15"/>
                  </a:cubicBezTo>
                  <a:cubicBezTo>
                    <a:pt x="0" y="9"/>
                    <a:pt x="4" y="3"/>
                    <a:pt x="11" y="2"/>
                  </a:cubicBezTo>
                  <a:cubicBezTo>
                    <a:pt x="19" y="0"/>
                    <a:pt x="27" y="4"/>
                    <a:pt x="2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7" name="Freeform 1349">
              <a:extLst>
                <a:ext uri="{FF2B5EF4-FFF2-40B4-BE49-F238E27FC236}">
                  <a16:creationId xmlns:a16="http://schemas.microsoft.com/office/drawing/2014/main" id="{D3848F15-AF76-EA4F-9F09-CB8918DE1BF7}"/>
                </a:ext>
              </a:extLst>
            </p:cNvPr>
            <p:cNvSpPr>
              <a:spLocks/>
            </p:cNvSpPr>
            <p:nvPr/>
          </p:nvSpPr>
          <p:spPr bwMode="auto">
            <a:xfrm rot="5094805">
              <a:off x="96064" y="1004010"/>
              <a:ext cx="70834" cy="57124"/>
            </a:xfrm>
            <a:custGeom>
              <a:avLst/>
              <a:gdLst>
                <a:gd name="T0" fmla="*/ 16 w 29"/>
                <a:gd name="T1" fmla="*/ 22 h 23"/>
                <a:gd name="T2" fmla="*/ 1 w 29"/>
                <a:gd name="T3" fmla="*/ 13 h 23"/>
                <a:gd name="T4" fmla="*/ 12 w 29"/>
                <a:gd name="T5" fmla="*/ 1 h 23"/>
                <a:gd name="T6" fmla="*/ 28 w 29"/>
                <a:gd name="T7" fmla="*/ 10 h 23"/>
                <a:gd name="T8" fmla="*/ 16 w 29"/>
                <a:gd name="T9" fmla="*/ 22 h 23"/>
              </a:gdLst>
              <a:ahLst/>
              <a:cxnLst>
                <a:cxn ang="0">
                  <a:pos x="T0" y="T1"/>
                </a:cxn>
                <a:cxn ang="0">
                  <a:pos x="T2" y="T3"/>
                </a:cxn>
                <a:cxn ang="0">
                  <a:pos x="T4" y="T5"/>
                </a:cxn>
                <a:cxn ang="0">
                  <a:pos x="T6" y="T7"/>
                </a:cxn>
                <a:cxn ang="0">
                  <a:pos x="T8" y="T9"/>
                </a:cxn>
              </a:cxnLst>
              <a:rect l="0" t="0" r="r" b="b"/>
              <a:pathLst>
                <a:path w="29" h="23">
                  <a:moveTo>
                    <a:pt x="16" y="22"/>
                  </a:moveTo>
                  <a:cubicBezTo>
                    <a:pt x="9" y="23"/>
                    <a:pt x="1" y="19"/>
                    <a:pt x="1" y="13"/>
                  </a:cubicBezTo>
                  <a:cubicBezTo>
                    <a:pt x="0" y="7"/>
                    <a:pt x="5" y="2"/>
                    <a:pt x="12" y="1"/>
                  </a:cubicBezTo>
                  <a:cubicBezTo>
                    <a:pt x="20" y="0"/>
                    <a:pt x="27" y="4"/>
                    <a:pt x="28" y="10"/>
                  </a:cubicBezTo>
                  <a:cubicBezTo>
                    <a:pt x="29" y="16"/>
                    <a:pt x="24" y="21"/>
                    <a:pt x="1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8" name="Freeform 1350">
              <a:extLst>
                <a:ext uri="{FF2B5EF4-FFF2-40B4-BE49-F238E27FC236}">
                  <a16:creationId xmlns:a16="http://schemas.microsoft.com/office/drawing/2014/main" id="{7A1D5375-6E3E-0424-1362-DE4C608A2008}"/>
                </a:ext>
              </a:extLst>
            </p:cNvPr>
            <p:cNvSpPr>
              <a:spLocks/>
            </p:cNvSpPr>
            <p:nvPr/>
          </p:nvSpPr>
          <p:spPr bwMode="auto">
            <a:xfrm rot="5094805">
              <a:off x="133874" y="1198026"/>
              <a:ext cx="68549" cy="54839"/>
            </a:xfrm>
            <a:custGeom>
              <a:avLst/>
              <a:gdLst>
                <a:gd name="T0" fmla="*/ 12 w 28"/>
                <a:gd name="T1" fmla="*/ 1 h 22"/>
                <a:gd name="T2" fmla="*/ 27 w 28"/>
                <a:gd name="T3" fmla="*/ 10 h 22"/>
                <a:gd name="T4" fmla="*/ 16 w 28"/>
                <a:gd name="T5" fmla="*/ 21 h 22"/>
                <a:gd name="T6" fmla="*/ 0 w 28"/>
                <a:gd name="T7" fmla="*/ 12 h 22"/>
                <a:gd name="T8" fmla="*/ 12 w 28"/>
                <a:gd name="T9" fmla="*/ 1 h 22"/>
              </a:gdLst>
              <a:ahLst/>
              <a:cxnLst>
                <a:cxn ang="0">
                  <a:pos x="T0" y="T1"/>
                </a:cxn>
                <a:cxn ang="0">
                  <a:pos x="T2" y="T3"/>
                </a:cxn>
                <a:cxn ang="0">
                  <a:pos x="T4" y="T5"/>
                </a:cxn>
                <a:cxn ang="0">
                  <a:pos x="T6" y="T7"/>
                </a:cxn>
                <a:cxn ang="0">
                  <a:pos x="T8" y="T9"/>
                </a:cxn>
              </a:cxnLst>
              <a:rect l="0" t="0" r="r" b="b"/>
              <a:pathLst>
                <a:path w="28" h="22">
                  <a:moveTo>
                    <a:pt x="12" y="1"/>
                  </a:moveTo>
                  <a:cubicBezTo>
                    <a:pt x="19" y="0"/>
                    <a:pt x="27" y="4"/>
                    <a:pt x="27" y="10"/>
                  </a:cubicBezTo>
                  <a:cubicBezTo>
                    <a:pt x="28" y="15"/>
                    <a:pt x="23" y="20"/>
                    <a:pt x="16" y="21"/>
                  </a:cubicBezTo>
                  <a:cubicBezTo>
                    <a:pt x="8" y="22"/>
                    <a:pt x="1" y="18"/>
                    <a:pt x="0" y="12"/>
                  </a:cubicBezTo>
                  <a:cubicBezTo>
                    <a:pt x="0" y="7"/>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9" name="Freeform 1351">
              <a:extLst>
                <a:ext uri="{FF2B5EF4-FFF2-40B4-BE49-F238E27FC236}">
                  <a16:creationId xmlns:a16="http://schemas.microsoft.com/office/drawing/2014/main" id="{409F4C9F-EA5C-44F4-6A55-8B32188D10E3}"/>
                </a:ext>
              </a:extLst>
            </p:cNvPr>
            <p:cNvSpPr>
              <a:spLocks/>
            </p:cNvSpPr>
            <p:nvPr/>
          </p:nvSpPr>
          <p:spPr bwMode="auto">
            <a:xfrm rot="5094805">
              <a:off x="170334" y="1390808"/>
              <a:ext cx="70834" cy="50269"/>
            </a:xfrm>
            <a:custGeom>
              <a:avLst/>
              <a:gdLst>
                <a:gd name="T0" fmla="*/ 28 w 29"/>
                <a:gd name="T1" fmla="*/ 9 h 20"/>
                <a:gd name="T2" fmla="*/ 15 w 29"/>
                <a:gd name="T3" fmla="*/ 20 h 20"/>
                <a:gd name="T4" fmla="*/ 1 w 29"/>
                <a:gd name="T5" fmla="*/ 11 h 20"/>
                <a:gd name="T6" fmla="*/ 14 w 29"/>
                <a:gd name="T7" fmla="*/ 0 h 20"/>
                <a:gd name="T8" fmla="*/ 28 w 29"/>
                <a:gd name="T9" fmla="*/ 9 h 20"/>
              </a:gdLst>
              <a:ahLst/>
              <a:cxnLst>
                <a:cxn ang="0">
                  <a:pos x="T0" y="T1"/>
                </a:cxn>
                <a:cxn ang="0">
                  <a:pos x="T2" y="T3"/>
                </a:cxn>
                <a:cxn ang="0">
                  <a:pos x="T4" y="T5"/>
                </a:cxn>
                <a:cxn ang="0">
                  <a:pos x="T6" y="T7"/>
                </a:cxn>
                <a:cxn ang="0">
                  <a:pos x="T8" y="T9"/>
                </a:cxn>
              </a:cxnLst>
              <a:rect l="0" t="0" r="r" b="b"/>
              <a:pathLst>
                <a:path w="29" h="20">
                  <a:moveTo>
                    <a:pt x="28" y="9"/>
                  </a:moveTo>
                  <a:cubicBezTo>
                    <a:pt x="29" y="15"/>
                    <a:pt x="23" y="19"/>
                    <a:pt x="15" y="20"/>
                  </a:cubicBezTo>
                  <a:cubicBezTo>
                    <a:pt x="8" y="20"/>
                    <a:pt x="1" y="16"/>
                    <a:pt x="1" y="11"/>
                  </a:cubicBezTo>
                  <a:cubicBezTo>
                    <a:pt x="0" y="5"/>
                    <a:pt x="6" y="1"/>
                    <a:pt x="14" y="0"/>
                  </a:cubicBezTo>
                  <a:cubicBezTo>
                    <a:pt x="22" y="0"/>
                    <a:pt x="28"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0" name="Freeform 1352">
              <a:extLst>
                <a:ext uri="{FF2B5EF4-FFF2-40B4-BE49-F238E27FC236}">
                  <a16:creationId xmlns:a16="http://schemas.microsoft.com/office/drawing/2014/main" id="{89687F73-1383-C212-5A74-B9263C7AE1DF}"/>
                </a:ext>
              </a:extLst>
            </p:cNvPr>
            <p:cNvSpPr>
              <a:spLocks/>
            </p:cNvSpPr>
            <p:nvPr/>
          </p:nvSpPr>
          <p:spPr bwMode="auto">
            <a:xfrm rot="5094805">
              <a:off x="203380" y="1585036"/>
              <a:ext cx="73119" cy="43415"/>
            </a:xfrm>
            <a:custGeom>
              <a:avLst/>
              <a:gdLst>
                <a:gd name="T0" fmla="*/ 17 w 30"/>
                <a:gd name="T1" fmla="*/ 18 h 18"/>
                <a:gd name="T2" fmla="*/ 2 w 30"/>
                <a:gd name="T3" fmla="*/ 11 h 18"/>
                <a:gd name="T4" fmla="*/ 14 w 30"/>
                <a:gd name="T5" fmla="*/ 0 h 18"/>
                <a:gd name="T6" fmla="*/ 29 w 30"/>
                <a:gd name="T7" fmla="*/ 7 h 18"/>
                <a:gd name="T8" fmla="*/ 17 w 30"/>
                <a:gd name="T9" fmla="*/ 18 h 18"/>
              </a:gdLst>
              <a:ahLst/>
              <a:cxnLst>
                <a:cxn ang="0">
                  <a:pos x="T0" y="T1"/>
                </a:cxn>
                <a:cxn ang="0">
                  <a:pos x="T2" y="T3"/>
                </a:cxn>
                <a:cxn ang="0">
                  <a:pos x="T4" y="T5"/>
                </a:cxn>
                <a:cxn ang="0">
                  <a:pos x="T6" y="T7"/>
                </a:cxn>
                <a:cxn ang="0">
                  <a:pos x="T8" y="T9"/>
                </a:cxn>
              </a:cxnLst>
              <a:rect l="0" t="0" r="r" b="b"/>
              <a:pathLst>
                <a:path w="30" h="18">
                  <a:moveTo>
                    <a:pt x="17" y="18"/>
                  </a:moveTo>
                  <a:cubicBezTo>
                    <a:pt x="10" y="18"/>
                    <a:pt x="3" y="15"/>
                    <a:pt x="2" y="11"/>
                  </a:cubicBezTo>
                  <a:cubicBezTo>
                    <a:pt x="0" y="5"/>
                    <a:pt x="6" y="1"/>
                    <a:pt x="14" y="0"/>
                  </a:cubicBezTo>
                  <a:cubicBezTo>
                    <a:pt x="21" y="0"/>
                    <a:pt x="28" y="3"/>
                    <a:pt x="29" y="7"/>
                  </a:cubicBezTo>
                  <a:cubicBezTo>
                    <a:pt x="30" y="12"/>
                    <a:pt x="25" y="17"/>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1" name="Freeform 1353">
              <a:extLst>
                <a:ext uri="{FF2B5EF4-FFF2-40B4-BE49-F238E27FC236}">
                  <a16:creationId xmlns:a16="http://schemas.microsoft.com/office/drawing/2014/main" id="{0D781489-79B0-109F-1D6E-D0D39A6E37F1}"/>
                </a:ext>
              </a:extLst>
            </p:cNvPr>
            <p:cNvSpPr>
              <a:spLocks/>
            </p:cNvSpPr>
            <p:nvPr/>
          </p:nvSpPr>
          <p:spPr bwMode="auto">
            <a:xfrm rot="5094805">
              <a:off x="239116" y="1779247"/>
              <a:ext cx="70834" cy="45700"/>
            </a:xfrm>
            <a:custGeom>
              <a:avLst/>
              <a:gdLst>
                <a:gd name="T0" fmla="*/ 28 w 29"/>
                <a:gd name="T1" fmla="*/ 8 h 18"/>
                <a:gd name="T2" fmla="*/ 17 w 29"/>
                <a:gd name="T3" fmla="*/ 17 h 18"/>
                <a:gd name="T4" fmla="*/ 1 w 29"/>
                <a:gd name="T5" fmla="*/ 11 h 18"/>
                <a:gd name="T6" fmla="*/ 11 w 29"/>
                <a:gd name="T7" fmla="*/ 1 h 18"/>
                <a:gd name="T8" fmla="*/ 28 w 29"/>
                <a:gd name="T9" fmla="*/ 8 h 18"/>
              </a:gdLst>
              <a:ahLst/>
              <a:cxnLst>
                <a:cxn ang="0">
                  <a:pos x="T0" y="T1"/>
                </a:cxn>
                <a:cxn ang="0">
                  <a:pos x="T2" y="T3"/>
                </a:cxn>
                <a:cxn ang="0">
                  <a:pos x="T4" y="T5"/>
                </a:cxn>
                <a:cxn ang="0">
                  <a:pos x="T6" y="T7"/>
                </a:cxn>
                <a:cxn ang="0">
                  <a:pos x="T8" y="T9"/>
                </a:cxn>
              </a:cxnLst>
              <a:rect l="0" t="0" r="r" b="b"/>
              <a:pathLst>
                <a:path w="29" h="18">
                  <a:moveTo>
                    <a:pt x="28" y="8"/>
                  </a:moveTo>
                  <a:cubicBezTo>
                    <a:pt x="29" y="12"/>
                    <a:pt x="24" y="16"/>
                    <a:pt x="17" y="17"/>
                  </a:cubicBezTo>
                  <a:cubicBezTo>
                    <a:pt x="9" y="18"/>
                    <a:pt x="2" y="15"/>
                    <a:pt x="1" y="11"/>
                  </a:cubicBezTo>
                  <a:cubicBezTo>
                    <a:pt x="0" y="6"/>
                    <a:pt x="4" y="2"/>
                    <a:pt x="11" y="1"/>
                  </a:cubicBezTo>
                  <a:cubicBezTo>
                    <a:pt x="19" y="0"/>
                    <a:pt x="27" y="3"/>
                    <a:pt x="2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2" name="Freeform 1354">
              <a:extLst>
                <a:ext uri="{FF2B5EF4-FFF2-40B4-BE49-F238E27FC236}">
                  <a16:creationId xmlns:a16="http://schemas.microsoft.com/office/drawing/2014/main" id="{579ACC01-770F-C543-4625-066F2521C337}"/>
                </a:ext>
              </a:extLst>
            </p:cNvPr>
            <p:cNvSpPr>
              <a:spLocks/>
            </p:cNvSpPr>
            <p:nvPr/>
          </p:nvSpPr>
          <p:spPr bwMode="auto">
            <a:xfrm rot="5094805">
              <a:off x="269886" y="1973677"/>
              <a:ext cx="73119" cy="38845"/>
            </a:xfrm>
            <a:custGeom>
              <a:avLst/>
              <a:gdLst>
                <a:gd name="T0" fmla="*/ 14 w 30"/>
                <a:gd name="T1" fmla="*/ 0 h 16"/>
                <a:gd name="T2" fmla="*/ 28 w 30"/>
                <a:gd name="T3" fmla="*/ 6 h 16"/>
                <a:gd name="T4" fmla="*/ 16 w 30"/>
                <a:gd name="T5" fmla="*/ 16 h 16"/>
                <a:gd name="T6" fmla="*/ 1 w 30"/>
                <a:gd name="T7" fmla="*/ 9 h 16"/>
                <a:gd name="T8" fmla="*/ 14 w 30"/>
                <a:gd name="T9" fmla="*/ 0 h 16"/>
              </a:gdLst>
              <a:ahLst/>
              <a:cxnLst>
                <a:cxn ang="0">
                  <a:pos x="T0" y="T1"/>
                </a:cxn>
                <a:cxn ang="0">
                  <a:pos x="T2" y="T3"/>
                </a:cxn>
                <a:cxn ang="0">
                  <a:pos x="T4" y="T5"/>
                </a:cxn>
                <a:cxn ang="0">
                  <a:pos x="T6" y="T7"/>
                </a:cxn>
                <a:cxn ang="0">
                  <a:pos x="T8" y="T9"/>
                </a:cxn>
              </a:cxnLst>
              <a:rect l="0" t="0" r="r" b="b"/>
              <a:pathLst>
                <a:path w="30" h="16">
                  <a:moveTo>
                    <a:pt x="14" y="0"/>
                  </a:moveTo>
                  <a:cubicBezTo>
                    <a:pt x="21" y="0"/>
                    <a:pt x="27" y="3"/>
                    <a:pt x="28" y="6"/>
                  </a:cubicBezTo>
                  <a:cubicBezTo>
                    <a:pt x="30" y="11"/>
                    <a:pt x="24" y="15"/>
                    <a:pt x="16" y="16"/>
                  </a:cubicBezTo>
                  <a:cubicBezTo>
                    <a:pt x="9" y="16"/>
                    <a:pt x="2" y="13"/>
                    <a:pt x="1" y="9"/>
                  </a:cubicBezTo>
                  <a:cubicBezTo>
                    <a:pt x="0" y="5"/>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3" name="Freeform 1355">
              <a:extLst>
                <a:ext uri="{FF2B5EF4-FFF2-40B4-BE49-F238E27FC236}">
                  <a16:creationId xmlns:a16="http://schemas.microsoft.com/office/drawing/2014/main" id="{D8B27D58-8D08-75F5-032A-F03DD8D86349}"/>
                </a:ext>
              </a:extLst>
            </p:cNvPr>
            <p:cNvSpPr>
              <a:spLocks/>
            </p:cNvSpPr>
            <p:nvPr/>
          </p:nvSpPr>
          <p:spPr bwMode="auto">
            <a:xfrm rot="5094805">
              <a:off x="304079" y="2164579"/>
              <a:ext cx="70834" cy="38845"/>
            </a:xfrm>
            <a:custGeom>
              <a:avLst/>
              <a:gdLst>
                <a:gd name="T0" fmla="*/ 28 w 29"/>
                <a:gd name="T1" fmla="*/ 6 h 15"/>
                <a:gd name="T2" fmla="*/ 17 w 29"/>
                <a:gd name="T3" fmla="*/ 14 h 15"/>
                <a:gd name="T4" fmla="*/ 1 w 29"/>
                <a:gd name="T5" fmla="*/ 9 h 15"/>
                <a:gd name="T6" fmla="*/ 12 w 29"/>
                <a:gd name="T7" fmla="*/ 0 h 15"/>
                <a:gd name="T8" fmla="*/ 28 w 29"/>
                <a:gd name="T9" fmla="*/ 6 h 15"/>
              </a:gdLst>
              <a:ahLst/>
              <a:cxnLst>
                <a:cxn ang="0">
                  <a:pos x="T0" y="T1"/>
                </a:cxn>
                <a:cxn ang="0">
                  <a:pos x="T2" y="T3"/>
                </a:cxn>
                <a:cxn ang="0">
                  <a:pos x="T4" y="T5"/>
                </a:cxn>
                <a:cxn ang="0">
                  <a:pos x="T6" y="T7"/>
                </a:cxn>
                <a:cxn ang="0">
                  <a:pos x="T8" y="T9"/>
                </a:cxn>
              </a:cxnLst>
              <a:rect l="0" t="0" r="r" b="b"/>
              <a:pathLst>
                <a:path w="29" h="15">
                  <a:moveTo>
                    <a:pt x="28" y="6"/>
                  </a:moveTo>
                  <a:cubicBezTo>
                    <a:pt x="29" y="9"/>
                    <a:pt x="24" y="13"/>
                    <a:pt x="17" y="14"/>
                  </a:cubicBezTo>
                  <a:cubicBezTo>
                    <a:pt x="9" y="15"/>
                    <a:pt x="2" y="13"/>
                    <a:pt x="1" y="9"/>
                  </a:cubicBezTo>
                  <a:cubicBezTo>
                    <a:pt x="0" y="5"/>
                    <a:pt x="5" y="1"/>
                    <a:pt x="12" y="0"/>
                  </a:cubicBezTo>
                  <a:cubicBezTo>
                    <a:pt x="20" y="0"/>
                    <a:pt x="27" y="2"/>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4" name="Freeform 1356">
              <a:extLst>
                <a:ext uri="{FF2B5EF4-FFF2-40B4-BE49-F238E27FC236}">
                  <a16:creationId xmlns:a16="http://schemas.microsoft.com/office/drawing/2014/main" id="{5AD11EF2-584D-4C96-E431-1E883374659B}"/>
                </a:ext>
              </a:extLst>
            </p:cNvPr>
            <p:cNvSpPr>
              <a:spLocks/>
            </p:cNvSpPr>
            <p:nvPr/>
          </p:nvSpPr>
          <p:spPr bwMode="auto">
            <a:xfrm rot="5094805">
              <a:off x="338466" y="2357555"/>
              <a:ext cx="73119" cy="38845"/>
            </a:xfrm>
            <a:custGeom>
              <a:avLst/>
              <a:gdLst>
                <a:gd name="T0" fmla="*/ 28 w 29"/>
                <a:gd name="T1" fmla="*/ 6 h 16"/>
                <a:gd name="T2" fmla="*/ 17 w 29"/>
                <a:gd name="T3" fmla="*/ 15 h 16"/>
                <a:gd name="T4" fmla="*/ 1 w 29"/>
                <a:gd name="T5" fmla="*/ 9 h 16"/>
                <a:gd name="T6" fmla="*/ 12 w 29"/>
                <a:gd name="T7" fmla="*/ 1 h 16"/>
                <a:gd name="T8" fmla="*/ 28 w 29"/>
                <a:gd name="T9" fmla="*/ 6 h 16"/>
              </a:gdLst>
              <a:ahLst/>
              <a:cxnLst>
                <a:cxn ang="0">
                  <a:pos x="T0" y="T1"/>
                </a:cxn>
                <a:cxn ang="0">
                  <a:pos x="T2" y="T3"/>
                </a:cxn>
                <a:cxn ang="0">
                  <a:pos x="T4" y="T5"/>
                </a:cxn>
                <a:cxn ang="0">
                  <a:pos x="T6" y="T7"/>
                </a:cxn>
                <a:cxn ang="0">
                  <a:pos x="T8" y="T9"/>
                </a:cxn>
              </a:cxnLst>
              <a:rect l="0" t="0" r="r" b="b"/>
              <a:pathLst>
                <a:path w="29" h="16">
                  <a:moveTo>
                    <a:pt x="28" y="6"/>
                  </a:moveTo>
                  <a:cubicBezTo>
                    <a:pt x="29" y="10"/>
                    <a:pt x="24" y="14"/>
                    <a:pt x="17" y="15"/>
                  </a:cubicBezTo>
                  <a:cubicBezTo>
                    <a:pt x="9" y="16"/>
                    <a:pt x="2" y="13"/>
                    <a:pt x="1" y="9"/>
                  </a:cubicBezTo>
                  <a:cubicBezTo>
                    <a:pt x="0" y="6"/>
                    <a:pt x="5" y="2"/>
                    <a:pt x="12" y="1"/>
                  </a:cubicBezTo>
                  <a:cubicBezTo>
                    <a:pt x="20" y="0"/>
                    <a:pt x="27" y="3"/>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5" name="Freeform 1357">
              <a:extLst>
                <a:ext uri="{FF2B5EF4-FFF2-40B4-BE49-F238E27FC236}">
                  <a16:creationId xmlns:a16="http://schemas.microsoft.com/office/drawing/2014/main" id="{1B537C0A-0B44-26D6-C659-8958014BC6F5}"/>
                </a:ext>
              </a:extLst>
            </p:cNvPr>
            <p:cNvSpPr>
              <a:spLocks/>
            </p:cNvSpPr>
            <p:nvPr/>
          </p:nvSpPr>
          <p:spPr bwMode="auto">
            <a:xfrm rot="5094805">
              <a:off x="379593" y="2550231"/>
              <a:ext cx="68549" cy="36560"/>
            </a:xfrm>
            <a:custGeom>
              <a:avLst/>
              <a:gdLst>
                <a:gd name="T0" fmla="*/ 28 w 28"/>
                <a:gd name="T1" fmla="*/ 6 h 15"/>
                <a:gd name="T2" fmla="*/ 14 w 28"/>
                <a:gd name="T3" fmla="*/ 14 h 15"/>
                <a:gd name="T4" fmla="*/ 1 w 28"/>
                <a:gd name="T5" fmla="*/ 9 h 15"/>
                <a:gd name="T6" fmla="*/ 14 w 28"/>
                <a:gd name="T7" fmla="*/ 1 h 15"/>
                <a:gd name="T8" fmla="*/ 28 w 28"/>
                <a:gd name="T9" fmla="*/ 6 h 15"/>
              </a:gdLst>
              <a:ahLst/>
              <a:cxnLst>
                <a:cxn ang="0">
                  <a:pos x="T0" y="T1"/>
                </a:cxn>
                <a:cxn ang="0">
                  <a:pos x="T2" y="T3"/>
                </a:cxn>
                <a:cxn ang="0">
                  <a:pos x="T4" y="T5"/>
                </a:cxn>
                <a:cxn ang="0">
                  <a:pos x="T6" y="T7"/>
                </a:cxn>
                <a:cxn ang="0">
                  <a:pos x="T8" y="T9"/>
                </a:cxn>
              </a:cxnLst>
              <a:rect l="0" t="0" r="r" b="b"/>
              <a:pathLst>
                <a:path w="28" h="15">
                  <a:moveTo>
                    <a:pt x="28" y="6"/>
                  </a:moveTo>
                  <a:cubicBezTo>
                    <a:pt x="28" y="10"/>
                    <a:pt x="22" y="14"/>
                    <a:pt x="14" y="14"/>
                  </a:cubicBezTo>
                  <a:cubicBezTo>
                    <a:pt x="7" y="15"/>
                    <a:pt x="1" y="12"/>
                    <a:pt x="1" y="9"/>
                  </a:cubicBezTo>
                  <a:cubicBezTo>
                    <a:pt x="0" y="5"/>
                    <a:pt x="6" y="1"/>
                    <a:pt x="14" y="1"/>
                  </a:cubicBezTo>
                  <a:cubicBezTo>
                    <a:pt x="21" y="0"/>
                    <a:pt x="27" y="3"/>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6" name="Freeform 1358">
              <a:extLst>
                <a:ext uri="{FF2B5EF4-FFF2-40B4-BE49-F238E27FC236}">
                  <a16:creationId xmlns:a16="http://schemas.microsoft.com/office/drawing/2014/main" id="{41C9AD0B-1CC9-C69D-F02D-652A14A0C7E9}"/>
                </a:ext>
              </a:extLst>
            </p:cNvPr>
            <p:cNvSpPr>
              <a:spLocks/>
            </p:cNvSpPr>
            <p:nvPr/>
          </p:nvSpPr>
          <p:spPr bwMode="auto">
            <a:xfrm rot="5094805">
              <a:off x="422881" y="2740120"/>
              <a:ext cx="70834" cy="36560"/>
            </a:xfrm>
            <a:custGeom>
              <a:avLst/>
              <a:gdLst>
                <a:gd name="T0" fmla="*/ 16 w 29"/>
                <a:gd name="T1" fmla="*/ 14 h 15"/>
                <a:gd name="T2" fmla="*/ 1 w 29"/>
                <a:gd name="T3" fmla="*/ 10 h 15"/>
                <a:gd name="T4" fmla="*/ 13 w 29"/>
                <a:gd name="T5" fmla="*/ 1 h 15"/>
                <a:gd name="T6" fmla="*/ 28 w 29"/>
                <a:gd name="T7" fmla="*/ 4 h 15"/>
                <a:gd name="T8" fmla="*/ 16 w 29"/>
                <a:gd name="T9" fmla="*/ 14 h 15"/>
              </a:gdLst>
              <a:ahLst/>
              <a:cxnLst>
                <a:cxn ang="0">
                  <a:pos x="T0" y="T1"/>
                </a:cxn>
                <a:cxn ang="0">
                  <a:pos x="T2" y="T3"/>
                </a:cxn>
                <a:cxn ang="0">
                  <a:pos x="T4" y="T5"/>
                </a:cxn>
                <a:cxn ang="0">
                  <a:pos x="T6" y="T7"/>
                </a:cxn>
                <a:cxn ang="0">
                  <a:pos x="T8" y="T9"/>
                </a:cxn>
              </a:cxnLst>
              <a:rect l="0" t="0" r="r" b="b"/>
              <a:pathLst>
                <a:path w="29" h="15">
                  <a:moveTo>
                    <a:pt x="16" y="14"/>
                  </a:moveTo>
                  <a:cubicBezTo>
                    <a:pt x="9" y="15"/>
                    <a:pt x="2" y="13"/>
                    <a:pt x="1" y="10"/>
                  </a:cubicBezTo>
                  <a:cubicBezTo>
                    <a:pt x="0" y="6"/>
                    <a:pt x="5" y="2"/>
                    <a:pt x="13" y="1"/>
                  </a:cubicBezTo>
                  <a:cubicBezTo>
                    <a:pt x="20" y="0"/>
                    <a:pt x="27" y="1"/>
                    <a:pt x="28" y="4"/>
                  </a:cubicBezTo>
                  <a:cubicBezTo>
                    <a:pt x="29" y="8"/>
                    <a:pt x="24" y="12"/>
                    <a:pt x="1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7" name="Freeform 1359">
              <a:extLst>
                <a:ext uri="{FF2B5EF4-FFF2-40B4-BE49-F238E27FC236}">
                  <a16:creationId xmlns:a16="http://schemas.microsoft.com/office/drawing/2014/main" id="{28C7B0A9-B9ED-721C-A60B-C1A6E7205F83}"/>
                </a:ext>
              </a:extLst>
            </p:cNvPr>
            <p:cNvSpPr>
              <a:spLocks/>
            </p:cNvSpPr>
            <p:nvPr/>
          </p:nvSpPr>
          <p:spPr bwMode="auto">
            <a:xfrm rot="5094805">
              <a:off x="480962" y="2927550"/>
              <a:ext cx="73119" cy="38845"/>
            </a:xfrm>
            <a:custGeom>
              <a:avLst/>
              <a:gdLst>
                <a:gd name="T0" fmla="*/ 14 w 29"/>
                <a:gd name="T1" fmla="*/ 1 h 16"/>
                <a:gd name="T2" fmla="*/ 28 w 29"/>
                <a:gd name="T3" fmla="*/ 4 h 16"/>
                <a:gd name="T4" fmla="*/ 16 w 29"/>
                <a:gd name="T5" fmla="*/ 14 h 16"/>
                <a:gd name="T6" fmla="*/ 1 w 29"/>
                <a:gd name="T7" fmla="*/ 11 h 16"/>
                <a:gd name="T8" fmla="*/ 14 w 29"/>
                <a:gd name="T9" fmla="*/ 1 h 16"/>
              </a:gdLst>
              <a:ahLst/>
              <a:cxnLst>
                <a:cxn ang="0">
                  <a:pos x="T0" y="T1"/>
                </a:cxn>
                <a:cxn ang="0">
                  <a:pos x="T2" y="T3"/>
                </a:cxn>
                <a:cxn ang="0">
                  <a:pos x="T4" y="T5"/>
                </a:cxn>
                <a:cxn ang="0">
                  <a:pos x="T6" y="T7"/>
                </a:cxn>
                <a:cxn ang="0">
                  <a:pos x="T8" y="T9"/>
                </a:cxn>
              </a:cxnLst>
              <a:rect l="0" t="0" r="r" b="b"/>
              <a:pathLst>
                <a:path w="29" h="16">
                  <a:moveTo>
                    <a:pt x="14" y="1"/>
                  </a:moveTo>
                  <a:cubicBezTo>
                    <a:pt x="21" y="0"/>
                    <a:pt x="27" y="1"/>
                    <a:pt x="28" y="4"/>
                  </a:cubicBezTo>
                  <a:cubicBezTo>
                    <a:pt x="29" y="7"/>
                    <a:pt x="23" y="12"/>
                    <a:pt x="16" y="14"/>
                  </a:cubicBezTo>
                  <a:cubicBezTo>
                    <a:pt x="8" y="16"/>
                    <a:pt x="2" y="14"/>
                    <a:pt x="1" y="11"/>
                  </a:cubicBezTo>
                  <a:cubicBezTo>
                    <a:pt x="0" y="7"/>
                    <a:pt x="6" y="3"/>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8" name="Freeform 1360">
              <a:extLst>
                <a:ext uri="{FF2B5EF4-FFF2-40B4-BE49-F238E27FC236}">
                  <a16:creationId xmlns:a16="http://schemas.microsoft.com/office/drawing/2014/main" id="{658447F0-8D6D-F12D-2958-6D1B06BC1801}"/>
                </a:ext>
              </a:extLst>
            </p:cNvPr>
            <p:cNvSpPr>
              <a:spLocks/>
            </p:cNvSpPr>
            <p:nvPr/>
          </p:nvSpPr>
          <p:spPr bwMode="auto">
            <a:xfrm rot="5094805">
              <a:off x="556123" y="3114805"/>
              <a:ext cx="70834" cy="38845"/>
            </a:xfrm>
            <a:custGeom>
              <a:avLst/>
              <a:gdLst>
                <a:gd name="T0" fmla="*/ 14 w 29"/>
                <a:gd name="T1" fmla="*/ 2 h 16"/>
                <a:gd name="T2" fmla="*/ 28 w 29"/>
                <a:gd name="T3" fmla="*/ 3 h 16"/>
                <a:gd name="T4" fmla="*/ 15 w 29"/>
                <a:gd name="T5" fmla="*/ 14 h 16"/>
                <a:gd name="T6" fmla="*/ 1 w 29"/>
                <a:gd name="T7" fmla="*/ 12 h 16"/>
                <a:gd name="T8" fmla="*/ 14 w 29"/>
                <a:gd name="T9" fmla="*/ 2 h 16"/>
              </a:gdLst>
              <a:ahLst/>
              <a:cxnLst>
                <a:cxn ang="0">
                  <a:pos x="T0" y="T1"/>
                </a:cxn>
                <a:cxn ang="0">
                  <a:pos x="T2" y="T3"/>
                </a:cxn>
                <a:cxn ang="0">
                  <a:pos x="T4" y="T5"/>
                </a:cxn>
                <a:cxn ang="0">
                  <a:pos x="T6" y="T7"/>
                </a:cxn>
                <a:cxn ang="0">
                  <a:pos x="T8" y="T9"/>
                </a:cxn>
              </a:cxnLst>
              <a:rect l="0" t="0" r="r" b="b"/>
              <a:pathLst>
                <a:path w="29" h="16">
                  <a:moveTo>
                    <a:pt x="14" y="2"/>
                  </a:moveTo>
                  <a:cubicBezTo>
                    <a:pt x="21" y="0"/>
                    <a:pt x="27" y="0"/>
                    <a:pt x="28" y="3"/>
                  </a:cubicBezTo>
                  <a:cubicBezTo>
                    <a:pt x="29" y="6"/>
                    <a:pt x="23" y="11"/>
                    <a:pt x="15" y="14"/>
                  </a:cubicBezTo>
                  <a:cubicBezTo>
                    <a:pt x="8" y="16"/>
                    <a:pt x="2" y="15"/>
                    <a:pt x="1" y="12"/>
                  </a:cubicBezTo>
                  <a:cubicBezTo>
                    <a:pt x="0" y="9"/>
                    <a:pt x="6" y="4"/>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9" name="Freeform 1361">
              <a:extLst>
                <a:ext uri="{FF2B5EF4-FFF2-40B4-BE49-F238E27FC236}">
                  <a16:creationId xmlns:a16="http://schemas.microsoft.com/office/drawing/2014/main" id="{3AA60BCE-103F-CCAD-0BCD-E990FFFE5591}"/>
                </a:ext>
              </a:extLst>
            </p:cNvPr>
            <p:cNvSpPr>
              <a:spLocks/>
            </p:cNvSpPr>
            <p:nvPr/>
          </p:nvSpPr>
          <p:spPr bwMode="auto">
            <a:xfrm rot="5094805">
              <a:off x="641323" y="3297730"/>
              <a:ext cx="68549" cy="41130"/>
            </a:xfrm>
            <a:custGeom>
              <a:avLst/>
              <a:gdLst>
                <a:gd name="T0" fmla="*/ 28 w 28"/>
                <a:gd name="T1" fmla="*/ 3 h 17"/>
                <a:gd name="T2" fmla="*/ 14 w 28"/>
                <a:gd name="T3" fmla="*/ 14 h 17"/>
                <a:gd name="T4" fmla="*/ 1 w 28"/>
                <a:gd name="T5" fmla="*/ 13 h 17"/>
                <a:gd name="T6" fmla="*/ 14 w 28"/>
                <a:gd name="T7" fmla="*/ 2 h 17"/>
                <a:gd name="T8" fmla="*/ 28 w 28"/>
                <a:gd name="T9" fmla="*/ 3 h 17"/>
              </a:gdLst>
              <a:ahLst/>
              <a:cxnLst>
                <a:cxn ang="0">
                  <a:pos x="T0" y="T1"/>
                </a:cxn>
                <a:cxn ang="0">
                  <a:pos x="T2" y="T3"/>
                </a:cxn>
                <a:cxn ang="0">
                  <a:pos x="T4" y="T5"/>
                </a:cxn>
                <a:cxn ang="0">
                  <a:pos x="T6" y="T7"/>
                </a:cxn>
                <a:cxn ang="0">
                  <a:pos x="T8" y="T9"/>
                </a:cxn>
              </a:cxnLst>
              <a:rect l="0" t="0" r="r" b="b"/>
              <a:pathLst>
                <a:path w="28" h="17">
                  <a:moveTo>
                    <a:pt x="28" y="3"/>
                  </a:moveTo>
                  <a:cubicBezTo>
                    <a:pt x="28" y="6"/>
                    <a:pt x="22" y="11"/>
                    <a:pt x="14" y="14"/>
                  </a:cubicBezTo>
                  <a:cubicBezTo>
                    <a:pt x="7" y="17"/>
                    <a:pt x="1" y="16"/>
                    <a:pt x="1" y="13"/>
                  </a:cubicBezTo>
                  <a:cubicBezTo>
                    <a:pt x="0" y="9"/>
                    <a:pt x="6" y="5"/>
                    <a:pt x="14" y="2"/>
                  </a:cubicBezTo>
                  <a:cubicBezTo>
                    <a:pt x="21" y="0"/>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0" name="Freeform 1362">
              <a:extLst>
                <a:ext uri="{FF2B5EF4-FFF2-40B4-BE49-F238E27FC236}">
                  <a16:creationId xmlns:a16="http://schemas.microsoft.com/office/drawing/2014/main" id="{A83C2642-4B70-E301-872C-5D98CE3993A0}"/>
                </a:ext>
              </a:extLst>
            </p:cNvPr>
            <p:cNvSpPr>
              <a:spLocks/>
            </p:cNvSpPr>
            <p:nvPr/>
          </p:nvSpPr>
          <p:spPr bwMode="auto">
            <a:xfrm rot="5094805">
              <a:off x="739138" y="3480578"/>
              <a:ext cx="68549" cy="43415"/>
            </a:xfrm>
            <a:custGeom>
              <a:avLst/>
              <a:gdLst>
                <a:gd name="T0" fmla="*/ 27 w 28"/>
                <a:gd name="T1" fmla="*/ 3 h 18"/>
                <a:gd name="T2" fmla="*/ 16 w 28"/>
                <a:gd name="T3" fmla="*/ 14 h 18"/>
                <a:gd name="T4" fmla="*/ 1 w 28"/>
                <a:gd name="T5" fmla="*/ 15 h 18"/>
                <a:gd name="T6" fmla="*/ 11 w 28"/>
                <a:gd name="T7" fmla="*/ 5 h 18"/>
                <a:gd name="T8" fmla="*/ 27 w 28"/>
                <a:gd name="T9" fmla="*/ 3 h 18"/>
              </a:gdLst>
              <a:ahLst/>
              <a:cxnLst>
                <a:cxn ang="0">
                  <a:pos x="T0" y="T1"/>
                </a:cxn>
                <a:cxn ang="0">
                  <a:pos x="T2" y="T3"/>
                </a:cxn>
                <a:cxn ang="0">
                  <a:pos x="T4" y="T5"/>
                </a:cxn>
                <a:cxn ang="0">
                  <a:pos x="T6" y="T7"/>
                </a:cxn>
                <a:cxn ang="0">
                  <a:pos x="T8" y="T9"/>
                </a:cxn>
              </a:cxnLst>
              <a:rect l="0" t="0" r="r" b="b"/>
              <a:pathLst>
                <a:path w="28" h="18">
                  <a:moveTo>
                    <a:pt x="27" y="3"/>
                  </a:moveTo>
                  <a:cubicBezTo>
                    <a:pt x="28" y="6"/>
                    <a:pt x="23" y="11"/>
                    <a:pt x="16" y="14"/>
                  </a:cubicBezTo>
                  <a:cubicBezTo>
                    <a:pt x="9" y="18"/>
                    <a:pt x="2" y="18"/>
                    <a:pt x="1" y="15"/>
                  </a:cubicBezTo>
                  <a:cubicBezTo>
                    <a:pt x="0" y="12"/>
                    <a:pt x="4" y="8"/>
                    <a:pt x="11" y="5"/>
                  </a:cubicBezTo>
                  <a:cubicBezTo>
                    <a:pt x="19" y="1"/>
                    <a:pt x="26"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1" name="Freeform 1363">
              <a:extLst>
                <a:ext uri="{FF2B5EF4-FFF2-40B4-BE49-F238E27FC236}">
                  <a16:creationId xmlns:a16="http://schemas.microsoft.com/office/drawing/2014/main" id="{B673FB62-0AB0-5C9D-BFBC-87E7DA0F8D59}"/>
                </a:ext>
              </a:extLst>
            </p:cNvPr>
            <p:cNvSpPr>
              <a:spLocks/>
            </p:cNvSpPr>
            <p:nvPr/>
          </p:nvSpPr>
          <p:spPr bwMode="auto">
            <a:xfrm rot="5094805">
              <a:off x="840260" y="3661883"/>
              <a:ext cx="70834" cy="45700"/>
            </a:xfrm>
            <a:custGeom>
              <a:avLst/>
              <a:gdLst>
                <a:gd name="T0" fmla="*/ 15 w 28"/>
                <a:gd name="T1" fmla="*/ 15 h 18"/>
                <a:gd name="T2" fmla="*/ 1 w 28"/>
                <a:gd name="T3" fmla="*/ 15 h 18"/>
                <a:gd name="T4" fmla="*/ 13 w 28"/>
                <a:gd name="T5" fmla="*/ 4 h 18"/>
                <a:gd name="T6" fmla="*/ 27 w 28"/>
                <a:gd name="T7" fmla="*/ 3 h 18"/>
                <a:gd name="T8" fmla="*/ 15 w 28"/>
                <a:gd name="T9" fmla="*/ 15 h 18"/>
              </a:gdLst>
              <a:ahLst/>
              <a:cxnLst>
                <a:cxn ang="0">
                  <a:pos x="T0" y="T1"/>
                </a:cxn>
                <a:cxn ang="0">
                  <a:pos x="T2" y="T3"/>
                </a:cxn>
                <a:cxn ang="0">
                  <a:pos x="T4" y="T5"/>
                </a:cxn>
                <a:cxn ang="0">
                  <a:pos x="T6" y="T7"/>
                </a:cxn>
                <a:cxn ang="0">
                  <a:pos x="T8" y="T9"/>
                </a:cxn>
              </a:cxnLst>
              <a:rect l="0" t="0" r="r" b="b"/>
              <a:pathLst>
                <a:path w="28" h="18">
                  <a:moveTo>
                    <a:pt x="15" y="15"/>
                  </a:moveTo>
                  <a:cubicBezTo>
                    <a:pt x="8" y="18"/>
                    <a:pt x="2" y="18"/>
                    <a:pt x="1" y="15"/>
                  </a:cubicBezTo>
                  <a:cubicBezTo>
                    <a:pt x="0" y="13"/>
                    <a:pt x="5" y="8"/>
                    <a:pt x="13" y="4"/>
                  </a:cubicBezTo>
                  <a:cubicBezTo>
                    <a:pt x="20" y="1"/>
                    <a:pt x="26" y="0"/>
                    <a:pt x="27" y="3"/>
                  </a:cubicBezTo>
                  <a:cubicBezTo>
                    <a:pt x="28" y="5"/>
                    <a:pt x="23" y="11"/>
                    <a:pt x="1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2" name="Freeform 1364">
              <a:extLst>
                <a:ext uri="{FF2B5EF4-FFF2-40B4-BE49-F238E27FC236}">
                  <a16:creationId xmlns:a16="http://schemas.microsoft.com/office/drawing/2014/main" id="{92B46A12-D338-7CA1-899D-8745B5BC6EE4}"/>
                </a:ext>
              </a:extLst>
            </p:cNvPr>
            <p:cNvSpPr>
              <a:spLocks/>
            </p:cNvSpPr>
            <p:nvPr/>
          </p:nvSpPr>
          <p:spPr bwMode="auto">
            <a:xfrm rot="5094805">
              <a:off x="949455" y="3843718"/>
              <a:ext cx="70834" cy="47985"/>
            </a:xfrm>
            <a:custGeom>
              <a:avLst/>
              <a:gdLst>
                <a:gd name="T0" fmla="*/ 13 w 29"/>
                <a:gd name="T1" fmla="*/ 5 h 19"/>
                <a:gd name="T2" fmla="*/ 28 w 29"/>
                <a:gd name="T3" fmla="*/ 3 h 19"/>
                <a:gd name="T4" fmla="*/ 15 w 29"/>
                <a:gd name="T5" fmla="*/ 15 h 19"/>
                <a:gd name="T6" fmla="*/ 1 w 29"/>
                <a:gd name="T7" fmla="*/ 16 h 19"/>
                <a:gd name="T8" fmla="*/ 13 w 29"/>
                <a:gd name="T9" fmla="*/ 5 h 19"/>
              </a:gdLst>
              <a:ahLst/>
              <a:cxnLst>
                <a:cxn ang="0">
                  <a:pos x="T0" y="T1"/>
                </a:cxn>
                <a:cxn ang="0">
                  <a:pos x="T2" y="T3"/>
                </a:cxn>
                <a:cxn ang="0">
                  <a:pos x="T4" y="T5"/>
                </a:cxn>
                <a:cxn ang="0">
                  <a:pos x="T6" y="T7"/>
                </a:cxn>
                <a:cxn ang="0">
                  <a:pos x="T8" y="T9"/>
                </a:cxn>
              </a:cxnLst>
              <a:rect l="0" t="0" r="r" b="b"/>
              <a:pathLst>
                <a:path w="29" h="19">
                  <a:moveTo>
                    <a:pt x="13" y="5"/>
                  </a:moveTo>
                  <a:cubicBezTo>
                    <a:pt x="20" y="1"/>
                    <a:pt x="27" y="0"/>
                    <a:pt x="28" y="3"/>
                  </a:cubicBezTo>
                  <a:cubicBezTo>
                    <a:pt x="29" y="5"/>
                    <a:pt x="23" y="11"/>
                    <a:pt x="15" y="15"/>
                  </a:cubicBezTo>
                  <a:cubicBezTo>
                    <a:pt x="8" y="18"/>
                    <a:pt x="2" y="19"/>
                    <a:pt x="1" y="16"/>
                  </a:cubicBezTo>
                  <a:cubicBezTo>
                    <a:pt x="0" y="14"/>
                    <a:pt x="6" y="9"/>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3" name="Freeform 1365">
              <a:extLst>
                <a:ext uri="{FF2B5EF4-FFF2-40B4-BE49-F238E27FC236}">
                  <a16:creationId xmlns:a16="http://schemas.microsoft.com/office/drawing/2014/main" id="{CF931C89-4876-0A97-D3CD-419185BB472C}"/>
                </a:ext>
              </a:extLst>
            </p:cNvPr>
            <p:cNvSpPr>
              <a:spLocks/>
            </p:cNvSpPr>
            <p:nvPr/>
          </p:nvSpPr>
          <p:spPr bwMode="auto">
            <a:xfrm rot="5094805">
              <a:off x="1062902" y="4022977"/>
              <a:ext cx="68549" cy="47985"/>
            </a:xfrm>
            <a:custGeom>
              <a:avLst/>
              <a:gdLst>
                <a:gd name="T0" fmla="*/ 28 w 28"/>
                <a:gd name="T1" fmla="*/ 2 h 19"/>
                <a:gd name="T2" fmla="*/ 17 w 28"/>
                <a:gd name="T3" fmla="*/ 13 h 19"/>
                <a:gd name="T4" fmla="*/ 1 w 28"/>
                <a:gd name="T5" fmla="*/ 16 h 19"/>
                <a:gd name="T6" fmla="*/ 12 w 28"/>
                <a:gd name="T7" fmla="*/ 5 h 19"/>
                <a:gd name="T8" fmla="*/ 28 w 28"/>
                <a:gd name="T9" fmla="*/ 2 h 19"/>
              </a:gdLst>
              <a:ahLst/>
              <a:cxnLst>
                <a:cxn ang="0">
                  <a:pos x="T0" y="T1"/>
                </a:cxn>
                <a:cxn ang="0">
                  <a:pos x="T2" y="T3"/>
                </a:cxn>
                <a:cxn ang="0">
                  <a:pos x="T4" y="T5"/>
                </a:cxn>
                <a:cxn ang="0">
                  <a:pos x="T6" y="T7"/>
                </a:cxn>
                <a:cxn ang="0">
                  <a:pos x="T8" y="T9"/>
                </a:cxn>
              </a:cxnLst>
              <a:rect l="0" t="0" r="r" b="b"/>
              <a:pathLst>
                <a:path w="28" h="19">
                  <a:moveTo>
                    <a:pt x="28" y="2"/>
                  </a:moveTo>
                  <a:cubicBezTo>
                    <a:pt x="28" y="4"/>
                    <a:pt x="24" y="9"/>
                    <a:pt x="17" y="13"/>
                  </a:cubicBezTo>
                  <a:cubicBezTo>
                    <a:pt x="9" y="18"/>
                    <a:pt x="2" y="19"/>
                    <a:pt x="1" y="16"/>
                  </a:cubicBezTo>
                  <a:cubicBezTo>
                    <a:pt x="0" y="14"/>
                    <a:pt x="5" y="9"/>
                    <a:pt x="12" y="5"/>
                  </a:cubicBezTo>
                  <a:cubicBezTo>
                    <a:pt x="20" y="1"/>
                    <a:pt x="27" y="0"/>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4" name="Freeform 1366">
              <a:extLst>
                <a:ext uri="{FF2B5EF4-FFF2-40B4-BE49-F238E27FC236}">
                  <a16:creationId xmlns:a16="http://schemas.microsoft.com/office/drawing/2014/main" id="{B3FD9ACE-455E-D2BC-6161-34D4397C1359}"/>
                </a:ext>
              </a:extLst>
            </p:cNvPr>
            <p:cNvSpPr>
              <a:spLocks/>
            </p:cNvSpPr>
            <p:nvPr/>
          </p:nvSpPr>
          <p:spPr bwMode="auto">
            <a:xfrm rot="5094805">
              <a:off x="1179957" y="4205149"/>
              <a:ext cx="70834" cy="45700"/>
            </a:xfrm>
            <a:custGeom>
              <a:avLst/>
              <a:gdLst>
                <a:gd name="T0" fmla="*/ 28 w 29"/>
                <a:gd name="T1" fmla="*/ 2 h 19"/>
                <a:gd name="T2" fmla="*/ 17 w 29"/>
                <a:gd name="T3" fmla="*/ 13 h 19"/>
                <a:gd name="T4" fmla="*/ 1 w 29"/>
                <a:gd name="T5" fmla="*/ 17 h 19"/>
                <a:gd name="T6" fmla="*/ 12 w 29"/>
                <a:gd name="T7" fmla="*/ 6 h 19"/>
                <a:gd name="T8" fmla="*/ 28 w 29"/>
                <a:gd name="T9" fmla="*/ 2 h 19"/>
              </a:gdLst>
              <a:ahLst/>
              <a:cxnLst>
                <a:cxn ang="0">
                  <a:pos x="T0" y="T1"/>
                </a:cxn>
                <a:cxn ang="0">
                  <a:pos x="T2" y="T3"/>
                </a:cxn>
                <a:cxn ang="0">
                  <a:pos x="T4" y="T5"/>
                </a:cxn>
                <a:cxn ang="0">
                  <a:pos x="T6" y="T7"/>
                </a:cxn>
                <a:cxn ang="0">
                  <a:pos x="T8" y="T9"/>
                </a:cxn>
              </a:cxnLst>
              <a:rect l="0" t="0" r="r" b="b"/>
              <a:pathLst>
                <a:path w="29" h="19">
                  <a:moveTo>
                    <a:pt x="28" y="2"/>
                  </a:moveTo>
                  <a:cubicBezTo>
                    <a:pt x="29" y="4"/>
                    <a:pt x="24" y="9"/>
                    <a:pt x="17" y="13"/>
                  </a:cubicBezTo>
                  <a:cubicBezTo>
                    <a:pt x="9" y="18"/>
                    <a:pt x="2" y="19"/>
                    <a:pt x="1" y="17"/>
                  </a:cubicBezTo>
                  <a:cubicBezTo>
                    <a:pt x="0" y="15"/>
                    <a:pt x="5" y="10"/>
                    <a:pt x="12" y="6"/>
                  </a:cubicBezTo>
                  <a:cubicBezTo>
                    <a:pt x="19" y="2"/>
                    <a:pt x="26" y="0"/>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5" name="Freeform 1367">
              <a:extLst>
                <a:ext uri="{FF2B5EF4-FFF2-40B4-BE49-F238E27FC236}">
                  <a16:creationId xmlns:a16="http://schemas.microsoft.com/office/drawing/2014/main" id="{27DC04B9-C02D-B3FD-919F-733BEDDC03CB}"/>
                </a:ext>
              </a:extLst>
            </p:cNvPr>
            <p:cNvSpPr>
              <a:spLocks/>
            </p:cNvSpPr>
            <p:nvPr/>
          </p:nvSpPr>
          <p:spPr bwMode="auto">
            <a:xfrm rot="5094805">
              <a:off x="627140" y="3092611"/>
              <a:ext cx="66264" cy="29705"/>
            </a:xfrm>
            <a:custGeom>
              <a:avLst/>
              <a:gdLst>
                <a:gd name="T0" fmla="*/ 26 w 27"/>
                <a:gd name="T1" fmla="*/ 2 h 12"/>
                <a:gd name="T2" fmla="*/ 14 w 27"/>
                <a:gd name="T3" fmla="*/ 10 h 12"/>
                <a:gd name="T4" fmla="*/ 0 w 27"/>
                <a:gd name="T5" fmla="*/ 10 h 12"/>
                <a:gd name="T6" fmla="*/ 13 w 27"/>
                <a:gd name="T7" fmla="*/ 3 h 12"/>
                <a:gd name="T8" fmla="*/ 26 w 27"/>
                <a:gd name="T9" fmla="*/ 2 h 12"/>
              </a:gdLst>
              <a:ahLst/>
              <a:cxnLst>
                <a:cxn ang="0">
                  <a:pos x="T0" y="T1"/>
                </a:cxn>
                <a:cxn ang="0">
                  <a:pos x="T2" y="T3"/>
                </a:cxn>
                <a:cxn ang="0">
                  <a:pos x="T4" y="T5"/>
                </a:cxn>
                <a:cxn ang="0">
                  <a:pos x="T6" y="T7"/>
                </a:cxn>
                <a:cxn ang="0">
                  <a:pos x="T8" y="T9"/>
                </a:cxn>
              </a:cxnLst>
              <a:rect l="0" t="0" r="r" b="b"/>
              <a:pathLst>
                <a:path w="27" h="12">
                  <a:moveTo>
                    <a:pt x="26" y="2"/>
                  </a:moveTo>
                  <a:cubicBezTo>
                    <a:pt x="27" y="5"/>
                    <a:pt x="21" y="8"/>
                    <a:pt x="14" y="10"/>
                  </a:cubicBezTo>
                  <a:cubicBezTo>
                    <a:pt x="7" y="12"/>
                    <a:pt x="1" y="12"/>
                    <a:pt x="0" y="10"/>
                  </a:cubicBezTo>
                  <a:cubicBezTo>
                    <a:pt x="0" y="8"/>
                    <a:pt x="6" y="5"/>
                    <a:pt x="13" y="3"/>
                  </a:cubicBezTo>
                  <a:cubicBezTo>
                    <a:pt x="20" y="1"/>
                    <a:pt x="26"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6" name="Freeform 1368">
              <a:extLst>
                <a:ext uri="{FF2B5EF4-FFF2-40B4-BE49-F238E27FC236}">
                  <a16:creationId xmlns:a16="http://schemas.microsoft.com/office/drawing/2014/main" id="{DF5A2498-B135-0931-BBE0-A6FF6D68E539}"/>
                </a:ext>
              </a:extLst>
            </p:cNvPr>
            <p:cNvSpPr>
              <a:spLocks/>
            </p:cNvSpPr>
            <p:nvPr/>
          </p:nvSpPr>
          <p:spPr bwMode="auto">
            <a:xfrm rot="5094805">
              <a:off x="706844" y="3276974"/>
              <a:ext cx="68549" cy="34275"/>
            </a:xfrm>
            <a:custGeom>
              <a:avLst/>
              <a:gdLst>
                <a:gd name="T0" fmla="*/ 12 w 27"/>
                <a:gd name="T1" fmla="*/ 4 h 14"/>
                <a:gd name="T2" fmla="*/ 26 w 27"/>
                <a:gd name="T3" fmla="*/ 2 h 14"/>
                <a:gd name="T4" fmla="*/ 15 w 27"/>
                <a:gd name="T5" fmla="*/ 11 h 14"/>
                <a:gd name="T6" fmla="*/ 0 w 27"/>
                <a:gd name="T7" fmla="*/ 12 h 14"/>
                <a:gd name="T8" fmla="*/ 12 w 27"/>
                <a:gd name="T9" fmla="*/ 4 h 14"/>
              </a:gdLst>
              <a:ahLst/>
              <a:cxnLst>
                <a:cxn ang="0">
                  <a:pos x="T0" y="T1"/>
                </a:cxn>
                <a:cxn ang="0">
                  <a:pos x="T2" y="T3"/>
                </a:cxn>
                <a:cxn ang="0">
                  <a:pos x="T4" y="T5"/>
                </a:cxn>
                <a:cxn ang="0">
                  <a:pos x="T6" y="T7"/>
                </a:cxn>
                <a:cxn ang="0">
                  <a:pos x="T8" y="T9"/>
                </a:cxn>
              </a:cxnLst>
              <a:rect l="0" t="0" r="r" b="b"/>
              <a:pathLst>
                <a:path w="27" h="14">
                  <a:moveTo>
                    <a:pt x="12" y="4"/>
                  </a:moveTo>
                  <a:cubicBezTo>
                    <a:pt x="19" y="1"/>
                    <a:pt x="25" y="0"/>
                    <a:pt x="26" y="2"/>
                  </a:cubicBezTo>
                  <a:cubicBezTo>
                    <a:pt x="27" y="4"/>
                    <a:pt x="22" y="8"/>
                    <a:pt x="15" y="11"/>
                  </a:cubicBezTo>
                  <a:cubicBezTo>
                    <a:pt x="8" y="13"/>
                    <a:pt x="1" y="14"/>
                    <a:pt x="0" y="12"/>
                  </a:cubicBezTo>
                  <a:cubicBezTo>
                    <a:pt x="0" y="10"/>
                    <a:pt x="5" y="6"/>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7" name="Freeform 1369">
              <a:extLst>
                <a:ext uri="{FF2B5EF4-FFF2-40B4-BE49-F238E27FC236}">
                  <a16:creationId xmlns:a16="http://schemas.microsoft.com/office/drawing/2014/main" id="{3B71EBF4-82F1-D838-271E-B01EDD6BD430}"/>
                </a:ext>
              </a:extLst>
            </p:cNvPr>
            <p:cNvSpPr>
              <a:spLocks/>
            </p:cNvSpPr>
            <p:nvPr/>
          </p:nvSpPr>
          <p:spPr bwMode="auto">
            <a:xfrm rot="5094805">
              <a:off x="801253" y="3461470"/>
              <a:ext cx="63979" cy="34275"/>
            </a:xfrm>
            <a:custGeom>
              <a:avLst/>
              <a:gdLst>
                <a:gd name="T0" fmla="*/ 12 w 26"/>
                <a:gd name="T1" fmla="*/ 4 h 14"/>
                <a:gd name="T2" fmla="*/ 25 w 26"/>
                <a:gd name="T3" fmla="*/ 2 h 14"/>
                <a:gd name="T4" fmla="*/ 13 w 26"/>
                <a:gd name="T5" fmla="*/ 10 h 14"/>
                <a:gd name="T6" fmla="*/ 0 w 26"/>
                <a:gd name="T7" fmla="*/ 12 h 14"/>
                <a:gd name="T8" fmla="*/ 12 w 26"/>
                <a:gd name="T9" fmla="*/ 4 h 14"/>
              </a:gdLst>
              <a:ahLst/>
              <a:cxnLst>
                <a:cxn ang="0">
                  <a:pos x="T0" y="T1"/>
                </a:cxn>
                <a:cxn ang="0">
                  <a:pos x="T2" y="T3"/>
                </a:cxn>
                <a:cxn ang="0">
                  <a:pos x="T4" y="T5"/>
                </a:cxn>
                <a:cxn ang="0">
                  <a:pos x="T6" y="T7"/>
                </a:cxn>
                <a:cxn ang="0">
                  <a:pos x="T8" y="T9"/>
                </a:cxn>
              </a:cxnLst>
              <a:rect l="0" t="0" r="r" b="b"/>
              <a:pathLst>
                <a:path w="26" h="14">
                  <a:moveTo>
                    <a:pt x="12" y="4"/>
                  </a:moveTo>
                  <a:cubicBezTo>
                    <a:pt x="19" y="1"/>
                    <a:pt x="25" y="0"/>
                    <a:pt x="25" y="2"/>
                  </a:cubicBezTo>
                  <a:cubicBezTo>
                    <a:pt x="26" y="4"/>
                    <a:pt x="20" y="8"/>
                    <a:pt x="13" y="10"/>
                  </a:cubicBezTo>
                  <a:cubicBezTo>
                    <a:pt x="6" y="13"/>
                    <a:pt x="0" y="14"/>
                    <a:pt x="0" y="12"/>
                  </a:cubicBezTo>
                  <a:cubicBezTo>
                    <a:pt x="0" y="10"/>
                    <a:pt x="5" y="6"/>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8" name="Freeform 1370">
              <a:extLst>
                <a:ext uri="{FF2B5EF4-FFF2-40B4-BE49-F238E27FC236}">
                  <a16:creationId xmlns:a16="http://schemas.microsoft.com/office/drawing/2014/main" id="{FDC2BCB7-A26B-02A5-4BDF-5A864A194A7F}"/>
                </a:ext>
              </a:extLst>
            </p:cNvPr>
            <p:cNvSpPr>
              <a:spLocks/>
            </p:cNvSpPr>
            <p:nvPr/>
          </p:nvSpPr>
          <p:spPr bwMode="auto">
            <a:xfrm rot="5094805">
              <a:off x="557775" y="2906088"/>
              <a:ext cx="66264" cy="29705"/>
            </a:xfrm>
            <a:custGeom>
              <a:avLst/>
              <a:gdLst>
                <a:gd name="T0" fmla="*/ 15 w 27"/>
                <a:gd name="T1" fmla="*/ 10 h 12"/>
                <a:gd name="T2" fmla="*/ 1 w 27"/>
                <a:gd name="T3" fmla="*/ 9 h 12"/>
                <a:gd name="T4" fmla="*/ 12 w 27"/>
                <a:gd name="T5" fmla="*/ 2 h 12"/>
                <a:gd name="T6" fmla="*/ 26 w 27"/>
                <a:gd name="T7" fmla="*/ 3 h 12"/>
                <a:gd name="T8" fmla="*/ 15 w 27"/>
                <a:gd name="T9" fmla="*/ 10 h 12"/>
              </a:gdLst>
              <a:ahLst/>
              <a:cxnLst>
                <a:cxn ang="0">
                  <a:pos x="T0" y="T1"/>
                </a:cxn>
                <a:cxn ang="0">
                  <a:pos x="T2" y="T3"/>
                </a:cxn>
                <a:cxn ang="0">
                  <a:pos x="T4" y="T5"/>
                </a:cxn>
                <a:cxn ang="0">
                  <a:pos x="T6" y="T7"/>
                </a:cxn>
                <a:cxn ang="0">
                  <a:pos x="T8" y="T9"/>
                </a:cxn>
              </a:cxnLst>
              <a:rect l="0" t="0" r="r" b="b"/>
              <a:pathLst>
                <a:path w="27" h="12">
                  <a:moveTo>
                    <a:pt x="15" y="10"/>
                  </a:moveTo>
                  <a:cubicBezTo>
                    <a:pt x="8" y="12"/>
                    <a:pt x="1" y="11"/>
                    <a:pt x="1" y="9"/>
                  </a:cubicBezTo>
                  <a:cubicBezTo>
                    <a:pt x="0" y="7"/>
                    <a:pt x="5" y="4"/>
                    <a:pt x="12" y="2"/>
                  </a:cubicBezTo>
                  <a:cubicBezTo>
                    <a:pt x="19" y="0"/>
                    <a:pt x="25" y="0"/>
                    <a:pt x="26" y="3"/>
                  </a:cubicBezTo>
                  <a:cubicBezTo>
                    <a:pt x="27" y="5"/>
                    <a:pt x="22" y="8"/>
                    <a:pt x="1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9" name="Freeform 1371">
              <a:extLst>
                <a:ext uri="{FF2B5EF4-FFF2-40B4-BE49-F238E27FC236}">
                  <a16:creationId xmlns:a16="http://schemas.microsoft.com/office/drawing/2014/main" id="{25E6F6D2-B306-A648-6DA4-1A3CDDAF3AB9}"/>
                </a:ext>
              </a:extLst>
            </p:cNvPr>
            <p:cNvSpPr>
              <a:spLocks/>
            </p:cNvSpPr>
            <p:nvPr/>
          </p:nvSpPr>
          <p:spPr bwMode="auto">
            <a:xfrm rot="5094805">
              <a:off x="499790" y="2720838"/>
              <a:ext cx="66264" cy="25135"/>
            </a:xfrm>
            <a:custGeom>
              <a:avLst/>
              <a:gdLst>
                <a:gd name="T0" fmla="*/ 12 w 27"/>
                <a:gd name="T1" fmla="*/ 1 h 10"/>
                <a:gd name="T2" fmla="*/ 26 w 27"/>
                <a:gd name="T3" fmla="*/ 3 h 10"/>
                <a:gd name="T4" fmla="*/ 14 w 27"/>
                <a:gd name="T5" fmla="*/ 9 h 10"/>
                <a:gd name="T6" fmla="*/ 0 w 27"/>
                <a:gd name="T7" fmla="*/ 7 h 10"/>
                <a:gd name="T8" fmla="*/ 12 w 27"/>
                <a:gd name="T9" fmla="*/ 1 h 10"/>
              </a:gdLst>
              <a:ahLst/>
              <a:cxnLst>
                <a:cxn ang="0">
                  <a:pos x="T0" y="T1"/>
                </a:cxn>
                <a:cxn ang="0">
                  <a:pos x="T2" y="T3"/>
                </a:cxn>
                <a:cxn ang="0">
                  <a:pos x="T4" y="T5"/>
                </a:cxn>
                <a:cxn ang="0">
                  <a:pos x="T6" y="T7"/>
                </a:cxn>
                <a:cxn ang="0">
                  <a:pos x="T8" y="T9"/>
                </a:cxn>
              </a:cxnLst>
              <a:rect l="0" t="0" r="r" b="b"/>
              <a:pathLst>
                <a:path w="27" h="10">
                  <a:moveTo>
                    <a:pt x="12" y="1"/>
                  </a:moveTo>
                  <a:cubicBezTo>
                    <a:pt x="20" y="0"/>
                    <a:pt x="26" y="0"/>
                    <a:pt x="26" y="3"/>
                  </a:cubicBezTo>
                  <a:cubicBezTo>
                    <a:pt x="27" y="5"/>
                    <a:pt x="21" y="8"/>
                    <a:pt x="14" y="9"/>
                  </a:cubicBezTo>
                  <a:cubicBezTo>
                    <a:pt x="7" y="10"/>
                    <a:pt x="1" y="9"/>
                    <a:pt x="0" y="7"/>
                  </a:cubicBezTo>
                  <a:cubicBezTo>
                    <a:pt x="0" y="4"/>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0" name="Freeform 1372">
              <a:extLst>
                <a:ext uri="{FF2B5EF4-FFF2-40B4-BE49-F238E27FC236}">
                  <a16:creationId xmlns:a16="http://schemas.microsoft.com/office/drawing/2014/main" id="{4FAAED37-AC4D-4EDB-2D3E-653007AEB65B}"/>
                </a:ext>
              </a:extLst>
            </p:cNvPr>
            <p:cNvSpPr>
              <a:spLocks/>
            </p:cNvSpPr>
            <p:nvPr/>
          </p:nvSpPr>
          <p:spPr bwMode="auto">
            <a:xfrm rot="5094805">
              <a:off x="458470" y="2528373"/>
              <a:ext cx="66264" cy="22850"/>
            </a:xfrm>
            <a:custGeom>
              <a:avLst/>
              <a:gdLst>
                <a:gd name="T0" fmla="*/ 13 w 27"/>
                <a:gd name="T1" fmla="*/ 1 h 10"/>
                <a:gd name="T2" fmla="*/ 27 w 27"/>
                <a:gd name="T3" fmla="*/ 4 h 10"/>
                <a:gd name="T4" fmla="*/ 15 w 27"/>
                <a:gd name="T5" fmla="*/ 9 h 10"/>
                <a:gd name="T6" fmla="*/ 1 w 27"/>
                <a:gd name="T7" fmla="*/ 6 h 10"/>
                <a:gd name="T8" fmla="*/ 13 w 27"/>
                <a:gd name="T9" fmla="*/ 1 h 10"/>
              </a:gdLst>
              <a:ahLst/>
              <a:cxnLst>
                <a:cxn ang="0">
                  <a:pos x="T0" y="T1"/>
                </a:cxn>
                <a:cxn ang="0">
                  <a:pos x="T2" y="T3"/>
                </a:cxn>
                <a:cxn ang="0">
                  <a:pos x="T4" y="T5"/>
                </a:cxn>
                <a:cxn ang="0">
                  <a:pos x="T6" y="T7"/>
                </a:cxn>
                <a:cxn ang="0">
                  <a:pos x="T8" y="T9"/>
                </a:cxn>
              </a:cxnLst>
              <a:rect l="0" t="0" r="r" b="b"/>
              <a:pathLst>
                <a:path w="27" h="10">
                  <a:moveTo>
                    <a:pt x="13" y="1"/>
                  </a:moveTo>
                  <a:cubicBezTo>
                    <a:pt x="20" y="0"/>
                    <a:pt x="26" y="1"/>
                    <a:pt x="27" y="4"/>
                  </a:cubicBezTo>
                  <a:cubicBezTo>
                    <a:pt x="27" y="6"/>
                    <a:pt x="22" y="8"/>
                    <a:pt x="15" y="9"/>
                  </a:cubicBezTo>
                  <a:cubicBezTo>
                    <a:pt x="8" y="10"/>
                    <a:pt x="1" y="8"/>
                    <a:pt x="1" y="6"/>
                  </a:cubicBezTo>
                  <a:cubicBezTo>
                    <a:pt x="0" y="4"/>
                    <a:pt x="6" y="1"/>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1" name="Freeform 1373">
              <a:extLst>
                <a:ext uri="{FF2B5EF4-FFF2-40B4-BE49-F238E27FC236}">
                  <a16:creationId xmlns:a16="http://schemas.microsoft.com/office/drawing/2014/main" id="{4E1E48B7-A413-8262-AB8A-1FCAEA3F5B5F}"/>
                </a:ext>
              </a:extLst>
            </p:cNvPr>
            <p:cNvSpPr>
              <a:spLocks/>
            </p:cNvSpPr>
            <p:nvPr/>
          </p:nvSpPr>
          <p:spPr bwMode="auto">
            <a:xfrm rot="5094805">
              <a:off x="900003" y="3640798"/>
              <a:ext cx="63979" cy="38845"/>
            </a:xfrm>
            <a:custGeom>
              <a:avLst/>
              <a:gdLst>
                <a:gd name="T0" fmla="*/ 26 w 26"/>
                <a:gd name="T1" fmla="*/ 2 h 15"/>
                <a:gd name="T2" fmla="*/ 14 w 26"/>
                <a:gd name="T3" fmla="*/ 11 h 15"/>
                <a:gd name="T4" fmla="*/ 0 w 26"/>
                <a:gd name="T5" fmla="*/ 13 h 15"/>
                <a:gd name="T6" fmla="*/ 12 w 26"/>
                <a:gd name="T7" fmla="*/ 4 h 15"/>
                <a:gd name="T8" fmla="*/ 26 w 26"/>
                <a:gd name="T9" fmla="*/ 2 h 15"/>
              </a:gdLst>
              <a:ahLst/>
              <a:cxnLst>
                <a:cxn ang="0">
                  <a:pos x="T0" y="T1"/>
                </a:cxn>
                <a:cxn ang="0">
                  <a:pos x="T2" y="T3"/>
                </a:cxn>
                <a:cxn ang="0">
                  <a:pos x="T4" y="T5"/>
                </a:cxn>
                <a:cxn ang="0">
                  <a:pos x="T6" y="T7"/>
                </a:cxn>
                <a:cxn ang="0">
                  <a:pos x="T8" y="T9"/>
                </a:cxn>
              </a:cxnLst>
              <a:rect l="0" t="0" r="r" b="b"/>
              <a:pathLst>
                <a:path w="26" h="15">
                  <a:moveTo>
                    <a:pt x="26" y="2"/>
                  </a:moveTo>
                  <a:cubicBezTo>
                    <a:pt x="26" y="3"/>
                    <a:pt x="21" y="7"/>
                    <a:pt x="14" y="11"/>
                  </a:cubicBezTo>
                  <a:cubicBezTo>
                    <a:pt x="7" y="14"/>
                    <a:pt x="1" y="15"/>
                    <a:pt x="0" y="13"/>
                  </a:cubicBezTo>
                  <a:cubicBezTo>
                    <a:pt x="0" y="11"/>
                    <a:pt x="5" y="7"/>
                    <a:pt x="12" y="4"/>
                  </a:cubicBezTo>
                  <a:cubicBezTo>
                    <a:pt x="19" y="1"/>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2" name="Freeform 1374">
              <a:extLst>
                <a:ext uri="{FF2B5EF4-FFF2-40B4-BE49-F238E27FC236}">
                  <a16:creationId xmlns:a16="http://schemas.microsoft.com/office/drawing/2014/main" id="{59B0A806-7E40-7C30-76E9-889895C748EF}"/>
                </a:ext>
              </a:extLst>
            </p:cNvPr>
            <p:cNvSpPr>
              <a:spLocks/>
            </p:cNvSpPr>
            <p:nvPr/>
          </p:nvSpPr>
          <p:spPr bwMode="auto">
            <a:xfrm rot="5094805">
              <a:off x="1003402" y="3824185"/>
              <a:ext cx="66264" cy="36560"/>
            </a:xfrm>
            <a:custGeom>
              <a:avLst/>
              <a:gdLst>
                <a:gd name="T0" fmla="*/ 26 w 27"/>
                <a:gd name="T1" fmla="*/ 1 h 15"/>
                <a:gd name="T2" fmla="*/ 15 w 27"/>
                <a:gd name="T3" fmla="*/ 10 h 15"/>
                <a:gd name="T4" fmla="*/ 1 w 27"/>
                <a:gd name="T5" fmla="*/ 13 h 15"/>
                <a:gd name="T6" fmla="*/ 12 w 27"/>
                <a:gd name="T7" fmla="*/ 5 h 15"/>
                <a:gd name="T8" fmla="*/ 26 w 27"/>
                <a:gd name="T9" fmla="*/ 1 h 15"/>
              </a:gdLst>
              <a:ahLst/>
              <a:cxnLst>
                <a:cxn ang="0">
                  <a:pos x="T0" y="T1"/>
                </a:cxn>
                <a:cxn ang="0">
                  <a:pos x="T2" y="T3"/>
                </a:cxn>
                <a:cxn ang="0">
                  <a:pos x="T4" y="T5"/>
                </a:cxn>
                <a:cxn ang="0">
                  <a:pos x="T6" y="T7"/>
                </a:cxn>
                <a:cxn ang="0">
                  <a:pos x="T8" y="T9"/>
                </a:cxn>
              </a:cxnLst>
              <a:rect l="0" t="0" r="r" b="b"/>
              <a:pathLst>
                <a:path w="27" h="15">
                  <a:moveTo>
                    <a:pt x="26" y="1"/>
                  </a:moveTo>
                  <a:cubicBezTo>
                    <a:pt x="27" y="2"/>
                    <a:pt x="22" y="7"/>
                    <a:pt x="15" y="10"/>
                  </a:cubicBezTo>
                  <a:cubicBezTo>
                    <a:pt x="8" y="13"/>
                    <a:pt x="1" y="15"/>
                    <a:pt x="1" y="13"/>
                  </a:cubicBezTo>
                  <a:cubicBezTo>
                    <a:pt x="0" y="12"/>
                    <a:pt x="5" y="8"/>
                    <a:pt x="12" y="5"/>
                  </a:cubicBezTo>
                  <a:cubicBezTo>
                    <a:pt x="19" y="1"/>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3" name="Freeform 1375">
              <a:extLst>
                <a:ext uri="{FF2B5EF4-FFF2-40B4-BE49-F238E27FC236}">
                  <a16:creationId xmlns:a16="http://schemas.microsoft.com/office/drawing/2014/main" id="{A8A72AF4-42B5-C7B6-48A9-AD9D6FCF1B57}"/>
                </a:ext>
              </a:extLst>
            </p:cNvPr>
            <p:cNvSpPr>
              <a:spLocks/>
            </p:cNvSpPr>
            <p:nvPr/>
          </p:nvSpPr>
          <p:spPr bwMode="auto">
            <a:xfrm rot="5094805">
              <a:off x="1115808" y="4002298"/>
              <a:ext cx="66264" cy="41130"/>
            </a:xfrm>
            <a:custGeom>
              <a:avLst/>
              <a:gdLst>
                <a:gd name="T0" fmla="*/ 26 w 27"/>
                <a:gd name="T1" fmla="*/ 2 h 16"/>
                <a:gd name="T2" fmla="*/ 15 w 27"/>
                <a:gd name="T3" fmla="*/ 11 h 16"/>
                <a:gd name="T4" fmla="*/ 1 w 27"/>
                <a:gd name="T5" fmla="*/ 15 h 16"/>
                <a:gd name="T6" fmla="*/ 12 w 27"/>
                <a:gd name="T7" fmla="*/ 6 h 16"/>
                <a:gd name="T8" fmla="*/ 26 w 27"/>
                <a:gd name="T9" fmla="*/ 2 h 16"/>
              </a:gdLst>
              <a:ahLst/>
              <a:cxnLst>
                <a:cxn ang="0">
                  <a:pos x="T0" y="T1"/>
                </a:cxn>
                <a:cxn ang="0">
                  <a:pos x="T2" y="T3"/>
                </a:cxn>
                <a:cxn ang="0">
                  <a:pos x="T4" y="T5"/>
                </a:cxn>
                <a:cxn ang="0">
                  <a:pos x="T6" y="T7"/>
                </a:cxn>
                <a:cxn ang="0">
                  <a:pos x="T8" y="T9"/>
                </a:cxn>
              </a:cxnLst>
              <a:rect l="0" t="0" r="r" b="b"/>
              <a:pathLst>
                <a:path w="27" h="16">
                  <a:moveTo>
                    <a:pt x="26" y="2"/>
                  </a:moveTo>
                  <a:cubicBezTo>
                    <a:pt x="27" y="3"/>
                    <a:pt x="22" y="7"/>
                    <a:pt x="15" y="11"/>
                  </a:cubicBezTo>
                  <a:cubicBezTo>
                    <a:pt x="8" y="14"/>
                    <a:pt x="2" y="16"/>
                    <a:pt x="1" y="15"/>
                  </a:cubicBezTo>
                  <a:cubicBezTo>
                    <a:pt x="0" y="13"/>
                    <a:pt x="5" y="9"/>
                    <a:pt x="12" y="6"/>
                  </a:cubicBezTo>
                  <a:cubicBezTo>
                    <a:pt x="19" y="2"/>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4" name="Freeform 1376">
              <a:extLst>
                <a:ext uri="{FF2B5EF4-FFF2-40B4-BE49-F238E27FC236}">
                  <a16:creationId xmlns:a16="http://schemas.microsoft.com/office/drawing/2014/main" id="{8D201B6F-BAF9-47AB-8854-3B01BFFE7CD5}"/>
                </a:ext>
              </a:extLst>
            </p:cNvPr>
            <p:cNvSpPr>
              <a:spLocks/>
            </p:cNvSpPr>
            <p:nvPr/>
          </p:nvSpPr>
          <p:spPr bwMode="auto">
            <a:xfrm rot="5094805">
              <a:off x="1227173" y="4183833"/>
              <a:ext cx="68549" cy="41130"/>
            </a:xfrm>
            <a:custGeom>
              <a:avLst/>
              <a:gdLst>
                <a:gd name="T0" fmla="*/ 26 w 27"/>
                <a:gd name="T1" fmla="*/ 2 h 16"/>
                <a:gd name="T2" fmla="*/ 14 w 27"/>
                <a:gd name="T3" fmla="*/ 11 h 16"/>
                <a:gd name="T4" fmla="*/ 1 w 27"/>
                <a:gd name="T5" fmla="*/ 14 h 16"/>
                <a:gd name="T6" fmla="*/ 13 w 27"/>
                <a:gd name="T7" fmla="*/ 6 h 16"/>
                <a:gd name="T8" fmla="*/ 26 w 27"/>
                <a:gd name="T9" fmla="*/ 2 h 16"/>
              </a:gdLst>
              <a:ahLst/>
              <a:cxnLst>
                <a:cxn ang="0">
                  <a:pos x="T0" y="T1"/>
                </a:cxn>
                <a:cxn ang="0">
                  <a:pos x="T2" y="T3"/>
                </a:cxn>
                <a:cxn ang="0">
                  <a:pos x="T4" y="T5"/>
                </a:cxn>
                <a:cxn ang="0">
                  <a:pos x="T6" y="T7"/>
                </a:cxn>
                <a:cxn ang="0">
                  <a:pos x="T8" y="T9"/>
                </a:cxn>
              </a:cxnLst>
              <a:rect l="0" t="0" r="r" b="b"/>
              <a:pathLst>
                <a:path w="27" h="16">
                  <a:moveTo>
                    <a:pt x="26" y="2"/>
                  </a:moveTo>
                  <a:cubicBezTo>
                    <a:pt x="27" y="3"/>
                    <a:pt x="21" y="7"/>
                    <a:pt x="14" y="11"/>
                  </a:cubicBezTo>
                  <a:cubicBezTo>
                    <a:pt x="8" y="14"/>
                    <a:pt x="1" y="16"/>
                    <a:pt x="1" y="14"/>
                  </a:cubicBezTo>
                  <a:cubicBezTo>
                    <a:pt x="0" y="13"/>
                    <a:pt x="6" y="9"/>
                    <a:pt x="13" y="6"/>
                  </a:cubicBezTo>
                  <a:cubicBezTo>
                    <a:pt x="20" y="2"/>
                    <a:pt x="26"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5" name="Freeform 1377">
              <a:extLst>
                <a:ext uri="{FF2B5EF4-FFF2-40B4-BE49-F238E27FC236}">
                  <a16:creationId xmlns:a16="http://schemas.microsoft.com/office/drawing/2014/main" id="{2D151DC6-F79B-0D03-E819-D049AADA6D1C}"/>
                </a:ext>
              </a:extLst>
            </p:cNvPr>
            <p:cNvSpPr>
              <a:spLocks/>
            </p:cNvSpPr>
            <p:nvPr/>
          </p:nvSpPr>
          <p:spPr bwMode="auto">
            <a:xfrm rot="5094805">
              <a:off x="1343098" y="4367451"/>
              <a:ext cx="66264" cy="36560"/>
            </a:xfrm>
            <a:custGeom>
              <a:avLst/>
              <a:gdLst>
                <a:gd name="T0" fmla="*/ 12 w 27"/>
                <a:gd name="T1" fmla="*/ 6 h 15"/>
                <a:gd name="T2" fmla="*/ 26 w 27"/>
                <a:gd name="T3" fmla="*/ 1 h 15"/>
                <a:gd name="T4" fmla="*/ 15 w 27"/>
                <a:gd name="T5" fmla="*/ 9 h 15"/>
                <a:gd name="T6" fmla="*/ 1 w 27"/>
                <a:gd name="T7" fmla="*/ 14 h 15"/>
                <a:gd name="T8" fmla="*/ 12 w 27"/>
                <a:gd name="T9" fmla="*/ 6 h 15"/>
              </a:gdLst>
              <a:ahLst/>
              <a:cxnLst>
                <a:cxn ang="0">
                  <a:pos x="T0" y="T1"/>
                </a:cxn>
                <a:cxn ang="0">
                  <a:pos x="T2" y="T3"/>
                </a:cxn>
                <a:cxn ang="0">
                  <a:pos x="T4" y="T5"/>
                </a:cxn>
                <a:cxn ang="0">
                  <a:pos x="T6" y="T7"/>
                </a:cxn>
                <a:cxn ang="0">
                  <a:pos x="T8" y="T9"/>
                </a:cxn>
              </a:cxnLst>
              <a:rect l="0" t="0" r="r" b="b"/>
              <a:pathLst>
                <a:path w="27" h="15">
                  <a:moveTo>
                    <a:pt x="12" y="6"/>
                  </a:moveTo>
                  <a:cubicBezTo>
                    <a:pt x="19" y="2"/>
                    <a:pt x="25" y="0"/>
                    <a:pt x="26" y="1"/>
                  </a:cubicBezTo>
                  <a:cubicBezTo>
                    <a:pt x="27" y="2"/>
                    <a:pt x="22" y="6"/>
                    <a:pt x="15" y="9"/>
                  </a:cubicBezTo>
                  <a:cubicBezTo>
                    <a:pt x="9" y="13"/>
                    <a:pt x="2" y="15"/>
                    <a:pt x="1" y="14"/>
                  </a:cubicBezTo>
                  <a:cubicBezTo>
                    <a:pt x="0" y="13"/>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6" name="Freeform 1378">
              <a:extLst>
                <a:ext uri="{FF2B5EF4-FFF2-40B4-BE49-F238E27FC236}">
                  <a16:creationId xmlns:a16="http://schemas.microsoft.com/office/drawing/2014/main" id="{8D9470A1-B5FF-B1EB-CF46-CB842E81A9B5}"/>
                </a:ext>
              </a:extLst>
            </p:cNvPr>
            <p:cNvSpPr>
              <a:spLocks/>
            </p:cNvSpPr>
            <p:nvPr/>
          </p:nvSpPr>
          <p:spPr bwMode="auto">
            <a:xfrm rot="5094805">
              <a:off x="1457886" y="4547743"/>
              <a:ext cx="63979" cy="38845"/>
            </a:xfrm>
            <a:custGeom>
              <a:avLst/>
              <a:gdLst>
                <a:gd name="T0" fmla="*/ 26 w 26"/>
                <a:gd name="T1" fmla="*/ 2 h 16"/>
                <a:gd name="T2" fmla="*/ 14 w 26"/>
                <a:gd name="T3" fmla="*/ 10 h 16"/>
                <a:gd name="T4" fmla="*/ 0 w 26"/>
                <a:gd name="T5" fmla="*/ 14 h 16"/>
                <a:gd name="T6" fmla="*/ 12 w 26"/>
                <a:gd name="T7" fmla="*/ 6 h 16"/>
                <a:gd name="T8" fmla="*/ 26 w 26"/>
                <a:gd name="T9" fmla="*/ 2 h 16"/>
              </a:gdLst>
              <a:ahLst/>
              <a:cxnLst>
                <a:cxn ang="0">
                  <a:pos x="T0" y="T1"/>
                </a:cxn>
                <a:cxn ang="0">
                  <a:pos x="T2" y="T3"/>
                </a:cxn>
                <a:cxn ang="0">
                  <a:pos x="T4" y="T5"/>
                </a:cxn>
                <a:cxn ang="0">
                  <a:pos x="T6" y="T7"/>
                </a:cxn>
                <a:cxn ang="0">
                  <a:pos x="T8" y="T9"/>
                </a:cxn>
              </a:cxnLst>
              <a:rect l="0" t="0" r="r" b="b"/>
              <a:pathLst>
                <a:path w="26" h="16">
                  <a:moveTo>
                    <a:pt x="26" y="2"/>
                  </a:moveTo>
                  <a:cubicBezTo>
                    <a:pt x="26" y="3"/>
                    <a:pt x="21" y="7"/>
                    <a:pt x="14" y="10"/>
                  </a:cubicBezTo>
                  <a:cubicBezTo>
                    <a:pt x="7" y="14"/>
                    <a:pt x="0" y="16"/>
                    <a:pt x="0" y="14"/>
                  </a:cubicBezTo>
                  <a:cubicBezTo>
                    <a:pt x="0" y="13"/>
                    <a:pt x="5" y="9"/>
                    <a:pt x="12" y="6"/>
                  </a:cubicBezTo>
                  <a:cubicBezTo>
                    <a:pt x="19" y="2"/>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7" name="Freeform 1379">
              <a:extLst>
                <a:ext uri="{FF2B5EF4-FFF2-40B4-BE49-F238E27FC236}">
                  <a16:creationId xmlns:a16="http://schemas.microsoft.com/office/drawing/2014/main" id="{8E5E9254-7D64-7CD9-606E-F29B50EAB47E}"/>
                </a:ext>
              </a:extLst>
            </p:cNvPr>
            <p:cNvSpPr>
              <a:spLocks/>
            </p:cNvSpPr>
            <p:nvPr/>
          </p:nvSpPr>
          <p:spPr bwMode="auto">
            <a:xfrm rot="5094805">
              <a:off x="1569154" y="4729384"/>
              <a:ext cx="63979" cy="36560"/>
            </a:xfrm>
            <a:custGeom>
              <a:avLst/>
              <a:gdLst>
                <a:gd name="T0" fmla="*/ 13 w 26"/>
                <a:gd name="T1" fmla="*/ 6 h 15"/>
                <a:gd name="T2" fmla="*/ 26 w 26"/>
                <a:gd name="T3" fmla="*/ 2 h 15"/>
                <a:gd name="T4" fmla="*/ 13 w 26"/>
                <a:gd name="T5" fmla="*/ 10 h 15"/>
                <a:gd name="T6" fmla="*/ 0 w 26"/>
                <a:gd name="T7" fmla="*/ 14 h 15"/>
                <a:gd name="T8" fmla="*/ 13 w 26"/>
                <a:gd name="T9" fmla="*/ 6 h 15"/>
              </a:gdLst>
              <a:ahLst/>
              <a:cxnLst>
                <a:cxn ang="0">
                  <a:pos x="T0" y="T1"/>
                </a:cxn>
                <a:cxn ang="0">
                  <a:pos x="T2" y="T3"/>
                </a:cxn>
                <a:cxn ang="0">
                  <a:pos x="T4" y="T5"/>
                </a:cxn>
                <a:cxn ang="0">
                  <a:pos x="T6" y="T7"/>
                </a:cxn>
                <a:cxn ang="0">
                  <a:pos x="T8" y="T9"/>
                </a:cxn>
              </a:cxnLst>
              <a:rect l="0" t="0" r="r" b="b"/>
              <a:pathLst>
                <a:path w="26" h="15">
                  <a:moveTo>
                    <a:pt x="13" y="6"/>
                  </a:moveTo>
                  <a:cubicBezTo>
                    <a:pt x="20" y="2"/>
                    <a:pt x="26" y="0"/>
                    <a:pt x="26" y="2"/>
                  </a:cubicBezTo>
                  <a:cubicBezTo>
                    <a:pt x="26" y="3"/>
                    <a:pt x="20" y="6"/>
                    <a:pt x="13" y="10"/>
                  </a:cubicBezTo>
                  <a:cubicBezTo>
                    <a:pt x="7" y="13"/>
                    <a:pt x="0" y="15"/>
                    <a:pt x="0" y="14"/>
                  </a:cubicBezTo>
                  <a:cubicBezTo>
                    <a:pt x="0" y="13"/>
                    <a:pt x="6" y="9"/>
                    <a:pt x="1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8" name="Freeform 1380">
              <a:extLst>
                <a:ext uri="{FF2B5EF4-FFF2-40B4-BE49-F238E27FC236}">
                  <a16:creationId xmlns:a16="http://schemas.microsoft.com/office/drawing/2014/main" id="{35F8537A-7A7B-FF12-2A2F-DDFB486B34A1}"/>
                </a:ext>
              </a:extLst>
            </p:cNvPr>
            <p:cNvSpPr>
              <a:spLocks/>
            </p:cNvSpPr>
            <p:nvPr/>
          </p:nvSpPr>
          <p:spPr bwMode="auto">
            <a:xfrm rot="5094805">
              <a:off x="424180" y="2335292"/>
              <a:ext cx="66264" cy="25135"/>
            </a:xfrm>
            <a:custGeom>
              <a:avLst/>
              <a:gdLst>
                <a:gd name="T0" fmla="*/ 27 w 27"/>
                <a:gd name="T1" fmla="*/ 4 h 10"/>
                <a:gd name="T2" fmla="*/ 15 w 27"/>
                <a:gd name="T3" fmla="*/ 10 h 10"/>
                <a:gd name="T4" fmla="*/ 1 w 27"/>
                <a:gd name="T5" fmla="*/ 6 h 10"/>
                <a:gd name="T6" fmla="*/ 13 w 27"/>
                <a:gd name="T7" fmla="*/ 1 h 10"/>
                <a:gd name="T8" fmla="*/ 27 w 27"/>
                <a:gd name="T9" fmla="*/ 4 h 10"/>
              </a:gdLst>
              <a:ahLst/>
              <a:cxnLst>
                <a:cxn ang="0">
                  <a:pos x="T0" y="T1"/>
                </a:cxn>
                <a:cxn ang="0">
                  <a:pos x="T2" y="T3"/>
                </a:cxn>
                <a:cxn ang="0">
                  <a:pos x="T4" y="T5"/>
                </a:cxn>
                <a:cxn ang="0">
                  <a:pos x="T6" y="T7"/>
                </a:cxn>
                <a:cxn ang="0">
                  <a:pos x="T8" y="T9"/>
                </a:cxn>
              </a:cxnLst>
              <a:rect l="0" t="0" r="r" b="b"/>
              <a:pathLst>
                <a:path w="27" h="10">
                  <a:moveTo>
                    <a:pt x="27" y="4"/>
                  </a:moveTo>
                  <a:cubicBezTo>
                    <a:pt x="27" y="7"/>
                    <a:pt x="22" y="9"/>
                    <a:pt x="15" y="10"/>
                  </a:cubicBezTo>
                  <a:cubicBezTo>
                    <a:pt x="8" y="10"/>
                    <a:pt x="1" y="9"/>
                    <a:pt x="1" y="6"/>
                  </a:cubicBezTo>
                  <a:cubicBezTo>
                    <a:pt x="0" y="3"/>
                    <a:pt x="6" y="1"/>
                    <a:pt x="13" y="1"/>
                  </a:cubicBezTo>
                  <a:cubicBezTo>
                    <a:pt x="20" y="0"/>
                    <a:pt x="26" y="2"/>
                    <a:pt x="2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9" name="Freeform 1381">
              <a:extLst>
                <a:ext uri="{FF2B5EF4-FFF2-40B4-BE49-F238E27FC236}">
                  <a16:creationId xmlns:a16="http://schemas.microsoft.com/office/drawing/2014/main" id="{F48A2670-C578-5843-6E3C-19C4A70ABDAE}"/>
                </a:ext>
              </a:extLst>
            </p:cNvPr>
            <p:cNvSpPr>
              <a:spLocks/>
            </p:cNvSpPr>
            <p:nvPr/>
          </p:nvSpPr>
          <p:spPr bwMode="auto">
            <a:xfrm rot="5094805">
              <a:off x="390922" y="2140870"/>
              <a:ext cx="68549" cy="27420"/>
            </a:xfrm>
            <a:custGeom>
              <a:avLst/>
              <a:gdLst>
                <a:gd name="T0" fmla="*/ 27 w 27"/>
                <a:gd name="T1" fmla="*/ 5 h 11"/>
                <a:gd name="T2" fmla="*/ 15 w 27"/>
                <a:gd name="T3" fmla="*/ 10 h 11"/>
                <a:gd name="T4" fmla="*/ 1 w 27"/>
                <a:gd name="T5" fmla="*/ 5 h 11"/>
                <a:gd name="T6" fmla="*/ 13 w 27"/>
                <a:gd name="T7" fmla="*/ 0 h 11"/>
                <a:gd name="T8" fmla="*/ 27 w 27"/>
                <a:gd name="T9" fmla="*/ 5 h 11"/>
              </a:gdLst>
              <a:ahLst/>
              <a:cxnLst>
                <a:cxn ang="0">
                  <a:pos x="T0" y="T1"/>
                </a:cxn>
                <a:cxn ang="0">
                  <a:pos x="T2" y="T3"/>
                </a:cxn>
                <a:cxn ang="0">
                  <a:pos x="T4" y="T5"/>
                </a:cxn>
                <a:cxn ang="0">
                  <a:pos x="T6" y="T7"/>
                </a:cxn>
                <a:cxn ang="0">
                  <a:pos x="T8" y="T9"/>
                </a:cxn>
              </a:cxnLst>
              <a:rect l="0" t="0" r="r" b="b"/>
              <a:pathLst>
                <a:path w="27" h="11">
                  <a:moveTo>
                    <a:pt x="27" y="5"/>
                  </a:moveTo>
                  <a:cubicBezTo>
                    <a:pt x="27" y="7"/>
                    <a:pt x="22" y="10"/>
                    <a:pt x="15" y="10"/>
                  </a:cubicBezTo>
                  <a:cubicBezTo>
                    <a:pt x="8" y="11"/>
                    <a:pt x="1" y="8"/>
                    <a:pt x="1" y="5"/>
                  </a:cubicBezTo>
                  <a:cubicBezTo>
                    <a:pt x="0" y="3"/>
                    <a:pt x="6" y="0"/>
                    <a:pt x="13" y="0"/>
                  </a:cubicBezTo>
                  <a:cubicBezTo>
                    <a:pt x="20" y="0"/>
                    <a:pt x="26" y="2"/>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0" name="Freeform 1382">
              <a:extLst>
                <a:ext uri="{FF2B5EF4-FFF2-40B4-BE49-F238E27FC236}">
                  <a16:creationId xmlns:a16="http://schemas.microsoft.com/office/drawing/2014/main" id="{7554381A-B01F-A51A-1172-850D83D9737E}"/>
                </a:ext>
              </a:extLst>
            </p:cNvPr>
            <p:cNvSpPr>
              <a:spLocks/>
            </p:cNvSpPr>
            <p:nvPr/>
          </p:nvSpPr>
          <p:spPr bwMode="auto">
            <a:xfrm rot="5094805">
              <a:off x="368012" y="1946776"/>
              <a:ext cx="68549" cy="29705"/>
            </a:xfrm>
            <a:custGeom>
              <a:avLst/>
              <a:gdLst>
                <a:gd name="T0" fmla="*/ 27 w 28"/>
                <a:gd name="T1" fmla="*/ 6 h 12"/>
                <a:gd name="T2" fmla="*/ 16 w 28"/>
                <a:gd name="T3" fmla="*/ 12 h 12"/>
                <a:gd name="T4" fmla="*/ 1 w 28"/>
                <a:gd name="T5" fmla="*/ 7 h 12"/>
                <a:gd name="T6" fmla="*/ 13 w 28"/>
                <a:gd name="T7" fmla="*/ 1 h 12"/>
                <a:gd name="T8" fmla="*/ 27 w 28"/>
                <a:gd name="T9" fmla="*/ 6 h 12"/>
              </a:gdLst>
              <a:ahLst/>
              <a:cxnLst>
                <a:cxn ang="0">
                  <a:pos x="T0" y="T1"/>
                </a:cxn>
                <a:cxn ang="0">
                  <a:pos x="T2" y="T3"/>
                </a:cxn>
                <a:cxn ang="0">
                  <a:pos x="T4" y="T5"/>
                </a:cxn>
                <a:cxn ang="0">
                  <a:pos x="T6" y="T7"/>
                </a:cxn>
                <a:cxn ang="0">
                  <a:pos x="T8" y="T9"/>
                </a:cxn>
              </a:cxnLst>
              <a:rect l="0" t="0" r="r" b="b"/>
              <a:pathLst>
                <a:path w="28" h="12">
                  <a:moveTo>
                    <a:pt x="27" y="6"/>
                  </a:moveTo>
                  <a:cubicBezTo>
                    <a:pt x="28" y="9"/>
                    <a:pt x="23" y="12"/>
                    <a:pt x="16" y="12"/>
                  </a:cubicBezTo>
                  <a:cubicBezTo>
                    <a:pt x="9" y="12"/>
                    <a:pt x="2" y="10"/>
                    <a:pt x="1" y="7"/>
                  </a:cubicBezTo>
                  <a:cubicBezTo>
                    <a:pt x="0" y="3"/>
                    <a:pt x="6" y="1"/>
                    <a:pt x="13" y="1"/>
                  </a:cubicBezTo>
                  <a:cubicBezTo>
                    <a:pt x="20" y="0"/>
                    <a:pt x="26" y="3"/>
                    <a:pt x="2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1" name="Freeform 1383">
              <a:extLst>
                <a:ext uri="{FF2B5EF4-FFF2-40B4-BE49-F238E27FC236}">
                  <a16:creationId xmlns:a16="http://schemas.microsoft.com/office/drawing/2014/main" id="{89B7CF71-3C6A-455B-5EAD-AD8C0A806421}"/>
                </a:ext>
              </a:extLst>
            </p:cNvPr>
            <p:cNvSpPr>
              <a:spLocks/>
            </p:cNvSpPr>
            <p:nvPr/>
          </p:nvSpPr>
          <p:spPr bwMode="auto">
            <a:xfrm rot="5094805">
              <a:off x="345102" y="1752682"/>
              <a:ext cx="68549" cy="31990"/>
            </a:xfrm>
            <a:custGeom>
              <a:avLst/>
              <a:gdLst>
                <a:gd name="T0" fmla="*/ 12 w 28"/>
                <a:gd name="T1" fmla="*/ 0 h 13"/>
                <a:gd name="T2" fmla="*/ 27 w 28"/>
                <a:gd name="T3" fmla="*/ 6 h 13"/>
                <a:gd name="T4" fmla="*/ 16 w 28"/>
                <a:gd name="T5" fmla="*/ 13 h 13"/>
                <a:gd name="T6" fmla="*/ 1 w 28"/>
                <a:gd name="T7" fmla="*/ 7 h 13"/>
                <a:gd name="T8" fmla="*/ 12 w 28"/>
                <a:gd name="T9" fmla="*/ 0 h 13"/>
              </a:gdLst>
              <a:ahLst/>
              <a:cxnLst>
                <a:cxn ang="0">
                  <a:pos x="T0" y="T1"/>
                </a:cxn>
                <a:cxn ang="0">
                  <a:pos x="T2" y="T3"/>
                </a:cxn>
                <a:cxn ang="0">
                  <a:pos x="T4" y="T5"/>
                </a:cxn>
                <a:cxn ang="0">
                  <a:pos x="T6" y="T7"/>
                </a:cxn>
                <a:cxn ang="0">
                  <a:pos x="T8" y="T9"/>
                </a:cxn>
              </a:cxnLst>
              <a:rect l="0" t="0" r="r" b="b"/>
              <a:pathLst>
                <a:path w="28" h="13">
                  <a:moveTo>
                    <a:pt x="12" y="0"/>
                  </a:moveTo>
                  <a:cubicBezTo>
                    <a:pt x="20" y="0"/>
                    <a:pt x="26" y="2"/>
                    <a:pt x="27" y="6"/>
                  </a:cubicBezTo>
                  <a:cubicBezTo>
                    <a:pt x="28" y="9"/>
                    <a:pt x="23" y="12"/>
                    <a:pt x="16" y="13"/>
                  </a:cubicBezTo>
                  <a:cubicBezTo>
                    <a:pt x="9" y="13"/>
                    <a:pt x="2" y="11"/>
                    <a:pt x="1" y="7"/>
                  </a:cubicBezTo>
                  <a:cubicBezTo>
                    <a:pt x="0" y="3"/>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2" name="Freeform 1384">
              <a:extLst>
                <a:ext uri="{FF2B5EF4-FFF2-40B4-BE49-F238E27FC236}">
                  <a16:creationId xmlns:a16="http://schemas.microsoft.com/office/drawing/2014/main" id="{2AE35072-A9DF-F3E2-839A-6166457BC67B}"/>
                </a:ext>
              </a:extLst>
            </p:cNvPr>
            <p:cNvSpPr>
              <a:spLocks/>
            </p:cNvSpPr>
            <p:nvPr/>
          </p:nvSpPr>
          <p:spPr bwMode="auto">
            <a:xfrm rot="5094805">
              <a:off x="324574" y="1558482"/>
              <a:ext cx="66264" cy="36560"/>
            </a:xfrm>
            <a:custGeom>
              <a:avLst/>
              <a:gdLst>
                <a:gd name="T0" fmla="*/ 14 w 27"/>
                <a:gd name="T1" fmla="*/ 15 h 15"/>
                <a:gd name="T2" fmla="*/ 0 w 27"/>
                <a:gd name="T3" fmla="*/ 7 h 15"/>
                <a:gd name="T4" fmla="*/ 12 w 27"/>
                <a:gd name="T5" fmla="*/ 0 h 15"/>
                <a:gd name="T6" fmla="*/ 26 w 27"/>
                <a:gd name="T7" fmla="*/ 7 h 15"/>
                <a:gd name="T8" fmla="*/ 14 w 27"/>
                <a:gd name="T9" fmla="*/ 15 h 15"/>
              </a:gdLst>
              <a:ahLst/>
              <a:cxnLst>
                <a:cxn ang="0">
                  <a:pos x="T0" y="T1"/>
                </a:cxn>
                <a:cxn ang="0">
                  <a:pos x="T2" y="T3"/>
                </a:cxn>
                <a:cxn ang="0">
                  <a:pos x="T4" y="T5"/>
                </a:cxn>
                <a:cxn ang="0">
                  <a:pos x="T6" y="T7"/>
                </a:cxn>
                <a:cxn ang="0">
                  <a:pos x="T8" y="T9"/>
                </a:cxn>
              </a:cxnLst>
              <a:rect l="0" t="0" r="r" b="b"/>
              <a:pathLst>
                <a:path w="27" h="15">
                  <a:moveTo>
                    <a:pt x="14" y="15"/>
                  </a:moveTo>
                  <a:cubicBezTo>
                    <a:pt x="7" y="15"/>
                    <a:pt x="0" y="11"/>
                    <a:pt x="0" y="7"/>
                  </a:cubicBezTo>
                  <a:cubicBezTo>
                    <a:pt x="0" y="3"/>
                    <a:pt x="5" y="0"/>
                    <a:pt x="12" y="0"/>
                  </a:cubicBezTo>
                  <a:cubicBezTo>
                    <a:pt x="20" y="0"/>
                    <a:pt x="26" y="3"/>
                    <a:pt x="26" y="7"/>
                  </a:cubicBezTo>
                  <a:cubicBezTo>
                    <a:pt x="27" y="11"/>
                    <a:pt x="21" y="15"/>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3" name="Freeform 1385">
              <a:extLst>
                <a:ext uri="{FF2B5EF4-FFF2-40B4-BE49-F238E27FC236}">
                  <a16:creationId xmlns:a16="http://schemas.microsoft.com/office/drawing/2014/main" id="{0599A4C3-B67A-05B1-60F3-A2BA42634A01}"/>
                </a:ext>
              </a:extLst>
            </p:cNvPr>
            <p:cNvSpPr>
              <a:spLocks/>
            </p:cNvSpPr>
            <p:nvPr/>
          </p:nvSpPr>
          <p:spPr bwMode="auto">
            <a:xfrm rot="5094805">
              <a:off x="300218" y="1360974"/>
              <a:ext cx="68549" cy="38845"/>
            </a:xfrm>
            <a:custGeom>
              <a:avLst/>
              <a:gdLst>
                <a:gd name="T0" fmla="*/ 27 w 28"/>
                <a:gd name="T1" fmla="*/ 7 h 16"/>
                <a:gd name="T2" fmla="*/ 16 w 28"/>
                <a:gd name="T3" fmla="*/ 16 h 16"/>
                <a:gd name="T4" fmla="*/ 1 w 28"/>
                <a:gd name="T5" fmla="*/ 8 h 16"/>
                <a:gd name="T6" fmla="*/ 13 w 28"/>
                <a:gd name="T7" fmla="*/ 0 h 16"/>
                <a:gd name="T8" fmla="*/ 27 w 28"/>
                <a:gd name="T9" fmla="*/ 7 h 16"/>
              </a:gdLst>
              <a:ahLst/>
              <a:cxnLst>
                <a:cxn ang="0">
                  <a:pos x="T0" y="T1"/>
                </a:cxn>
                <a:cxn ang="0">
                  <a:pos x="T2" y="T3"/>
                </a:cxn>
                <a:cxn ang="0">
                  <a:pos x="T4" y="T5"/>
                </a:cxn>
                <a:cxn ang="0">
                  <a:pos x="T6" y="T7"/>
                </a:cxn>
                <a:cxn ang="0">
                  <a:pos x="T8" y="T9"/>
                </a:cxn>
              </a:cxnLst>
              <a:rect l="0" t="0" r="r" b="b"/>
              <a:pathLst>
                <a:path w="28" h="16">
                  <a:moveTo>
                    <a:pt x="27" y="7"/>
                  </a:moveTo>
                  <a:cubicBezTo>
                    <a:pt x="28" y="12"/>
                    <a:pt x="23" y="16"/>
                    <a:pt x="16" y="16"/>
                  </a:cubicBezTo>
                  <a:cubicBezTo>
                    <a:pt x="9" y="16"/>
                    <a:pt x="2" y="13"/>
                    <a:pt x="1" y="8"/>
                  </a:cubicBezTo>
                  <a:cubicBezTo>
                    <a:pt x="0" y="4"/>
                    <a:pt x="5" y="0"/>
                    <a:pt x="13" y="0"/>
                  </a:cubicBezTo>
                  <a:cubicBezTo>
                    <a:pt x="20" y="0"/>
                    <a:pt x="26" y="3"/>
                    <a:pt x="2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4" name="Freeform 1386">
              <a:extLst>
                <a:ext uri="{FF2B5EF4-FFF2-40B4-BE49-F238E27FC236}">
                  <a16:creationId xmlns:a16="http://schemas.microsoft.com/office/drawing/2014/main" id="{F67B1BCE-0FDF-03DF-2FFB-113B32F5CD70}"/>
                </a:ext>
              </a:extLst>
            </p:cNvPr>
            <p:cNvSpPr>
              <a:spLocks/>
            </p:cNvSpPr>
            <p:nvPr/>
          </p:nvSpPr>
          <p:spPr bwMode="auto">
            <a:xfrm rot="5094805">
              <a:off x="275138" y="1164894"/>
              <a:ext cx="66264" cy="47985"/>
            </a:xfrm>
            <a:custGeom>
              <a:avLst/>
              <a:gdLst>
                <a:gd name="T0" fmla="*/ 26 w 27"/>
                <a:gd name="T1" fmla="*/ 9 h 19"/>
                <a:gd name="T2" fmla="*/ 15 w 27"/>
                <a:gd name="T3" fmla="*/ 18 h 19"/>
                <a:gd name="T4" fmla="*/ 0 w 27"/>
                <a:gd name="T5" fmla="*/ 10 h 19"/>
                <a:gd name="T6" fmla="*/ 12 w 27"/>
                <a:gd name="T7" fmla="*/ 1 h 19"/>
                <a:gd name="T8" fmla="*/ 26 w 27"/>
                <a:gd name="T9" fmla="*/ 9 h 19"/>
              </a:gdLst>
              <a:ahLst/>
              <a:cxnLst>
                <a:cxn ang="0">
                  <a:pos x="T0" y="T1"/>
                </a:cxn>
                <a:cxn ang="0">
                  <a:pos x="T2" y="T3"/>
                </a:cxn>
                <a:cxn ang="0">
                  <a:pos x="T4" y="T5"/>
                </a:cxn>
                <a:cxn ang="0">
                  <a:pos x="T6" y="T7"/>
                </a:cxn>
                <a:cxn ang="0">
                  <a:pos x="T8" y="T9"/>
                </a:cxn>
              </a:cxnLst>
              <a:rect l="0" t="0" r="r" b="b"/>
              <a:pathLst>
                <a:path w="27" h="19">
                  <a:moveTo>
                    <a:pt x="26" y="9"/>
                  </a:moveTo>
                  <a:cubicBezTo>
                    <a:pt x="27" y="14"/>
                    <a:pt x="22" y="18"/>
                    <a:pt x="15" y="18"/>
                  </a:cubicBezTo>
                  <a:cubicBezTo>
                    <a:pt x="8" y="19"/>
                    <a:pt x="1" y="15"/>
                    <a:pt x="0" y="10"/>
                  </a:cubicBezTo>
                  <a:cubicBezTo>
                    <a:pt x="0" y="5"/>
                    <a:pt x="5" y="1"/>
                    <a:pt x="12" y="1"/>
                  </a:cubicBezTo>
                  <a:cubicBezTo>
                    <a:pt x="20" y="0"/>
                    <a:pt x="26" y="4"/>
                    <a:pt x="2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5" name="Freeform 1387">
              <a:extLst>
                <a:ext uri="{FF2B5EF4-FFF2-40B4-BE49-F238E27FC236}">
                  <a16:creationId xmlns:a16="http://schemas.microsoft.com/office/drawing/2014/main" id="{C7D70569-6C6C-5750-9C97-A6601D7039C9}"/>
                </a:ext>
              </a:extLst>
            </p:cNvPr>
            <p:cNvSpPr>
              <a:spLocks/>
            </p:cNvSpPr>
            <p:nvPr/>
          </p:nvSpPr>
          <p:spPr bwMode="auto">
            <a:xfrm rot="5094805">
              <a:off x="244156" y="972555"/>
              <a:ext cx="68549" cy="45700"/>
            </a:xfrm>
            <a:custGeom>
              <a:avLst/>
              <a:gdLst>
                <a:gd name="T0" fmla="*/ 27 w 27"/>
                <a:gd name="T1" fmla="*/ 9 h 19"/>
                <a:gd name="T2" fmla="*/ 15 w 27"/>
                <a:gd name="T3" fmla="*/ 19 h 19"/>
                <a:gd name="T4" fmla="*/ 1 w 27"/>
                <a:gd name="T5" fmla="*/ 10 h 19"/>
                <a:gd name="T6" fmla="*/ 13 w 27"/>
                <a:gd name="T7" fmla="*/ 0 h 19"/>
                <a:gd name="T8" fmla="*/ 27 w 27"/>
                <a:gd name="T9" fmla="*/ 9 h 19"/>
              </a:gdLst>
              <a:ahLst/>
              <a:cxnLst>
                <a:cxn ang="0">
                  <a:pos x="T0" y="T1"/>
                </a:cxn>
                <a:cxn ang="0">
                  <a:pos x="T2" y="T3"/>
                </a:cxn>
                <a:cxn ang="0">
                  <a:pos x="T4" y="T5"/>
                </a:cxn>
                <a:cxn ang="0">
                  <a:pos x="T6" y="T7"/>
                </a:cxn>
                <a:cxn ang="0">
                  <a:pos x="T8" y="T9"/>
                </a:cxn>
              </a:cxnLst>
              <a:rect l="0" t="0" r="r" b="b"/>
              <a:pathLst>
                <a:path w="27" h="19">
                  <a:moveTo>
                    <a:pt x="27" y="9"/>
                  </a:moveTo>
                  <a:cubicBezTo>
                    <a:pt x="27" y="14"/>
                    <a:pt x="22" y="19"/>
                    <a:pt x="15" y="19"/>
                  </a:cubicBezTo>
                  <a:cubicBezTo>
                    <a:pt x="8" y="19"/>
                    <a:pt x="1" y="15"/>
                    <a:pt x="1" y="10"/>
                  </a:cubicBezTo>
                  <a:cubicBezTo>
                    <a:pt x="0" y="5"/>
                    <a:pt x="5" y="0"/>
                    <a:pt x="13" y="0"/>
                  </a:cubicBezTo>
                  <a:cubicBezTo>
                    <a:pt x="20" y="0"/>
                    <a:pt x="26" y="3"/>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6" name="Freeform 1388">
              <a:extLst>
                <a:ext uri="{FF2B5EF4-FFF2-40B4-BE49-F238E27FC236}">
                  <a16:creationId xmlns:a16="http://schemas.microsoft.com/office/drawing/2014/main" id="{B972FE4F-4620-725D-B091-06DA8231226D}"/>
                </a:ext>
              </a:extLst>
            </p:cNvPr>
            <p:cNvSpPr>
              <a:spLocks/>
            </p:cNvSpPr>
            <p:nvPr/>
          </p:nvSpPr>
          <p:spPr bwMode="auto">
            <a:xfrm rot="5094805">
              <a:off x="209866" y="777189"/>
              <a:ext cx="68549" cy="52554"/>
            </a:xfrm>
            <a:custGeom>
              <a:avLst/>
              <a:gdLst>
                <a:gd name="T0" fmla="*/ 27 w 28"/>
                <a:gd name="T1" fmla="*/ 9 h 21"/>
                <a:gd name="T2" fmla="*/ 15 w 28"/>
                <a:gd name="T3" fmla="*/ 20 h 21"/>
                <a:gd name="T4" fmla="*/ 1 w 28"/>
                <a:gd name="T5" fmla="*/ 11 h 21"/>
                <a:gd name="T6" fmla="*/ 13 w 28"/>
                <a:gd name="T7" fmla="*/ 0 h 21"/>
                <a:gd name="T8" fmla="*/ 27 w 28"/>
                <a:gd name="T9" fmla="*/ 9 h 21"/>
              </a:gdLst>
              <a:ahLst/>
              <a:cxnLst>
                <a:cxn ang="0">
                  <a:pos x="T0" y="T1"/>
                </a:cxn>
                <a:cxn ang="0">
                  <a:pos x="T2" y="T3"/>
                </a:cxn>
                <a:cxn ang="0">
                  <a:pos x="T4" y="T5"/>
                </a:cxn>
                <a:cxn ang="0">
                  <a:pos x="T6" y="T7"/>
                </a:cxn>
                <a:cxn ang="0">
                  <a:pos x="T8" y="T9"/>
                </a:cxn>
              </a:cxnLst>
              <a:rect l="0" t="0" r="r" b="b"/>
              <a:pathLst>
                <a:path w="28" h="21">
                  <a:moveTo>
                    <a:pt x="27" y="9"/>
                  </a:moveTo>
                  <a:cubicBezTo>
                    <a:pt x="28" y="15"/>
                    <a:pt x="22" y="20"/>
                    <a:pt x="15" y="20"/>
                  </a:cubicBezTo>
                  <a:cubicBezTo>
                    <a:pt x="8" y="21"/>
                    <a:pt x="1" y="17"/>
                    <a:pt x="1" y="11"/>
                  </a:cubicBezTo>
                  <a:cubicBezTo>
                    <a:pt x="0" y="6"/>
                    <a:pt x="6" y="1"/>
                    <a:pt x="13" y="0"/>
                  </a:cubicBezTo>
                  <a:cubicBezTo>
                    <a:pt x="20" y="0"/>
                    <a:pt x="26" y="3"/>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7" name="Freeform 1389">
              <a:extLst>
                <a:ext uri="{FF2B5EF4-FFF2-40B4-BE49-F238E27FC236}">
                  <a16:creationId xmlns:a16="http://schemas.microsoft.com/office/drawing/2014/main" id="{10FAB782-F007-CBBD-ACE0-15068651A79B}"/>
                </a:ext>
              </a:extLst>
            </p:cNvPr>
            <p:cNvSpPr>
              <a:spLocks/>
            </p:cNvSpPr>
            <p:nvPr/>
          </p:nvSpPr>
          <p:spPr bwMode="auto">
            <a:xfrm rot="5094805">
              <a:off x="171024" y="584513"/>
              <a:ext cx="68549" cy="54839"/>
            </a:xfrm>
            <a:custGeom>
              <a:avLst/>
              <a:gdLst>
                <a:gd name="T0" fmla="*/ 16 w 28"/>
                <a:gd name="T1" fmla="*/ 21 h 22"/>
                <a:gd name="T2" fmla="*/ 1 w 28"/>
                <a:gd name="T3" fmla="*/ 13 h 22"/>
                <a:gd name="T4" fmla="*/ 12 w 28"/>
                <a:gd name="T5" fmla="*/ 1 h 22"/>
                <a:gd name="T6" fmla="*/ 27 w 28"/>
                <a:gd name="T7" fmla="*/ 9 h 22"/>
                <a:gd name="T8" fmla="*/ 16 w 28"/>
                <a:gd name="T9" fmla="*/ 21 h 22"/>
              </a:gdLst>
              <a:ahLst/>
              <a:cxnLst>
                <a:cxn ang="0">
                  <a:pos x="T0" y="T1"/>
                </a:cxn>
                <a:cxn ang="0">
                  <a:pos x="T2" y="T3"/>
                </a:cxn>
                <a:cxn ang="0">
                  <a:pos x="T4" y="T5"/>
                </a:cxn>
                <a:cxn ang="0">
                  <a:pos x="T6" y="T7"/>
                </a:cxn>
                <a:cxn ang="0">
                  <a:pos x="T8" y="T9"/>
                </a:cxn>
              </a:cxnLst>
              <a:rect l="0" t="0" r="r" b="b"/>
              <a:pathLst>
                <a:path w="28" h="22">
                  <a:moveTo>
                    <a:pt x="16" y="21"/>
                  </a:moveTo>
                  <a:cubicBezTo>
                    <a:pt x="9" y="22"/>
                    <a:pt x="2" y="18"/>
                    <a:pt x="1" y="13"/>
                  </a:cubicBezTo>
                  <a:cubicBezTo>
                    <a:pt x="0" y="7"/>
                    <a:pt x="5" y="2"/>
                    <a:pt x="12" y="1"/>
                  </a:cubicBezTo>
                  <a:cubicBezTo>
                    <a:pt x="20" y="0"/>
                    <a:pt x="26" y="3"/>
                    <a:pt x="27" y="9"/>
                  </a:cubicBezTo>
                  <a:cubicBezTo>
                    <a:pt x="28" y="15"/>
                    <a:pt x="23" y="20"/>
                    <a:pt x="1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8" name="Freeform 1390">
              <a:extLst>
                <a:ext uri="{FF2B5EF4-FFF2-40B4-BE49-F238E27FC236}">
                  <a16:creationId xmlns:a16="http://schemas.microsoft.com/office/drawing/2014/main" id="{C3130082-EC8D-B62A-F332-985AA02E9136}"/>
                </a:ext>
              </a:extLst>
            </p:cNvPr>
            <p:cNvSpPr>
              <a:spLocks/>
            </p:cNvSpPr>
            <p:nvPr/>
          </p:nvSpPr>
          <p:spPr bwMode="auto">
            <a:xfrm rot="5094805">
              <a:off x="125451" y="392339"/>
              <a:ext cx="70834" cy="59409"/>
            </a:xfrm>
            <a:custGeom>
              <a:avLst/>
              <a:gdLst>
                <a:gd name="T0" fmla="*/ 27 w 28"/>
                <a:gd name="T1" fmla="*/ 10 h 24"/>
                <a:gd name="T2" fmla="*/ 16 w 28"/>
                <a:gd name="T3" fmla="*/ 22 h 24"/>
                <a:gd name="T4" fmla="*/ 1 w 28"/>
                <a:gd name="T5" fmla="*/ 14 h 24"/>
                <a:gd name="T6" fmla="*/ 12 w 28"/>
                <a:gd name="T7" fmla="*/ 2 h 24"/>
                <a:gd name="T8" fmla="*/ 27 w 28"/>
                <a:gd name="T9" fmla="*/ 10 h 24"/>
              </a:gdLst>
              <a:ahLst/>
              <a:cxnLst>
                <a:cxn ang="0">
                  <a:pos x="T0" y="T1"/>
                </a:cxn>
                <a:cxn ang="0">
                  <a:pos x="T2" y="T3"/>
                </a:cxn>
                <a:cxn ang="0">
                  <a:pos x="T4" y="T5"/>
                </a:cxn>
                <a:cxn ang="0">
                  <a:pos x="T6" y="T7"/>
                </a:cxn>
                <a:cxn ang="0">
                  <a:pos x="T8" y="T9"/>
                </a:cxn>
              </a:cxnLst>
              <a:rect l="0" t="0" r="r" b="b"/>
              <a:pathLst>
                <a:path w="28" h="24">
                  <a:moveTo>
                    <a:pt x="27" y="10"/>
                  </a:moveTo>
                  <a:cubicBezTo>
                    <a:pt x="28" y="15"/>
                    <a:pt x="23" y="21"/>
                    <a:pt x="16" y="22"/>
                  </a:cubicBezTo>
                  <a:cubicBezTo>
                    <a:pt x="9" y="24"/>
                    <a:pt x="2" y="20"/>
                    <a:pt x="1" y="14"/>
                  </a:cubicBezTo>
                  <a:cubicBezTo>
                    <a:pt x="0" y="9"/>
                    <a:pt x="5" y="3"/>
                    <a:pt x="12" y="2"/>
                  </a:cubicBezTo>
                  <a:cubicBezTo>
                    <a:pt x="19" y="0"/>
                    <a:pt x="25" y="4"/>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9" name="Freeform 1391">
              <a:extLst>
                <a:ext uri="{FF2B5EF4-FFF2-40B4-BE49-F238E27FC236}">
                  <a16:creationId xmlns:a16="http://schemas.microsoft.com/office/drawing/2014/main" id="{1BE7D38E-BE64-B68B-89BB-71165F156D63}"/>
                </a:ext>
              </a:extLst>
            </p:cNvPr>
            <p:cNvSpPr>
              <a:spLocks/>
            </p:cNvSpPr>
            <p:nvPr/>
          </p:nvSpPr>
          <p:spPr bwMode="auto">
            <a:xfrm rot="5094805">
              <a:off x="77409" y="202864"/>
              <a:ext cx="68549" cy="54839"/>
            </a:xfrm>
            <a:custGeom>
              <a:avLst/>
              <a:gdLst>
                <a:gd name="T0" fmla="*/ 27 w 28"/>
                <a:gd name="T1" fmla="*/ 8 h 22"/>
                <a:gd name="T2" fmla="*/ 16 w 28"/>
                <a:gd name="T3" fmla="*/ 21 h 22"/>
                <a:gd name="T4" fmla="*/ 1 w 28"/>
                <a:gd name="T5" fmla="*/ 14 h 22"/>
                <a:gd name="T6" fmla="*/ 12 w 28"/>
                <a:gd name="T7" fmla="*/ 1 h 22"/>
                <a:gd name="T8" fmla="*/ 27 w 28"/>
                <a:gd name="T9" fmla="*/ 8 h 22"/>
              </a:gdLst>
              <a:ahLst/>
              <a:cxnLst>
                <a:cxn ang="0">
                  <a:pos x="T0" y="T1"/>
                </a:cxn>
                <a:cxn ang="0">
                  <a:pos x="T2" y="T3"/>
                </a:cxn>
                <a:cxn ang="0">
                  <a:pos x="T4" y="T5"/>
                </a:cxn>
                <a:cxn ang="0">
                  <a:pos x="T6" y="T7"/>
                </a:cxn>
                <a:cxn ang="0">
                  <a:pos x="T8" y="T9"/>
                </a:cxn>
              </a:cxnLst>
              <a:rect l="0" t="0" r="r" b="b"/>
              <a:pathLst>
                <a:path w="28" h="22">
                  <a:moveTo>
                    <a:pt x="27" y="8"/>
                  </a:moveTo>
                  <a:cubicBezTo>
                    <a:pt x="28" y="14"/>
                    <a:pt x="23" y="20"/>
                    <a:pt x="16" y="21"/>
                  </a:cubicBezTo>
                  <a:cubicBezTo>
                    <a:pt x="9" y="22"/>
                    <a:pt x="2" y="19"/>
                    <a:pt x="1" y="14"/>
                  </a:cubicBezTo>
                  <a:cubicBezTo>
                    <a:pt x="0" y="8"/>
                    <a:pt x="5" y="3"/>
                    <a:pt x="12" y="1"/>
                  </a:cubicBezTo>
                  <a:cubicBezTo>
                    <a:pt x="20" y="0"/>
                    <a:pt x="26" y="3"/>
                    <a:pt x="2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0" name="Freeform 1392">
              <a:extLst>
                <a:ext uri="{FF2B5EF4-FFF2-40B4-BE49-F238E27FC236}">
                  <a16:creationId xmlns:a16="http://schemas.microsoft.com/office/drawing/2014/main" id="{40A5894C-428D-BC84-C74C-09DC99D6BDA1}"/>
                </a:ext>
              </a:extLst>
            </p:cNvPr>
            <p:cNvSpPr>
              <a:spLocks/>
            </p:cNvSpPr>
            <p:nvPr/>
          </p:nvSpPr>
          <p:spPr bwMode="auto">
            <a:xfrm rot="5094805">
              <a:off x="25017" y="13785"/>
              <a:ext cx="66264" cy="54839"/>
            </a:xfrm>
            <a:custGeom>
              <a:avLst/>
              <a:gdLst>
                <a:gd name="T0" fmla="*/ 27 w 27"/>
                <a:gd name="T1" fmla="*/ 9 h 22"/>
                <a:gd name="T2" fmla="*/ 15 w 27"/>
                <a:gd name="T3" fmla="*/ 21 h 22"/>
                <a:gd name="T4" fmla="*/ 1 w 27"/>
                <a:gd name="T5" fmla="*/ 14 h 22"/>
                <a:gd name="T6" fmla="*/ 13 w 27"/>
                <a:gd name="T7" fmla="*/ 2 h 22"/>
                <a:gd name="T8" fmla="*/ 27 w 27"/>
                <a:gd name="T9" fmla="*/ 9 h 22"/>
              </a:gdLst>
              <a:ahLst/>
              <a:cxnLst>
                <a:cxn ang="0">
                  <a:pos x="T0" y="T1"/>
                </a:cxn>
                <a:cxn ang="0">
                  <a:pos x="T2" y="T3"/>
                </a:cxn>
                <a:cxn ang="0">
                  <a:pos x="T4" y="T5"/>
                </a:cxn>
                <a:cxn ang="0">
                  <a:pos x="T6" y="T7"/>
                </a:cxn>
                <a:cxn ang="0">
                  <a:pos x="T8" y="T9"/>
                </a:cxn>
              </a:cxnLst>
              <a:rect l="0" t="0" r="r" b="b"/>
              <a:pathLst>
                <a:path w="27" h="22">
                  <a:moveTo>
                    <a:pt x="27" y="9"/>
                  </a:moveTo>
                  <a:cubicBezTo>
                    <a:pt x="27" y="14"/>
                    <a:pt x="22" y="20"/>
                    <a:pt x="15" y="21"/>
                  </a:cubicBezTo>
                  <a:cubicBezTo>
                    <a:pt x="8" y="22"/>
                    <a:pt x="1" y="19"/>
                    <a:pt x="1" y="14"/>
                  </a:cubicBezTo>
                  <a:cubicBezTo>
                    <a:pt x="0" y="9"/>
                    <a:pt x="6" y="3"/>
                    <a:pt x="13" y="2"/>
                  </a:cubicBezTo>
                  <a:cubicBezTo>
                    <a:pt x="20" y="0"/>
                    <a:pt x="26" y="4"/>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1" name="Freeform 1412">
              <a:extLst>
                <a:ext uri="{FF2B5EF4-FFF2-40B4-BE49-F238E27FC236}">
                  <a16:creationId xmlns:a16="http://schemas.microsoft.com/office/drawing/2014/main" id="{089890C9-B1B3-8386-7296-B0AC69CB1C8D}"/>
                </a:ext>
              </a:extLst>
            </p:cNvPr>
            <p:cNvSpPr>
              <a:spLocks/>
            </p:cNvSpPr>
            <p:nvPr/>
          </p:nvSpPr>
          <p:spPr bwMode="auto">
            <a:xfrm rot="5094805">
              <a:off x="2271287" y="6817171"/>
              <a:ext cx="70834" cy="13710"/>
            </a:xfrm>
            <a:custGeom>
              <a:avLst/>
              <a:gdLst>
                <a:gd name="T0" fmla="*/ 27 w 28"/>
                <a:gd name="T1" fmla="*/ 0 h 5"/>
                <a:gd name="T2" fmla="*/ 15 w 28"/>
                <a:gd name="T3" fmla="*/ 4 h 5"/>
                <a:gd name="T4" fmla="*/ 1 w 28"/>
                <a:gd name="T5" fmla="*/ 4 h 5"/>
                <a:gd name="T6" fmla="*/ 12 w 28"/>
                <a:gd name="T7" fmla="*/ 1 h 5"/>
                <a:gd name="T8" fmla="*/ 27 w 28"/>
                <a:gd name="T9" fmla="*/ 0 h 5"/>
              </a:gdLst>
              <a:ahLst/>
              <a:cxnLst>
                <a:cxn ang="0">
                  <a:pos x="T0" y="T1"/>
                </a:cxn>
                <a:cxn ang="0">
                  <a:pos x="T2" y="T3"/>
                </a:cxn>
                <a:cxn ang="0">
                  <a:pos x="T4" y="T5"/>
                </a:cxn>
                <a:cxn ang="0">
                  <a:pos x="T6" y="T7"/>
                </a:cxn>
                <a:cxn ang="0">
                  <a:pos x="T8" y="T9"/>
                </a:cxn>
              </a:cxnLst>
              <a:rect l="0" t="0" r="r" b="b"/>
              <a:pathLst>
                <a:path w="28" h="5">
                  <a:moveTo>
                    <a:pt x="27" y="0"/>
                  </a:moveTo>
                  <a:cubicBezTo>
                    <a:pt x="28" y="1"/>
                    <a:pt x="22" y="3"/>
                    <a:pt x="15" y="4"/>
                  </a:cubicBezTo>
                  <a:cubicBezTo>
                    <a:pt x="8" y="5"/>
                    <a:pt x="1" y="5"/>
                    <a:pt x="1" y="4"/>
                  </a:cubicBezTo>
                  <a:cubicBezTo>
                    <a:pt x="0" y="3"/>
                    <a:pt x="5" y="2"/>
                    <a:pt x="12" y="1"/>
                  </a:cubicBezTo>
                  <a:cubicBezTo>
                    <a:pt x="20" y="0"/>
                    <a:pt x="26" y="0"/>
                    <a:pt x="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2" name="Freeform 1413">
              <a:extLst>
                <a:ext uri="{FF2B5EF4-FFF2-40B4-BE49-F238E27FC236}">
                  <a16:creationId xmlns:a16="http://schemas.microsoft.com/office/drawing/2014/main" id="{DD04A267-5A3E-F04D-0A02-6D3AAD2E5A46}"/>
                </a:ext>
              </a:extLst>
            </p:cNvPr>
            <p:cNvSpPr>
              <a:spLocks/>
            </p:cNvSpPr>
            <p:nvPr/>
          </p:nvSpPr>
          <p:spPr bwMode="auto">
            <a:xfrm rot="5094805">
              <a:off x="2231008" y="6623568"/>
              <a:ext cx="68549" cy="11425"/>
            </a:xfrm>
            <a:custGeom>
              <a:avLst/>
              <a:gdLst>
                <a:gd name="T0" fmla="*/ 15 w 28"/>
                <a:gd name="T1" fmla="*/ 4 h 4"/>
                <a:gd name="T2" fmla="*/ 1 w 28"/>
                <a:gd name="T3" fmla="*/ 4 h 4"/>
                <a:gd name="T4" fmla="*/ 13 w 28"/>
                <a:gd name="T5" fmla="*/ 1 h 4"/>
                <a:gd name="T6" fmla="*/ 27 w 28"/>
                <a:gd name="T7" fmla="*/ 1 h 4"/>
                <a:gd name="T8" fmla="*/ 15 w 28"/>
                <a:gd name="T9" fmla="*/ 4 h 4"/>
              </a:gdLst>
              <a:ahLst/>
              <a:cxnLst>
                <a:cxn ang="0">
                  <a:pos x="T0" y="T1"/>
                </a:cxn>
                <a:cxn ang="0">
                  <a:pos x="T2" y="T3"/>
                </a:cxn>
                <a:cxn ang="0">
                  <a:pos x="T4" y="T5"/>
                </a:cxn>
                <a:cxn ang="0">
                  <a:pos x="T6" y="T7"/>
                </a:cxn>
                <a:cxn ang="0">
                  <a:pos x="T8" y="T9"/>
                </a:cxn>
              </a:cxnLst>
              <a:rect l="0" t="0" r="r" b="b"/>
              <a:pathLst>
                <a:path w="28" h="4">
                  <a:moveTo>
                    <a:pt x="15" y="4"/>
                  </a:moveTo>
                  <a:cubicBezTo>
                    <a:pt x="8" y="4"/>
                    <a:pt x="2" y="4"/>
                    <a:pt x="1" y="4"/>
                  </a:cubicBezTo>
                  <a:cubicBezTo>
                    <a:pt x="0" y="3"/>
                    <a:pt x="5" y="2"/>
                    <a:pt x="13" y="1"/>
                  </a:cubicBezTo>
                  <a:cubicBezTo>
                    <a:pt x="20" y="0"/>
                    <a:pt x="26" y="0"/>
                    <a:pt x="27" y="1"/>
                  </a:cubicBezTo>
                  <a:cubicBezTo>
                    <a:pt x="28" y="2"/>
                    <a:pt x="23" y="3"/>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3" name="Freeform 1414">
              <a:extLst>
                <a:ext uri="{FF2B5EF4-FFF2-40B4-BE49-F238E27FC236}">
                  <a16:creationId xmlns:a16="http://schemas.microsoft.com/office/drawing/2014/main" id="{F6E2CC2D-0CF2-F332-A091-D6EB863C71FA}"/>
                </a:ext>
              </a:extLst>
            </p:cNvPr>
            <p:cNvSpPr>
              <a:spLocks/>
            </p:cNvSpPr>
            <p:nvPr/>
          </p:nvSpPr>
          <p:spPr bwMode="auto">
            <a:xfrm rot="5094805">
              <a:off x="2194240" y="6430699"/>
              <a:ext cx="68549" cy="9140"/>
            </a:xfrm>
            <a:custGeom>
              <a:avLst/>
              <a:gdLst>
                <a:gd name="T0" fmla="*/ 27 w 28"/>
                <a:gd name="T1" fmla="*/ 1 h 4"/>
                <a:gd name="T2" fmla="*/ 16 w 28"/>
                <a:gd name="T3" fmla="*/ 3 h 4"/>
                <a:gd name="T4" fmla="*/ 1 w 28"/>
                <a:gd name="T5" fmla="*/ 3 h 4"/>
                <a:gd name="T6" fmla="*/ 13 w 28"/>
                <a:gd name="T7" fmla="*/ 1 h 4"/>
                <a:gd name="T8" fmla="*/ 27 w 28"/>
                <a:gd name="T9" fmla="*/ 1 h 4"/>
              </a:gdLst>
              <a:ahLst/>
              <a:cxnLst>
                <a:cxn ang="0">
                  <a:pos x="T0" y="T1"/>
                </a:cxn>
                <a:cxn ang="0">
                  <a:pos x="T2" y="T3"/>
                </a:cxn>
                <a:cxn ang="0">
                  <a:pos x="T4" y="T5"/>
                </a:cxn>
                <a:cxn ang="0">
                  <a:pos x="T6" y="T7"/>
                </a:cxn>
                <a:cxn ang="0">
                  <a:pos x="T8" y="T9"/>
                </a:cxn>
              </a:cxnLst>
              <a:rect l="0" t="0" r="r" b="b"/>
              <a:pathLst>
                <a:path w="28" h="4">
                  <a:moveTo>
                    <a:pt x="27" y="1"/>
                  </a:moveTo>
                  <a:cubicBezTo>
                    <a:pt x="28" y="2"/>
                    <a:pt x="23" y="3"/>
                    <a:pt x="16" y="3"/>
                  </a:cubicBezTo>
                  <a:cubicBezTo>
                    <a:pt x="9" y="4"/>
                    <a:pt x="2" y="4"/>
                    <a:pt x="1" y="3"/>
                  </a:cubicBezTo>
                  <a:cubicBezTo>
                    <a:pt x="0" y="3"/>
                    <a:pt x="6" y="2"/>
                    <a:pt x="13" y="1"/>
                  </a:cubicBezTo>
                  <a:cubicBezTo>
                    <a:pt x="20" y="1"/>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4" name="Freeform 1415">
              <a:extLst>
                <a:ext uri="{FF2B5EF4-FFF2-40B4-BE49-F238E27FC236}">
                  <a16:creationId xmlns:a16="http://schemas.microsoft.com/office/drawing/2014/main" id="{83E9A40D-77D2-251B-C71D-416CCD7585AB}"/>
                </a:ext>
              </a:extLst>
            </p:cNvPr>
            <p:cNvSpPr>
              <a:spLocks/>
            </p:cNvSpPr>
            <p:nvPr/>
          </p:nvSpPr>
          <p:spPr bwMode="auto">
            <a:xfrm rot="5094805">
              <a:off x="2164202" y="6235042"/>
              <a:ext cx="66264" cy="9140"/>
            </a:xfrm>
            <a:custGeom>
              <a:avLst/>
              <a:gdLst>
                <a:gd name="T0" fmla="*/ 13 w 27"/>
                <a:gd name="T1" fmla="*/ 0 h 3"/>
                <a:gd name="T2" fmla="*/ 27 w 27"/>
                <a:gd name="T3" fmla="*/ 1 h 3"/>
                <a:gd name="T4" fmla="*/ 15 w 27"/>
                <a:gd name="T5" fmla="*/ 2 h 3"/>
                <a:gd name="T6" fmla="*/ 1 w 27"/>
                <a:gd name="T7" fmla="*/ 2 h 3"/>
                <a:gd name="T8" fmla="*/ 13 w 27"/>
                <a:gd name="T9" fmla="*/ 0 h 3"/>
              </a:gdLst>
              <a:ahLst/>
              <a:cxnLst>
                <a:cxn ang="0">
                  <a:pos x="T0" y="T1"/>
                </a:cxn>
                <a:cxn ang="0">
                  <a:pos x="T2" y="T3"/>
                </a:cxn>
                <a:cxn ang="0">
                  <a:pos x="T4" y="T5"/>
                </a:cxn>
                <a:cxn ang="0">
                  <a:pos x="T6" y="T7"/>
                </a:cxn>
                <a:cxn ang="0">
                  <a:pos x="T8" y="T9"/>
                </a:cxn>
              </a:cxnLst>
              <a:rect l="0" t="0" r="r" b="b"/>
              <a:pathLst>
                <a:path w="27" h="3">
                  <a:moveTo>
                    <a:pt x="13" y="0"/>
                  </a:moveTo>
                  <a:cubicBezTo>
                    <a:pt x="20" y="0"/>
                    <a:pt x="26" y="0"/>
                    <a:pt x="27" y="1"/>
                  </a:cubicBezTo>
                  <a:cubicBezTo>
                    <a:pt x="27" y="1"/>
                    <a:pt x="22" y="2"/>
                    <a:pt x="15" y="2"/>
                  </a:cubicBezTo>
                  <a:cubicBezTo>
                    <a:pt x="8" y="3"/>
                    <a:pt x="1" y="2"/>
                    <a:pt x="1" y="2"/>
                  </a:cubicBezTo>
                  <a:cubicBezTo>
                    <a:pt x="0" y="1"/>
                    <a:pt x="6" y="1"/>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5" name="Freeform 1416">
              <a:extLst>
                <a:ext uri="{FF2B5EF4-FFF2-40B4-BE49-F238E27FC236}">
                  <a16:creationId xmlns:a16="http://schemas.microsoft.com/office/drawing/2014/main" id="{5BF95F8D-3F34-5EDB-9C09-7D71EF5FF58B}"/>
                </a:ext>
              </a:extLst>
            </p:cNvPr>
            <p:cNvSpPr>
              <a:spLocks/>
            </p:cNvSpPr>
            <p:nvPr/>
          </p:nvSpPr>
          <p:spPr bwMode="auto">
            <a:xfrm rot="5094805">
              <a:off x="2135603" y="6042597"/>
              <a:ext cx="66264" cy="9140"/>
            </a:xfrm>
            <a:custGeom>
              <a:avLst/>
              <a:gdLst>
                <a:gd name="T0" fmla="*/ 27 w 27"/>
                <a:gd name="T1" fmla="*/ 1 h 4"/>
                <a:gd name="T2" fmla="*/ 15 w 27"/>
                <a:gd name="T3" fmla="*/ 3 h 4"/>
                <a:gd name="T4" fmla="*/ 1 w 27"/>
                <a:gd name="T5" fmla="*/ 4 h 4"/>
                <a:gd name="T6" fmla="*/ 12 w 27"/>
                <a:gd name="T7" fmla="*/ 1 h 4"/>
                <a:gd name="T8" fmla="*/ 27 w 27"/>
                <a:gd name="T9" fmla="*/ 1 h 4"/>
              </a:gdLst>
              <a:ahLst/>
              <a:cxnLst>
                <a:cxn ang="0">
                  <a:pos x="T0" y="T1"/>
                </a:cxn>
                <a:cxn ang="0">
                  <a:pos x="T2" y="T3"/>
                </a:cxn>
                <a:cxn ang="0">
                  <a:pos x="T4" y="T5"/>
                </a:cxn>
                <a:cxn ang="0">
                  <a:pos x="T6" y="T7"/>
                </a:cxn>
                <a:cxn ang="0">
                  <a:pos x="T8" y="T9"/>
                </a:cxn>
              </a:cxnLst>
              <a:rect l="0" t="0" r="r" b="b"/>
              <a:pathLst>
                <a:path w="27" h="4">
                  <a:moveTo>
                    <a:pt x="27" y="1"/>
                  </a:moveTo>
                  <a:cubicBezTo>
                    <a:pt x="27" y="1"/>
                    <a:pt x="22" y="3"/>
                    <a:pt x="15" y="3"/>
                  </a:cubicBezTo>
                  <a:cubicBezTo>
                    <a:pt x="8" y="4"/>
                    <a:pt x="2" y="4"/>
                    <a:pt x="1" y="4"/>
                  </a:cubicBezTo>
                  <a:cubicBezTo>
                    <a:pt x="0" y="3"/>
                    <a:pt x="5" y="2"/>
                    <a:pt x="12" y="1"/>
                  </a:cubicBezTo>
                  <a:cubicBezTo>
                    <a:pt x="20" y="1"/>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6" name="Freeform 1417">
              <a:extLst>
                <a:ext uri="{FF2B5EF4-FFF2-40B4-BE49-F238E27FC236}">
                  <a16:creationId xmlns:a16="http://schemas.microsoft.com/office/drawing/2014/main" id="{F96ACC5B-8279-70B3-2596-7789846E52F6}"/>
                </a:ext>
              </a:extLst>
            </p:cNvPr>
            <p:cNvSpPr>
              <a:spLocks/>
            </p:cNvSpPr>
            <p:nvPr/>
          </p:nvSpPr>
          <p:spPr bwMode="auto">
            <a:xfrm rot="5094805">
              <a:off x="2088997" y="5851763"/>
              <a:ext cx="66264" cy="13710"/>
            </a:xfrm>
            <a:custGeom>
              <a:avLst/>
              <a:gdLst>
                <a:gd name="T0" fmla="*/ 26 w 27"/>
                <a:gd name="T1" fmla="*/ 1 h 6"/>
                <a:gd name="T2" fmla="*/ 15 w 27"/>
                <a:gd name="T3" fmla="*/ 4 h 6"/>
                <a:gd name="T4" fmla="*/ 0 w 27"/>
                <a:gd name="T5" fmla="*/ 6 h 6"/>
                <a:gd name="T6" fmla="*/ 12 w 27"/>
                <a:gd name="T7" fmla="*/ 2 h 6"/>
                <a:gd name="T8" fmla="*/ 26 w 27"/>
                <a:gd name="T9" fmla="*/ 1 h 6"/>
              </a:gdLst>
              <a:ahLst/>
              <a:cxnLst>
                <a:cxn ang="0">
                  <a:pos x="T0" y="T1"/>
                </a:cxn>
                <a:cxn ang="0">
                  <a:pos x="T2" y="T3"/>
                </a:cxn>
                <a:cxn ang="0">
                  <a:pos x="T4" y="T5"/>
                </a:cxn>
                <a:cxn ang="0">
                  <a:pos x="T6" y="T7"/>
                </a:cxn>
                <a:cxn ang="0">
                  <a:pos x="T8" y="T9"/>
                </a:cxn>
              </a:cxnLst>
              <a:rect l="0" t="0" r="r" b="b"/>
              <a:pathLst>
                <a:path w="27" h="6">
                  <a:moveTo>
                    <a:pt x="26" y="1"/>
                  </a:moveTo>
                  <a:cubicBezTo>
                    <a:pt x="27" y="1"/>
                    <a:pt x="22" y="3"/>
                    <a:pt x="15" y="4"/>
                  </a:cubicBezTo>
                  <a:cubicBezTo>
                    <a:pt x="8" y="6"/>
                    <a:pt x="1" y="6"/>
                    <a:pt x="0" y="6"/>
                  </a:cubicBezTo>
                  <a:cubicBezTo>
                    <a:pt x="0" y="5"/>
                    <a:pt x="5" y="4"/>
                    <a:pt x="12" y="2"/>
                  </a:cubicBezTo>
                  <a:cubicBezTo>
                    <a:pt x="19" y="1"/>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7" name="Freeform 1418">
              <a:extLst>
                <a:ext uri="{FF2B5EF4-FFF2-40B4-BE49-F238E27FC236}">
                  <a16:creationId xmlns:a16="http://schemas.microsoft.com/office/drawing/2014/main" id="{0386D4D9-0F6D-F3FF-98EB-145657D3907E}"/>
                </a:ext>
              </a:extLst>
            </p:cNvPr>
            <p:cNvSpPr>
              <a:spLocks/>
            </p:cNvSpPr>
            <p:nvPr/>
          </p:nvSpPr>
          <p:spPr bwMode="auto">
            <a:xfrm rot="5094805">
              <a:off x="2028437" y="5657690"/>
              <a:ext cx="63979" cy="20565"/>
            </a:xfrm>
            <a:custGeom>
              <a:avLst/>
              <a:gdLst>
                <a:gd name="T0" fmla="*/ 26 w 26"/>
                <a:gd name="T1" fmla="*/ 1 h 8"/>
                <a:gd name="T2" fmla="*/ 14 w 26"/>
                <a:gd name="T3" fmla="*/ 5 h 8"/>
                <a:gd name="T4" fmla="*/ 0 w 26"/>
                <a:gd name="T5" fmla="*/ 7 h 8"/>
                <a:gd name="T6" fmla="*/ 12 w 26"/>
                <a:gd name="T7" fmla="*/ 3 h 8"/>
                <a:gd name="T8" fmla="*/ 26 w 26"/>
                <a:gd name="T9" fmla="*/ 1 h 8"/>
              </a:gdLst>
              <a:ahLst/>
              <a:cxnLst>
                <a:cxn ang="0">
                  <a:pos x="T0" y="T1"/>
                </a:cxn>
                <a:cxn ang="0">
                  <a:pos x="T2" y="T3"/>
                </a:cxn>
                <a:cxn ang="0">
                  <a:pos x="T4" y="T5"/>
                </a:cxn>
                <a:cxn ang="0">
                  <a:pos x="T6" y="T7"/>
                </a:cxn>
                <a:cxn ang="0">
                  <a:pos x="T8" y="T9"/>
                </a:cxn>
              </a:cxnLst>
              <a:rect l="0" t="0" r="r" b="b"/>
              <a:pathLst>
                <a:path w="26" h="8">
                  <a:moveTo>
                    <a:pt x="26" y="1"/>
                  </a:moveTo>
                  <a:cubicBezTo>
                    <a:pt x="26" y="1"/>
                    <a:pt x="21" y="3"/>
                    <a:pt x="14" y="5"/>
                  </a:cubicBezTo>
                  <a:cubicBezTo>
                    <a:pt x="7" y="7"/>
                    <a:pt x="1" y="8"/>
                    <a:pt x="0" y="7"/>
                  </a:cubicBezTo>
                  <a:cubicBezTo>
                    <a:pt x="0" y="7"/>
                    <a:pt x="5" y="5"/>
                    <a:pt x="12" y="3"/>
                  </a:cubicBezTo>
                  <a:cubicBezTo>
                    <a:pt x="19" y="1"/>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8" name="Freeform 1419">
              <a:extLst>
                <a:ext uri="{FF2B5EF4-FFF2-40B4-BE49-F238E27FC236}">
                  <a16:creationId xmlns:a16="http://schemas.microsoft.com/office/drawing/2014/main" id="{9840C6DC-EF24-07B3-462E-4BEB679BF5E1}"/>
                </a:ext>
              </a:extLst>
            </p:cNvPr>
            <p:cNvSpPr>
              <a:spLocks/>
            </p:cNvSpPr>
            <p:nvPr/>
          </p:nvSpPr>
          <p:spPr bwMode="auto">
            <a:xfrm rot="5094805">
              <a:off x="1953373" y="5470329"/>
              <a:ext cx="68549" cy="22850"/>
            </a:xfrm>
            <a:custGeom>
              <a:avLst/>
              <a:gdLst>
                <a:gd name="T0" fmla="*/ 27 w 28"/>
                <a:gd name="T1" fmla="*/ 1 h 10"/>
                <a:gd name="T2" fmla="*/ 16 w 28"/>
                <a:gd name="T3" fmla="*/ 6 h 10"/>
                <a:gd name="T4" fmla="*/ 1 w 28"/>
                <a:gd name="T5" fmla="*/ 9 h 10"/>
                <a:gd name="T6" fmla="*/ 13 w 28"/>
                <a:gd name="T7" fmla="*/ 4 h 10"/>
                <a:gd name="T8" fmla="*/ 27 w 28"/>
                <a:gd name="T9" fmla="*/ 1 h 10"/>
              </a:gdLst>
              <a:ahLst/>
              <a:cxnLst>
                <a:cxn ang="0">
                  <a:pos x="T0" y="T1"/>
                </a:cxn>
                <a:cxn ang="0">
                  <a:pos x="T2" y="T3"/>
                </a:cxn>
                <a:cxn ang="0">
                  <a:pos x="T4" y="T5"/>
                </a:cxn>
                <a:cxn ang="0">
                  <a:pos x="T6" y="T7"/>
                </a:cxn>
                <a:cxn ang="0">
                  <a:pos x="T8" y="T9"/>
                </a:cxn>
              </a:cxnLst>
              <a:rect l="0" t="0" r="r" b="b"/>
              <a:pathLst>
                <a:path w="28" h="10">
                  <a:moveTo>
                    <a:pt x="27" y="1"/>
                  </a:moveTo>
                  <a:cubicBezTo>
                    <a:pt x="28" y="1"/>
                    <a:pt x="23" y="4"/>
                    <a:pt x="16" y="6"/>
                  </a:cubicBezTo>
                  <a:cubicBezTo>
                    <a:pt x="9" y="8"/>
                    <a:pt x="2" y="10"/>
                    <a:pt x="1" y="9"/>
                  </a:cubicBezTo>
                  <a:cubicBezTo>
                    <a:pt x="0" y="9"/>
                    <a:pt x="6" y="6"/>
                    <a:pt x="13" y="4"/>
                  </a:cubicBezTo>
                  <a:cubicBezTo>
                    <a:pt x="20" y="2"/>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9" name="Freeform 1420">
              <a:extLst>
                <a:ext uri="{FF2B5EF4-FFF2-40B4-BE49-F238E27FC236}">
                  <a16:creationId xmlns:a16="http://schemas.microsoft.com/office/drawing/2014/main" id="{F140A9D5-09DD-99DD-A2E2-BD0501CEE6EE}"/>
                </a:ext>
              </a:extLst>
            </p:cNvPr>
            <p:cNvSpPr>
              <a:spLocks/>
            </p:cNvSpPr>
            <p:nvPr/>
          </p:nvSpPr>
          <p:spPr bwMode="auto">
            <a:xfrm rot="5094805">
              <a:off x="1870361" y="5282940"/>
              <a:ext cx="63979" cy="27420"/>
            </a:xfrm>
            <a:custGeom>
              <a:avLst/>
              <a:gdLst>
                <a:gd name="T0" fmla="*/ 13 w 26"/>
                <a:gd name="T1" fmla="*/ 4 h 11"/>
                <a:gd name="T2" fmla="*/ 26 w 26"/>
                <a:gd name="T3" fmla="*/ 1 h 11"/>
                <a:gd name="T4" fmla="*/ 14 w 26"/>
                <a:gd name="T5" fmla="*/ 7 h 11"/>
                <a:gd name="T6" fmla="*/ 0 w 26"/>
                <a:gd name="T7" fmla="*/ 10 h 11"/>
                <a:gd name="T8" fmla="*/ 13 w 26"/>
                <a:gd name="T9" fmla="*/ 4 h 11"/>
              </a:gdLst>
              <a:ahLst/>
              <a:cxnLst>
                <a:cxn ang="0">
                  <a:pos x="T0" y="T1"/>
                </a:cxn>
                <a:cxn ang="0">
                  <a:pos x="T2" y="T3"/>
                </a:cxn>
                <a:cxn ang="0">
                  <a:pos x="T4" y="T5"/>
                </a:cxn>
                <a:cxn ang="0">
                  <a:pos x="T6" y="T7"/>
                </a:cxn>
                <a:cxn ang="0">
                  <a:pos x="T8" y="T9"/>
                </a:cxn>
              </a:cxnLst>
              <a:rect l="0" t="0" r="r" b="b"/>
              <a:pathLst>
                <a:path w="26" h="11">
                  <a:moveTo>
                    <a:pt x="13" y="4"/>
                  </a:moveTo>
                  <a:cubicBezTo>
                    <a:pt x="20" y="1"/>
                    <a:pt x="26" y="0"/>
                    <a:pt x="26" y="1"/>
                  </a:cubicBezTo>
                  <a:cubicBezTo>
                    <a:pt x="26" y="1"/>
                    <a:pt x="21" y="4"/>
                    <a:pt x="14" y="7"/>
                  </a:cubicBezTo>
                  <a:cubicBezTo>
                    <a:pt x="7" y="10"/>
                    <a:pt x="1" y="11"/>
                    <a:pt x="0" y="10"/>
                  </a:cubicBezTo>
                  <a:cubicBezTo>
                    <a:pt x="0" y="9"/>
                    <a:pt x="6" y="7"/>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0" name="Freeform 1421">
              <a:extLst>
                <a:ext uri="{FF2B5EF4-FFF2-40B4-BE49-F238E27FC236}">
                  <a16:creationId xmlns:a16="http://schemas.microsoft.com/office/drawing/2014/main" id="{F01945F5-8B0A-C864-0253-E6947AE52B7F}"/>
                </a:ext>
              </a:extLst>
            </p:cNvPr>
            <p:cNvSpPr>
              <a:spLocks/>
            </p:cNvSpPr>
            <p:nvPr/>
          </p:nvSpPr>
          <p:spPr bwMode="auto">
            <a:xfrm rot="5094805">
              <a:off x="1774814" y="5097402"/>
              <a:ext cx="68549" cy="29705"/>
            </a:xfrm>
            <a:custGeom>
              <a:avLst/>
              <a:gdLst>
                <a:gd name="T0" fmla="*/ 12 w 27"/>
                <a:gd name="T1" fmla="*/ 5 h 12"/>
                <a:gd name="T2" fmla="*/ 26 w 27"/>
                <a:gd name="T3" fmla="*/ 0 h 12"/>
                <a:gd name="T4" fmla="*/ 15 w 27"/>
                <a:gd name="T5" fmla="*/ 7 h 12"/>
                <a:gd name="T6" fmla="*/ 1 w 27"/>
                <a:gd name="T7" fmla="*/ 11 h 12"/>
                <a:gd name="T8" fmla="*/ 12 w 27"/>
                <a:gd name="T9" fmla="*/ 5 h 12"/>
              </a:gdLst>
              <a:ahLst/>
              <a:cxnLst>
                <a:cxn ang="0">
                  <a:pos x="T0" y="T1"/>
                </a:cxn>
                <a:cxn ang="0">
                  <a:pos x="T2" y="T3"/>
                </a:cxn>
                <a:cxn ang="0">
                  <a:pos x="T4" y="T5"/>
                </a:cxn>
                <a:cxn ang="0">
                  <a:pos x="T6" y="T7"/>
                </a:cxn>
                <a:cxn ang="0">
                  <a:pos x="T8" y="T9"/>
                </a:cxn>
              </a:cxnLst>
              <a:rect l="0" t="0" r="r" b="b"/>
              <a:pathLst>
                <a:path w="27" h="12">
                  <a:moveTo>
                    <a:pt x="12" y="5"/>
                  </a:moveTo>
                  <a:cubicBezTo>
                    <a:pt x="19" y="1"/>
                    <a:pt x="25" y="0"/>
                    <a:pt x="26" y="0"/>
                  </a:cubicBezTo>
                  <a:cubicBezTo>
                    <a:pt x="27" y="1"/>
                    <a:pt x="22" y="4"/>
                    <a:pt x="15" y="7"/>
                  </a:cubicBezTo>
                  <a:cubicBezTo>
                    <a:pt x="9" y="10"/>
                    <a:pt x="2" y="12"/>
                    <a:pt x="1" y="11"/>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1" name="Freeform 1422">
              <a:extLst>
                <a:ext uri="{FF2B5EF4-FFF2-40B4-BE49-F238E27FC236}">
                  <a16:creationId xmlns:a16="http://schemas.microsoft.com/office/drawing/2014/main" id="{52891562-B6DD-1583-8524-208C0B7529C0}"/>
                </a:ext>
              </a:extLst>
            </p:cNvPr>
            <p:cNvSpPr>
              <a:spLocks/>
            </p:cNvSpPr>
            <p:nvPr/>
          </p:nvSpPr>
          <p:spPr bwMode="auto">
            <a:xfrm rot="5094805">
              <a:off x="1675870" y="4911430"/>
              <a:ext cx="63979" cy="34275"/>
            </a:xfrm>
            <a:custGeom>
              <a:avLst/>
              <a:gdLst>
                <a:gd name="T0" fmla="*/ 14 w 26"/>
                <a:gd name="T1" fmla="*/ 9 h 14"/>
                <a:gd name="T2" fmla="*/ 0 w 26"/>
                <a:gd name="T3" fmla="*/ 13 h 14"/>
                <a:gd name="T4" fmla="*/ 13 w 26"/>
                <a:gd name="T5" fmla="*/ 5 h 14"/>
                <a:gd name="T6" fmla="*/ 26 w 26"/>
                <a:gd name="T7" fmla="*/ 1 h 14"/>
                <a:gd name="T8" fmla="*/ 14 w 26"/>
                <a:gd name="T9" fmla="*/ 9 h 14"/>
              </a:gdLst>
              <a:ahLst/>
              <a:cxnLst>
                <a:cxn ang="0">
                  <a:pos x="T0" y="T1"/>
                </a:cxn>
                <a:cxn ang="0">
                  <a:pos x="T2" y="T3"/>
                </a:cxn>
                <a:cxn ang="0">
                  <a:pos x="T4" y="T5"/>
                </a:cxn>
                <a:cxn ang="0">
                  <a:pos x="T6" y="T7"/>
                </a:cxn>
                <a:cxn ang="0">
                  <a:pos x="T8" y="T9"/>
                </a:cxn>
              </a:cxnLst>
              <a:rect l="0" t="0" r="r" b="b"/>
              <a:pathLst>
                <a:path w="26" h="14">
                  <a:moveTo>
                    <a:pt x="14" y="9"/>
                  </a:moveTo>
                  <a:cubicBezTo>
                    <a:pt x="7" y="12"/>
                    <a:pt x="1" y="14"/>
                    <a:pt x="0" y="13"/>
                  </a:cubicBezTo>
                  <a:cubicBezTo>
                    <a:pt x="0" y="12"/>
                    <a:pt x="6" y="8"/>
                    <a:pt x="13" y="5"/>
                  </a:cubicBezTo>
                  <a:cubicBezTo>
                    <a:pt x="20" y="2"/>
                    <a:pt x="26" y="0"/>
                    <a:pt x="26" y="1"/>
                  </a:cubicBezTo>
                  <a:cubicBezTo>
                    <a:pt x="26" y="2"/>
                    <a:pt x="21" y="6"/>
                    <a:pt x="1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2" name="Freeform 1427">
              <a:extLst>
                <a:ext uri="{FF2B5EF4-FFF2-40B4-BE49-F238E27FC236}">
                  <a16:creationId xmlns:a16="http://schemas.microsoft.com/office/drawing/2014/main" id="{F3EE8203-D187-CE1C-1A60-DBE037D4A379}"/>
                </a:ext>
              </a:extLst>
            </p:cNvPr>
            <p:cNvSpPr>
              <a:spLocks/>
            </p:cNvSpPr>
            <p:nvPr/>
          </p:nvSpPr>
          <p:spPr bwMode="auto">
            <a:xfrm rot="5094805">
              <a:off x="1302022" y="4267974"/>
              <a:ext cx="63979" cy="34275"/>
            </a:xfrm>
            <a:custGeom>
              <a:avLst/>
              <a:gdLst>
                <a:gd name="T0" fmla="*/ 25 w 26"/>
                <a:gd name="T1" fmla="*/ 1 h 14"/>
                <a:gd name="T2" fmla="*/ 13 w 26"/>
                <a:gd name="T3" fmla="*/ 9 h 14"/>
                <a:gd name="T4" fmla="*/ 0 w 26"/>
                <a:gd name="T5" fmla="*/ 14 h 14"/>
                <a:gd name="T6" fmla="*/ 11 w 26"/>
                <a:gd name="T7" fmla="*/ 6 h 14"/>
                <a:gd name="T8" fmla="*/ 25 w 26"/>
                <a:gd name="T9" fmla="*/ 1 h 14"/>
              </a:gdLst>
              <a:ahLst/>
              <a:cxnLst>
                <a:cxn ang="0">
                  <a:pos x="T0" y="T1"/>
                </a:cxn>
                <a:cxn ang="0">
                  <a:pos x="T2" y="T3"/>
                </a:cxn>
                <a:cxn ang="0">
                  <a:pos x="T4" y="T5"/>
                </a:cxn>
                <a:cxn ang="0">
                  <a:pos x="T6" y="T7"/>
                </a:cxn>
                <a:cxn ang="0">
                  <a:pos x="T8" y="T9"/>
                </a:cxn>
              </a:cxnLst>
              <a:rect l="0" t="0" r="r" b="b"/>
              <a:pathLst>
                <a:path w="26" h="14">
                  <a:moveTo>
                    <a:pt x="25" y="1"/>
                  </a:moveTo>
                  <a:cubicBezTo>
                    <a:pt x="26" y="2"/>
                    <a:pt x="20" y="6"/>
                    <a:pt x="13" y="9"/>
                  </a:cubicBezTo>
                  <a:cubicBezTo>
                    <a:pt x="7" y="12"/>
                    <a:pt x="1" y="14"/>
                    <a:pt x="0" y="14"/>
                  </a:cubicBezTo>
                  <a:cubicBezTo>
                    <a:pt x="0" y="13"/>
                    <a:pt x="4" y="10"/>
                    <a:pt x="11" y="6"/>
                  </a:cubicBezTo>
                  <a:cubicBezTo>
                    <a:pt x="18" y="3"/>
                    <a:pt x="24"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3" name="Freeform 1428">
              <a:extLst>
                <a:ext uri="{FF2B5EF4-FFF2-40B4-BE49-F238E27FC236}">
                  <a16:creationId xmlns:a16="http://schemas.microsoft.com/office/drawing/2014/main" id="{4D7598F1-AA30-1018-ABC0-515247A02CF6}"/>
                </a:ext>
              </a:extLst>
            </p:cNvPr>
            <p:cNvSpPr>
              <a:spLocks/>
            </p:cNvSpPr>
            <p:nvPr/>
          </p:nvSpPr>
          <p:spPr bwMode="auto">
            <a:xfrm rot="5094805">
              <a:off x="1188478" y="4086535"/>
              <a:ext cx="63979" cy="36560"/>
            </a:xfrm>
            <a:custGeom>
              <a:avLst/>
              <a:gdLst>
                <a:gd name="T0" fmla="*/ 14 w 26"/>
                <a:gd name="T1" fmla="*/ 9 h 14"/>
                <a:gd name="T2" fmla="*/ 0 w 26"/>
                <a:gd name="T3" fmla="*/ 13 h 14"/>
                <a:gd name="T4" fmla="*/ 12 w 26"/>
                <a:gd name="T5" fmla="*/ 6 h 14"/>
                <a:gd name="T6" fmla="*/ 25 w 26"/>
                <a:gd name="T7" fmla="*/ 1 h 14"/>
                <a:gd name="T8" fmla="*/ 14 w 26"/>
                <a:gd name="T9" fmla="*/ 9 h 14"/>
              </a:gdLst>
              <a:ahLst/>
              <a:cxnLst>
                <a:cxn ang="0">
                  <a:pos x="T0" y="T1"/>
                </a:cxn>
                <a:cxn ang="0">
                  <a:pos x="T2" y="T3"/>
                </a:cxn>
                <a:cxn ang="0">
                  <a:pos x="T4" y="T5"/>
                </a:cxn>
                <a:cxn ang="0">
                  <a:pos x="T6" y="T7"/>
                </a:cxn>
                <a:cxn ang="0">
                  <a:pos x="T8" y="T9"/>
                </a:cxn>
              </a:cxnLst>
              <a:rect l="0" t="0" r="r" b="b"/>
              <a:pathLst>
                <a:path w="26" h="14">
                  <a:moveTo>
                    <a:pt x="14" y="9"/>
                  </a:moveTo>
                  <a:cubicBezTo>
                    <a:pt x="7" y="12"/>
                    <a:pt x="1" y="14"/>
                    <a:pt x="0" y="13"/>
                  </a:cubicBezTo>
                  <a:cubicBezTo>
                    <a:pt x="0" y="12"/>
                    <a:pt x="5" y="9"/>
                    <a:pt x="12" y="6"/>
                  </a:cubicBezTo>
                  <a:cubicBezTo>
                    <a:pt x="18" y="3"/>
                    <a:pt x="24" y="0"/>
                    <a:pt x="25" y="1"/>
                  </a:cubicBezTo>
                  <a:cubicBezTo>
                    <a:pt x="26" y="2"/>
                    <a:pt x="21" y="5"/>
                    <a:pt x="1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4" name="Freeform 1429">
              <a:extLst>
                <a:ext uri="{FF2B5EF4-FFF2-40B4-BE49-F238E27FC236}">
                  <a16:creationId xmlns:a16="http://schemas.microsoft.com/office/drawing/2014/main" id="{6CE56DC0-C342-7D5A-96B2-AB9159365863}"/>
                </a:ext>
              </a:extLst>
            </p:cNvPr>
            <p:cNvSpPr>
              <a:spLocks/>
            </p:cNvSpPr>
            <p:nvPr/>
          </p:nvSpPr>
          <p:spPr bwMode="auto">
            <a:xfrm rot="5094805">
              <a:off x="1079389" y="3904797"/>
              <a:ext cx="61694" cy="36560"/>
            </a:xfrm>
            <a:custGeom>
              <a:avLst/>
              <a:gdLst>
                <a:gd name="T0" fmla="*/ 13 w 25"/>
                <a:gd name="T1" fmla="*/ 10 h 14"/>
                <a:gd name="T2" fmla="*/ 0 w 25"/>
                <a:gd name="T3" fmla="*/ 13 h 14"/>
                <a:gd name="T4" fmla="*/ 11 w 25"/>
                <a:gd name="T5" fmla="*/ 6 h 14"/>
                <a:gd name="T6" fmla="*/ 25 w 25"/>
                <a:gd name="T7" fmla="*/ 1 h 14"/>
                <a:gd name="T8" fmla="*/ 13 w 25"/>
                <a:gd name="T9" fmla="*/ 10 h 14"/>
              </a:gdLst>
              <a:ahLst/>
              <a:cxnLst>
                <a:cxn ang="0">
                  <a:pos x="T0" y="T1"/>
                </a:cxn>
                <a:cxn ang="0">
                  <a:pos x="T2" y="T3"/>
                </a:cxn>
                <a:cxn ang="0">
                  <a:pos x="T4" y="T5"/>
                </a:cxn>
                <a:cxn ang="0">
                  <a:pos x="T6" y="T7"/>
                </a:cxn>
                <a:cxn ang="0">
                  <a:pos x="T8" y="T9"/>
                </a:cxn>
              </a:cxnLst>
              <a:rect l="0" t="0" r="r" b="b"/>
              <a:pathLst>
                <a:path w="25" h="14">
                  <a:moveTo>
                    <a:pt x="13" y="10"/>
                  </a:moveTo>
                  <a:cubicBezTo>
                    <a:pt x="6" y="13"/>
                    <a:pt x="0" y="14"/>
                    <a:pt x="0" y="13"/>
                  </a:cubicBezTo>
                  <a:cubicBezTo>
                    <a:pt x="0" y="12"/>
                    <a:pt x="4" y="9"/>
                    <a:pt x="11" y="6"/>
                  </a:cubicBezTo>
                  <a:cubicBezTo>
                    <a:pt x="17" y="3"/>
                    <a:pt x="24" y="0"/>
                    <a:pt x="25" y="1"/>
                  </a:cubicBezTo>
                  <a:cubicBezTo>
                    <a:pt x="25" y="2"/>
                    <a:pt x="20" y="6"/>
                    <a:pt x="1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5" name="Freeform 1430">
              <a:extLst>
                <a:ext uri="{FF2B5EF4-FFF2-40B4-BE49-F238E27FC236}">
                  <a16:creationId xmlns:a16="http://schemas.microsoft.com/office/drawing/2014/main" id="{118B0E92-FFE2-FE56-5342-5D5A40C5BB0A}"/>
                </a:ext>
              </a:extLst>
            </p:cNvPr>
            <p:cNvSpPr>
              <a:spLocks/>
            </p:cNvSpPr>
            <p:nvPr/>
          </p:nvSpPr>
          <p:spPr bwMode="auto">
            <a:xfrm rot="5094805">
              <a:off x="971535" y="3723995"/>
              <a:ext cx="61694" cy="36560"/>
            </a:xfrm>
            <a:custGeom>
              <a:avLst/>
              <a:gdLst>
                <a:gd name="T0" fmla="*/ 12 w 25"/>
                <a:gd name="T1" fmla="*/ 9 h 14"/>
                <a:gd name="T2" fmla="*/ 0 w 25"/>
                <a:gd name="T3" fmla="*/ 12 h 14"/>
                <a:gd name="T4" fmla="*/ 11 w 25"/>
                <a:gd name="T5" fmla="*/ 5 h 14"/>
                <a:gd name="T6" fmla="*/ 24 w 25"/>
                <a:gd name="T7" fmla="*/ 1 h 14"/>
                <a:gd name="T8" fmla="*/ 12 w 25"/>
                <a:gd name="T9" fmla="*/ 9 h 14"/>
              </a:gdLst>
              <a:ahLst/>
              <a:cxnLst>
                <a:cxn ang="0">
                  <a:pos x="T0" y="T1"/>
                </a:cxn>
                <a:cxn ang="0">
                  <a:pos x="T2" y="T3"/>
                </a:cxn>
                <a:cxn ang="0">
                  <a:pos x="T4" y="T5"/>
                </a:cxn>
                <a:cxn ang="0">
                  <a:pos x="T6" y="T7"/>
                </a:cxn>
                <a:cxn ang="0">
                  <a:pos x="T8" y="T9"/>
                </a:cxn>
              </a:cxnLst>
              <a:rect l="0" t="0" r="r" b="b"/>
              <a:pathLst>
                <a:path w="25" h="14">
                  <a:moveTo>
                    <a:pt x="12" y="9"/>
                  </a:moveTo>
                  <a:cubicBezTo>
                    <a:pt x="5" y="13"/>
                    <a:pt x="0" y="14"/>
                    <a:pt x="0" y="12"/>
                  </a:cubicBezTo>
                  <a:cubicBezTo>
                    <a:pt x="0" y="11"/>
                    <a:pt x="5" y="8"/>
                    <a:pt x="11" y="5"/>
                  </a:cubicBezTo>
                  <a:cubicBezTo>
                    <a:pt x="17" y="2"/>
                    <a:pt x="24" y="0"/>
                    <a:pt x="24" y="1"/>
                  </a:cubicBezTo>
                  <a:cubicBezTo>
                    <a:pt x="25" y="2"/>
                    <a:pt x="19" y="6"/>
                    <a:pt x="1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6" name="Freeform 1431">
              <a:extLst>
                <a:ext uri="{FF2B5EF4-FFF2-40B4-BE49-F238E27FC236}">
                  <a16:creationId xmlns:a16="http://schemas.microsoft.com/office/drawing/2014/main" id="{6C77A5F9-6B4F-0D81-ADA5-59C3F7C711D7}"/>
                </a:ext>
              </a:extLst>
            </p:cNvPr>
            <p:cNvSpPr>
              <a:spLocks/>
            </p:cNvSpPr>
            <p:nvPr/>
          </p:nvSpPr>
          <p:spPr bwMode="auto">
            <a:xfrm rot="5094805">
              <a:off x="866778" y="3541455"/>
              <a:ext cx="68549" cy="31990"/>
            </a:xfrm>
            <a:custGeom>
              <a:avLst/>
              <a:gdLst>
                <a:gd name="T0" fmla="*/ 12 w 27"/>
                <a:gd name="T1" fmla="*/ 4 h 13"/>
                <a:gd name="T2" fmla="*/ 26 w 27"/>
                <a:gd name="T3" fmla="*/ 1 h 13"/>
                <a:gd name="T4" fmla="*/ 16 w 27"/>
                <a:gd name="T5" fmla="*/ 8 h 13"/>
                <a:gd name="T6" fmla="*/ 2 w 27"/>
                <a:gd name="T7" fmla="*/ 11 h 13"/>
                <a:gd name="T8" fmla="*/ 12 w 27"/>
                <a:gd name="T9" fmla="*/ 4 h 13"/>
              </a:gdLst>
              <a:ahLst/>
              <a:cxnLst>
                <a:cxn ang="0">
                  <a:pos x="T0" y="T1"/>
                </a:cxn>
                <a:cxn ang="0">
                  <a:pos x="T2" y="T3"/>
                </a:cxn>
                <a:cxn ang="0">
                  <a:pos x="T4" y="T5"/>
                </a:cxn>
                <a:cxn ang="0">
                  <a:pos x="T6" y="T7"/>
                </a:cxn>
                <a:cxn ang="0">
                  <a:pos x="T8" y="T9"/>
                </a:cxn>
              </a:cxnLst>
              <a:rect l="0" t="0" r="r" b="b"/>
              <a:pathLst>
                <a:path w="27" h="13">
                  <a:moveTo>
                    <a:pt x="12" y="4"/>
                  </a:moveTo>
                  <a:cubicBezTo>
                    <a:pt x="18" y="1"/>
                    <a:pt x="25" y="0"/>
                    <a:pt x="26" y="1"/>
                  </a:cubicBezTo>
                  <a:cubicBezTo>
                    <a:pt x="27" y="2"/>
                    <a:pt x="23" y="5"/>
                    <a:pt x="16" y="8"/>
                  </a:cubicBezTo>
                  <a:cubicBezTo>
                    <a:pt x="9" y="11"/>
                    <a:pt x="3" y="13"/>
                    <a:pt x="2" y="11"/>
                  </a:cubicBezTo>
                  <a:cubicBezTo>
                    <a:pt x="0" y="10"/>
                    <a:pt x="5" y="7"/>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7" name="Freeform 1432">
              <a:extLst>
                <a:ext uri="{FF2B5EF4-FFF2-40B4-BE49-F238E27FC236}">
                  <a16:creationId xmlns:a16="http://schemas.microsoft.com/office/drawing/2014/main" id="{7A3876A8-8DF3-0D23-2678-8290AEF78941}"/>
                </a:ext>
              </a:extLst>
            </p:cNvPr>
            <p:cNvSpPr>
              <a:spLocks/>
            </p:cNvSpPr>
            <p:nvPr/>
          </p:nvSpPr>
          <p:spPr bwMode="auto">
            <a:xfrm rot="5094805">
              <a:off x="775800" y="3358202"/>
              <a:ext cx="63979" cy="29705"/>
            </a:xfrm>
            <a:custGeom>
              <a:avLst/>
              <a:gdLst>
                <a:gd name="T0" fmla="*/ 26 w 26"/>
                <a:gd name="T1" fmla="*/ 2 h 12"/>
                <a:gd name="T2" fmla="*/ 14 w 26"/>
                <a:gd name="T3" fmla="*/ 9 h 12"/>
                <a:gd name="T4" fmla="*/ 1 w 26"/>
                <a:gd name="T5" fmla="*/ 11 h 12"/>
                <a:gd name="T6" fmla="*/ 12 w 26"/>
                <a:gd name="T7" fmla="*/ 4 h 12"/>
                <a:gd name="T8" fmla="*/ 26 w 26"/>
                <a:gd name="T9" fmla="*/ 2 h 12"/>
              </a:gdLst>
              <a:ahLst/>
              <a:cxnLst>
                <a:cxn ang="0">
                  <a:pos x="T0" y="T1"/>
                </a:cxn>
                <a:cxn ang="0">
                  <a:pos x="T2" y="T3"/>
                </a:cxn>
                <a:cxn ang="0">
                  <a:pos x="T4" y="T5"/>
                </a:cxn>
                <a:cxn ang="0">
                  <a:pos x="T6" y="T7"/>
                </a:cxn>
                <a:cxn ang="0">
                  <a:pos x="T8" y="T9"/>
                </a:cxn>
              </a:cxnLst>
              <a:rect l="0" t="0" r="r" b="b"/>
              <a:pathLst>
                <a:path w="26" h="12">
                  <a:moveTo>
                    <a:pt x="26" y="2"/>
                  </a:moveTo>
                  <a:cubicBezTo>
                    <a:pt x="26" y="3"/>
                    <a:pt x="21" y="7"/>
                    <a:pt x="14" y="9"/>
                  </a:cubicBezTo>
                  <a:cubicBezTo>
                    <a:pt x="7" y="12"/>
                    <a:pt x="2" y="12"/>
                    <a:pt x="1" y="11"/>
                  </a:cubicBezTo>
                  <a:cubicBezTo>
                    <a:pt x="0" y="10"/>
                    <a:pt x="5" y="7"/>
                    <a:pt x="12" y="4"/>
                  </a:cubicBezTo>
                  <a:cubicBezTo>
                    <a:pt x="18" y="2"/>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8" name="Freeform 1433">
              <a:extLst>
                <a:ext uri="{FF2B5EF4-FFF2-40B4-BE49-F238E27FC236}">
                  <a16:creationId xmlns:a16="http://schemas.microsoft.com/office/drawing/2014/main" id="{F144CF1E-2161-3129-517B-07193BC8CBF1}"/>
                </a:ext>
              </a:extLst>
            </p:cNvPr>
            <p:cNvSpPr>
              <a:spLocks/>
            </p:cNvSpPr>
            <p:nvPr/>
          </p:nvSpPr>
          <p:spPr bwMode="auto">
            <a:xfrm rot="5094805">
              <a:off x="688324" y="3175480"/>
              <a:ext cx="66264" cy="27420"/>
            </a:xfrm>
            <a:custGeom>
              <a:avLst/>
              <a:gdLst>
                <a:gd name="T0" fmla="*/ 26 w 27"/>
                <a:gd name="T1" fmla="*/ 1 h 11"/>
                <a:gd name="T2" fmla="*/ 14 w 27"/>
                <a:gd name="T3" fmla="*/ 8 h 11"/>
                <a:gd name="T4" fmla="*/ 1 w 27"/>
                <a:gd name="T5" fmla="*/ 9 h 11"/>
                <a:gd name="T6" fmla="*/ 12 w 27"/>
                <a:gd name="T7" fmla="*/ 3 h 11"/>
                <a:gd name="T8" fmla="*/ 26 w 27"/>
                <a:gd name="T9" fmla="*/ 1 h 11"/>
              </a:gdLst>
              <a:ahLst/>
              <a:cxnLst>
                <a:cxn ang="0">
                  <a:pos x="T0" y="T1"/>
                </a:cxn>
                <a:cxn ang="0">
                  <a:pos x="T2" y="T3"/>
                </a:cxn>
                <a:cxn ang="0">
                  <a:pos x="T4" y="T5"/>
                </a:cxn>
                <a:cxn ang="0">
                  <a:pos x="T6" y="T7"/>
                </a:cxn>
                <a:cxn ang="0">
                  <a:pos x="T8" y="T9"/>
                </a:cxn>
              </a:cxnLst>
              <a:rect l="0" t="0" r="r" b="b"/>
              <a:pathLst>
                <a:path w="27" h="11">
                  <a:moveTo>
                    <a:pt x="26" y="1"/>
                  </a:moveTo>
                  <a:cubicBezTo>
                    <a:pt x="27" y="2"/>
                    <a:pt x="21" y="6"/>
                    <a:pt x="14" y="8"/>
                  </a:cubicBezTo>
                  <a:cubicBezTo>
                    <a:pt x="8" y="10"/>
                    <a:pt x="2" y="11"/>
                    <a:pt x="1" y="9"/>
                  </a:cubicBezTo>
                  <a:cubicBezTo>
                    <a:pt x="0" y="8"/>
                    <a:pt x="5" y="5"/>
                    <a:pt x="12" y="3"/>
                  </a:cubicBezTo>
                  <a:cubicBezTo>
                    <a:pt x="19" y="0"/>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9" name="Freeform 1434">
              <a:extLst>
                <a:ext uri="{FF2B5EF4-FFF2-40B4-BE49-F238E27FC236}">
                  <a16:creationId xmlns:a16="http://schemas.microsoft.com/office/drawing/2014/main" id="{FAE1DFBA-0F16-C3E8-49FF-0C2606B1C193}"/>
                </a:ext>
              </a:extLst>
            </p:cNvPr>
            <p:cNvSpPr>
              <a:spLocks/>
            </p:cNvSpPr>
            <p:nvPr/>
          </p:nvSpPr>
          <p:spPr bwMode="auto">
            <a:xfrm rot="5094805">
              <a:off x="616586" y="2989266"/>
              <a:ext cx="63979" cy="25135"/>
            </a:xfrm>
            <a:custGeom>
              <a:avLst/>
              <a:gdLst>
                <a:gd name="T0" fmla="*/ 13 w 26"/>
                <a:gd name="T1" fmla="*/ 2 h 10"/>
                <a:gd name="T2" fmla="*/ 26 w 26"/>
                <a:gd name="T3" fmla="*/ 2 h 10"/>
                <a:gd name="T4" fmla="*/ 14 w 26"/>
                <a:gd name="T5" fmla="*/ 9 h 10"/>
                <a:gd name="T6" fmla="*/ 1 w 26"/>
                <a:gd name="T7" fmla="*/ 9 h 10"/>
                <a:gd name="T8" fmla="*/ 13 w 26"/>
                <a:gd name="T9" fmla="*/ 2 h 10"/>
              </a:gdLst>
              <a:ahLst/>
              <a:cxnLst>
                <a:cxn ang="0">
                  <a:pos x="T0" y="T1"/>
                </a:cxn>
                <a:cxn ang="0">
                  <a:pos x="T2" y="T3"/>
                </a:cxn>
                <a:cxn ang="0">
                  <a:pos x="T4" y="T5"/>
                </a:cxn>
                <a:cxn ang="0">
                  <a:pos x="T6" y="T7"/>
                </a:cxn>
                <a:cxn ang="0">
                  <a:pos x="T8" y="T9"/>
                </a:cxn>
              </a:cxnLst>
              <a:rect l="0" t="0" r="r" b="b"/>
              <a:pathLst>
                <a:path w="26" h="10">
                  <a:moveTo>
                    <a:pt x="13" y="2"/>
                  </a:moveTo>
                  <a:cubicBezTo>
                    <a:pt x="19" y="1"/>
                    <a:pt x="26" y="0"/>
                    <a:pt x="26" y="2"/>
                  </a:cubicBezTo>
                  <a:cubicBezTo>
                    <a:pt x="26" y="4"/>
                    <a:pt x="21" y="7"/>
                    <a:pt x="14" y="9"/>
                  </a:cubicBezTo>
                  <a:cubicBezTo>
                    <a:pt x="7" y="10"/>
                    <a:pt x="2" y="10"/>
                    <a:pt x="1" y="9"/>
                  </a:cubicBezTo>
                  <a:cubicBezTo>
                    <a:pt x="0" y="7"/>
                    <a:pt x="6" y="4"/>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0" name="Freeform 1435">
              <a:extLst>
                <a:ext uri="{FF2B5EF4-FFF2-40B4-BE49-F238E27FC236}">
                  <a16:creationId xmlns:a16="http://schemas.microsoft.com/office/drawing/2014/main" id="{9F83EF40-522A-7269-197A-D51B541C89C4}"/>
                </a:ext>
              </a:extLst>
            </p:cNvPr>
            <p:cNvSpPr>
              <a:spLocks/>
            </p:cNvSpPr>
            <p:nvPr/>
          </p:nvSpPr>
          <p:spPr bwMode="auto">
            <a:xfrm rot="5094805">
              <a:off x="556229" y="2802038"/>
              <a:ext cx="61694" cy="22850"/>
            </a:xfrm>
            <a:custGeom>
              <a:avLst/>
              <a:gdLst>
                <a:gd name="T0" fmla="*/ 25 w 25"/>
                <a:gd name="T1" fmla="*/ 2 h 9"/>
                <a:gd name="T2" fmla="*/ 13 w 25"/>
                <a:gd name="T3" fmla="*/ 8 h 9"/>
                <a:gd name="T4" fmla="*/ 0 w 25"/>
                <a:gd name="T5" fmla="*/ 7 h 9"/>
                <a:gd name="T6" fmla="*/ 11 w 25"/>
                <a:gd name="T7" fmla="*/ 2 h 9"/>
                <a:gd name="T8" fmla="*/ 25 w 25"/>
                <a:gd name="T9" fmla="*/ 2 h 9"/>
              </a:gdLst>
              <a:ahLst/>
              <a:cxnLst>
                <a:cxn ang="0">
                  <a:pos x="T0" y="T1"/>
                </a:cxn>
                <a:cxn ang="0">
                  <a:pos x="T2" y="T3"/>
                </a:cxn>
                <a:cxn ang="0">
                  <a:pos x="T4" y="T5"/>
                </a:cxn>
                <a:cxn ang="0">
                  <a:pos x="T6" y="T7"/>
                </a:cxn>
                <a:cxn ang="0">
                  <a:pos x="T8" y="T9"/>
                </a:cxn>
              </a:cxnLst>
              <a:rect l="0" t="0" r="r" b="b"/>
              <a:pathLst>
                <a:path w="25" h="9">
                  <a:moveTo>
                    <a:pt x="25" y="2"/>
                  </a:moveTo>
                  <a:cubicBezTo>
                    <a:pt x="25" y="4"/>
                    <a:pt x="20" y="7"/>
                    <a:pt x="13" y="8"/>
                  </a:cubicBezTo>
                  <a:cubicBezTo>
                    <a:pt x="6" y="9"/>
                    <a:pt x="0" y="9"/>
                    <a:pt x="0" y="7"/>
                  </a:cubicBezTo>
                  <a:cubicBezTo>
                    <a:pt x="0" y="5"/>
                    <a:pt x="5" y="3"/>
                    <a:pt x="11" y="2"/>
                  </a:cubicBezTo>
                  <a:cubicBezTo>
                    <a:pt x="18" y="0"/>
                    <a:pt x="25" y="0"/>
                    <a:pt x="2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1" name="Freeform 1436">
              <a:extLst>
                <a:ext uri="{FF2B5EF4-FFF2-40B4-BE49-F238E27FC236}">
                  <a16:creationId xmlns:a16="http://schemas.microsoft.com/office/drawing/2014/main" id="{08E0A387-5AA7-B670-DFA8-A62B0A799B86}"/>
                </a:ext>
              </a:extLst>
            </p:cNvPr>
            <p:cNvSpPr>
              <a:spLocks/>
            </p:cNvSpPr>
            <p:nvPr/>
          </p:nvSpPr>
          <p:spPr bwMode="auto">
            <a:xfrm rot="5094805">
              <a:off x="507242" y="2613596"/>
              <a:ext cx="63979" cy="20565"/>
            </a:xfrm>
            <a:custGeom>
              <a:avLst/>
              <a:gdLst>
                <a:gd name="T0" fmla="*/ 26 w 26"/>
                <a:gd name="T1" fmla="*/ 2 h 8"/>
                <a:gd name="T2" fmla="*/ 14 w 26"/>
                <a:gd name="T3" fmla="*/ 7 h 8"/>
                <a:gd name="T4" fmla="*/ 1 w 26"/>
                <a:gd name="T5" fmla="*/ 5 h 8"/>
                <a:gd name="T6" fmla="*/ 12 w 26"/>
                <a:gd name="T7" fmla="*/ 1 h 8"/>
                <a:gd name="T8" fmla="*/ 26 w 26"/>
                <a:gd name="T9" fmla="*/ 2 h 8"/>
              </a:gdLst>
              <a:ahLst/>
              <a:cxnLst>
                <a:cxn ang="0">
                  <a:pos x="T0" y="T1"/>
                </a:cxn>
                <a:cxn ang="0">
                  <a:pos x="T2" y="T3"/>
                </a:cxn>
                <a:cxn ang="0">
                  <a:pos x="T4" y="T5"/>
                </a:cxn>
                <a:cxn ang="0">
                  <a:pos x="T6" y="T7"/>
                </a:cxn>
                <a:cxn ang="0">
                  <a:pos x="T8" y="T9"/>
                </a:cxn>
              </a:cxnLst>
              <a:rect l="0" t="0" r="r" b="b"/>
              <a:pathLst>
                <a:path w="26" h="8">
                  <a:moveTo>
                    <a:pt x="26" y="2"/>
                  </a:moveTo>
                  <a:cubicBezTo>
                    <a:pt x="26" y="4"/>
                    <a:pt x="21" y="7"/>
                    <a:pt x="14" y="7"/>
                  </a:cubicBezTo>
                  <a:cubicBezTo>
                    <a:pt x="7" y="8"/>
                    <a:pt x="1" y="7"/>
                    <a:pt x="1" y="5"/>
                  </a:cubicBezTo>
                  <a:cubicBezTo>
                    <a:pt x="0" y="3"/>
                    <a:pt x="5" y="1"/>
                    <a:pt x="12" y="1"/>
                  </a:cubicBezTo>
                  <a:cubicBezTo>
                    <a:pt x="18" y="0"/>
                    <a:pt x="25" y="1"/>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2" name="Freeform 1437">
              <a:extLst>
                <a:ext uri="{FF2B5EF4-FFF2-40B4-BE49-F238E27FC236}">
                  <a16:creationId xmlns:a16="http://schemas.microsoft.com/office/drawing/2014/main" id="{70250FF9-1D03-A0D0-B635-D67AC6045218}"/>
                </a:ext>
              </a:extLst>
            </p:cNvPr>
            <p:cNvSpPr>
              <a:spLocks/>
            </p:cNvSpPr>
            <p:nvPr/>
          </p:nvSpPr>
          <p:spPr bwMode="auto">
            <a:xfrm rot="5094805">
              <a:off x="468497" y="2423099"/>
              <a:ext cx="66264" cy="20565"/>
            </a:xfrm>
            <a:custGeom>
              <a:avLst/>
              <a:gdLst>
                <a:gd name="T0" fmla="*/ 26 w 27"/>
                <a:gd name="T1" fmla="*/ 2 h 8"/>
                <a:gd name="T2" fmla="*/ 15 w 27"/>
                <a:gd name="T3" fmla="*/ 7 h 8"/>
                <a:gd name="T4" fmla="*/ 1 w 27"/>
                <a:gd name="T5" fmla="*/ 5 h 8"/>
                <a:gd name="T6" fmla="*/ 11 w 27"/>
                <a:gd name="T7" fmla="*/ 0 h 8"/>
                <a:gd name="T8" fmla="*/ 26 w 27"/>
                <a:gd name="T9" fmla="*/ 2 h 8"/>
              </a:gdLst>
              <a:ahLst/>
              <a:cxnLst>
                <a:cxn ang="0">
                  <a:pos x="T0" y="T1"/>
                </a:cxn>
                <a:cxn ang="0">
                  <a:pos x="T2" y="T3"/>
                </a:cxn>
                <a:cxn ang="0">
                  <a:pos x="T4" y="T5"/>
                </a:cxn>
                <a:cxn ang="0">
                  <a:pos x="T6" y="T7"/>
                </a:cxn>
                <a:cxn ang="0">
                  <a:pos x="T8" y="T9"/>
                </a:cxn>
              </a:cxnLst>
              <a:rect l="0" t="0" r="r" b="b"/>
              <a:pathLst>
                <a:path w="27" h="8">
                  <a:moveTo>
                    <a:pt x="26" y="2"/>
                  </a:moveTo>
                  <a:cubicBezTo>
                    <a:pt x="27" y="4"/>
                    <a:pt x="22" y="7"/>
                    <a:pt x="15" y="7"/>
                  </a:cubicBezTo>
                  <a:cubicBezTo>
                    <a:pt x="8" y="8"/>
                    <a:pt x="2" y="7"/>
                    <a:pt x="1" y="5"/>
                  </a:cubicBezTo>
                  <a:cubicBezTo>
                    <a:pt x="0" y="3"/>
                    <a:pt x="4" y="1"/>
                    <a:pt x="11" y="0"/>
                  </a:cubicBezTo>
                  <a:cubicBezTo>
                    <a:pt x="18" y="0"/>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3" name="Freeform 1438">
              <a:extLst>
                <a:ext uri="{FF2B5EF4-FFF2-40B4-BE49-F238E27FC236}">
                  <a16:creationId xmlns:a16="http://schemas.microsoft.com/office/drawing/2014/main" id="{6A524472-F9BF-830A-E682-495210C35BD9}"/>
                </a:ext>
              </a:extLst>
            </p:cNvPr>
            <p:cNvSpPr>
              <a:spLocks/>
            </p:cNvSpPr>
            <p:nvPr/>
          </p:nvSpPr>
          <p:spPr bwMode="auto">
            <a:xfrm rot="5094805">
              <a:off x="439791" y="2228272"/>
              <a:ext cx="68549" cy="22850"/>
            </a:xfrm>
            <a:custGeom>
              <a:avLst/>
              <a:gdLst>
                <a:gd name="T0" fmla="*/ 26 w 27"/>
                <a:gd name="T1" fmla="*/ 4 h 9"/>
                <a:gd name="T2" fmla="*/ 15 w 27"/>
                <a:gd name="T3" fmla="*/ 8 h 9"/>
                <a:gd name="T4" fmla="*/ 1 w 27"/>
                <a:gd name="T5" fmla="*/ 5 h 9"/>
                <a:gd name="T6" fmla="*/ 11 w 27"/>
                <a:gd name="T7" fmla="*/ 0 h 9"/>
                <a:gd name="T8" fmla="*/ 26 w 27"/>
                <a:gd name="T9" fmla="*/ 4 h 9"/>
              </a:gdLst>
              <a:ahLst/>
              <a:cxnLst>
                <a:cxn ang="0">
                  <a:pos x="T0" y="T1"/>
                </a:cxn>
                <a:cxn ang="0">
                  <a:pos x="T2" y="T3"/>
                </a:cxn>
                <a:cxn ang="0">
                  <a:pos x="T4" y="T5"/>
                </a:cxn>
                <a:cxn ang="0">
                  <a:pos x="T6" y="T7"/>
                </a:cxn>
                <a:cxn ang="0">
                  <a:pos x="T8" y="T9"/>
                </a:cxn>
              </a:cxnLst>
              <a:rect l="0" t="0" r="r" b="b"/>
              <a:pathLst>
                <a:path w="27" h="9">
                  <a:moveTo>
                    <a:pt x="26" y="4"/>
                  </a:moveTo>
                  <a:cubicBezTo>
                    <a:pt x="27" y="6"/>
                    <a:pt x="22" y="8"/>
                    <a:pt x="15" y="8"/>
                  </a:cubicBezTo>
                  <a:cubicBezTo>
                    <a:pt x="8" y="9"/>
                    <a:pt x="2" y="7"/>
                    <a:pt x="1" y="5"/>
                  </a:cubicBezTo>
                  <a:cubicBezTo>
                    <a:pt x="0" y="3"/>
                    <a:pt x="4" y="1"/>
                    <a:pt x="11" y="0"/>
                  </a:cubicBezTo>
                  <a:cubicBezTo>
                    <a:pt x="18" y="0"/>
                    <a:pt x="25" y="2"/>
                    <a:pt x="2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4" name="Freeform 1439">
              <a:extLst>
                <a:ext uri="{FF2B5EF4-FFF2-40B4-BE49-F238E27FC236}">
                  <a16:creationId xmlns:a16="http://schemas.microsoft.com/office/drawing/2014/main" id="{907B99DB-472A-383D-88DE-D8A86E7144D1}"/>
                </a:ext>
              </a:extLst>
            </p:cNvPr>
            <p:cNvSpPr>
              <a:spLocks/>
            </p:cNvSpPr>
            <p:nvPr/>
          </p:nvSpPr>
          <p:spPr bwMode="auto">
            <a:xfrm rot="5094805">
              <a:off x="417922" y="2035325"/>
              <a:ext cx="66264" cy="20565"/>
            </a:xfrm>
            <a:custGeom>
              <a:avLst/>
              <a:gdLst>
                <a:gd name="T0" fmla="*/ 15 w 27"/>
                <a:gd name="T1" fmla="*/ 9 h 9"/>
                <a:gd name="T2" fmla="*/ 1 w 27"/>
                <a:gd name="T3" fmla="*/ 4 h 9"/>
                <a:gd name="T4" fmla="*/ 11 w 27"/>
                <a:gd name="T5" fmla="*/ 0 h 9"/>
                <a:gd name="T6" fmla="*/ 26 w 27"/>
                <a:gd name="T7" fmla="*/ 4 h 9"/>
                <a:gd name="T8" fmla="*/ 15 w 27"/>
                <a:gd name="T9" fmla="*/ 9 h 9"/>
              </a:gdLst>
              <a:ahLst/>
              <a:cxnLst>
                <a:cxn ang="0">
                  <a:pos x="T0" y="T1"/>
                </a:cxn>
                <a:cxn ang="0">
                  <a:pos x="T2" y="T3"/>
                </a:cxn>
                <a:cxn ang="0">
                  <a:pos x="T4" y="T5"/>
                </a:cxn>
                <a:cxn ang="0">
                  <a:pos x="T6" y="T7"/>
                </a:cxn>
                <a:cxn ang="0">
                  <a:pos x="T8" y="T9"/>
                </a:cxn>
              </a:cxnLst>
              <a:rect l="0" t="0" r="r" b="b"/>
              <a:pathLst>
                <a:path w="27" h="9">
                  <a:moveTo>
                    <a:pt x="15" y="9"/>
                  </a:moveTo>
                  <a:cubicBezTo>
                    <a:pt x="7" y="9"/>
                    <a:pt x="1" y="7"/>
                    <a:pt x="1" y="4"/>
                  </a:cubicBezTo>
                  <a:cubicBezTo>
                    <a:pt x="0" y="2"/>
                    <a:pt x="5" y="0"/>
                    <a:pt x="11" y="0"/>
                  </a:cubicBezTo>
                  <a:cubicBezTo>
                    <a:pt x="18" y="0"/>
                    <a:pt x="25" y="2"/>
                    <a:pt x="26" y="4"/>
                  </a:cubicBezTo>
                  <a:cubicBezTo>
                    <a:pt x="27" y="6"/>
                    <a:pt x="22" y="9"/>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5" name="Freeform 1440">
              <a:extLst>
                <a:ext uri="{FF2B5EF4-FFF2-40B4-BE49-F238E27FC236}">
                  <a16:creationId xmlns:a16="http://schemas.microsoft.com/office/drawing/2014/main" id="{4C37DD3B-CF76-DB6E-E359-9779D3E4F093}"/>
                </a:ext>
              </a:extLst>
            </p:cNvPr>
            <p:cNvSpPr>
              <a:spLocks/>
            </p:cNvSpPr>
            <p:nvPr/>
          </p:nvSpPr>
          <p:spPr bwMode="auto">
            <a:xfrm rot="5094805">
              <a:off x="402987" y="1839582"/>
              <a:ext cx="61694" cy="25135"/>
            </a:xfrm>
            <a:custGeom>
              <a:avLst/>
              <a:gdLst>
                <a:gd name="T0" fmla="*/ 25 w 25"/>
                <a:gd name="T1" fmla="*/ 6 h 11"/>
                <a:gd name="T2" fmla="*/ 12 w 25"/>
                <a:gd name="T3" fmla="*/ 11 h 11"/>
                <a:gd name="T4" fmla="*/ 0 w 25"/>
                <a:gd name="T5" fmla="*/ 5 h 11"/>
                <a:gd name="T6" fmla="*/ 11 w 25"/>
                <a:gd name="T7" fmla="*/ 0 h 11"/>
                <a:gd name="T8" fmla="*/ 25 w 25"/>
                <a:gd name="T9" fmla="*/ 6 h 11"/>
              </a:gdLst>
              <a:ahLst/>
              <a:cxnLst>
                <a:cxn ang="0">
                  <a:pos x="T0" y="T1"/>
                </a:cxn>
                <a:cxn ang="0">
                  <a:pos x="T2" y="T3"/>
                </a:cxn>
                <a:cxn ang="0">
                  <a:pos x="T4" y="T5"/>
                </a:cxn>
                <a:cxn ang="0">
                  <a:pos x="T6" y="T7"/>
                </a:cxn>
                <a:cxn ang="0">
                  <a:pos x="T8" y="T9"/>
                </a:cxn>
              </a:cxnLst>
              <a:rect l="0" t="0" r="r" b="b"/>
              <a:pathLst>
                <a:path w="25" h="11">
                  <a:moveTo>
                    <a:pt x="25" y="6"/>
                  </a:moveTo>
                  <a:cubicBezTo>
                    <a:pt x="25" y="9"/>
                    <a:pt x="20" y="11"/>
                    <a:pt x="12" y="11"/>
                  </a:cubicBezTo>
                  <a:cubicBezTo>
                    <a:pt x="5" y="11"/>
                    <a:pt x="0" y="8"/>
                    <a:pt x="0" y="5"/>
                  </a:cubicBezTo>
                  <a:cubicBezTo>
                    <a:pt x="0" y="2"/>
                    <a:pt x="5" y="0"/>
                    <a:pt x="11" y="0"/>
                  </a:cubicBezTo>
                  <a:cubicBezTo>
                    <a:pt x="18" y="0"/>
                    <a:pt x="25" y="3"/>
                    <a:pt x="2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6" name="Freeform 1441">
              <a:extLst>
                <a:ext uri="{FF2B5EF4-FFF2-40B4-BE49-F238E27FC236}">
                  <a16:creationId xmlns:a16="http://schemas.microsoft.com/office/drawing/2014/main" id="{3D668BAD-63FD-5D9C-CE30-C0CEAAB32DF5}"/>
                </a:ext>
              </a:extLst>
            </p:cNvPr>
            <p:cNvSpPr>
              <a:spLocks/>
            </p:cNvSpPr>
            <p:nvPr/>
          </p:nvSpPr>
          <p:spPr bwMode="auto">
            <a:xfrm rot="5094805">
              <a:off x="385556" y="1641360"/>
              <a:ext cx="66264" cy="29705"/>
            </a:xfrm>
            <a:custGeom>
              <a:avLst/>
              <a:gdLst>
                <a:gd name="T0" fmla="*/ 26 w 27"/>
                <a:gd name="T1" fmla="*/ 6 h 12"/>
                <a:gd name="T2" fmla="*/ 14 w 27"/>
                <a:gd name="T3" fmla="*/ 12 h 12"/>
                <a:gd name="T4" fmla="*/ 1 w 27"/>
                <a:gd name="T5" fmla="*/ 6 h 12"/>
                <a:gd name="T6" fmla="*/ 12 w 27"/>
                <a:gd name="T7" fmla="*/ 0 h 12"/>
                <a:gd name="T8" fmla="*/ 26 w 27"/>
                <a:gd name="T9" fmla="*/ 6 h 12"/>
              </a:gdLst>
              <a:ahLst/>
              <a:cxnLst>
                <a:cxn ang="0">
                  <a:pos x="T0" y="T1"/>
                </a:cxn>
                <a:cxn ang="0">
                  <a:pos x="T2" y="T3"/>
                </a:cxn>
                <a:cxn ang="0">
                  <a:pos x="T4" y="T5"/>
                </a:cxn>
                <a:cxn ang="0">
                  <a:pos x="T6" y="T7"/>
                </a:cxn>
                <a:cxn ang="0">
                  <a:pos x="T8" y="T9"/>
                </a:cxn>
              </a:cxnLst>
              <a:rect l="0" t="0" r="r" b="b"/>
              <a:pathLst>
                <a:path w="27" h="12">
                  <a:moveTo>
                    <a:pt x="26" y="6"/>
                  </a:moveTo>
                  <a:cubicBezTo>
                    <a:pt x="27" y="10"/>
                    <a:pt x="21" y="12"/>
                    <a:pt x="14" y="12"/>
                  </a:cubicBezTo>
                  <a:cubicBezTo>
                    <a:pt x="7" y="12"/>
                    <a:pt x="2" y="9"/>
                    <a:pt x="1" y="6"/>
                  </a:cubicBezTo>
                  <a:cubicBezTo>
                    <a:pt x="0" y="2"/>
                    <a:pt x="5" y="0"/>
                    <a:pt x="12" y="0"/>
                  </a:cubicBezTo>
                  <a:cubicBezTo>
                    <a:pt x="19" y="0"/>
                    <a:pt x="25" y="3"/>
                    <a:pt x="2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7" name="Freeform 1442">
              <a:extLst>
                <a:ext uri="{FF2B5EF4-FFF2-40B4-BE49-F238E27FC236}">
                  <a16:creationId xmlns:a16="http://schemas.microsoft.com/office/drawing/2014/main" id="{6DFC8767-651D-3E08-B26D-C74A6F1D7A5E}"/>
                </a:ext>
              </a:extLst>
            </p:cNvPr>
            <p:cNvSpPr>
              <a:spLocks/>
            </p:cNvSpPr>
            <p:nvPr/>
          </p:nvSpPr>
          <p:spPr bwMode="auto">
            <a:xfrm rot="5094805">
              <a:off x="369474" y="1444373"/>
              <a:ext cx="66264" cy="36560"/>
            </a:xfrm>
            <a:custGeom>
              <a:avLst/>
              <a:gdLst>
                <a:gd name="T0" fmla="*/ 12 w 27"/>
                <a:gd name="T1" fmla="*/ 0 h 15"/>
                <a:gd name="T2" fmla="*/ 26 w 27"/>
                <a:gd name="T3" fmla="*/ 8 h 15"/>
                <a:gd name="T4" fmla="*/ 14 w 27"/>
                <a:gd name="T5" fmla="*/ 15 h 15"/>
                <a:gd name="T6" fmla="*/ 1 w 27"/>
                <a:gd name="T7" fmla="*/ 8 h 15"/>
                <a:gd name="T8" fmla="*/ 12 w 27"/>
                <a:gd name="T9" fmla="*/ 0 h 15"/>
              </a:gdLst>
              <a:ahLst/>
              <a:cxnLst>
                <a:cxn ang="0">
                  <a:pos x="T0" y="T1"/>
                </a:cxn>
                <a:cxn ang="0">
                  <a:pos x="T2" y="T3"/>
                </a:cxn>
                <a:cxn ang="0">
                  <a:pos x="T4" y="T5"/>
                </a:cxn>
                <a:cxn ang="0">
                  <a:pos x="T6" y="T7"/>
                </a:cxn>
                <a:cxn ang="0">
                  <a:pos x="T8" y="T9"/>
                </a:cxn>
              </a:cxnLst>
              <a:rect l="0" t="0" r="r" b="b"/>
              <a:pathLst>
                <a:path w="27" h="15">
                  <a:moveTo>
                    <a:pt x="12" y="0"/>
                  </a:moveTo>
                  <a:cubicBezTo>
                    <a:pt x="18" y="0"/>
                    <a:pt x="25" y="4"/>
                    <a:pt x="26" y="8"/>
                  </a:cubicBezTo>
                  <a:cubicBezTo>
                    <a:pt x="27" y="11"/>
                    <a:pt x="21" y="15"/>
                    <a:pt x="14" y="15"/>
                  </a:cubicBezTo>
                  <a:cubicBezTo>
                    <a:pt x="8" y="15"/>
                    <a:pt x="2" y="12"/>
                    <a:pt x="1" y="8"/>
                  </a:cubicBezTo>
                  <a:cubicBezTo>
                    <a:pt x="0" y="4"/>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8" name="Freeform 1443">
              <a:extLst>
                <a:ext uri="{FF2B5EF4-FFF2-40B4-BE49-F238E27FC236}">
                  <a16:creationId xmlns:a16="http://schemas.microsoft.com/office/drawing/2014/main" id="{C2C60FEF-6537-A2DC-93DE-4582E0D89078}"/>
                </a:ext>
              </a:extLst>
            </p:cNvPr>
            <p:cNvSpPr>
              <a:spLocks/>
            </p:cNvSpPr>
            <p:nvPr/>
          </p:nvSpPr>
          <p:spPr bwMode="auto">
            <a:xfrm rot="5094805">
              <a:off x="349978" y="1248833"/>
              <a:ext cx="66264" cy="41130"/>
            </a:xfrm>
            <a:custGeom>
              <a:avLst/>
              <a:gdLst>
                <a:gd name="T0" fmla="*/ 12 w 27"/>
                <a:gd name="T1" fmla="*/ 0 h 16"/>
                <a:gd name="T2" fmla="*/ 26 w 27"/>
                <a:gd name="T3" fmla="*/ 8 h 16"/>
                <a:gd name="T4" fmla="*/ 14 w 27"/>
                <a:gd name="T5" fmla="*/ 16 h 16"/>
                <a:gd name="T6" fmla="*/ 1 w 27"/>
                <a:gd name="T7" fmla="*/ 9 h 16"/>
                <a:gd name="T8" fmla="*/ 12 w 27"/>
                <a:gd name="T9" fmla="*/ 0 h 16"/>
              </a:gdLst>
              <a:ahLst/>
              <a:cxnLst>
                <a:cxn ang="0">
                  <a:pos x="T0" y="T1"/>
                </a:cxn>
                <a:cxn ang="0">
                  <a:pos x="T2" y="T3"/>
                </a:cxn>
                <a:cxn ang="0">
                  <a:pos x="T4" y="T5"/>
                </a:cxn>
                <a:cxn ang="0">
                  <a:pos x="T6" y="T7"/>
                </a:cxn>
                <a:cxn ang="0">
                  <a:pos x="T8" y="T9"/>
                </a:cxn>
              </a:cxnLst>
              <a:rect l="0" t="0" r="r" b="b"/>
              <a:pathLst>
                <a:path w="27" h="16">
                  <a:moveTo>
                    <a:pt x="12" y="0"/>
                  </a:moveTo>
                  <a:cubicBezTo>
                    <a:pt x="18" y="0"/>
                    <a:pt x="25" y="4"/>
                    <a:pt x="26" y="8"/>
                  </a:cubicBezTo>
                  <a:cubicBezTo>
                    <a:pt x="27" y="12"/>
                    <a:pt x="21" y="16"/>
                    <a:pt x="14" y="16"/>
                  </a:cubicBezTo>
                  <a:cubicBezTo>
                    <a:pt x="8" y="16"/>
                    <a:pt x="2" y="13"/>
                    <a:pt x="1" y="9"/>
                  </a:cubicBezTo>
                  <a:cubicBezTo>
                    <a:pt x="0" y="4"/>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9" name="Freeform 1444">
              <a:extLst>
                <a:ext uri="{FF2B5EF4-FFF2-40B4-BE49-F238E27FC236}">
                  <a16:creationId xmlns:a16="http://schemas.microsoft.com/office/drawing/2014/main" id="{92A50C28-55F5-336B-F604-C5DD5504D993}"/>
                </a:ext>
              </a:extLst>
            </p:cNvPr>
            <p:cNvSpPr>
              <a:spLocks/>
            </p:cNvSpPr>
            <p:nvPr/>
          </p:nvSpPr>
          <p:spPr bwMode="auto">
            <a:xfrm rot="5094805">
              <a:off x="329247" y="1052357"/>
              <a:ext cx="63979" cy="45700"/>
            </a:xfrm>
            <a:custGeom>
              <a:avLst/>
              <a:gdLst>
                <a:gd name="T0" fmla="*/ 25 w 26"/>
                <a:gd name="T1" fmla="*/ 9 h 18"/>
                <a:gd name="T2" fmla="*/ 13 w 26"/>
                <a:gd name="T3" fmla="*/ 17 h 18"/>
                <a:gd name="T4" fmla="*/ 0 w 26"/>
                <a:gd name="T5" fmla="*/ 8 h 18"/>
                <a:gd name="T6" fmla="*/ 11 w 26"/>
                <a:gd name="T7" fmla="*/ 0 h 18"/>
                <a:gd name="T8" fmla="*/ 25 w 26"/>
                <a:gd name="T9" fmla="*/ 9 h 18"/>
              </a:gdLst>
              <a:ahLst/>
              <a:cxnLst>
                <a:cxn ang="0">
                  <a:pos x="T0" y="T1"/>
                </a:cxn>
                <a:cxn ang="0">
                  <a:pos x="T2" y="T3"/>
                </a:cxn>
                <a:cxn ang="0">
                  <a:pos x="T4" y="T5"/>
                </a:cxn>
                <a:cxn ang="0">
                  <a:pos x="T6" y="T7"/>
                </a:cxn>
                <a:cxn ang="0">
                  <a:pos x="T8" y="T9"/>
                </a:cxn>
              </a:cxnLst>
              <a:rect l="0" t="0" r="r" b="b"/>
              <a:pathLst>
                <a:path w="26" h="18">
                  <a:moveTo>
                    <a:pt x="25" y="9"/>
                  </a:moveTo>
                  <a:cubicBezTo>
                    <a:pt x="26" y="13"/>
                    <a:pt x="20" y="17"/>
                    <a:pt x="13" y="17"/>
                  </a:cubicBezTo>
                  <a:cubicBezTo>
                    <a:pt x="6" y="18"/>
                    <a:pt x="0" y="14"/>
                    <a:pt x="0" y="8"/>
                  </a:cubicBezTo>
                  <a:cubicBezTo>
                    <a:pt x="0" y="4"/>
                    <a:pt x="5" y="0"/>
                    <a:pt x="11" y="0"/>
                  </a:cubicBezTo>
                  <a:cubicBezTo>
                    <a:pt x="18" y="0"/>
                    <a:pt x="25" y="4"/>
                    <a:pt x="2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0" name="Freeform 1445">
              <a:extLst>
                <a:ext uri="{FF2B5EF4-FFF2-40B4-BE49-F238E27FC236}">
                  <a16:creationId xmlns:a16="http://schemas.microsoft.com/office/drawing/2014/main" id="{4829650E-8D22-9052-C807-781A0C93F970}"/>
                </a:ext>
              </a:extLst>
            </p:cNvPr>
            <p:cNvSpPr>
              <a:spLocks/>
            </p:cNvSpPr>
            <p:nvPr/>
          </p:nvSpPr>
          <p:spPr bwMode="auto">
            <a:xfrm rot="5094805">
              <a:off x="300541" y="857530"/>
              <a:ext cx="66264" cy="47984"/>
            </a:xfrm>
            <a:custGeom>
              <a:avLst/>
              <a:gdLst>
                <a:gd name="T0" fmla="*/ 15 w 27"/>
                <a:gd name="T1" fmla="*/ 19 h 20"/>
                <a:gd name="T2" fmla="*/ 1 w 27"/>
                <a:gd name="T3" fmla="*/ 11 h 20"/>
                <a:gd name="T4" fmla="*/ 11 w 27"/>
                <a:gd name="T5" fmla="*/ 1 h 20"/>
                <a:gd name="T6" fmla="*/ 26 w 27"/>
                <a:gd name="T7" fmla="*/ 8 h 20"/>
                <a:gd name="T8" fmla="*/ 15 w 27"/>
                <a:gd name="T9" fmla="*/ 19 h 20"/>
              </a:gdLst>
              <a:ahLst/>
              <a:cxnLst>
                <a:cxn ang="0">
                  <a:pos x="T0" y="T1"/>
                </a:cxn>
                <a:cxn ang="0">
                  <a:pos x="T2" y="T3"/>
                </a:cxn>
                <a:cxn ang="0">
                  <a:pos x="T4" y="T5"/>
                </a:cxn>
                <a:cxn ang="0">
                  <a:pos x="T6" y="T7"/>
                </a:cxn>
                <a:cxn ang="0">
                  <a:pos x="T8" y="T9"/>
                </a:cxn>
              </a:cxnLst>
              <a:rect l="0" t="0" r="r" b="b"/>
              <a:pathLst>
                <a:path w="27" h="20">
                  <a:moveTo>
                    <a:pt x="15" y="19"/>
                  </a:moveTo>
                  <a:cubicBezTo>
                    <a:pt x="8" y="20"/>
                    <a:pt x="2" y="16"/>
                    <a:pt x="1" y="11"/>
                  </a:cubicBezTo>
                  <a:cubicBezTo>
                    <a:pt x="0" y="6"/>
                    <a:pt x="5" y="1"/>
                    <a:pt x="11" y="1"/>
                  </a:cubicBezTo>
                  <a:cubicBezTo>
                    <a:pt x="18" y="0"/>
                    <a:pt x="25" y="3"/>
                    <a:pt x="26" y="8"/>
                  </a:cubicBezTo>
                  <a:cubicBezTo>
                    <a:pt x="27" y="14"/>
                    <a:pt x="23" y="18"/>
                    <a:pt x="15"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1" name="Freeform 1446">
              <a:extLst>
                <a:ext uri="{FF2B5EF4-FFF2-40B4-BE49-F238E27FC236}">
                  <a16:creationId xmlns:a16="http://schemas.microsoft.com/office/drawing/2014/main" id="{625376A6-41FC-35C7-D621-AADB72D63E77}"/>
                </a:ext>
              </a:extLst>
            </p:cNvPr>
            <p:cNvSpPr>
              <a:spLocks/>
            </p:cNvSpPr>
            <p:nvPr/>
          </p:nvSpPr>
          <p:spPr bwMode="auto">
            <a:xfrm rot="5094805">
              <a:off x="268527" y="664246"/>
              <a:ext cx="66264" cy="50269"/>
            </a:xfrm>
            <a:custGeom>
              <a:avLst/>
              <a:gdLst>
                <a:gd name="T0" fmla="*/ 27 w 27"/>
                <a:gd name="T1" fmla="*/ 9 h 20"/>
                <a:gd name="T2" fmla="*/ 15 w 27"/>
                <a:gd name="T3" fmla="*/ 20 h 20"/>
                <a:gd name="T4" fmla="*/ 2 w 27"/>
                <a:gd name="T5" fmla="*/ 12 h 20"/>
                <a:gd name="T6" fmla="*/ 12 w 27"/>
                <a:gd name="T7" fmla="*/ 0 h 20"/>
                <a:gd name="T8" fmla="*/ 27 w 27"/>
                <a:gd name="T9" fmla="*/ 9 h 20"/>
              </a:gdLst>
              <a:ahLst/>
              <a:cxnLst>
                <a:cxn ang="0">
                  <a:pos x="T0" y="T1"/>
                </a:cxn>
                <a:cxn ang="0">
                  <a:pos x="T2" y="T3"/>
                </a:cxn>
                <a:cxn ang="0">
                  <a:pos x="T4" y="T5"/>
                </a:cxn>
                <a:cxn ang="0">
                  <a:pos x="T6" y="T7"/>
                </a:cxn>
                <a:cxn ang="0">
                  <a:pos x="T8" y="T9"/>
                </a:cxn>
              </a:cxnLst>
              <a:rect l="0" t="0" r="r" b="b"/>
              <a:pathLst>
                <a:path w="27" h="20">
                  <a:moveTo>
                    <a:pt x="27" y="9"/>
                  </a:moveTo>
                  <a:cubicBezTo>
                    <a:pt x="27" y="15"/>
                    <a:pt x="22" y="20"/>
                    <a:pt x="15" y="20"/>
                  </a:cubicBezTo>
                  <a:cubicBezTo>
                    <a:pt x="8" y="20"/>
                    <a:pt x="2" y="17"/>
                    <a:pt x="2" y="12"/>
                  </a:cubicBezTo>
                  <a:cubicBezTo>
                    <a:pt x="0" y="6"/>
                    <a:pt x="5" y="1"/>
                    <a:pt x="12" y="0"/>
                  </a:cubicBezTo>
                  <a:cubicBezTo>
                    <a:pt x="19" y="0"/>
                    <a:pt x="26" y="4"/>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2" name="Freeform 1447">
              <a:extLst>
                <a:ext uri="{FF2B5EF4-FFF2-40B4-BE49-F238E27FC236}">
                  <a16:creationId xmlns:a16="http://schemas.microsoft.com/office/drawing/2014/main" id="{50377092-42D7-3B27-45B2-664AB27AA9E2}"/>
                </a:ext>
              </a:extLst>
            </p:cNvPr>
            <p:cNvSpPr>
              <a:spLocks/>
            </p:cNvSpPr>
            <p:nvPr/>
          </p:nvSpPr>
          <p:spPr bwMode="auto">
            <a:xfrm rot="5094805">
              <a:off x="229685" y="471570"/>
              <a:ext cx="66264" cy="52554"/>
            </a:xfrm>
            <a:custGeom>
              <a:avLst/>
              <a:gdLst>
                <a:gd name="T0" fmla="*/ 15 w 27"/>
                <a:gd name="T1" fmla="*/ 21 h 22"/>
                <a:gd name="T2" fmla="*/ 1 w 27"/>
                <a:gd name="T3" fmla="*/ 13 h 22"/>
                <a:gd name="T4" fmla="*/ 11 w 27"/>
                <a:gd name="T5" fmla="*/ 2 h 22"/>
                <a:gd name="T6" fmla="*/ 26 w 27"/>
                <a:gd name="T7" fmla="*/ 10 h 22"/>
                <a:gd name="T8" fmla="*/ 15 w 27"/>
                <a:gd name="T9" fmla="*/ 21 h 22"/>
              </a:gdLst>
              <a:ahLst/>
              <a:cxnLst>
                <a:cxn ang="0">
                  <a:pos x="T0" y="T1"/>
                </a:cxn>
                <a:cxn ang="0">
                  <a:pos x="T2" y="T3"/>
                </a:cxn>
                <a:cxn ang="0">
                  <a:pos x="T4" y="T5"/>
                </a:cxn>
                <a:cxn ang="0">
                  <a:pos x="T6" y="T7"/>
                </a:cxn>
                <a:cxn ang="0">
                  <a:pos x="T8" y="T9"/>
                </a:cxn>
              </a:cxnLst>
              <a:rect l="0" t="0" r="r" b="b"/>
              <a:pathLst>
                <a:path w="27" h="22">
                  <a:moveTo>
                    <a:pt x="15" y="21"/>
                  </a:moveTo>
                  <a:cubicBezTo>
                    <a:pt x="7" y="22"/>
                    <a:pt x="1" y="19"/>
                    <a:pt x="1" y="13"/>
                  </a:cubicBezTo>
                  <a:cubicBezTo>
                    <a:pt x="0" y="8"/>
                    <a:pt x="5" y="3"/>
                    <a:pt x="11" y="2"/>
                  </a:cubicBezTo>
                  <a:cubicBezTo>
                    <a:pt x="18" y="0"/>
                    <a:pt x="25" y="4"/>
                    <a:pt x="26" y="10"/>
                  </a:cubicBezTo>
                  <a:cubicBezTo>
                    <a:pt x="27" y="15"/>
                    <a:pt x="22" y="21"/>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3" name="Freeform 1448">
              <a:extLst>
                <a:ext uri="{FF2B5EF4-FFF2-40B4-BE49-F238E27FC236}">
                  <a16:creationId xmlns:a16="http://schemas.microsoft.com/office/drawing/2014/main" id="{CF484257-87B0-B3C9-1488-765FBC014326}"/>
                </a:ext>
              </a:extLst>
            </p:cNvPr>
            <p:cNvSpPr>
              <a:spLocks/>
            </p:cNvSpPr>
            <p:nvPr/>
          </p:nvSpPr>
          <p:spPr bwMode="auto">
            <a:xfrm rot="5094805">
              <a:off x="179464" y="279907"/>
              <a:ext cx="66264" cy="54839"/>
            </a:xfrm>
            <a:custGeom>
              <a:avLst/>
              <a:gdLst>
                <a:gd name="T0" fmla="*/ 26 w 27"/>
                <a:gd name="T1" fmla="*/ 9 h 22"/>
                <a:gd name="T2" fmla="*/ 15 w 27"/>
                <a:gd name="T3" fmla="*/ 21 h 22"/>
                <a:gd name="T4" fmla="*/ 2 w 27"/>
                <a:gd name="T5" fmla="*/ 14 h 22"/>
                <a:gd name="T6" fmla="*/ 12 w 27"/>
                <a:gd name="T7" fmla="*/ 1 h 22"/>
                <a:gd name="T8" fmla="*/ 26 w 27"/>
                <a:gd name="T9" fmla="*/ 9 h 22"/>
              </a:gdLst>
              <a:ahLst/>
              <a:cxnLst>
                <a:cxn ang="0">
                  <a:pos x="T0" y="T1"/>
                </a:cxn>
                <a:cxn ang="0">
                  <a:pos x="T2" y="T3"/>
                </a:cxn>
                <a:cxn ang="0">
                  <a:pos x="T4" y="T5"/>
                </a:cxn>
                <a:cxn ang="0">
                  <a:pos x="T6" y="T7"/>
                </a:cxn>
                <a:cxn ang="0">
                  <a:pos x="T8" y="T9"/>
                </a:cxn>
              </a:cxnLst>
              <a:rect l="0" t="0" r="r" b="b"/>
              <a:pathLst>
                <a:path w="27" h="22">
                  <a:moveTo>
                    <a:pt x="26" y="9"/>
                  </a:moveTo>
                  <a:cubicBezTo>
                    <a:pt x="27" y="14"/>
                    <a:pt x="22" y="20"/>
                    <a:pt x="15" y="21"/>
                  </a:cubicBezTo>
                  <a:cubicBezTo>
                    <a:pt x="8" y="22"/>
                    <a:pt x="3" y="19"/>
                    <a:pt x="2" y="14"/>
                  </a:cubicBezTo>
                  <a:cubicBezTo>
                    <a:pt x="0" y="8"/>
                    <a:pt x="5" y="3"/>
                    <a:pt x="12" y="1"/>
                  </a:cubicBezTo>
                  <a:cubicBezTo>
                    <a:pt x="19" y="0"/>
                    <a:pt x="26" y="3"/>
                    <a:pt x="2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4" name="Freeform 1449">
              <a:extLst>
                <a:ext uri="{FF2B5EF4-FFF2-40B4-BE49-F238E27FC236}">
                  <a16:creationId xmlns:a16="http://schemas.microsoft.com/office/drawing/2014/main" id="{12A1847F-E721-64ED-CADD-00FC1AE2D0B4}"/>
                </a:ext>
              </a:extLst>
            </p:cNvPr>
            <p:cNvSpPr>
              <a:spLocks/>
            </p:cNvSpPr>
            <p:nvPr/>
          </p:nvSpPr>
          <p:spPr bwMode="auto">
            <a:xfrm rot="5094805">
              <a:off x="124893" y="93210"/>
              <a:ext cx="66264" cy="52554"/>
            </a:xfrm>
            <a:custGeom>
              <a:avLst/>
              <a:gdLst>
                <a:gd name="T0" fmla="*/ 12 w 27"/>
                <a:gd name="T1" fmla="*/ 1 h 21"/>
                <a:gd name="T2" fmla="*/ 26 w 27"/>
                <a:gd name="T3" fmla="*/ 8 h 21"/>
                <a:gd name="T4" fmla="*/ 15 w 27"/>
                <a:gd name="T5" fmla="*/ 20 h 21"/>
                <a:gd name="T6" fmla="*/ 1 w 27"/>
                <a:gd name="T7" fmla="*/ 14 h 21"/>
                <a:gd name="T8" fmla="*/ 12 w 27"/>
                <a:gd name="T9" fmla="*/ 1 h 21"/>
              </a:gdLst>
              <a:ahLst/>
              <a:cxnLst>
                <a:cxn ang="0">
                  <a:pos x="T0" y="T1"/>
                </a:cxn>
                <a:cxn ang="0">
                  <a:pos x="T2" y="T3"/>
                </a:cxn>
                <a:cxn ang="0">
                  <a:pos x="T4" y="T5"/>
                </a:cxn>
                <a:cxn ang="0">
                  <a:pos x="T6" y="T7"/>
                </a:cxn>
                <a:cxn ang="0">
                  <a:pos x="T8" y="T9"/>
                </a:cxn>
              </a:cxnLst>
              <a:rect l="0" t="0" r="r" b="b"/>
              <a:pathLst>
                <a:path w="27" h="21">
                  <a:moveTo>
                    <a:pt x="12" y="1"/>
                  </a:moveTo>
                  <a:cubicBezTo>
                    <a:pt x="18" y="0"/>
                    <a:pt x="25" y="3"/>
                    <a:pt x="26" y="8"/>
                  </a:cubicBezTo>
                  <a:cubicBezTo>
                    <a:pt x="27" y="13"/>
                    <a:pt x="22" y="19"/>
                    <a:pt x="15" y="20"/>
                  </a:cubicBezTo>
                  <a:cubicBezTo>
                    <a:pt x="8" y="21"/>
                    <a:pt x="2" y="19"/>
                    <a:pt x="1" y="14"/>
                  </a:cubicBezTo>
                  <a:cubicBezTo>
                    <a:pt x="0" y="9"/>
                    <a:pt x="5" y="3"/>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5" name="Freeform 1450">
              <a:extLst>
                <a:ext uri="{FF2B5EF4-FFF2-40B4-BE49-F238E27FC236}">
                  <a16:creationId xmlns:a16="http://schemas.microsoft.com/office/drawing/2014/main" id="{F3FEF311-A807-9E50-65F7-9887DCFB153D}"/>
                </a:ext>
              </a:extLst>
            </p:cNvPr>
            <p:cNvSpPr>
              <a:spLocks/>
            </p:cNvSpPr>
            <p:nvPr/>
          </p:nvSpPr>
          <p:spPr bwMode="auto">
            <a:xfrm rot="5094805">
              <a:off x="69078" y="-94625"/>
              <a:ext cx="68549" cy="50269"/>
            </a:xfrm>
            <a:custGeom>
              <a:avLst/>
              <a:gdLst>
                <a:gd name="T0" fmla="*/ 11 w 27"/>
                <a:gd name="T1" fmla="*/ 1 h 20"/>
                <a:gd name="T2" fmla="*/ 26 w 27"/>
                <a:gd name="T3" fmla="*/ 8 h 20"/>
                <a:gd name="T4" fmla="*/ 16 w 27"/>
                <a:gd name="T5" fmla="*/ 19 h 20"/>
                <a:gd name="T6" fmla="*/ 1 w 27"/>
                <a:gd name="T7" fmla="*/ 13 h 20"/>
                <a:gd name="T8" fmla="*/ 11 w 27"/>
                <a:gd name="T9" fmla="*/ 1 h 20"/>
              </a:gdLst>
              <a:ahLst/>
              <a:cxnLst>
                <a:cxn ang="0">
                  <a:pos x="T0" y="T1"/>
                </a:cxn>
                <a:cxn ang="0">
                  <a:pos x="T2" y="T3"/>
                </a:cxn>
                <a:cxn ang="0">
                  <a:pos x="T4" y="T5"/>
                </a:cxn>
                <a:cxn ang="0">
                  <a:pos x="T6" y="T7"/>
                </a:cxn>
                <a:cxn ang="0">
                  <a:pos x="T8" y="T9"/>
                </a:cxn>
              </a:cxnLst>
              <a:rect l="0" t="0" r="r" b="b"/>
              <a:pathLst>
                <a:path w="27" h="20">
                  <a:moveTo>
                    <a:pt x="11" y="1"/>
                  </a:moveTo>
                  <a:cubicBezTo>
                    <a:pt x="18" y="0"/>
                    <a:pt x="25" y="3"/>
                    <a:pt x="26" y="8"/>
                  </a:cubicBezTo>
                  <a:cubicBezTo>
                    <a:pt x="27" y="13"/>
                    <a:pt x="22" y="17"/>
                    <a:pt x="16" y="19"/>
                  </a:cubicBezTo>
                  <a:cubicBezTo>
                    <a:pt x="9" y="20"/>
                    <a:pt x="2" y="18"/>
                    <a:pt x="1" y="13"/>
                  </a:cubicBezTo>
                  <a:cubicBezTo>
                    <a:pt x="0" y="8"/>
                    <a:pt x="4" y="3"/>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6" name="Freeform 1469">
              <a:extLst>
                <a:ext uri="{FF2B5EF4-FFF2-40B4-BE49-F238E27FC236}">
                  <a16:creationId xmlns:a16="http://schemas.microsoft.com/office/drawing/2014/main" id="{3085133B-4B52-16B8-43CC-6819A3533512}"/>
                </a:ext>
              </a:extLst>
            </p:cNvPr>
            <p:cNvSpPr>
              <a:spLocks/>
            </p:cNvSpPr>
            <p:nvPr/>
          </p:nvSpPr>
          <p:spPr bwMode="auto">
            <a:xfrm rot="5094805">
              <a:off x="1414630" y="4450647"/>
              <a:ext cx="63979" cy="34275"/>
            </a:xfrm>
            <a:custGeom>
              <a:avLst/>
              <a:gdLst>
                <a:gd name="T0" fmla="*/ 12 w 26"/>
                <a:gd name="T1" fmla="*/ 6 h 14"/>
                <a:gd name="T2" fmla="*/ 25 w 26"/>
                <a:gd name="T3" fmla="*/ 1 h 14"/>
                <a:gd name="T4" fmla="*/ 13 w 26"/>
                <a:gd name="T5" fmla="*/ 9 h 14"/>
                <a:gd name="T6" fmla="*/ 1 w 26"/>
                <a:gd name="T7" fmla="*/ 14 h 14"/>
                <a:gd name="T8" fmla="*/ 12 w 26"/>
                <a:gd name="T9" fmla="*/ 6 h 14"/>
              </a:gdLst>
              <a:ahLst/>
              <a:cxnLst>
                <a:cxn ang="0">
                  <a:pos x="T0" y="T1"/>
                </a:cxn>
                <a:cxn ang="0">
                  <a:pos x="T2" y="T3"/>
                </a:cxn>
                <a:cxn ang="0">
                  <a:pos x="T4" y="T5"/>
                </a:cxn>
                <a:cxn ang="0">
                  <a:pos x="T6" y="T7"/>
                </a:cxn>
                <a:cxn ang="0">
                  <a:pos x="T8" y="T9"/>
                </a:cxn>
              </a:cxnLst>
              <a:rect l="0" t="0" r="r" b="b"/>
              <a:pathLst>
                <a:path w="26" h="14">
                  <a:moveTo>
                    <a:pt x="12" y="6"/>
                  </a:moveTo>
                  <a:cubicBezTo>
                    <a:pt x="19" y="3"/>
                    <a:pt x="25" y="0"/>
                    <a:pt x="25" y="1"/>
                  </a:cubicBezTo>
                  <a:cubicBezTo>
                    <a:pt x="26" y="2"/>
                    <a:pt x="20" y="6"/>
                    <a:pt x="13" y="9"/>
                  </a:cubicBezTo>
                  <a:cubicBezTo>
                    <a:pt x="6" y="12"/>
                    <a:pt x="1" y="14"/>
                    <a:pt x="1" y="14"/>
                  </a:cubicBezTo>
                  <a:cubicBezTo>
                    <a:pt x="0" y="13"/>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7" name="Freeform 1470">
              <a:extLst>
                <a:ext uri="{FF2B5EF4-FFF2-40B4-BE49-F238E27FC236}">
                  <a16:creationId xmlns:a16="http://schemas.microsoft.com/office/drawing/2014/main" id="{F9F10874-2453-3BDD-9AEA-088B9FE07E8E}"/>
                </a:ext>
              </a:extLst>
            </p:cNvPr>
            <p:cNvSpPr>
              <a:spLocks/>
            </p:cNvSpPr>
            <p:nvPr/>
          </p:nvSpPr>
          <p:spPr bwMode="auto">
            <a:xfrm rot="5094805">
              <a:off x="1524760" y="4631248"/>
              <a:ext cx="63979" cy="34275"/>
            </a:xfrm>
            <a:custGeom>
              <a:avLst/>
              <a:gdLst>
                <a:gd name="T0" fmla="*/ 12 w 26"/>
                <a:gd name="T1" fmla="*/ 6 h 14"/>
                <a:gd name="T2" fmla="*/ 26 w 26"/>
                <a:gd name="T3" fmla="*/ 1 h 14"/>
                <a:gd name="T4" fmla="*/ 13 w 26"/>
                <a:gd name="T5" fmla="*/ 9 h 14"/>
                <a:gd name="T6" fmla="*/ 1 w 26"/>
                <a:gd name="T7" fmla="*/ 13 h 14"/>
                <a:gd name="T8" fmla="*/ 12 w 26"/>
                <a:gd name="T9" fmla="*/ 6 h 14"/>
              </a:gdLst>
              <a:ahLst/>
              <a:cxnLst>
                <a:cxn ang="0">
                  <a:pos x="T0" y="T1"/>
                </a:cxn>
                <a:cxn ang="0">
                  <a:pos x="T2" y="T3"/>
                </a:cxn>
                <a:cxn ang="0">
                  <a:pos x="T4" y="T5"/>
                </a:cxn>
                <a:cxn ang="0">
                  <a:pos x="T6" y="T7"/>
                </a:cxn>
                <a:cxn ang="0">
                  <a:pos x="T8" y="T9"/>
                </a:cxn>
              </a:cxnLst>
              <a:rect l="0" t="0" r="r" b="b"/>
              <a:pathLst>
                <a:path w="26" h="14">
                  <a:moveTo>
                    <a:pt x="12" y="6"/>
                  </a:moveTo>
                  <a:cubicBezTo>
                    <a:pt x="19" y="3"/>
                    <a:pt x="25" y="0"/>
                    <a:pt x="26" y="1"/>
                  </a:cubicBezTo>
                  <a:cubicBezTo>
                    <a:pt x="26" y="2"/>
                    <a:pt x="20" y="5"/>
                    <a:pt x="13" y="9"/>
                  </a:cubicBezTo>
                  <a:cubicBezTo>
                    <a:pt x="7" y="12"/>
                    <a:pt x="1" y="14"/>
                    <a:pt x="1" y="13"/>
                  </a:cubicBezTo>
                  <a:cubicBezTo>
                    <a:pt x="0" y="12"/>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8" name="Freeform 1471">
              <a:extLst>
                <a:ext uri="{FF2B5EF4-FFF2-40B4-BE49-F238E27FC236}">
                  <a16:creationId xmlns:a16="http://schemas.microsoft.com/office/drawing/2014/main" id="{0142C6C4-C4AB-6C86-836E-CF515E73C16A}"/>
                </a:ext>
              </a:extLst>
            </p:cNvPr>
            <p:cNvSpPr>
              <a:spLocks/>
            </p:cNvSpPr>
            <p:nvPr/>
          </p:nvSpPr>
          <p:spPr bwMode="auto">
            <a:xfrm rot="5094805">
              <a:off x="1632614" y="4814335"/>
              <a:ext cx="63979" cy="29705"/>
            </a:xfrm>
            <a:custGeom>
              <a:avLst/>
              <a:gdLst>
                <a:gd name="T0" fmla="*/ 26 w 26"/>
                <a:gd name="T1" fmla="*/ 0 h 12"/>
                <a:gd name="T2" fmla="*/ 14 w 26"/>
                <a:gd name="T3" fmla="*/ 7 h 12"/>
                <a:gd name="T4" fmla="*/ 1 w 26"/>
                <a:gd name="T5" fmla="*/ 12 h 12"/>
                <a:gd name="T6" fmla="*/ 12 w 26"/>
                <a:gd name="T7" fmla="*/ 5 h 12"/>
                <a:gd name="T8" fmla="*/ 26 w 26"/>
                <a:gd name="T9" fmla="*/ 0 h 12"/>
              </a:gdLst>
              <a:ahLst/>
              <a:cxnLst>
                <a:cxn ang="0">
                  <a:pos x="T0" y="T1"/>
                </a:cxn>
                <a:cxn ang="0">
                  <a:pos x="T2" y="T3"/>
                </a:cxn>
                <a:cxn ang="0">
                  <a:pos x="T4" y="T5"/>
                </a:cxn>
                <a:cxn ang="0">
                  <a:pos x="T6" y="T7"/>
                </a:cxn>
                <a:cxn ang="0">
                  <a:pos x="T8" y="T9"/>
                </a:cxn>
              </a:cxnLst>
              <a:rect l="0" t="0" r="r" b="b"/>
              <a:pathLst>
                <a:path w="26" h="12">
                  <a:moveTo>
                    <a:pt x="26" y="0"/>
                  </a:moveTo>
                  <a:cubicBezTo>
                    <a:pt x="26" y="1"/>
                    <a:pt x="21" y="4"/>
                    <a:pt x="14" y="7"/>
                  </a:cubicBezTo>
                  <a:cubicBezTo>
                    <a:pt x="7" y="10"/>
                    <a:pt x="2" y="12"/>
                    <a:pt x="1" y="12"/>
                  </a:cubicBezTo>
                  <a:cubicBezTo>
                    <a:pt x="0" y="11"/>
                    <a:pt x="5" y="8"/>
                    <a:pt x="12" y="5"/>
                  </a:cubicBezTo>
                  <a:cubicBezTo>
                    <a:pt x="19" y="2"/>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9" name="Freeform 1472">
              <a:extLst>
                <a:ext uri="{FF2B5EF4-FFF2-40B4-BE49-F238E27FC236}">
                  <a16:creationId xmlns:a16="http://schemas.microsoft.com/office/drawing/2014/main" id="{BE60C3F6-C8E6-5DC6-B251-AB502EC1A966}"/>
                </a:ext>
              </a:extLst>
            </p:cNvPr>
            <p:cNvSpPr>
              <a:spLocks/>
            </p:cNvSpPr>
            <p:nvPr/>
          </p:nvSpPr>
          <p:spPr bwMode="auto">
            <a:xfrm rot="5094805">
              <a:off x="1736119" y="4997819"/>
              <a:ext cx="63979" cy="29705"/>
            </a:xfrm>
            <a:custGeom>
              <a:avLst/>
              <a:gdLst>
                <a:gd name="T0" fmla="*/ 25 w 26"/>
                <a:gd name="T1" fmla="*/ 0 h 12"/>
                <a:gd name="T2" fmla="*/ 13 w 26"/>
                <a:gd name="T3" fmla="*/ 7 h 12"/>
                <a:gd name="T4" fmla="*/ 0 w 26"/>
                <a:gd name="T5" fmla="*/ 11 h 12"/>
                <a:gd name="T6" fmla="*/ 11 w 26"/>
                <a:gd name="T7" fmla="*/ 5 h 12"/>
                <a:gd name="T8" fmla="*/ 25 w 26"/>
                <a:gd name="T9" fmla="*/ 0 h 12"/>
              </a:gdLst>
              <a:ahLst/>
              <a:cxnLst>
                <a:cxn ang="0">
                  <a:pos x="T0" y="T1"/>
                </a:cxn>
                <a:cxn ang="0">
                  <a:pos x="T2" y="T3"/>
                </a:cxn>
                <a:cxn ang="0">
                  <a:pos x="T4" y="T5"/>
                </a:cxn>
                <a:cxn ang="0">
                  <a:pos x="T6" y="T7"/>
                </a:cxn>
                <a:cxn ang="0">
                  <a:pos x="T8" y="T9"/>
                </a:cxn>
              </a:cxnLst>
              <a:rect l="0" t="0" r="r" b="b"/>
              <a:pathLst>
                <a:path w="26" h="12">
                  <a:moveTo>
                    <a:pt x="25" y="0"/>
                  </a:moveTo>
                  <a:cubicBezTo>
                    <a:pt x="26" y="1"/>
                    <a:pt x="20" y="4"/>
                    <a:pt x="13" y="7"/>
                  </a:cubicBezTo>
                  <a:cubicBezTo>
                    <a:pt x="7" y="10"/>
                    <a:pt x="1" y="12"/>
                    <a:pt x="0" y="11"/>
                  </a:cubicBezTo>
                  <a:cubicBezTo>
                    <a:pt x="0" y="11"/>
                    <a:pt x="5" y="8"/>
                    <a:pt x="11" y="5"/>
                  </a:cubicBezTo>
                  <a:cubicBezTo>
                    <a:pt x="18" y="2"/>
                    <a:pt x="25"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0" name="Freeform 1473">
              <a:extLst>
                <a:ext uri="{FF2B5EF4-FFF2-40B4-BE49-F238E27FC236}">
                  <a16:creationId xmlns:a16="http://schemas.microsoft.com/office/drawing/2014/main" id="{A96CE422-3187-1EEB-DDFC-67199DC2317E}"/>
                </a:ext>
              </a:extLst>
            </p:cNvPr>
            <p:cNvSpPr>
              <a:spLocks/>
            </p:cNvSpPr>
            <p:nvPr/>
          </p:nvSpPr>
          <p:spPr bwMode="auto">
            <a:xfrm rot="5094805">
              <a:off x="1831455" y="5180878"/>
              <a:ext cx="63979" cy="27420"/>
            </a:xfrm>
            <a:custGeom>
              <a:avLst/>
              <a:gdLst>
                <a:gd name="T0" fmla="*/ 26 w 26"/>
                <a:gd name="T1" fmla="*/ 0 h 11"/>
                <a:gd name="T2" fmla="*/ 14 w 26"/>
                <a:gd name="T3" fmla="*/ 6 h 11"/>
                <a:gd name="T4" fmla="*/ 1 w 26"/>
                <a:gd name="T5" fmla="*/ 10 h 11"/>
                <a:gd name="T6" fmla="*/ 12 w 26"/>
                <a:gd name="T7" fmla="*/ 5 h 11"/>
                <a:gd name="T8" fmla="*/ 26 w 26"/>
                <a:gd name="T9" fmla="*/ 0 h 11"/>
              </a:gdLst>
              <a:ahLst/>
              <a:cxnLst>
                <a:cxn ang="0">
                  <a:pos x="T0" y="T1"/>
                </a:cxn>
                <a:cxn ang="0">
                  <a:pos x="T2" y="T3"/>
                </a:cxn>
                <a:cxn ang="0">
                  <a:pos x="T4" y="T5"/>
                </a:cxn>
                <a:cxn ang="0">
                  <a:pos x="T6" y="T7"/>
                </a:cxn>
                <a:cxn ang="0">
                  <a:pos x="T8" y="T9"/>
                </a:cxn>
              </a:cxnLst>
              <a:rect l="0" t="0" r="r" b="b"/>
              <a:pathLst>
                <a:path w="26" h="11">
                  <a:moveTo>
                    <a:pt x="26" y="0"/>
                  </a:moveTo>
                  <a:cubicBezTo>
                    <a:pt x="26" y="1"/>
                    <a:pt x="21" y="4"/>
                    <a:pt x="14" y="6"/>
                  </a:cubicBezTo>
                  <a:cubicBezTo>
                    <a:pt x="7" y="9"/>
                    <a:pt x="2" y="11"/>
                    <a:pt x="1" y="10"/>
                  </a:cubicBezTo>
                  <a:cubicBezTo>
                    <a:pt x="0" y="10"/>
                    <a:pt x="5" y="7"/>
                    <a:pt x="12" y="5"/>
                  </a:cubicBezTo>
                  <a:cubicBezTo>
                    <a:pt x="19" y="2"/>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1" name="Freeform 1474">
              <a:extLst>
                <a:ext uri="{FF2B5EF4-FFF2-40B4-BE49-F238E27FC236}">
                  <a16:creationId xmlns:a16="http://schemas.microsoft.com/office/drawing/2014/main" id="{C7E28429-A253-265F-11EC-590F70F67803}"/>
                </a:ext>
              </a:extLst>
            </p:cNvPr>
            <p:cNvSpPr>
              <a:spLocks/>
            </p:cNvSpPr>
            <p:nvPr/>
          </p:nvSpPr>
          <p:spPr bwMode="auto">
            <a:xfrm rot="5094805">
              <a:off x="1920368" y="5371382"/>
              <a:ext cx="63979" cy="20565"/>
            </a:xfrm>
            <a:custGeom>
              <a:avLst/>
              <a:gdLst>
                <a:gd name="T0" fmla="*/ 14 w 26"/>
                <a:gd name="T1" fmla="*/ 5 h 9"/>
                <a:gd name="T2" fmla="*/ 1 w 26"/>
                <a:gd name="T3" fmla="*/ 9 h 9"/>
                <a:gd name="T4" fmla="*/ 11 w 26"/>
                <a:gd name="T5" fmla="*/ 4 h 9"/>
                <a:gd name="T6" fmla="*/ 25 w 26"/>
                <a:gd name="T7" fmla="*/ 0 h 9"/>
                <a:gd name="T8" fmla="*/ 14 w 26"/>
                <a:gd name="T9" fmla="*/ 5 h 9"/>
              </a:gdLst>
              <a:ahLst/>
              <a:cxnLst>
                <a:cxn ang="0">
                  <a:pos x="T0" y="T1"/>
                </a:cxn>
                <a:cxn ang="0">
                  <a:pos x="T2" y="T3"/>
                </a:cxn>
                <a:cxn ang="0">
                  <a:pos x="T4" y="T5"/>
                </a:cxn>
                <a:cxn ang="0">
                  <a:pos x="T6" y="T7"/>
                </a:cxn>
                <a:cxn ang="0">
                  <a:pos x="T8" y="T9"/>
                </a:cxn>
              </a:cxnLst>
              <a:rect l="0" t="0" r="r" b="b"/>
              <a:pathLst>
                <a:path w="26" h="9">
                  <a:moveTo>
                    <a:pt x="14" y="5"/>
                  </a:moveTo>
                  <a:cubicBezTo>
                    <a:pt x="7" y="8"/>
                    <a:pt x="1" y="9"/>
                    <a:pt x="1" y="9"/>
                  </a:cubicBezTo>
                  <a:cubicBezTo>
                    <a:pt x="0" y="8"/>
                    <a:pt x="5" y="6"/>
                    <a:pt x="11" y="4"/>
                  </a:cubicBezTo>
                  <a:cubicBezTo>
                    <a:pt x="18" y="2"/>
                    <a:pt x="25" y="0"/>
                    <a:pt x="25" y="0"/>
                  </a:cubicBezTo>
                  <a:cubicBezTo>
                    <a:pt x="26" y="0"/>
                    <a:pt x="21" y="3"/>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2" name="Freeform 1475">
              <a:extLst>
                <a:ext uri="{FF2B5EF4-FFF2-40B4-BE49-F238E27FC236}">
                  <a16:creationId xmlns:a16="http://schemas.microsoft.com/office/drawing/2014/main" id="{0FCB0F0D-0D4E-0FE1-C56B-85CB31AFE6C4}"/>
                </a:ext>
              </a:extLst>
            </p:cNvPr>
            <p:cNvSpPr>
              <a:spLocks/>
            </p:cNvSpPr>
            <p:nvPr/>
          </p:nvSpPr>
          <p:spPr bwMode="auto">
            <a:xfrm rot="5094805">
              <a:off x="1998837" y="5559380"/>
              <a:ext cx="63979" cy="15995"/>
            </a:xfrm>
            <a:custGeom>
              <a:avLst/>
              <a:gdLst>
                <a:gd name="T0" fmla="*/ 11 w 26"/>
                <a:gd name="T1" fmla="*/ 3 h 7"/>
                <a:gd name="T2" fmla="*/ 25 w 26"/>
                <a:gd name="T3" fmla="*/ 0 h 7"/>
                <a:gd name="T4" fmla="*/ 15 w 26"/>
                <a:gd name="T5" fmla="*/ 4 h 7"/>
                <a:gd name="T6" fmla="*/ 1 w 26"/>
                <a:gd name="T7" fmla="*/ 7 h 7"/>
                <a:gd name="T8" fmla="*/ 11 w 26"/>
                <a:gd name="T9" fmla="*/ 3 h 7"/>
              </a:gdLst>
              <a:ahLst/>
              <a:cxnLst>
                <a:cxn ang="0">
                  <a:pos x="T0" y="T1"/>
                </a:cxn>
                <a:cxn ang="0">
                  <a:pos x="T2" y="T3"/>
                </a:cxn>
                <a:cxn ang="0">
                  <a:pos x="T4" y="T5"/>
                </a:cxn>
                <a:cxn ang="0">
                  <a:pos x="T6" y="T7"/>
                </a:cxn>
                <a:cxn ang="0">
                  <a:pos x="T8" y="T9"/>
                </a:cxn>
              </a:cxnLst>
              <a:rect l="0" t="0" r="r" b="b"/>
              <a:pathLst>
                <a:path w="26" h="7">
                  <a:moveTo>
                    <a:pt x="11" y="3"/>
                  </a:moveTo>
                  <a:cubicBezTo>
                    <a:pt x="18" y="1"/>
                    <a:pt x="25" y="0"/>
                    <a:pt x="25" y="0"/>
                  </a:cubicBezTo>
                  <a:cubicBezTo>
                    <a:pt x="26" y="0"/>
                    <a:pt x="22" y="2"/>
                    <a:pt x="15" y="4"/>
                  </a:cubicBezTo>
                  <a:cubicBezTo>
                    <a:pt x="8" y="6"/>
                    <a:pt x="2" y="7"/>
                    <a:pt x="1" y="7"/>
                  </a:cubicBezTo>
                  <a:cubicBezTo>
                    <a:pt x="0" y="7"/>
                    <a:pt x="4" y="5"/>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3" name="Freeform 1476">
              <a:extLst>
                <a:ext uri="{FF2B5EF4-FFF2-40B4-BE49-F238E27FC236}">
                  <a16:creationId xmlns:a16="http://schemas.microsoft.com/office/drawing/2014/main" id="{210A7BE3-A9E2-E638-266F-424A57270F9E}"/>
                </a:ext>
              </a:extLst>
            </p:cNvPr>
            <p:cNvSpPr>
              <a:spLocks/>
            </p:cNvSpPr>
            <p:nvPr/>
          </p:nvSpPr>
          <p:spPr bwMode="auto">
            <a:xfrm rot="5094805">
              <a:off x="2065926" y="5746105"/>
              <a:ext cx="63979" cy="15995"/>
            </a:xfrm>
            <a:custGeom>
              <a:avLst/>
              <a:gdLst>
                <a:gd name="T0" fmla="*/ 14 w 26"/>
                <a:gd name="T1" fmla="*/ 4 h 6"/>
                <a:gd name="T2" fmla="*/ 1 w 26"/>
                <a:gd name="T3" fmla="*/ 6 h 6"/>
                <a:gd name="T4" fmla="*/ 11 w 26"/>
                <a:gd name="T5" fmla="*/ 3 h 6"/>
                <a:gd name="T6" fmla="*/ 25 w 26"/>
                <a:gd name="T7" fmla="*/ 0 h 6"/>
                <a:gd name="T8" fmla="*/ 14 w 26"/>
                <a:gd name="T9" fmla="*/ 4 h 6"/>
              </a:gdLst>
              <a:ahLst/>
              <a:cxnLst>
                <a:cxn ang="0">
                  <a:pos x="T0" y="T1"/>
                </a:cxn>
                <a:cxn ang="0">
                  <a:pos x="T2" y="T3"/>
                </a:cxn>
                <a:cxn ang="0">
                  <a:pos x="T4" y="T5"/>
                </a:cxn>
                <a:cxn ang="0">
                  <a:pos x="T6" y="T7"/>
                </a:cxn>
                <a:cxn ang="0">
                  <a:pos x="T8" y="T9"/>
                </a:cxn>
              </a:cxnLst>
              <a:rect l="0" t="0" r="r" b="b"/>
              <a:pathLst>
                <a:path w="26" h="6">
                  <a:moveTo>
                    <a:pt x="14" y="4"/>
                  </a:moveTo>
                  <a:cubicBezTo>
                    <a:pt x="7" y="5"/>
                    <a:pt x="1" y="6"/>
                    <a:pt x="1" y="6"/>
                  </a:cubicBezTo>
                  <a:cubicBezTo>
                    <a:pt x="0" y="6"/>
                    <a:pt x="5" y="4"/>
                    <a:pt x="11" y="3"/>
                  </a:cubicBezTo>
                  <a:cubicBezTo>
                    <a:pt x="18" y="1"/>
                    <a:pt x="25" y="0"/>
                    <a:pt x="25" y="0"/>
                  </a:cubicBezTo>
                  <a:cubicBezTo>
                    <a:pt x="26" y="1"/>
                    <a:pt x="21" y="2"/>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4" name="Freeform 1477">
              <a:extLst>
                <a:ext uri="{FF2B5EF4-FFF2-40B4-BE49-F238E27FC236}">
                  <a16:creationId xmlns:a16="http://schemas.microsoft.com/office/drawing/2014/main" id="{0BAC0298-3D65-1F0D-78D7-D4910097DE41}"/>
                </a:ext>
              </a:extLst>
            </p:cNvPr>
            <p:cNvSpPr>
              <a:spLocks/>
            </p:cNvSpPr>
            <p:nvPr/>
          </p:nvSpPr>
          <p:spPr bwMode="auto">
            <a:xfrm rot="5094805">
              <a:off x="2118318" y="5937468"/>
              <a:ext cx="66264" cy="11425"/>
            </a:xfrm>
            <a:custGeom>
              <a:avLst/>
              <a:gdLst>
                <a:gd name="T0" fmla="*/ 26 w 26"/>
                <a:gd name="T1" fmla="*/ 1 h 5"/>
                <a:gd name="T2" fmla="*/ 14 w 26"/>
                <a:gd name="T3" fmla="*/ 3 h 5"/>
                <a:gd name="T4" fmla="*/ 1 w 26"/>
                <a:gd name="T5" fmla="*/ 4 h 5"/>
                <a:gd name="T6" fmla="*/ 12 w 26"/>
                <a:gd name="T7" fmla="*/ 2 h 5"/>
                <a:gd name="T8" fmla="*/ 26 w 26"/>
                <a:gd name="T9" fmla="*/ 1 h 5"/>
              </a:gdLst>
              <a:ahLst/>
              <a:cxnLst>
                <a:cxn ang="0">
                  <a:pos x="T0" y="T1"/>
                </a:cxn>
                <a:cxn ang="0">
                  <a:pos x="T2" y="T3"/>
                </a:cxn>
                <a:cxn ang="0">
                  <a:pos x="T4" y="T5"/>
                </a:cxn>
                <a:cxn ang="0">
                  <a:pos x="T6" y="T7"/>
                </a:cxn>
                <a:cxn ang="0">
                  <a:pos x="T8" y="T9"/>
                </a:cxn>
              </a:cxnLst>
              <a:rect l="0" t="0" r="r" b="b"/>
              <a:pathLst>
                <a:path w="26" h="5">
                  <a:moveTo>
                    <a:pt x="26" y="1"/>
                  </a:moveTo>
                  <a:cubicBezTo>
                    <a:pt x="26" y="1"/>
                    <a:pt x="21" y="2"/>
                    <a:pt x="14" y="3"/>
                  </a:cubicBezTo>
                  <a:cubicBezTo>
                    <a:pt x="7" y="4"/>
                    <a:pt x="2" y="5"/>
                    <a:pt x="1" y="4"/>
                  </a:cubicBezTo>
                  <a:cubicBezTo>
                    <a:pt x="0" y="4"/>
                    <a:pt x="5" y="3"/>
                    <a:pt x="12" y="2"/>
                  </a:cubicBezTo>
                  <a:cubicBezTo>
                    <a:pt x="19" y="1"/>
                    <a:pt x="26"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5" name="Freeform 1478">
              <a:extLst>
                <a:ext uri="{FF2B5EF4-FFF2-40B4-BE49-F238E27FC236}">
                  <a16:creationId xmlns:a16="http://schemas.microsoft.com/office/drawing/2014/main" id="{1FE422D2-409E-6CEC-E14F-FA66623C7540}"/>
                </a:ext>
              </a:extLst>
            </p:cNvPr>
            <p:cNvSpPr>
              <a:spLocks/>
            </p:cNvSpPr>
            <p:nvPr/>
          </p:nvSpPr>
          <p:spPr bwMode="auto">
            <a:xfrm rot="5094805">
              <a:off x="2157265" y="6132526"/>
              <a:ext cx="63979" cy="6855"/>
            </a:xfrm>
            <a:custGeom>
              <a:avLst/>
              <a:gdLst>
                <a:gd name="T0" fmla="*/ 26 w 26"/>
                <a:gd name="T1" fmla="*/ 0 h 2"/>
                <a:gd name="T2" fmla="*/ 13 w 26"/>
                <a:gd name="T3" fmla="*/ 1 h 2"/>
                <a:gd name="T4" fmla="*/ 1 w 26"/>
                <a:gd name="T5" fmla="*/ 2 h 2"/>
                <a:gd name="T6" fmla="*/ 12 w 26"/>
                <a:gd name="T7" fmla="*/ 0 h 2"/>
                <a:gd name="T8" fmla="*/ 26 w 26"/>
                <a:gd name="T9" fmla="*/ 0 h 2"/>
              </a:gdLst>
              <a:ahLst/>
              <a:cxnLst>
                <a:cxn ang="0">
                  <a:pos x="T0" y="T1"/>
                </a:cxn>
                <a:cxn ang="0">
                  <a:pos x="T2" y="T3"/>
                </a:cxn>
                <a:cxn ang="0">
                  <a:pos x="T4" y="T5"/>
                </a:cxn>
                <a:cxn ang="0">
                  <a:pos x="T6" y="T7"/>
                </a:cxn>
                <a:cxn ang="0">
                  <a:pos x="T8" y="T9"/>
                </a:cxn>
              </a:cxnLst>
              <a:rect l="0" t="0" r="r" b="b"/>
              <a:pathLst>
                <a:path w="26" h="2">
                  <a:moveTo>
                    <a:pt x="26" y="0"/>
                  </a:moveTo>
                  <a:cubicBezTo>
                    <a:pt x="26" y="0"/>
                    <a:pt x="20" y="1"/>
                    <a:pt x="13" y="1"/>
                  </a:cubicBezTo>
                  <a:cubicBezTo>
                    <a:pt x="7" y="2"/>
                    <a:pt x="1" y="2"/>
                    <a:pt x="1" y="2"/>
                  </a:cubicBezTo>
                  <a:cubicBezTo>
                    <a:pt x="0" y="1"/>
                    <a:pt x="5" y="1"/>
                    <a:pt x="12" y="0"/>
                  </a:cubicBezTo>
                  <a:cubicBezTo>
                    <a:pt x="19" y="0"/>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6" name="Freeform 1479">
              <a:extLst>
                <a:ext uri="{FF2B5EF4-FFF2-40B4-BE49-F238E27FC236}">
                  <a16:creationId xmlns:a16="http://schemas.microsoft.com/office/drawing/2014/main" id="{32850FDA-09AB-FD6A-614F-69E07A8249AD}"/>
                </a:ext>
              </a:extLst>
            </p:cNvPr>
            <p:cNvSpPr>
              <a:spLocks/>
            </p:cNvSpPr>
            <p:nvPr/>
          </p:nvSpPr>
          <p:spPr bwMode="auto">
            <a:xfrm rot="5094805">
              <a:off x="2183686" y="6327353"/>
              <a:ext cx="66264" cy="4570"/>
            </a:xfrm>
            <a:custGeom>
              <a:avLst/>
              <a:gdLst>
                <a:gd name="T0" fmla="*/ 12 w 27"/>
                <a:gd name="T1" fmla="*/ 0 h 2"/>
                <a:gd name="T2" fmla="*/ 26 w 27"/>
                <a:gd name="T3" fmla="*/ 0 h 2"/>
                <a:gd name="T4" fmla="*/ 14 w 27"/>
                <a:gd name="T5" fmla="*/ 1 h 2"/>
                <a:gd name="T6" fmla="*/ 1 w 27"/>
                <a:gd name="T7" fmla="*/ 2 h 2"/>
                <a:gd name="T8" fmla="*/ 12 w 27"/>
                <a:gd name="T9" fmla="*/ 0 h 2"/>
              </a:gdLst>
              <a:ahLst/>
              <a:cxnLst>
                <a:cxn ang="0">
                  <a:pos x="T0" y="T1"/>
                </a:cxn>
                <a:cxn ang="0">
                  <a:pos x="T2" y="T3"/>
                </a:cxn>
                <a:cxn ang="0">
                  <a:pos x="T4" y="T5"/>
                </a:cxn>
                <a:cxn ang="0">
                  <a:pos x="T6" y="T7"/>
                </a:cxn>
                <a:cxn ang="0">
                  <a:pos x="T8" y="T9"/>
                </a:cxn>
              </a:cxnLst>
              <a:rect l="0" t="0" r="r" b="b"/>
              <a:pathLst>
                <a:path w="27" h="2">
                  <a:moveTo>
                    <a:pt x="12" y="0"/>
                  </a:moveTo>
                  <a:cubicBezTo>
                    <a:pt x="19" y="0"/>
                    <a:pt x="26" y="0"/>
                    <a:pt x="26" y="0"/>
                  </a:cubicBezTo>
                  <a:cubicBezTo>
                    <a:pt x="27" y="0"/>
                    <a:pt x="21" y="1"/>
                    <a:pt x="14" y="1"/>
                  </a:cubicBezTo>
                  <a:cubicBezTo>
                    <a:pt x="7" y="2"/>
                    <a:pt x="2" y="2"/>
                    <a:pt x="1" y="2"/>
                  </a:cubicBezTo>
                  <a:cubicBezTo>
                    <a:pt x="0" y="1"/>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7" name="Freeform 1480">
              <a:extLst>
                <a:ext uri="{FF2B5EF4-FFF2-40B4-BE49-F238E27FC236}">
                  <a16:creationId xmlns:a16="http://schemas.microsoft.com/office/drawing/2014/main" id="{2492C180-FC3C-153B-FD9D-2120531F5119}"/>
                </a:ext>
              </a:extLst>
            </p:cNvPr>
            <p:cNvSpPr>
              <a:spLocks/>
            </p:cNvSpPr>
            <p:nvPr/>
          </p:nvSpPr>
          <p:spPr bwMode="auto">
            <a:xfrm rot="5094805">
              <a:off x="2220560" y="6520320"/>
              <a:ext cx="63979" cy="9140"/>
            </a:xfrm>
            <a:custGeom>
              <a:avLst/>
              <a:gdLst>
                <a:gd name="T0" fmla="*/ 12 w 26"/>
                <a:gd name="T1" fmla="*/ 1 h 3"/>
                <a:gd name="T2" fmla="*/ 26 w 26"/>
                <a:gd name="T3" fmla="*/ 0 h 3"/>
                <a:gd name="T4" fmla="*/ 13 w 26"/>
                <a:gd name="T5" fmla="*/ 3 h 3"/>
                <a:gd name="T6" fmla="*/ 0 w 26"/>
                <a:gd name="T7" fmla="*/ 3 h 3"/>
                <a:gd name="T8" fmla="*/ 12 w 26"/>
                <a:gd name="T9" fmla="*/ 1 h 3"/>
              </a:gdLst>
              <a:ahLst/>
              <a:cxnLst>
                <a:cxn ang="0">
                  <a:pos x="T0" y="T1"/>
                </a:cxn>
                <a:cxn ang="0">
                  <a:pos x="T2" y="T3"/>
                </a:cxn>
                <a:cxn ang="0">
                  <a:pos x="T4" y="T5"/>
                </a:cxn>
                <a:cxn ang="0">
                  <a:pos x="T6" y="T7"/>
                </a:cxn>
                <a:cxn ang="0">
                  <a:pos x="T8" y="T9"/>
                </a:cxn>
              </a:cxnLst>
              <a:rect l="0" t="0" r="r" b="b"/>
              <a:pathLst>
                <a:path w="26" h="3">
                  <a:moveTo>
                    <a:pt x="12" y="1"/>
                  </a:moveTo>
                  <a:cubicBezTo>
                    <a:pt x="19" y="0"/>
                    <a:pt x="25" y="0"/>
                    <a:pt x="26" y="0"/>
                  </a:cubicBezTo>
                  <a:cubicBezTo>
                    <a:pt x="26" y="1"/>
                    <a:pt x="20" y="2"/>
                    <a:pt x="13" y="3"/>
                  </a:cubicBezTo>
                  <a:cubicBezTo>
                    <a:pt x="6" y="3"/>
                    <a:pt x="1" y="3"/>
                    <a:pt x="0" y="3"/>
                  </a:cubicBezTo>
                  <a:cubicBezTo>
                    <a:pt x="0" y="3"/>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8" name="Freeform 1481">
              <a:extLst>
                <a:ext uri="{FF2B5EF4-FFF2-40B4-BE49-F238E27FC236}">
                  <a16:creationId xmlns:a16="http://schemas.microsoft.com/office/drawing/2014/main" id="{D1DCFAE0-075F-170E-9FE5-D2BDFD6D3A74}"/>
                </a:ext>
              </a:extLst>
            </p:cNvPr>
            <p:cNvSpPr>
              <a:spLocks/>
            </p:cNvSpPr>
            <p:nvPr/>
          </p:nvSpPr>
          <p:spPr bwMode="auto">
            <a:xfrm rot="5094805">
              <a:off x="2259499" y="6712890"/>
              <a:ext cx="66264" cy="9140"/>
            </a:xfrm>
            <a:custGeom>
              <a:avLst/>
              <a:gdLst>
                <a:gd name="T0" fmla="*/ 13 w 27"/>
                <a:gd name="T1" fmla="*/ 1 h 4"/>
                <a:gd name="T2" fmla="*/ 26 w 27"/>
                <a:gd name="T3" fmla="*/ 0 h 4"/>
                <a:gd name="T4" fmla="*/ 13 w 27"/>
                <a:gd name="T5" fmla="*/ 3 h 4"/>
                <a:gd name="T6" fmla="*/ 1 w 27"/>
                <a:gd name="T7" fmla="*/ 4 h 4"/>
                <a:gd name="T8" fmla="*/ 13 w 27"/>
                <a:gd name="T9" fmla="*/ 1 h 4"/>
              </a:gdLst>
              <a:ahLst/>
              <a:cxnLst>
                <a:cxn ang="0">
                  <a:pos x="T0" y="T1"/>
                </a:cxn>
                <a:cxn ang="0">
                  <a:pos x="T2" y="T3"/>
                </a:cxn>
                <a:cxn ang="0">
                  <a:pos x="T4" y="T5"/>
                </a:cxn>
                <a:cxn ang="0">
                  <a:pos x="T6" y="T7"/>
                </a:cxn>
                <a:cxn ang="0">
                  <a:pos x="T8" y="T9"/>
                </a:cxn>
              </a:cxnLst>
              <a:rect l="0" t="0" r="r" b="b"/>
              <a:pathLst>
                <a:path w="27" h="4">
                  <a:moveTo>
                    <a:pt x="13" y="1"/>
                  </a:moveTo>
                  <a:cubicBezTo>
                    <a:pt x="20" y="0"/>
                    <a:pt x="26" y="0"/>
                    <a:pt x="26" y="0"/>
                  </a:cubicBezTo>
                  <a:cubicBezTo>
                    <a:pt x="27" y="1"/>
                    <a:pt x="21" y="2"/>
                    <a:pt x="13" y="3"/>
                  </a:cubicBezTo>
                  <a:cubicBezTo>
                    <a:pt x="7" y="4"/>
                    <a:pt x="1" y="4"/>
                    <a:pt x="1" y="4"/>
                  </a:cubicBezTo>
                  <a:cubicBezTo>
                    <a:pt x="0" y="3"/>
                    <a:pt x="6"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9" name="Freeform 1482">
              <a:extLst>
                <a:ext uri="{FF2B5EF4-FFF2-40B4-BE49-F238E27FC236}">
                  <a16:creationId xmlns:a16="http://schemas.microsoft.com/office/drawing/2014/main" id="{4FBED98E-BC36-7F0F-0077-A0359D458682}"/>
                </a:ext>
              </a:extLst>
            </p:cNvPr>
            <p:cNvSpPr>
              <a:spLocks/>
            </p:cNvSpPr>
            <p:nvPr/>
          </p:nvSpPr>
          <p:spPr bwMode="auto">
            <a:xfrm rot="5094805">
              <a:off x="2305468" y="6904843"/>
              <a:ext cx="68549" cy="13710"/>
            </a:xfrm>
            <a:custGeom>
              <a:avLst/>
              <a:gdLst>
                <a:gd name="T0" fmla="*/ 15 w 27"/>
                <a:gd name="T1" fmla="*/ 4 h 6"/>
                <a:gd name="T2" fmla="*/ 1 w 27"/>
                <a:gd name="T3" fmla="*/ 5 h 6"/>
                <a:gd name="T4" fmla="*/ 12 w 27"/>
                <a:gd name="T5" fmla="*/ 2 h 6"/>
                <a:gd name="T6" fmla="*/ 26 w 27"/>
                <a:gd name="T7" fmla="*/ 1 h 6"/>
                <a:gd name="T8" fmla="*/ 15 w 27"/>
                <a:gd name="T9" fmla="*/ 4 h 6"/>
              </a:gdLst>
              <a:ahLst/>
              <a:cxnLst>
                <a:cxn ang="0">
                  <a:pos x="T0" y="T1"/>
                </a:cxn>
                <a:cxn ang="0">
                  <a:pos x="T2" y="T3"/>
                </a:cxn>
                <a:cxn ang="0">
                  <a:pos x="T4" y="T5"/>
                </a:cxn>
                <a:cxn ang="0">
                  <a:pos x="T6" y="T7"/>
                </a:cxn>
                <a:cxn ang="0">
                  <a:pos x="T8" y="T9"/>
                </a:cxn>
              </a:cxnLst>
              <a:rect l="0" t="0" r="r" b="b"/>
              <a:pathLst>
                <a:path w="27" h="6">
                  <a:moveTo>
                    <a:pt x="15" y="4"/>
                  </a:moveTo>
                  <a:cubicBezTo>
                    <a:pt x="7" y="5"/>
                    <a:pt x="1" y="6"/>
                    <a:pt x="1" y="5"/>
                  </a:cubicBezTo>
                  <a:cubicBezTo>
                    <a:pt x="0" y="4"/>
                    <a:pt x="5" y="3"/>
                    <a:pt x="12" y="2"/>
                  </a:cubicBezTo>
                  <a:cubicBezTo>
                    <a:pt x="19" y="1"/>
                    <a:pt x="25" y="0"/>
                    <a:pt x="26" y="1"/>
                  </a:cubicBezTo>
                  <a:cubicBezTo>
                    <a:pt x="27" y="1"/>
                    <a:pt x="22" y="3"/>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0" name="Freeform 1483">
              <a:extLst>
                <a:ext uri="{FF2B5EF4-FFF2-40B4-BE49-F238E27FC236}">
                  <a16:creationId xmlns:a16="http://schemas.microsoft.com/office/drawing/2014/main" id="{9D35060D-FB32-DFC6-0205-71B5FD7E560C}"/>
                </a:ext>
              </a:extLst>
            </p:cNvPr>
            <p:cNvSpPr>
              <a:spLocks/>
            </p:cNvSpPr>
            <p:nvPr/>
          </p:nvSpPr>
          <p:spPr bwMode="auto">
            <a:xfrm rot="5094805">
              <a:off x="459769" y="2121261"/>
              <a:ext cx="61694" cy="15995"/>
            </a:xfrm>
            <a:custGeom>
              <a:avLst/>
              <a:gdLst>
                <a:gd name="T0" fmla="*/ 0 w 25"/>
                <a:gd name="T1" fmla="*/ 3 h 7"/>
                <a:gd name="T2" fmla="*/ 12 w 25"/>
                <a:gd name="T3" fmla="*/ 0 h 7"/>
                <a:gd name="T4" fmla="*/ 25 w 25"/>
                <a:gd name="T5" fmla="*/ 4 h 7"/>
                <a:gd name="T6" fmla="*/ 13 w 25"/>
                <a:gd name="T7" fmla="*/ 7 h 7"/>
                <a:gd name="T8" fmla="*/ 0 w 25"/>
                <a:gd name="T9" fmla="*/ 3 h 7"/>
              </a:gdLst>
              <a:ahLst/>
              <a:cxnLst>
                <a:cxn ang="0">
                  <a:pos x="T0" y="T1"/>
                </a:cxn>
                <a:cxn ang="0">
                  <a:pos x="T2" y="T3"/>
                </a:cxn>
                <a:cxn ang="0">
                  <a:pos x="T4" y="T5"/>
                </a:cxn>
                <a:cxn ang="0">
                  <a:pos x="T6" y="T7"/>
                </a:cxn>
                <a:cxn ang="0">
                  <a:pos x="T8" y="T9"/>
                </a:cxn>
              </a:cxnLst>
              <a:rect l="0" t="0" r="r" b="b"/>
              <a:pathLst>
                <a:path w="25" h="7">
                  <a:moveTo>
                    <a:pt x="0" y="3"/>
                  </a:moveTo>
                  <a:cubicBezTo>
                    <a:pt x="0" y="1"/>
                    <a:pt x="5" y="0"/>
                    <a:pt x="12" y="0"/>
                  </a:cubicBezTo>
                  <a:cubicBezTo>
                    <a:pt x="19" y="0"/>
                    <a:pt x="25" y="1"/>
                    <a:pt x="25" y="4"/>
                  </a:cubicBezTo>
                  <a:cubicBezTo>
                    <a:pt x="25" y="5"/>
                    <a:pt x="20" y="7"/>
                    <a:pt x="13" y="7"/>
                  </a:cubicBezTo>
                  <a:cubicBezTo>
                    <a:pt x="7" y="7"/>
                    <a:pt x="1" y="5"/>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1" name="Freeform 1484">
              <a:extLst>
                <a:ext uri="{FF2B5EF4-FFF2-40B4-BE49-F238E27FC236}">
                  <a16:creationId xmlns:a16="http://schemas.microsoft.com/office/drawing/2014/main" id="{FC738C34-E269-761D-B5A2-1A3B6E8AC41E}"/>
                </a:ext>
              </a:extLst>
            </p:cNvPr>
            <p:cNvSpPr>
              <a:spLocks/>
            </p:cNvSpPr>
            <p:nvPr/>
          </p:nvSpPr>
          <p:spPr bwMode="auto">
            <a:xfrm rot="5094805">
              <a:off x="479160" y="2314419"/>
              <a:ext cx="63979" cy="13710"/>
            </a:xfrm>
            <a:custGeom>
              <a:avLst/>
              <a:gdLst>
                <a:gd name="T0" fmla="*/ 26 w 26"/>
                <a:gd name="T1" fmla="*/ 2 h 6"/>
                <a:gd name="T2" fmla="*/ 15 w 26"/>
                <a:gd name="T3" fmla="*/ 6 h 6"/>
                <a:gd name="T4" fmla="*/ 2 w 26"/>
                <a:gd name="T5" fmla="*/ 3 h 6"/>
                <a:gd name="T6" fmla="*/ 13 w 26"/>
                <a:gd name="T7" fmla="*/ 0 h 6"/>
                <a:gd name="T8" fmla="*/ 26 w 26"/>
                <a:gd name="T9" fmla="*/ 2 h 6"/>
              </a:gdLst>
              <a:ahLst/>
              <a:cxnLst>
                <a:cxn ang="0">
                  <a:pos x="T0" y="T1"/>
                </a:cxn>
                <a:cxn ang="0">
                  <a:pos x="T2" y="T3"/>
                </a:cxn>
                <a:cxn ang="0">
                  <a:pos x="T4" y="T5"/>
                </a:cxn>
                <a:cxn ang="0">
                  <a:pos x="T6" y="T7"/>
                </a:cxn>
                <a:cxn ang="0">
                  <a:pos x="T8" y="T9"/>
                </a:cxn>
              </a:cxnLst>
              <a:rect l="0" t="0" r="r" b="b"/>
              <a:pathLst>
                <a:path w="26" h="6">
                  <a:moveTo>
                    <a:pt x="26" y="2"/>
                  </a:moveTo>
                  <a:cubicBezTo>
                    <a:pt x="26" y="4"/>
                    <a:pt x="22" y="6"/>
                    <a:pt x="15" y="6"/>
                  </a:cubicBezTo>
                  <a:cubicBezTo>
                    <a:pt x="9" y="6"/>
                    <a:pt x="3" y="5"/>
                    <a:pt x="2" y="3"/>
                  </a:cubicBezTo>
                  <a:cubicBezTo>
                    <a:pt x="0" y="2"/>
                    <a:pt x="6" y="0"/>
                    <a:pt x="13" y="0"/>
                  </a:cubicBezTo>
                  <a:cubicBezTo>
                    <a:pt x="20" y="0"/>
                    <a:pt x="25" y="1"/>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2" name="Freeform 1485">
              <a:extLst>
                <a:ext uri="{FF2B5EF4-FFF2-40B4-BE49-F238E27FC236}">
                  <a16:creationId xmlns:a16="http://schemas.microsoft.com/office/drawing/2014/main" id="{8788EC74-170A-011A-F65B-FA95DA494CB6}"/>
                </a:ext>
              </a:extLst>
            </p:cNvPr>
            <p:cNvSpPr>
              <a:spLocks/>
            </p:cNvSpPr>
            <p:nvPr/>
          </p:nvSpPr>
          <p:spPr bwMode="auto">
            <a:xfrm rot="5094805">
              <a:off x="511482" y="2507791"/>
              <a:ext cx="61694" cy="18280"/>
            </a:xfrm>
            <a:custGeom>
              <a:avLst/>
              <a:gdLst>
                <a:gd name="T0" fmla="*/ 11 w 25"/>
                <a:gd name="T1" fmla="*/ 1 h 7"/>
                <a:gd name="T2" fmla="*/ 25 w 25"/>
                <a:gd name="T3" fmla="*/ 2 h 7"/>
                <a:gd name="T4" fmla="*/ 15 w 25"/>
                <a:gd name="T5" fmla="*/ 6 h 7"/>
                <a:gd name="T6" fmla="*/ 0 w 25"/>
                <a:gd name="T7" fmla="*/ 4 h 7"/>
                <a:gd name="T8" fmla="*/ 11 w 25"/>
                <a:gd name="T9" fmla="*/ 1 h 7"/>
              </a:gdLst>
              <a:ahLst/>
              <a:cxnLst>
                <a:cxn ang="0">
                  <a:pos x="T0" y="T1"/>
                </a:cxn>
                <a:cxn ang="0">
                  <a:pos x="T2" y="T3"/>
                </a:cxn>
                <a:cxn ang="0">
                  <a:pos x="T4" y="T5"/>
                </a:cxn>
                <a:cxn ang="0">
                  <a:pos x="T6" y="T7"/>
                </a:cxn>
                <a:cxn ang="0">
                  <a:pos x="T8" y="T9"/>
                </a:cxn>
              </a:cxnLst>
              <a:rect l="0" t="0" r="r" b="b"/>
              <a:pathLst>
                <a:path w="25" h="7">
                  <a:moveTo>
                    <a:pt x="11" y="1"/>
                  </a:moveTo>
                  <a:cubicBezTo>
                    <a:pt x="18" y="0"/>
                    <a:pt x="24" y="1"/>
                    <a:pt x="25" y="2"/>
                  </a:cubicBezTo>
                  <a:cubicBezTo>
                    <a:pt x="25" y="3"/>
                    <a:pt x="21" y="5"/>
                    <a:pt x="15" y="6"/>
                  </a:cubicBezTo>
                  <a:cubicBezTo>
                    <a:pt x="8" y="7"/>
                    <a:pt x="1" y="6"/>
                    <a:pt x="0" y="4"/>
                  </a:cubicBezTo>
                  <a:cubicBezTo>
                    <a:pt x="0" y="3"/>
                    <a:pt x="5"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3" name="Freeform 1486">
              <a:extLst>
                <a:ext uri="{FF2B5EF4-FFF2-40B4-BE49-F238E27FC236}">
                  <a16:creationId xmlns:a16="http://schemas.microsoft.com/office/drawing/2014/main" id="{88F8F930-B9AE-BAC3-2F59-004AE95C852D}"/>
                </a:ext>
              </a:extLst>
            </p:cNvPr>
            <p:cNvSpPr>
              <a:spLocks/>
            </p:cNvSpPr>
            <p:nvPr/>
          </p:nvSpPr>
          <p:spPr bwMode="auto">
            <a:xfrm rot="5094805">
              <a:off x="550218" y="2698085"/>
              <a:ext cx="63979" cy="18280"/>
            </a:xfrm>
            <a:custGeom>
              <a:avLst/>
              <a:gdLst>
                <a:gd name="T0" fmla="*/ 25 w 26"/>
                <a:gd name="T1" fmla="*/ 2 h 7"/>
                <a:gd name="T2" fmla="*/ 15 w 26"/>
                <a:gd name="T3" fmla="*/ 6 h 7"/>
                <a:gd name="T4" fmla="*/ 1 w 26"/>
                <a:gd name="T5" fmla="*/ 5 h 7"/>
                <a:gd name="T6" fmla="*/ 12 w 26"/>
                <a:gd name="T7" fmla="*/ 1 h 7"/>
                <a:gd name="T8" fmla="*/ 25 w 26"/>
                <a:gd name="T9" fmla="*/ 2 h 7"/>
              </a:gdLst>
              <a:ahLst/>
              <a:cxnLst>
                <a:cxn ang="0">
                  <a:pos x="T0" y="T1"/>
                </a:cxn>
                <a:cxn ang="0">
                  <a:pos x="T2" y="T3"/>
                </a:cxn>
                <a:cxn ang="0">
                  <a:pos x="T4" y="T5"/>
                </a:cxn>
                <a:cxn ang="0">
                  <a:pos x="T6" y="T7"/>
                </a:cxn>
                <a:cxn ang="0">
                  <a:pos x="T8" y="T9"/>
                </a:cxn>
              </a:cxnLst>
              <a:rect l="0" t="0" r="r" b="b"/>
              <a:pathLst>
                <a:path w="26" h="7">
                  <a:moveTo>
                    <a:pt x="25" y="2"/>
                  </a:moveTo>
                  <a:cubicBezTo>
                    <a:pt x="26" y="3"/>
                    <a:pt x="22" y="5"/>
                    <a:pt x="15" y="6"/>
                  </a:cubicBezTo>
                  <a:cubicBezTo>
                    <a:pt x="9" y="7"/>
                    <a:pt x="2" y="7"/>
                    <a:pt x="1" y="5"/>
                  </a:cubicBezTo>
                  <a:cubicBezTo>
                    <a:pt x="0" y="4"/>
                    <a:pt x="5" y="2"/>
                    <a:pt x="12" y="1"/>
                  </a:cubicBezTo>
                  <a:cubicBezTo>
                    <a:pt x="18" y="0"/>
                    <a:pt x="24" y="0"/>
                    <a:pt x="2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4" name="Freeform 1487">
              <a:extLst>
                <a:ext uri="{FF2B5EF4-FFF2-40B4-BE49-F238E27FC236}">
                  <a16:creationId xmlns:a16="http://schemas.microsoft.com/office/drawing/2014/main" id="{B8537204-EB4D-72EE-969D-C0817DFE58B6}"/>
                </a:ext>
              </a:extLst>
            </p:cNvPr>
            <p:cNvSpPr>
              <a:spLocks/>
            </p:cNvSpPr>
            <p:nvPr/>
          </p:nvSpPr>
          <p:spPr bwMode="auto">
            <a:xfrm rot="5094805">
              <a:off x="603757" y="2886123"/>
              <a:ext cx="61694" cy="20565"/>
            </a:xfrm>
            <a:custGeom>
              <a:avLst/>
              <a:gdLst>
                <a:gd name="T0" fmla="*/ 11 w 25"/>
                <a:gd name="T1" fmla="*/ 2 h 8"/>
                <a:gd name="T2" fmla="*/ 24 w 25"/>
                <a:gd name="T3" fmla="*/ 1 h 8"/>
                <a:gd name="T4" fmla="*/ 15 w 25"/>
                <a:gd name="T5" fmla="*/ 6 h 8"/>
                <a:gd name="T6" fmla="*/ 0 w 25"/>
                <a:gd name="T7" fmla="*/ 6 h 8"/>
                <a:gd name="T8" fmla="*/ 11 w 25"/>
                <a:gd name="T9" fmla="*/ 2 h 8"/>
              </a:gdLst>
              <a:ahLst/>
              <a:cxnLst>
                <a:cxn ang="0">
                  <a:pos x="T0" y="T1"/>
                </a:cxn>
                <a:cxn ang="0">
                  <a:pos x="T2" y="T3"/>
                </a:cxn>
                <a:cxn ang="0">
                  <a:pos x="T4" y="T5"/>
                </a:cxn>
                <a:cxn ang="0">
                  <a:pos x="T6" y="T7"/>
                </a:cxn>
                <a:cxn ang="0">
                  <a:pos x="T8" y="T9"/>
                </a:cxn>
              </a:cxnLst>
              <a:rect l="0" t="0" r="r" b="b"/>
              <a:pathLst>
                <a:path w="25" h="8">
                  <a:moveTo>
                    <a:pt x="11" y="2"/>
                  </a:moveTo>
                  <a:cubicBezTo>
                    <a:pt x="18" y="0"/>
                    <a:pt x="24" y="0"/>
                    <a:pt x="24" y="1"/>
                  </a:cubicBezTo>
                  <a:cubicBezTo>
                    <a:pt x="25" y="2"/>
                    <a:pt x="21" y="4"/>
                    <a:pt x="15" y="6"/>
                  </a:cubicBezTo>
                  <a:cubicBezTo>
                    <a:pt x="8" y="8"/>
                    <a:pt x="1" y="8"/>
                    <a:pt x="0" y="6"/>
                  </a:cubicBezTo>
                  <a:cubicBezTo>
                    <a:pt x="0" y="5"/>
                    <a:pt x="5" y="3"/>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5" name="Freeform 1488">
              <a:extLst>
                <a:ext uri="{FF2B5EF4-FFF2-40B4-BE49-F238E27FC236}">
                  <a16:creationId xmlns:a16="http://schemas.microsoft.com/office/drawing/2014/main" id="{814F13DC-1144-859E-2177-6873DCEFB15B}"/>
                </a:ext>
              </a:extLst>
            </p:cNvPr>
            <p:cNvSpPr>
              <a:spLocks/>
            </p:cNvSpPr>
            <p:nvPr/>
          </p:nvSpPr>
          <p:spPr bwMode="auto">
            <a:xfrm rot="5094805">
              <a:off x="672186" y="3073880"/>
              <a:ext cx="61694" cy="22850"/>
            </a:xfrm>
            <a:custGeom>
              <a:avLst/>
              <a:gdLst>
                <a:gd name="T0" fmla="*/ 11 w 25"/>
                <a:gd name="T1" fmla="*/ 3 h 9"/>
                <a:gd name="T2" fmla="*/ 24 w 25"/>
                <a:gd name="T3" fmla="*/ 1 h 9"/>
                <a:gd name="T4" fmla="*/ 14 w 25"/>
                <a:gd name="T5" fmla="*/ 7 h 9"/>
                <a:gd name="T6" fmla="*/ 0 w 25"/>
                <a:gd name="T7" fmla="*/ 8 h 9"/>
                <a:gd name="T8" fmla="*/ 11 w 25"/>
                <a:gd name="T9" fmla="*/ 3 h 9"/>
              </a:gdLst>
              <a:ahLst/>
              <a:cxnLst>
                <a:cxn ang="0">
                  <a:pos x="T0" y="T1"/>
                </a:cxn>
                <a:cxn ang="0">
                  <a:pos x="T2" y="T3"/>
                </a:cxn>
                <a:cxn ang="0">
                  <a:pos x="T4" y="T5"/>
                </a:cxn>
                <a:cxn ang="0">
                  <a:pos x="T6" y="T7"/>
                </a:cxn>
                <a:cxn ang="0">
                  <a:pos x="T8" y="T9"/>
                </a:cxn>
              </a:cxnLst>
              <a:rect l="0" t="0" r="r" b="b"/>
              <a:pathLst>
                <a:path w="25" h="9">
                  <a:moveTo>
                    <a:pt x="11" y="3"/>
                  </a:moveTo>
                  <a:cubicBezTo>
                    <a:pt x="18" y="1"/>
                    <a:pt x="24" y="0"/>
                    <a:pt x="24" y="1"/>
                  </a:cubicBezTo>
                  <a:cubicBezTo>
                    <a:pt x="25" y="2"/>
                    <a:pt x="21" y="5"/>
                    <a:pt x="14" y="7"/>
                  </a:cubicBezTo>
                  <a:cubicBezTo>
                    <a:pt x="8" y="9"/>
                    <a:pt x="1" y="9"/>
                    <a:pt x="0" y="8"/>
                  </a:cubicBezTo>
                  <a:cubicBezTo>
                    <a:pt x="0" y="7"/>
                    <a:pt x="5" y="5"/>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6" name="Freeform 1489">
              <a:extLst>
                <a:ext uri="{FF2B5EF4-FFF2-40B4-BE49-F238E27FC236}">
                  <a16:creationId xmlns:a16="http://schemas.microsoft.com/office/drawing/2014/main" id="{AB3F71F6-D9CF-13B6-3279-6B2123527685}"/>
                </a:ext>
              </a:extLst>
            </p:cNvPr>
            <p:cNvSpPr>
              <a:spLocks/>
            </p:cNvSpPr>
            <p:nvPr/>
          </p:nvSpPr>
          <p:spPr bwMode="auto">
            <a:xfrm rot="5094805">
              <a:off x="748273" y="3257413"/>
              <a:ext cx="63979" cy="25135"/>
            </a:xfrm>
            <a:custGeom>
              <a:avLst/>
              <a:gdLst>
                <a:gd name="T0" fmla="*/ 25 w 26"/>
                <a:gd name="T1" fmla="*/ 1 h 10"/>
                <a:gd name="T2" fmla="*/ 15 w 26"/>
                <a:gd name="T3" fmla="*/ 7 h 10"/>
                <a:gd name="T4" fmla="*/ 1 w 26"/>
                <a:gd name="T5" fmla="*/ 9 h 10"/>
                <a:gd name="T6" fmla="*/ 13 w 26"/>
                <a:gd name="T7" fmla="*/ 3 h 10"/>
                <a:gd name="T8" fmla="*/ 25 w 26"/>
                <a:gd name="T9" fmla="*/ 1 h 10"/>
              </a:gdLst>
              <a:ahLst/>
              <a:cxnLst>
                <a:cxn ang="0">
                  <a:pos x="T0" y="T1"/>
                </a:cxn>
                <a:cxn ang="0">
                  <a:pos x="T2" y="T3"/>
                </a:cxn>
                <a:cxn ang="0">
                  <a:pos x="T4" y="T5"/>
                </a:cxn>
                <a:cxn ang="0">
                  <a:pos x="T6" y="T7"/>
                </a:cxn>
                <a:cxn ang="0">
                  <a:pos x="T8" y="T9"/>
                </a:cxn>
              </a:cxnLst>
              <a:rect l="0" t="0" r="r" b="b"/>
              <a:pathLst>
                <a:path w="26" h="10">
                  <a:moveTo>
                    <a:pt x="25" y="1"/>
                  </a:moveTo>
                  <a:cubicBezTo>
                    <a:pt x="26" y="2"/>
                    <a:pt x="21" y="5"/>
                    <a:pt x="15" y="7"/>
                  </a:cubicBezTo>
                  <a:cubicBezTo>
                    <a:pt x="8" y="9"/>
                    <a:pt x="2" y="10"/>
                    <a:pt x="1" y="9"/>
                  </a:cubicBezTo>
                  <a:cubicBezTo>
                    <a:pt x="0" y="8"/>
                    <a:pt x="6" y="5"/>
                    <a:pt x="13" y="3"/>
                  </a:cubicBezTo>
                  <a:cubicBezTo>
                    <a:pt x="20" y="0"/>
                    <a:pt x="25"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7" name="Freeform 1490">
              <a:extLst>
                <a:ext uri="{FF2B5EF4-FFF2-40B4-BE49-F238E27FC236}">
                  <a16:creationId xmlns:a16="http://schemas.microsoft.com/office/drawing/2014/main" id="{2871FD4D-D0F1-4A6D-8948-DAA62D1A556C}"/>
                </a:ext>
              </a:extLst>
            </p:cNvPr>
            <p:cNvSpPr>
              <a:spLocks/>
            </p:cNvSpPr>
            <p:nvPr/>
          </p:nvSpPr>
          <p:spPr bwMode="auto">
            <a:xfrm rot="5094805">
              <a:off x="837090" y="3441168"/>
              <a:ext cx="61694" cy="29705"/>
            </a:xfrm>
            <a:custGeom>
              <a:avLst/>
              <a:gdLst>
                <a:gd name="T0" fmla="*/ 11 w 25"/>
                <a:gd name="T1" fmla="*/ 4 h 12"/>
                <a:gd name="T2" fmla="*/ 24 w 25"/>
                <a:gd name="T3" fmla="*/ 1 h 12"/>
                <a:gd name="T4" fmla="*/ 14 w 25"/>
                <a:gd name="T5" fmla="*/ 7 h 12"/>
                <a:gd name="T6" fmla="*/ 0 w 25"/>
                <a:gd name="T7" fmla="*/ 11 h 12"/>
                <a:gd name="T8" fmla="*/ 11 w 25"/>
                <a:gd name="T9" fmla="*/ 4 h 12"/>
              </a:gdLst>
              <a:ahLst/>
              <a:cxnLst>
                <a:cxn ang="0">
                  <a:pos x="T0" y="T1"/>
                </a:cxn>
                <a:cxn ang="0">
                  <a:pos x="T2" y="T3"/>
                </a:cxn>
                <a:cxn ang="0">
                  <a:pos x="T4" y="T5"/>
                </a:cxn>
                <a:cxn ang="0">
                  <a:pos x="T6" y="T7"/>
                </a:cxn>
                <a:cxn ang="0">
                  <a:pos x="T8" y="T9"/>
                </a:cxn>
              </a:cxnLst>
              <a:rect l="0" t="0" r="r" b="b"/>
              <a:pathLst>
                <a:path w="25" h="12">
                  <a:moveTo>
                    <a:pt x="11" y="4"/>
                  </a:moveTo>
                  <a:cubicBezTo>
                    <a:pt x="17" y="2"/>
                    <a:pt x="23" y="0"/>
                    <a:pt x="24" y="1"/>
                  </a:cubicBezTo>
                  <a:cubicBezTo>
                    <a:pt x="25" y="2"/>
                    <a:pt x="20" y="5"/>
                    <a:pt x="14" y="7"/>
                  </a:cubicBezTo>
                  <a:cubicBezTo>
                    <a:pt x="7" y="10"/>
                    <a:pt x="0" y="12"/>
                    <a:pt x="0" y="11"/>
                  </a:cubicBezTo>
                  <a:cubicBezTo>
                    <a:pt x="0" y="9"/>
                    <a:pt x="5" y="7"/>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8" name="Freeform 1491">
              <a:extLst>
                <a:ext uri="{FF2B5EF4-FFF2-40B4-BE49-F238E27FC236}">
                  <a16:creationId xmlns:a16="http://schemas.microsoft.com/office/drawing/2014/main" id="{44D794C0-A8C4-FAC2-1AD5-5664D0B04350}"/>
                </a:ext>
              </a:extLst>
            </p:cNvPr>
            <p:cNvSpPr>
              <a:spLocks/>
            </p:cNvSpPr>
            <p:nvPr/>
          </p:nvSpPr>
          <p:spPr bwMode="auto">
            <a:xfrm rot="5094805">
              <a:off x="932320" y="3621846"/>
              <a:ext cx="63979" cy="29705"/>
            </a:xfrm>
            <a:custGeom>
              <a:avLst/>
              <a:gdLst>
                <a:gd name="T0" fmla="*/ 15 w 26"/>
                <a:gd name="T1" fmla="*/ 7 h 12"/>
                <a:gd name="T2" fmla="*/ 2 w 26"/>
                <a:gd name="T3" fmla="*/ 11 h 12"/>
                <a:gd name="T4" fmla="*/ 13 w 26"/>
                <a:gd name="T5" fmla="*/ 4 h 12"/>
                <a:gd name="T6" fmla="*/ 25 w 26"/>
                <a:gd name="T7" fmla="*/ 0 h 12"/>
                <a:gd name="T8" fmla="*/ 15 w 26"/>
                <a:gd name="T9" fmla="*/ 7 h 12"/>
              </a:gdLst>
              <a:ahLst/>
              <a:cxnLst>
                <a:cxn ang="0">
                  <a:pos x="T0" y="T1"/>
                </a:cxn>
                <a:cxn ang="0">
                  <a:pos x="T2" y="T3"/>
                </a:cxn>
                <a:cxn ang="0">
                  <a:pos x="T4" y="T5"/>
                </a:cxn>
                <a:cxn ang="0">
                  <a:pos x="T6" y="T7"/>
                </a:cxn>
                <a:cxn ang="0">
                  <a:pos x="T8" y="T9"/>
                </a:cxn>
              </a:cxnLst>
              <a:rect l="0" t="0" r="r" b="b"/>
              <a:pathLst>
                <a:path w="26" h="12">
                  <a:moveTo>
                    <a:pt x="15" y="7"/>
                  </a:moveTo>
                  <a:cubicBezTo>
                    <a:pt x="9" y="10"/>
                    <a:pt x="2" y="12"/>
                    <a:pt x="2" y="11"/>
                  </a:cubicBezTo>
                  <a:cubicBezTo>
                    <a:pt x="0" y="10"/>
                    <a:pt x="6" y="7"/>
                    <a:pt x="13" y="4"/>
                  </a:cubicBezTo>
                  <a:cubicBezTo>
                    <a:pt x="20" y="1"/>
                    <a:pt x="25" y="0"/>
                    <a:pt x="25" y="0"/>
                  </a:cubicBezTo>
                  <a:cubicBezTo>
                    <a:pt x="26" y="1"/>
                    <a:pt x="21" y="4"/>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9" name="Freeform 1492">
              <a:extLst>
                <a:ext uri="{FF2B5EF4-FFF2-40B4-BE49-F238E27FC236}">
                  <a16:creationId xmlns:a16="http://schemas.microsoft.com/office/drawing/2014/main" id="{0E7B3319-124D-9C0C-AF7B-BABCD7CA6BA5}"/>
                </a:ext>
              </a:extLst>
            </p:cNvPr>
            <p:cNvSpPr>
              <a:spLocks/>
            </p:cNvSpPr>
            <p:nvPr/>
          </p:nvSpPr>
          <p:spPr bwMode="auto">
            <a:xfrm rot="5094805">
              <a:off x="1035728" y="3803150"/>
              <a:ext cx="61694" cy="31990"/>
            </a:xfrm>
            <a:custGeom>
              <a:avLst/>
              <a:gdLst>
                <a:gd name="T0" fmla="*/ 1 w 25"/>
                <a:gd name="T1" fmla="*/ 12 h 13"/>
                <a:gd name="T2" fmla="*/ 12 w 25"/>
                <a:gd name="T3" fmla="*/ 5 h 13"/>
                <a:gd name="T4" fmla="*/ 25 w 25"/>
                <a:gd name="T5" fmla="*/ 1 h 13"/>
                <a:gd name="T6" fmla="*/ 13 w 25"/>
                <a:gd name="T7" fmla="*/ 9 h 13"/>
                <a:gd name="T8" fmla="*/ 1 w 25"/>
                <a:gd name="T9" fmla="*/ 12 h 13"/>
              </a:gdLst>
              <a:ahLst/>
              <a:cxnLst>
                <a:cxn ang="0">
                  <a:pos x="T0" y="T1"/>
                </a:cxn>
                <a:cxn ang="0">
                  <a:pos x="T2" y="T3"/>
                </a:cxn>
                <a:cxn ang="0">
                  <a:pos x="T4" y="T5"/>
                </a:cxn>
                <a:cxn ang="0">
                  <a:pos x="T6" y="T7"/>
                </a:cxn>
                <a:cxn ang="0">
                  <a:pos x="T8" y="T9"/>
                </a:cxn>
              </a:cxnLst>
              <a:rect l="0" t="0" r="r" b="b"/>
              <a:pathLst>
                <a:path w="25" h="13">
                  <a:moveTo>
                    <a:pt x="1" y="12"/>
                  </a:moveTo>
                  <a:cubicBezTo>
                    <a:pt x="0" y="11"/>
                    <a:pt x="5" y="8"/>
                    <a:pt x="12" y="5"/>
                  </a:cubicBezTo>
                  <a:cubicBezTo>
                    <a:pt x="19" y="2"/>
                    <a:pt x="25" y="0"/>
                    <a:pt x="25" y="1"/>
                  </a:cubicBezTo>
                  <a:cubicBezTo>
                    <a:pt x="25" y="2"/>
                    <a:pt x="19" y="6"/>
                    <a:pt x="13" y="9"/>
                  </a:cubicBezTo>
                  <a:cubicBezTo>
                    <a:pt x="7" y="11"/>
                    <a:pt x="1" y="13"/>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0" name="Freeform 1493">
              <a:extLst>
                <a:ext uri="{FF2B5EF4-FFF2-40B4-BE49-F238E27FC236}">
                  <a16:creationId xmlns:a16="http://schemas.microsoft.com/office/drawing/2014/main" id="{D0197090-97C5-79D0-1B14-A4E09EF3D52E}"/>
                </a:ext>
              </a:extLst>
            </p:cNvPr>
            <p:cNvSpPr>
              <a:spLocks/>
            </p:cNvSpPr>
            <p:nvPr/>
          </p:nvSpPr>
          <p:spPr bwMode="auto">
            <a:xfrm rot="5094805">
              <a:off x="1141605" y="3988611"/>
              <a:ext cx="63979" cy="29705"/>
            </a:xfrm>
            <a:custGeom>
              <a:avLst/>
              <a:gdLst>
                <a:gd name="T0" fmla="*/ 25 w 26"/>
                <a:gd name="T1" fmla="*/ 0 h 12"/>
                <a:gd name="T2" fmla="*/ 15 w 26"/>
                <a:gd name="T3" fmla="*/ 7 h 12"/>
                <a:gd name="T4" fmla="*/ 1 w 26"/>
                <a:gd name="T5" fmla="*/ 12 h 12"/>
                <a:gd name="T6" fmla="*/ 13 w 26"/>
                <a:gd name="T7" fmla="*/ 5 h 12"/>
                <a:gd name="T8" fmla="*/ 25 w 26"/>
                <a:gd name="T9" fmla="*/ 0 h 12"/>
              </a:gdLst>
              <a:ahLst/>
              <a:cxnLst>
                <a:cxn ang="0">
                  <a:pos x="T0" y="T1"/>
                </a:cxn>
                <a:cxn ang="0">
                  <a:pos x="T2" y="T3"/>
                </a:cxn>
                <a:cxn ang="0">
                  <a:pos x="T4" y="T5"/>
                </a:cxn>
                <a:cxn ang="0">
                  <a:pos x="T6" y="T7"/>
                </a:cxn>
                <a:cxn ang="0">
                  <a:pos x="T8" y="T9"/>
                </a:cxn>
              </a:cxnLst>
              <a:rect l="0" t="0" r="r" b="b"/>
              <a:pathLst>
                <a:path w="26" h="12">
                  <a:moveTo>
                    <a:pt x="25" y="0"/>
                  </a:moveTo>
                  <a:cubicBezTo>
                    <a:pt x="26" y="1"/>
                    <a:pt x="21" y="4"/>
                    <a:pt x="15" y="7"/>
                  </a:cubicBezTo>
                  <a:cubicBezTo>
                    <a:pt x="8" y="10"/>
                    <a:pt x="2" y="12"/>
                    <a:pt x="1" y="12"/>
                  </a:cubicBezTo>
                  <a:cubicBezTo>
                    <a:pt x="0" y="11"/>
                    <a:pt x="6" y="8"/>
                    <a:pt x="13" y="5"/>
                  </a:cubicBezTo>
                  <a:cubicBezTo>
                    <a:pt x="19" y="1"/>
                    <a:pt x="25"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1" name="Freeform 1494">
              <a:extLst>
                <a:ext uri="{FF2B5EF4-FFF2-40B4-BE49-F238E27FC236}">
                  <a16:creationId xmlns:a16="http://schemas.microsoft.com/office/drawing/2014/main" id="{0AAFC57F-DDAC-01D1-312A-BCF4C1C11A9F}"/>
                </a:ext>
              </a:extLst>
            </p:cNvPr>
            <p:cNvSpPr>
              <a:spLocks/>
            </p:cNvSpPr>
            <p:nvPr/>
          </p:nvSpPr>
          <p:spPr bwMode="auto">
            <a:xfrm rot="5094805">
              <a:off x="1251841" y="4169307"/>
              <a:ext cx="61694" cy="31990"/>
            </a:xfrm>
            <a:custGeom>
              <a:avLst/>
              <a:gdLst>
                <a:gd name="T0" fmla="*/ 24 w 25"/>
                <a:gd name="T1" fmla="*/ 0 h 13"/>
                <a:gd name="T2" fmla="*/ 15 w 25"/>
                <a:gd name="T3" fmla="*/ 7 h 13"/>
                <a:gd name="T4" fmla="*/ 0 w 25"/>
                <a:gd name="T5" fmla="*/ 12 h 13"/>
                <a:gd name="T6" fmla="*/ 11 w 25"/>
                <a:gd name="T7" fmla="*/ 5 h 13"/>
                <a:gd name="T8" fmla="*/ 24 w 25"/>
                <a:gd name="T9" fmla="*/ 0 h 13"/>
              </a:gdLst>
              <a:ahLst/>
              <a:cxnLst>
                <a:cxn ang="0">
                  <a:pos x="T0" y="T1"/>
                </a:cxn>
                <a:cxn ang="0">
                  <a:pos x="T2" y="T3"/>
                </a:cxn>
                <a:cxn ang="0">
                  <a:pos x="T4" y="T5"/>
                </a:cxn>
                <a:cxn ang="0">
                  <a:pos x="T6" y="T7"/>
                </a:cxn>
                <a:cxn ang="0">
                  <a:pos x="T8" y="T9"/>
                </a:cxn>
              </a:cxnLst>
              <a:rect l="0" t="0" r="r" b="b"/>
              <a:pathLst>
                <a:path w="25" h="13">
                  <a:moveTo>
                    <a:pt x="24" y="0"/>
                  </a:moveTo>
                  <a:cubicBezTo>
                    <a:pt x="25" y="0"/>
                    <a:pt x="21" y="3"/>
                    <a:pt x="15" y="7"/>
                  </a:cubicBezTo>
                  <a:cubicBezTo>
                    <a:pt x="8" y="10"/>
                    <a:pt x="1" y="13"/>
                    <a:pt x="0" y="12"/>
                  </a:cubicBezTo>
                  <a:cubicBezTo>
                    <a:pt x="0" y="11"/>
                    <a:pt x="5" y="8"/>
                    <a:pt x="11" y="5"/>
                  </a:cubicBezTo>
                  <a:cubicBezTo>
                    <a:pt x="18" y="2"/>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2" name="Freeform 1495">
              <a:extLst>
                <a:ext uri="{FF2B5EF4-FFF2-40B4-BE49-F238E27FC236}">
                  <a16:creationId xmlns:a16="http://schemas.microsoft.com/office/drawing/2014/main" id="{EC816A08-4A26-BF07-4D1A-E39C7013A194}"/>
                </a:ext>
              </a:extLst>
            </p:cNvPr>
            <p:cNvSpPr>
              <a:spLocks/>
            </p:cNvSpPr>
            <p:nvPr/>
          </p:nvSpPr>
          <p:spPr bwMode="auto">
            <a:xfrm rot="5094805">
              <a:off x="1364247" y="4349705"/>
              <a:ext cx="61694" cy="31990"/>
            </a:xfrm>
            <a:custGeom>
              <a:avLst/>
              <a:gdLst>
                <a:gd name="T0" fmla="*/ 14 w 25"/>
                <a:gd name="T1" fmla="*/ 7 h 13"/>
                <a:gd name="T2" fmla="*/ 1 w 25"/>
                <a:gd name="T3" fmla="*/ 12 h 13"/>
                <a:gd name="T4" fmla="*/ 13 w 25"/>
                <a:gd name="T5" fmla="*/ 5 h 13"/>
                <a:gd name="T6" fmla="*/ 25 w 25"/>
                <a:gd name="T7" fmla="*/ 1 h 13"/>
                <a:gd name="T8" fmla="*/ 14 w 25"/>
                <a:gd name="T9" fmla="*/ 7 h 13"/>
              </a:gdLst>
              <a:ahLst/>
              <a:cxnLst>
                <a:cxn ang="0">
                  <a:pos x="T0" y="T1"/>
                </a:cxn>
                <a:cxn ang="0">
                  <a:pos x="T2" y="T3"/>
                </a:cxn>
                <a:cxn ang="0">
                  <a:pos x="T4" y="T5"/>
                </a:cxn>
                <a:cxn ang="0">
                  <a:pos x="T6" y="T7"/>
                </a:cxn>
                <a:cxn ang="0">
                  <a:pos x="T8" y="T9"/>
                </a:cxn>
              </a:cxnLst>
              <a:rect l="0" t="0" r="r" b="b"/>
              <a:pathLst>
                <a:path w="25" h="13">
                  <a:moveTo>
                    <a:pt x="14" y="7"/>
                  </a:moveTo>
                  <a:cubicBezTo>
                    <a:pt x="7" y="11"/>
                    <a:pt x="1" y="13"/>
                    <a:pt x="1" y="12"/>
                  </a:cubicBezTo>
                  <a:cubicBezTo>
                    <a:pt x="0" y="12"/>
                    <a:pt x="6" y="9"/>
                    <a:pt x="13" y="5"/>
                  </a:cubicBezTo>
                  <a:cubicBezTo>
                    <a:pt x="19" y="2"/>
                    <a:pt x="24" y="0"/>
                    <a:pt x="25" y="1"/>
                  </a:cubicBezTo>
                  <a:cubicBezTo>
                    <a:pt x="25" y="1"/>
                    <a:pt x="20" y="4"/>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3" name="Freeform 1496">
              <a:extLst>
                <a:ext uri="{FF2B5EF4-FFF2-40B4-BE49-F238E27FC236}">
                  <a16:creationId xmlns:a16="http://schemas.microsoft.com/office/drawing/2014/main" id="{067AFD25-8E27-1A37-B3D8-841562D8D23B}"/>
                </a:ext>
              </a:extLst>
            </p:cNvPr>
            <p:cNvSpPr>
              <a:spLocks/>
            </p:cNvSpPr>
            <p:nvPr/>
          </p:nvSpPr>
          <p:spPr bwMode="auto">
            <a:xfrm rot="5094805">
              <a:off x="447198" y="1925007"/>
              <a:ext cx="63979" cy="22850"/>
            </a:xfrm>
            <a:custGeom>
              <a:avLst/>
              <a:gdLst>
                <a:gd name="T0" fmla="*/ 25 w 26"/>
                <a:gd name="T1" fmla="*/ 5 h 9"/>
                <a:gd name="T2" fmla="*/ 15 w 26"/>
                <a:gd name="T3" fmla="*/ 9 h 9"/>
                <a:gd name="T4" fmla="*/ 0 w 26"/>
                <a:gd name="T5" fmla="*/ 4 h 9"/>
                <a:gd name="T6" fmla="*/ 11 w 26"/>
                <a:gd name="T7" fmla="*/ 1 h 9"/>
                <a:gd name="T8" fmla="*/ 25 w 26"/>
                <a:gd name="T9" fmla="*/ 5 h 9"/>
              </a:gdLst>
              <a:ahLst/>
              <a:cxnLst>
                <a:cxn ang="0">
                  <a:pos x="T0" y="T1"/>
                </a:cxn>
                <a:cxn ang="0">
                  <a:pos x="T2" y="T3"/>
                </a:cxn>
                <a:cxn ang="0">
                  <a:pos x="T4" y="T5"/>
                </a:cxn>
                <a:cxn ang="0">
                  <a:pos x="T6" y="T7"/>
                </a:cxn>
                <a:cxn ang="0">
                  <a:pos x="T8" y="T9"/>
                </a:cxn>
              </a:cxnLst>
              <a:rect l="0" t="0" r="r" b="b"/>
              <a:pathLst>
                <a:path w="26" h="9">
                  <a:moveTo>
                    <a:pt x="25" y="5"/>
                  </a:moveTo>
                  <a:cubicBezTo>
                    <a:pt x="26" y="7"/>
                    <a:pt x="21" y="9"/>
                    <a:pt x="15" y="9"/>
                  </a:cubicBezTo>
                  <a:cubicBezTo>
                    <a:pt x="8" y="9"/>
                    <a:pt x="1" y="7"/>
                    <a:pt x="0" y="4"/>
                  </a:cubicBezTo>
                  <a:cubicBezTo>
                    <a:pt x="0" y="2"/>
                    <a:pt x="5" y="0"/>
                    <a:pt x="11" y="1"/>
                  </a:cubicBezTo>
                  <a:cubicBezTo>
                    <a:pt x="18" y="1"/>
                    <a:pt x="24" y="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4" name="Freeform 1497">
              <a:extLst>
                <a:ext uri="{FF2B5EF4-FFF2-40B4-BE49-F238E27FC236}">
                  <a16:creationId xmlns:a16="http://schemas.microsoft.com/office/drawing/2014/main" id="{C8547D9D-1C8B-9D59-213B-3AAED4AB6938}"/>
                </a:ext>
              </a:extLst>
            </p:cNvPr>
            <p:cNvSpPr>
              <a:spLocks/>
            </p:cNvSpPr>
            <p:nvPr/>
          </p:nvSpPr>
          <p:spPr bwMode="auto">
            <a:xfrm rot="5094805">
              <a:off x="436507" y="1724201"/>
              <a:ext cx="61694" cy="29705"/>
            </a:xfrm>
            <a:custGeom>
              <a:avLst/>
              <a:gdLst>
                <a:gd name="T0" fmla="*/ 0 w 25"/>
                <a:gd name="T1" fmla="*/ 5 h 12"/>
                <a:gd name="T2" fmla="*/ 11 w 25"/>
                <a:gd name="T3" fmla="*/ 1 h 12"/>
                <a:gd name="T4" fmla="*/ 25 w 25"/>
                <a:gd name="T5" fmla="*/ 7 h 12"/>
                <a:gd name="T6" fmla="*/ 13 w 25"/>
                <a:gd name="T7" fmla="*/ 11 h 12"/>
                <a:gd name="T8" fmla="*/ 0 w 25"/>
                <a:gd name="T9" fmla="*/ 5 h 12"/>
              </a:gdLst>
              <a:ahLst/>
              <a:cxnLst>
                <a:cxn ang="0">
                  <a:pos x="T0" y="T1"/>
                </a:cxn>
                <a:cxn ang="0">
                  <a:pos x="T2" y="T3"/>
                </a:cxn>
                <a:cxn ang="0">
                  <a:pos x="T4" y="T5"/>
                </a:cxn>
                <a:cxn ang="0">
                  <a:pos x="T6" y="T7"/>
                </a:cxn>
                <a:cxn ang="0">
                  <a:pos x="T8" y="T9"/>
                </a:cxn>
              </a:cxnLst>
              <a:rect l="0" t="0" r="r" b="b"/>
              <a:pathLst>
                <a:path w="25" h="12">
                  <a:moveTo>
                    <a:pt x="0" y="5"/>
                  </a:moveTo>
                  <a:cubicBezTo>
                    <a:pt x="0" y="2"/>
                    <a:pt x="5" y="0"/>
                    <a:pt x="11" y="1"/>
                  </a:cubicBezTo>
                  <a:cubicBezTo>
                    <a:pt x="19" y="1"/>
                    <a:pt x="25" y="4"/>
                    <a:pt x="25" y="7"/>
                  </a:cubicBezTo>
                  <a:cubicBezTo>
                    <a:pt x="25" y="10"/>
                    <a:pt x="19" y="12"/>
                    <a:pt x="13" y="11"/>
                  </a:cubicBezTo>
                  <a:cubicBezTo>
                    <a:pt x="7" y="11"/>
                    <a:pt x="1"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5" name="Freeform 1498">
              <a:extLst>
                <a:ext uri="{FF2B5EF4-FFF2-40B4-BE49-F238E27FC236}">
                  <a16:creationId xmlns:a16="http://schemas.microsoft.com/office/drawing/2014/main" id="{894AA6A2-ADD9-E43E-4607-A6612288A237}"/>
                </a:ext>
              </a:extLst>
            </p:cNvPr>
            <p:cNvSpPr>
              <a:spLocks/>
            </p:cNvSpPr>
            <p:nvPr/>
          </p:nvSpPr>
          <p:spPr bwMode="auto">
            <a:xfrm rot="5094805">
              <a:off x="427252" y="1528891"/>
              <a:ext cx="61694" cy="31990"/>
            </a:xfrm>
            <a:custGeom>
              <a:avLst/>
              <a:gdLst>
                <a:gd name="T0" fmla="*/ 0 w 25"/>
                <a:gd name="T1" fmla="*/ 6 h 13"/>
                <a:gd name="T2" fmla="*/ 11 w 25"/>
                <a:gd name="T3" fmla="*/ 0 h 13"/>
                <a:gd name="T4" fmla="*/ 25 w 25"/>
                <a:gd name="T5" fmla="*/ 8 h 13"/>
                <a:gd name="T6" fmla="*/ 13 w 25"/>
                <a:gd name="T7" fmla="*/ 13 h 13"/>
                <a:gd name="T8" fmla="*/ 0 w 25"/>
                <a:gd name="T9" fmla="*/ 6 h 13"/>
              </a:gdLst>
              <a:ahLst/>
              <a:cxnLst>
                <a:cxn ang="0">
                  <a:pos x="T0" y="T1"/>
                </a:cxn>
                <a:cxn ang="0">
                  <a:pos x="T2" y="T3"/>
                </a:cxn>
                <a:cxn ang="0">
                  <a:pos x="T4" y="T5"/>
                </a:cxn>
                <a:cxn ang="0">
                  <a:pos x="T6" y="T7"/>
                </a:cxn>
                <a:cxn ang="0">
                  <a:pos x="T8" y="T9"/>
                </a:cxn>
              </a:cxnLst>
              <a:rect l="0" t="0" r="r" b="b"/>
              <a:pathLst>
                <a:path w="25" h="13">
                  <a:moveTo>
                    <a:pt x="0" y="6"/>
                  </a:moveTo>
                  <a:cubicBezTo>
                    <a:pt x="0" y="2"/>
                    <a:pt x="5" y="0"/>
                    <a:pt x="11" y="0"/>
                  </a:cubicBezTo>
                  <a:cubicBezTo>
                    <a:pt x="18" y="1"/>
                    <a:pt x="24" y="4"/>
                    <a:pt x="25" y="8"/>
                  </a:cubicBezTo>
                  <a:cubicBezTo>
                    <a:pt x="25" y="11"/>
                    <a:pt x="19" y="13"/>
                    <a:pt x="13" y="13"/>
                  </a:cubicBezTo>
                  <a:cubicBezTo>
                    <a:pt x="6"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6" name="Freeform 1499">
              <a:extLst>
                <a:ext uri="{FF2B5EF4-FFF2-40B4-BE49-F238E27FC236}">
                  <a16:creationId xmlns:a16="http://schemas.microsoft.com/office/drawing/2014/main" id="{36E3EE36-223B-2468-D22D-08525EDAB4FA}"/>
                </a:ext>
              </a:extLst>
            </p:cNvPr>
            <p:cNvSpPr>
              <a:spLocks/>
            </p:cNvSpPr>
            <p:nvPr/>
          </p:nvSpPr>
          <p:spPr bwMode="auto">
            <a:xfrm rot="5094805">
              <a:off x="413332" y="1331402"/>
              <a:ext cx="68549" cy="36560"/>
            </a:xfrm>
            <a:custGeom>
              <a:avLst/>
              <a:gdLst>
                <a:gd name="T0" fmla="*/ 11 w 27"/>
                <a:gd name="T1" fmla="*/ 0 h 14"/>
                <a:gd name="T2" fmla="*/ 25 w 27"/>
                <a:gd name="T3" fmla="*/ 6 h 14"/>
                <a:gd name="T4" fmla="*/ 15 w 27"/>
                <a:gd name="T5" fmla="*/ 14 h 14"/>
                <a:gd name="T6" fmla="*/ 1 w 27"/>
                <a:gd name="T7" fmla="*/ 6 h 14"/>
                <a:gd name="T8" fmla="*/ 11 w 27"/>
                <a:gd name="T9" fmla="*/ 0 h 14"/>
              </a:gdLst>
              <a:ahLst/>
              <a:cxnLst>
                <a:cxn ang="0">
                  <a:pos x="T0" y="T1"/>
                </a:cxn>
                <a:cxn ang="0">
                  <a:pos x="T2" y="T3"/>
                </a:cxn>
                <a:cxn ang="0">
                  <a:pos x="T4" y="T5"/>
                </a:cxn>
                <a:cxn ang="0">
                  <a:pos x="T6" y="T7"/>
                </a:cxn>
                <a:cxn ang="0">
                  <a:pos x="T8" y="T9"/>
                </a:cxn>
              </a:cxnLst>
              <a:rect l="0" t="0" r="r" b="b"/>
              <a:pathLst>
                <a:path w="27" h="14">
                  <a:moveTo>
                    <a:pt x="11" y="0"/>
                  </a:moveTo>
                  <a:cubicBezTo>
                    <a:pt x="18" y="0"/>
                    <a:pt x="24" y="3"/>
                    <a:pt x="25" y="6"/>
                  </a:cubicBezTo>
                  <a:cubicBezTo>
                    <a:pt x="27" y="10"/>
                    <a:pt x="22" y="14"/>
                    <a:pt x="15" y="14"/>
                  </a:cubicBezTo>
                  <a:cubicBezTo>
                    <a:pt x="8" y="14"/>
                    <a:pt x="2" y="10"/>
                    <a:pt x="1" y="6"/>
                  </a:cubicBezTo>
                  <a:cubicBezTo>
                    <a:pt x="0" y="3"/>
                    <a:pt x="5"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7" name="Freeform 1500">
              <a:extLst>
                <a:ext uri="{FF2B5EF4-FFF2-40B4-BE49-F238E27FC236}">
                  <a16:creationId xmlns:a16="http://schemas.microsoft.com/office/drawing/2014/main" id="{6D210CDA-D409-1001-60C9-8FC03E0998B4}"/>
                </a:ext>
              </a:extLst>
            </p:cNvPr>
            <p:cNvSpPr>
              <a:spLocks/>
            </p:cNvSpPr>
            <p:nvPr/>
          </p:nvSpPr>
          <p:spPr bwMode="auto">
            <a:xfrm rot="5094805">
              <a:off x="402746" y="1132978"/>
              <a:ext cx="63979" cy="41130"/>
            </a:xfrm>
            <a:custGeom>
              <a:avLst/>
              <a:gdLst>
                <a:gd name="T0" fmla="*/ 25 w 26"/>
                <a:gd name="T1" fmla="*/ 8 h 16"/>
                <a:gd name="T2" fmla="*/ 15 w 26"/>
                <a:gd name="T3" fmla="*/ 16 h 16"/>
                <a:gd name="T4" fmla="*/ 1 w 26"/>
                <a:gd name="T5" fmla="*/ 8 h 16"/>
                <a:gd name="T6" fmla="*/ 13 w 26"/>
                <a:gd name="T7" fmla="*/ 0 h 16"/>
                <a:gd name="T8" fmla="*/ 25 w 26"/>
                <a:gd name="T9" fmla="*/ 8 h 16"/>
              </a:gdLst>
              <a:ahLst/>
              <a:cxnLst>
                <a:cxn ang="0">
                  <a:pos x="T0" y="T1"/>
                </a:cxn>
                <a:cxn ang="0">
                  <a:pos x="T2" y="T3"/>
                </a:cxn>
                <a:cxn ang="0">
                  <a:pos x="T4" y="T5"/>
                </a:cxn>
                <a:cxn ang="0">
                  <a:pos x="T6" y="T7"/>
                </a:cxn>
                <a:cxn ang="0">
                  <a:pos x="T8" y="T9"/>
                </a:cxn>
              </a:cxnLst>
              <a:rect l="0" t="0" r="r" b="b"/>
              <a:pathLst>
                <a:path w="26" h="16">
                  <a:moveTo>
                    <a:pt x="25" y="8"/>
                  </a:moveTo>
                  <a:cubicBezTo>
                    <a:pt x="26" y="13"/>
                    <a:pt x="21" y="16"/>
                    <a:pt x="15" y="16"/>
                  </a:cubicBezTo>
                  <a:cubicBezTo>
                    <a:pt x="8" y="16"/>
                    <a:pt x="2" y="12"/>
                    <a:pt x="1" y="8"/>
                  </a:cubicBezTo>
                  <a:cubicBezTo>
                    <a:pt x="0" y="4"/>
                    <a:pt x="5" y="0"/>
                    <a:pt x="13" y="0"/>
                  </a:cubicBezTo>
                  <a:cubicBezTo>
                    <a:pt x="19" y="1"/>
                    <a:pt x="25"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8" name="Freeform 1501">
              <a:extLst>
                <a:ext uri="{FF2B5EF4-FFF2-40B4-BE49-F238E27FC236}">
                  <a16:creationId xmlns:a16="http://schemas.microsoft.com/office/drawing/2014/main" id="{B07C47AE-266C-10D8-AFC0-76C159F892BF}"/>
                </a:ext>
              </a:extLst>
            </p:cNvPr>
            <p:cNvSpPr>
              <a:spLocks/>
            </p:cNvSpPr>
            <p:nvPr/>
          </p:nvSpPr>
          <p:spPr bwMode="auto">
            <a:xfrm rot="5094805">
              <a:off x="383250" y="937437"/>
              <a:ext cx="63979" cy="45700"/>
            </a:xfrm>
            <a:custGeom>
              <a:avLst/>
              <a:gdLst>
                <a:gd name="T0" fmla="*/ 25 w 26"/>
                <a:gd name="T1" fmla="*/ 8 h 18"/>
                <a:gd name="T2" fmla="*/ 16 w 26"/>
                <a:gd name="T3" fmla="*/ 17 h 18"/>
                <a:gd name="T4" fmla="*/ 1 w 26"/>
                <a:gd name="T5" fmla="*/ 9 h 18"/>
                <a:gd name="T6" fmla="*/ 12 w 26"/>
                <a:gd name="T7" fmla="*/ 0 h 18"/>
                <a:gd name="T8" fmla="*/ 25 w 26"/>
                <a:gd name="T9" fmla="*/ 8 h 18"/>
              </a:gdLst>
              <a:ahLst/>
              <a:cxnLst>
                <a:cxn ang="0">
                  <a:pos x="T0" y="T1"/>
                </a:cxn>
                <a:cxn ang="0">
                  <a:pos x="T2" y="T3"/>
                </a:cxn>
                <a:cxn ang="0">
                  <a:pos x="T4" y="T5"/>
                </a:cxn>
                <a:cxn ang="0">
                  <a:pos x="T6" y="T7"/>
                </a:cxn>
                <a:cxn ang="0">
                  <a:pos x="T8" y="T9"/>
                </a:cxn>
              </a:cxnLst>
              <a:rect l="0" t="0" r="r" b="b"/>
              <a:pathLst>
                <a:path w="26" h="18">
                  <a:moveTo>
                    <a:pt x="25" y="8"/>
                  </a:moveTo>
                  <a:cubicBezTo>
                    <a:pt x="26" y="13"/>
                    <a:pt x="22" y="17"/>
                    <a:pt x="16" y="17"/>
                  </a:cubicBezTo>
                  <a:cubicBezTo>
                    <a:pt x="9" y="18"/>
                    <a:pt x="2" y="14"/>
                    <a:pt x="1" y="9"/>
                  </a:cubicBezTo>
                  <a:cubicBezTo>
                    <a:pt x="0" y="4"/>
                    <a:pt x="5" y="0"/>
                    <a:pt x="12" y="0"/>
                  </a:cubicBezTo>
                  <a:cubicBezTo>
                    <a:pt x="18" y="0"/>
                    <a:pt x="24" y="3"/>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9" name="Freeform 1502">
              <a:extLst>
                <a:ext uri="{FF2B5EF4-FFF2-40B4-BE49-F238E27FC236}">
                  <a16:creationId xmlns:a16="http://schemas.microsoft.com/office/drawing/2014/main" id="{B2951005-8FF2-69FB-BE11-8A22F7FE518E}"/>
                </a:ext>
              </a:extLst>
            </p:cNvPr>
            <p:cNvSpPr>
              <a:spLocks/>
            </p:cNvSpPr>
            <p:nvPr/>
          </p:nvSpPr>
          <p:spPr bwMode="auto">
            <a:xfrm rot="5094805">
              <a:off x="356917" y="742302"/>
              <a:ext cx="68549" cy="50269"/>
            </a:xfrm>
            <a:custGeom>
              <a:avLst/>
              <a:gdLst>
                <a:gd name="T0" fmla="*/ 16 w 27"/>
                <a:gd name="T1" fmla="*/ 19 h 20"/>
                <a:gd name="T2" fmla="*/ 1 w 27"/>
                <a:gd name="T3" fmla="*/ 12 h 20"/>
                <a:gd name="T4" fmla="*/ 11 w 27"/>
                <a:gd name="T5" fmla="*/ 1 h 20"/>
                <a:gd name="T6" fmla="*/ 26 w 27"/>
                <a:gd name="T7" fmla="*/ 9 h 20"/>
                <a:gd name="T8" fmla="*/ 16 w 27"/>
                <a:gd name="T9" fmla="*/ 19 h 20"/>
              </a:gdLst>
              <a:ahLst/>
              <a:cxnLst>
                <a:cxn ang="0">
                  <a:pos x="T0" y="T1"/>
                </a:cxn>
                <a:cxn ang="0">
                  <a:pos x="T2" y="T3"/>
                </a:cxn>
                <a:cxn ang="0">
                  <a:pos x="T4" y="T5"/>
                </a:cxn>
                <a:cxn ang="0">
                  <a:pos x="T6" y="T7"/>
                </a:cxn>
                <a:cxn ang="0">
                  <a:pos x="T8" y="T9"/>
                </a:cxn>
              </a:cxnLst>
              <a:rect l="0" t="0" r="r" b="b"/>
              <a:pathLst>
                <a:path w="27" h="20">
                  <a:moveTo>
                    <a:pt x="16" y="19"/>
                  </a:moveTo>
                  <a:cubicBezTo>
                    <a:pt x="10" y="20"/>
                    <a:pt x="3" y="16"/>
                    <a:pt x="1" y="12"/>
                  </a:cubicBezTo>
                  <a:cubicBezTo>
                    <a:pt x="0" y="7"/>
                    <a:pt x="4" y="2"/>
                    <a:pt x="11" y="1"/>
                  </a:cubicBezTo>
                  <a:cubicBezTo>
                    <a:pt x="18" y="0"/>
                    <a:pt x="25" y="4"/>
                    <a:pt x="26" y="9"/>
                  </a:cubicBezTo>
                  <a:cubicBezTo>
                    <a:pt x="27" y="14"/>
                    <a:pt x="22" y="19"/>
                    <a:pt x="1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0" name="Freeform 1503">
              <a:extLst>
                <a:ext uri="{FF2B5EF4-FFF2-40B4-BE49-F238E27FC236}">
                  <a16:creationId xmlns:a16="http://schemas.microsoft.com/office/drawing/2014/main" id="{E3212CB3-4F3C-C1A6-60B8-A9BBEE334074}"/>
                </a:ext>
              </a:extLst>
            </p:cNvPr>
            <p:cNvSpPr>
              <a:spLocks/>
            </p:cNvSpPr>
            <p:nvPr/>
          </p:nvSpPr>
          <p:spPr bwMode="auto">
            <a:xfrm rot="5094805">
              <a:off x="322530" y="549327"/>
              <a:ext cx="66264" cy="50269"/>
            </a:xfrm>
            <a:custGeom>
              <a:avLst/>
              <a:gdLst>
                <a:gd name="T0" fmla="*/ 26 w 27"/>
                <a:gd name="T1" fmla="*/ 9 h 20"/>
                <a:gd name="T2" fmla="*/ 16 w 27"/>
                <a:gd name="T3" fmla="*/ 19 h 20"/>
                <a:gd name="T4" fmla="*/ 2 w 27"/>
                <a:gd name="T5" fmla="*/ 12 h 20"/>
                <a:gd name="T6" fmla="*/ 13 w 27"/>
                <a:gd name="T7" fmla="*/ 0 h 20"/>
                <a:gd name="T8" fmla="*/ 26 w 27"/>
                <a:gd name="T9" fmla="*/ 9 h 20"/>
              </a:gdLst>
              <a:ahLst/>
              <a:cxnLst>
                <a:cxn ang="0">
                  <a:pos x="T0" y="T1"/>
                </a:cxn>
                <a:cxn ang="0">
                  <a:pos x="T2" y="T3"/>
                </a:cxn>
                <a:cxn ang="0">
                  <a:pos x="T4" y="T5"/>
                </a:cxn>
                <a:cxn ang="0">
                  <a:pos x="T6" y="T7"/>
                </a:cxn>
                <a:cxn ang="0">
                  <a:pos x="T8" y="T9"/>
                </a:cxn>
              </a:cxnLst>
              <a:rect l="0" t="0" r="r" b="b"/>
              <a:pathLst>
                <a:path w="27" h="20">
                  <a:moveTo>
                    <a:pt x="26" y="9"/>
                  </a:moveTo>
                  <a:cubicBezTo>
                    <a:pt x="27" y="14"/>
                    <a:pt x="22" y="19"/>
                    <a:pt x="16" y="19"/>
                  </a:cubicBezTo>
                  <a:cubicBezTo>
                    <a:pt x="10" y="20"/>
                    <a:pt x="3" y="17"/>
                    <a:pt x="2" y="12"/>
                  </a:cubicBezTo>
                  <a:cubicBezTo>
                    <a:pt x="0" y="6"/>
                    <a:pt x="6" y="1"/>
                    <a:pt x="13" y="0"/>
                  </a:cubicBezTo>
                  <a:cubicBezTo>
                    <a:pt x="20" y="0"/>
                    <a:pt x="25" y="3"/>
                    <a:pt x="2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1" name="Freeform 1504">
              <a:extLst>
                <a:ext uri="{FF2B5EF4-FFF2-40B4-BE49-F238E27FC236}">
                  <a16:creationId xmlns:a16="http://schemas.microsoft.com/office/drawing/2014/main" id="{CF589B66-E7BD-0116-CD02-3CFCDEFAD387}"/>
                </a:ext>
              </a:extLst>
            </p:cNvPr>
            <p:cNvSpPr>
              <a:spLocks/>
            </p:cNvSpPr>
            <p:nvPr/>
          </p:nvSpPr>
          <p:spPr bwMode="auto">
            <a:xfrm rot="5094805">
              <a:off x="280486" y="358291"/>
              <a:ext cx="61694" cy="54839"/>
            </a:xfrm>
            <a:custGeom>
              <a:avLst/>
              <a:gdLst>
                <a:gd name="T0" fmla="*/ 24 w 25"/>
                <a:gd name="T1" fmla="*/ 8 h 22"/>
                <a:gd name="T2" fmla="*/ 15 w 25"/>
                <a:gd name="T3" fmla="*/ 20 h 22"/>
                <a:gd name="T4" fmla="*/ 0 w 25"/>
                <a:gd name="T5" fmla="*/ 12 h 22"/>
                <a:gd name="T6" fmla="*/ 11 w 25"/>
                <a:gd name="T7" fmla="*/ 1 h 22"/>
                <a:gd name="T8" fmla="*/ 24 w 25"/>
                <a:gd name="T9" fmla="*/ 8 h 22"/>
              </a:gdLst>
              <a:ahLst/>
              <a:cxnLst>
                <a:cxn ang="0">
                  <a:pos x="T0" y="T1"/>
                </a:cxn>
                <a:cxn ang="0">
                  <a:pos x="T2" y="T3"/>
                </a:cxn>
                <a:cxn ang="0">
                  <a:pos x="T4" y="T5"/>
                </a:cxn>
                <a:cxn ang="0">
                  <a:pos x="T6" y="T7"/>
                </a:cxn>
                <a:cxn ang="0">
                  <a:pos x="T8" y="T9"/>
                </a:cxn>
              </a:cxnLst>
              <a:rect l="0" t="0" r="r" b="b"/>
              <a:pathLst>
                <a:path w="25" h="22">
                  <a:moveTo>
                    <a:pt x="24" y="8"/>
                  </a:moveTo>
                  <a:cubicBezTo>
                    <a:pt x="25" y="13"/>
                    <a:pt x="21" y="18"/>
                    <a:pt x="15" y="20"/>
                  </a:cubicBezTo>
                  <a:cubicBezTo>
                    <a:pt x="8" y="22"/>
                    <a:pt x="1" y="18"/>
                    <a:pt x="0" y="12"/>
                  </a:cubicBezTo>
                  <a:cubicBezTo>
                    <a:pt x="0" y="7"/>
                    <a:pt x="4" y="2"/>
                    <a:pt x="11" y="1"/>
                  </a:cubicBezTo>
                  <a:cubicBezTo>
                    <a:pt x="17" y="0"/>
                    <a:pt x="23" y="3"/>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2" name="Freeform 1505">
              <a:extLst>
                <a:ext uri="{FF2B5EF4-FFF2-40B4-BE49-F238E27FC236}">
                  <a16:creationId xmlns:a16="http://schemas.microsoft.com/office/drawing/2014/main" id="{A7A384EC-9D36-1E9C-607D-E13FEC1E3A17}"/>
                </a:ext>
              </a:extLst>
            </p:cNvPr>
            <p:cNvSpPr>
              <a:spLocks/>
            </p:cNvSpPr>
            <p:nvPr/>
          </p:nvSpPr>
          <p:spPr bwMode="auto">
            <a:xfrm rot="5094805">
              <a:off x="226842" y="167871"/>
              <a:ext cx="66264" cy="54839"/>
            </a:xfrm>
            <a:custGeom>
              <a:avLst/>
              <a:gdLst>
                <a:gd name="T0" fmla="*/ 25 w 26"/>
                <a:gd name="T1" fmla="*/ 9 h 22"/>
                <a:gd name="T2" fmla="*/ 15 w 26"/>
                <a:gd name="T3" fmla="*/ 21 h 22"/>
                <a:gd name="T4" fmla="*/ 1 w 26"/>
                <a:gd name="T5" fmla="*/ 14 h 22"/>
                <a:gd name="T6" fmla="*/ 12 w 26"/>
                <a:gd name="T7" fmla="*/ 2 h 22"/>
                <a:gd name="T8" fmla="*/ 25 w 26"/>
                <a:gd name="T9" fmla="*/ 9 h 22"/>
              </a:gdLst>
              <a:ahLst/>
              <a:cxnLst>
                <a:cxn ang="0">
                  <a:pos x="T0" y="T1"/>
                </a:cxn>
                <a:cxn ang="0">
                  <a:pos x="T2" y="T3"/>
                </a:cxn>
                <a:cxn ang="0">
                  <a:pos x="T4" y="T5"/>
                </a:cxn>
                <a:cxn ang="0">
                  <a:pos x="T6" y="T7"/>
                </a:cxn>
                <a:cxn ang="0">
                  <a:pos x="T8" y="T9"/>
                </a:cxn>
              </a:cxnLst>
              <a:rect l="0" t="0" r="r" b="b"/>
              <a:pathLst>
                <a:path w="26" h="22">
                  <a:moveTo>
                    <a:pt x="25" y="9"/>
                  </a:moveTo>
                  <a:cubicBezTo>
                    <a:pt x="26" y="14"/>
                    <a:pt x="21" y="19"/>
                    <a:pt x="15" y="21"/>
                  </a:cubicBezTo>
                  <a:cubicBezTo>
                    <a:pt x="9" y="22"/>
                    <a:pt x="2" y="19"/>
                    <a:pt x="1" y="14"/>
                  </a:cubicBezTo>
                  <a:cubicBezTo>
                    <a:pt x="0" y="9"/>
                    <a:pt x="5" y="3"/>
                    <a:pt x="12" y="2"/>
                  </a:cubicBezTo>
                  <a:cubicBezTo>
                    <a:pt x="19" y="0"/>
                    <a:pt x="24" y="3"/>
                    <a:pt x="2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3" name="Freeform 1506">
              <a:extLst>
                <a:ext uri="{FF2B5EF4-FFF2-40B4-BE49-F238E27FC236}">
                  <a16:creationId xmlns:a16="http://schemas.microsoft.com/office/drawing/2014/main" id="{97B68506-9001-5C6A-4CB5-1BF03A55180F}"/>
                </a:ext>
              </a:extLst>
            </p:cNvPr>
            <p:cNvSpPr>
              <a:spLocks/>
            </p:cNvSpPr>
            <p:nvPr/>
          </p:nvSpPr>
          <p:spPr bwMode="auto">
            <a:xfrm rot="5094805">
              <a:off x="163070" y="-17910"/>
              <a:ext cx="63979" cy="50269"/>
            </a:xfrm>
            <a:custGeom>
              <a:avLst/>
              <a:gdLst>
                <a:gd name="T0" fmla="*/ 25 w 26"/>
                <a:gd name="T1" fmla="*/ 7 h 21"/>
                <a:gd name="T2" fmla="*/ 15 w 26"/>
                <a:gd name="T3" fmla="*/ 19 h 21"/>
                <a:gd name="T4" fmla="*/ 1 w 26"/>
                <a:gd name="T5" fmla="*/ 13 h 21"/>
                <a:gd name="T6" fmla="*/ 11 w 26"/>
                <a:gd name="T7" fmla="*/ 2 h 21"/>
                <a:gd name="T8" fmla="*/ 25 w 26"/>
                <a:gd name="T9" fmla="*/ 7 h 21"/>
              </a:gdLst>
              <a:ahLst/>
              <a:cxnLst>
                <a:cxn ang="0">
                  <a:pos x="T0" y="T1"/>
                </a:cxn>
                <a:cxn ang="0">
                  <a:pos x="T2" y="T3"/>
                </a:cxn>
                <a:cxn ang="0">
                  <a:pos x="T4" y="T5"/>
                </a:cxn>
                <a:cxn ang="0">
                  <a:pos x="T6" y="T7"/>
                </a:cxn>
                <a:cxn ang="0">
                  <a:pos x="T8" y="T9"/>
                </a:cxn>
              </a:cxnLst>
              <a:rect l="0" t="0" r="r" b="b"/>
              <a:pathLst>
                <a:path w="26" h="21">
                  <a:moveTo>
                    <a:pt x="25" y="7"/>
                  </a:moveTo>
                  <a:cubicBezTo>
                    <a:pt x="26" y="11"/>
                    <a:pt x="22" y="17"/>
                    <a:pt x="15" y="19"/>
                  </a:cubicBezTo>
                  <a:cubicBezTo>
                    <a:pt x="9" y="21"/>
                    <a:pt x="1" y="18"/>
                    <a:pt x="1" y="13"/>
                  </a:cubicBezTo>
                  <a:cubicBezTo>
                    <a:pt x="0" y="8"/>
                    <a:pt x="5" y="3"/>
                    <a:pt x="11" y="2"/>
                  </a:cubicBezTo>
                  <a:cubicBezTo>
                    <a:pt x="18" y="0"/>
                    <a:pt x="24" y="2"/>
                    <a:pt x="2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4" name="Freeform 1525">
              <a:extLst>
                <a:ext uri="{FF2B5EF4-FFF2-40B4-BE49-F238E27FC236}">
                  <a16:creationId xmlns:a16="http://schemas.microsoft.com/office/drawing/2014/main" id="{1B864F63-4693-854E-3543-6229148BF39E}"/>
                </a:ext>
              </a:extLst>
            </p:cNvPr>
            <p:cNvSpPr>
              <a:spLocks/>
            </p:cNvSpPr>
            <p:nvPr/>
          </p:nvSpPr>
          <p:spPr bwMode="auto">
            <a:xfrm rot="5094805">
              <a:off x="2291306" y="6798586"/>
              <a:ext cx="61694" cy="11425"/>
            </a:xfrm>
            <a:custGeom>
              <a:avLst/>
              <a:gdLst>
                <a:gd name="T0" fmla="*/ 12 w 25"/>
                <a:gd name="T1" fmla="*/ 1 h 5"/>
                <a:gd name="T2" fmla="*/ 25 w 25"/>
                <a:gd name="T3" fmla="*/ 0 h 5"/>
                <a:gd name="T4" fmla="*/ 14 w 25"/>
                <a:gd name="T5" fmla="*/ 3 h 5"/>
                <a:gd name="T6" fmla="*/ 0 w 25"/>
                <a:gd name="T7" fmla="*/ 4 h 5"/>
                <a:gd name="T8" fmla="*/ 12 w 25"/>
                <a:gd name="T9" fmla="*/ 1 h 5"/>
              </a:gdLst>
              <a:ahLst/>
              <a:cxnLst>
                <a:cxn ang="0">
                  <a:pos x="T0" y="T1"/>
                </a:cxn>
                <a:cxn ang="0">
                  <a:pos x="T2" y="T3"/>
                </a:cxn>
                <a:cxn ang="0">
                  <a:pos x="T4" y="T5"/>
                </a:cxn>
                <a:cxn ang="0">
                  <a:pos x="T6" y="T7"/>
                </a:cxn>
                <a:cxn ang="0">
                  <a:pos x="T8" y="T9"/>
                </a:cxn>
              </a:cxnLst>
              <a:rect l="0" t="0" r="r" b="b"/>
              <a:pathLst>
                <a:path w="25" h="5">
                  <a:moveTo>
                    <a:pt x="12" y="1"/>
                  </a:moveTo>
                  <a:cubicBezTo>
                    <a:pt x="19" y="0"/>
                    <a:pt x="25" y="0"/>
                    <a:pt x="25" y="0"/>
                  </a:cubicBezTo>
                  <a:cubicBezTo>
                    <a:pt x="25" y="1"/>
                    <a:pt x="20" y="2"/>
                    <a:pt x="14" y="3"/>
                  </a:cubicBezTo>
                  <a:cubicBezTo>
                    <a:pt x="7" y="4"/>
                    <a:pt x="0" y="5"/>
                    <a:pt x="0" y="4"/>
                  </a:cubicBezTo>
                  <a:cubicBezTo>
                    <a:pt x="0" y="4"/>
                    <a:pt x="6" y="3"/>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5" name="Freeform 1526">
              <a:extLst>
                <a:ext uri="{FF2B5EF4-FFF2-40B4-BE49-F238E27FC236}">
                  <a16:creationId xmlns:a16="http://schemas.microsoft.com/office/drawing/2014/main" id="{560EC20D-9776-B0E4-5F50-565B2E877F9F}"/>
                </a:ext>
              </a:extLst>
            </p:cNvPr>
            <p:cNvSpPr>
              <a:spLocks/>
            </p:cNvSpPr>
            <p:nvPr/>
          </p:nvSpPr>
          <p:spPr bwMode="auto">
            <a:xfrm rot="5094805">
              <a:off x="2244393" y="6607665"/>
              <a:ext cx="63979" cy="9140"/>
            </a:xfrm>
            <a:custGeom>
              <a:avLst/>
              <a:gdLst>
                <a:gd name="T0" fmla="*/ 25 w 26"/>
                <a:gd name="T1" fmla="*/ 1 h 4"/>
                <a:gd name="T2" fmla="*/ 14 w 26"/>
                <a:gd name="T3" fmla="*/ 3 h 4"/>
                <a:gd name="T4" fmla="*/ 1 w 26"/>
                <a:gd name="T5" fmla="*/ 4 h 4"/>
                <a:gd name="T6" fmla="*/ 13 w 26"/>
                <a:gd name="T7" fmla="*/ 2 h 4"/>
                <a:gd name="T8" fmla="*/ 25 w 26"/>
                <a:gd name="T9" fmla="*/ 1 h 4"/>
              </a:gdLst>
              <a:ahLst/>
              <a:cxnLst>
                <a:cxn ang="0">
                  <a:pos x="T0" y="T1"/>
                </a:cxn>
                <a:cxn ang="0">
                  <a:pos x="T2" y="T3"/>
                </a:cxn>
                <a:cxn ang="0">
                  <a:pos x="T4" y="T5"/>
                </a:cxn>
                <a:cxn ang="0">
                  <a:pos x="T6" y="T7"/>
                </a:cxn>
                <a:cxn ang="0">
                  <a:pos x="T8" y="T9"/>
                </a:cxn>
              </a:cxnLst>
              <a:rect l="0" t="0" r="r" b="b"/>
              <a:pathLst>
                <a:path w="26" h="4">
                  <a:moveTo>
                    <a:pt x="25" y="1"/>
                  </a:moveTo>
                  <a:cubicBezTo>
                    <a:pt x="26" y="1"/>
                    <a:pt x="21" y="2"/>
                    <a:pt x="14" y="3"/>
                  </a:cubicBezTo>
                  <a:cubicBezTo>
                    <a:pt x="8" y="4"/>
                    <a:pt x="2" y="4"/>
                    <a:pt x="1" y="4"/>
                  </a:cubicBezTo>
                  <a:cubicBezTo>
                    <a:pt x="0" y="4"/>
                    <a:pt x="6" y="3"/>
                    <a:pt x="13" y="2"/>
                  </a:cubicBezTo>
                  <a:cubicBezTo>
                    <a:pt x="19" y="1"/>
                    <a:pt x="25"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6" name="Freeform 1527">
              <a:extLst>
                <a:ext uri="{FF2B5EF4-FFF2-40B4-BE49-F238E27FC236}">
                  <a16:creationId xmlns:a16="http://schemas.microsoft.com/office/drawing/2014/main" id="{F27B6F49-D4D9-3D06-DD5E-75B0770D3E1F}"/>
                </a:ext>
              </a:extLst>
            </p:cNvPr>
            <p:cNvSpPr>
              <a:spLocks/>
            </p:cNvSpPr>
            <p:nvPr/>
          </p:nvSpPr>
          <p:spPr bwMode="auto">
            <a:xfrm rot="5094805">
              <a:off x="2201829" y="6414062"/>
              <a:ext cx="66264" cy="6855"/>
            </a:xfrm>
            <a:custGeom>
              <a:avLst/>
              <a:gdLst>
                <a:gd name="T0" fmla="*/ 15 w 27"/>
                <a:gd name="T1" fmla="*/ 2 h 3"/>
                <a:gd name="T2" fmla="*/ 1 w 27"/>
                <a:gd name="T3" fmla="*/ 3 h 3"/>
                <a:gd name="T4" fmla="*/ 12 w 27"/>
                <a:gd name="T5" fmla="*/ 1 h 3"/>
                <a:gd name="T6" fmla="*/ 26 w 27"/>
                <a:gd name="T7" fmla="*/ 0 h 3"/>
                <a:gd name="T8" fmla="*/ 15 w 27"/>
                <a:gd name="T9" fmla="*/ 2 h 3"/>
              </a:gdLst>
              <a:ahLst/>
              <a:cxnLst>
                <a:cxn ang="0">
                  <a:pos x="T0" y="T1"/>
                </a:cxn>
                <a:cxn ang="0">
                  <a:pos x="T2" y="T3"/>
                </a:cxn>
                <a:cxn ang="0">
                  <a:pos x="T4" y="T5"/>
                </a:cxn>
                <a:cxn ang="0">
                  <a:pos x="T6" y="T7"/>
                </a:cxn>
                <a:cxn ang="0">
                  <a:pos x="T8" y="T9"/>
                </a:cxn>
              </a:cxnLst>
              <a:rect l="0" t="0" r="r" b="b"/>
              <a:pathLst>
                <a:path w="27" h="3">
                  <a:moveTo>
                    <a:pt x="15" y="2"/>
                  </a:moveTo>
                  <a:cubicBezTo>
                    <a:pt x="9" y="2"/>
                    <a:pt x="2" y="3"/>
                    <a:pt x="1" y="3"/>
                  </a:cubicBezTo>
                  <a:cubicBezTo>
                    <a:pt x="0" y="3"/>
                    <a:pt x="5" y="2"/>
                    <a:pt x="12" y="1"/>
                  </a:cubicBezTo>
                  <a:cubicBezTo>
                    <a:pt x="19" y="1"/>
                    <a:pt x="25" y="0"/>
                    <a:pt x="26" y="0"/>
                  </a:cubicBezTo>
                  <a:cubicBezTo>
                    <a:pt x="27" y="0"/>
                    <a:pt x="22" y="1"/>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7" name="Freeform 1528">
              <a:extLst>
                <a:ext uri="{FF2B5EF4-FFF2-40B4-BE49-F238E27FC236}">
                  <a16:creationId xmlns:a16="http://schemas.microsoft.com/office/drawing/2014/main" id="{2792DF6F-CE2C-A02F-CD55-936DC8756CC2}"/>
                </a:ext>
              </a:extLst>
            </p:cNvPr>
            <p:cNvSpPr>
              <a:spLocks/>
            </p:cNvSpPr>
            <p:nvPr/>
          </p:nvSpPr>
          <p:spPr bwMode="auto">
            <a:xfrm rot="5094805">
              <a:off x="2171994" y="6222967"/>
              <a:ext cx="63979" cy="2285"/>
            </a:xfrm>
            <a:custGeom>
              <a:avLst/>
              <a:gdLst>
                <a:gd name="T0" fmla="*/ 26 w 26"/>
                <a:gd name="T1" fmla="*/ 0 h 1"/>
                <a:gd name="T2" fmla="*/ 15 w 26"/>
                <a:gd name="T3" fmla="*/ 0 h 1"/>
                <a:gd name="T4" fmla="*/ 1 w 26"/>
                <a:gd name="T5" fmla="*/ 1 h 1"/>
                <a:gd name="T6" fmla="*/ 13 w 26"/>
                <a:gd name="T7" fmla="*/ 0 h 1"/>
                <a:gd name="T8" fmla="*/ 26 w 26"/>
                <a:gd name="T9" fmla="*/ 0 h 1"/>
              </a:gdLst>
              <a:ahLst/>
              <a:cxnLst>
                <a:cxn ang="0">
                  <a:pos x="T0" y="T1"/>
                </a:cxn>
                <a:cxn ang="0">
                  <a:pos x="T2" y="T3"/>
                </a:cxn>
                <a:cxn ang="0">
                  <a:pos x="T4" y="T5"/>
                </a:cxn>
                <a:cxn ang="0">
                  <a:pos x="T6" y="T7"/>
                </a:cxn>
                <a:cxn ang="0">
                  <a:pos x="T8" y="T9"/>
                </a:cxn>
              </a:cxnLst>
              <a:rect l="0" t="0" r="r" b="b"/>
              <a:pathLst>
                <a:path w="26" h="1">
                  <a:moveTo>
                    <a:pt x="26" y="0"/>
                  </a:moveTo>
                  <a:cubicBezTo>
                    <a:pt x="26" y="0"/>
                    <a:pt x="21" y="0"/>
                    <a:pt x="15" y="0"/>
                  </a:cubicBezTo>
                  <a:cubicBezTo>
                    <a:pt x="9" y="1"/>
                    <a:pt x="2" y="1"/>
                    <a:pt x="1" y="1"/>
                  </a:cubicBezTo>
                  <a:cubicBezTo>
                    <a:pt x="0" y="1"/>
                    <a:pt x="6" y="1"/>
                    <a:pt x="13" y="0"/>
                  </a:cubicBezTo>
                  <a:cubicBezTo>
                    <a:pt x="20" y="0"/>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8" name="Freeform 1529">
              <a:extLst>
                <a:ext uri="{FF2B5EF4-FFF2-40B4-BE49-F238E27FC236}">
                  <a16:creationId xmlns:a16="http://schemas.microsoft.com/office/drawing/2014/main" id="{2A3A76DB-522A-FB37-053B-8F6EC9EF14F5}"/>
                </a:ext>
              </a:extLst>
            </p:cNvPr>
            <p:cNvSpPr>
              <a:spLocks/>
            </p:cNvSpPr>
            <p:nvPr/>
          </p:nvSpPr>
          <p:spPr bwMode="auto">
            <a:xfrm rot="5094805">
              <a:off x="2142159" y="6027301"/>
              <a:ext cx="61694" cy="6855"/>
            </a:xfrm>
            <a:custGeom>
              <a:avLst/>
              <a:gdLst>
                <a:gd name="T0" fmla="*/ 13 w 25"/>
                <a:gd name="T1" fmla="*/ 2 h 3"/>
                <a:gd name="T2" fmla="*/ 0 w 25"/>
                <a:gd name="T3" fmla="*/ 3 h 3"/>
                <a:gd name="T4" fmla="*/ 13 w 25"/>
                <a:gd name="T5" fmla="*/ 2 h 3"/>
                <a:gd name="T6" fmla="*/ 25 w 25"/>
                <a:gd name="T7" fmla="*/ 0 h 3"/>
                <a:gd name="T8" fmla="*/ 13 w 25"/>
                <a:gd name="T9" fmla="*/ 2 h 3"/>
              </a:gdLst>
              <a:ahLst/>
              <a:cxnLst>
                <a:cxn ang="0">
                  <a:pos x="T0" y="T1"/>
                </a:cxn>
                <a:cxn ang="0">
                  <a:pos x="T2" y="T3"/>
                </a:cxn>
                <a:cxn ang="0">
                  <a:pos x="T4" y="T5"/>
                </a:cxn>
                <a:cxn ang="0">
                  <a:pos x="T6" y="T7"/>
                </a:cxn>
                <a:cxn ang="0">
                  <a:pos x="T8" y="T9"/>
                </a:cxn>
              </a:cxnLst>
              <a:rect l="0" t="0" r="r" b="b"/>
              <a:pathLst>
                <a:path w="25" h="3">
                  <a:moveTo>
                    <a:pt x="13" y="2"/>
                  </a:moveTo>
                  <a:cubicBezTo>
                    <a:pt x="6" y="3"/>
                    <a:pt x="1" y="3"/>
                    <a:pt x="0" y="3"/>
                  </a:cubicBezTo>
                  <a:cubicBezTo>
                    <a:pt x="0" y="3"/>
                    <a:pt x="6" y="2"/>
                    <a:pt x="13" y="2"/>
                  </a:cubicBezTo>
                  <a:cubicBezTo>
                    <a:pt x="20" y="1"/>
                    <a:pt x="25" y="0"/>
                    <a:pt x="25" y="0"/>
                  </a:cubicBezTo>
                  <a:cubicBezTo>
                    <a:pt x="25"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9" name="Freeform 1530">
              <a:extLst>
                <a:ext uri="{FF2B5EF4-FFF2-40B4-BE49-F238E27FC236}">
                  <a16:creationId xmlns:a16="http://schemas.microsoft.com/office/drawing/2014/main" id="{7B8B6059-0094-A348-2B42-62CCB8929BA3}"/>
                </a:ext>
              </a:extLst>
            </p:cNvPr>
            <p:cNvSpPr>
              <a:spLocks/>
            </p:cNvSpPr>
            <p:nvPr/>
          </p:nvSpPr>
          <p:spPr bwMode="auto">
            <a:xfrm rot="5094805">
              <a:off x="2095448" y="5834086"/>
              <a:ext cx="63979" cy="13710"/>
            </a:xfrm>
            <a:custGeom>
              <a:avLst/>
              <a:gdLst>
                <a:gd name="T0" fmla="*/ 12 w 26"/>
                <a:gd name="T1" fmla="*/ 3 h 5"/>
                <a:gd name="T2" fmla="*/ 25 w 26"/>
                <a:gd name="T3" fmla="*/ 0 h 5"/>
                <a:gd name="T4" fmla="*/ 15 w 26"/>
                <a:gd name="T5" fmla="*/ 2 h 5"/>
                <a:gd name="T6" fmla="*/ 1 w 26"/>
                <a:gd name="T7" fmla="*/ 5 h 5"/>
                <a:gd name="T8" fmla="*/ 12 w 26"/>
                <a:gd name="T9" fmla="*/ 3 h 5"/>
              </a:gdLst>
              <a:ahLst/>
              <a:cxnLst>
                <a:cxn ang="0">
                  <a:pos x="T0" y="T1"/>
                </a:cxn>
                <a:cxn ang="0">
                  <a:pos x="T2" y="T3"/>
                </a:cxn>
                <a:cxn ang="0">
                  <a:pos x="T4" y="T5"/>
                </a:cxn>
                <a:cxn ang="0">
                  <a:pos x="T6" y="T7"/>
                </a:cxn>
                <a:cxn ang="0">
                  <a:pos x="T8" y="T9"/>
                </a:cxn>
              </a:cxnLst>
              <a:rect l="0" t="0" r="r" b="b"/>
              <a:pathLst>
                <a:path w="26" h="5">
                  <a:moveTo>
                    <a:pt x="12" y="3"/>
                  </a:moveTo>
                  <a:cubicBezTo>
                    <a:pt x="19" y="1"/>
                    <a:pt x="24" y="0"/>
                    <a:pt x="25" y="0"/>
                  </a:cubicBezTo>
                  <a:cubicBezTo>
                    <a:pt x="26" y="0"/>
                    <a:pt x="21" y="1"/>
                    <a:pt x="15" y="2"/>
                  </a:cubicBezTo>
                  <a:cubicBezTo>
                    <a:pt x="8" y="4"/>
                    <a:pt x="1" y="5"/>
                    <a:pt x="1" y="5"/>
                  </a:cubicBezTo>
                  <a:cubicBezTo>
                    <a:pt x="0" y="5"/>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0" name="Freeform 1531">
              <a:extLst>
                <a:ext uri="{FF2B5EF4-FFF2-40B4-BE49-F238E27FC236}">
                  <a16:creationId xmlns:a16="http://schemas.microsoft.com/office/drawing/2014/main" id="{4326800F-32E3-66E6-B04B-F578DB5490E2}"/>
                </a:ext>
              </a:extLst>
            </p:cNvPr>
            <p:cNvSpPr>
              <a:spLocks/>
            </p:cNvSpPr>
            <p:nvPr/>
          </p:nvSpPr>
          <p:spPr bwMode="auto">
            <a:xfrm rot="5094805">
              <a:off x="2036229" y="5645615"/>
              <a:ext cx="61694" cy="13710"/>
            </a:xfrm>
            <a:custGeom>
              <a:avLst/>
              <a:gdLst>
                <a:gd name="T0" fmla="*/ 25 w 25"/>
                <a:gd name="T1" fmla="*/ 0 h 6"/>
                <a:gd name="T2" fmla="*/ 14 w 25"/>
                <a:gd name="T3" fmla="*/ 3 h 6"/>
                <a:gd name="T4" fmla="*/ 1 w 25"/>
                <a:gd name="T5" fmla="*/ 6 h 6"/>
                <a:gd name="T6" fmla="*/ 12 w 25"/>
                <a:gd name="T7" fmla="*/ 3 h 6"/>
                <a:gd name="T8" fmla="*/ 25 w 25"/>
                <a:gd name="T9" fmla="*/ 0 h 6"/>
              </a:gdLst>
              <a:ahLst/>
              <a:cxnLst>
                <a:cxn ang="0">
                  <a:pos x="T0" y="T1"/>
                </a:cxn>
                <a:cxn ang="0">
                  <a:pos x="T2" y="T3"/>
                </a:cxn>
                <a:cxn ang="0">
                  <a:pos x="T4" y="T5"/>
                </a:cxn>
                <a:cxn ang="0">
                  <a:pos x="T6" y="T7"/>
                </a:cxn>
                <a:cxn ang="0">
                  <a:pos x="T8" y="T9"/>
                </a:cxn>
              </a:cxnLst>
              <a:rect l="0" t="0" r="r" b="b"/>
              <a:pathLst>
                <a:path w="25" h="6">
                  <a:moveTo>
                    <a:pt x="25" y="0"/>
                  </a:moveTo>
                  <a:cubicBezTo>
                    <a:pt x="25" y="0"/>
                    <a:pt x="20" y="1"/>
                    <a:pt x="14" y="3"/>
                  </a:cubicBezTo>
                  <a:cubicBezTo>
                    <a:pt x="8" y="4"/>
                    <a:pt x="1" y="6"/>
                    <a:pt x="1" y="6"/>
                  </a:cubicBezTo>
                  <a:cubicBezTo>
                    <a:pt x="0" y="6"/>
                    <a:pt x="5" y="5"/>
                    <a:pt x="12" y="3"/>
                  </a:cubicBezTo>
                  <a:cubicBezTo>
                    <a:pt x="19"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1" name="Freeform 1532">
              <a:extLst>
                <a:ext uri="{FF2B5EF4-FFF2-40B4-BE49-F238E27FC236}">
                  <a16:creationId xmlns:a16="http://schemas.microsoft.com/office/drawing/2014/main" id="{456C301A-5773-531D-4713-FE88D3F22A45}"/>
                </a:ext>
              </a:extLst>
            </p:cNvPr>
            <p:cNvSpPr>
              <a:spLocks/>
            </p:cNvSpPr>
            <p:nvPr/>
          </p:nvSpPr>
          <p:spPr bwMode="auto">
            <a:xfrm rot="5094805">
              <a:off x="1965726" y="5455766"/>
              <a:ext cx="61694" cy="20565"/>
            </a:xfrm>
            <a:custGeom>
              <a:avLst/>
              <a:gdLst>
                <a:gd name="T0" fmla="*/ 25 w 25"/>
                <a:gd name="T1" fmla="*/ 1 h 8"/>
                <a:gd name="T2" fmla="*/ 14 w 25"/>
                <a:gd name="T3" fmla="*/ 4 h 8"/>
                <a:gd name="T4" fmla="*/ 1 w 25"/>
                <a:gd name="T5" fmla="*/ 8 h 8"/>
                <a:gd name="T6" fmla="*/ 12 w 25"/>
                <a:gd name="T7" fmla="*/ 4 h 8"/>
                <a:gd name="T8" fmla="*/ 25 w 25"/>
                <a:gd name="T9" fmla="*/ 1 h 8"/>
              </a:gdLst>
              <a:ahLst/>
              <a:cxnLst>
                <a:cxn ang="0">
                  <a:pos x="T0" y="T1"/>
                </a:cxn>
                <a:cxn ang="0">
                  <a:pos x="T2" y="T3"/>
                </a:cxn>
                <a:cxn ang="0">
                  <a:pos x="T4" y="T5"/>
                </a:cxn>
                <a:cxn ang="0">
                  <a:pos x="T6" y="T7"/>
                </a:cxn>
                <a:cxn ang="0">
                  <a:pos x="T8" y="T9"/>
                </a:cxn>
              </a:cxnLst>
              <a:rect l="0" t="0" r="r" b="b"/>
              <a:pathLst>
                <a:path w="25" h="8">
                  <a:moveTo>
                    <a:pt x="25" y="1"/>
                  </a:moveTo>
                  <a:cubicBezTo>
                    <a:pt x="25" y="1"/>
                    <a:pt x="20" y="2"/>
                    <a:pt x="14" y="4"/>
                  </a:cubicBezTo>
                  <a:cubicBezTo>
                    <a:pt x="8" y="6"/>
                    <a:pt x="1" y="8"/>
                    <a:pt x="1" y="8"/>
                  </a:cubicBezTo>
                  <a:cubicBezTo>
                    <a:pt x="0" y="8"/>
                    <a:pt x="5" y="6"/>
                    <a:pt x="12" y="4"/>
                  </a:cubicBezTo>
                  <a:cubicBezTo>
                    <a:pt x="19" y="2"/>
                    <a:pt x="24"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2" name="Freeform 1533">
              <a:extLst>
                <a:ext uri="{FF2B5EF4-FFF2-40B4-BE49-F238E27FC236}">
                  <a16:creationId xmlns:a16="http://schemas.microsoft.com/office/drawing/2014/main" id="{DDFB5A93-978D-F9F7-34F5-52BB43F518EF}"/>
                </a:ext>
              </a:extLst>
            </p:cNvPr>
            <p:cNvSpPr>
              <a:spLocks/>
            </p:cNvSpPr>
            <p:nvPr/>
          </p:nvSpPr>
          <p:spPr bwMode="auto">
            <a:xfrm rot="5094805">
              <a:off x="1880226" y="5268386"/>
              <a:ext cx="61694" cy="20565"/>
            </a:xfrm>
            <a:custGeom>
              <a:avLst/>
              <a:gdLst>
                <a:gd name="T0" fmla="*/ 14 w 25"/>
                <a:gd name="T1" fmla="*/ 4 h 9"/>
                <a:gd name="T2" fmla="*/ 1 w 25"/>
                <a:gd name="T3" fmla="*/ 9 h 9"/>
                <a:gd name="T4" fmla="*/ 11 w 25"/>
                <a:gd name="T5" fmla="*/ 4 h 9"/>
                <a:gd name="T6" fmla="*/ 25 w 25"/>
                <a:gd name="T7" fmla="*/ 0 h 9"/>
                <a:gd name="T8" fmla="*/ 14 w 25"/>
                <a:gd name="T9" fmla="*/ 4 h 9"/>
              </a:gdLst>
              <a:ahLst/>
              <a:cxnLst>
                <a:cxn ang="0">
                  <a:pos x="T0" y="T1"/>
                </a:cxn>
                <a:cxn ang="0">
                  <a:pos x="T2" y="T3"/>
                </a:cxn>
                <a:cxn ang="0">
                  <a:pos x="T4" y="T5"/>
                </a:cxn>
                <a:cxn ang="0">
                  <a:pos x="T6" y="T7"/>
                </a:cxn>
                <a:cxn ang="0">
                  <a:pos x="T8" y="T9"/>
                </a:cxn>
              </a:cxnLst>
              <a:rect l="0" t="0" r="r" b="b"/>
              <a:pathLst>
                <a:path w="25" h="9">
                  <a:moveTo>
                    <a:pt x="14" y="4"/>
                  </a:moveTo>
                  <a:cubicBezTo>
                    <a:pt x="8" y="6"/>
                    <a:pt x="2" y="9"/>
                    <a:pt x="1" y="9"/>
                  </a:cubicBezTo>
                  <a:cubicBezTo>
                    <a:pt x="0" y="9"/>
                    <a:pt x="4" y="7"/>
                    <a:pt x="11" y="4"/>
                  </a:cubicBezTo>
                  <a:cubicBezTo>
                    <a:pt x="18" y="2"/>
                    <a:pt x="24" y="0"/>
                    <a:pt x="25" y="0"/>
                  </a:cubicBezTo>
                  <a:cubicBezTo>
                    <a:pt x="25" y="0"/>
                    <a:pt x="21" y="2"/>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3" name="Freeform 1534">
              <a:extLst>
                <a:ext uri="{FF2B5EF4-FFF2-40B4-BE49-F238E27FC236}">
                  <a16:creationId xmlns:a16="http://schemas.microsoft.com/office/drawing/2014/main" id="{AD637BC4-9918-100C-53BB-750454AC093F}"/>
                </a:ext>
              </a:extLst>
            </p:cNvPr>
            <p:cNvSpPr>
              <a:spLocks/>
            </p:cNvSpPr>
            <p:nvPr/>
          </p:nvSpPr>
          <p:spPr bwMode="auto">
            <a:xfrm rot="5094805">
              <a:off x="1787061" y="5082742"/>
              <a:ext cx="63979" cy="25135"/>
            </a:xfrm>
            <a:custGeom>
              <a:avLst/>
              <a:gdLst>
                <a:gd name="T0" fmla="*/ 15 w 26"/>
                <a:gd name="T1" fmla="*/ 5 h 10"/>
                <a:gd name="T2" fmla="*/ 1 w 26"/>
                <a:gd name="T3" fmla="*/ 10 h 10"/>
                <a:gd name="T4" fmla="*/ 11 w 26"/>
                <a:gd name="T5" fmla="*/ 5 h 10"/>
                <a:gd name="T6" fmla="*/ 25 w 26"/>
                <a:gd name="T7" fmla="*/ 0 h 10"/>
                <a:gd name="T8" fmla="*/ 15 w 26"/>
                <a:gd name="T9" fmla="*/ 5 h 10"/>
              </a:gdLst>
              <a:ahLst/>
              <a:cxnLst>
                <a:cxn ang="0">
                  <a:pos x="T0" y="T1"/>
                </a:cxn>
                <a:cxn ang="0">
                  <a:pos x="T2" y="T3"/>
                </a:cxn>
                <a:cxn ang="0">
                  <a:pos x="T4" y="T5"/>
                </a:cxn>
                <a:cxn ang="0">
                  <a:pos x="T6" y="T7"/>
                </a:cxn>
                <a:cxn ang="0">
                  <a:pos x="T8" y="T9"/>
                </a:cxn>
              </a:cxnLst>
              <a:rect l="0" t="0" r="r" b="b"/>
              <a:pathLst>
                <a:path w="26" h="10">
                  <a:moveTo>
                    <a:pt x="15" y="5"/>
                  </a:moveTo>
                  <a:cubicBezTo>
                    <a:pt x="9" y="7"/>
                    <a:pt x="2" y="10"/>
                    <a:pt x="1" y="10"/>
                  </a:cubicBezTo>
                  <a:cubicBezTo>
                    <a:pt x="0" y="10"/>
                    <a:pt x="4" y="8"/>
                    <a:pt x="11" y="5"/>
                  </a:cubicBezTo>
                  <a:cubicBezTo>
                    <a:pt x="18" y="2"/>
                    <a:pt x="24" y="0"/>
                    <a:pt x="25" y="0"/>
                  </a:cubicBezTo>
                  <a:cubicBezTo>
                    <a:pt x="26" y="0"/>
                    <a:pt x="21" y="2"/>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4" name="Freeform 1535">
              <a:extLst>
                <a:ext uri="{FF2B5EF4-FFF2-40B4-BE49-F238E27FC236}">
                  <a16:creationId xmlns:a16="http://schemas.microsoft.com/office/drawing/2014/main" id="{BD18895D-6A51-3E02-B8CA-83B7766F7239}"/>
                </a:ext>
              </a:extLst>
            </p:cNvPr>
            <p:cNvSpPr>
              <a:spLocks/>
            </p:cNvSpPr>
            <p:nvPr/>
          </p:nvSpPr>
          <p:spPr bwMode="auto">
            <a:xfrm rot="5094805">
              <a:off x="1688214" y="4898950"/>
              <a:ext cx="61694" cy="27420"/>
            </a:xfrm>
            <a:custGeom>
              <a:avLst/>
              <a:gdLst>
                <a:gd name="T0" fmla="*/ 12 w 25"/>
                <a:gd name="T1" fmla="*/ 5 h 11"/>
                <a:gd name="T2" fmla="*/ 24 w 25"/>
                <a:gd name="T3" fmla="*/ 0 h 11"/>
                <a:gd name="T4" fmla="*/ 14 w 25"/>
                <a:gd name="T5" fmla="*/ 5 h 11"/>
                <a:gd name="T6" fmla="*/ 1 w 25"/>
                <a:gd name="T7" fmla="*/ 10 h 11"/>
                <a:gd name="T8" fmla="*/ 12 w 25"/>
                <a:gd name="T9" fmla="*/ 5 h 11"/>
              </a:gdLst>
              <a:ahLst/>
              <a:cxnLst>
                <a:cxn ang="0">
                  <a:pos x="T0" y="T1"/>
                </a:cxn>
                <a:cxn ang="0">
                  <a:pos x="T2" y="T3"/>
                </a:cxn>
                <a:cxn ang="0">
                  <a:pos x="T4" y="T5"/>
                </a:cxn>
                <a:cxn ang="0">
                  <a:pos x="T6" y="T7"/>
                </a:cxn>
                <a:cxn ang="0">
                  <a:pos x="T8" y="T9"/>
                </a:cxn>
              </a:cxnLst>
              <a:rect l="0" t="0" r="r" b="b"/>
              <a:pathLst>
                <a:path w="25" h="11">
                  <a:moveTo>
                    <a:pt x="12" y="5"/>
                  </a:moveTo>
                  <a:cubicBezTo>
                    <a:pt x="18" y="2"/>
                    <a:pt x="24" y="0"/>
                    <a:pt x="24" y="0"/>
                  </a:cubicBezTo>
                  <a:cubicBezTo>
                    <a:pt x="25" y="0"/>
                    <a:pt x="21" y="2"/>
                    <a:pt x="14" y="5"/>
                  </a:cubicBezTo>
                  <a:cubicBezTo>
                    <a:pt x="8" y="8"/>
                    <a:pt x="1" y="11"/>
                    <a:pt x="1" y="10"/>
                  </a:cubicBezTo>
                  <a:cubicBezTo>
                    <a:pt x="0" y="10"/>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5" name="Freeform 1536">
              <a:extLst>
                <a:ext uri="{FF2B5EF4-FFF2-40B4-BE49-F238E27FC236}">
                  <a16:creationId xmlns:a16="http://schemas.microsoft.com/office/drawing/2014/main" id="{74B3C20C-F5A7-E9BC-66D1-BD9CC6177C20}"/>
                </a:ext>
              </a:extLst>
            </p:cNvPr>
            <p:cNvSpPr>
              <a:spLocks/>
            </p:cNvSpPr>
            <p:nvPr/>
          </p:nvSpPr>
          <p:spPr bwMode="auto">
            <a:xfrm rot="5094805">
              <a:off x="1586050" y="4716498"/>
              <a:ext cx="61694" cy="29705"/>
            </a:xfrm>
            <a:custGeom>
              <a:avLst/>
              <a:gdLst>
                <a:gd name="T0" fmla="*/ 12 w 25"/>
                <a:gd name="T1" fmla="*/ 5 h 12"/>
                <a:gd name="T2" fmla="*/ 24 w 25"/>
                <a:gd name="T3" fmla="*/ 0 h 12"/>
                <a:gd name="T4" fmla="*/ 13 w 25"/>
                <a:gd name="T5" fmla="*/ 6 h 12"/>
                <a:gd name="T6" fmla="*/ 0 w 25"/>
                <a:gd name="T7" fmla="*/ 11 h 12"/>
                <a:gd name="T8" fmla="*/ 12 w 25"/>
                <a:gd name="T9" fmla="*/ 5 h 12"/>
              </a:gdLst>
              <a:ahLst/>
              <a:cxnLst>
                <a:cxn ang="0">
                  <a:pos x="T0" y="T1"/>
                </a:cxn>
                <a:cxn ang="0">
                  <a:pos x="T2" y="T3"/>
                </a:cxn>
                <a:cxn ang="0">
                  <a:pos x="T4" y="T5"/>
                </a:cxn>
                <a:cxn ang="0">
                  <a:pos x="T6" y="T7"/>
                </a:cxn>
                <a:cxn ang="0">
                  <a:pos x="T8" y="T9"/>
                </a:cxn>
              </a:cxnLst>
              <a:rect l="0" t="0" r="r" b="b"/>
              <a:pathLst>
                <a:path w="25" h="12">
                  <a:moveTo>
                    <a:pt x="12" y="5"/>
                  </a:moveTo>
                  <a:cubicBezTo>
                    <a:pt x="18" y="2"/>
                    <a:pt x="24" y="0"/>
                    <a:pt x="24" y="0"/>
                  </a:cubicBezTo>
                  <a:cubicBezTo>
                    <a:pt x="25" y="1"/>
                    <a:pt x="20" y="3"/>
                    <a:pt x="13" y="6"/>
                  </a:cubicBezTo>
                  <a:cubicBezTo>
                    <a:pt x="7" y="10"/>
                    <a:pt x="0" y="12"/>
                    <a:pt x="0" y="11"/>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6" name="Freeform 1537">
              <a:extLst>
                <a:ext uri="{FF2B5EF4-FFF2-40B4-BE49-F238E27FC236}">
                  <a16:creationId xmlns:a16="http://schemas.microsoft.com/office/drawing/2014/main" id="{DD1B21AA-AC6C-9AB3-564B-80E3F39016FA}"/>
                </a:ext>
              </a:extLst>
            </p:cNvPr>
            <p:cNvSpPr>
              <a:spLocks/>
            </p:cNvSpPr>
            <p:nvPr/>
          </p:nvSpPr>
          <p:spPr bwMode="auto">
            <a:xfrm rot="5094805">
              <a:off x="1477791" y="4531144"/>
              <a:ext cx="61694" cy="29705"/>
            </a:xfrm>
            <a:custGeom>
              <a:avLst/>
              <a:gdLst>
                <a:gd name="T0" fmla="*/ 14 w 25"/>
                <a:gd name="T1" fmla="*/ 7 h 12"/>
                <a:gd name="T2" fmla="*/ 1 w 25"/>
                <a:gd name="T3" fmla="*/ 12 h 12"/>
                <a:gd name="T4" fmla="*/ 12 w 25"/>
                <a:gd name="T5" fmla="*/ 5 h 12"/>
                <a:gd name="T6" fmla="*/ 25 w 25"/>
                <a:gd name="T7" fmla="*/ 0 h 12"/>
                <a:gd name="T8" fmla="*/ 14 w 25"/>
                <a:gd name="T9" fmla="*/ 7 h 12"/>
              </a:gdLst>
              <a:ahLst/>
              <a:cxnLst>
                <a:cxn ang="0">
                  <a:pos x="T0" y="T1"/>
                </a:cxn>
                <a:cxn ang="0">
                  <a:pos x="T2" y="T3"/>
                </a:cxn>
                <a:cxn ang="0">
                  <a:pos x="T4" y="T5"/>
                </a:cxn>
                <a:cxn ang="0">
                  <a:pos x="T6" y="T7"/>
                </a:cxn>
                <a:cxn ang="0">
                  <a:pos x="T8" y="T9"/>
                </a:cxn>
              </a:cxnLst>
              <a:rect l="0" t="0" r="r" b="b"/>
              <a:pathLst>
                <a:path w="25" h="12">
                  <a:moveTo>
                    <a:pt x="14" y="7"/>
                  </a:moveTo>
                  <a:cubicBezTo>
                    <a:pt x="8" y="10"/>
                    <a:pt x="2" y="12"/>
                    <a:pt x="1" y="12"/>
                  </a:cubicBezTo>
                  <a:cubicBezTo>
                    <a:pt x="0" y="12"/>
                    <a:pt x="5" y="9"/>
                    <a:pt x="12" y="5"/>
                  </a:cubicBezTo>
                  <a:cubicBezTo>
                    <a:pt x="19" y="2"/>
                    <a:pt x="24" y="0"/>
                    <a:pt x="25" y="0"/>
                  </a:cubicBezTo>
                  <a:cubicBezTo>
                    <a:pt x="25" y="1"/>
                    <a:pt x="20" y="4"/>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7" name="Freeform 1540">
              <a:extLst>
                <a:ext uri="{FF2B5EF4-FFF2-40B4-BE49-F238E27FC236}">
                  <a16:creationId xmlns:a16="http://schemas.microsoft.com/office/drawing/2014/main" id="{DD991165-58BF-2C3A-5C37-9C078584471F}"/>
                </a:ext>
              </a:extLst>
            </p:cNvPr>
            <p:cNvSpPr>
              <a:spLocks/>
            </p:cNvSpPr>
            <p:nvPr/>
          </p:nvSpPr>
          <p:spPr bwMode="auto">
            <a:xfrm rot="5094805">
              <a:off x="1373176" y="4336386"/>
              <a:ext cx="59409" cy="27420"/>
            </a:xfrm>
            <a:custGeom>
              <a:avLst/>
              <a:gdLst>
                <a:gd name="T0" fmla="*/ 23 w 24"/>
                <a:gd name="T1" fmla="*/ 0 h 11"/>
                <a:gd name="T2" fmla="*/ 13 w 24"/>
                <a:gd name="T3" fmla="*/ 6 h 11"/>
                <a:gd name="T4" fmla="*/ 1 w 24"/>
                <a:gd name="T5" fmla="*/ 11 h 11"/>
                <a:gd name="T6" fmla="*/ 10 w 24"/>
                <a:gd name="T7" fmla="*/ 6 h 11"/>
                <a:gd name="T8" fmla="*/ 23 w 24"/>
                <a:gd name="T9" fmla="*/ 0 h 11"/>
              </a:gdLst>
              <a:ahLst/>
              <a:cxnLst>
                <a:cxn ang="0">
                  <a:pos x="T0" y="T1"/>
                </a:cxn>
                <a:cxn ang="0">
                  <a:pos x="T2" y="T3"/>
                </a:cxn>
                <a:cxn ang="0">
                  <a:pos x="T4" y="T5"/>
                </a:cxn>
                <a:cxn ang="0">
                  <a:pos x="T6" y="T7"/>
                </a:cxn>
                <a:cxn ang="0">
                  <a:pos x="T8" y="T9"/>
                </a:cxn>
              </a:cxnLst>
              <a:rect l="0" t="0" r="r" b="b"/>
              <a:pathLst>
                <a:path w="24" h="11">
                  <a:moveTo>
                    <a:pt x="23" y="0"/>
                  </a:moveTo>
                  <a:cubicBezTo>
                    <a:pt x="24" y="0"/>
                    <a:pt x="19" y="3"/>
                    <a:pt x="13" y="6"/>
                  </a:cubicBezTo>
                  <a:cubicBezTo>
                    <a:pt x="7" y="9"/>
                    <a:pt x="2" y="11"/>
                    <a:pt x="1" y="11"/>
                  </a:cubicBezTo>
                  <a:cubicBezTo>
                    <a:pt x="0" y="11"/>
                    <a:pt x="4" y="9"/>
                    <a:pt x="10" y="6"/>
                  </a:cubicBezTo>
                  <a:cubicBezTo>
                    <a:pt x="17" y="3"/>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8" name="Freeform 1541">
              <a:extLst>
                <a:ext uri="{FF2B5EF4-FFF2-40B4-BE49-F238E27FC236}">
                  <a16:creationId xmlns:a16="http://schemas.microsoft.com/office/drawing/2014/main" id="{D8977B7D-D5B9-8771-2FBE-9FD20C0D4234}"/>
                </a:ext>
              </a:extLst>
            </p:cNvPr>
            <p:cNvSpPr>
              <a:spLocks/>
            </p:cNvSpPr>
            <p:nvPr/>
          </p:nvSpPr>
          <p:spPr bwMode="auto">
            <a:xfrm rot="5094805">
              <a:off x="1481030" y="4517188"/>
              <a:ext cx="59409" cy="27420"/>
            </a:xfrm>
            <a:custGeom>
              <a:avLst/>
              <a:gdLst>
                <a:gd name="T0" fmla="*/ 24 w 24"/>
                <a:gd name="T1" fmla="*/ 0 h 11"/>
                <a:gd name="T2" fmla="*/ 13 w 24"/>
                <a:gd name="T3" fmla="*/ 5 h 11"/>
                <a:gd name="T4" fmla="*/ 1 w 24"/>
                <a:gd name="T5" fmla="*/ 11 h 11"/>
                <a:gd name="T6" fmla="*/ 11 w 24"/>
                <a:gd name="T7" fmla="*/ 6 h 11"/>
                <a:gd name="T8" fmla="*/ 24 w 24"/>
                <a:gd name="T9" fmla="*/ 0 h 11"/>
              </a:gdLst>
              <a:ahLst/>
              <a:cxnLst>
                <a:cxn ang="0">
                  <a:pos x="T0" y="T1"/>
                </a:cxn>
                <a:cxn ang="0">
                  <a:pos x="T2" y="T3"/>
                </a:cxn>
                <a:cxn ang="0">
                  <a:pos x="T4" y="T5"/>
                </a:cxn>
                <a:cxn ang="0">
                  <a:pos x="T6" y="T7"/>
                </a:cxn>
                <a:cxn ang="0">
                  <a:pos x="T8" y="T9"/>
                </a:cxn>
              </a:cxnLst>
              <a:rect l="0" t="0" r="r" b="b"/>
              <a:pathLst>
                <a:path w="24" h="11">
                  <a:moveTo>
                    <a:pt x="24" y="0"/>
                  </a:moveTo>
                  <a:cubicBezTo>
                    <a:pt x="24" y="0"/>
                    <a:pt x="20" y="2"/>
                    <a:pt x="13" y="5"/>
                  </a:cubicBezTo>
                  <a:cubicBezTo>
                    <a:pt x="8" y="8"/>
                    <a:pt x="2" y="11"/>
                    <a:pt x="1" y="11"/>
                  </a:cubicBezTo>
                  <a:cubicBezTo>
                    <a:pt x="0" y="11"/>
                    <a:pt x="5" y="9"/>
                    <a:pt x="11" y="6"/>
                  </a:cubicBezTo>
                  <a:cubicBezTo>
                    <a:pt x="17" y="3"/>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9" name="Freeform 1542">
              <a:extLst>
                <a:ext uri="{FF2B5EF4-FFF2-40B4-BE49-F238E27FC236}">
                  <a16:creationId xmlns:a16="http://schemas.microsoft.com/office/drawing/2014/main" id="{DC385A9B-2290-D7D6-2275-BB65CCAEA8AC}"/>
                </a:ext>
              </a:extLst>
            </p:cNvPr>
            <p:cNvSpPr>
              <a:spLocks/>
            </p:cNvSpPr>
            <p:nvPr/>
          </p:nvSpPr>
          <p:spPr bwMode="auto">
            <a:xfrm rot="5094805">
              <a:off x="1588990" y="4700373"/>
              <a:ext cx="57124" cy="25135"/>
            </a:xfrm>
            <a:custGeom>
              <a:avLst/>
              <a:gdLst>
                <a:gd name="T0" fmla="*/ 23 w 23"/>
                <a:gd name="T1" fmla="*/ 0 h 10"/>
                <a:gd name="T2" fmla="*/ 12 w 23"/>
                <a:gd name="T3" fmla="*/ 5 h 10"/>
                <a:gd name="T4" fmla="*/ 1 w 23"/>
                <a:gd name="T5" fmla="*/ 10 h 10"/>
                <a:gd name="T6" fmla="*/ 11 w 23"/>
                <a:gd name="T7" fmla="*/ 5 h 10"/>
                <a:gd name="T8" fmla="*/ 23 w 23"/>
                <a:gd name="T9" fmla="*/ 0 h 10"/>
              </a:gdLst>
              <a:ahLst/>
              <a:cxnLst>
                <a:cxn ang="0">
                  <a:pos x="T0" y="T1"/>
                </a:cxn>
                <a:cxn ang="0">
                  <a:pos x="T2" y="T3"/>
                </a:cxn>
                <a:cxn ang="0">
                  <a:pos x="T4" y="T5"/>
                </a:cxn>
                <a:cxn ang="0">
                  <a:pos x="T6" y="T7"/>
                </a:cxn>
                <a:cxn ang="0">
                  <a:pos x="T8" y="T9"/>
                </a:cxn>
              </a:cxnLst>
              <a:rect l="0" t="0" r="r" b="b"/>
              <a:pathLst>
                <a:path w="23" h="10">
                  <a:moveTo>
                    <a:pt x="23" y="0"/>
                  </a:moveTo>
                  <a:cubicBezTo>
                    <a:pt x="23" y="0"/>
                    <a:pt x="18" y="2"/>
                    <a:pt x="12" y="5"/>
                  </a:cubicBezTo>
                  <a:cubicBezTo>
                    <a:pt x="6" y="8"/>
                    <a:pt x="1" y="10"/>
                    <a:pt x="1" y="10"/>
                  </a:cubicBezTo>
                  <a:cubicBezTo>
                    <a:pt x="0" y="10"/>
                    <a:pt x="5" y="8"/>
                    <a:pt x="11" y="5"/>
                  </a:cubicBezTo>
                  <a:cubicBezTo>
                    <a:pt x="17" y="2"/>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0" name="Freeform 1543">
              <a:extLst>
                <a:ext uri="{FF2B5EF4-FFF2-40B4-BE49-F238E27FC236}">
                  <a16:creationId xmlns:a16="http://schemas.microsoft.com/office/drawing/2014/main" id="{241B8B4B-393D-F6A7-9BA8-8957718D6FB1}"/>
                </a:ext>
              </a:extLst>
            </p:cNvPr>
            <p:cNvSpPr>
              <a:spLocks/>
            </p:cNvSpPr>
            <p:nvPr/>
          </p:nvSpPr>
          <p:spPr bwMode="auto">
            <a:xfrm rot="5094805">
              <a:off x="1691357" y="4885100"/>
              <a:ext cx="57124" cy="22850"/>
            </a:xfrm>
            <a:custGeom>
              <a:avLst/>
              <a:gdLst>
                <a:gd name="T0" fmla="*/ 12 w 23"/>
                <a:gd name="T1" fmla="*/ 5 h 10"/>
                <a:gd name="T2" fmla="*/ 0 w 23"/>
                <a:gd name="T3" fmla="*/ 10 h 10"/>
                <a:gd name="T4" fmla="*/ 10 w 23"/>
                <a:gd name="T5" fmla="*/ 5 h 10"/>
                <a:gd name="T6" fmla="*/ 23 w 23"/>
                <a:gd name="T7" fmla="*/ 0 h 10"/>
                <a:gd name="T8" fmla="*/ 12 w 23"/>
                <a:gd name="T9" fmla="*/ 5 h 10"/>
              </a:gdLst>
              <a:ahLst/>
              <a:cxnLst>
                <a:cxn ang="0">
                  <a:pos x="T0" y="T1"/>
                </a:cxn>
                <a:cxn ang="0">
                  <a:pos x="T2" y="T3"/>
                </a:cxn>
                <a:cxn ang="0">
                  <a:pos x="T4" y="T5"/>
                </a:cxn>
                <a:cxn ang="0">
                  <a:pos x="T6" y="T7"/>
                </a:cxn>
                <a:cxn ang="0">
                  <a:pos x="T8" y="T9"/>
                </a:cxn>
              </a:cxnLst>
              <a:rect l="0" t="0" r="r" b="b"/>
              <a:pathLst>
                <a:path w="23" h="10">
                  <a:moveTo>
                    <a:pt x="12" y="5"/>
                  </a:moveTo>
                  <a:cubicBezTo>
                    <a:pt x="6" y="8"/>
                    <a:pt x="0" y="10"/>
                    <a:pt x="0" y="10"/>
                  </a:cubicBezTo>
                  <a:cubicBezTo>
                    <a:pt x="0" y="10"/>
                    <a:pt x="4" y="8"/>
                    <a:pt x="10" y="5"/>
                  </a:cubicBezTo>
                  <a:cubicBezTo>
                    <a:pt x="16" y="3"/>
                    <a:pt x="22" y="0"/>
                    <a:pt x="23" y="0"/>
                  </a:cubicBezTo>
                  <a:cubicBezTo>
                    <a:pt x="23" y="0"/>
                    <a:pt x="18"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1" name="Freeform 1544">
              <a:extLst>
                <a:ext uri="{FF2B5EF4-FFF2-40B4-BE49-F238E27FC236}">
                  <a16:creationId xmlns:a16="http://schemas.microsoft.com/office/drawing/2014/main" id="{B3AD94DE-D431-971F-1D54-34E8DCB8C54F}"/>
                </a:ext>
              </a:extLst>
            </p:cNvPr>
            <p:cNvSpPr>
              <a:spLocks/>
            </p:cNvSpPr>
            <p:nvPr/>
          </p:nvSpPr>
          <p:spPr bwMode="auto">
            <a:xfrm rot="5094805">
              <a:off x="1788130" y="5069086"/>
              <a:ext cx="59409" cy="25135"/>
            </a:xfrm>
            <a:custGeom>
              <a:avLst/>
              <a:gdLst>
                <a:gd name="T0" fmla="*/ 10 w 24"/>
                <a:gd name="T1" fmla="*/ 6 h 10"/>
                <a:gd name="T2" fmla="*/ 23 w 24"/>
                <a:gd name="T3" fmla="*/ 1 h 10"/>
                <a:gd name="T4" fmla="*/ 13 w 24"/>
                <a:gd name="T5" fmla="*/ 5 h 10"/>
                <a:gd name="T6" fmla="*/ 1 w 24"/>
                <a:gd name="T7" fmla="*/ 10 h 10"/>
                <a:gd name="T8" fmla="*/ 10 w 24"/>
                <a:gd name="T9" fmla="*/ 6 h 10"/>
              </a:gdLst>
              <a:ahLst/>
              <a:cxnLst>
                <a:cxn ang="0">
                  <a:pos x="T0" y="T1"/>
                </a:cxn>
                <a:cxn ang="0">
                  <a:pos x="T2" y="T3"/>
                </a:cxn>
                <a:cxn ang="0">
                  <a:pos x="T4" y="T5"/>
                </a:cxn>
                <a:cxn ang="0">
                  <a:pos x="T6" y="T7"/>
                </a:cxn>
                <a:cxn ang="0">
                  <a:pos x="T8" y="T9"/>
                </a:cxn>
              </a:cxnLst>
              <a:rect l="0" t="0" r="r" b="b"/>
              <a:pathLst>
                <a:path w="24" h="10">
                  <a:moveTo>
                    <a:pt x="10" y="6"/>
                  </a:moveTo>
                  <a:cubicBezTo>
                    <a:pt x="17" y="3"/>
                    <a:pt x="23" y="1"/>
                    <a:pt x="23" y="1"/>
                  </a:cubicBezTo>
                  <a:cubicBezTo>
                    <a:pt x="24" y="0"/>
                    <a:pt x="19" y="2"/>
                    <a:pt x="13" y="5"/>
                  </a:cubicBezTo>
                  <a:cubicBezTo>
                    <a:pt x="7" y="7"/>
                    <a:pt x="2" y="9"/>
                    <a:pt x="1" y="10"/>
                  </a:cubicBezTo>
                  <a:cubicBezTo>
                    <a:pt x="0" y="10"/>
                    <a:pt x="4" y="8"/>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2" name="Freeform 1545">
              <a:extLst>
                <a:ext uri="{FF2B5EF4-FFF2-40B4-BE49-F238E27FC236}">
                  <a16:creationId xmlns:a16="http://schemas.microsoft.com/office/drawing/2014/main" id="{10231740-108D-15B5-E22B-98ACB89CE82D}"/>
                </a:ext>
              </a:extLst>
            </p:cNvPr>
            <p:cNvSpPr>
              <a:spLocks/>
            </p:cNvSpPr>
            <p:nvPr/>
          </p:nvSpPr>
          <p:spPr bwMode="auto">
            <a:xfrm rot="5094805">
              <a:off x="1876735" y="5254932"/>
              <a:ext cx="61694" cy="20565"/>
            </a:xfrm>
            <a:custGeom>
              <a:avLst/>
              <a:gdLst>
                <a:gd name="T0" fmla="*/ 24 w 25"/>
                <a:gd name="T1" fmla="*/ 0 h 9"/>
                <a:gd name="T2" fmla="*/ 13 w 25"/>
                <a:gd name="T3" fmla="*/ 4 h 9"/>
                <a:gd name="T4" fmla="*/ 1 w 25"/>
                <a:gd name="T5" fmla="*/ 8 h 9"/>
                <a:gd name="T6" fmla="*/ 11 w 25"/>
                <a:gd name="T7" fmla="*/ 5 h 9"/>
                <a:gd name="T8" fmla="*/ 24 w 25"/>
                <a:gd name="T9" fmla="*/ 0 h 9"/>
              </a:gdLst>
              <a:ahLst/>
              <a:cxnLst>
                <a:cxn ang="0">
                  <a:pos x="T0" y="T1"/>
                </a:cxn>
                <a:cxn ang="0">
                  <a:pos x="T2" y="T3"/>
                </a:cxn>
                <a:cxn ang="0">
                  <a:pos x="T4" y="T5"/>
                </a:cxn>
                <a:cxn ang="0">
                  <a:pos x="T6" y="T7"/>
                </a:cxn>
                <a:cxn ang="0">
                  <a:pos x="T8" y="T9"/>
                </a:cxn>
              </a:cxnLst>
              <a:rect l="0" t="0" r="r" b="b"/>
              <a:pathLst>
                <a:path w="25" h="9">
                  <a:moveTo>
                    <a:pt x="24" y="0"/>
                  </a:moveTo>
                  <a:cubicBezTo>
                    <a:pt x="25" y="0"/>
                    <a:pt x="20" y="2"/>
                    <a:pt x="13" y="4"/>
                  </a:cubicBezTo>
                  <a:cubicBezTo>
                    <a:pt x="8" y="6"/>
                    <a:pt x="2" y="8"/>
                    <a:pt x="1" y="8"/>
                  </a:cubicBezTo>
                  <a:cubicBezTo>
                    <a:pt x="0" y="9"/>
                    <a:pt x="5" y="7"/>
                    <a:pt x="11" y="5"/>
                  </a:cubicBezTo>
                  <a:cubicBezTo>
                    <a:pt x="17" y="3"/>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3" name="Freeform 1546">
              <a:extLst>
                <a:ext uri="{FF2B5EF4-FFF2-40B4-BE49-F238E27FC236}">
                  <a16:creationId xmlns:a16="http://schemas.microsoft.com/office/drawing/2014/main" id="{3C63B5C3-7D39-B6DA-439A-DBA64D67C494}"/>
                </a:ext>
              </a:extLst>
            </p:cNvPr>
            <p:cNvSpPr>
              <a:spLocks/>
            </p:cNvSpPr>
            <p:nvPr/>
          </p:nvSpPr>
          <p:spPr bwMode="auto">
            <a:xfrm rot="5094805">
              <a:off x="1960999" y="5443662"/>
              <a:ext cx="59409" cy="15995"/>
            </a:xfrm>
            <a:custGeom>
              <a:avLst/>
              <a:gdLst>
                <a:gd name="T0" fmla="*/ 12 w 24"/>
                <a:gd name="T1" fmla="*/ 3 h 7"/>
                <a:gd name="T2" fmla="*/ 0 w 24"/>
                <a:gd name="T3" fmla="*/ 7 h 7"/>
                <a:gd name="T4" fmla="*/ 10 w 24"/>
                <a:gd name="T5" fmla="*/ 4 h 7"/>
                <a:gd name="T6" fmla="*/ 23 w 24"/>
                <a:gd name="T7" fmla="*/ 0 h 7"/>
                <a:gd name="T8" fmla="*/ 12 w 24"/>
                <a:gd name="T9" fmla="*/ 3 h 7"/>
              </a:gdLst>
              <a:ahLst/>
              <a:cxnLst>
                <a:cxn ang="0">
                  <a:pos x="T0" y="T1"/>
                </a:cxn>
                <a:cxn ang="0">
                  <a:pos x="T2" y="T3"/>
                </a:cxn>
                <a:cxn ang="0">
                  <a:pos x="T4" y="T5"/>
                </a:cxn>
                <a:cxn ang="0">
                  <a:pos x="T6" y="T7"/>
                </a:cxn>
                <a:cxn ang="0">
                  <a:pos x="T8" y="T9"/>
                </a:cxn>
              </a:cxnLst>
              <a:rect l="0" t="0" r="r" b="b"/>
              <a:pathLst>
                <a:path w="24" h="7">
                  <a:moveTo>
                    <a:pt x="12" y="3"/>
                  </a:moveTo>
                  <a:cubicBezTo>
                    <a:pt x="6" y="5"/>
                    <a:pt x="0" y="7"/>
                    <a:pt x="0" y="7"/>
                  </a:cubicBezTo>
                  <a:cubicBezTo>
                    <a:pt x="0" y="7"/>
                    <a:pt x="5" y="6"/>
                    <a:pt x="10" y="4"/>
                  </a:cubicBezTo>
                  <a:cubicBezTo>
                    <a:pt x="16" y="2"/>
                    <a:pt x="22" y="1"/>
                    <a:pt x="23" y="0"/>
                  </a:cubicBezTo>
                  <a:cubicBezTo>
                    <a:pt x="24" y="0"/>
                    <a:pt x="18" y="1"/>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4" name="Freeform 1547">
              <a:extLst>
                <a:ext uri="{FF2B5EF4-FFF2-40B4-BE49-F238E27FC236}">
                  <a16:creationId xmlns:a16="http://schemas.microsoft.com/office/drawing/2014/main" id="{373170F8-3682-9DDF-934B-4E9FA4C074EA}"/>
                </a:ext>
              </a:extLst>
            </p:cNvPr>
            <p:cNvSpPr>
              <a:spLocks/>
            </p:cNvSpPr>
            <p:nvPr/>
          </p:nvSpPr>
          <p:spPr bwMode="auto">
            <a:xfrm rot="5094805">
              <a:off x="2032544" y="5630088"/>
              <a:ext cx="57124" cy="13710"/>
            </a:xfrm>
            <a:custGeom>
              <a:avLst/>
              <a:gdLst>
                <a:gd name="T0" fmla="*/ 23 w 23"/>
                <a:gd name="T1" fmla="*/ 0 h 6"/>
                <a:gd name="T2" fmla="*/ 11 w 23"/>
                <a:gd name="T3" fmla="*/ 2 h 6"/>
                <a:gd name="T4" fmla="*/ 0 w 23"/>
                <a:gd name="T5" fmla="*/ 6 h 6"/>
                <a:gd name="T6" fmla="*/ 11 w 23"/>
                <a:gd name="T7" fmla="*/ 3 h 6"/>
                <a:gd name="T8" fmla="*/ 23 w 23"/>
                <a:gd name="T9" fmla="*/ 0 h 6"/>
              </a:gdLst>
              <a:ahLst/>
              <a:cxnLst>
                <a:cxn ang="0">
                  <a:pos x="T0" y="T1"/>
                </a:cxn>
                <a:cxn ang="0">
                  <a:pos x="T2" y="T3"/>
                </a:cxn>
                <a:cxn ang="0">
                  <a:pos x="T4" y="T5"/>
                </a:cxn>
                <a:cxn ang="0">
                  <a:pos x="T6" y="T7"/>
                </a:cxn>
                <a:cxn ang="0">
                  <a:pos x="T8" y="T9"/>
                </a:cxn>
              </a:cxnLst>
              <a:rect l="0" t="0" r="r" b="b"/>
              <a:pathLst>
                <a:path w="23" h="6">
                  <a:moveTo>
                    <a:pt x="23" y="0"/>
                  </a:moveTo>
                  <a:cubicBezTo>
                    <a:pt x="23" y="0"/>
                    <a:pt x="18" y="1"/>
                    <a:pt x="11" y="2"/>
                  </a:cubicBezTo>
                  <a:cubicBezTo>
                    <a:pt x="6" y="4"/>
                    <a:pt x="1" y="5"/>
                    <a:pt x="0" y="6"/>
                  </a:cubicBezTo>
                  <a:cubicBezTo>
                    <a:pt x="0" y="6"/>
                    <a:pt x="5" y="5"/>
                    <a:pt x="11" y="3"/>
                  </a:cubicBezTo>
                  <a:cubicBezTo>
                    <a:pt x="17" y="1"/>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5" name="Freeform 1548">
              <a:extLst>
                <a:ext uri="{FF2B5EF4-FFF2-40B4-BE49-F238E27FC236}">
                  <a16:creationId xmlns:a16="http://schemas.microsoft.com/office/drawing/2014/main" id="{F254B646-33A4-A6CD-D63F-33CCA8A5A22C}"/>
                </a:ext>
              </a:extLst>
            </p:cNvPr>
            <p:cNvSpPr>
              <a:spLocks/>
            </p:cNvSpPr>
            <p:nvPr/>
          </p:nvSpPr>
          <p:spPr bwMode="auto">
            <a:xfrm rot="5094805">
              <a:off x="2090828" y="5822079"/>
              <a:ext cx="59409" cy="11425"/>
            </a:xfrm>
            <a:custGeom>
              <a:avLst/>
              <a:gdLst>
                <a:gd name="T0" fmla="*/ 10 w 24"/>
                <a:gd name="T1" fmla="*/ 3 h 5"/>
                <a:gd name="T2" fmla="*/ 23 w 24"/>
                <a:gd name="T3" fmla="*/ 0 h 5"/>
                <a:gd name="T4" fmla="*/ 13 w 24"/>
                <a:gd name="T5" fmla="*/ 2 h 5"/>
                <a:gd name="T6" fmla="*/ 1 w 24"/>
                <a:gd name="T7" fmla="*/ 4 h 5"/>
                <a:gd name="T8" fmla="*/ 10 w 24"/>
                <a:gd name="T9" fmla="*/ 3 h 5"/>
              </a:gdLst>
              <a:ahLst/>
              <a:cxnLst>
                <a:cxn ang="0">
                  <a:pos x="T0" y="T1"/>
                </a:cxn>
                <a:cxn ang="0">
                  <a:pos x="T2" y="T3"/>
                </a:cxn>
                <a:cxn ang="0">
                  <a:pos x="T4" y="T5"/>
                </a:cxn>
                <a:cxn ang="0">
                  <a:pos x="T6" y="T7"/>
                </a:cxn>
                <a:cxn ang="0">
                  <a:pos x="T8" y="T9"/>
                </a:cxn>
              </a:cxnLst>
              <a:rect l="0" t="0" r="r" b="b"/>
              <a:pathLst>
                <a:path w="24" h="5">
                  <a:moveTo>
                    <a:pt x="10" y="3"/>
                  </a:moveTo>
                  <a:cubicBezTo>
                    <a:pt x="17" y="2"/>
                    <a:pt x="23" y="1"/>
                    <a:pt x="23" y="0"/>
                  </a:cubicBezTo>
                  <a:cubicBezTo>
                    <a:pt x="24" y="0"/>
                    <a:pt x="19" y="1"/>
                    <a:pt x="13" y="2"/>
                  </a:cubicBezTo>
                  <a:cubicBezTo>
                    <a:pt x="7" y="3"/>
                    <a:pt x="2" y="4"/>
                    <a:pt x="1" y="4"/>
                  </a:cubicBezTo>
                  <a:cubicBezTo>
                    <a:pt x="0" y="5"/>
                    <a:pt x="4" y="4"/>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6" name="Freeform 1549">
              <a:extLst>
                <a:ext uri="{FF2B5EF4-FFF2-40B4-BE49-F238E27FC236}">
                  <a16:creationId xmlns:a16="http://schemas.microsoft.com/office/drawing/2014/main" id="{ABB5EE2D-F767-63C6-5C25-CDDDC58CEE37}"/>
                </a:ext>
              </a:extLst>
            </p:cNvPr>
            <p:cNvSpPr>
              <a:spLocks/>
            </p:cNvSpPr>
            <p:nvPr/>
          </p:nvSpPr>
          <p:spPr bwMode="auto">
            <a:xfrm rot="5094805">
              <a:off x="2137636" y="6015188"/>
              <a:ext cx="59409" cy="6855"/>
            </a:xfrm>
            <a:custGeom>
              <a:avLst/>
              <a:gdLst>
                <a:gd name="T0" fmla="*/ 12 w 24"/>
                <a:gd name="T1" fmla="*/ 1 h 3"/>
                <a:gd name="T2" fmla="*/ 0 w 24"/>
                <a:gd name="T3" fmla="*/ 3 h 3"/>
                <a:gd name="T4" fmla="*/ 10 w 24"/>
                <a:gd name="T5" fmla="*/ 2 h 3"/>
                <a:gd name="T6" fmla="*/ 23 w 24"/>
                <a:gd name="T7" fmla="*/ 1 h 3"/>
                <a:gd name="T8" fmla="*/ 12 w 24"/>
                <a:gd name="T9" fmla="*/ 1 h 3"/>
              </a:gdLst>
              <a:ahLst/>
              <a:cxnLst>
                <a:cxn ang="0">
                  <a:pos x="T0" y="T1"/>
                </a:cxn>
                <a:cxn ang="0">
                  <a:pos x="T2" y="T3"/>
                </a:cxn>
                <a:cxn ang="0">
                  <a:pos x="T4" y="T5"/>
                </a:cxn>
                <a:cxn ang="0">
                  <a:pos x="T6" y="T7"/>
                </a:cxn>
                <a:cxn ang="0">
                  <a:pos x="T8" y="T9"/>
                </a:cxn>
              </a:cxnLst>
              <a:rect l="0" t="0" r="r" b="b"/>
              <a:pathLst>
                <a:path w="24" h="3">
                  <a:moveTo>
                    <a:pt x="12" y="1"/>
                  </a:moveTo>
                  <a:cubicBezTo>
                    <a:pt x="6" y="2"/>
                    <a:pt x="0" y="3"/>
                    <a:pt x="0" y="3"/>
                  </a:cubicBezTo>
                  <a:cubicBezTo>
                    <a:pt x="0" y="3"/>
                    <a:pt x="5" y="3"/>
                    <a:pt x="10" y="2"/>
                  </a:cubicBezTo>
                  <a:cubicBezTo>
                    <a:pt x="16" y="2"/>
                    <a:pt x="23" y="1"/>
                    <a:pt x="23" y="1"/>
                  </a:cubicBezTo>
                  <a:cubicBezTo>
                    <a:pt x="24" y="0"/>
                    <a:pt x="19" y="1"/>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7" name="Freeform 1550">
              <a:extLst>
                <a:ext uri="{FF2B5EF4-FFF2-40B4-BE49-F238E27FC236}">
                  <a16:creationId xmlns:a16="http://schemas.microsoft.com/office/drawing/2014/main" id="{46C6F9BA-BC45-88FC-EB45-FBD92902DBA5}"/>
                </a:ext>
              </a:extLst>
            </p:cNvPr>
            <p:cNvSpPr>
              <a:spLocks/>
            </p:cNvSpPr>
            <p:nvPr/>
          </p:nvSpPr>
          <p:spPr bwMode="auto">
            <a:xfrm rot="5094805">
              <a:off x="2168406" y="6207334"/>
              <a:ext cx="61694" cy="4570"/>
            </a:xfrm>
            <a:custGeom>
              <a:avLst/>
              <a:gdLst>
                <a:gd name="T0" fmla="*/ 24 w 25"/>
                <a:gd name="T1" fmla="*/ 0 h 2"/>
                <a:gd name="T2" fmla="*/ 14 w 25"/>
                <a:gd name="T3" fmla="*/ 0 h 2"/>
                <a:gd name="T4" fmla="*/ 1 w 25"/>
                <a:gd name="T5" fmla="*/ 2 h 2"/>
                <a:gd name="T6" fmla="*/ 11 w 25"/>
                <a:gd name="T7" fmla="*/ 1 h 2"/>
                <a:gd name="T8" fmla="*/ 24 w 25"/>
                <a:gd name="T9" fmla="*/ 0 h 2"/>
              </a:gdLst>
              <a:ahLst/>
              <a:cxnLst>
                <a:cxn ang="0">
                  <a:pos x="T0" y="T1"/>
                </a:cxn>
                <a:cxn ang="0">
                  <a:pos x="T2" y="T3"/>
                </a:cxn>
                <a:cxn ang="0">
                  <a:pos x="T4" y="T5"/>
                </a:cxn>
                <a:cxn ang="0">
                  <a:pos x="T6" y="T7"/>
                </a:cxn>
                <a:cxn ang="0">
                  <a:pos x="T8" y="T9"/>
                </a:cxn>
              </a:cxnLst>
              <a:rect l="0" t="0" r="r" b="b"/>
              <a:pathLst>
                <a:path w="25" h="2">
                  <a:moveTo>
                    <a:pt x="24" y="0"/>
                  </a:moveTo>
                  <a:cubicBezTo>
                    <a:pt x="25" y="0"/>
                    <a:pt x="20" y="0"/>
                    <a:pt x="14" y="0"/>
                  </a:cubicBezTo>
                  <a:cubicBezTo>
                    <a:pt x="8" y="1"/>
                    <a:pt x="2" y="1"/>
                    <a:pt x="1" y="2"/>
                  </a:cubicBezTo>
                  <a:cubicBezTo>
                    <a:pt x="0" y="2"/>
                    <a:pt x="4" y="2"/>
                    <a:pt x="11" y="1"/>
                  </a:cubicBezTo>
                  <a:cubicBezTo>
                    <a:pt x="17" y="1"/>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8" name="Freeform 1551">
              <a:extLst>
                <a:ext uri="{FF2B5EF4-FFF2-40B4-BE49-F238E27FC236}">
                  <a16:creationId xmlns:a16="http://schemas.microsoft.com/office/drawing/2014/main" id="{AFE59FFA-AFC2-0EA4-98DF-E94E5BD739ED}"/>
                </a:ext>
              </a:extLst>
            </p:cNvPr>
            <p:cNvSpPr>
              <a:spLocks/>
            </p:cNvSpPr>
            <p:nvPr/>
          </p:nvSpPr>
          <p:spPr bwMode="auto">
            <a:xfrm rot="5094805">
              <a:off x="2202898" y="6400406"/>
              <a:ext cx="61694" cy="6855"/>
            </a:xfrm>
            <a:custGeom>
              <a:avLst/>
              <a:gdLst>
                <a:gd name="T0" fmla="*/ 12 w 25"/>
                <a:gd name="T1" fmla="*/ 2 h 3"/>
                <a:gd name="T2" fmla="*/ 24 w 25"/>
                <a:gd name="T3" fmla="*/ 0 h 3"/>
                <a:gd name="T4" fmla="*/ 13 w 25"/>
                <a:gd name="T5" fmla="*/ 2 h 3"/>
                <a:gd name="T6" fmla="*/ 1 w 25"/>
                <a:gd name="T7" fmla="*/ 3 h 3"/>
                <a:gd name="T8" fmla="*/ 12 w 25"/>
                <a:gd name="T9" fmla="*/ 2 h 3"/>
              </a:gdLst>
              <a:ahLst/>
              <a:cxnLst>
                <a:cxn ang="0">
                  <a:pos x="T0" y="T1"/>
                </a:cxn>
                <a:cxn ang="0">
                  <a:pos x="T2" y="T3"/>
                </a:cxn>
                <a:cxn ang="0">
                  <a:pos x="T4" y="T5"/>
                </a:cxn>
                <a:cxn ang="0">
                  <a:pos x="T6" y="T7"/>
                </a:cxn>
                <a:cxn ang="0">
                  <a:pos x="T8" y="T9"/>
                </a:cxn>
              </a:cxnLst>
              <a:rect l="0" t="0" r="r" b="b"/>
              <a:pathLst>
                <a:path w="25" h="3">
                  <a:moveTo>
                    <a:pt x="12" y="2"/>
                  </a:moveTo>
                  <a:cubicBezTo>
                    <a:pt x="18" y="1"/>
                    <a:pt x="24" y="0"/>
                    <a:pt x="24" y="0"/>
                  </a:cubicBezTo>
                  <a:cubicBezTo>
                    <a:pt x="25" y="0"/>
                    <a:pt x="19" y="1"/>
                    <a:pt x="13" y="2"/>
                  </a:cubicBezTo>
                  <a:cubicBezTo>
                    <a:pt x="7" y="2"/>
                    <a:pt x="2" y="3"/>
                    <a:pt x="1" y="3"/>
                  </a:cubicBezTo>
                  <a:cubicBezTo>
                    <a:pt x="0" y="3"/>
                    <a:pt x="5"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9" name="Freeform 1552">
              <a:extLst>
                <a:ext uri="{FF2B5EF4-FFF2-40B4-BE49-F238E27FC236}">
                  <a16:creationId xmlns:a16="http://schemas.microsoft.com/office/drawing/2014/main" id="{6BC28C7B-8401-139F-3ECF-4E85460E640C}"/>
                </a:ext>
              </a:extLst>
            </p:cNvPr>
            <p:cNvSpPr>
              <a:spLocks/>
            </p:cNvSpPr>
            <p:nvPr/>
          </p:nvSpPr>
          <p:spPr bwMode="auto">
            <a:xfrm rot="5094805">
              <a:off x="2247536" y="6591530"/>
              <a:ext cx="59409" cy="9140"/>
            </a:xfrm>
            <a:custGeom>
              <a:avLst/>
              <a:gdLst>
                <a:gd name="T0" fmla="*/ 13 w 24"/>
                <a:gd name="T1" fmla="*/ 2 h 4"/>
                <a:gd name="T2" fmla="*/ 0 w 24"/>
                <a:gd name="T3" fmla="*/ 4 h 4"/>
                <a:gd name="T4" fmla="*/ 10 w 24"/>
                <a:gd name="T5" fmla="*/ 2 h 4"/>
                <a:gd name="T6" fmla="*/ 23 w 24"/>
                <a:gd name="T7" fmla="*/ 0 h 4"/>
                <a:gd name="T8" fmla="*/ 13 w 24"/>
                <a:gd name="T9" fmla="*/ 2 h 4"/>
              </a:gdLst>
              <a:ahLst/>
              <a:cxnLst>
                <a:cxn ang="0">
                  <a:pos x="T0" y="T1"/>
                </a:cxn>
                <a:cxn ang="0">
                  <a:pos x="T2" y="T3"/>
                </a:cxn>
                <a:cxn ang="0">
                  <a:pos x="T4" y="T5"/>
                </a:cxn>
                <a:cxn ang="0">
                  <a:pos x="T6" y="T7"/>
                </a:cxn>
                <a:cxn ang="0">
                  <a:pos x="T8" y="T9"/>
                </a:cxn>
              </a:cxnLst>
              <a:rect l="0" t="0" r="r" b="b"/>
              <a:pathLst>
                <a:path w="24" h="4">
                  <a:moveTo>
                    <a:pt x="13" y="2"/>
                  </a:moveTo>
                  <a:cubicBezTo>
                    <a:pt x="7" y="3"/>
                    <a:pt x="1" y="4"/>
                    <a:pt x="0" y="4"/>
                  </a:cubicBezTo>
                  <a:cubicBezTo>
                    <a:pt x="0" y="4"/>
                    <a:pt x="4" y="3"/>
                    <a:pt x="10" y="2"/>
                  </a:cubicBezTo>
                  <a:cubicBezTo>
                    <a:pt x="16" y="1"/>
                    <a:pt x="22" y="0"/>
                    <a:pt x="23" y="0"/>
                  </a:cubicBezTo>
                  <a:cubicBezTo>
                    <a:pt x="24"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0" name="Freeform 1553">
              <a:extLst>
                <a:ext uri="{FF2B5EF4-FFF2-40B4-BE49-F238E27FC236}">
                  <a16:creationId xmlns:a16="http://schemas.microsoft.com/office/drawing/2014/main" id="{5F142427-32DE-64A9-C80B-11F86286246F}"/>
                </a:ext>
              </a:extLst>
            </p:cNvPr>
            <p:cNvSpPr>
              <a:spLocks/>
            </p:cNvSpPr>
            <p:nvPr/>
          </p:nvSpPr>
          <p:spPr bwMode="auto">
            <a:xfrm rot="5094805">
              <a:off x="2298790" y="6779568"/>
              <a:ext cx="61694" cy="11425"/>
            </a:xfrm>
            <a:custGeom>
              <a:avLst/>
              <a:gdLst>
                <a:gd name="T0" fmla="*/ 24 w 25"/>
                <a:gd name="T1" fmla="*/ 0 h 5"/>
                <a:gd name="T2" fmla="*/ 14 w 25"/>
                <a:gd name="T3" fmla="*/ 3 h 5"/>
                <a:gd name="T4" fmla="*/ 2 w 25"/>
                <a:gd name="T5" fmla="*/ 5 h 5"/>
                <a:gd name="T6" fmla="*/ 11 w 25"/>
                <a:gd name="T7" fmla="*/ 2 h 5"/>
                <a:gd name="T8" fmla="*/ 24 w 25"/>
                <a:gd name="T9" fmla="*/ 0 h 5"/>
              </a:gdLst>
              <a:ahLst/>
              <a:cxnLst>
                <a:cxn ang="0">
                  <a:pos x="T0" y="T1"/>
                </a:cxn>
                <a:cxn ang="0">
                  <a:pos x="T2" y="T3"/>
                </a:cxn>
                <a:cxn ang="0">
                  <a:pos x="T4" y="T5"/>
                </a:cxn>
                <a:cxn ang="0">
                  <a:pos x="T6" y="T7"/>
                </a:cxn>
                <a:cxn ang="0">
                  <a:pos x="T8" y="T9"/>
                </a:cxn>
              </a:cxnLst>
              <a:rect l="0" t="0" r="r" b="b"/>
              <a:pathLst>
                <a:path w="25" h="5">
                  <a:moveTo>
                    <a:pt x="24" y="0"/>
                  </a:moveTo>
                  <a:cubicBezTo>
                    <a:pt x="25" y="0"/>
                    <a:pt x="20" y="2"/>
                    <a:pt x="14" y="3"/>
                  </a:cubicBezTo>
                  <a:cubicBezTo>
                    <a:pt x="8" y="4"/>
                    <a:pt x="3" y="5"/>
                    <a:pt x="2" y="5"/>
                  </a:cubicBezTo>
                  <a:cubicBezTo>
                    <a:pt x="0" y="5"/>
                    <a:pt x="5" y="3"/>
                    <a:pt x="11" y="2"/>
                  </a:cubicBezTo>
                  <a:cubicBezTo>
                    <a:pt x="17" y="1"/>
                    <a:pt x="24"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1" name="Freeform 1573">
              <a:extLst>
                <a:ext uri="{FF2B5EF4-FFF2-40B4-BE49-F238E27FC236}">
                  <a16:creationId xmlns:a16="http://schemas.microsoft.com/office/drawing/2014/main" id="{65457C75-010E-35B9-72AD-1CC5709E2DD5}"/>
                </a:ext>
              </a:extLst>
            </p:cNvPr>
            <p:cNvSpPr>
              <a:spLocks/>
            </p:cNvSpPr>
            <p:nvPr/>
          </p:nvSpPr>
          <p:spPr bwMode="auto">
            <a:xfrm rot="5094805">
              <a:off x="301325" y="-49613"/>
              <a:ext cx="61694" cy="50269"/>
            </a:xfrm>
            <a:custGeom>
              <a:avLst/>
              <a:gdLst>
                <a:gd name="T0" fmla="*/ 14 w 25"/>
                <a:gd name="T1" fmla="*/ 18 h 20"/>
                <a:gd name="T2" fmla="*/ 1 w 25"/>
                <a:gd name="T3" fmla="*/ 13 h 20"/>
                <a:gd name="T4" fmla="*/ 9 w 25"/>
                <a:gd name="T5" fmla="*/ 2 h 20"/>
                <a:gd name="T6" fmla="*/ 23 w 25"/>
                <a:gd name="T7" fmla="*/ 5 h 20"/>
                <a:gd name="T8" fmla="*/ 14 w 25"/>
                <a:gd name="T9" fmla="*/ 18 h 20"/>
              </a:gdLst>
              <a:ahLst/>
              <a:cxnLst>
                <a:cxn ang="0">
                  <a:pos x="T0" y="T1"/>
                </a:cxn>
                <a:cxn ang="0">
                  <a:pos x="T2" y="T3"/>
                </a:cxn>
                <a:cxn ang="0">
                  <a:pos x="T4" y="T5"/>
                </a:cxn>
                <a:cxn ang="0">
                  <a:pos x="T6" y="T7"/>
                </a:cxn>
                <a:cxn ang="0">
                  <a:pos x="T8" y="T9"/>
                </a:cxn>
              </a:cxnLst>
              <a:rect l="0" t="0" r="r" b="b"/>
              <a:pathLst>
                <a:path w="25" h="20">
                  <a:moveTo>
                    <a:pt x="14" y="18"/>
                  </a:moveTo>
                  <a:cubicBezTo>
                    <a:pt x="8" y="20"/>
                    <a:pt x="2" y="17"/>
                    <a:pt x="1" y="13"/>
                  </a:cubicBezTo>
                  <a:cubicBezTo>
                    <a:pt x="0" y="8"/>
                    <a:pt x="4" y="4"/>
                    <a:pt x="9" y="2"/>
                  </a:cubicBezTo>
                  <a:cubicBezTo>
                    <a:pt x="15" y="0"/>
                    <a:pt x="22" y="1"/>
                    <a:pt x="23" y="5"/>
                  </a:cubicBezTo>
                  <a:cubicBezTo>
                    <a:pt x="25" y="10"/>
                    <a:pt x="20" y="16"/>
                    <a:pt x="1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2" name="Freeform 1574">
              <a:extLst>
                <a:ext uri="{FF2B5EF4-FFF2-40B4-BE49-F238E27FC236}">
                  <a16:creationId xmlns:a16="http://schemas.microsoft.com/office/drawing/2014/main" id="{F9A28BD2-E22D-800E-99F8-D1DE9519F27C}"/>
                </a:ext>
              </a:extLst>
            </p:cNvPr>
            <p:cNvSpPr>
              <a:spLocks/>
            </p:cNvSpPr>
            <p:nvPr/>
          </p:nvSpPr>
          <p:spPr bwMode="auto">
            <a:xfrm rot="5094805">
              <a:off x="376283" y="135366"/>
              <a:ext cx="59409" cy="50269"/>
            </a:xfrm>
            <a:custGeom>
              <a:avLst/>
              <a:gdLst>
                <a:gd name="T0" fmla="*/ 23 w 24"/>
                <a:gd name="T1" fmla="*/ 7 h 20"/>
                <a:gd name="T2" fmla="*/ 13 w 24"/>
                <a:gd name="T3" fmla="*/ 19 h 20"/>
                <a:gd name="T4" fmla="*/ 1 w 24"/>
                <a:gd name="T5" fmla="*/ 14 h 20"/>
                <a:gd name="T6" fmla="*/ 10 w 24"/>
                <a:gd name="T7" fmla="*/ 1 h 20"/>
                <a:gd name="T8" fmla="*/ 23 w 24"/>
                <a:gd name="T9" fmla="*/ 7 h 20"/>
              </a:gdLst>
              <a:ahLst/>
              <a:cxnLst>
                <a:cxn ang="0">
                  <a:pos x="T0" y="T1"/>
                </a:cxn>
                <a:cxn ang="0">
                  <a:pos x="T2" y="T3"/>
                </a:cxn>
                <a:cxn ang="0">
                  <a:pos x="T4" y="T5"/>
                </a:cxn>
                <a:cxn ang="0">
                  <a:pos x="T6" y="T7"/>
                </a:cxn>
                <a:cxn ang="0">
                  <a:pos x="T8" y="T9"/>
                </a:cxn>
              </a:cxnLst>
              <a:rect l="0" t="0" r="r" b="b"/>
              <a:pathLst>
                <a:path w="24" h="20">
                  <a:moveTo>
                    <a:pt x="23" y="7"/>
                  </a:moveTo>
                  <a:cubicBezTo>
                    <a:pt x="24" y="12"/>
                    <a:pt x="20" y="18"/>
                    <a:pt x="13" y="19"/>
                  </a:cubicBezTo>
                  <a:cubicBezTo>
                    <a:pt x="8" y="20"/>
                    <a:pt x="2" y="18"/>
                    <a:pt x="1" y="14"/>
                  </a:cubicBezTo>
                  <a:cubicBezTo>
                    <a:pt x="0" y="9"/>
                    <a:pt x="4" y="3"/>
                    <a:pt x="10" y="1"/>
                  </a:cubicBezTo>
                  <a:cubicBezTo>
                    <a:pt x="16" y="0"/>
                    <a:pt x="22" y="2"/>
                    <a:pt x="2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3" name="Freeform 1575">
              <a:extLst>
                <a:ext uri="{FF2B5EF4-FFF2-40B4-BE49-F238E27FC236}">
                  <a16:creationId xmlns:a16="http://schemas.microsoft.com/office/drawing/2014/main" id="{EDF5A820-6B9F-2899-2643-5EB1FCB2AE25}"/>
                </a:ext>
              </a:extLst>
            </p:cNvPr>
            <p:cNvSpPr>
              <a:spLocks/>
            </p:cNvSpPr>
            <p:nvPr/>
          </p:nvSpPr>
          <p:spPr bwMode="auto">
            <a:xfrm rot="5094805">
              <a:off x="432089" y="325283"/>
              <a:ext cx="61694" cy="47984"/>
            </a:xfrm>
            <a:custGeom>
              <a:avLst/>
              <a:gdLst>
                <a:gd name="T0" fmla="*/ 24 w 25"/>
                <a:gd name="T1" fmla="*/ 8 h 20"/>
                <a:gd name="T2" fmla="*/ 14 w 25"/>
                <a:gd name="T3" fmla="*/ 19 h 20"/>
                <a:gd name="T4" fmla="*/ 1 w 25"/>
                <a:gd name="T5" fmla="*/ 13 h 20"/>
                <a:gd name="T6" fmla="*/ 10 w 25"/>
                <a:gd name="T7" fmla="*/ 1 h 20"/>
                <a:gd name="T8" fmla="*/ 24 w 25"/>
                <a:gd name="T9" fmla="*/ 8 h 20"/>
              </a:gdLst>
              <a:ahLst/>
              <a:cxnLst>
                <a:cxn ang="0">
                  <a:pos x="T0" y="T1"/>
                </a:cxn>
                <a:cxn ang="0">
                  <a:pos x="T2" y="T3"/>
                </a:cxn>
                <a:cxn ang="0">
                  <a:pos x="T4" y="T5"/>
                </a:cxn>
                <a:cxn ang="0">
                  <a:pos x="T6" y="T7"/>
                </a:cxn>
                <a:cxn ang="0">
                  <a:pos x="T8" y="T9"/>
                </a:cxn>
              </a:cxnLst>
              <a:rect l="0" t="0" r="r" b="b"/>
              <a:pathLst>
                <a:path w="25" h="20">
                  <a:moveTo>
                    <a:pt x="24" y="8"/>
                  </a:moveTo>
                  <a:cubicBezTo>
                    <a:pt x="25" y="13"/>
                    <a:pt x="20" y="18"/>
                    <a:pt x="14" y="19"/>
                  </a:cubicBezTo>
                  <a:cubicBezTo>
                    <a:pt x="8" y="20"/>
                    <a:pt x="2" y="17"/>
                    <a:pt x="1" y="13"/>
                  </a:cubicBezTo>
                  <a:cubicBezTo>
                    <a:pt x="0" y="8"/>
                    <a:pt x="4" y="3"/>
                    <a:pt x="10" y="1"/>
                  </a:cubicBezTo>
                  <a:cubicBezTo>
                    <a:pt x="16" y="0"/>
                    <a:pt x="23" y="3"/>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4" name="Freeform 1576">
              <a:extLst>
                <a:ext uri="{FF2B5EF4-FFF2-40B4-BE49-F238E27FC236}">
                  <a16:creationId xmlns:a16="http://schemas.microsoft.com/office/drawing/2014/main" id="{63EE3B9E-F3CF-BC45-3FFF-4433351E74E5}"/>
                </a:ext>
              </a:extLst>
            </p:cNvPr>
            <p:cNvSpPr>
              <a:spLocks/>
            </p:cNvSpPr>
            <p:nvPr/>
          </p:nvSpPr>
          <p:spPr bwMode="auto">
            <a:xfrm rot="5094805">
              <a:off x="471866" y="514440"/>
              <a:ext cx="61694" cy="47984"/>
            </a:xfrm>
            <a:custGeom>
              <a:avLst/>
              <a:gdLst>
                <a:gd name="T0" fmla="*/ 24 w 25"/>
                <a:gd name="T1" fmla="*/ 8 h 19"/>
                <a:gd name="T2" fmla="*/ 14 w 25"/>
                <a:gd name="T3" fmla="*/ 19 h 19"/>
                <a:gd name="T4" fmla="*/ 1 w 25"/>
                <a:gd name="T5" fmla="*/ 11 h 19"/>
                <a:gd name="T6" fmla="*/ 11 w 25"/>
                <a:gd name="T7" fmla="*/ 1 h 19"/>
                <a:gd name="T8" fmla="*/ 24 w 25"/>
                <a:gd name="T9" fmla="*/ 8 h 19"/>
              </a:gdLst>
              <a:ahLst/>
              <a:cxnLst>
                <a:cxn ang="0">
                  <a:pos x="T0" y="T1"/>
                </a:cxn>
                <a:cxn ang="0">
                  <a:pos x="T2" y="T3"/>
                </a:cxn>
                <a:cxn ang="0">
                  <a:pos x="T4" y="T5"/>
                </a:cxn>
                <a:cxn ang="0">
                  <a:pos x="T6" y="T7"/>
                </a:cxn>
                <a:cxn ang="0">
                  <a:pos x="T8" y="T9"/>
                </a:cxn>
              </a:cxnLst>
              <a:rect l="0" t="0" r="r" b="b"/>
              <a:pathLst>
                <a:path w="25" h="19">
                  <a:moveTo>
                    <a:pt x="24" y="8"/>
                  </a:moveTo>
                  <a:cubicBezTo>
                    <a:pt x="25" y="13"/>
                    <a:pt x="20" y="18"/>
                    <a:pt x="14" y="19"/>
                  </a:cubicBezTo>
                  <a:cubicBezTo>
                    <a:pt x="9" y="19"/>
                    <a:pt x="3" y="16"/>
                    <a:pt x="1" y="11"/>
                  </a:cubicBezTo>
                  <a:cubicBezTo>
                    <a:pt x="0" y="7"/>
                    <a:pt x="4" y="2"/>
                    <a:pt x="11" y="1"/>
                  </a:cubicBezTo>
                  <a:cubicBezTo>
                    <a:pt x="17" y="0"/>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5" name="Freeform 1577">
              <a:extLst>
                <a:ext uri="{FF2B5EF4-FFF2-40B4-BE49-F238E27FC236}">
                  <a16:creationId xmlns:a16="http://schemas.microsoft.com/office/drawing/2014/main" id="{94EC4770-54D2-F515-F417-8D5B5B686E88}"/>
                </a:ext>
              </a:extLst>
            </p:cNvPr>
            <p:cNvSpPr>
              <a:spLocks/>
            </p:cNvSpPr>
            <p:nvPr/>
          </p:nvSpPr>
          <p:spPr bwMode="auto">
            <a:xfrm rot="5094805">
              <a:off x="499531" y="712690"/>
              <a:ext cx="61694" cy="41130"/>
            </a:xfrm>
            <a:custGeom>
              <a:avLst/>
              <a:gdLst>
                <a:gd name="T0" fmla="*/ 11 w 25"/>
                <a:gd name="T1" fmla="*/ 0 h 17"/>
                <a:gd name="T2" fmla="*/ 24 w 25"/>
                <a:gd name="T3" fmla="*/ 8 h 17"/>
                <a:gd name="T4" fmla="*/ 14 w 25"/>
                <a:gd name="T5" fmla="*/ 17 h 17"/>
                <a:gd name="T6" fmla="*/ 1 w 25"/>
                <a:gd name="T7" fmla="*/ 9 h 17"/>
                <a:gd name="T8" fmla="*/ 11 w 25"/>
                <a:gd name="T9" fmla="*/ 0 h 17"/>
              </a:gdLst>
              <a:ahLst/>
              <a:cxnLst>
                <a:cxn ang="0">
                  <a:pos x="T0" y="T1"/>
                </a:cxn>
                <a:cxn ang="0">
                  <a:pos x="T2" y="T3"/>
                </a:cxn>
                <a:cxn ang="0">
                  <a:pos x="T4" y="T5"/>
                </a:cxn>
                <a:cxn ang="0">
                  <a:pos x="T6" y="T7"/>
                </a:cxn>
                <a:cxn ang="0">
                  <a:pos x="T8" y="T9"/>
                </a:cxn>
              </a:cxnLst>
              <a:rect l="0" t="0" r="r" b="b"/>
              <a:pathLst>
                <a:path w="25" h="17">
                  <a:moveTo>
                    <a:pt x="11" y="0"/>
                  </a:moveTo>
                  <a:cubicBezTo>
                    <a:pt x="17" y="0"/>
                    <a:pt x="23" y="4"/>
                    <a:pt x="24" y="8"/>
                  </a:cubicBezTo>
                  <a:cubicBezTo>
                    <a:pt x="25" y="13"/>
                    <a:pt x="20" y="17"/>
                    <a:pt x="14" y="17"/>
                  </a:cubicBezTo>
                  <a:cubicBezTo>
                    <a:pt x="8" y="17"/>
                    <a:pt x="2" y="13"/>
                    <a:pt x="1" y="9"/>
                  </a:cubicBezTo>
                  <a:cubicBezTo>
                    <a:pt x="0" y="5"/>
                    <a:pt x="4"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6" name="Freeform 1578">
              <a:extLst>
                <a:ext uri="{FF2B5EF4-FFF2-40B4-BE49-F238E27FC236}">
                  <a16:creationId xmlns:a16="http://schemas.microsoft.com/office/drawing/2014/main" id="{D2008205-3134-1146-C900-A70075E6C20F}"/>
                </a:ext>
              </a:extLst>
            </p:cNvPr>
            <p:cNvSpPr>
              <a:spLocks/>
            </p:cNvSpPr>
            <p:nvPr/>
          </p:nvSpPr>
          <p:spPr bwMode="auto">
            <a:xfrm rot="5094805">
              <a:off x="516654" y="906254"/>
              <a:ext cx="59409" cy="38845"/>
            </a:xfrm>
            <a:custGeom>
              <a:avLst/>
              <a:gdLst>
                <a:gd name="T0" fmla="*/ 11 w 24"/>
                <a:gd name="T1" fmla="*/ 0 h 16"/>
                <a:gd name="T2" fmla="*/ 24 w 24"/>
                <a:gd name="T3" fmla="*/ 9 h 16"/>
                <a:gd name="T4" fmla="*/ 13 w 24"/>
                <a:gd name="T5" fmla="*/ 16 h 16"/>
                <a:gd name="T6" fmla="*/ 1 w 24"/>
                <a:gd name="T7" fmla="*/ 8 h 16"/>
                <a:gd name="T8" fmla="*/ 11 w 24"/>
                <a:gd name="T9" fmla="*/ 0 h 16"/>
              </a:gdLst>
              <a:ahLst/>
              <a:cxnLst>
                <a:cxn ang="0">
                  <a:pos x="T0" y="T1"/>
                </a:cxn>
                <a:cxn ang="0">
                  <a:pos x="T2" y="T3"/>
                </a:cxn>
                <a:cxn ang="0">
                  <a:pos x="T4" y="T5"/>
                </a:cxn>
                <a:cxn ang="0">
                  <a:pos x="T6" y="T7"/>
                </a:cxn>
                <a:cxn ang="0">
                  <a:pos x="T8" y="T9"/>
                </a:cxn>
              </a:cxnLst>
              <a:rect l="0" t="0" r="r" b="b"/>
              <a:pathLst>
                <a:path w="24" h="16">
                  <a:moveTo>
                    <a:pt x="11" y="0"/>
                  </a:moveTo>
                  <a:cubicBezTo>
                    <a:pt x="17" y="0"/>
                    <a:pt x="23" y="5"/>
                    <a:pt x="24" y="9"/>
                  </a:cubicBezTo>
                  <a:cubicBezTo>
                    <a:pt x="24" y="13"/>
                    <a:pt x="19" y="16"/>
                    <a:pt x="13" y="16"/>
                  </a:cubicBezTo>
                  <a:cubicBezTo>
                    <a:pt x="7" y="15"/>
                    <a:pt x="2" y="12"/>
                    <a:pt x="1" y="8"/>
                  </a:cubicBezTo>
                  <a:cubicBezTo>
                    <a:pt x="0" y="3"/>
                    <a:pt x="5"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7" name="Freeform 1579">
              <a:extLst>
                <a:ext uri="{FF2B5EF4-FFF2-40B4-BE49-F238E27FC236}">
                  <a16:creationId xmlns:a16="http://schemas.microsoft.com/office/drawing/2014/main" id="{5C841983-D5E7-BB16-6787-216040DD85CB}"/>
                </a:ext>
              </a:extLst>
            </p:cNvPr>
            <p:cNvSpPr>
              <a:spLocks/>
            </p:cNvSpPr>
            <p:nvPr/>
          </p:nvSpPr>
          <p:spPr bwMode="auto">
            <a:xfrm rot="5094805">
              <a:off x="521453" y="1101863"/>
              <a:ext cx="61694" cy="38845"/>
            </a:xfrm>
            <a:custGeom>
              <a:avLst/>
              <a:gdLst>
                <a:gd name="T0" fmla="*/ 24 w 25"/>
                <a:gd name="T1" fmla="*/ 8 h 15"/>
                <a:gd name="T2" fmla="*/ 14 w 25"/>
                <a:gd name="T3" fmla="*/ 14 h 15"/>
                <a:gd name="T4" fmla="*/ 1 w 25"/>
                <a:gd name="T5" fmla="*/ 7 h 15"/>
                <a:gd name="T6" fmla="*/ 10 w 25"/>
                <a:gd name="T7" fmla="*/ 0 h 15"/>
                <a:gd name="T8" fmla="*/ 24 w 25"/>
                <a:gd name="T9" fmla="*/ 8 h 15"/>
              </a:gdLst>
              <a:ahLst/>
              <a:cxnLst>
                <a:cxn ang="0">
                  <a:pos x="T0" y="T1"/>
                </a:cxn>
                <a:cxn ang="0">
                  <a:pos x="T2" y="T3"/>
                </a:cxn>
                <a:cxn ang="0">
                  <a:pos x="T4" y="T5"/>
                </a:cxn>
                <a:cxn ang="0">
                  <a:pos x="T6" y="T7"/>
                </a:cxn>
                <a:cxn ang="0">
                  <a:pos x="T8" y="T9"/>
                </a:cxn>
              </a:cxnLst>
              <a:rect l="0" t="0" r="r" b="b"/>
              <a:pathLst>
                <a:path w="25" h="15">
                  <a:moveTo>
                    <a:pt x="24" y="8"/>
                  </a:moveTo>
                  <a:cubicBezTo>
                    <a:pt x="25" y="12"/>
                    <a:pt x="20" y="15"/>
                    <a:pt x="14" y="14"/>
                  </a:cubicBezTo>
                  <a:cubicBezTo>
                    <a:pt x="8" y="14"/>
                    <a:pt x="2" y="11"/>
                    <a:pt x="1" y="7"/>
                  </a:cubicBezTo>
                  <a:cubicBezTo>
                    <a:pt x="0" y="3"/>
                    <a:pt x="4" y="0"/>
                    <a:pt x="10" y="0"/>
                  </a:cubicBezTo>
                  <a:cubicBezTo>
                    <a:pt x="16" y="0"/>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8" name="Freeform 1580">
              <a:extLst>
                <a:ext uri="{FF2B5EF4-FFF2-40B4-BE49-F238E27FC236}">
                  <a16:creationId xmlns:a16="http://schemas.microsoft.com/office/drawing/2014/main" id="{7969F8DE-083C-87C8-D743-D36104D7012F}"/>
                </a:ext>
              </a:extLst>
            </p:cNvPr>
            <p:cNvSpPr>
              <a:spLocks/>
            </p:cNvSpPr>
            <p:nvPr/>
          </p:nvSpPr>
          <p:spPr bwMode="auto">
            <a:xfrm rot="5094805">
              <a:off x="521805" y="1302544"/>
              <a:ext cx="61694" cy="31990"/>
            </a:xfrm>
            <a:custGeom>
              <a:avLst/>
              <a:gdLst>
                <a:gd name="T0" fmla="*/ 24 w 25"/>
                <a:gd name="T1" fmla="*/ 8 h 13"/>
                <a:gd name="T2" fmla="*/ 14 w 25"/>
                <a:gd name="T3" fmla="*/ 13 h 13"/>
                <a:gd name="T4" fmla="*/ 1 w 25"/>
                <a:gd name="T5" fmla="*/ 6 h 13"/>
                <a:gd name="T6" fmla="*/ 11 w 25"/>
                <a:gd name="T7" fmla="*/ 0 h 13"/>
                <a:gd name="T8" fmla="*/ 24 w 25"/>
                <a:gd name="T9" fmla="*/ 8 h 13"/>
              </a:gdLst>
              <a:ahLst/>
              <a:cxnLst>
                <a:cxn ang="0">
                  <a:pos x="T0" y="T1"/>
                </a:cxn>
                <a:cxn ang="0">
                  <a:pos x="T2" y="T3"/>
                </a:cxn>
                <a:cxn ang="0">
                  <a:pos x="T4" y="T5"/>
                </a:cxn>
                <a:cxn ang="0">
                  <a:pos x="T6" y="T7"/>
                </a:cxn>
                <a:cxn ang="0">
                  <a:pos x="T8" y="T9"/>
                </a:cxn>
              </a:cxnLst>
              <a:rect l="0" t="0" r="r" b="b"/>
              <a:pathLst>
                <a:path w="25" h="13">
                  <a:moveTo>
                    <a:pt x="24" y="8"/>
                  </a:moveTo>
                  <a:cubicBezTo>
                    <a:pt x="25" y="11"/>
                    <a:pt x="20" y="13"/>
                    <a:pt x="14" y="13"/>
                  </a:cubicBezTo>
                  <a:cubicBezTo>
                    <a:pt x="8" y="12"/>
                    <a:pt x="2" y="9"/>
                    <a:pt x="1" y="6"/>
                  </a:cubicBezTo>
                  <a:cubicBezTo>
                    <a:pt x="0" y="2"/>
                    <a:pt x="5" y="0"/>
                    <a:pt x="11" y="0"/>
                  </a:cubicBezTo>
                  <a:cubicBezTo>
                    <a:pt x="17" y="1"/>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9" name="Freeform 1581">
              <a:extLst>
                <a:ext uri="{FF2B5EF4-FFF2-40B4-BE49-F238E27FC236}">
                  <a16:creationId xmlns:a16="http://schemas.microsoft.com/office/drawing/2014/main" id="{924434AA-D2AB-1CE4-6F6A-D54F3AFBB609}"/>
                </a:ext>
              </a:extLst>
            </p:cNvPr>
            <p:cNvSpPr>
              <a:spLocks/>
            </p:cNvSpPr>
            <p:nvPr/>
          </p:nvSpPr>
          <p:spPr bwMode="auto">
            <a:xfrm rot="5094805">
              <a:off x="517404" y="1499069"/>
              <a:ext cx="61694" cy="29705"/>
            </a:xfrm>
            <a:custGeom>
              <a:avLst/>
              <a:gdLst>
                <a:gd name="T0" fmla="*/ 11 w 25"/>
                <a:gd name="T1" fmla="*/ 1 h 12"/>
                <a:gd name="T2" fmla="*/ 24 w 25"/>
                <a:gd name="T3" fmla="*/ 8 h 12"/>
                <a:gd name="T4" fmla="*/ 14 w 25"/>
                <a:gd name="T5" fmla="*/ 12 h 12"/>
                <a:gd name="T6" fmla="*/ 2 w 25"/>
                <a:gd name="T7" fmla="*/ 6 h 12"/>
                <a:gd name="T8" fmla="*/ 11 w 25"/>
                <a:gd name="T9" fmla="*/ 1 h 12"/>
              </a:gdLst>
              <a:ahLst/>
              <a:cxnLst>
                <a:cxn ang="0">
                  <a:pos x="T0" y="T1"/>
                </a:cxn>
                <a:cxn ang="0">
                  <a:pos x="T2" y="T3"/>
                </a:cxn>
                <a:cxn ang="0">
                  <a:pos x="T4" y="T5"/>
                </a:cxn>
                <a:cxn ang="0">
                  <a:pos x="T6" y="T7"/>
                </a:cxn>
                <a:cxn ang="0">
                  <a:pos x="T8" y="T9"/>
                </a:cxn>
              </a:cxnLst>
              <a:rect l="0" t="0" r="r" b="b"/>
              <a:pathLst>
                <a:path w="25" h="12">
                  <a:moveTo>
                    <a:pt x="11" y="1"/>
                  </a:moveTo>
                  <a:cubicBezTo>
                    <a:pt x="17" y="2"/>
                    <a:pt x="24" y="5"/>
                    <a:pt x="24" y="8"/>
                  </a:cubicBezTo>
                  <a:cubicBezTo>
                    <a:pt x="25" y="11"/>
                    <a:pt x="21" y="12"/>
                    <a:pt x="14" y="12"/>
                  </a:cubicBezTo>
                  <a:cubicBezTo>
                    <a:pt x="9" y="11"/>
                    <a:pt x="3" y="8"/>
                    <a:pt x="2" y="6"/>
                  </a:cubicBezTo>
                  <a:cubicBezTo>
                    <a:pt x="0" y="3"/>
                    <a:pt x="5"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0" name="Freeform 1582">
              <a:extLst>
                <a:ext uri="{FF2B5EF4-FFF2-40B4-BE49-F238E27FC236}">
                  <a16:creationId xmlns:a16="http://schemas.microsoft.com/office/drawing/2014/main" id="{067E4B0F-C5BF-2F50-7AD8-12B7AE400BA4}"/>
                </a:ext>
              </a:extLst>
            </p:cNvPr>
            <p:cNvSpPr>
              <a:spLocks/>
            </p:cNvSpPr>
            <p:nvPr/>
          </p:nvSpPr>
          <p:spPr bwMode="auto">
            <a:xfrm rot="5094805">
              <a:off x="512172" y="1701495"/>
              <a:ext cx="59409" cy="22850"/>
            </a:xfrm>
            <a:custGeom>
              <a:avLst/>
              <a:gdLst>
                <a:gd name="T0" fmla="*/ 24 w 24"/>
                <a:gd name="T1" fmla="*/ 6 h 10"/>
                <a:gd name="T2" fmla="*/ 13 w 24"/>
                <a:gd name="T3" fmla="*/ 9 h 10"/>
                <a:gd name="T4" fmla="*/ 1 w 24"/>
                <a:gd name="T5" fmla="*/ 4 h 10"/>
                <a:gd name="T6" fmla="*/ 11 w 24"/>
                <a:gd name="T7" fmla="*/ 1 h 10"/>
                <a:gd name="T8" fmla="*/ 24 w 24"/>
                <a:gd name="T9" fmla="*/ 6 h 10"/>
              </a:gdLst>
              <a:ahLst/>
              <a:cxnLst>
                <a:cxn ang="0">
                  <a:pos x="T0" y="T1"/>
                </a:cxn>
                <a:cxn ang="0">
                  <a:pos x="T2" y="T3"/>
                </a:cxn>
                <a:cxn ang="0">
                  <a:pos x="T4" y="T5"/>
                </a:cxn>
                <a:cxn ang="0">
                  <a:pos x="T6" y="T7"/>
                </a:cxn>
                <a:cxn ang="0">
                  <a:pos x="T8" y="T9"/>
                </a:cxn>
              </a:cxnLst>
              <a:rect l="0" t="0" r="r" b="b"/>
              <a:pathLst>
                <a:path w="24" h="10">
                  <a:moveTo>
                    <a:pt x="24" y="6"/>
                  </a:moveTo>
                  <a:cubicBezTo>
                    <a:pt x="24" y="9"/>
                    <a:pt x="19" y="10"/>
                    <a:pt x="13" y="9"/>
                  </a:cubicBezTo>
                  <a:cubicBezTo>
                    <a:pt x="7" y="8"/>
                    <a:pt x="2" y="6"/>
                    <a:pt x="1" y="4"/>
                  </a:cubicBezTo>
                  <a:cubicBezTo>
                    <a:pt x="0" y="1"/>
                    <a:pt x="5" y="0"/>
                    <a:pt x="11" y="1"/>
                  </a:cubicBezTo>
                  <a:cubicBezTo>
                    <a:pt x="17" y="1"/>
                    <a:pt x="23" y="4"/>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1" name="Freeform 1583">
              <a:extLst>
                <a:ext uri="{FF2B5EF4-FFF2-40B4-BE49-F238E27FC236}">
                  <a16:creationId xmlns:a16="http://schemas.microsoft.com/office/drawing/2014/main" id="{C54A1D90-0B41-B30E-FA6C-89D865E61C91}"/>
                </a:ext>
              </a:extLst>
            </p:cNvPr>
            <p:cNvSpPr>
              <a:spLocks/>
            </p:cNvSpPr>
            <p:nvPr/>
          </p:nvSpPr>
          <p:spPr bwMode="auto">
            <a:xfrm rot="5094805">
              <a:off x="510152" y="1897915"/>
              <a:ext cx="57124" cy="22850"/>
            </a:xfrm>
            <a:custGeom>
              <a:avLst/>
              <a:gdLst>
                <a:gd name="T0" fmla="*/ 11 w 23"/>
                <a:gd name="T1" fmla="*/ 1 h 9"/>
                <a:gd name="T2" fmla="*/ 23 w 23"/>
                <a:gd name="T3" fmla="*/ 6 h 9"/>
                <a:gd name="T4" fmla="*/ 11 w 23"/>
                <a:gd name="T5" fmla="*/ 8 h 9"/>
                <a:gd name="T6" fmla="*/ 0 w 23"/>
                <a:gd name="T7" fmla="*/ 3 h 9"/>
                <a:gd name="T8" fmla="*/ 11 w 23"/>
                <a:gd name="T9" fmla="*/ 1 h 9"/>
              </a:gdLst>
              <a:ahLst/>
              <a:cxnLst>
                <a:cxn ang="0">
                  <a:pos x="T0" y="T1"/>
                </a:cxn>
                <a:cxn ang="0">
                  <a:pos x="T2" y="T3"/>
                </a:cxn>
                <a:cxn ang="0">
                  <a:pos x="T4" y="T5"/>
                </a:cxn>
                <a:cxn ang="0">
                  <a:pos x="T6" y="T7"/>
                </a:cxn>
                <a:cxn ang="0">
                  <a:pos x="T8" y="T9"/>
                </a:cxn>
              </a:cxnLst>
              <a:rect l="0" t="0" r="r" b="b"/>
              <a:pathLst>
                <a:path w="23" h="9">
                  <a:moveTo>
                    <a:pt x="11" y="1"/>
                  </a:moveTo>
                  <a:cubicBezTo>
                    <a:pt x="17" y="2"/>
                    <a:pt x="23" y="4"/>
                    <a:pt x="23" y="6"/>
                  </a:cubicBezTo>
                  <a:cubicBezTo>
                    <a:pt x="23" y="8"/>
                    <a:pt x="18" y="9"/>
                    <a:pt x="11" y="8"/>
                  </a:cubicBezTo>
                  <a:cubicBezTo>
                    <a:pt x="5" y="7"/>
                    <a:pt x="1" y="5"/>
                    <a:pt x="0" y="3"/>
                  </a:cubicBezTo>
                  <a:cubicBezTo>
                    <a:pt x="0" y="1"/>
                    <a:pt x="5"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2" name="Freeform 1584">
              <a:extLst>
                <a:ext uri="{FF2B5EF4-FFF2-40B4-BE49-F238E27FC236}">
                  <a16:creationId xmlns:a16="http://schemas.microsoft.com/office/drawing/2014/main" id="{3E10B596-76A0-5B4C-6528-4DAD4A468BB9}"/>
                </a:ext>
              </a:extLst>
            </p:cNvPr>
            <p:cNvSpPr>
              <a:spLocks/>
            </p:cNvSpPr>
            <p:nvPr/>
          </p:nvSpPr>
          <p:spPr bwMode="auto">
            <a:xfrm rot="5094805">
              <a:off x="509156" y="2097361"/>
              <a:ext cx="61694" cy="13710"/>
            </a:xfrm>
            <a:custGeom>
              <a:avLst/>
              <a:gdLst>
                <a:gd name="T0" fmla="*/ 24 w 25"/>
                <a:gd name="T1" fmla="*/ 4 h 6"/>
                <a:gd name="T2" fmla="*/ 14 w 25"/>
                <a:gd name="T3" fmla="*/ 6 h 6"/>
                <a:gd name="T4" fmla="*/ 1 w 25"/>
                <a:gd name="T5" fmla="*/ 2 h 6"/>
                <a:gd name="T6" fmla="*/ 11 w 25"/>
                <a:gd name="T7" fmla="*/ 0 h 6"/>
                <a:gd name="T8" fmla="*/ 24 w 25"/>
                <a:gd name="T9" fmla="*/ 4 h 6"/>
              </a:gdLst>
              <a:ahLst/>
              <a:cxnLst>
                <a:cxn ang="0">
                  <a:pos x="T0" y="T1"/>
                </a:cxn>
                <a:cxn ang="0">
                  <a:pos x="T2" y="T3"/>
                </a:cxn>
                <a:cxn ang="0">
                  <a:pos x="T4" y="T5"/>
                </a:cxn>
                <a:cxn ang="0">
                  <a:pos x="T6" y="T7"/>
                </a:cxn>
                <a:cxn ang="0">
                  <a:pos x="T8" y="T9"/>
                </a:cxn>
              </a:cxnLst>
              <a:rect l="0" t="0" r="r" b="b"/>
              <a:pathLst>
                <a:path w="25" h="6">
                  <a:moveTo>
                    <a:pt x="24" y="4"/>
                  </a:moveTo>
                  <a:cubicBezTo>
                    <a:pt x="25" y="5"/>
                    <a:pt x="20" y="6"/>
                    <a:pt x="14" y="6"/>
                  </a:cubicBezTo>
                  <a:cubicBezTo>
                    <a:pt x="8" y="5"/>
                    <a:pt x="2" y="4"/>
                    <a:pt x="1" y="2"/>
                  </a:cubicBezTo>
                  <a:cubicBezTo>
                    <a:pt x="0" y="1"/>
                    <a:pt x="5" y="0"/>
                    <a:pt x="11" y="0"/>
                  </a:cubicBezTo>
                  <a:cubicBezTo>
                    <a:pt x="17" y="1"/>
                    <a:pt x="24" y="2"/>
                    <a:pt x="2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3" name="Freeform 1585">
              <a:extLst>
                <a:ext uri="{FF2B5EF4-FFF2-40B4-BE49-F238E27FC236}">
                  <a16:creationId xmlns:a16="http://schemas.microsoft.com/office/drawing/2014/main" id="{A7A0C6FB-975B-BFD1-6865-2568286D1A6B}"/>
                </a:ext>
              </a:extLst>
            </p:cNvPr>
            <p:cNvSpPr>
              <a:spLocks/>
            </p:cNvSpPr>
            <p:nvPr/>
          </p:nvSpPr>
          <p:spPr bwMode="auto">
            <a:xfrm rot="5094805">
              <a:off x="518612" y="2294947"/>
              <a:ext cx="61694" cy="11425"/>
            </a:xfrm>
            <a:custGeom>
              <a:avLst/>
              <a:gdLst>
                <a:gd name="T0" fmla="*/ 24 w 25"/>
                <a:gd name="T1" fmla="*/ 1 h 4"/>
                <a:gd name="T2" fmla="*/ 14 w 25"/>
                <a:gd name="T3" fmla="*/ 4 h 4"/>
                <a:gd name="T4" fmla="*/ 2 w 25"/>
                <a:gd name="T5" fmla="*/ 2 h 4"/>
                <a:gd name="T6" fmla="*/ 11 w 25"/>
                <a:gd name="T7" fmla="*/ 0 h 4"/>
                <a:gd name="T8" fmla="*/ 24 w 25"/>
                <a:gd name="T9" fmla="*/ 1 h 4"/>
              </a:gdLst>
              <a:ahLst/>
              <a:cxnLst>
                <a:cxn ang="0">
                  <a:pos x="T0" y="T1"/>
                </a:cxn>
                <a:cxn ang="0">
                  <a:pos x="T2" y="T3"/>
                </a:cxn>
                <a:cxn ang="0">
                  <a:pos x="T4" y="T5"/>
                </a:cxn>
                <a:cxn ang="0">
                  <a:pos x="T6" y="T7"/>
                </a:cxn>
                <a:cxn ang="0">
                  <a:pos x="T8" y="T9"/>
                </a:cxn>
              </a:cxnLst>
              <a:rect l="0" t="0" r="r" b="b"/>
              <a:pathLst>
                <a:path w="25" h="4">
                  <a:moveTo>
                    <a:pt x="24" y="1"/>
                  </a:moveTo>
                  <a:cubicBezTo>
                    <a:pt x="25" y="3"/>
                    <a:pt x="21" y="4"/>
                    <a:pt x="14" y="4"/>
                  </a:cubicBezTo>
                  <a:cubicBezTo>
                    <a:pt x="9" y="4"/>
                    <a:pt x="3" y="3"/>
                    <a:pt x="2" y="2"/>
                  </a:cubicBezTo>
                  <a:cubicBezTo>
                    <a:pt x="0" y="1"/>
                    <a:pt x="4" y="0"/>
                    <a:pt x="11" y="0"/>
                  </a:cubicBezTo>
                  <a:cubicBezTo>
                    <a:pt x="17" y="0"/>
                    <a:pt x="23"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4" name="Freeform 1586">
              <a:extLst>
                <a:ext uri="{FF2B5EF4-FFF2-40B4-BE49-F238E27FC236}">
                  <a16:creationId xmlns:a16="http://schemas.microsoft.com/office/drawing/2014/main" id="{59F55535-881E-7108-3994-3C94077C8BA5}"/>
                </a:ext>
              </a:extLst>
            </p:cNvPr>
            <p:cNvSpPr>
              <a:spLocks/>
            </p:cNvSpPr>
            <p:nvPr/>
          </p:nvSpPr>
          <p:spPr bwMode="auto">
            <a:xfrm rot="5094805">
              <a:off x="543798" y="2488838"/>
              <a:ext cx="61694" cy="9140"/>
            </a:xfrm>
            <a:custGeom>
              <a:avLst/>
              <a:gdLst>
                <a:gd name="T0" fmla="*/ 11 w 25"/>
                <a:gd name="T1" fmla="*/ 0 h 4"/>
                <a:gd name="T2" fmla="*/ 24 w 25"/>
                <a:gd name="T3" fmla="*/ 1 h 4"/>
                <a:gd name="T4" fmla="*/ 14 w 25"/>
                <a:gd name="T5" fmla="*/ 4 h 4"/>
                <a:gd name="T6" fmla="*/ 2 w 25"/>
                <a:gd name="T7" fmla="*/ 3 h 4"/>
                <a:gd name="T8" fmla="*/ 11 w 25"/>
                <a:gd name="T9" fmla="*/ 0 h 4"/>
              </a:gdLst>
              <a:ahLst/>
              <a:cxnLst>
                <a:cxn ang="0">
                  <a:pos x="T0" y="T1"/>
                </a:cxn>
                <a:cxn ang="0">
                  <a:pos x="T2" y="T3"/>
                </a:cxn>
                <a:cxn ang="0">
                  <a:pos x="T4" y="T5"/>
                </a:cxn>
                <a:cxn ang="0">
                  <a:pos x="T6" y="T7"/>
                </a:cxn>
                <a:cxn ang="0">
                  <a:pos x="T8" y="T9"/>
                </a:cxn>
              </a:cxnLst>
              <a:rect l="0" t="0" r="r" b="b"/>
              <a:pathLst>
                <a:path w="25" h="4">
                  <a:moveTo>
                    <a:pt x="11" y="0"/>
                  </a:moveTo>
                  <a:cubicBezTo>
                    <a:pt x="17" y="0"/>
                    <a:pt x="24" y="0"/>
                    <a:pt x="24" y="1"/>
                  </a:cubicBezTo>
                  <a:cubicBezTo>
                    <a:pt x="25" y="2"/>
                    <a:pt x="20" y="3"/>
                    <a:pt x="14" y="4"/>
                  </a:cubicBezTo>
                  <a:cubicBezTo>
                    <a:pt x="8" y="4"/>
                    <a:pt x="2" y="4"/>
                    <a:pt x="2" y="3"/>
                  </a:cubicBezTo>
                  <a:cubicBezTo>
                    <a:pt x="0" y="2"/>
                    <a:pt x="5"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5" name="Freeform 1587">
              <a:extLst>
                <a:ext uri="{FF2B5EF4-FFF2-40B4-BE49-F238E27FC236}">
                  <a16:creationId xmlns:a16="http://schemas.microsoft.com/office/drawing/2014/main" id="{68DFD693-1209-E8F5-B386-43E2783790B8}"/>
                </a:ext>
              </a:extLst>
            </p:cNvPr>
            <p:cNvSpPr>
              <a:spLocks/>
            </p:cNvSpPr>
            <p:nvPr/>
          </p:nvSpPr>
          <p:spPr bwMode="auto">
            <a:xfrm rot="5094805">
              <a:off x="580364" y="2679432"/>
              <a:ext cx="61694" cy="11425"/>
            </a:xfrm>
            <a:custGeom>
              <a:avLst/>
              <a:gdLst>
                <a:gd name="T0" fmla="*/ 11 w 25"/>
                <a:gd name="T1" fmla="*/ 1 h 4"/>
                <a:gd name="T2" fmla="*/ 24 w 25"/>
                <a:gd name="T3" fmla="*/ 1 h 4"/>
                <a:gd name="T4" fmla="*/ 13 w 25"/>
                <a:gd name="T5" fmla="*/ 4 h 4"/>
                <a:gd name="T6" fmla="*/ 1 w 25"/>
                <a:gd name="T7" fmla="*/ 4 h 4"/>
                <a:gd name="T8" fmla="*/ 11 w 25"/>
                <a:gd name="T9" fmla="*/ 1 h 4"/>
              </a:gdLst>
              <a:ahLst/>
              <a:cxnLst>
                <a:cxn ang="0">
                  <a:pos x="T0" y="T1"/>
                </a:cxn>
                <a:cxn ang="0">
                  <a:pos x="T2" y="T3"/>
                </a:cxn>
                <a:cxn ang="0">
                  <a:pos x="T4" y="T5"/>
                </a:cxn>
                <a:cxn ang="0">
                  <a:pos x="T6" y="T7"/>
                </a:cxn>
                <a:cxn ang="0">
                  <a:pos x="T8" y="T9"/>
                </a:cxn>
              </a:cxnLst>
              <a:rect l="0" t="0" r="r" b="b"/>
              <a:pathLst>
                <a:path w="25" h="4">
                  <a:moveTo>
                    <a:pt x="11" y="1"/>
                  </a:moveTo>
                  <a:cubicBezTo>
                    <a:pt x="17" y="0"/>
                    <a:pt x="23" y="0"/>
                    <a:pt x="24" y="1"/>
                  </a:cubicBezTo>
                  <a:cubicBezTo>
                    <a:pt x="25" y="1"/>
                    <a:pt x="19" y="3"/>
                    <a:pt x="13" y="4"/>
                  </a:cubicBezTo>
                  <a:cubicBezTo>
                    <a:pt x="7" y="4"/>
                    <a:pt x="2" y="4"/>
                    <a:pt x="1" y="4"/>
                  </a:cubicBezTo>
                  <a:cubicBezTo>
                    <a:pt x="0" y="3"/>
                    <a:pt x="5"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6" name="Freeform 1588">
              <a:extLst>
                <a:ext uri="{FF2B5EF4-FFF2-40B4-BE49-F238E27FC236}">
                  <a16:creationId xmlns:a16="http://schemas.microsoft.com/office/drawing/2014/main" id="{53B582AF-AD78-1BA2-8AB9-FBF98C889D0A}"/>
                </a:ext>
              </a:extLst>
            </p:cNvPr>
            <p:cNvSpPr>
              <a:spLocks/>
            </p:cNvSpPr>
            <p:nvPr/>
          </p:nvSpPr>
          <p:spPr bwMode="auto">
            <a:xfrm rot="5094805">
              <a:off x="631829" y="2867663"/>
              <a:ext cx="59409" cy="18280"/>
            </a:xfrm>
            <a:custGeom>
              <a:avLst/>
              <a:gdLst>
                <a:gd name="T0" fmla="*/ 23 w 24"/>
                <a:gd name="T1" fmla="*/ 1 h 7"/>
                <a:gd name="T2" fmla="*/ 12 w 24"/>
                <a:gd name="T3" fmla="*/ 5 h 7"/>
                <a:gd name="T4" fmla="*/ 1 w 24"/>
                <a:gd name="T5" fmla="*/ 6 h 7"/>
                <a:gd name="T6" fmla="*/ 11 w 24"/>
                <a:gd name="T7" fmla="*/ 2 h 7"/>
                <a:gd name="T8" fmla="*/ 23 w 24"/>
                <a:gd name="T9" fmla="*/ 1 h 7"/>
              </a:gdLst>
              <a:ahLst/>
              <a:cxnLst>
                <a:cxn ang="0">
                  <a:pos x="T0" y="T1"/>
                </a:cxn>
                <a:cxn ang="0">
                  <a:pos x="T2" y="T3"/>
                </a:cxn>
                <a:cxn ang="0">
                  <a:pos x="T4" y="T5"/>
                </a:cxn>
                <a:cxn ang="0">
                  <a:pos x="T6" y="T7"/>
                </a:cxn>
                <a:cxn ang="0">
                  <a:pos x="T8" y="T9"/>
                </a:cxn>
              </a:cxnLst>
              <a:rect l="0" t="0" r="r" b="b"/>
              <a:pathLst>
                <a:path w="24" h="7">
                  <a:moveTo>
                    <a:pt x="23" y="1"/>
                  </a:moveTo>
                  <a:cubicBezTo>
                    <a:pt x="24" y="2"/>
                    <a:pt x="18" y="4"/>
                    <a:pt x="12" y="5"/>
                  </a:cubicBezTo>
                  <a:cubicBezTo>
                    <a:pt x="6" y="6"/>
                    <a:pt x="1" y="7"/>
                    <a:pt x="1" y="6"/>
                  </a:cubicBezTo>
                  <a:cubicBezTo>
                    <a:pt x="0" y="5"/>
                    <a:pt x="5" y="4"/>
                    <a:pt x="11" y="2"/>
                  </a:cubicBezTo>
                  <a:cubicBezTo>
                    <a:pt x="17" y="1"/>
                    <a:pt x="23" y="0"/>
                    <a:pt x="2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7" name="Freeform 1589">
              <a:extLst>
                <a:ext uri="{FF2B5EF4-FFF2-40B4-BE49-F238E27FC236}">
                  <a16:creationId xmlns:a16="http://schemas.microsoft.com/office/drawing/2014/main" id="{1C00BB47-7E8C-8163-E9E2-40D904407C7C}"/>
                </a:ext>
              </a:extLst>
            </p:cNvPr>
            <p:cNvSpPr>
              <a:spLocks/>
            </p:cNvSpPr>
            <p:nvPr/>
          </p:nvSpPr>
          <p:spPr bwMode="auto">
            <a:xfrm rot="5094805">
              <a:off x="696748" y="3056973"/>
              <a:ext cx="57124" cy="15995"/>
            </a:xfrm>
            <a:custGeom>
              <a:avLst/>
              <a:gdLst>
                <a:gd name="T0" fmla="*/ 12 w 23"/>
                <a:gd name="T1" fmla="*/ 5 h 7"/>
                <a:gd name="T2" fmla="*/ 0 w 23"/>
                <a:gd name="T3" fmla="*/ 7 h 7"/>
                <a:gd name="T4" fmla="*/ 10 w 23"/>
                <a:gd name="T5" fmla="*/ 3 h 7"/>
                <a:gd name="T6" fmla="*/ 22 w 23"/>
                <a:gd name="T7" fmla="*/ 0 h 7"/>
                <a:gd name="T8" fmla="*/ 12 w 23"/>
                <a:gd name="T9" fmla="*/ 5 h 7"/>
              </a:gdLst>
              <a:ahLst/>
              <a:cxnLst>
                <a:cxn ang="0">
                  <a:pos x="T0" y="T1"/>
                </a:cxn>
                <a:cxn ang="0">
                  <a:pos x="T2" y="T3"/>
                </a:cxn>
                <a:cxn ang="0">
                  <a:pos x="T4" y="T5"/>
                </a:cxn>
                <a:cxn ang="0">
                  <a:pos x="T6" y="T7"/>
                </a:cxn>
                <a:cxn ang="0">
                  <a:pos x="T8" y="T9"/>
                </a:cxn>
              </a:cxnLst>
              <a:rect l="0" t="0" r="r" b="b"/>
              <a:pathLst>
                <a:path w="23" h="7">
                  <a:moveTo>
                    <a:pt x="12" y="5"/>
                  </a:moveTo>
                  <a:cubicBezTo>
                    <a:pt x="5" y="7"/>
                    <a:pt x="0" y="7"/>
                    <a:pt x="0" y="7"/>
                  </a:cubicBezTo>
                  <a:cubicBezTo>
                    <a:pt x="0" y="6"/>
                    <a:pt x="4" y="4"/>
                    <a:pt x="10" y="3"/>
                  </a:cubicBezTo>
                  <a:cubicBezTo>
                    <a:pt x="16" y="1"/>
                    <a:pt x="22" y="0"/>
                    <a:pt x="22" y="0"/>
                  </a:cubicBezTo>
                  <a:cubicBezTo>
                    <a:pt x="23" y="1"/>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8" name="Freeform 1590">
              <a:extLst>
                <a:ext uri="{FF2B5EF4-FFF2-40B4-BE49-F238E27FC236}">
                  <a16:creationId xmlns:a16="http://schemas.microsoft.com/office/drawing/2014/main" id="{A7BCD2BF-366B-5788-1AE8-75F380BE2B17}"/>
                </a:ext>
              </a:extLst>
            </p:cNvPr>
            <p:cNvSpPr>
              <a:spLocks/>
            </p:cNvSpPr>
            <p:nvPr/>
          </p:nvSpPr>
          <p:spPr bwMode="auto">
            <a:xfrm rot="5094805">
              <a:off x="772941" y="3240602"/>
              <a:ext cx="57124" cy="20565"/>
            </a:xfrm>
            <a:custGeom>
              <a:avLst/>
              <a:gdLst>
                <a:gd name="T0" fmla="*/ 12 w 23"/>
                <a:gd name="T1" fmla="*/ 6 h 9"/>
                <a:gd name="T2" fmla="*/ 0 w 23"/>
                <a:gd name="T3" fmla="*/ 8 h 9"/>
                <a:gd name="T4" fmla="*/ 10 w 23"/>
                <a:gd name="T5" fmla="*/ 4 h 9"/>
                <a:gd name="T6" fmla="*/ 22 w 23"/>
                <a:gd name="T7" fmla="*/ 1 h 9"/>
                <a:gd name="T8" fmla="*/ 12 w 23"/>
                <a:gd name="T9" fmla="*/ 6 h 9"/>
              </a:gdLst>
              <a:ahLst/>
              <a:cxnLst>
                <a:cxn ang="0">
                  <a:pos x="T0" y="T1"/>
                </a:cxn>
                <a:cxn ang="0">
                  <a:pos x="T2" y="T3"/>
                </a:cxn>
                <a:cxn ang="0">
                  <a:pos x="T4" y="T5"/>
                </a:cxn>
                <a:cxn ang="0">
                  <a:pos x="T6" y="T7"/>
                </a:cxn>
                <a:cxn ang="0">
                  <a:pos x="T8" y="T9"/>
                </a:cxn>
              </a:cxnLst>
              <a:rect l="0" t="0" r="r" b="b"/>
              <a:pathLst>
                <a:path w="23" h="9">
                  <a:moveTo>
                    <a:pt x="12" y="6"/>
                  </a:moveTo>
                  <a:cubicBezTo>
                    <a:pt x="5" y="8"/>
                    <a:pt x="0" y="9"/>
                    <a:pt x="0" y="8"/>
                  </a:cubicBezTo>
                  <a:cubicBezTo>
                    <a:pt x="0" y="8"/>
                    <a:pt x="4" y="6"/>
                    <a:pt x="10" y="4"/>
                  </a:cubicBezTo>
                  <a:cubicBezTo>
                    <a:pt x="16" y="2"/>
                    <a:pt x="22" y="0"/>
                    <a:pt x="22" y="1"/>
                  </a:cubicBezTo>
                  <a:cubicBezTo>
                    <a:pt x="23" y="2"/>
                    <a:pt x="18" y="4"/>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9" name="Freeform 1591">
              <a:extLst>
                <a:ext uri="{FF2B5EF4-FFF2-40B4-BE49-F238E27FC236}">
                  <a16:creationId xmlns:a16="http://schemas.microsoft.com/office/drawing/2014/main" id="{E4E4E153-8004-E596-E729-40A9E39357C1}"/>
                </a:ext>
              </a:extLst>
            </p:cNvPr>
            <p:cNvSpPr>
              <a:spLocks/>
            </p:cNvSpPr>
            <p:nvPr/>
          </p:nvSpPr>
          <p:spPr bwMode="auto">
            <a:xfrm rot="5094805">
              <a:off x="858238" y="3423422"/>
              <a:ext cx="57124" cy="25135"/>
            </a:xfrm>
            <a:custGeom>
              <a:avLst/>
              <a:gdLst>
                <a:gd name="T0" fmla="*/ 23 w 24"/>
                <a:gd name="T1" fmla="*/ 1 h 10"/>
                <a:gd name="T2" fmla="*/ 12 w 24"/>
                <a:gd name="T3" fmla="*/ 6 h 10"/>
                <a:gd name="T4" fmla="*/ 1 w 24"/>
                <a:gd name="T5" fmla="*/ 9 h 10"/>
                <a:gd name="T6" fmla="*/ 11 w 24"/>
                <a:gd name="T7" fmla="*/ 4 h 10"/>
                <a:gd name="T8" fmla="*/ 23 w 24"/>
                <a:gd name="T9" fmla="*/ 1 h 10"/>
              </a:gdLst>
              <a:ahLst/>
              <a:cxnLst>
                <a:cxn ang="0">
                  <a:pos x="T0" y="T1"/>
                </a:cxn>
                <a:cxn ang="0">
                  <a:pos x="T2" y="T3"/>
                </a:cxn>
                <a:cxn ang="0">
                  <a:pos x="T4" y="T5"/>
                </a:cxn>
                <a:cxn ang="0">
                  <a:pos x="T6" y="T7"/>
                </a:cxn>
                <a:cxn ang="0">
                  <a:pos x="T8" y="T9"/>
                </a:cxn>
              </a:cxnLst>
              <a:rect l="0" t="0" r="r" b="b"/>
              <a:pathLst>
                <a:path w="24" h="10">
                  <a:moveTo>
                    <a:pt x="23" y="1"/>
                  </a:moveTo>
                  <a:cubicBezTo>
                    <a:pt x="24" y="1"/>
                    <a:pt x="18" y="4"/>
                    <a:pt x="12" y="6"/>
                  </a:cubicBezTo>
                  <a:cubicBezTo>
                    <a:pt x="6" y="8"/>
                    <a:pt x="1" y="10"/>
                    <a:pt x="1" y="9"/>
                  </a:cubicBezTo>
                  <a:cubicBezTo>
                    <a:pt x="0" y="9"/>
                    <a:pt x="4" y="7"/>
                    <a:pt x="11" y="4"/>
                  </a:cubicBezTo>
                  <a:cubicBezTo>
                    <a:pt x="17" y="2"/>
                    <a:pt x="23" y="0"/>
                    <a:pt x="2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0" name="Freeform 1592">
              <a:extLst>
                <a:ext uri="{FF2B5EF4-FFF2-40B4-BE49-F238E27FC236}">
                  <a16:creationId xmlns:a16="http://schemas.microsoft.com/office/drawing/2014/main" id="{CEA26107-1C63-009F-21AB-CCF2957DECC9}"/>
                </a:ext>
              </a:extLst>
            </p:cNvPr>
            <p:cNvSpPr>
              <a:spLocks/>
            </p:cNvSpPr>
            <p:nvPr/>
          </p:nvSpPr>
          <p:spPr bwMode="auto">
            <a:xfrm rot="5094805">
              <a:off x="950362" y="3607919"/>
              <a:ext cx="57124" cy="25135"/>
            </a:xfrm>
            <a:custGeom>
              <a:avLst/>
              <a:gdLst>
                <a:gd name="T0" fmla="*/ 12 w 23"/>
                <a:gd name="T1" fmla="*/ 6 h 10"/>
                <a:gd name="T2" fmla="*/ 0 w 23"/>
                <a:gd name="T3" fmla="*/ 9 h 10"/>
                <a:gd name="T4" fmla="*/ 10 w 23"/>
                <a:gd name="T5" fmla="*/ 4 h 10"/>
                <a:gd name="T6" fmla="*/ 23 w 23"/>
                <a:gd name="T7" fmla="*/ 0 h 10"/>
                <a:gd name="T8" fmla="*/ 12 w 23"/>
                <a:gd name="T9" fmla="*/ 6 h 10"/>
              </a:gdLst>
              <a:ahLst/>
              <a:cxnLst>
                <a:cxn ang="0">
                  <a:pos x="T0" y="T1"/>
                </a:cxn>
                <a:cxn ang="0">
                  <a:pos x="T2" y="T3"/>
                </a:cxn>
                <a:cxn ang="0">
                  <a:pos x="T4" y="T5"/>
                </a:cxn>
                <a:cxn ang="0">
                  <a:pos x="T6" y="T7"/>
                </a:cxn>
                <a:cxn ang="0">
                  <a:pos x="T8" y="T9"/>
                </a:cxn>
              </a:cxnLst>
              <a:rect l="0" t="0" r="r" b="b"/>
              <a:pathLst>
                <a:path w="23" h="10">
                  <a:moveTo>
                    <a:pt x="12" y="6"/>
                  </a:moveTo>
                  <a:cubicBezTo>
                    <a:pt x="6" y="8"/>
                    <a:pt x="0" y="10"/>
                    <a:pt x="0" y="9"/>
                  </a:cubicBezTo>
                  <a:cubicBezTo>
                    <a:pt x="0" y="9"/>
                    <a:pt x="4" y="7"/>
                    <a:pt x="10" y="4"/>
                  </a:cubicBezTo>
                  <a:cubicBezTo>
                    <a:pt x="16" y="2"/>
                    <a:pt x="22" y="0"/>
                    <a:pt x="23" y="0"/>
                  </a:cubicBezTo>
                  <a:cubicBezTo>
                    <a:pt x="23" y="0"/>
                    <a:pt x="18" y="3"/>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1" name="Freeform 1593">
              <a:extLst>
                <a:ext uri="{FF2B5EF4-FFF2-40B4-BE49-F238E27FC236}">
                  <a16:creationId xmlns:a16="http://schemas.microsoft.com/office/drawing/2014/main" id="{849A0B6C-2620-F985-8F01-E74244EDB8AC}"/>
                </a:ext>
              </a:extLst>
            </p:cNvPr>
            <p:cNvSpPr>
              <a:spLocks/>
            </p:cNvSpPr>
            <p:nvPr/>
          </p:nvSpPr>
          <p:spPr bwMode="auto">
            <a:xfrm rot="5094805">
              <a:off x="1050347" y="3790467"/>
              <a:ext cx="59409" cy="25135"/>
            </a:xfrm>
            <a:custGeom>
              <a:avLst/>
              <a:gdLst>
                <a:gd name="T0" fmla="*/ 23 w 24"/>
                <a:gd name="T1" fmla="*/ 0 h 10"/>
                <a:gd name="T2" fmla="*/ 12 w 24"/>
                <a:gd name="T3" fmla="*/ 6 h 10"/>
                <a:gd name="T4" fmla="*/ 1 w 24"/>
                <a:gd name="T5" fmla="*/ 10 h 10"/>
                <a:gd name="T6" fmla="*/ 11 w 24"/>
                <a:gd name="T7" fmla="*/ 5 h 10"/>
                <a:gd name="T8" fmla="*/ 23 w 24"/>
                <a:gd name="T9" fmla="*/ 0 h 10"/>
              </a:gdLst>
              <a:ahLst/>
              <a:cxnLst>
                <a:cxn ang="0">
                  <a:pos x="T0" y="T1"/>
                </a:cxn>
                <a:cxn ang="0">
                  <a:pos x="T2" y="T3"/>
                </a:cxn>
                <a:cxn ang="0">
                  <a:pos x="T4" y="T5"/>
                </a:cxn>
                <a:cxn ang="0">
                  <a:pos x="T6" y="T7"/>
                </a:cxn>
                <a:cxn ang="0">
                  <a:pos x="T8" y="T9"/>
                </a:cxn>
              </a:cxnLst>
              <a:rect l="0" t="0" r="r" b="b"/>
              <a:pathLst>
                <a:path w="24" h="10">
                  <a:moveTo>
                    <a:pt x="23" y="0"/>
                  </a:moveTo>
                  <a:cubicBezTo>
                    <a:pt x="24" y="0"/>
                    <a:pt x="18" y="3"/>
                    <a:pt x="12" y="6"/>
                  </a:cubicBezTo>
                  <a:cubicBezTo>
                    <a:pt x="6" y="8"/>
                    <a:pt x="1" y="10"/>
                    <a:pt x="1" y="10"/>
                  </a:cubicBezTo>
                  <a:cubicBezTo>
                    <a:pt x="0" y="10"/>
                    <a:pt x="5" y="7"/>
                    <a:pt x="11" y="5"/>
                  </a:cubicBezTo>
                  <a:cubicBezTo>
                    <a:pt x="17" y="2"/>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2" name="Freeform 1594">
              <a:extLst>
                <a:ext uri="{FF2B5EF4-FFF2-40B4-BE49-F238E27FC236}">
                  <a16:creationId xmlns:a16="http://schemas.microsoft.com/office/drawing/2014/main" id="{34D11C6C-AE21-818C-0BDA-FA9BEB2694AC}"/>
                </a:ext>
              </a:extLst>
            </p:cNvPr>
            <p:cNvSpPr>
              <a:spLocks/>
            </p:cNvSpPr>
            <p:nvPr/>
          </p:nvSpPr>
          <p:spPr bwMode="auto">
            <a:xfrm rot="5094805">
              <a:off x="1156031" y="3971569"/>
              <a:ext cx="57124" cy="27420"/>
            </a:xfrm>
            <a:custGeom>
              <a:avLst/>
              <a:gdLst>
                <a:gd name="T0" fmla="*/ 0 w 23"/>
                <a:gd name="T1" fmla="*/ 11 h 11"/>
                <a:gd name="T2" fmla="*/ 11 w 23"/>
                <a:gd name="T3" fmla="*/ 5 h 11"/>
                <a:gd name="T4" fmla="*/ 23 w 23"/>
                <a:gd name="T5" fmla="*/ 0 h 11"/>
                <a:gd name="T6" fmla="*/ 12 w 23"/>
                <a:gd name="T7" fmla="*/ 6 h 11"/>
                <a:gd name="T8" fmla="*/ 0 w 23"/>
                <a:gd name="T9" fmla="*/ 11 h 11"/>
              </a:gdLst>
              <a:ahLst/>
              <a:cxnLst>
                <a:cxn ang="0">
                  <a:pos x="T0" y="T1"/>
                </a:cxn>
                <a:cxn ang="0">
                  <a:pos x="T2" y="T3"/>
                </a:cxn>
                <a:cxn ang="0">
                  <a:pos x="T4" y="T5"/>
                </a:cxn>
                <a:cxn ang="0">
                  <a:pos x="T6" y="T7"/>
                </a:cxn>
                <a:cxn ang="0">
                  <a:pos x="T8" y="T9"/>
                </a:cxn>
              </a:cxnLst>
              <a:rect l="0" t="0" r="r" b="b"/>
              <a:pathLst>
                <a:path w="23" h="11">
                  <a:moveTo>
                    <a:pt x="0" y="11"/>
                  </a:moveTo>
                  <a:cubicBezTo>
                    <a:pt x="0" y="10"/>
                    <a:pt x="5" y="8"/>
                    <a:pt x="11" y="5"/>
                  </a:cubicBezTo>
                  <a:cubicBezTo>
                    <a:pt x="17" y="2"/>
                    <a:pt x="23" y="0"/>
                    <a:pt x="23" y="0"/>
                  </a:cubicBezTo>
                  <a:cubicBezTo>
                    <a:pt x="23" y="0"/>
                    <a:pt x="18" y="3"/>
                    <a:pt x="12" y="6"/>
                  </a:cubicBezTo>
                  <a:cubicBezTo>
                    <a:pt x="6" y="9"/>
                    <a:pt x="0" y="11"/>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3" name="Freeform 1595">
              <a:extLst>
                <a:ext uri="{FF2B5EF4-FFF2-40B4-BE49-F238E27FC236}">
                  <a16:creationId xmlns:a16="http://schemas.microsoft.com/office/drawing/2014/main" id="{0B169DC6-B655-0145-168F-48B786A42C4D}"/>
                </a:ext>
              </a:extLst>
            </p:cNvPr>
            <p:cNvSpPr>
              <a:spLocks/>
            </p:cNvSpPr>
            <p:nvPr/>
          </p:nvSpPr>
          <p:spPr bwMode="auto">
            <a:xfrm rot="5094805">
              <a:off x="1261600" y="4152372"/>
              <a:ext cx="61694" cy="27420"/>
            </a:xfrm>
            <a:custGeom>
              <a:avLst/>
              <a:gdLst>
                <a:gd name="T0" fmla="*/ 24 w 25"/>
                <a:gd name="T1" fmla="*/ 0 h 11"/>
                <a:gd name="T2" fmla="*/ 13 w 25"/>
                <a:gd name="T3" fmla="*/ 6 h 11"/>
                <a:gd name="T4" fmla="*/ 1 w 25"/>
                <a:gd name="T5" fmla="*/ 11 h 11"/>
                <a:gd name="T6" fmla="*/ 11 w 25"/>
                <a:gd name="T7" fmla="*/ 5 h 11"/>
                <a:gd name="T8" fmla="*/ 24 w 25"/>
                <a:gd name="T9" fmla="*/ 0 h 11"/>
              </a:gdLst>
              <a:ahLst/>
              <a:cxnLst>
                <a:cxn ang="0">
                  <a:pos x="T0" y="T1"/>
                </a:cxn>
                <a:cxn ang="0">
                  <a:pos x="T2" y="T3"/>
                </a:cxn>
                <a:cxn ang="0">
                  <a:pos x="T4" y="T5"/>
                </a:cxn>
                <a:cxn ang="0">
                  <a:pos x="T6" y="T7"/>
                </a:cxn>
                <a:cxn ang="0">
                  <a:pos x="T8" y="T9"/>
                </a:cxn>
              </a:cxnLst>
              <a:rect l="0" t="0" r="r" b="b"/>
              <a:pathLst>
                <a:path w="25" h="11">
                  <a:moveTo>
                    <a:pt x="24" y="0"/>
                  </a:moveTo>
                  <a:cubicBezTo>
                    <a:pt x="25" y="0"/>
                    <a:pt x="20" y="3"/>
                    <a:pt x="13" y="6"/>
                  </a:cubicBezTo>
                  <a:cubicBezTo>
                    <a:pt x="8" y="8"/>
                    <a:pt x="2" y="11"/>
                    <a:pt x="1" y="11"/>
                  </a:cubicBezTo>
                  <a:cubicBezTo>
                    <a:pt x="0" y="11"/>
                    <a:pt x="5" y="8"/>
                    <a:pt x="11" y="5"/>
                  </a:cubicBezTo>
                  <a:cubicBezTo>
                    <a:pt x="17" y="3"/>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4" name="Freeform 1596">
              <a:extLst>
                <a:ext uri="{FF2B5EF4-FFF2-40B4-BE49-F238E27FC236}">
                  <a16:creationId xmlns:a16="http://schemas.microsoft.com/office/drawing/2014/main" id="{F31204E9-4BA9-E006-723B-09CBF818C41C}"/>
                </a:ext>
              </a:extLst>
            </p:cNvPr>
            <p:cNvSpPr>
              <a:spLocks/>
            </p:cNvSpPr>
            <p:nvPr/>
          </p:nvSpPr>
          <p:spPr bwMode="auto">
            <a:xfrm rot="5094805">
              <a:off x="1425536" y="4434955"/>
              <a:ext cx="59409" cy="27420"/>
            </a:xfrm>
            <a:custGeom>
              <a:avLst/>
              <a:gdLst>
                <a:gd name="T0" fmla="*/ 13 w 24"/>
                <a:gd name="T1" fmla="*/ 6 h 11"/>
                <a:gd name="T2" fmla="*/ 0 w 24"/>
                <a:gd name="T3" fmla="*/ 11 h 11"/>
                <a:gd name="T4" fmla="*/ 11 w 24"/>
                <a:gd name="T5" fmla="*/ 5 h 11"/>
                <a:gd name="T6" fmla="*/ 24 w 24"/>
                <a:gd name="T7" fmla="*/ 0 h 11"/>
                <a:gd name="T8" fmla="*/ 13 w 24"/>
                <a:gd name="T9" fmla="*/ 6 h 11"/>
              </a:gdLst>
              <a:ahLst/>
              <a:cxnLst>
                <a:cxn ang="0">
                  <a:pos x="T0" y="T1"/>
                </a:cxn>
                <a:cxn ang="0">
                  <a:pos x="T2" y="T3"/>
                </a:cxn>
                <a:cxn ang="0">
                  <a:pos x="T4" y="T5"/>
                </a:cxn>
                <a:cxn ang="0">
                  <a:pos x="T6" y="T7"/>
                </a:cxn>
                <a:cxn ang="0">
                  <a:pos x="T8" y="T9"/>
                </a:cxn>
              </a:cxnLst>
              <a:rect l="0" t="0" r="r" b="b"/>
              <a:pathLst>
                <a:path w="24" h="11">
                  <a:moveTo>
                    <a:pt x="13" y="6"/>
                  </a:moveTo>
                  <a:cubicBezTo>
                    <a:pt x="7" y="9"/>
                    <a:pt x="1" y="11"/>
                    <a:pt x="0" y="11"/>
                  </a:cubicBezTo>
                  <a:cubicBezTo>
                    <a:pt x="0" y="11"/>
                    <a:pt x="4" y="9"/>
                    <a:pt x="11" y="5"/>
                  </a:cubicBezTo>
                  <a:cubicBezTo>
                    <a:pt x="17" y="2"/>
                    <a:pt x="23" y="0"/>
                    <a:pt x="24" y="0"/>
                  </a:cubicBezTo>
                  <a:cubicBezTo>
                    <a:pt x="24" y="0"/>
                    <a:pt x="19" y="3"/>
                    <a:pt x="1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5" name="Freeform 1597">
              <a:extLst>
                <a:ext uri="{FF2B5EF4-FFF2-40B4-BE49-F238E27FC236}">
                  <a16:creationId xmlns:a16="http://schemas.microsoft.com/office/drawing/2014/main" id="{11CD61D6-AD91-7AC5-B586-88312224CECF}"/>
                </a:ext>
              </a:extLst>
            </p:cNvPr>
            <p:cNvSpPr>
              <a:spLocks/>
            </p:cNvSpPr>
            <p:nvPr/>
          </p:nvSpPr>
          <p:spPr bwMode="auto">
            <a:xfrm rot="5094805">
              <a:off x="1533487" y="4615652"/>
              <a:ext cx="61694" cy="29705"/>
            </a:xfrm>
            <a:custGeom>
              <a:avLst/>
              <a:gdLst>
                <a:gd name="T0" fmla="*/ 24 w 25"/>
                <a:gd name="T1" fmla="*/ 0 h 12"/>
                <a:gd name="T2" fmla="*/ 14 w 25"/>
                <a:gd name="T3" fmla="*/ 6 h 12"/>
                <a:gd name="T4" fmla="*/ 1 w 25"/>
                <a:gd name="T5" fmla="*/ 12 h 12"/>
                <a:gd name="T6" fmla="*/ 11 w 25"/>
                <a:gd name="T7" fmla="*/ 6 h 12"/>
                <a:gd name="T8" fmla="*/ 24 w 25"/>
                <a:gd name="T9" fmla="*/ 0 h 12"/>
              </a:gdLst>
              <a:ahLst/>
              <a:cxnLst>
                <a:cxn ang="0">
                  <a:pos x="T0" y="T1"/>
                </a:cxn>
                <a:cxn ang="0">
                  <a:pos x="T2" y="T3"/>
                </a:cxn>
                <a:cxn ang="0">
                  <a:pos x="T4" y="T5"/>
                </a:cxn>
                <a:cxn ang="0">
                  <a:pos x="T6" y="T7"/>
                </a:cxn>
                <a:cxn ang="0">
                  <a:pos x="T8" y="T9"/>
                </a:cxn>
              </a:cxnLst>
              <a:rect l="0" t="0" r="r" b="b"/>
              <a:pathLst>
                <a:path w="25" h="12">
                  <a:moveTo>
                    <a:pt x="24" y="0"/>
                  </a:moveTo>
                  <a:cubicBezTo>
                    <a:pt x="25" y="0"/>
                    <a:pt x="20" y="3"/>
                    <a:pt x="14" y="6"/>
                  </a:cubicBezTo>
                  <a:cubicBezTo>
                    <a:pt x="7" y="9"/>
                    <a:pt x="2" y="12"/>
                    <a:pt x="1" y="12"/>
                  </a:cubicBezTo>
                  <a:cubicBezTo>
                    <a:pt x="0" y="12"/>
                    <a:pt x="4" y="9"/>
                    <a:pt x="11" y="6"/>
                  </a:cubicBezTo>
                  <a:cubicBezTo>
                    <a:pt x="17" y="3"/>
                    <a:pt x="23"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6" name="Freeform 1598">
              <a:extLst>
                <a:ext uri="{FF2B5EF4-FFF2-40B4-BE49-F238E27FC236}">
                  <a16:creationId xmlns:a16="http://schemas.microsoft.com/office/drawing/2014/main" id="{3E1710C2-8A18-BB3D-7D3F-8A11D386101B}"/>
                </a:ext>
              </a:extLst>
            </p:cNvPr>
            <p:cNvSpPr>
              <a:spLocks/>
            </p:cNvSpPr>
            <p:nvPr/>
          </p:nvSpPr>
          <p:spPr bwMode="auto">
            <a:xfrm rot="5094805">
              <a:off x="1640203" y="4797699"/>
              <a:ext cx="61694" cy="27420"/>
            </a:xfrm>
            <a:custGeom>
              <a:avLst/>
              <a:gdLst>
                <a:gd name="T0" fmla="*/ 14 w 25"/>
                <a:gd name="T1" fmla="*/ 6 h 11"/>
                <a:gd name="T2" fmla="*/ 1 w 25"/>
                <a:gd name="T3" fmla="*/ 11 h 11"/>
                <a:gd name="T4" fmla="*/ 12 w 25"/>
                <a:gd name="T5" fmla="*/ 6 h 11"/>
                <a:gd name="T6" fmla="*/ 25 w 25"/>
                <a:gd name="T7" fmla="*/ 0 h 11"/>
                <a:gd name="T8" fmla="*/ 14 w 25"/>
                <a:gd name="T9" fmla="*/ 6 h 11"/>
              </a:gdLst>
              <a:ahLst/>
              <a:cxnLst>
                <a:cxn ang="0">
                  <a:pos x="T0" y="T1"/>
                </a:cxn>
                <a:cxn ang="0">
                  <a:pos x="T2" y="T3"/>
                </a:cxn>
                <a:cxn ang="0">
                  <a:pos x="T4" y="T5"/>
                </a:cxn>
                <a:cxn ang="0">
                  <a:pos x="T6" y="T7"/>
                </a:cxn>
                <a:cxn ang="0">
                  <a:pos x="T8" y="T9"/>
                </a:cxn>
              </a:cxnLst>
              <a:rect l="0" t="0" r="r" b="b"/>
              <a:pathLst>
                <a:path w="25" h="11">
                  <a:moveTo>
                    <a:pt x="14" y="6"/>
                  </a:moveTo>
                  <a:cubicBezTo>
                    <a:pt x="7" y="9"/>
                    <a:pt x="1" y="11"/>
                    <a:pt x="1" y="11"/>
                  </a:cubicBezTo>
                  <a:cubicBezTo>
                    <a:pt x="0" y="11"/>
                    <a:pt x="5" y="9"/>
                    <a:pt x="12" y="6"/>
                  </a:cubicBezTo>
                  <a:cubicBezTo>
                    <a:pt x="18" y="3"/>
                    <a:pt x="24" y="0"/>
                    <a:pt x="25" y="0"/>
                  </a:cubicBezTo>
                  <a:cubicBezTo>
                    <a:pt x="25" y="0"/>
                    <a:pt x="20" y="3"/>
                    <a:pt x="1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7" name="Freeform 1599">
              <a:extLst>
                <a:ext uri="{FF2B5EF4-FFF2-40B4-BE49-F238E27FC236}">
                  <a16:creationId xmlns:a16="http://schemas.microsoft.com/office/drawing/2014/main" id="{CC25026C-E7F9-F50C-7FD5-55E4A3C8C4C5}"/>
                </a:ext>
              </a:extLst>
            </p:cNvPr>
            <p:cNvSpPr>
              <a:spLocks/>
            </p:cNvSpPr>
            <p:nvPr/>
          </p:nvSpPr>
          <p:spPr bwMode="auto">
            <a:xfrm rot="5094805">
              <a:off x="1741634" y="4983661"/>
              <a:ext cx="61694" cy="27420"/>
            </a:xfrm>
            <a:custGeom>
              <a:avLst/>
              <a:gdLst>
                <a:gd name="T0" fmla="*/ 24 w 25"/>
                <a:gd name="T1" fmla="*/ 0 h 11"/>
                <a:gd name="T2" fmla="*/ 14 w 25"/>
                <a:gd name="T3" fmla="*/ 5 h 11"/>
                <a:gd name="T4" fmla="*/ 0 w 25"/>
                <a:gd name="T5" fmla="*/ 11 h 11"/>
                <a:gd name="T6" fmla="*/ 11 w 25"/>
                <a:gd name="T7" fmla="*/ 6 h 11"/>
                <a:gd name="T8" fmla="*/ 24 w 25"/>
                <a:gd name="T9" fmla="*/ 0 h 11"/>
              </a:gdLst>
              <a:ahLst/>
              <a:cxnLst>
                <a:cxn ang="0">
                  <a:pos x="T0" y="T1"/>
                </a:cxn>
                <a:cxn ang="0">
                  <a:pos x="T2" y="T3"/>
                </a:cxn>
                <a:cxn ang="0">
                  <a:pos x="T4" y="T5"/>
                </a:cxn>
                <a:cxn ang="0">
                  <a:pos x="T6" y="T7"/>
                </a:cxn>
                <a:cxn ang="0">
                  <a:pos x="T8" y="T9"/>
                </a:cxn>
              </a:cxnLst>
              <a:rect l="0" t="0" r="r" b="b"/>
              <a:pathLst>
                <a:path w="25" h="11">
                  <a:moveTo>
                    <a:pt x="24" y="0"/>
                  </a:moveTo>
                  <a:cubicBezTo>
                    <a:pt x="25" y="0"/>
                    <a:pt x="20" y="3"/>
                    <a:pt x="14" y="5"/>
                  </a:cubicBezTo>
                  <a:cubicBezTo>
                    <a:pt x="7" y="8"/>
                    <a:pt x="1" y="10"/>
                    <a:pt x="0" y="11"/>
                  </a:cubicBezTo>
                  <a:cubicBezTo>
                    <a:pt x="0" y="11"/>
                    <a:pt x="4" y="9"/>
                    <a:pt x="11" y="6"/>
                  </a:cubicBezTo>
                  <a:cubicBezTo>
                    <a:pt x="17" y="3"/>
                    <a:pt x="23"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8" name="Freeform 1600">
              <a:extLst>
                <a:ext uri="{FF2B5EF4-FFF2-40B4-BE49-F238E27FC236}">
                  <a16:creationId xmlns:a16="http://schemas.microsoft.com/office/drawing/2014/main" id="{A8ABE1B5-BB57-2432-D728-E7B513851FE0}"/>
                </a:ext>
              </a:extLst>
            </p:cNvPr>
            <p:cNvSpPr>
              <a:spLocks/>
            </p:cNvSpPr>
            <p:nvPr/>
          </p:nvSpPr>
          <p:spPr bwMode="auto">
            <a:xfrm rot="5094805">
              <a:off x="1838214" y="5170143"/>
              <a:ext cx="59409" cy="20565"/>
            </a:xfrm>
            <a:custGeom>
              <a:avLst/>
              <a:gdLst>
                <a:gd name="T0" fmla="*/ 11 w 24"/>
                <a:gd name="T1" fmla="*/ 5 h 9"/>
                <a:gd name="T2" fmla="*/ 24 w 24"/>
                <a:gd name="T3" fmla="*/ 0 h 9"/>
                <a:gd name="T4" fmla="*/ 12 w 24"/>
                <a:gd name="T5" fmla="*/ 5 h 9"/>
                <a:gd name="T6" fmla="*/ 0 w 24"/>
                <a:gd name="T7" fmla="*/ 9 h 9"/>
                <a:gd name="T8" fmla="*/ 11 w 24"/>
                <a:gd name="T9" fmla="*/ 5 h 9"/>
              </a:gdLst>
              <a:ahLst/>
              <a:cxnLst>
                <a:cxn ang="0">
                  <a:pos x="T0" y="T1"/>
                </a:cxn>
                <a:cxn ang="0">
                  <a:pos x="T2" y="T3"/>
                </a:cxn>
                <a:cxn ang="0">
                  <a:pos x="T4" y="T5"/>
                </a:cxn>
                <a:cxn ang="0">
                  <a:pos x="T6" y="T7"/>
                </a:cxn>
                <a:cxn ang="0">
                  <a:pos x="T8" y="T9"/>
                </a:cxn>
              </a:cxnLst>
              <a:rect l="0" t="0" r="r" b="b"/>
              <a:pathLst>
                <a:path w="24" h="9">
                  <a:moveTo>
                    <a:pt x="11" y="5"/>
                  </a:moveTo>
                  <a:cubicBezTo>
                    <a:pt x="18" y="2"/>
                    <a:pt x="24" y="0"/>
                    <a:pt x="24" y="0"/>
                  </a:cubicBezTo>
                  <a:cubicBezTo>
                    <a:pt x="24" y="0"/>
                    <a:pt x="19" y="2"/>
                    <a:pt x="12" y="5"/>
                  </a:cubicBezTo>
                  <a:cubicBezTo>
                    <a:pt x="6" y="7"/>
                    <a:pt x="0" y="9"/>
                    <a:pt x="0" y="9"/>
                  </a:cubicBezTo>
                  <a:cubicBezTo>
                    <a:pt x="0" y="9"/>
                    <a:pt x="5" y="7"/>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9" name="Freeform 1601">
              <a:extLst>
                <a:ext uri="{FF2B5EF4-FFF2-40B4-BE49-F238E27FC236}">
                  <a16:creationId xmlns:a16="http://schemas.microsoft.com/office/drawing/2014/main" id="{136031E8-3B34-BF4C-B9A9-6355701026E9}"/>
                </a:ext>
              </a:extLst>
            </p:cNvPr>
            <p:cNvSpPr>
              <a:spLocks/>
            </p:cNvSpPr>
            <p:nvPr/>
          </p:nvSpPr>
          <p:spPr bwMode="auto">
            <a:xfrm rot="5094805">
              <a:off x="1923405" y="5352866"/>
              <a:ext cx="61694" cy="22850"/>
            </a:xfrm>
            <a:custGeom>
              <a:avLst/>
              <a:gdLst>
                <a:gd name="T0" fmla="*/ 24 w 25"/>
                <a:gd name="T1" fmla="*/ 0 h 9"/>
                <a:gd name="T2" fmla="*/ 14 w 25"/>
                <a:gd name="T3" fmla="*/ 4 h 9"/>
                <a:gd name="T4" fmla="*/ 1 w 25"/>
                <a:gd name="T5" fmla="*/ 8 h 9"/>
                <a:gd name="T6" fmla="*/ 11 w 25"/>
                <a:gd name="T7" fmla="*/ 5 h 9"/>
                <a:gd name="T8" fmla="*/ 24 w 25"/>
                <a:gd name="T9" fmla="*/ 0 h 9"/>
              </a:gdLst>
              <a:ahLst/>
              <a:cxnLst>
                <a:cxn ang="0">
                  <a:pos x="T0" y="T1"/>
                </a:cxn>
                <a:cxn ang="0">
                  <a:pos x="T2" y="T3"/>
                </a:cxn>
                <a:cxn ang="0">
                  <a:pos x="T4" y="T5"/>
                </a:cxn>
                <a:cxn ang="0">
                  <a:pos x="T6" y="T7"/>
                </a:cxn>
                <a:cxn ang="0">
                  <a:pos x="T8" y="T9"/>
                </a:cxn>
              </a:cxnLst>
              <a:rect l="0" t="0" r="r" b="b"/>
              <a:pathLst>
                <a:path w="25" h="9">
                  <a:moveTo>
                    <a:pt x="24" y="0"/>
                  </a:moveTo>
                  <a:cubicBezTo>
                    <a:pt x="25" y="0"/>
                    <a:pt x="21" y="2"/>
                    <a:pt x="14" y="4"/>
                  </a:cubicBezTo>
                  <a:cubicBezTo>
                    <a:pt x="8" y="6"/>
                    <a:pt x="2" y="8"/>
                    <a:pt x="1" y="8"/>
                  </a:cubicBezTo>
                  <a:cubicBezTo>
                    <a:pt x="0" y="9"/>
                    <a:pt x="4" y="7"/>
                    <a:pt x="11" y="5"/>
                  </a:cubicBezTo>
                  <a:cubicBezTo>
                    <a:pt x="17" y="3"/>
                    <a:pt x="23"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0" name="Freeform 1602">
              <a:extLst>
                <a:ext uri="{FF2B5EF4-FFF2-40B4-BE49-F238E27FC236}">
                  <a16:creationId xmlns:a16="http://schemas.microsoft.com/office/drawing/2014/main" id="{2B8EECAE-2FDD-3A3B-A603-CA6B98A61188}"/>
                </a:ext>
              </a:extLst>
            </p:cNvPr>
            <p:cNvSpPr>
              <a:spLocks/>
            </p:cNvSpPr>
            <p:nvPr/>
          </p:nvSpPr>
          <p:spPr bwMode="auto">
            <a:xfrm rot="5094805">
              <a:off x="1999598" y="5541066"/>
              <a:ext cx="61694" cy="18280"/>
            </a:xfrm>
            <a:custGeom>
              <a:avLst/>
              <a:gdLst>
                <a:gd name="T0" fmla="*/ 14 w 25"/>
                <a:gd name="T1" fmla="*/ 3 h 8"/>
                <a:gd name="T2" fmla="*/ 1 w 25"/>
                <a:gd name="T3" fmla="*/ 7 h 8"/>
                <a:gd name="T4" fmla="*/ 11 w 25"/>
                <a:gd name="T5" fmla="*/ 4 h 8"/>
                <a:gd name="T6" fmla="*/ 25 w 25"/>
                <a:gd name="T7" fmla="*/ 1 h 8"/>
                <a:gd name="T8" fmla="*/ 14 w 25"/>
                <a:gd name="T9" fmla="*/ 3 h 8"/>
              </a:gdLst>
              <a:ahLst/>
              <a:cxnLst>
                <a:cxn ang="0">
                  <a:pos x="T0" y="T1"/>
                </a:cxn>
                <a:cxn ang="0">
                  <a:pos x="T2" y="T3"/>
                </a:cxn>
                <a:cxn ang="0">
                  <a:pos x="T4" y="T5"/>
                </a:cxn>
                <a:cxn ang="0">
                  <a:pos x="T6" y="T7"/>
                </a:cxn>
                <a:cxn ang="0">
                  <a:pos x="T8" y="T9"/>
                </a:cxn>
              </a:cxnLst>
              <a:rect l="0" t="0" r="r" b="b"/>
              <a:pathLst>
                <a:path w="25" h="8">
                  <a:moveTo>
                    <a:pt x="14" y="3"/>
                  </a:moveTo>
                  <a:cubicBezTo>
                    <a:pt x="7" y="5"/>
                    <a:pt x="2" y="7"/>
                    <a:pt x="1" y="7"/>
                  </a:cubicBezTo>
                  <a:cubicBezTo>
                    <a:pt x="0" y="8"/>
                    <a:pt x="5" y="6"/>
                    <a:pt x="11" y="4"/>
                  </a:cubicBezTo>
                  <a:cubicBezTo>
                    <a:pt x="18" y="3"/>
                    <a:pt x="24" y="1"/>
                    <a:pt x="25" y="1"/>
                  </a:cubicBezTo>
                  <a:cubicBezTo>
                    <a:pt x="25" y="0"/>
                    <a:pt x="21" y="2"/>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1" name="Freeform 1603">
              <a:extLst>
                <a:ext uri="{FF2B5EF4-FFF2-40B4-BE49-F238E27FC236}">
                  <a16:creationId xmlns:a16="http://schemas.microsoft.com/office/drawing/2014/main" id="{3DA2054D-DD65-2783-DE81-C334B33A7029}"/>
                </a:ext>
              </a:extLst>
            </p:cNvPr>
            <p:cNvSpPr>
              <a:spLocks/>
            </p:cNvSpPr>
            <p:nvPr/>
          </p:nvSpPr>
          <p:spPr bwMode="auto">
            <a:xfrm rot="5094805">
              <a:off x="2064710" y="5732449"/>
              <a:ext cx="63979" cy="15995"/>
            </a:xfrm>
            <a:custGeom>
              <a:avLst/>
              <a:gdLst>
                <a:gd name="T0" fmla="*/ 25 w 26"/>
                <a:gd name="T1" fmla="*/ 0 h 6"/>
                <a:gd name="T2" fmla="*/ 14 w 26"/>
                <a:gd name="T3" fmla="*/ 3 h 6"/>
                <a:gd name="T4" fmla="*/ 1 w 26"/>
                <a:gd name="T5" fmla="*/ 6 h 6"/>
                <a:gd name="T6" fmla="*/ 11 w 26"/>
                <a:gd name="T7" fmla="*/ 3 h 6"/>
                <a:gd name="T8" fmla="*/ 25 w 26"/>
                <a:gd name="T9" fmla="*/ 0 h 6"/>
              </a:gdLst>
              <a:ahLst/>
              <a:cxnLst>
                <a:cxn ang="0">
                  <a:pos x="T0" y="T1"/>
                </a:cxn>
                <a:cxn ang="0">
                  <a:pos x="T2" y="T3"/>
                </a:cxn>
                <a:cxn ang="0">
                  <a:pos x="T4" y="T5"/>
                </a:cxn>
                <a:cxn ang="0">
                  <a:pos x="T6" y="T7"/>
                </a:cxn>
                <a:cxn ang="0">
                  <a:pos x="T8" y="T9"/>
                </a:cxn>
              </a:cxnLst>
              <a:rect l="0" t="0" r="r" b="b"/>
              <a:pathLst>
                <a:path w="26" h="6">
                  <a:moveTo>
                    <a:pt x="25" y="0"/>
                  </a:moveTo>
                  <a:cubicBezTo>
                    <a:pt x="26" y="0"/>
                    <a:pt x="21" y="1"/>
                    <a:pt x="14" y="3"/>
                  </a:cubicBezTo>
                  <a:cubicBezTo>
                    <a:pt x="7" y="4"/>
                    <a:pt x="2" y="5"/>
                    <a:pt x="1" y="6"/>
                  </a:cubicBezTo>
                  <a:cubicBezTo>
                    <a:pt x="0" y="6"/>
                    <a:pt x="5" y="5"/>
                    <a:pt x="11" y="3"/>
                  </a:cubicBezTo>
                  <a:cubicBezTo>
                    <a:pt x="18" y="2"/>
                    <a:pt x="24" y="1"/>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2" name="Freeform 1604">
              <a:extLst>
                <a:ext uri="{FF2B5EF4-FFF2-40B4-BE49-F238E27FC236}">
                  <a16:creationId xmlns:a16="http://schemas.microsoft.com/office/drawing/2014/main" id="{D5EAEB40-9F24-321B-59BF-EC69BBCD8EC1}"/>
                </a:ext>
              </a:extLst>
            </p:cNvPr>
            <p:cNvSpPr>
              <a:spLocks/>
            </p:cNvSpPr>
            <p:nvPr/>
          </p:nvSpPr>
          <p:spPr bwMode="auto">
            <a:xfrm rot="5094805">
              <a:off x="2119281" y="5923716"/>
              <a:ext cx="63979" cy="9140"/>
            </a:xfrm>
            <a:custGeom>
              <a:avLst/>
              <a:gdLst>
                <a:gd name="T0" fmla="*/ 25 w 26"/>
                <a:gd name="T1" fmla="*/ 1 h 4"/>
                <a:gd name="T2" fmla="*/ 15 w 26"/>
                <a:gd name="T3" fmla="*/ 2 h 4"/>
                <a:gd name="T4" fmla="*/ 1 w 26"/>
                <a:gd name="T5" fmla="*/ 4 h 4"/>
                <a:gd name="T6" fmla="*/ 12 w 26"/>
                <a:gd name="T7" fmla="*/ 3 h 4"/>
                <a:gd name="T8" fmla="*/ 25 w 26"/>
                <a:gd name="T9" fmla="*/ 1 h 4"/>
              </a:gdLst>
              <a:ahLst/>
              <a:cxnLst>
                <a:cxn ang="0">
                  <a:pos x="T0" y="T1"/>
                </a:cxn>
                <a:cxn ang="0">
                  <a:pos x="T2" y="T3"/>
                </a:cxn>
                <a:cxn ang="0">
                  <a:pos x="T4" y="T5"/>
                </a:cxn>
                <a:cxn ang="0">
                  <a:pos x="T6" y="T7"/>
                </a:cxn>
                <a:cxn ang="0">
                  <a:pos x="T8" y="T9"/>
                </a:cxn>
              </a:cxnLst>
              <a:rect l="0" t="0" r="r" b="b"/>
              <a:pathLst>
                <a:path w="26" h="4">
                  <a:moveTo>
                    <a:pt x="25" y="1"/>
                  </a:moveTo>
                  <a:cubicBezTo>
                    <a:pt x="26" y="0"/>
                    <a:pt x="21" y="1"/>
                    <a:pt x="15" y="2"/>
                  </a:cubicBezTo>
                  <a:cubicBezTo>
                    <a:pt x="8" y="3"/>
                    <a:pt x="2" y="4"/>
                    <a:pt x="1" y="4"/>
                  </a:cubicBezTo>
                  <a:cubicBezTo>
                    <a:pt x="0" y="4"/>
                    <a:pt x="5" y="4"/>
                    <a:pt x="12" y="3"/>
                  </a:cubicBezTo>
                  <a:cubicBezTo>
                    <a:pt x="18" y="2"/>
                    <a:pt x="24" y="1"/>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3" name="Freeform 1605">
              <a:extLst>
                <a:ext uri="{FF2B5EF4-FFF2-40B4-BE49-F238E27FC236}">
                  <a16:creationId xmlns:a16="http://schemas.microsoft.com/office/drawing/2014/main" id="{D7F288BA-6B2E-FFD9-1F25-9040678D38A5}"/>
                </a:ext>
              </a:extLst>
            </p:cNvPr>
            <p:cNvSpPr>
              <a:spLocks/>
            </p:cNvSpPr>
            <p:nvPr/>
          </p:nvSpPr>
          <p:spPr bwMode="auto">
            <a:xfrm rot="5094805">
              <a:off x="2155847" y="6116594"/>
              <a:ext cx="63979" cy="6855"/>
            </a:xfrm>
            <a:custGeom>
              <a:avLst/>
              <a:gdLst>
                <a:gd name="T0" fmla="*/ 25 w 26"/>
                <a:gd name="T1" fmla="*/ 0 h 2"/>
                <a:gd name="T2" fmla="*/ 15 w 26"/>
                <a:gd name="T3" fmla="*/ 1 h 2"/>
                <a:gd name="T4" fmla="*/ 1 w 26"/>
                <a:gd name="T5" fmla="*/ 2 h 2"/>
                <a:gd name="T6" fmla="*/ 11 w 26"/>
                <a:gd name="T7" fmla="*/ 1 h 2"/>
                <a:gd name="T8" fmla="*/ 25 w 26"/>
                <a:gd name="T9" fmla="*/ 0 h 2"/>
              </a:gdLst>
              <a:ahLst/>
              <a:cxnLst>
                <a:cxn ang="0">
                  <a:pos x="T0" y="T1"/>
                </a:cxn>
                <a:cxn ang="0">
                  <a:pos x="T2" y="T3"/>
                </a:cxn>
                <a:cxn ang="0">
                  <a:pos x="T4" y="T5"/>
                </a:cxn>
                <a:cxn ang="0">
                  <a:pos x="T6" y="T7"/>
                </a:cxn>
                <a:cxn ang="0">
                  <a:pos x="T8" y="T9"/>
                </a:cxn>
              </a:cxnLst>
              <a:rect l="0" t="0" r="r" b="b"/>
              <a:pathLst>
                <a:path w="26" h="2">
                  <a:moveTo>
                    <a:pt x="25" y="0"/>
                  </a:moveTo>
                  <a:cubicBezTo>
                    <a:pt x="26" y="0"/>
                    <a:pt x="21" y="0"/>
                    <a:pt x="15" y="1"/>
                  </a:cubicBezTo>
                  <a:cubicBezTo>
                    <a:pt x="8" y="1"/>
                    <a:pt x="2" y="1"/>
                    <a:pt x="1" y="2"/>
                  </a:cubicBezTo>
                  <a:cubicBezTo>
                    <a:pt x="0" y="2"/>
                    <a:pt x="5" y="2"/>
                    <a:pt x="11" y="1"/>
                  </a:cubicBezTo>
                  <a:cubicBezTo>
                    <a:pt x="18"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4" name="Freeform 1606">
              <a:extLst>
                <a:ext uri="{FF2B5EF4-FFF2-40B4-BE49-F238E27FC236}">
                  <a16:creationId xmlns:a16="http://schemas.microsoft.com/office/drawing/2014/main" id="{FC89EEAC-43D6-51FA-3BE5-1E9B1D4B770B}"/>
                </a:ext>
              </a:extLst>
            </p:cNvPr>
            <p:cNvSpPr>
              <a:spLocks/>
            </p:cNvSpPr>
            <p:nvPr/>
          </p:nvSpPr>
          <p:spPr bwMode="auto">
            <a:xfrm rot="5094805">
              <a:off x="2187031" y="6313495"/>
              <a:ext cx="61694" cy="4570"/>
            </a:xfrm>
            <a:custGeom>
              <a:avLst/>
              <a:gdLst>
                <a:gd name="T0" fmla="*/ 24 w 25"/>
                <a:gd name="T1" fmla="*/ 0 h 2"/>
                <a:gd name="T2" fmla="*/ 13 w 25"/>
                <a:gd name="T3" fmla="*/ 1 h 2"/>
                <a:gd name="T4" fmla="*/ 0 w 25"/>
                <a:gd name="T5" fmla="*/ 2 h 2"/>
                <a:gd name="T6" fmla="*/ 11 w 25"/>
                <a:gd name="T7" fmla="*/ 1 h 2"/>
                <a:gd name="T8" fmla="*/ 24 w 25"/>
                <a:gd name="T9" fmla="*/ 0 h 2"/>
              </a:gdLst>
              <a:ahLst/>
              <a:cxnLst>
                <a:cxn ang="0">
                  <a:pos x="T0" y="T1"/>
                </a:cxn>
                <a:cxn ang="0">
                  <a:pos x="T2" y="T3"/>
                </a:cxn>
                <a:cxn ang="0">
                  <a:pos x="T4" y="T5"/>
                </a:cxn>
                <a:cxn ang="0">
                  <a:pos x="T6" y="T7"/>
                </a:cxn>
                <a:cxn ang="0">
                  <a:pos x="T8" y="T9"/>
                </a:cxn>
              </a:cxnLst>
              <a:rect l="0" t="0" r="r" b="b"/>
              <a:pathLst>
                <a:path w="25" h="2">
                  <a:moveTo>
                    <a:pt x="24" y="0"/>
                  </a:moveTo>
                  <a:cubicBezTo>
                    <a:pt x="25" y="0"/>
                    <a:pt x="19" y="0"/>
                    <a:pt x="13" y="1"/>
                  </a:cubicBezTo>
                  <a:cubicBezTo>
                    <a:pt x="6" y="1"/>
                    <a:pt x="0" y="2"/>
                    <a:pt x="0" y="2"/>
                  </a:cubicBezTo>
                  <a:cubicBezTo>
                    <a:pt x="0" y="2"/>
                    <a:pt x="5" y="2"/>
                    <a:pt x="11" y="1"/>
                  </a:cubicBezTo>
                  <a:cubicBezTo>
                    <a:pt x="18" y="1"/>
                    <a:pt x="24"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5" name="Freeform 1607">
              <a:extLst>
                <a:ext uri="{FF2B5EF4-FFF2-40B4-BE49-F238E27FC236}">
                  <a16:creationId xmlns:a16="http://schemas.microsoft.com/office/drawing/2014/main" id="{A68FE204-4CF2-95A6-ED32-6A456772A0E1}"/>
                </a:ext>
              </a:extLst>
            </p:cNvPr>
            <p:cNvSpPr>
              <a:spLocks/>
            </p:cNvSpPr>
            <p:nvPr/>
          </p:nvSpPr>
          <p:spPr bwMode="auto">
            <a:xfrm rot="5094805">
              <a:off x="2225873" y="6503886"/>
              <a:ext cx="61694" cy="6855"/>
            </a:xfrm>
            <a:custGeom>
              <a:avLst/>
              <a:gdLst>
                <a:gd name="T0" fmla="*/ 25 w 25"/>
                <a:gd name="T1" fmla="*/ 0 h 3"/>
                <a:gd name="T2" fmla="*/ 13 w 25"/>
                <a:gd name="T3" fmla="*/ 2 h 3"/>
                <a:gd name="T4" fmla="*/ 0 w 25"/>
                <a:gd name="T5" fmla="*/ 3 h 3"/>
                <a:gd name="T6" fmla="*/ 12 w 25"/>
                <a:gd name="T7" fmla="*/ 2 h 3"/>
                <a:gd name="T8" fmla="*/ 25 w 25"/>
                <a:gd name="T9" fmla="*/ 0 h 3"/>
              </a:gdLst>
              <a:ahLst/>
              <a:cxnLst>
                <a:cxn ang="0">
                  <a:pos x="T0" y="T1"/>
                </a:cxn>
                <a:cxn ang="0">
                  <a:pos x="T2" y="T3"/>
                </a:cxn>
                <a:cxn ang="0">
                  <a:pos x="T4" y="T5"/>
                </a:cxn>
                <a:cxn ang="0">
                  <a:pos x="T6" y="T7"/>
                </a:cxn>
                <a:cxn ang="0">
                  <a:pos x="T8" y="T9"/>
                </a:cxn>
              </a:cxnLst>
              <a:rect l="0" t="0" r="r" b="b"/>
              <a:pathLst>
                <a:path w="25" h="3">
                  <a:moveTo>
                    <a:pt x="25" y="0"/>
                  </a:moveTo>
                  <a:cubicBezTo>
                    <a:pt x="25" y="0"/>
                    <a:pt x="19" y="1"/>
                    <a:pt x="13" y="2"/>
                  </a:cubicBezTo>
                  <a:cubicBezTo>
                    <a:pt x="6" y="3"/>
                    <a:pt x="0" y="3"/>
                    <a:pt x="0" y="3"/>
                  </a:cubicBezTo>
                  <a:cubicBezTo>
                    <a:pt x="0" y="3"/>
                    <a:pt x="5" y="2"/>
                    <a:pt x="12" y="2"/>
                  </a:cubicBezTo>
                  <a:cubicBezTo>
                    <a:pt x="18"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6" name="Freeform 1608">
              <a:extLst>
                <a:ext uri="{FF2B5EF4-FFF2-40B4-BE49-F238E27FC236}">
                  <a16:creationId xmlns:a16="http://schemas.microsoft.com/office/drawing/2014/main" id="{F9AFE2CF-B53E-3F8F-737A-A62550D63E79}"/>
                </a:ext>
              </a:extLst>
            </p:cNvPr>
            <p:cNvSpPr>
              <a:spLocks/>
            </p:cNvSpPr>
            <p:nvPr/>
          </p:nvSpPr>
          <p:spPr bwMode="auto">
            <a:xfrm rot="5094805">
              <a:off x="2270607" y="6694904"/>
              <a:ext cx="61694" cy="11425"/>
            </a:xfrm>
            <a:custGeom>
              <a:avLst/>
              <a:gdLst>
                <a:gd name="T0" fmla="*/ 12 w 25"/>
                <a:gd name="T1" fmla="*/ 2 h 4"/>
                <a:gd name="T2" fmla="*/ 25 w 25"/>
                <a:gd name="T3" fmla="*/ 0 h 4"/>
                <a:gd name="T4" fmla="*/ 13 w 25"/>
                <a:gd name="T5" fmla="*/ 3 h 4"/>
                <a:gd name="T6" fmla="*/ 1 w 25"/>
                <a:gd name="T7" fmla="*/ 4 h 4"/>
                <a:gd name="T8" fmla="*/ 12 w 25"/>
                <a:gd name="T9" fmla="*/ 2 h 4"/>
              </a:gdLst>
              <a:ahLst/>
              <a:cxnLst>
                <a:cxn ang="0">
                  <a:pos x="T0" y="T1"/>
                </a:cxn>
                <a:cxn ang="0">
                  <a:pos x="T2" y="T3"/>
                </a:cxn>
                <a:cxn ang="0">
                  <a:pos x="T4" y="T5"/>
                </a:cxn>
                <a:cxn ang="0">
                  <a:pos x="T6" y="T7"/>
                </a:cxn>
                <a:cxn ang="0">
                  <a:pos x="T8" y="T9"/>
                </a:cxn>
              </a:cxnLst>
              <a:rect l="0" t="0" r="r" b="b"/>
              <a:pathLst>
                <a:path w="25" h="4">
                  <a:moveTo>
                    <a:pt x="12" y="2"/>
                  </a:moveTo>
                  <a:cubicBezTo>
                    <a:pt x="19" y="0"/>
                    <a:pt x="25" y="0"/>
                    <a:pt x="25" y="0"/>
                  </a:cubicBezTo>
                  <a:cubicBezTo>
                    <a:pt x="25" y="0"/>
                    <a:pt x="20" y="2"/>
                    <a:pt x="13" y="3"/>
                  </a:cubicBezTo>
                  <a:cubicBezTo>
                    <a:pt x="6" y="4"/>
                    <a:pt x="1" y="4"/>
                    <a:pt x="1" y="4"/>
                  </a:cubicBezTo>
                  <a:cubicBezTo>
                    <a:pt x="0" y="4"/>
                    <a:pt x="6"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7" name="Freeform 1609">
              <a:extLst>
                <a:ext uri="{FF2B5EF4-FFF2-40B4-BE49-F238E27FC236}">
                  <a16:creationId xmlns:a16="http://schemas.microsoft.com/office/drawing/2014/main" id="{926C1F6D-EC2E-B45E-E310-2F8C69C93644}"/>
                </a:ext>
              </a:extLst>
            </p:cNvPr>
            <p:cNvSpPr>
              <a:spLocks/>
            </p:cNvSpPr>
            <p:nvPr/>
          </p:nvSpPr>
          <p:spPr bwMode="auto">
            <a:xfrm rot="5094805">
              <a:off x="2323202" y="6886258"/>
              <a:ext cx="63979" cy="11425"/>
            </a:xfrm>
            <a:custGeom>
              <a:avLst/>
              <a:gdLst>
                <a:gd name="T0" fmla="*/ 25 w 26"/>
                <a:gd name="T1" fmla="*/ 0 h 5"/>
                <a:gd name="T2" fmla="*/ 14 w 26"/>
                <a:gd name="T3" fmla="*/ 3 h 5"/>
                <a:gd name="T4" fmla="*/ 1 w 26"/>
                <a:gd name="T5" fmla="*/ 5 h 5"/>
                <a:gd name="T6" fmla="*/ 12 w 26"/>
                <a:gd name="T7" fmla="*/ 2 h 5"/>
                <a:gd name="T8" fmla="*/ 25 w 26"/>
                <a:gd name="T9" fmla="*/ 0 h 5"/>
              </a:gdLst>
              <a:ahLst/>
              <a:cxnLst>
                <a:cxn ang="0">
                  <a:pos x="T0" y="T1"/>
                </a:cxn>
                <a:cxn ang="0">
                  <a:pos x="T2" y="T3"/>
                </a:cxn>
                <a:cxn ang="0">
                  <a:pos x="T4" y="T5"/>
                </a:cxn>
                <a:cxn ang="0">
                  <a:pos x="T6" y="T7"/>
                </a:cxn>
                <a:cxn ang="0">
                  <a:pos x="T8" y="T9"/>
                </a:cxn>
              </a:cxnLst>
              <a:rect l="0" t="0" r="r" b="b"/>
              <a:pathLst>
                <a:path w="26" h="5">
                  <a:moveTo>
                    <a:pt x="25" y="0"/>
                  </a:moveTo>
                  <a:cubicBezTo>
                    <a:pt x="26" y="0"/>
                    <a:pt x="21" y="2"/>
                    <a:pt x="14" y="3"/>
                  </a:cubicBezTo>
                  <a:cubicBezTo>
                    <a:pt x="8" y="5"/>
                    <a:pt x="2" y="5"/>
                    <a:pt x="1" y="5"/>
                  </a:cubicBezTo>
                  <a:cubicBezTo>
                    <a:pt x="0" y="5"/>
                    <a:pt x="5" y="3"/>
                    <a:pt x="12" y="2"/>
                  </a:cubicBezTo>
                  <a:cubicBezTo>
                    <a:pt x="18" y="0"/>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8" name="Freeform 1631">
              <a:extLst>
                <a:ext uri="{FF2B5EF4-FFF2-40B4-BE49-F238E27FC236}">
                  <a16:creationId xmlns:a16="http://schemas.microsoft.com/office/drawing/2014/main" id="{8CAC8335-92BF-FFDC-4786-267B89C37D10}"/>
                </a:ext>
              </a:extLst>
            </p:cNvPr>
            <p:cNvSpPr>
              <a:spLocks/>
            </p:cNvSpPr>
            <p:nvPr/>
          </p:nvSpPr>
          <p:spPr bwMode="auto">
            <a:xfrm rot="5094805">
              <a:off x="270814" y="57484"/>
              <a:ext cx="61694" cy="52554"/>
            </a:xfrm>
            <a:custGeom>
              <a:avLst/>
              <a:gdLst>
                <a:gd name="T0" fmla="*/ 11 w 25"/>
                <a:gd name="T1" fmla="*/ 2 h 21"/>
                <a:gd name="T2" fmla="*/ 25 w 25"/>
                <a:gd name="T3" fmla="*/ 8 h 21"/>
                <a:gd name="T4" fmla="*/ 14 w 25"/>
                <a:gd name="T5" fmla="*/ 19 h 21"/>
                <a:gd name="T6" fmla="*/ 1 w 25"/>
                <a:gd name="T7" fmla="*/ 14 h 21"/>
                <a:gd name="T8" fmla="*/ 11 w 25"/>
                <a:gd name="T9" fmla="*/ 2 h 21"/>
              </a:gdLst>
              <a:ahLst/>
              <a:cxnLst>
                <a:cxn ang="0">
                  <a:pos x="T0" y="T1"/>
                </a:cxn>
                <a:cxn ang="0">
                  <a:pos x="T2" y="T3"/>
                </a:cxn>
                <a:cxn ang="0">
                  <a:pos x="T4" y="T5"/>
                </a:cxn>
                <a:cxn ang="0">
                  <a:pos x="T6" y="T7"/>
                </a:cxn>
                <a:cxn ang="0">
                  <a:pos x="T8" y="T9"/>
                </a:cxn>
              </a:cxnLst>
              <a:rect l="0" t="0" r="r" b="b"/>
              <a:pathLst>
                <a:path w="25" h="21">
                  <a:moveTo>
                    <a:pt x="11" y="2"/>
                  </a:moveTo>
                  <a:cubicBezTo>
                    <a:pt x="17" y="0"/>
                    <a:pt x="24" y="3"/>
                    <a:pt x="25" y="8"/>
                  </a:cubicBezTo>
                  <a:cubicBezTo>
                    <a:pt x="25" y="12"/>
                    <a:pt x="20" y="18"/>
                    <a:pt x="14" y="19"/>
                  </a:cubicBezTo>
                  <a:cubicBezTo>
                    <a:pt x="7" y="21"/>
                    <a:pt x="1" y="19"/>
                    <a:pt x="1" y="14"/>
                  </a:cubicBezTo>
                  <a:cubicBezTo>
                    <a:pt x="0" y="9"/>
                    <a:pt x="4" y="4"/>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9" name="Freeform 1632">
              <a:extLst>
                <a:ext uri="{FF2B5EF4-FFF2-40B4-BE49-F238E27FC236}">
                  <a16:creationId xmlns:a16="http://schemas.microsoft.com/office/drawing/2014/main" id="{6AE0BC60-D70C-9336-2D6B-151B5B339926}"/>
                </a:ext>
              </a:extLst>
            </p:cNvPr>
            <p:cNvSpPr>
              <a:spLocks/>
            </p:cNvSpPr>
            <p:nvPr/>
          </p:nvSpPr>
          <p:spPr bwMode="auto">
            <a:xfrm rot="5094805">
              <a:off x="331075" y="244817"/>
              <a:ext cx="61694" cy="52554"/>
            </a:xfrm>
            <a:custGeom>
              <a:avLst/>
              <a:gdLst>
                <a:gd name="T0" fmla="*/ 25 w 25"/>
                <a:gd name="T1" fmla="*/ 8 h 21"/>
                <a:gd name="T2" fmla="*/ 14 w 25"/>
                <a:gd name="T3" fmla="*/ 20 h 21"/>
                <a:gd name="T4" fmla="*/ 1 w 25"/>
                <a:gd name="T5" fmla="*/ 13 h 21"/>
                <a:gd name="T6" fmla="*/ 11 w 25"/>
                <a:gd name="T7" fmla="*/ 2 h 21"/>
                <a:gd name="T8" fmla="*/ 25 w 25"/>
                <a:gd name="T9" fmla="*/ 8 h 21"/>
              </a:gdLst>
              <a:ahLst/>
              <a:cxnLst>
                <a:cxn ang="0">
                  <a:pos x="T0" y="T1"/>
                </a:cxn>
                <a:cxn ang="0">
                  <a:pos x="T2" y="T3"/>
                </a:cxn>
                <a:cxn ang="0">
                  <a:pos x="T4" y="T5"/>
                </a:cxn>
                <a:cxn ang="0">
                  <a:pos x="T6" y="T7"/>
                </a:cxn>
                <a:cxn ang="0">
                  <a:pos x="T8" y="T9"/>
                </a:cxn>
              </a:cxnLst>
              <a:rect l="0" t="0" r="r" b="b"/>
              <a:pathLst>
                <a:path w="25" h="21">
                  <a:moveTo>
                    <a:pt x="25" y="8"/>
                  </a:moveTo>
                  <a:cubicBezTo>
                    <a:pt x="25" y="13"/>
                    <a:pt x="20" y="19"/>
                    <a:pt x="14" y="20"/>
                  </a:cubicBezTo>
                  <a:cubicBezTo>
                    <a:pt x="7" y="21"/>
                    <a:pt x="1" y="18"/>
                    <a:pt x="1" y="13"/>
                  </a:cubicBezTo>
                  <a:cubicBezTo>
                    <a:pt x="0" y="8"/>
                    <a:pt x="5" y="3"/>
                    <a:pt x="11" y="2"/>
                  </a:cubicBezTo>
                  <a:cubicBezTo>
                    <a:pt x="18" y="0"/>
                    <a:pt x="24"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0" name="Freeform 1633">
              <a:extLst>
                <a:ext uri="{FF2B5EF4-FFF2-40B4-BE49-F238E27FC236}">
                  <a16:creationId xmlns:a16="http://schemas.microsoft.com/office/drawing/2014/main" id="{AB72BD00-243B-FC23-A94B-E622A0791EED}"/>
                </a:ext>
              </a:extLst>
            </p:cNvPr>
            <p:cNvSpPr>
              <a:spLocks/>
            </p:cNvSpPr>
            <p:nvPr/>
          </p:nvSpPr>
          <p:spPr bwMode="auto">
            <a:xfrm rot="5094805">
              <a:off x="379118" y="438862"/>
              <a:ext cx="63979" cy="47985"/>
            </a:xfrm>
            <a:custGeom>
              <a:avLst/>
              <a:gdLst>
                <a:gd name="T0" fmla="*/ 25 w 26"/>
                <a:gd name="T1" fmla="*/ 8 h 20"/>
                <a:gd name="T2" fmla="*/ 15 w 26"/>
                <a:gd name="T3" fmla="*/ 19 h 20"/>
                <a:gd name="T4" fmla="*/ 1 w 26"/>
                <a:gd name="T5" fmla="*/ 12 h 20"/>
                <a:gd name="T6" fmla="*/ 11 w 26"/>
                <a:gd name="T7" fmla="*/ 1 h 20"/>
                <a:gd name="T8" fmla="*/ 25 w 26"/>
                <a:gd name="T9" fmla="*/ 8 h 20"/>
              </a:gdLst>
              <a:ahLst/>
              <a:cxnLst>
                <a:cxn ang="0">
                  <a:pos x="T0" y="T1"/>
                </a:cxn>
                <a:cxn ang="0">
                  <a:pos x="T2" y="T3"/>
                </a:cxn>
                <a:cxn ang="0">
                  <a:pos x="T4" y="T5"/>
                </a:cxn>
                <a:cxn ang="0">
                  <a:pos x="T6" y="T7"/>
                </a:cxn>
                <a:cxn ang="0">
                  <a:pos x="T8" y="T9"/>
                </a:cxn>
              </a:cxnLst>
              <a:rect l="0" t="0" r="r" b="b"/>
              <a:pathLst>
                <a:path w="26" h="20">
                  <a:moveTo>
                    <a:pt x="25" y="8"/>
                  </a:moveTo>
                  <a:cubicBezTo>
                    <a:pt x="26" y="13"/>
                    <a:pt x="22" y="18"/>
                    <a:pt x="15" y="19"/>
                  </a:cubicBezTo>
                  <a:cubicBezTo>
                    <a:pt x="8" y="20"/>
                    <a:pt x="2" y="17"/>
                    <a:pt x="1" y="12"/>
                  </a:cubicBezTo>
                  <a:cubicBezTo>
                    <a:pt x="0" y="7"/>
                    <a:pt x="4" y="2"/>
                    <a:pt x="11" y="1"/>
                  </a:cubicBezTo>
                  <a:cubicBezTo>
                    <a:pt x="17" y="0"/>
                    <a:pt x="24" y="3"/>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1" name="Freeform 1634">
              <a:extLst>
                <a:ext uri="{FF2B5EF4-FFF2-40B4-BE49-F238E27FC236}">
                  <a16:creationId xmlns:a16="http://schemas.microsoft.com/office/drawing/2014/main" id="{FBC47C4A-F7B4-D822-29D2-4B6BF0A90F47}"/>
                </a:ext>
              </a:extLst>
            </p:cNvPr>
            <p:cNvSpPr>
              <a:spLocks/>
            </p:cNvSpPr>
            <p:nvPr/>
          </p:nvSpPr>
          <p:spPr bwMode="auto">
            <a:xfrm rot="5094805">
              <a:off x="416725" y="630602"/>
              <a:ext cx="61694" cy="45700"/>
            </a:xfrm>
            <a:custGeom>
              <a:avLst/>
              <a:gdLst>
                <a:gd name="T0" fmla="*/ 12 w 25"/>
                <a:gd name="T1" fmla="*/ 0 h 18"/>
                <a:gd name="T2" fmla="*/ 25 w 25"/>
                <a:gd name="T3" fmla="*/ 9 h 18"/>
                <a:gd name="T4" fmla="*/ 14 w 25"/>
                <a:gd name="T5" fmla="*/ 18 h 18"/>
                <a:gd name="T6" fmla="*/ 1 w 25"/>
                <a:gd name="T7" fmla="*/ 10 h 18"/>
                <a:gd name="T8" fmla="*/ 12 w 25"/>
                <a:gd name="T9" fmla="*/ 0 h 18"/>
              </a:gdLst>
              <a:ahLst/>
              <a:cxnLst>
                <a:cxn ang="0">
                  <a:pos x="T0" y="T1"/>
                </a:cxn>
                <a:cxn ang="0">
                  <a:pos x="T2" y="T3"/>
                </a:cxn>
                <a:cxn ang="0">
                  <a:pos x="T4" y="T5"/>
                </a:cxn>
                <a:cxn ang="0">
                  <a:pos x="T6" y="T7"/>
                </a:cxn>
                <a:cxn ang="0">
                  <a:pos x="T8" y="T9"/>
                </a:cxn>
              </a:cxnLst>
              <a:rect l="0" t="0" r="r" b="b"/>
              <a:pathLst>
                <a:path w="25" h="18">
                  <a:moveTo>
                    <a:pt x="12" y="0"/>
                  </a:moveTo>
                  <a:cubicBezTo>
                    <a:pt x="18" y="0"/>
                    <a:pt x="24" y="4"/>
                    <a:pt x="25" y="9"/>
                  </a:cubicBezTo>
                  <a:cubicBezTo>
                    <a:pt x="25" y="13"/>
                    <a:pt x="20" y="18"/>
                    <a:pt x="14" y="18"/>
                  </a:cubicBezTo>
                  <a:cubicBezTo>
                    <a:pt x="7" y="18"/>
                    <a:pt x="1" y="15"/>
                    <a:pt x="1" y="10"/>
                  </a:cubicBezTo>
                  <a:cubicBezTo>
                    <a:pt x="0" y="5"/>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2" name="Freeform 1635">
              <a:extLst>
                <a:ext uri="{FF2B5EF4-FFF2-40B4-BE49-F238E27FC236}">
                  <a16:creationId xmlns:a16="http://schemas.microsoft.com/office/drawing/2014/main" id="{1907F0D7-8575-D985-7AC2-91DECD63EC6E}"/>
                </a:ext>
              </a:extLst>
            </p:cNvPr>
            <p:cNvSpPr>
              <a:spLocks/>
            </p:cNvSpPr>
            <p:nvPr/>
          </p:nvSpPr>
          <p:spPr bwMode="auto">
            <a:xfrm rot="5094805">
              <a:off x="441805" y="824397"/>
              <a:ext cx="63979" cy="41130"/>
            </a:xfrm>
            <a:custGeom>
              <a:avLst/>
              <a:gdLst>
                <a:gd name="T0" fmla="*/ 25 w 26"/>
                <a:gd name="T1" fmla="*/ 8 h 17"/>
                <a:gd name="T2" fmla="*/ 15 w 26"/>
                <a:gd name="T3" fmla="*/ 17 h 17"/>
                <a:gd name="T4" fmla="*/ 1 w 26"/>
                <a:gd name="T5" fmla="*/ 9 h 17"/>
                <a:gd name="T6" fmla="*/ 12 w 26"/>
                <a:gd name="T7" fmla="*/ 1 h 17"/>
                <a:gd name="T8" fmla="*/ 25 w 26"/>
                <a:gd name="T9" fmla="*/ 8 h 17"/>
              </a:gdLst>
              <a:ahLst/>
              <a:cxnLst>
                <a:cxn ang="0">
                  <a:pos x="T0" y="T1"/>
                </a:cxn>
                <a:cxn ang="0">
                  <a:pos x="T2" y="T3"/>
                </a:cxn>
                <a:cxn ang="0">
                  <a:pos x="T4" y="T5"/>
                </a:cxn>
                <a:cxn ang="0">
                  <a:pos x="T6" y="T7"/>
                </a:cxn>
                <a:cxn ang="0">
                  <a:pos x="T8" y="T9"/>
                </a:cxn>
              </a:cxnLst>
              <a:rect l="0" t="0" r="r" b="b"/>
              <a:pathLst>
                <a:path w="26" h="17">
                  <a:moveTo>
                    <a:pt x="25" y="8"/>
                  </a:moveTo>
                  <a:cubicBezTo>
                    <a:pt x="26" y="13"/>
                    <a:pt x="22" y="17"/>
                    <a:pt x="15" y="17"/>
                  </a:cubicBezTo>
                  <a:cubicBezTo>
                    <a:pt x="8" y="17"/>
                    <a:pt x="2" y="14"/>
                    <a:pt x="1" y="9"/>
                  </a:cubicBezTo>
                  <a:cubicBezTo>
                    <a:pt x="0" y="5"/>
                    <a:pt x="5" y="1"/>
                    <a:pt x="12" y="1"/>
                  </a:cubicBezTo>
                  <a:cubicBezTo>
                    <a:pt x="18" y="0"/>
                    <a:pt x="24"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3" name="Freeform 1636">
              <a:extLst>
                <a:ext uri="{FF2B5EF4-FFF2-40B4-BE49-F238E27FC236}">
                  <a16:creationId xmlns:a16="http://schemas.microsoft.com/office/drawing/2014/main" id="{D1CEF7DC-B2D2-30A0-8C5B-47449BE68A87}"/>
                </a:ext>
              </a:extLst>
            </p:cNvPr>
            <p:cNvSpPr>
              <a:spLocks/>
            </p:cNvSpPr>
            <p:nvPr/>
          </p:nvSpPr>
          <p:spPr bwMode="auto">
            <a:xfrm rot="5094805">
              <a:off x="459333" y="1022513"/>
              <a:ext cx="61694" cy="38845"/>
            </a:xfrm>
            <a:custGeom>
              <a:avLst/>
              <a:gdLst>
                <a:gd name="T0" fmla="*/ 11 w 25"/>
                <a:gd name="T1" fmla="*/ 0 h 16"/>
                <a:gd name="T2" fmla="*/ 25 w 25"/>
                <a:gd name="T3" fmla="*/ 9 h 16"/>
                <a:gd name="T4" fmla="*/ 13 w 25"/>
                <a:gd name="T5" fmla="*/ 16 h 16"/>
                <a:gd name="T6" fmla="*/ 0 w 25"/>
                <a:gd name="T7" fmla="*/ 7 h 16"/>
                <a:gd name="T8" fmla="*/ 11 w 25"/>
                <a:gd name="T9" fmla="*/ 0 h 16"/>
              </a:gdLst>
              <a:ahLst/>
              <a:cxnLst>
                <a:cxn ang="0">
                  <a:pos x="T0" y="T1"/>
                </a:cxn>
                <a:cxn ang="0">
                  <a:pos x="T2" y="T3"/>
                </a:cxn>
                <a:cxn ang="0">
                  <a:pos x="T4" y="T5"/>
                </a:cxn>
                <a:cxn ang="0">
                  <a:pos x="T6" y="T7"/>
                </a:cxn>
                <a:cxn ang="0">
                  <a:pos x="T8" y="T9"/>
                </a:cxn>
              </a:cxnLst>
              <a:rect l="0" t="0" r="r" b="b"/>
              <a:pathLst>
                <a:path w="25" h="16">
                  <a:moveTo>
                    <a:pt x="11" y="0"/>
                  </a:moveTo>
                  <a:cubicBezTo>
                    <a:pt x="18" y="1"/>
                    <a:pt x="24" y="5"/>
                    <a:pt x="25" y="9"/>
                  </a:cubicBezTo>
                  <a:cubicBezTo>
                    <a:pt x="25" y="13"/>
                    <a:pt x="20" y="16"/>
                    <a:pt x="13" y="16"/>
                  </a:cubicBezTo>
                  <a:cubicBezTo>
                    <a:pt x="7" y="15"/>
                    <a:pt x="1" y="12"/>
                    <a:pt x="0" y="7"/>
                  </a:cubicBezTo>
                  <a:cubicBezTo>
                    <a:pt x="0" y="3"/>
                    <a:pt x="5"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4" name="Freeform 1637">
              <a:extLst>
                <a:ext uri="{FF2B5EF4-FFF2-40B4-BE49-F238E27FC236}">
                  <a16:creationId xmlns:a16="http://schemas.microsoft.com/office/drawing/2014/main" id="{11AC7640-47AC-8115-C6C8-BB6C51B13528}"/>
                </a:ext>
              </a:extLst>
            </p:cNvPr>
            <p:cNvSpPr>
              <a:spLocks/>
            </p:cNvSpPr>
            <p:nvPr/>
          </p:nvSpPr>
          <p:spPr bwMode="auto">
            <a:xfrm rot="5094805">
              <a:off x="467344" y="1216685"/>
              <a:ext cx="63979" cy="36560"/>
            </a:xfrm>
            <a:custGeom>
              <a:avLst/>
              <a:gdLst>
                <a:gd name="T0" fmla="*/ 25 w 26"/>
                <a:gd name="T1" fmla="*/ 8 h 14"/>
                <a:gd name="T2" fmla="*/ 15 w 26"/>
                <a:gd name="T3" fmla="*/ 14 h 14"/>
                <a:gd name="T4" fmla="*/ 1 w 26"/>
                <a:gd name="T5" fmla="*/ 7 h 14"/>
                <a:gd name="T6" fmla="*/ 12 w 26"/>
                <a:gd name="T7" fmla="*/ 0 h 14"/>
                <a:gd name="T8" fmla="*/ 25 w 26"/>
                <a:gd name="T9" fmla="*/ 8 h 14"/>
              </a:gdLst>
              <a:ahLst/>
              <a:cxnLst>
                <a:cxn ang="0">
                  <a:pos x="T0" y="T1"/>
                </a:cxn>
                <a:cxn ang="0">
                  <a:pos x="T2" y="T3"/>
                </a:cxn>
                <a:cxn ang="0">
                  <a:pos x="T4" y="T5"/>
                </a:cxn>
                <a:cxn ang="0">
                  <a:pos x="T6" y="T7"/>
                </a:cxn>
                <a:cxn ang="0">
                  <a:pos x="T8" y="T9"/>
                </a:cxn>
              </a:cxnLst>
              <a:rect l="0" t="0" r="r" b="b"/>
              <a:pathLst>
                <a:path w="26" h="14">
                  <a:moveTo>
                    <a:pt x="25" y="8"/>
                  </a:moveTo>
                  <a:cubicBezTo>
                    <a:pt x="26" y="11"/>
                    <a:pt x="22" y="14"/>
                    <a:pt x="15" y="14"/>
                  </a:cubicBezTo>
                  <a:cubicBezTo>
                    <a:pt x="8" y="14"/>
                    <a:pt x="2" y="11"/>
                    <a:pt x="1" y="7"/>
                  </a:cubicBezTo>
                  <a:cubicBezTo>
                    <a:pt x="0" y="3"/>
                    <a:pt x="5" y="0"/>
                    <a:pt x="12" y="0"/>
                  </a:cubicBezTo>
                  <a:cubicBezTo>
                    <a:pt x="18" y="1"/>
                    <a:pt x="24"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5" name="Freeform 1638">
              <a:extLst>
                <a:ext uri="{FF2B5EF4-FFF2-40B4-BE49-F238E27FC236}">
                  <a16:creationId xmlns:a16="http://schemas.microsoft.com/office/drawing/2014/main" id="{0ABB62F7-F9B2-7218-44D0-F005218CCF6F}"/>
                </a:ext>
              </a:extLst>
            </p:cNvPr>
            <p:cNvSpPr>
              <a:spLocks/>
            </p:cNvSpPr>
            <p:nvPr/>
          </p:nvSpPr>
          <p:spPr bwMode="auto">
            <a:xfrm rot="5094805">
              <a:off x="472151" y="1414781"/>
              <a:ext cx="61694" cy="31990"/>
            </a:xfrm>
            <a:custGeom>
              <a:avLst/>
              <a:gdLst>
                <a:gd name="T0" fmla="*/ 25 w 25"/>
                <a:gd name="T1" fmla="*/ 8 h 13"/>
                <a:gd name="T2" fmla="*/ 13 w 25"/>
                <a:gd name="T3" fmla="*/ 12 h 13"/>
                <a:gd name="T4" fmla="*/ 0 w 25"/>
                <a:gd name="T5" fmla="*/ 5 h 13"/>
                <a:gd name="T6" fmla="*/ 12 w 25"/>
                <a:gd name="T7" fmla="*/ 1 h 13"/>
                <a:gd name="T8" fmla="*/ 25 w 25"/>
                <a:gd name="T9" fmla="*/ 8 h 13"/>
              </a:gdLst>
              <a:ahLst/>
              <a:cxnLst>
                <a:cxn ang="0">
                  <a:pos x="T0" y="T1"/>
                </a:cxn>
                <a:cxn ang="0">
                  <a:pos x="T2" y="T3"/>
                </a:cxn>
                <a:cxn ang="0">
                  <a:pos x="T4" y="T5"/>
                </a:cxn>
                <a:cxn ang="0">
                  <a:pos x="T6" y="T7"/>
                </a:cxn>
                <a:cxn ang="0">
                  <a:pos x="T8" y="T9"/>
                </a:cxn>
              </a:cxnLst>
              <a:rect l="0" t="0" r="r" b="b"/>
              <a:pathLst>
                <a:path w="25" h="13">
                  <a:moveTo>
                    <a:pt x="25" y="8"/>
                  </a:moveTo>
                  <a:cubicBezTo>
                    <a:pt x="25" y="11"/>
                    <a:pt x="20" y="13"/>
                    <a:pt x="13" y="12"/>
                  </a:cubicBezTo>
                  <a:cubicBezTo>
                    <a:pt x="7" y="12"/>
                    <a:pt x="1" y="9"/>
                    <a:pt x="0" y="5"/>
                  </a:cubicBezTo>
                  <a:cubicBezTo>
                    <a:pt x="0" y="2"/>
                    <a:pt x="5" y="0"/>
                    <a:pt x="12" y="1"/>
                  </a:cubicBezTo>
                  <a:cubicBezTo>
                    <a:pt x="18" y="1"/>
                    <a:pt x="24" y="5"/>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6" name="Freeform 1639">
              <a:extLst>
                <a:ext uri="{FF2B5EF4-FFF2-40B4-BE49-F238E27FC236}">
                  <a16:creationId xmlns:a16="http://schemas.microsoft.com/office/drawing/2014/main" id="{1E0E1A74-D2D6-6EF3-CDCB-4072A1221E75}"/>
                </a:ext>
              </a:extLst>
            </p:cNvPr>
            <p:cNvSpPr>
              <a:spLocks/>
            </p:cNvSpPr>
            <p:nvPr/>
          </p:nvSpPr>
          <p:spPr bwMode="auto">
            <a:xfrm rot="5094805">
              <a:off x="474780" y="1615260"/>
              <a:ext cx="61694" cy="25135"/>
            </a:xfrm>
            <a:custGeom>
              <a:avLst/>
              <a:gdLst>
                <a:gd name="T0" fmla="*/ 25 w 25"/>
                <a:gd name="T1" fmla="*/ 7 h 11"/>
                <a:gd name="T2" fmla="*/ 14 w 25"/>
                <a:gd name="T3" fmla="*/ 11 h 11"/>
                <a:gd name="T4" fmla="*/ 1 w 25"/>
                <a:gd name="T5" fmla="*/ 5 h 11"/>
                <a:gd name="T6" fmla="*/ 12 w 25"/>
                <a:gd name="T7" fmla="*/ 1 h 11"/>
                <a:gd name="T8" fmla="*/ 25 w 25"/>
                <a:gd name="T9" fmla="*/ 7 h 11"/>
              </a:gdLst>
              <a:ahLst/>
              <a:cxnLst>
                <a:cxn ang="0">
                  <a:pos x="T0" y="T1"/>
                </a:cxn>
                <a:cxn ang="0">
                  <a:pos x="T2" y="T3"/>
                </a:cxn>
                <a:cxn ang="0">
                  <a:pos x="T4" y="T5"/>
                </a:cxn>
                <a:cxn ang="0">
                  <a:pos x="T6" y="T7"/>
                </a:cxn>
                <a:cxn ang="0">
                  <a:pos x="T8" y="T9"/>
                </a:cxn>
              </a:cxnLst>
              <a:rect l="0" t="0" r="r" b="b"/>
              <a:pathLst>
                <a:path w="25" h="11">
                  <a:moveTo>
                    <a:pt x="25" y="7"/>
                  </a:moveTo>
                  <a:cubicBezTo>
                    <a:pt x="25" y="9"/>
                    <a:pt x="20" y="11"/>
                    <a:pt x="14" y="11"/>
                  </a:cubicBezTo>
                  <a:cubicBezTo>
                    <a:pt x="7" y="10"/>
                    <a:pt x="1" y="7"/>
                    <a:pt x="1" y="5"/>
                  </a:cubicBezTo>
                  <a:cubicBezTo>
                    <a:pt x="0" y="2"/>
                    <a:pt x="5" y="0"/>
                    <a:pt x="12" y="1"/>
                  </a:cubicBezTo>
                  <a:cubicBezTo>
                    <a:pt x="18" y="1"/>
                    <a:pt x="24" y="4"/>
                    <a:pt x="2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7" name="Freeform 1640">
              <a:extLst>
                <a:ext uri="{FF2B5EF4-FFF2-40B4-BE49-F238E27FC236}">
                  <a16:creationId xmlns:a16="http://schemas.microsoft.com/office/drawing/2014/main" id="{A7A68E35-B2EE-5B68-6DF6-1654FCBF7572}"/>
                </a:ext>
              </a:extLst>
            </p:cNvPr>
            <p:cNvSpPr>
              <a:spLocks/>
            </p:cNvSpPr>
            <p:nvPr/>
          </p:nvSpPr>
          <p:spPr bwMode="auto">
            <a:xfrm rot="5094805">
              <a:off x="476165" y="1812315"/>
              <a:ext cx="63979" cy="22850"/>
            </a:xfrm>
            <a:custGeom>
              <a:avLst/>
              <a:gdLst>
                <a:gd name="T0" fmla="*/ 25 w 26"/>
                <a:gd name="T1" fmla="*/ 6 h 9"/>
                <a:gd name="T2" fmla="*/ 14 w 26"/>
                <a:gd name="T3" fmla="*/ 9 h 9"/>
                <a:gd name="T4" fmla="*/ 1 w 26"/>
                <a:gd name="T5" fmla="*/ 4 h 9"/>
                <a:gd name="T6" fmla="*/ 12 w 26"/>
                <a:gd name="T7" fmla="*/ 1 h 9"/>
                <a:gd name="T8" fmla="*/ 25 w 26"/>
                <a:gd name="T9" fmla="*/ 6 h 9"/>
              </a:gdLst>
              <a:ahLst/>
              <a:cxnLst>
                <a:cxn ang="0">
                  <a:pos x="T0" y="T1"/>
                </a:cxn>
                <a:cxn ang="0">
                  <a:pos x="T2" y="T3"/>
                </a:cxn>
                <a:cxn ang="0">
                  <a:pos x="T4" y="T5"/>
                </a:cxn>
                <a:cxn ang="0">
                  <a:pos x="T6" y="T7"/>
                </a:cxn>
                <a:cxn ang="0">
                  <a:pos x="T8" y="T9"/>
                </a:cxn>
              </a:cxnLst>
              <a:rect l="0" t="0" r="r" b="b"/>
              <a:pathLst>
                <a:path w="26" h="9">
                  <a:moveTo>
                    <a:pt x="25" y="6"/>
                  </a:moveTo>
                  <a:cubicBezTo>
                    <a:pt x="26" y="8"/>
                    <a:pt x="21" y="9"/>
                    <a:pt x="14" y="9"/>
                  </a:cubicBezTo>
                  <a:cubicBezTo>
                    <a:pt x="8" y="9"/>
                    <a:pt x="2" y="6"/>
                    <a:pt x="1" y="4"/>
                  </a:cubicBezTo>
                  <a:cubicBezTo>
                    <a:pt x="0" y="2"/>
                    <a:pt x="5" y="0"/>
                    <a:pt x="12" y="1"/>
                  </a:cubicBezTo>
                  <a:cubicBezTo>
                    <a:pt x="18" y="1"/>
                    <a:pt x="24" y="4"/>
                    <a:pt x="2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8" name="Freeform 1641">
              <a:extLst>
                <a:ext uri="{FF2B5EF4-FFF2-40B4-BE49-F238E27FC236}">
                  <a16:creationId xmlns:a16="http://schemas.microsoft.com/office/drawing/2014/main" id="{E9A21D27-9EAC-8912-298F-5B92F03F1148}"/>
                </a:ext>
              </a:extLst>
            </p:cNvPr>
            <p:cNvSpPr>
              <a:spLocks/>
            </p:cNvSpPr>
            <p:nvPr/>
          </p:nvSpPr>
          <p:spPr bwMode="auto">
            <a:xfrm rot="5094805">
              <a:off x="482111" y="2011453"/>
              <a:ext cx="61694" cy="15995"/>
            </a:xfrm>
            <a:custGeom>
              <a:avLst/>
              <a:gdLst>
                <a:gd name="T0" fmla="*/ 13 w 25"/>
                <a:gd name="T1" fmla="*/ 7 h 7"/>
                <a:gd name="T2" fmla="*/ 0 w 25"/>
                <a:gd name="T3" fmla="*/ 3 h 7"/>
                <a:gd name="T4" fmla="*/ 11 w 25"/>
                <a:gd name="T5" fmla="*/ 1 h 7"/>
                <a:gd name="T6" fmla="*/ 24 w 25"/>
                <a:gd name="T7" fmla="*/ 4 h 7"/>
                <a:gd name="T8" fmla="*/ 13 w 25"/>
                <a:gd name="T9" fmla="*/ 7 h 7"/>
              </a:gdLst>
              <a:ahLst/>
              <a:cxnLst>
                <a:cxn ang="0">
                  <a:pos x="T0" y="T1"/>
                </a:cxn>
                <a:cxn ang="0">
                  <a:pos x="T2" y="T3"/>
                </a:cxn>
                <a:cxn ang="0">
                  <a:pos x="T4" y="T5"/>
                </a:cxn>
                <a:cxn ang="0">
                  <a:pos x="T6" y="T7"/>
                </a:cxn>
                <a:cxn ang="0">
                  <a:pos x="T8" y="T9"/>
                </a:cxn>
              </a:cxnLst>
              <a:rect l="0" t="0" r="r" b="b"/>
              <a:pathLst>
                <a:path w="25" h="7">
                  <a:moveTo>
                    <a:pt x="13" y="7"/>
                  </a:moveTo>
                  <a:cubicBezTo>
                    <a:pt x="6" y="7"/>
                    <a:pt x="1" y="5"/>
                    <a:pt x="0" y="3"/>
                  </a:cubicBezTo>
                  <a:cubicBezTo>
                    <a:pt x="0" y="1"/>
                    <a:pt x="4" y="0"/>
                    <a:pt x="11" y="1"/>
                  </a:cubicBezTo>
                  <a:cubicBezTo>
                    <a:pt x="18" y="1"/>
                    <a:pt x="24" y="3"/>
                    <a:pt x="24" y="4"/>
                  </a:cubicBezTo>
                  <a:cubicBezTo>
                    <a:pt x="25" y="6"/>
                    <a:pt x="20" y="7"/>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9" name="Freeform 1642">
              <a:extLst>
                <a:ext uri="{FF2B5EF4-FFF2-40B4-BE49-F238E27FC236}">
                  <a16:creationId xmlns:a16="http://schemas.microsoft.com/office/drawing/2014/main" id="{86FE05BC-171C-00F0-38DD-EC061A1BBD55}"/>
                </a:ext>
              </a:extLst>
            </p:cNvPr>
            <p:cNvSpPr>
              <a:spLocks/>
            </p:cNvSpPr>
            <p:nvPr/>
          </p:nvSpPr>
          <p:spPr bwMode="auto">
            <a:xfrm rot="5094805">
              <a:off x="492600" y="2207698"/>
              <a:ext cx="63979" cy="13710"/>
            </a:xfrm>
            <a:custGeom>
              <a:avLst/>
              <a:gdLst>
                <a:gd name="T0" fmla="*/ 25 w 26"/>
                <a:gd name="T1" fmla="*/ 3 h 6"/>
                <a:gd name="T2" fmla="*/ 15 w 26"/>
                <a:gd name="T3" fmla="*/ 6 h 6"/>
                <a:gd name="T4" fmla="*/ 1 w 26"/>
                <a:gd name="T5" fmla="*/ 3 h 6"/>
                <a:gd name="T6" fmla="*/ 12 w 26"/>
                <a:gd name="T7" fmla="*/ 1 h 6"/>
                <a:gd name="T8" fmla="*/ 25 w 26"/>
                <a:gd name="T9" fmla="*/ 3 h 6"/>
              </a:gdLst>
              <a:ahLst/>
              <a:cxnLst>
                <a:cxn ang="0">
                  <a:pos x="T0" y="T1"/>
                </a:cxn>
                <a:cxn ang="0">
                  <a:pos x="T2" y="T3"/>
                </a:cxn>
                <a:cxn ang="0">
                  <a:pos x="T4" y="T5"/>
                </a:cxn>
                <a:cxn ang="0">
                  <a:pos x="T6" y="T7"/>
                </a:cxn>
                <a:cxn ang="0">
                  <a:pos x="T8" y="T9"/>
                </a:cxn>
              </a:cxnLst>
              <a:rect l="0" t="0" r="r" b="b"/>
              <a:pathLst>
                <a:path w="26" h="6">
                  <a:moveTo>
                    <a:pt x="25" y="3"/>
                  </a:moveTo>
                  <a:cubicBezTo>
                    <a:pt x="26" y="5"/>
                    <a:pt x="21" y="6"/>
                    <a:pt x="15" y="6"/>
                  </a:cubicBezTo>
                  <a:cubicBezTo>
                    <a:pt x="8" y="6"/>
                    <a:pt x="2" y="5"/>
                    <a:pt x="1" y="3"/>
                  </a:cubicBezTo>
                  <a:cubicBezTo>
                    <a:pt x="0" y="2"/>
                    <a:pt x="5" y="0"/>
                    <a:pt x="12" y="1"/>
                  </a:cubicBezTo>
                  <a:cubicBezTo>
                    <a:pt x="18" y="1"/>
                    <a:pt x="25" y="2"/>
                    <a:pt x="2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0" name="Freeform 1643">
              <a:extLst>
                <a:ext uri="{FF2B5EF4-FFF2-40B4-BE49-F238E27FC236}">
                  <a16:creationId xmlns:a16="http://schemas.microsoft.com/office/drawing/2014/main" id="{59788A05-05AB-2DC6-EE87-EF59022C50BB}"/>
                </a:ext>
              </a:extLst>
            </p:cNvPr>
            <p:cNvSpPr>
              <a:spLocks/>
            </p:cNvSpPr>
            <p:nvPr/>
          </p:nvSpPr>
          <p:spPr bwMode="auto">
            <a:xfrm rot="5094805">
              <a:off x="513234" y="2401995"/>
              <a:ext cx="63979" cy="11425"/>
            </a:xfrm>
            <a:custGeom>
              <a:avLst/>
              <a:gdLst>
                <a:gd name="T0" fmla="*/ 15 w 26"/>
                <a:gd name="T1" fmla="*/ 5 h 5"/>
                <a:gd name="T2" fmla="*/ 1 w 26"/>
                <a:gd name="T3" fmla="*/ 3 h 5"/>
                <a:gd name="T4" fmla="*/ 11 w 26"/>
                <a:gd name="T5" fmla="*/ 1 h 5"/>
                <a:gd name="T6" fmla="*/ 25 w 26"/>
                <a:gd name="T7" fmla="*/ 2 h 5"/>
                <a:gd name="T8" fmla="*/ 15 w 26"/>
                <a:gd name="T9" fmla="*/ 5 h 5"/>
              </a:gdLst>
              <a:ahLst/>
              <a:cxnLst>
                <a:cxn ang="0">
                  <a:pos x="T0" y="T1"/>
                </a:cxn>
                <a:cxn ang="0">
                  <a:pos x="T2" y="T3"/>
                </a:cxn>
                <a:cxn ang="0">
                  <a:pos x="T4" y="T5"/>
                </a:cxn>
                <a:cxn ang="0">
                  <a:pos x="T6" y="T7"/>
                </a:cxn>
                <a:cxn ang="0">
                  <a:pos x="T8" y="T9"/>
                </a:cxn>
              </a:cxnLst>
              <a:rect l="0" t="0" r="r" b="b"/>
              <a:pathLst>
                <a:path w="26" h="5">
                  <a:moveTo>
                    <a:pt x="15" y="5"/>
                  </a:moveTo>
                  <a:cubicBezTo>
                    <a:pt x="8" y="5"/>
                    <a:pt x="2" y="4"/>
                    <a:pt x="1" y="3"/>
                  </a:cubicBezTo>
                  <a:cubicBezTo>
                    <a:pt x="0" y="2"/>
                    <a:pt x="5" y="1"/>
                    <a:pt x="11" y="1"/>
                  </a:cubicBezTo>
                  <a:cubicBezTo>
                    <a:pt x="18" y="0"/>
                    <a:pt x="24" y="1"/>
                    <a:pt x="25" y="2"/>
                  </a:cubicBezTo>
                  <a:cubicBezTo>
                    <a:pt x="26" y="3"/>
                    <a:pt x="22" y="4"/>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1" name="Freeform 1644">
              <a:extLst>
                <a:ext uri="{FF2B5EF4-FFF2-40B4-BE49-F238E27FC236}">
                  <a16:creationId xmlns:a16="http://schemas.microsoft.com/office/drawing/2014/main" id="{90A6FEF8-5035-677A-BB1B-4AAFDAAC23AC}"/>
                </a:ext>
              </a:extLst>
            </p:cNvPr>
            <p:cNvSpPr>
              <a:spLocks/>
            </p:cNvSpPr>
            <p:nvPr/>
          </p:nvSpPr>
          <p:spPr bwMode="auto">
            <a:xfrm rot="5094805">
              <a:off x="544207" y="2594131"/>
              <a:ext cx="66264" cy="13710"/>
            </a:xfrm>
            <a:custGeom>
              <a:avLst/>
              <a:gdLst>
                <a:gd name="T0" fmla="*/ 15 w 26"/>
                <a:gd name="T1" fmla="*/ 4 h 5"/>
                <a:gd name="T2" fmla="*/ 1 w 26"/>
                <a:gd name="T3" fmla="*/ 4 h 5"/>
                <a:gd name="T4" fmla="*/ 11 w 26"/>
                <a:gd name="T5" fmla="*/ 1 h 5"/>
                <a:gd name="T6" fmla="*/ 25 w 26"/>
                <a:gd name="T7" fmla="*/ 1 h 5"/>
                <a:gd name="T8" fmla="*/ 15 w 26"/>
                <a:gd name="T9" fmla="*/ 4 h 5"/>
              </a:gdLst>
              <a:ahLst/>
              <a:cxnLst>
                <a:cxn ang="0">
                  <a:pos x="T0" y="T1"/>
                </a:cxn>
                <a:cxn ang="0">
                  <a:pos x="T2" y="T3"/>
                </a:cxn>
                <a:cxn ang="0">
                  <a:pos x="T4" y="T5"/>
                </a:cxn>
                <a:cxn ang="0">
                  <a:pos x="T6" y="T7"/>
                </a:cxn>
                <a:cxn ang="0">
                  <a:pos x="T8" y="T9"/>
                </a:cxn>
              </a:cxnLst>
              <a:rect l="0" t="0" r="r" b="b"/>
              <a:pathLst>
                <a:path w="26" h="5">
                  <a:moveTo>
                    <a:pt x="15" y="4"/>
                  </a:moveTo>
                  <a:cubicBezTo>
                    <a:pt x="8" y="5"/>
                    <a:pt x="2" y="5"/>
                    <a:pt x="1" y="4"/>
                  </a:cubicBezTo>
                  <a:cubicBezTo>
                    <a:pt x="0" y="3"/>
                    <a:pt x="5" y="1"/>
                    <a:pt x="11" y="1"/>
                  </a:cubicBezTo>
                  <a:cubicBezTo>
                    <a:pt x="18" y="0"/>
                    <a:pt x="24" y="0"/>
                    <a:pt x="25" y="1"/>
                  </a:cubicBezTo>
                  <a:cubicBezTo>
                    <a:pt x="26" y="2"/>
                    <a:pt x="21" y="3"/>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2" name="Freeform 1645">
              <a:extLst>
                <a:ext uri="{FF2B5EF4-FFF2-40B4-BE49-F238E27FC236}">
                  <a16:creationId xmlns:a16="http://schemas.microsoft.com/office/drawing/2014/main" id="{58A71F61-5BCF-FB88-FD79-86171473FF8B}"/>
                </a:ext>
              </a:extLst>
            </p:cNvPr>
            <p:cNvSpPr>
              <a:spLocks/>
            </p:cNvSpPr>
            <p:nvPr/>
          </p:nvSpPr>
          <p:spPr bwMode="auto">
            <a:xfrm rot="5094805">
              <a:off x="592161" y="2783915"/>
              <a:ext cx="61694" cy="15995"/>
            </a:xfrm>
            <a:custGeom>
              <a:avLst/>
              <a:gdLst>
                <a:gd name="T0" fmla="*/ 11 w 25"/>
                <a:gd name="T1" fmla="*/ 2 h 6"/>
                <a:gd name="T2" fmla="*/ 25 w 25"/>
                <a:gd name="T3" fmla="*/ 1 h 6"/>
                <a:gd name="T4" fmla="*/ 14 w 25"/>
                <a:gd name="T5" fmla="*/ 5 h 6"/>
                <a:gd name="T6" fmla="*/ 1 w 25"/>
                <a:gd name="T7" fmla="*/ 5 h 6"/>
                <a:gd name="T8" fmla="*/ 11 w 25"/>
                <a:gd name="T9" fmla="*/ 2 h 6"/>
              </a:gdLst>
              <a:ahLst/>
              <a:cxnLst>
                <a:cxn ang="0">
                  <a:pos x="T0" y="T1"/>
                </a:cxn>
                <a:cxn ang="0">
                  <a:pos x="T2" y="T3"/>
                </a:cxn>
                <a:cxn ang="0">
                  <a:pos x="T4" y="T5"/>
                </a:cxn>
                <a:cxn ang="0">
                  <a:pos x="T6" y="T7"/>
                </a:cxn>
                <a:cxn ang="0">
                  <a:pos x="T8" y="T9"/>
                </a:cxn>
              </a:cxnLst>
              <a:rect l="0" t="0" r="r" b="b"/>
              <a:pathLst>
                <a:path w="25" h="6">
                  <a:moveTo>
                    <a:pt x="11" y="2"/>
                  </a:moveTo>
                  <a:cubicBezTo>
                    <a:pt x="18" y="0"/>
                    <a:pt x="24" y="0"/>
                    <a:pt x="25" y="1"/>
                  </a:cubicBezTo>
                  <a:cubicBezTo>
                    <a:pt x="25" y="2"/>
                    <a:pt x="20" y="4"/>
                    <a:pt x="14" y="5"/>
                  </a:cubicBezTo>
                  <a:cubicBezTo>
                    <a:pt x="7" y="6"/>
                    <a:pt x="1" y="6"/>
                    <a:pt x="1" y="5"/>
                  </a:cubicBezTo>
                  <a:cubicBezTo>
                    <a:pt x="0" y="4"/>
                    <a:pt x="5" y="3"/>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3" name="Freeform 1646">
              <a:extLst>
                <a:ext uri="{FF2B5EF4-FFF2-40B4-BE49-F238E27FC236}">
                  <a16:creationId xmlns:a16="http://schemas.microsoft.com/office/drawing/2014/main" id="{4FE106B8-A2B8-4AF2-23FB-1BB131224CB5}"/>
                </a:ext>
              </a:extLst>
            </p:cNvPr>
            <p:cNvSpPr>
              <a:spLocks/>
            </p:cNvSpPr>
            <p:nvPr/>
          </p:nvSpPr>
          <p:spPr bwMode="auto">
            <a:xfrm rot="5094805">
              <a:off x="650243" y="2971344"/>
              <a:ext cx="63979" cy="18280"/>
            </a:xfrm>
            <a:custGeom>
              <a:avLst/>
              <a:gdLst>
                <a:gd name="T0" fmla="*/ 25 w 26"/>
                <a:gd name="T1" fmla="*/ 1 h 8"/>
                <a:gd name="T2" fmla="*/ 15 w 26"/>
                <a:gd name="T3" fmla="*/ 6 h 8"/>
                <a:gd name="T4" fmla="*/ 1 w 26"/>
                <a:gd name="T5" fmla="*/ 7 h 8"/>
                <a:gd name="T6" fmla="*/ 11 w 26"/>
                <a:gd name="T7" fmla="*/ 3 h 8"/>
                <a:gd name="T8" fmla="*/ 25 w 26"/>
                <a:gd name="T9" fmla="*/ 1 h 8"/>
              </a:gdLst>
              <a:ahLst/>
              <a:cxnLst>
                <a:cxn ang="0">
                  <a:pos x="T0" y="T1"/>
                </a:cxn>
                <a:cxn ang="0">
                  <a:pos x="T2" y="T3"/>
                </a:cxn>
                <a:cxn ang="0">
                  <a:pos x="T4" y="T5"/>
                </a:cxn>
                <a:cxn ang="0">
                  <a:pos x="T6" y="T7"/>
                </a:cxn>
                <a:cxn ang="0">
                  <a:pos x="T8" y="T9"/>
                </a:cxn>
              </a:cxnLst>
              <a:rect l="0" t="0" r="r" b="b"/>
              <a:pathLst>
                <a:path w="26" h="8">
                  <a:moveTo>
                    <a:pt x="25" y="1"/>
                  </a:moveTo>
                  <a:cubicBezTo>
                    <a:pt x="26" y="2"/>
                    <a:pt x="21" y="4"/>
                    <a:pt x="15" y="6"/>
                  </a:cubicBezTo>
                  <a:cubicBezTo>
                    <a:pt x="8" y="7"/>
                    <a:pt x="2" y="8"/>
                    <a:pt x="1" y="7"/>
                  </a:cubicBezTo>
                  <a:cubicBezTo>
                    <a:pt x="0" y="7"/>
                    <a:pt x="4" y="5"/>
                    <a:pt x="11" y="3"/>
                  </a:cubicBezTo>
                  <a:cubicBezTo>
                    <a:pt x="17" y="1"/>
                    <a:pt x="24"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4" name="Freeform 1647">
              <a:extLst>
                <a:ext uri="{FF2B5EF4-FFF2-40B4-BE49-F238E27FC236}">
                  <a16:creationId xmlns:a16="http://schemas.microsoft.com/office/drawing/2014/main" id="{F0A2C5A1-6405-A5CA-F9B8-AFF0657E86A2}"/>
                </a:ext>
              </a:extLst>
            </p:cNvPr>
            <p:cNvSpPr>
              <a:spLocks/>
            </p:cNvSpPr>
            <p:nvPr/>
          </p:nvSpPr>
          <p:spPr bwMode="auto">
            <a:xfrm rot="5094805">
              <a:off x="720649" y="3154444"/>
              <a:ext cx="61694" cy="22850"/>
            </a:xfrm>
            <a:custGeom>
              <a:avLst/>
              <a:gdLst>
                <a:gd name="T0" fmla="*/ 25 w 25"/>
                <a:gd name="T1" fmla="*/ 0 h 9"/>
                <a:gd name="T2" fmla="*/ 14 w 25"/>
                <a:gd name="T3" fmla="*/ 6 h 9"/>
                <a:gd name="T4" fmla="*/ 1 w 25"/>
                <a:gd name="T5" fmla="*/ 8 h 9"/>
                <a:gd name="T6" fmla="*/ 12 w 25"/>
                <a:gd name="T7" fmla="*/ 3 h 9"/>
                <a:gd name="T8" fmla="*/ 25 w 25"/>
                <a:gd name="T9" fmla="*/ 0 h 9"/>
              </a:gdLst>
              <a:ahLst/>
              <a:cxnLst>
                <a:cxn ang="0">
                  <a:pos x="T0" y="T1"/>
                </a:cxn>
                <a:cxn ang="0">
                  <a:pos x="T2" y="T3"/>
                </a:cxn>
                <a:cxn ang="0">
                  <a:pos x="T4" y="T5"/>
                </a:cxn>
                <a:cxn ang="0">
                  <a:pos x="T6" y="T7"/>
                </a:cxn>
                <a:cxn ang="0">
                  <a:pos x="T8" y="T9"/>
                </a:cxn>
              </a:cxnLst>
              <a:rect l="0" t="0" r="r" b="b"/>
              <a:pathLst>
                <a:path w="25" h="9">
                  <a:moveTo>
                    <a:pt x="25" y="0"/>
                  </a:moveTo>
                  <a:cubicBezTo>
                    <a:pt x="25" y="1"/>
                    <a:pt x="20" y="4"/>
                    <a:pt x="14" y="6"/>
                  </a:cubicBezTo>
                  <a:cubicBezTo>
                    <a:pt x="7" y="8"/>
                    <a:pt x="1" y="9"/>
                    <a:pt x="1" y="8"/>
                  </a:cubicBezTo>
                  <a:cubicBezTo>
                    <a:pt x="0" y="7"/>
                    <a:pt x="5" y="5"/>
                    <a:pt x="12" y="3"/>
                  </a:cubicBezTo>
                  <a:cubicBezTo>
                    <a:pt x="18"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5" name="Freeform 1648">
              <a:extLst>
                <a:ext uri="{FF2B5EF4-FFF2-40B4-BE49-F238E27FC236}">
                  <a16:creationId xmlns:a16="http://schemas.microsoft.com/office/drawing/2014/main" id="{392E692D-6F62-F75D-22C3-156E668DDDF4}"/>
                </a:ext>
              </a:extLst>
            </p:cNvPr>
            <p:cNvSpPr>
              <a:spLocks/>
            </p:cNvSpPr>
            <p:nvPr/>
          </p:nvSpPr>
          <p:spPr bwMode="auto">
            <a:xfrm rot="5094805">
              <a:off x="802735" y="3340986"/>
              <a:ext cx="61694" cy="25135"/>
            </a:xfrm>
            <a:custGeom>
              <a:avLst/>
              <a:gdLst>
                <a:gd name="T0" fmla="*/ 14 w 25"/>
                <a:gd name="T1" fmla="*/ 6 h 10"/>
                <a:gd name="T2" fmla="*/ 1 w 25"/>
                <a:gd name="T3" fmla="*/ 9 h 10"/>
                <a:gd name="T4" fmla="*/ 12 w 25"/>
                <a:gd name="T5" fmla="*/ 4 h 10"/>
                <a:gd name="T6" fmla="*/ 25 w 25"/>
                <a:gd name="T7" fmla="*/ 0 h 10"/>
                <a:gd name="T8" fmla="*/ 14 w 25"/>
                <a:gd name="T9" fmla="*/ 6 h 10"/>
              </a:gdLst>
              <a:ahLst/>
              <a:cxnLst>
                <a:cxn ang="0">
                  <a:pos x="T0" y="T1"/>
                </a:cxn>
                <a:cxn ang="0">
                  <a:pos x="T2" y="T3"/>
                </a:cxn>
                <a:cxn ang="0">
                  <a:pos x="T4" y="T5"/>
                </a:cxn>
                <a:cxn ang="0">
                  <a:pos x="T6" y="T7"/>
                </a:cxn>
                <a:cxn ang="0">
                  <a:pos x="T8" y="T9"/>
                </a:cxn>
              </a:cxnLst>
              <a:rect l="0" t="0" r="r" b="b"/>
              <a:pathLst>
                <a:path w="25" h="10">
                  <a:moveTo>
                    <a:pt x="14" y="6"/>
                  </a:moveTo>
                  <a:cubicBezTo>
                    <a:pt x="7" y="9"/>
                    <a:pt x="1" y="10"/>
                    <a:pt x="1" y="9"/>
                  </a:cubicBezTo>
                  <a:cubicBezTo>
                    <a:pt x="0" y="8"/>
                    <a:pt x="5" y="6"/>
                    <a:pt x="12" y="4"/>
                  </a:cubicBezTo>
                  <a:cubicBezTo>
                    <a:pt x="18" y="1"/>
                    <a:pt x="24" y="0"/>
                    <a:pt x="25" y="0"/>
                  </a:cubicBezTo>
                  <a:cubicBezTo>
                    <a:pt x="25" y="1"/>
                    <a:pt x="20" y="4"/>
                    <a:pt x="1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6" name="Freeform 1649">
              <a:extLst>
                <a:ext uri="{FF2B5EF4-FFF2-40B4-BE49-F238E27FC236}">
                  <a16:creationId xmlns:a16="http://schemas.microsoft.com/office/drawing/2014/main" id="{366488C0-1612-FFFA-0BEA-15C51714DF10}"/>
                </a:ext>
              </a:extLst>
            </p:cNvPr>
            <p:cNvSpPr>
              <a:spLocks/>
            </p:cNvSpPr>
            <p:nvPr/>
          </p:nvSpPr>
          <p:spPr bwMode="auto">
            <a:xfrm rot="5094805">
              <a:off x="895997" y="3524239"/>
              <a:ext cx="61694" cy="27420"/>
            </a:xfrm>
            <a:custGeom>
              <a:avLst/>
              <a:gdLst>
                <a:gd name="T0" fmla="*/ 13 w 25"/>
                <a:gd name="T1" fmla="*/ 7 h 11"/>
                <a:gd name="T2" fmla="*/ 0 w 25"/>
                <a:gd name="T3" fmla="*/ 10 h 11"/>
                <a:gd name="T4" fmla="*/ 11 w 25"/>
                <a:gd name="T5" fmla="*/ 5 h 11"/>
                <a:gd name="T6" fmla="*/ 24 w 25"/>
                <a:gd name="T7" fmla="*/ 1 h 11"/>
                <a:gd name="T8" fmla="*/ 13 w 25"/>
                <a:gd name="T9" fmla="*/ 7 h 11"/>
              </a:gdLst>
              <a:ahLst/>
              <a:cxnLst>
                <a:cxn ang="0">
                  <a:pos x="T0" y="T1"/>
                </a:cxn>
                <a:cxn ang="0">
                  <a:pos x="T2" y="T3"/>
                </a:cxn>
                <a:cxn ang="0">
                  <a:pos x="T4" y="T5"/>
                </a:cxn>
                <a:cxn ang="0">
                  <a:pos x="T6" y="T7"/>
                </a:cxn>
                <a:cxn ang="0">
                  <a:pos x="T8" y="T9"/>
                </a:cxn>
              </a:cxnLst>
              <a:rect l="0" t="0" r="r" b="b"/>
              <a:pathLst>
                <a:path w="25" h="11">
                  <a:moveTo>
                    <a:pt x="13" y="7"/>
                  </a:moveTo>
                  <a:cubicBezTo>
                    <a:pt x="6" y="10"/>
                    <a:pt x="1" y="11"/>
                    <a:pt x="0" y="10"/>
                  </a:cubicBezTo>
                  <a:cubicBezTo>
                    <a:pt x="0" y="10"/>
                    <a:pt x="5" y="7"/>
                    <a:pt x="11" y="5"/>
                  </a:cubicBezTo>
                  <a:cubicBezTo>
                    <a:pt x="18" y="2"/>
                    <a:pt x="24" y="0"/>
                    <a:pt x="24" y="1"/>
                  </a:cubicBezTo>
                  <a:cubicBezTo>
                    <a:pt x="25" y="1"/>
                    <a:pt x="19" y="4"/>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7" name="Freeform 1650">
              <a:extLst>
                <a:ext uri="{FF2B5EF4-FFF2-40B4-BE49-F238E27FC236}">
                  <a16:creationId xmlns:a16="http://schemas.microsoft.com/office/drawing/2014/main" id="{5D9095D9-116C-AA75-EA63-2E042A241C62}"/>
                </a:ext>
              </a:extLst>
            </p:cNvPr>
            <p:cNvSpPr>
              <a:spLocks/>
            </p:cNvSpPr>
            <p:nvPr/>
          </p:nvSpPr>
          <p:spPr bwMode="auto">
            <a:xfrm rot="5094805">
              <a:off x="992471" y="3706054"/>
              <a:ext cx="61694" cy="27420"/>
            </a:xfrm>
            <a:custGeom>
              <a:avLst/>
              <a:gdLst>
                <a:gd name="T0" fmla="*/ 25 w 25"/>
                <a:gd name="T1" fmla="*/ 0 h 11"/>
                <a:gd name="T2" fmla="*/ 14 w 25"/>
                <a:gd name="T3" fmla="*/ 7 h 11"/>
                <a:gd name="T4" fmla="*/ 1 w 25"/>
                <a:gd name="T5" fmla="*/ 11 h 11"/>
                <a:gd name="T6" fmla="*/ 12 w 25"/>
                <a:gd name="T7" fmla="*/ 5 h 11"/>
                <a:gd name="T8" fmla="*/ 25 w 25"/>
                <a:gd name="T9" fmla="*/ 0 h 11"/>
              </a:gdLst>
              <a:ahLst/>
              <a:cxnLst>
                <a:cxn ang="0">
                  <a:pos x="T0" y="T1"/>
                </a:cxn>
                <a:cxn ang="0">
                  <a:pos x="T2" y="T3"/>
                </a:cxn>
                <a:cxn ang="0">
                  <a:pos x="T4" y="T5"/>
                </a:cxn>
                <a:cxn ang="0">
                  <a:pos x="T6" y="T7"/>
                </a:cxn>
                <a:cxn ang="0">
                  <a:pos x="T8" y="T9"/>
                </a:cxn>
              </a:cxnLst>
              <a:rect l="0" t="0" r="r" b="b"/>
              <a:pathLst>
                <a:path w="25" h="11">
                  <a:moveTo>
                    <a:pt x="25" y="0"/>
                  </a:moveTo>
                  <a:cubicBezTo>
                    <a:pt x="25" y="1"/>
                    <a:pt x="20" y="4"/>
                    <a:pt x="14" y="7"/>
                  </a:cubicBezTo>
                  <a:cubicBezTo>
                    <a:pt x="7" y="10"/>
                    <a:pt x="1" y="11"/>
                    <a:pt x="1" y="11"/>
                  </a:cubicBezTo>
                  <a:cubicBezTo>
                    <a:pt x="0" y="10"/>
                    <a:pt x="5" y="8"/>
                    <a:pt x="12" y="5"/>
                  </a:cubicBezTo>
                  <a:cubicBezTo>
                    <a:pt x="18" y="2"/>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8" name="Freeform 1651">
              <a:extLst>
                <a:ext uri="{FF2B5EF4-FFF2-40B4-BE49-F238E27FC236}">
                  <a16:creationId xmlns:a16="http://schemas.microsoft.com/office/drawing/2014/main" id="{D69E06AB-E43E-947F-8A07-066BC1756CA6}"/>
                </a:ext>
              </a:extLst>
            </p:cNvPr>
            <p:cNvSpPr>
              <a:spLocks/>
            </p:cNvSpPr>
            <p:nvPr/>
          </p:nvSpPr>
          <p:spPr bwMode="auto">
            <a:xfrm rot="5094805">
              <a:off x="1097114" y="3888294"/>
              <a:ext cx="61694" cy="29705"/>
            </a:xfrm>
            <a:custGeom>
              <a:avLst/>
              <a:gdLst>
                <a:gd name="T0" fmla="*/ 13 w 25"/>
                <a:gd name="T1" fmla="*/ 7 h 12"/>
                <a:gd name="T2" fmla="*/ 0 w 25"/>
                <a:gd name="T3" fmla="*/ 12 h 12"/>
                <a:gd name="T4" fmla="*/ 11 w 25"/>
                <a:gd name="T5" fmla="*/ 6 h 12"/>
                <a:gd name="T6" fmla="*/ 24 w 25"/>
                <a:gd name="T7" fmla="*/ 1 h 12"/>
                <a:gd name="T8" fmla="*/ 13 w 25"/>
                <a:gd name="T9" fmla="*/ 7 h 12"/>
              </a:gdLst>
              <a:ahLst/>
              <a:cxnLst>
                <a:cxn ang="0">
                  <a:pos x="T0" y="T1"/>
                </a:cxn>
                <a:cxn ang="0">
                  <a:pos x="T2" y="T3"/>
                </a:cxn>
                <a:cxn ang="0">
                  <a:pos x="T4" y="T5"/>
                </a:cxn>
                <a:cxn ang="0">
                  <a:pos x="T6" y="T7"/>
                </a:cxn>
                <a:cxn ang="0">
                  <a:pos x="T8" y="T9"/>
                </a:cxn>
              </a:cxnLst>
              <a:rect l="0" t="0" r="r" b="b"/>
              <a:pathLst>
                <a:path w="25" h="12">
                  <a:moveTo>
                    <a:pt x="13" y="7"/>
                  </a:moveTo>
                  <a:cubicBezTo>
                    <a:pt x="6" y="10"/>
                    <a:pt x="1" y="12"/>
                    <a:pt x="0" y="12"/>
                  </a:cubicBezTo>
                  <a:cubicBezTo>
                    <a:pt x="0" y="11"/>
                    <a:pt x="4" y="9"/>
                    <a:pt x="11" y="6"/>
                  </a:cubicBezTo>
                  <a:cubicBezTo>
                    <a:pt x="17" y="3"/>
                    <a:pt x="23" y="0"/>
                    <a:pt x="24" y="1"/>
                  </a:cubicBezTo>
                  <a:cubicBezTo>
                    <a:pt x="25" y="1"/>
                    <a:pt x="19" y="4"/>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9" name="Freeform 1652">
              <a:extLst>
                <a:ext uri="{FF2B5EF4-FFF2-40B4-BE49-F238E27FC236}">
                  <a16:creationId xmlns:a16="http://schemas.microsoft.com/office/drawing/2014/main" id="{F58620C2-ECC6-A965-057C-DE99955926C2}"/>
                </a:ext>
              </a:extLst>
            </p:cNvPr>
            <p:cNvSpPr>
              <a:spLocks/>
            </p:cNvSpPr>
            <p:nvPr/>
          </p:nvSpPr>
          <p:spPr bwMode="auto">
            <a:xfrm rot="5094805">
              <a:off x="1205171" y="4071373"/>
              <a:ext cx="61694" cy="29705"/>
            </a:xfrm>
            <a:custGeom>
              <a:avLst/>
              <a:gdLst>
                <a:gd name="T0" fmla="*/ 24 w 25"/>
                <a:gd name="T1" fmla="*/ 1 h 12"/>
                <a:gd name="T2" fmla="*/ 14 w 25"/>
                <a:gd name="T3" fmla="*/ 7 h 12"/>
                <a:gd name="T4" fmla="*/ 1 w 25"/>
                <a:gd name="T5" fmla="*/ 12 h 12"/>
                <a:gd name="T6" fmla="*/ 11 w 25"/>
                <a:gd name="T7" fmla="*/ 6 h 12"/>
                <a:gd name="T8" fmla="*/ 24 w 25"/>
                <a:gd name="T9" fmla="*/ 1 h 12"/>
              </a:gdLst>
              <a:ahLst/>
              <a:cxnLst>
                <a:cxn ang="0">
                  <a:pos x="T0" y="T1"/>
                </a:cxn>
                <a:cxn ang="0">
                  <a:pos x="T2" y="T3"/>
                </a:cxn>
                <a:cxn ang="0">
                  <a:pos x="T4" y="T5"/>
                </a:cxn>
                <a:cxn ang="0">
                  <a:pos x="T6" y="T7"/>
                </a:cxn>
                <a:cxn ang="0">
                  <a:pos x="T8" y="T9"/>
                </a:cxn>
              </a:cxnLst>
              <a:rect l="0" t="0" r="r" b="b"/>
              <a:pathLst>
                <a:path w="25" h="12">
                  <a:moveTo>
                    <a:pt x="24" y="1"/>
                  </a:moveTo>
                  <a:cubicBezTo>
                    <a:pt x="25" y="1"/>
                    <a:pt x="20" y="4"/>
                    <a:pt x="14" y="7"/>
                  </a:cubicBezTo>
                  <a:cubicBezTo>
                    <a:pt x="7" y="10"/>
                    <a:pt x="1" y="12"/>
                    <a:pt x="1" y="12"/>
                  </a:cubicBezTo>
                  <a:cubicBezTo>
                    <a:pt x="0" y="12"/>
                    <a:pt x="4" y="9"/>
                    <a:pt x="11" y="6"/>
                  </a:cubicBezTo>
                  <a:cubicBezTo>
                    <a:pt x="17" y="3"/>
                    <a:pt x="23"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0" name="Freeform 1653">
              <a:extLst>
                <a:ext uri="{FF2B5EF4-FFF2-40B4-BE49-F238E27FC236}">
                  <a16:creationId xmlns:a16="http://schemas.microsoft.com/office/drawing/2014/main" id="{1A3500EC-D235-13B1-A7C6-89A6908A6705}"/>
                </a:ext>
              </a:extLst>
            </p:cNvPr>
            <p:cNvSpPr>
              <a:spLocks/>
            </p:cNvSpPr>
            <p:nvPr/>
          </p:nvSpPr>
          <p:spPr bwMode="auto">
            <a:xfrm rot="5094805">
              <a:off x="1315406" y="4252070"/>
              <a:ext cx="59409" cy="31990"/>
            </a:xfrm>
            <a:custGeom>
              <a:avLst/>
              <a:gdLst>
                <a:gd name="T0" fmla="*/ 11 w 24"/>
                <a:gd name="T1" fmla="*/ 6 h 13"/>
                <a:gd name="T2" fmla="*/ 24 w 24"/>
                <a:gd name="T3" fmla="*/ 1 h 13"/>
                <a:gd name="T4" fmla="*/ 12 w 24"/>
                <a:gd name="T5" fmla="*/ 7 h 13"/>
                <a:gd name="T6" fmla="*/ 0 w 24"/>
                <a:gd name="T7" fmla="*/ 12 h 13"/>
                <a:gd name="T8" fmla="*/ 11 w 24"/>
                <a:gd name="T9" fmla="*/ 6 h 13"/>
              </a:gdLst>
              <a:ahLst/>
              <a:cxnLst>
                <a:cxn ang="0">
                  <a:pos x="T0" y="T1"/>
                </a:cxn>
                <a:cxn ang="0">
                  <a:pos x="T2" y="T3"/>
                </a:cxn>
                <a:cxn ang="0">
                  <a:pos x="T4" y="T5"/>
                </a:cxn>
                <a:cxn ang="0">
                  <a:pos x="T6" y="T7"/>
                </a:cxn>
                <a:cxn ang="0">
                  <a:pos x="T8" y="T9"/>
                </a:cxn>
              </a:cxnLst>
              <a:rect l="0" t="0" r="r" b="b"/>
              <a:pathLst>
                <a:path w="24" h="13">
                  <a:moveTo>
                    <a:pt x="11" y="6"/>
                  </a:moveTo>
                  <a:cubicBezTo>
                    <a:pt x="18" y="3"/>
                    <a:pt x="23" y="0"/>
                    <a:pt x="24" y="1"/>
                  </a:cubicBezTo>
                  <a:cubicBezTo>
                    <a:pt x="24" y="1"/>
                    <a:pt x="19" y="4"/>
                    <a:pt x="12" y="7"/>
                  </a:cubicBezTo>
                  <a:cubicBezTo>
                    <a:pt x="6" y="10"/>
                    <a:pt x="0" y="13"/>
                    <a:pt x="0" y="12"/>
                  </a:cubicBezTo>
                  <a:cubicBezTo>
                    <a:pt x="0" y="12"/>
                    <a:pt x="5" y="9"/>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1" name="Freeform 1654">
              <a:extLst>
                <a:ext uri="{FF2B5EF4-FFF2-40B4-BE49-F238E27FC236}">
                  <a16:creationId xmlns:a16="http://schemas.microsoft.com/office/drawing/2014/main" id="{C9B23B77-62DC-7255-48AA-FA73729F11DE}"/>
                </a:ext>
              </a:extLst>
            </p:cNvPr>
            <p:cNvSpPr>
              <a:spLocks/>
            </p:cNvSpPr>
            <p:nvPr/>
          </p:nvSpPr>
          <p:spPr bwMode="auto">
            <a:xfrm rot="5094805">
              <a:off x="1317103" y="4234806"/>
              <a:ext cx="57124" cy="27420"/>
            </a:xfrm>
            <a:custGeom>
              <a:avLst/>
              <a:gdLst>
                <a:gd name="T0" fmla="*/ 13 w 23"/>
                <a:gd name="T1" fmla="*/ 5 h 11"/>
                <a:gd name="T2" fmla="*/ 1 w 23"/>
                <a:gd name="T3" fmla="*/ 11 h 11"/>
                <a:gd name="T4" fmla="*/ 10 w 23"/>
                <a:gd name="T5" fmla="*/ 6 h 11"/>
                <a:gd name="T6" fmla="*/ 23 w 23"/>
                <a:gd name="T7" fmla="*/ 0 h 11"/>
                <a:gd name="T8" fmla="*/ 13 w 23"/>
                <a:gd name="T9" fmla="*/ 5 h 11"/>
              </a:gdLst>
              <a:ahLst/>
              <a:cxnLst>
                <a:cxn ang="0">
                  <a:pos x="T0" y="T1"/>
                </a:cxn>
                <a:cxn ang="0">
                  <a:pos x="T2" y="T3"/>
                </a:cxn>
                <a:cxn ang="0">
                  <a:pos x="T4" y="T5"/>
                </a:cxn>
                <a:cxn ang="0">
                  <a:pos x="T6" y="T7"/>
                </a:cxn>
                <a:cxn ang="0">
                  <a:pos x="T8" y="T9"/>
                </a:cxn>
              </a:cxnLst>
              <a:rect l="0" t="0" r="r" b="b"/>
              <a:pathLst>
                <a:path w="23" h="11">
                  <a:moveTo>
                    <a:pt x="13" y="5"/>
                  </a:moveTo>
                  <a:cubicBezTo>
                    <a:pt x="7" y="8"/>
                    <a:pt x="1" y="11"/>
                    <a:pt x="1" y="11"/>
                  </a:cubicBezTo>
                  <a:cubicBezTo>
                    <a:pt x="0" y="11"/>
                    <a:pt x="5" y="9"/>
                    <a:pt x="10" y="6"/>
                  </a:cubicBezTo>
                  <a:cubicBezTo>
                    <a:pt x="17" y="3"/>
                    <a:pt x="23" y="0"/>
                    <a:pt x="23" y="0"/>
                  </a:cubicBezTo>
                  <a:cubicBezTo>
                    <a:pt x="23" y="0"/>
                    <a:pt x="19" y="2"/>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2" name="Freeform 1655">
              <a:extLst>
                <a:ext uri="{FF2B5EF4-FFF2-40B4-BE49-F238E27FC236}">
                  <a16:creationId xmlns:a16="http://schemas.microsoft.com/office/drawing/2014/main" id="{7423DFEB-46C8-9192-A26A-5C77E9B586F7}"/>
                </a:ext>
              </a:extLst>
            </p:cNvPr>
            <p:cNvSpPr>
              <a:spLocks/>
            </p:cNvSpPr>
            <p:nvPr/>
          </p:nvSpPr>
          <p:spPr bwMode="auto">
            <a:xfrm rot="5094805">
              <a:off x="1208005" y="4052866"/>
              <a:ext cx="59409" cy="27420"/>
            </a:xfrm>
            <a:custGeom>
              <a:avLst/>
              <a:gdLst>
                <a:gd name="T0" fmla="*/ 23 w 24"/>
                <a:gd name="T1" fmla="*/ 0 h 11"/>
                <a:gd name="T2" fmla="*/ 15 w 24"/>
                <a:gd name="T3" fmla="*/ 5 h 11"/>
                <a:gd name="T4" fmla="*/ 1 w 24"/>
                <a:gd name="T5" fmla="*/ 11 h 11"/>
                <a:gd name="T6" fmla="*/ 12 w 24"/>
                <a:gd name="T7" fmla="*/ 5 h 11"/>
                <a:gd name="T8" fmla="*/ 23 w 24"/>
                <a:gd name="T9" fmla="*/ 0 h 11"/>
              </a:gdLst>
              <a:ahLst/>
              <a:cxnLst>
                <a:cxn ang="0">
                  <a:pos x="T0" y="T1"/>
                </a:cxn>
                <a:cxn ang="0">
                  <a:pos x="T2" y="T3"/>
                </a:cxn>
                <a:cxn ang="0">
                  <a:pos x="T4" y="T5"/>
                </a:cxn>
                <a:cxn ang="0">
                  <a:pos x="T6" y="T7"/>
                </a:cxn>
                <a:cxn ang="0">
                  <a:pos x="T8" y="T9"/>
                </a:cxn>
              </a:cxnLst>
              <a:rect l="0" t="0" r="r" b="b"/>
              <a:pathLst>
                <a:path w="24" h="11">
                  <a:moveTo>
                    <a:pt x="23" y="0"/>
                  </a:moveTo>
                  <a:cubicBezTo>
                    <a:pt x="24" y="0"/>
                    <a:pt x="20" y="2"/>
                    <a:pt x="15" y="5"/>
                  </a:cubicBezTo>
                  <a:cubicBezTo>
                    <a:pt x="9" y="8"/>
                    <a:pt x="2" y="11"/>
                    <a:pt x="1" y="11"/>
                  </a:cubicBezTo>
                  <a:cubicBezTo>
                    <a:pt x="0" y="11"/>
                    <a:pt x="5" y="8"/>
                    <a:pt x="12" y="5"/>
                  </a:cubicBezTo>
                  <a:cubicBezTo>
                    <a:pt x="17" y="3"/>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3" name="Freeform 1656">
              <a:extLst>
                <a:ext uri="{FF2B5EF4-FFF2-40B4-BE49-F238E27FC236}">
                  <a16:creationId xmlns:a16="http://schemas.microsoft.com/office/drawing/2014/main" id="{661FF208-CDB7-C668-DECB-4C0A9D670A37}"/>
                </a:ext>
              </a:extLst>
            </p:cNvPr>
            <p:cNvSpPr>
              <a:spLocks/>
            </p:cNvSpPr>
            <p:nvPr/>
          </p:nvSpPr>
          <p:spPr bwMode="auto">
            <a:xfrm rot="5094805">
              <a:off x="1104712" y="3871861"/>
              <a:ext cx="54839" cy="27420"/>
            </a:xfrm>
            <a:custGeom>
              <a:avLst/>
              <a:gdLst>
                <a:gd name="T0" fmla="*/ 12 w 22"/>
                <a:gd name="T1" fmla="*/ 6 h 11"/>
                <a:gd name="T2" fmla="*/ 0 w 22"/>
                <a:gd name="T3" fmla="*/ 11 h 11"/>
                <a:gd name="T4" fmla="*/ 10 w 22"/>
                <a:gd name="T5" fmla="*/ 5 h 11"/>
                <a:gd name="T6" fmla="*/ 22 w 22"/>
                <a:gd name="T7" fmla="*/ 0 h 11"/>
                <a:gd name="T8" fmla="*/ 12 w 22"/>
                <a:gd name="T9" fmla="*/ 6 h 11"/>
              </a:gdLst>
              <a:ahLst/>
              <a:cxnLst>
                <a:cxn ang="0">
                  <a:pos x="T0" y="T1"/>
                </a:cxn>
                <a:cxn ang="0">
                  <a:pos x="T2" y="T3"/>
                </a:cxn>
                <a:cxn ang="0">
                  <a:pos x="T4" y="T5"/>
                </a:cxn>
                <a:cxn ang="0">
                  <a:pos x="T6" y="T7"/>
                </a:cxn>
                <a:cxn ang="0">
                  <a:pos x="T8" y="T9"/>
                </a:cxn>
              </a:cxnLst>
              <a:rect l="0" t="0" r="r" b="b"/>
              <a:pathLst>
                <a:path w="22" h="11">
                  <a:moveTo>
                    <a:pt x="12" y="6"/>
                  </a:moveTo>
                  <a:cubicBezTo>
                    <a:pt x="5" y="9"/>
                    <a:pt x="0" y="11"/>
                    <a:pt x="0" y="11"/>
                  </a:cubicBezTo>
                  <a:cubicBezTo>
                    <a:pt x="0" y="10"/>
                    <a:pt x="4" y="8"/>
                    <a:pt x="10" y="5"/>
                  </a:cubicBezTo>
                  <a:cubicBezTo>
                    <a:pt x="17" y="2"/>
                    <a:pt x="22" y="0"/>
                    <a:pt x="22" y="0"/>
                  </a:cubicBezTo>
                  <a:cubicBezTo>
                    <a:pt x="22" y="1"/>
                    <a:pt x="18" y="3"/>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4" name="Freeform 1657">
              <a:extLst>
                <a:ext uri="{FF2B5EF4-FFF2-40B4-BE49-F238E27FC236}">
                  <a16:creationId xmlns:a16="http://schemas.microsoft.com/office/drawing/2014/main" id="{FEF9D7F7-AB2E-FB50-673F-2DE695F7A859}"/>
                </a:ext>
              </a:extLst>
            </p:cNvPr>
            <p:cNvSpPr>
              <a:spLocks/>
            </p:cNvSpPr>
            <p:nvPr/>
          </p:nvSpPr>
          <p:spPr bwMode="auto">
            <a:xfrm rot="5094805">
              <a:off x="1003483" y="3690459"/>
              <a:ext cx="54839" cy="22850"/>
            </a:xfrm>
            <a:custGeom>
              <a:avLst/>
              <a:gdLst>
                <a:gd name="T0" fmla="*/ 11 w 23"/>
                <a:gd name="T1" fmla="*/ 4 h 10"/>
                <a:gd name="T2" fmla="*/ 23 w 23"/>
                <a:gd name="T3" fmla="*/ 0 h 10"/>
                <a:gd name="T4" fmla="*/ 12 w 23"/>
                <a:gd name="T5" fmla="*/ 5 h 10"/>
                <a:gd name="T6" fmla="*/ 0 w 23"/>
                <a:gd name="T7" fmla="*/ 10 h 10"/>
                <a:gd name="T8" fmla="*/ 11 w 23"/>
                <a:gd name="T9" fmla="*/ 4 h 10"/>
              </a:gdLst>
              <a:ahLst/>
              <a:cxnLst>
                <a:cxn ang="0">
                  <a:pos x="T0" y="T1"/>
                </a:cxn>
                <a:cxn ang="0">
                  <a:pos x="T2" y="T3"/>
                </a:cxn>
                <a:cxn ang="0">
                  <a:pos x="T4" y="T5"/>
                </a:cxn>
                <a:cxn ang="0">
                  <a:pos x="T6" y="T7"/>
                </a:cxn>
                <a:cxn ang="0">
                  <a:pos x="T8" y="T9"/>
                </a:cxn>
              </a:cxnLst>
              <a:rect l="0" t="0" r="r" b="b"/>
              <a:pathLst>
                <a:path w="23" h="10">
                  <a:moveTo>
                    <a:pt x="11" y="4"/>
                  </a:moveTo>
                  <a:cubicBezTo>
                    <a:pt x="17" y="2"/>
                    <a:pt x="22" y="0"/>
                    <a:pt x="23" y="0"/>
                  </a:cubicBezTo>
                  <a:cubicBezTo>
                    <a:pt x="23" y="0"/>
                    <a:pt x="18" y="3"/>
                    <a:pt x="12" y="5"/>
                  </a:cubicBezTo>
                  <a:cubicBezTo>
                    <a:pt x="6" y="8"/>
                    <a:pt x="1" y="10"/>
                    <a:pt x="0" y="10"/>
                  </a:cubicBezTo>
                  <a:cubicBezTo>
                    <a:pt x="0" y="10"/>
                    <a:pt x="5" y="7"/>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5" name="Freeform 1658">
              <a:extLst>
                <a:ext uri="{FF2B5EF4-FFF2-40B4-BE49-F238E27FC236}">
                  <a16:creationId xmlns:a16="http://schemas.microsoft.com/office/drawing/2014/main" id="{155D5154-6F72-9450-95C9-4B6E68CECB38}"/>
                </a:ext>
              </a:extLst>
            </p:cNvPr>
            <p:cNvSpPr>
              <a:spLocks/>
            </p:cNvSpPr>
            <p:nvPr/>
          </p:nvSpPr>
          <p:spPr bwMode="auto">
            <a:xfrm rot="5094805">
              <a:off x="907945" y="3505124"/>
              <a:ext cx="54839" cy="25135"/>
            </a:xfrm>
            <a:custGeom>
              <a:avLst/>
              <a:gdLst>
                <a:gd name="T0" fmla="*/ 12 w 22"/>
                <a:gd name="T1" fmla="*/ 5 h 10"/>
                <a:gd name="T2" fmla="*/ 0 w 22"/>
                <a:gd name="T3" fmla="*/ 9 h 10"/>
                <a:gd name="T4" fmla="*/ 10 w 22"/>
                <a:gd name="T5" fmla="*/ 5 h 10"/>
                <a:gd name="T6" fmla="*/ 22 w 22"/>
                <a:gd name="T7" fmla="*/ 1 h 10"/>
                <a:gd name="T8" fmla="*/ 12 w 22"/>
                <a:gd name="T9" fmla="*/ 5 h 10"/>
              </a:gdLst>
              <a:ahLst/>
              <a:cxnLst>
                <a:cxn ang="0">
                  <a:pos x="T0" y="T1"/>
                </a:cxn>
                <a:cxn ang="0">
                  <a:pos x="T2" y="T3"/>
                </a:cxn>
                <a:cxn ang="0">
                  <a:pos x="T4" y="T5"/>
                </a:cxn>
                <a:cxn ang="0">
                  <a:pos x="T6" y="T7"/>
                </a:cxn>
                <a:cxn ang="0">
                  <a:pos x="T8" y="T9"/>
                </a:cxn>
              </a:cxnLst>
              <a:rect l="0" t="0" r="r" b="b"/>
              <a:pathLst>
                <a:path w="22" h="10">
                  <a:moveTo>
                    <a:pt x="12" y="5"/>
                  </a:moveTo>
                  <a:cubicBezTo>
                    <a:pt x="5" y="8"/>
                    <a:pt x="0" y="10"/>
                    <a:pt x="0" y="9"/>
                  </a:cubicBezTo>
                  <a:cubicBezTo>
                    <a:pt x="0" y="9"/>
                    <a:pt x="4" y="7"/>
                    <a:pt x="10" y="5"/>
                  </a:cubicBezTo>
                  <a:cubicBezTo>
                    <a:pt x="17" y="2"/>
                    <a:pt x="22" y="0"/>
                    <a:pt x="22" y="1"/>
                  </a:cubicBezTo>
                  <a:cubicBezTo>
                    <a:pt x="22" y="1"/>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6" name="Freeform 1659">
              <a:extLst>
                <a:ext uri="{FF2B5EF4-FFF2-40B4-BE49-F238E27FC236}">
                  <a16:creationId xmlns:a16="http://schemas.microsoft.com/office/drawing/2014/main" id="{45AE02B6-E2CD-7028-5BE9-AD8CC12B7C92}"/>
                </a:ext>
              </a:extLst>
            </p:cNvPr>
            <p:cNvSpPr>
              <a:spLocks/>
            </p:cNvSpPr>
            <p:nvPr/>
          </p:nvSpPr>
          <p:spPr bwMode="auto">
            <a:xfrm rot="5094805">
              <a:off x="816949" y="3323751"/>
              <a:ext cx="59409" cy="18280"/>
            </a:xfrm>
            <a:custGeom>
              <a:avLst/>
              <a:gdLst>
                <a:gd name="T0" fmla="*/ 23 w 24"/>
                <a:gd name="T1" fmla="*/ 0 h 8"/>
                <a:gd name="T2" fmla="*/ 14 w 24"/>
                <a:gd name="T3" fmla="*/ 4 h 8"/>
                <a:gd name="T4" fmla="*/ 1 w 24"/>
                <a:gd name="T5" fmla="*/ 8 h 8"/>
                <a:gd name="T6" fmla="*/ 12 w 24"/>
                <a:gd name="T7" fmla="*/ 3 h 8"/>
                <a:gd name="T8" fmla="*/ 23 w 24"/>
                <a:gd name="T9" fmla="*/ 0 h 8"/>
              </a:gdLst>
              <a:ahLst/>
              <a:cxnLst>
                <a:cxn ang="0">
                  <a:pos x="T0" y="T1"/>
                </a:cxn>
                <a:cxn ang="0">
                  <a:pos x="T2" y="T3"/>
                </a:cxn>
                <a:cxn ang="0">
                  <a:pos x="T4" y="T5"/>
                </a:cxn>
                <a:cxn ang="0">
                  <a:pos x="T6" y="T7"/>
                </a:cxn>
                <a:cxn ang="0">
                  <a:pos x="T8" y="T9"/>
                </a:cxn>
              </a:cxnLst>
              <a:rect l="0" t="0" r="r" b="b"/>
              <a:pathLst>
                <a:path w="24" h="8">
                  <a:moveTo>
                    <a:pt x="23" y="0"/>
                  </a:moveTo>
                  <a:cubicBezTo>
                    <a:pt x="24" y="0"/>
                    <a:pt x="20" y="2"/>
                    <a:pt x="14" y="4"/>
                  </a:cubicBezTo>
                  <a:cubicBezTo>
                    <a:pt x="8" y="7"/>
                    <a:pt x="1" y="8"/>
                    <a:pt x="1" y="8"/>
                  </a:cubicBezTo>
                  <a:cubicBezTo>
                    <a:pt x="0" y="8"/>
                    <a:pt x="6" y="5"/>
                    <a:pt x="12" y="3"/>
                  </a:cubicBezTo>
                  <a:cubicBezTo>
                    <a:pt x="18" y="1"/>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7" name="Freeform 1660">
              <a:extLst>
                <a:ext uri="{FF2B5EF4-FFF2-40B4-BE49-F238E27FC236}">
                  <a16:creationId xmlns:a16="http://schemas.microsoft.com/office/drawing/2014/main" id="{F277BF5C-7F95-F40B-4A6D-A033AADCEFC5}"/>
                </a:ext>
              </a:extLst>
            </p:cNvPr>
            <p:cNvSpPr>
              <a:spLocks/>
            </p:cNvSpPr>
            <p:nvPr/>
          </p:nvSpPr>
          <p:spPr bwMode="auto">
            <a:xfrm rot="5094805">
              <a:off x="737342" y="3139282"/>
              <a:ext cx="59409" cy="15995"/>
            </a:xfrm>
            <a:custGeom>
              <a:avLst/>
              <a:gdLst>
                <a:gd name="T0" fmla="*/ 24 w 24"/>
                <a:gd name="T1" fmla="*/ 0 h 7"/>
                <a:gd name="T2" fmla="*/ 14 w 24"/>
                <a:gd name="T3" fmla="*/ 4 h 7"/>
                <a:gd name="T4" fmla="*/ 1 w 24"/>
                <a:gd name="T5" fmla="*/ 7 h 7"/>
                <a:gd name="T6" fmla="*/ 12 w 24"/>
                <a:gd name="T7" fmla="*/ 2 h 7"/>
                <a:gd name="T8" fmla="*/ 24 w 24"/>
                <a:gd name="T9" fmla="*/ 0 h 7"/>
              </a:gdLst>
              <a:ahLst/>
              <a:cxnLst>
                <a:cxn ang="0">
                  <a:pos x="T0" y="T1"/>
                </a:cxn>
                <a:cxn ang="0">
                  <a:pos x="T2" y="T3"/>
                </a:cxn>
                <a:cxn ang="0">
                  <a:pos x="T4" y="T5"/>
                </a:cxn>
                <a:cxn ang="0">
                  <a:pos x="T6" y="T7"/>
                </a:cxn>
                <a:cxn ang="0">
                  <a:pos x="T8" y="T9"/>
                </a:cxn>
              </a:cxnLst>
              <a:rect l="0" t="0" r="r" b="b"/>
              <a:pathLst>
                <a:path w="24" h="7">
                  <a:moveTo>
                    <a:pt x="24" y="0"/>
                  </a:moveTo>
                  <a:cubicBezTo>
                    <a:pt x="24" y="0"/>
                    <a:pt x="20" y="2"/>
                    <a:pt x="14" y="4"/>
                  </a:cubicBezTo>
                  <a:cubicBezTo>
                    <a:pt x="7" y="6"/>
                    <a:pt x="1" y="7"/>
                    <a:pt x="1" y="7"/>
                  </a:cubicBezTo>
                  <a:cubicBezTo>
                    <a:pt x="0" y="6"/>
                    <a:pt x="6" y="4"/>
                    <a:pt x="12" y="2"/>
                  </a:cubicBezTo>
                  <a:cubicBezTo>
                    <a:pt x="18" y="1"/>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8" name="Freeform 1661">
              <a:extLst>
                <a:ext uri="{FF2B5EF4-FFF2-40B4-BE49-F238E27FC236}">
                  <a16:creationId xmlns:a16="http://schemas.microsoft.com/office/drawing/2014/main" id="{97956DF3-F96D-1A9A-94B7-DEF780F4BEB9}"/>
                </a:ext>
              </a:extLst>
            </p:cNvPr>
            <p:cNvSpPr>
              <a:spLocks/>
            </p:cNvSpPr>
            <p:nvPr/>
          </p:nvSpPr>
          <p:spPr bwMode="auto">
            <a:xfrm rot="5094805">
              <a:off x="670156" y="2950378"/>
              <a:ext cx="57124" cy="18280"/>
            </a:xfrm>
            <a:custGeom>
              <a:avLst/>
              <a:gdLst>
                <a:gd name="T0" fmla="*/ 11 w 24"/>
                <a:gd name="T1" fmla="*/ 3 h 7"/>
                <a:gd name="T2" fmla="*/ 24 w 24"/>
                <a:gd name="T3" fmla="*/ 1 h 7"/>
                <a:gd name="T4" fmla="*/ 14 w 24"/>
                <a:gd name="T5" fmla="*/ 4 h 7"/>
                <a:gd name="T6" fmla="*/ 1 w 24"/>
                <a:gd name="T7" fmla="*/ 6 h 7"/>
                <a:gd name="T8" fmla="*/ 11 w 24"/>
                <a:gd name="T9" fmla="*/ 3 h 7"/>
              </a:gdLst>
              <a:ahLst/>
              <a:cxnLst>
                <a:cxn ang="0">
                  <a:pos x="T0" y="T1"/>
                </a:cxn>
                <a:cxn ang="0">
                  <a:pos x="T2" y="T3"/>
                </a:cxn>
                <a:cxn ang="0">
                  <a:pos x="T4" y="T5"/>
                </a:cxn>
                <a:cxn ang="0">
                  <a:pos x="T6" y="T7"/>
                </a:cxn>
                <a:cxn ang="0">
                  <a:pos x="T8" y="T9"/>
                </a:cxn>
              </a:cxnLst>
              <a:rect l="0" t="0" r="r" b="b"/>
              <a:pathLst>
                <a:path w="24" h="7">
                  <a:moveTo>
                    <a:pt x="11" y="3"/>
                  </a:moveTo>
                  <a:cubicBezTo>
                    <a:pt x="17" y="1"/>
                    <a:pt x="23" y="0"/>
                    <a:pt x="24" y="1"/>
                  </a:cubicBezTo>
                  <a:cubicBezTo>
                    <a:pt x="24" y="1"/>
                    <a:pt x="20" y="3"/>
                    <a:pt x="14" y="4"/>
                  </a:cubicBezTo>
                  <a:cubicBezTo>
                    <a:pt x="7" y="6"/>
                    <a:pt x="1" y="7"/>
                    <a:pt x="1" y="6"/>
                  </a:cubicBezTo>
                  <a:cubicBezTo>
                    <a:pt x="0" y="6"/>
                    <a:pt x="5" y="4"/>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9" name="Freeform 1662">
              <a:extLst>
                <a:ext uri="{FF2B5EF4-FFF2-40B4-BE49-F238E27FC236}">
                  <a16:creationId xmlns:a16="http://schemas.microsoft.com/office/drawing/2014/main" id="{5259232E-37E6-1A89-6BFB-A61F12972719}"/>
                </a:ext>
              </a:extLst>
            </p:cNvPr>
            <p:cNvSpPr>
              <a:spLocks/>
            </p:cNvSpPr>
            <p:nvPr/>
          </p:nvSpPr>
          <p:spPr bwMode="auto">
            <a:xfrm rot="5094805">
              <a:off x="612066" y="2765031"/>
              <a:ext cx="59409" cy="11425"/>
            </a:xfrm>
            <a:custGeom>
              <a:avLst/>
              <a:gdLst>
                <a:gd name="T0" fmla="*/ 23 w 24"/>
                <a:gd name="T1" fmla="*/ 0 h 5"/>
                <a:gd name="T2" fmla="*/ 13 w 24"/>
                <a:gd name="T3" fmla="*/ 3 h 5"/>
                <a:gd name="T4" fmla="*/ 0 w 24"/>
                <a:gd name="T5" fmla="*/ 4 h 5"/>
                <a:gd name="T6" fmla="*/ 12 w 24"/>
                <a:gd name="T7" fmla="*/ 1 h 5"/>
                <a:gd name="T8" fmla="*/ 23 w 24"/>
                <a:gd name="T9" fmla="*/ 0 h 5"/>
              </a:gdLst>
              <a:ahLst/>
              <a:cxnLst>
                <a:cxn ang="0">
                  <a:pos x="T0" y="T1"/>
                </a:cxn>
                <a:cxn ang="0">
                  <a:pos x="T2" y="T3"/>
                </a:cxn>
                <a:cxn ang="0">
                  <a:pos x="T4" y="T5"/>
                </a:cxn>
                <a:cxn ang="0">
                  <a:pos x="T6" y="T7"/>
                </a:cxn>
                <a:cxn ang="0">
                  <a:pos x="T8" y="T9"/>
                </a:cxn>
              </a:cxnLst>
              <a:rect l="0" t="0" r="r" b="b"/>
              <a:pathLst>
                <a:path w="24" h="5">
                  <a:moveTo>
                    <a:pt x="23" y="0"/>
                  </a:moveTo>
                  <a:cubicBezTo>
                    <a:pt x="24" y="1"/>
                    <a:pt x="19" y="2"/>
                    <a:pt x="13" y="3"/>
                  </a:cubicBezTo>
                  <a:cubicBezTo>
                    <a:pt x="7" y="4"/>
                    <a:pt x="1" y="5"/>
                    <a:pt x="0" y="4"/>
                  </a:cubicBezTo>
                  <a:cubicBezTo>
                    <a:pt x="0" y="4"/>
                    <a:pt x="5" y="2"/>
                    <a:pt x="12" y="1"/>
                  </a:cubicBezTo>
                  <a:cubicBezTo>
                    <a:pt x="18" y="0"/>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0" name="Freeform 1663">
              <a:extLst>
                <a:ext uri="{FF2B5EF4-FFF2-40B4-BE49-F238E27FC236}">
                  <a16:creationId xmlns:a16="http://schemas.microsoft.com/office/drawing/2014/main" id="{1D63263F-B3EA-D1F1-AD43-6ED72AAA1CDC}"/>
                </a:ext>
              </a:extLst>
            </p:cNvPr>
            <p:cNvSpPr>
              <a:spLocks/>
            </p:cNvSpPr>
            <p:nvPr/>
          </p:nvSpPr>
          <p:spPr bwMode="auto">
            <a:xfrm rot="5094805">
              <a:off x="569810" y="2576086"/>
              <a:ext cx="59409" cy="6855"/>
            </a:xfrm>
            <a:custGeom>
              <a:avLst/>
              <a:gdLst>
                <a:gd name="T0" fmla="*/ 24 w 24"/>
                <a:gd name="T1" fmla="*/ 0 h 3"/>
                <a:gd name="T2" fmla="*/ 14 w 24"/>
                <a:gd name="T3" fmla="*/ 2 h 3"/>
                <a:gd name="T4" fmla="*/ 1 w 24"/>
                <a:gd name="T5" fmla="*/ 2 h 3"/>
                <a:gd name="T6" fmla="*/ 12 w 24"/>
                <a:gd name="T7" fmla="*/ 0 h 3"/>
                <a:gd name="T8" fmla="*/ 24 w 24"/>
                <a:gd name="T9" fmla="*/ 0 h 3"/>
              </a:gdLst>
              <a:ahLst/>
              <a:cxnLst>
                <a:cxn ang="0">
                  <a:pos x="T0" y="T1"/>
                </a:cxn>
                <a:cxn ang="0">
                  <a:pos x="T2" y="T3"/>
                </a:cxn>
                <a:cxn ang="0">
                  <a:pos x="T4" y="T5"/>
                </a:cxn>
                <a:cxn ang="0">
                  <a:pos x="T6" y="T7"/>
                </a:cxn>
                <a:cxn ang="0">
                  <a:pos x="T8" y="T9"/>
                </a:cxn>
              </a:cxnLst>
              <a:rect l="0" t="0" r="r" b="b"/>
              <a:pathLst>
                <a:path w="24" h="3">
                  <a:moveTo>
                    <a:pt x="24" y="0"/>
                  </a:moveTo>
                  <a:cubicBezTo>
                    <a:pt x="24" y="1"/>
                    <a:pt x="20" y="2"/>
                    <a:pt x="14" y="2"/>
                  </a:cubicBezTo>
                  <a:cubicBezTo>
                    <a:pt x="8" y="3"/>
                    <a:pt x="1" y="3"/>
                    <a:pt x="1" y="2"/>
                  </a:cubicBezTo>
                  <a:cubicBezTo>
                    <a:pt x="0" y="2"/>
                    <a:pt x="6" y="1"/>
                    <a:pt x="12" y="0"/>
                  </a:cubicBezTo>
                  <a:cubicBezTo>
                    <a:pt x="18" y="0"/>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1" name="Freeform 1664">
              <a:extLst>
                <a:ext uri="{FF2B5EF4-FFF2-40B4-BE49-F238E27FC236}">
                  <a16:creationId xmlns:a16="http://schemas.microsoft.com/office/drawing/2014/main" id="{6F1E2811-8BBF-15AF-68FB-B612B8A19BE8}"/>
                </a:ext>
              </a:extLst>
            </p:cNvPr>
            <p:cNvSpPr>
              <a:spLocks/>
            </p:cNvSpPr>
            <p:nvPr/>
          </p:nvSpPr>
          <p:spPr bwMode="auto">
            <a:xfrm rot="5094805">
              <a:off x="543689" y="2385714"/>
              <a:ext cx="59409" cy="6855"/>
            </a:xfrm>
            <a:custGeom>
              <a:avLst/>
              <a:gdLst>
                <a:gd name="T0" fmla="*/ 10 w 24"/>
                <a:gd name="T1" fmla="*/ 0 h 3"/>
                <a:gd name="T2" fmla="*/ 23 w 24"/>
                <a:gd name="T3" fmla="*/ 1 h 3"/>
                <a:gd name="T4" fmla="*/ 13 w 24"/>
                <a:gd name="T5" fmla="*/ 3 h 3"/>
                <a:gd name="T6" fmla="*/ 0 w 24"/>
                <a:gd name="T7" fmla="*/ 2 h 3"/>
                <a:gd name="T8" fmla="*/ 10 w 24"/>
                <a:gd name="T9" fmla="*/ 0 h 3"/>
              </a:gdLst>
              <a:ahLst/>
              <a:cxnLst>
                <a:cxn ang="0">
                  <a:pos x="T0" y="T1"/>
                </a:cxn>
                <a:cxn ang="0">
                  <a:pos x="T2" y="T3"/>
                </a:cxn>
                <a:cxn ang="0">
                  <a:pos x="T4" y="T5"/>
                </a:cxn>
                <a:cxn ang="0">
                  <a:pos x="T6" y="T7"/>
                </a:cxn>
                <a:cxn ang="0">
                  <a:pos x="T8" y="T9"/>
                </a:cxn>
              </a:cxnLst>
              <a:rect l="0" t="0" r="r" b="b"/>
              <a:pathLst>
                <a:path w="24" h="3">
                  <a:moveTo>
                    <a:pt x="10" y="0"/>
                  </a:moveTo>
                  <a:cubicBezTo>
                    <a:pt x="16" y="0"/>
                    <a:pt x="21" y="1"/>
                    <a:pt x="23" y="1"/>
                  </a:cubicBezTo>
                  <a:cubicBezTo>
                    <a:pt x="24" y="2"/>
                    <a:pt x="19" y="3"/>
                    <a:pt x="13" y="3"/>
                  </a:cubicBezTo>
                  <a:cubicBezTo>
                    <a:pt x="6" y="3"/>
                    <a:pt x="0" y="3"/>
                    <a:pt x="0" y="2"/>
                  </a:cubicBezTo>
                  <a:cubicBezTo>
                    <a:pt x="0" y="1"/>
                    <a:pt x="4"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2" name="Freeform 1665">
              <a:extLst>
                <a:ext uri="{FF2B5EF4-FFF2-40B4-BE49-F238E27FC236}">
                  <a16:creationId xmlns:a16="http://schemas.microsoft.com/office/drawing/2014/main" id="{5BD59FBF-5F08-208E-4B69-303802592647}"/>
                </a:ext>
              </a:extLst>
            </p:cNvPr>
            <p:cNvSpPr>
              <a:spLocks/>
            </p:cNvSpPr>
            <p:nvPr/>
          </p:nvSpPr>
          <p:spPr bwMode="auto">
            <a:xfrm rot="5094805">
              <a:off x="529574" y="2186152"/>
              <a:ext cx="61694" cy="11425"/>
            </a:xfrm>
            <a:custGeom>
              <a:avLst/>
              <a:gdLst>
                <a:gd name="T0" fmla="*/ 24 w 25"/>
                <a:gd name="T1" fmla="*/ 3 h 5"/>
                <a:gd name="T2" fmla="*/ 15 w 25"/>
                <a:gd name="T3" fmla="*/ 5 h 5"/>
                <a:gd name="T4" fmla="*/ 1 w 25"/>
                <a:gd name="T5" fmla="*/ 2 h 5"/>
                <a:gd name="T6" fmla="*/ 11 w 25"/>
                <a:gd name="T7" fmla="*/ 1 h 5"/>
                <a:gd name="T8" fmla="*/ 24 w 25"/>
                <a:gd name="T9" fmla="*/ 3 h 5"/>
              </a:gdLst>
              <a:ahLst/>
              <a:cxnLst>
                <a:cxn ang="0">
                  <a:pos x="T0" y="T1"/>
                </a:cxn>
                <a:cxn ang="0">
                  <a:pos x="T2" y="T3"/>
                </a:cxn>
                <a:cxn ang="0">
                  <a:pos x="T4" y="T5"/>
                </a:cxn>
                <a:cxn ang="0">
                  <a:pos x="T6" y="T7"/>
                </a:cxn>
                <a:cxn ang="0">
                  <a:pos x="T8" y="T9"/>
                </a:cxn>
              </a:cxnLst>
              <a:rect l="0" t="0" r="r" b="b"/>
              <a:pathLst>
                <a:path w="25" h="5">
                  <a:moveTo>
                    <a:pt x="24" y="3"/>
                  </a:moveTo>
                  <a:cubicBezTo>
                    <a:pt x="25" y="4"/>
                    <a:pt x="21" y="5"/>
                    <a:pt x="15" y="5"/>
                  </a:cubicBezTo>
                  <a:cubicBezTo>
                    <a:pt x="9" y="4"/>
                    <a:pt x="2" y="3"/>
                    <a:pt x="1" y="2"/>
                  </a:cubicBezTo>
                  <a:cubicBezTo>
                    <a:pt x="0" y="1"/>
                    <a:pt x="5" y="0"/>
                    <a:pt x="11" y="1"/>
                  </a:cubicBezTo>
                  <a:cubicBezTo>
                    <a:pt x="17" y="1"/>
                    <a:pt x="23" y="2"/>
                    <a:pt x="2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3" name="Freeform 1666">
              <a:extLst>
                <a:ext uri="{FF2B5EF4-FFF2-40B4-BE49-F238E27FC236}">
                  <a16:creationId xmlns:a16="http://schemas.microsoft.com/office/drawing/2014/main" id="{46B046D2-E731-7C45-EF9A-DFC4B4279E2A}"/>
                </a:ext>
              </a:extLst>
            </p:cNvPr>
            <p:cNvSpPr>
              <a:spLocks/>
            </p:cNvSpPr>
            <p:nvPr/>
          </p:nvSpPr>
          <p:spPr bwMode="auto">
            <a:xfrm rot="5094805">
              <a:off x="530465" y="1986609"/>
              <a:ext cx="59409" cy="18280"/>
            </a:xfrm>
            <a:custGeom>
              <a:avLst/>
              <a:gdLst>
                <a:gd name="T0" fmla="*/ 11 w 24"/>
                <a:gd name="T1" fmla="*/ 1 h 7"/>
                <a:gd name="T2" fmla="*/ 23 w 24"/>
                <a:gd name="T3" fmla="*/ 5 h 7"/>
                <a:gd name="T4" fmla="*/ 13 w 24"/>
                <a:gd name="T5" fmla="*/ 6 h 7"/>
                <a:gd name="T6" fmla="*/ 1 w 24"/>
                <a:gd name="T7" fmla="*/ 2 h 7"/>
                <a:gd name="T8" fmla="*/ 11 w 24"/>
                <a:gd name="T9" fmla="*/ 1 h 7"/>
              </a:gdLst>
              <a:ahLst/>
              <a:cxnLst>
                <a:cxn ang="0">
                  <a:pos x="T0" y="T1"/>
                </a:cxn>
                <a:cxn ang="0">
                  <a:pos x="T2" y="T3"/>
                </a:cxn>
                <a:cxn ang="0">
                  <a:pos x="T4" y="T5"/>
                </a:cxn>
                <a:cxn ang="0">
                  <a:pos x="T6" y="T7"/>
                </a:cxn>
                <a:cxn ang="0">
                  <a:pos x="T8" y="T9"/>
                </a:cxn>
              </a:cxnLst>
              <a:rect l="0" t="0" r="r" b="b"/>
              <a:pathLst>
                <a:path w="24" h="7">
                  <a:moveTo>
                    <a:pt x="11" y="1"/>
                  </a:moveTo>
                  <a:cubicBezTo>
                    <a:pt x="17" y="2"/>
                    <a:pt x="23" y="3"/>
                    <a:pt x="23" y="5"/>
                  </a:cubicBezTo>
                  <a:cubicBezTo>
                    <a:pt x="24" y="6"/>
                    <a:pt x="19" y="7"/>
                    <a:pt x="13" y="6"/>
                  </a:cubicBezTo>
                  <a:cubicBezTo>
                    <a:pt x="7" y="5"/>
                    <a:pt x="1" y="4"/>
                    <a:pt x="1" y="2"/>
                  </a:cubicBezTo>
                  <a:cubicBezTo>
                    <a:pt x="0" y="1"/>
                    <a:pt x="5"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4" name="Freeform 1667">
              <a:extLst>
                <a:ext uri="{FF2B5EF4-FFF2-40B4-BE49-F238E27FC236}">
                  <a16:creationId xmlns:a16="http://schemas.microsoft.com/office/drawing/2014/main" id="{6E0FC6DD-F98C-FBD7-729C-AE865B1F9415}"/>
                </a:ext>
              </a:extLst>
            </p:cNvPr>
            <p:cNvSpPr>
              <a:spLocks/>
            </p:cNvSpPr>
            <p:nvPr/>
          </p:nvSpPr>
          <p:spPr bwMode="auto">
            <a:xfrm rot="5094805">
              <a:off x="539110" y="1785021"/>
              <a:ext cx="61694" cy="22850"/>
            </a:xfrm>
            <a:custGeom>
              <a:avLst/>
              <a:gdLst>
                <a:gd name="T0" fmla="*/ 24 w 25"/>
                <a:gd name="T1" fmla="*/ 6 h 9"/>
                <a:gd name="T2" fmla="*/ 15 w 25"/>
                <a:gd name="T3" fmla="*/ 8 h 9"/>
                <a:gd name="T4" fmla="*/ 1 w 25"/>
                <a:gd name="T5" fmla="*/ 3 h 9"/>
                <a:gd name="T6" fmla="*/ 12 w 25"/>
                <a:gd name="T7" fmla="*/ 1 h 9"/>
                <a:gd name="T8" fmla="*/ 24 w 25"/>
                <a:gd name="T9" fmla="*/ 6 h 9"/>
              </a:gdLst>
              <a:ahLst/>
              <a:cxnLst>
                <a:cxn ang="0">
                  <a:pos x="T0" y="T1"/>
                </a:cxn>
                <a:cxn ang="0">
                  <a:pos x="T2" y="T3"/>
                </a:cxn>
                <a:cxn ang="0">
                  <a:pos x="T4" y="T5"/>
                </a:cxn>
                <a:cxn ang="0">
                  <a:pos x="T6" y="T7"/>
                </a:cxn>
                <a:cxn ang="0">
                  <a:pos x="T8" y="T9"/>
                </a:cxn>
              </a:cxnLst>
              <a:rect l="0" t="0" r="r" b="b"/>
              <a:pathLst>
                <a:path w="25" h="9">
                  <a:moveTo>
                    <a:pt x="24" y="6"/>
                  </a:moveTo>
                  <a:cubicBezTo>
                    <a:pt x="25" y="8"/>
                    <a:pt x="21" y="9"/>
                    <a:pt x="15" y="8"/>
                  </a:cubicBezTo>
                  <a:cubicBezTo>
                    <a:pt x="9" y="8"/>
                    <a:pt x="2" y="5"/>
                    <a:pt x="1" y="3"/>
                  </a:cubicBezTo>
                  <a:cubicBezTo>
                    <a:pt x="0" y="1"/>
                    <a:pt x="5" y="0"/>
                    <a:pt x="12" y="1"/>
                  </a:cubicBezTo>
                  <a:cubicBezTo>
                    <a:pt x="18" y="2"/>
                    <a:pt x="23" y="4"/>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5" name="Freeform 1668">
              <a:extLst>
                <a:ext uri="{FF2B5EF4-FFF2-40B4-BE49-F238E27FC236}">
                  <a16:creationId xmlns:a16="http://schemas.microsoft.com/office/drawing/2014/main" id="{14F8C2A8-D2F9-3471-2A6A-FC2B54D06D5E}"/>
                </a:ext>
              </a:extLst>
            </p:cNvPr>
            <p:cNvSpPr>
              <a:spLocks/>
            </p:cNvSpPr>
            <p:nvPr/>
          </p:nvSpPr>
          <p:spPr bwMode="auto">
            <a:xfrm rot="5094805">
              <a:off x="552519" y="1585506"/>
              <a:ext cx="59409" cy="27420"/>
            </a:xfrm>
            <a:custGeom>
              <a:avLst/>
              <a:gdLst>
                <a:gd name="T0" fmla="*/ 24 w 24"/>
                <a:gd name="T1" fmla="*/ 7 h 11"/>
                <a:gd name="T2" fmla="*/ 14 w 24"/>
                <a:gd name="T3" fmla="*/ 10 h 11"/>
                <a:gd name="T4" fmla="*/ 1 w 24"/>
                <a:gd name="T5" fmla="*/ 4 h 11"/>
                <a:gd name="T6" fmla="*/ 12 w 24"/>
                <a:gd name="T7" fmla="*/ 1 h 11"/>
                <a:gd name="T8" fmla="*/ 24 w 24"/>
                <a:gd name="T9" fmla="*/ 7 h 11"/>
              </a:gdLst>
              <a:ahLst/>
              <a:cxnLst>
                <a:cxn ang="0">
                  <a:pos x="T0" y="T1"/>
                </a:cxn>
                <a:cxn ang="0">
                  <a:pos x="T2" y="T3"/>
                </a:cxn>
                <a:cxn ang="0">
                  <a:pos x="T4" y="T5"/>
                </a:cxn>
                <a:cxn ang="0">
                  <a:pos x="T6" y="T7"/>
                </a:cxn>
                <a:cxn ang="0">
                  <a:pos x="T8" y="T9"/>
                </a:cxn>
              </a:cxnLst>
              <a:rect l="0" t="0" r="r" b="b"/>
              <a:pathLst>
                <a:path w="24" h="11">
                  <a:moveTo>
                    <a:pt x="24" y="7"/>
                  </a:moveTo>
                  <a:cubicBezTo>
                    <a:pt x="24" y="9"/>
                    <a:pt x="20" y="11"/>
                    <a:pt x="14" y="10"/>
                  </a:cubicBezTo>
                  <a:cubicBezTo>
                    <a:pt x="8" y="9"/>
                    <a:pt x="2" y="6"/>
                    <a:pt x="1" y="4"/>
                  </a:cubicBezTo>
                  <a:cubicBezTo>
                    <a:pt x="0" y="1"/>
                    <a:pt x="5" y="0"/>
                    <a:pt x="12" y="1"/>
                  </a:cubicBezTo>
                  <a:cubicBezTo>
                    <a:pt x="18" y="2"/>
                    <a:pt x="23" y="5"/>
                    <a:pt x="2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6" name="Freeform 1669">
              <a:extLst>
                <a:ext uri="{FF2B5EF4-FFF2-40B4-BE49-F238E27FC236}">
                  <a16:creationId xmlns:a16="http://schemas.microsoft.com/office/drawing/2014/main" id="{390D2839-CD0C-484D-98E0-304A0AAD86EF}"/>
                </a:ext>
              </a:extLst>
            </p:cNvPr>
            <p:cNvSpPr>
              <a:spLocks/>
            </p:cNvSpPr>
            <p:nvPr/>
          </p:nvSpPr>
          <p:spPr bwMode="auto">
            <a:xfrm rot="5094805">
              <a:off x="564781" y="1387032"/>
              <a:ext cx="61694" cy="29705"/>
            </a:xfrm>
            <a:custGeom>
              <a:avLst/>
              <a:gdLst>
                <a:gd name="T0" fmla="*/ 12 w 25"/>
                <a:gd name="T1" fmla="*/ 1 h 12"/>
                <a:gd name="T2" fmla="*/ 24 w 25"/>
                <a:gd name="T3" fmla="*/ 7 h 12"/>
                <a:gd name="T4" fmla="*/ 14 w 25"/>
                <a:gd name="T5" fmla="*/ 11 h 12"/>
                <a:gd name="T6" fmla="*/ 1 w 25"/>
                <a:gd name="T7" fmla="*/ 5 h 12"/>
                <a:gd name="T8" fmla="*/ 12 w 25"/>
                <a:gd name="T9" fmla="*/ 1 h 12"/>
              </a:gdLst>
              <a:ahLst/>
              <a:cxnLst>
                <a:cxn ang="0">
                  <a:pos x="T0" y="T1"/>
                </a:cxn>
                <a:cxn ang="0">
                  <a:pos x="T2" y="T3"/>
                </a:cxn>
                <a:cxn ang="0">
                  <a:pos x="T4" y="T5"/>
                </a:cxn>
                <a:cxn ang="0">
                  <a:pos x="T6" y="T7"/>
                </a:cxn>
                <a:cxn ang="0">
                  <a:pos x="T8" y="T9"/>
                </a:cxn>
              </a:cxnLst>
              <a:rect l="0" t="0" r="r" b="b"/>
              <a:pathLst>
                <a:path w="25" h="12">
                  <a:moveTo>
                    <a:pt x="12" y="1"/>
                  </a:moveTo>
                  <a:cubicBezTo>
                    <a:pt x="18" y="2"/>
                    <a:pt x="23" y="4"/>
                    <a:pt x="24" y="7"/>
                  </a:cubicBezTo>
                  <a:cubicBezTo>
                    <a:pt x="25" y="10"/>
                    <a:pt x="21" y="12"/>
                    <a:pt x="14" y="11"/>
                  </a:cubicBezTo>
                  <a:cubicBezTo>
                    <a:pt x="8" y="10"/>
                    <a:pt x="3" y="8"/>
                    <a:pt x="1" y="5"/>
                  </a:cubicBezTo>
                  <a:cubicBezTo>
                    <a:pt x="0" y="2"/>
                    <a:pt x="5"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7" name="Freeform 1670">
              <a:extLst>
                <a:ext uri="{FF2B5EF4-FFF2-40B4-BE49-F238E27FC236}">
                  <a16:creationId xmlns:a16="http://schemas.microsoft.com/office/drawing/2014/main" id="{B92BD7FC-CF73-77CF-C038-C787192AFE1D}"/>
                </a:ext>
              </a:extLst>
            </p:cNvPr>
            <p:cNvSpPr>
              <a:spLocks/>
            </p:cNvSpPr>
            <p:nvPr/>
          </p:nvSpPr>
          <p:spPr bwMode="auto">
            <a:xfrm rot="5094805">
              <a:off x="575808" y="1187623"/>
              <a:ext cx="61694" cy="31990"/>
            </a:xfrm>
            <a:custGeom>
              <a:avLst/>
              <a:gdLst>
                <a:gd name="T0" fmla="*/ 24 w 25"/>
                <a:gd name="T1" fmla="*/ 8 h 13"/>
                <a:gd name="T2" fmla="*/ 15 w 25"/>
                <a:gd name="T3" fmla="*/ 13 h 13"/>
                <a:gd name="T4" fmla="*/ 1 w 25"/>
                <a:gd name="T5" fmla="*/ 6 h 13"/>
                <a:gd name="T6" fmla="*/ 11 w 25"/>
                <a:gd name="T7" fmla="*/ 1 h 13"/>
                <a:gd name="T8" fmla="*/ 24 w 25"/>
                <a:gd name="T9" fmla="*/ 8 h 13"/>
              </a:gdLst>
              <a:ahLst/>
              <a:cxnLst>
                <a:cxn ang="0">
                  <a:pos x="T0" y="T1"/>
                </a:cxn>
                <a:cxn ang="0">
                  <a:pos x="T2" y="T3"/>
                </a:cxn>
                <a:cxn ang="0">
                  <a:pos x="T4" y="T5"/>
                </a:cxn>
                <a:cxn ang="0">
                  <a:pos x="T6" y="T7"/>
                </a:cxn>
                <a:cxn ang="0">
                  <a:pos x="T8" y="T9"/>
                </a:cxn>
              </a:cxnLst>
              <a:rect l="0" t="0" r="r" b="b"/>
              <a:pathLst>
                <a:path w="25" h="13">
                  <a:moveTo>
                    <a:pt x="24" y="8"/>
                  </a:moveTo>
                  <a:cubicBezTo>
                    <a:pt x="25" y="11"/>
                    <a:pt x="21" y="13"/>
                    <a:pt x="15" y="13"/>
                  </a:cubicBezTo>
                  <a:cubicBezTo>
                    <a:pt x="9" y="13"/>
                    <a:pt x="2" y="9"/>
                    <a:pt x="1" y="6"/>
                  </a:cubicBezTo>
                  <a:cubicBezTo>
                    <a:pt x="0" y="2"/>
                    <a:pt x="5" y="0"/>
                    <a:pt x="11" y="1"/>
                  </a:cubicBezTo>
                  <a:cubicBezTo>
                    <a:pt x="17" y="1"/>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8" name="Freeform 1671">
              <a:extLst>
                <a:ext uri="{FF2B5EF4-FFF2-40B4-BE49-F238E27FC236}">
                  <a16:creationId xmlns:a16="http://schemas.microsoft.com/office/drawing/2014/main" id="{96BAC545-3C01-1E5D-175C-CEDFEF451568}"/>
                </a:ext>
              </a:extLst>
            </p:cNvPr>
            <p:cNvSpPr>
              <a:spLocks/>
            </p:cNvSpPr>
            <p:nvPr/>
          </p:nvSpPr>
          <p:spPr bwMode="auto">
            <a:xfrm rot="5094805">
              <a:off x="581348" y="989854"/>
              <a:ext cx="61694" cy="36560"/>
            </a:xfrm>
            <a:custGeom>
              <a:avLst/>
              <a:gdLst>
                <a:gd name="T0" fmla="*/ 24 w 25"/>
                <a:gd name="T1" fmla="*/ 9 h 15"/>
                <a:gd name="T2" fmla="*/ 15 w 25"/>
                <a:gd name="T3" fmla="*/ 15 h 15"/>
                <a:gd name="T4" fmla="*/ 1 w 25"/>
                <a:gd name="T5" fmla="*/ 7 h 15"/>
                <a:gd name="T6" fmla="*/ 11 w 25"/>
                <a:gd name="T7" fmla="*/ 1 h 15"/>
                <a:gd name="T8" fmla="*/ 24 w 25"/>
                <a:gd name="T9" fmla="*/ 9 h 15"/>
              </a:gdLst>
              <a:ahLst/>
              <a:cxnLst>
                <a:cxn ang="0">
                  <a:pos x="T0" y="T1"/>
                </a:cxn>
                <a:cxn ang="0">
                  <a:pos x="T2" y="T3"/>
                </a:cxn>
                <a:cxn ang="0">
                  <a:pos x="T4" y="T5"/>
                </a:cxn>
                <a:cxn ang="0">
                  <a:pos x="T6" y="T7"/>
                </a:cxn>
                <a:cxn ang="0">
                  <a:pos x="T8" y="T9"/>
                </a:cxn>
              </a:cxnLst>
              <a:rect l="0" t="0" r="r" b="b"/>
              <a:pathLst>
                <a:path w="25" h="15">
                  <a:moveTo>
                    <a:pt x="24" y="9"/>
                  </a:moveTo>
                  <a:cubicBezTo>
                    <a:pt x="25" y="12"/>
                    <a:pt x="21" y="15"/>
                    <a:pt x="15" y="15"/>
                  </a:cubicBezTo>
                  <a:cubicBezTo>
                    <a:pt x="9" y="15"/>
                    <a:pt x="2" y="12"/>
                    <a:pt x="1" y="7"/>
                  </a:cubicBezTo>
                  <a:cubicBezTo>
                    <a:pt x="0" y="3"/>
                    <a:pt x="4" y="0"/>
                    <a:pt x="11" y="1"/>
                  </a:cubicBezTo>
                  <a:cubicBezTo>
                    <a:pt x="17" y="2"/>
                    <a:pt x="22" y="5"/>
                    <a:pt x="2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9" name="Freeform 1672">
              <a:extLst>
                <a:ext uri="{FF2B5EF4-FFF2-40B4-BE49-F238E27FC236}">
                  <a16:creationId xmlns:a16="http://schemas.microsoft.com/office/drawing/2014/main" id="{635AAB25-FFB7-633C-F791-622B42DEC2CF}"/>
                </a:ext>
              </a:extLst>
            </p:cNvPr>
            <p:cNvSpPr>
              <a:spLocks/>
            </p:cNvSpPr>
            <p:nvPr/>
          </p:nvSpPr>
          <p:spPr bwMode="auto">
            <a:xfrm rot="5094805">
              <a:off x="574370" y="794342"/>
              <a:ext cx="61694" cy="38845"/>
            </a:xfrm>
            <a:custGeom>
              <a:avLst/>
              <a:gdLst>
                <a:gd name="T0" fmla="*/ 23 w 25"/>
                <a:gd name="T1" fmla="*/ 8 h 16"/>
                <a:gd name="T2" fmla="*/ 15 w 25"/>
                <a:gd name="T3" fmla="*/ 16 h 16"/>
                <a:gd name="T4" fmla="*/ 1 w 25"/>
                <a:gd name="T5" fmla="*/ 8 h 16"/>
                <a:gd name="T6" fmla="*/ 11 w 25"/>
                <a:gd name="T7" fmla="*/ 0 h 16"/>
                <a:gd name="T8" fmla="*/ 23 w 25"/>
                <a:gd name="T9" fmla="*/ 8 h 16"/>
              </a:gdLst>
              <a:ahLst/>
              <a:cxnLst>
                <a:cxn ang="0">
                  <a:pos x="T0" y="T1"/>
                </a:cxn>
                <a:cxn ang="0">
                  <a:pos x="T2" y="T3"/>
                </a:cxn>
                <a:cxn ang="0">
                  <a:pos x="T4" y="T5"/>
                </a:cxn>
                <a:cxn ang="0">
                  <a:pos x="T6" y="T7"/>
                </a:cxn>
                <a:cxn ang="0">
                  <a:pos x="T8" y="T9"/>
                </a:cxn>
              </a:cxnLst>
              <a:rect l="0" t="0" r="r" b="b"/>
              <a:pathLst>
                <a:path w="25" h="16">
                  <a:moveTo>
                    <a:pt x="23" y="8"/>
                  </a:moveTo>
                  <a:cubicBezTo>
                    <a:pt x="25" y="12"/>
                    <a:pt x="21" y="15"/>
                    <a:pt x="15" y="16"/>
                  </a:cubicBezTo>
                  <a:cubicBezTo>
                    <a:pt x="9" y="16"/>
                    <a:pt x="2" y="13"/>
                    <a:pt x="1" y="8"/>
                  </a:cubicBezTo>
                  <a:cubicBezTo>
                    <a:pt x="0" y="4"/>
                    <a:pt x="4" y="0"/>
                    <a:pt x="11" y="0"/>
                  </a:cubicBezTo>
                  <a:cubicBezTo>
                    <a:pt x="17" y="1"/>
                    <a:pt x="22" y="4"/>
                    <a:pt x="2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0" name="Freeform 1673">
              <a:extLst>
                <a:ext uri="{FF2B5EF4-FFF2-40B4-BE49-F238E27FC236}">
                  <a16:creationId xmlns:a16="http://schemas.microsoft.com/office/drawing/2014/main" id="{4F813191-2A95-3B3E-9C35-6E3322976994}"/>
                </a:ext>
              </a:extLst>
            </p:cNvPr>
            <p:cNvSpPr>
              <a:spLocks/>
            </p:cNvSpPr>
            <p:nvPr/>
          </p:nvSpPr>
          <p:spPr bwMode="auto">
            <a:xfrm rot="5094805">
              <a:off x="557989" y="595185"/>
              <a:ext cx="59409" cy="43415"/>
            </a:xfrm>
            <a:custGeom>
              <a:avLst/>
              <a:gdLst>
                <a:gd name="T0" fmla="*/ 11 w 24"/>
                <a:gd name="T1" fmla="*/ 1 h 18"/>
                <a:gd name="T2" fmla="*/ 24 w 24"/>
                <a:gd name="T3" fmla="*/ 9 h 18"/>
                <a:gd name="T4" fmla="*/ 14 w 24"/>
                <a:gd name="T5" fmla="*/ 17 h 18"/>
                <a:gd name="T6" fmla="*/ 1 w 24"/>
                <a:gd name="T7" fmla="*/ 9 h 18"/>
                <a:gd name="T8" fmla="*/ 11 w 24"/>
                <a:gd name="T9" fmla="*/ 1 h 18"/>
              </a:gdLst>
              <a:ahLst/>
              <a:cxnLst>
                <a:cxn ang="0">
                  <a:pos x="T0" y="T1"/>
                </a:cxn>
                <a:cxn ang="0">
                  <a:pos x="T2" y="T3"/>
                </a:cxn>
                <a:cxn ang="0">
                  <a:pos x="T4" y="T5"/>
                </a:cxn>
                <a:cxn ang="0">
                  <a:pos x="T6" y="T7"/>
                </a:cxn>
                <a:cxn ang="0">
                  <a:pos x="T8" y="T9"/>
                </a:cxn>
              </a:cxnLst>
              <a:rect l="0" t="0" r="r" b="b"/>
              <a:pathLst>
                <a:path w="24" h="18">
                  <a:moveTo>
                    <a:pt x="11" y="1"/>
                  </a:moveTo>
                  <a:cubicBezTo>
                    <a:pt x="17" y="0"/>
                    <a:pt x="23" y="4"/>
                    <a:pt x="24" y="9"/>
                  </a:cubicBezTo>
                  <a:cubicBezTo>
                    <a:pt x="24" y="13"/>
                    <a:pt x="20" y="17"/>
                    <a:pt x="14" y="17"/>
                  </a:cubicBezTo>
                  <a:cubicBezTo>
                    <a:pt x="8" y="18"/>
                    <a:pt x="1" y="14"/>
                    <a:pt x="1" y="9"/>
                  </a:cubicBezTo>
                  <a:cubicBezTo>
                    <a:pt x="0" y="5"/>
                    <a:pt x="5"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1" name="Freeform 1674">
              <a:extLst>
                <a:ext uri="{FF2B5EF4-FFF2-40B4-BE49-F238E27FC236}">
                  <a16:creationId xmlns:a16="http://schemas.microsoft.com/office/drawing/2014/main" id="{8C2D61BC-DEF6-4E81-9DD8-7C62A925537D}"/>
                </a:ext>
              </a:extLst>
            </p:cNvPr>
            <p:cNvSpPr>
              <a:spLocks/>
            </p:cNvSpPr>
            <p:nvPr/>
          </p:nvSpPr>
          <p:spPr bwMode="auto">
            <a:xfrm rot="5094805">
              <a:off x="527315" y="402934"/>
              <a:ext cx="59409" cy="47985"/>
            </a:xfrm>
            <a:custGeom>
              <a:avLst/>
              <a:gdLst>
                <a:gd name="T0" fmla="*/ 14 w 24"/>
                <a:gd name="T1" fmla="*/ 18 h 19"/>
                <a:gd name="T2" fmla="*/ 0 w 24"/>
                <a:gd name="T3" fmla="*/ 11 h 19"/>
                <a:gd name="T4" fmla="*/ 10 w 24"/>
                <a:gd name="T5" fmla="*/ 1 h 19"/>
                <a:gd name="T6" fmla="*/ 23 w 24"/>
                <a:gd name="T7" fmla="*/ 9 h 19"/>
                <a:gd name="T8" fmla="*/ 14 w 24"/>
                <a:gd name="T9" fmla="*/ 18 h 19"/>
              </a:gdLst>
              <a:ahLst/>
              <a:cxnLst>
                <a:cxn ang="0">
                  <a:pos x="T0" y="T1"/>
                </a:cxn>
                <a:cxn ang="0">
                  <a:pos x="T2" y="T3"/>
                </a:cxn>
                <a:cxn ang="0">
                  <a:pos x="T4" y="T5"/>
                </a:cxn>
                <a:cxn ang="0">
                  <a:pos x="T6" y="T7"/>
                </a:cxn>
                <a:cxn ang="0">
                  <a:pos x="T8" y="T9"/>
                </a:cxn>
              </a:cxnLst>
              <a:rect l="0" t="0" r="r" b="b"/>
              <a:pathLst>
                <a:path w="24" h="19">
                  <a:moveTo>
                    <a:pt x="14" y="18"/>
                  </a:moveTo>
                  <a:cubicBezTo>
                    <a:pt x="7" y="19"/>
                    <a:pt x="1" y="16"/>
                    <a:pt x="0" y="11"/>
                  </a:cubicBezTo>
                  <a:cubicBezTo>
                    <a:pt x="0" y="7"/>
                    <a:pt x="4" y="2"/>
                    <a:pt x="10" y="1"/>
                  </a:cubicBezTo>
                  <a:cubicBezTo>
                    <a:pt x="16" y="0"/>
                    <a:pt x="22" y="4"/>
                    <a:pt x="23" y="9"/>
                  </a:cubicBezTo>
                  <a:cubicBezTo>
                    <a:pt x="24" y="13"/>
                    <a:pt x="20" y="17"/>
                    <a:pt x="1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2" name="Freeform 1675">
              <a:extLst>
                <a:ext uri="{FF2B5EF4-FFF2-40B4-BE49-F238E27FC236}">
                  <a16:creationId xmlns:a16="http://schemas.microsoft.com/office/drawing/2014/main" id="{F31C9737-D54C-1EE7-4639-18D3A106B1F5}"/>
                </a:ext>
              </a:extLst>
            </p:cNvPr>
            <p:cNvSpPr>
              <a:spLocks/>
            </p:cNvSpPr>
            <p:nvPr/>
          </p:nvSpPr>
          <p:spPr bwMode="auto">
            <a:xfrm rot="5094805">
              <a:off x="478434" y="214588"/>
              <a:ext cx="59409" cy="47985"/>
            </a:xfrm>
            <a:custGeom>
              <a:avLst/>
              <a:gdLst>
                <a:gd name="T0" fmla="*/ 10 w 24"/>
                <a:gd name="T1" fmla="*/ 1 h 19"/>
                <a:gd name="T2" fmla="*/ 23 w 24"/>
                <a:gd name="T3" fmla="*/ 6 h 19"/>
                <a:gd name="T4" fmla="*/ 13 w 24"/>
                <a:gd name="T5" fmla="*/ 18 h 19"/>
                <a:gd name="T6" fmla="*/ 0 w 24"/>
                <a:gd name="T7" fmla="*/ 11 h 19"/>
                <a:gd name="T8" fmla="*/ 10 w 24"/>
                <a:gd name="T9" fmla="*/ 1 h 19"/>
              </a:gdLst>
              <a:ahLst/>
              <a:cxnLst>
                <a:cxn ang="0">
                  <a:pos x="T0" y="T1"/>
                </a:cxn>
                <a:cxn ang="0">
                  <a:pos x="T2" y="T3"/>
                </a:cxn>
                <a:cxn ang="0">
                  <a:pos x="T4" y="T5"/>
                </a:cxn>
                <a:cxn ang="0">
                  <a:pos x="T6" y="T7"/>
                </a:cxn>
                <a:cxn ang="0">
                  <a:pos x="T8" y="T9"/>
                </a:cxn>
              </a:cxnLst>
              <a:rect l="0" t="0" r="r" b="b"/>
              <a:pathLst>
                <a:path w="24" h="19">
                  <a:moveTo>
                    <a:pt x="10" y="1"/>
                  </a:moveTo>
                  <a:cubicBezTo>
                    <a:pt x="16" y="0"/>
                    <a:pt x="21" y="2"/>
                    <a:pt x="23" y="6"/>
                  </a:cubicBezTo>
                  <a:cubicBezTo>
                    <a:pt x="24" y="11"/>
                    <a:pt x="20" y="16"/>
                    <a:pt x="13" y="18"/>
                  </a:cubicBezTo>
                  <a:cubicBezTo>
                    <a:pt x="7" y="19"/>
                    <a:pt x="1" y="16"/>
                    <a:pt x="0" y="11"/>
                  </a:cubicBezTo>
                  <a:cubicBezTo>
                    <a:pt x="0" y="7"/>
                    <a:pt x="4"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3" name="Freeform 1676">
              <a:extLst>
                <a:ext uri="{FF2B5EF4-FFF2-40B4-BE49-F238E27FC236}">
                  <a16:creationId xmlns:a16="http://schemas.microsoft.com/office/drawing/2014/main" id="{F8302F99-9973-5A4A-1277-5D8EBBF205EB}"/>
                </a:ext>
              </a:extLst>
            </p:cNvPr>
            <p:cNvSpPr>
              <a:spLocks/>
            </p:cNvSpPr>
            <p:nvPr/>
          </p:nvSpPr>
          <p:spPr bwMode="auto">
            <a:xfrm rot="5094805">
              <a:off x="413322" y="23205"/>
              <a:ext cx="57124" cy="50269"/>
            </a:xfrm>
            <a:custGeom>
              <a:avLst/>
              <a:gdLst>
                <a:gd name="T0" fmla="*/ 13 w 23"/>
                <a:gd name="T1" fmla="*/ 19 h 21"/>
                <a:gd name="T2" fmla="*/ 0 w 23"/>
                <a:gd name="T3" fmla="*/ 14 h 21"/>
                <a:gd name="T4" fmla="*/ 10 w 23"/>
                <a:gd name="T5" fmla="*/ 3 h 21"/>
                <a:gd name="T6" fmla="*/ 23 w 23"/>
                <a:gd name="T7" fmla="*/ 7 h 21"/>
                <a:gd name="T8" fmla="*/ 13 w 23"/>
                <a:gd name="T9" fmla="*/ 19 h 21"/>
              </a:gdLst>
              <a:ahLst/>
              <a:cxnLst>
                <a:cxn ang="0">
                  <a:pos x="T0" y="T1"/>
                </a:cxn>
                <a:cxn ang="0">
                  <a:pos x="T2" y="T3"/>
                </a:cxn>
                <a:cxn ang="0">
                  <a:pos x="T4" y="T5"/>
                </a:cxn>
                <a:cxn ang="0">
                  <a:pos x="T6" y="T7"/>
                </a:cxn>
                <a:cxn ang="0">
                  <a:pos x="T8" y="T9"/>
                </a:cxn>
              </a:cxnLst>
              <a:rect l="0" t="0" r="r" b="b"/>
              <a:pathLst>
                <a:path w="23" h="21">
                  <a:moveTo>
                    <a:pt x="13" y="19"/>
                  </a:moveTo>
                  <a:cubicBezTo>
                    <a:pt x="7" y="21"/>
                    <a:pt x="1" y="19"/>
                    <a:pt x="0" y="14"/>
                  </a:cubicBezTo>
                  <a:cubicBezTo>
                    <a:pt x="0" y="10"/>
                    <a:pt x="4" y="5"/>
                    <a:pt x="10" y="3"/>
                  </a:cubicBezTo>
                  <a:cubicBezTo>
                    <a:pt x="16" y="0"/>
                    <a:pt x="22" y="2"/>
                    <a:pt x="23" y="7"/>
                  </a:cubicBezTo>
                  <a:cubicBezTo>
                    <a:pt x="23" y="12"/>
                    <a:pt x="19" y="17"/>
                    <a:pt x="1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4" name="Freeform 1696">
              <a:extLst>
                <a:ext uri="{FF2B5EF4-FFF2-40B4-BE49-F238E27FC236}">
                  <a16:creationId xmlns:a16="http://schemas.microsoft.com/office/drawing/2014/main" id="{6346BF4B-33A7-77ED-C18A-47636CCE720C}"/>
                </a:ext>
              </a:extLst>
            </p:cNvPr>
            <p:cNvSpPr>
              <a:spLocks/>
            </p:cNvSpPr>
            <p:nvPr/>
          </p:nvSpPr>
          <p:spPr bwMode="auto">
            <a:xfrm rot="5094805">
              <a:off x="1427444" y="4417885"/>
              <a:ext cx="52554" cy="27420"/>
            </a:xfrm>
            <a:custGeom>
              <a:avLst/>
              <a:gdLst>
                <a:gd name="T0" fmla="*/ 12 w 22"/>
                <a:gd name="T1" fmla="*/ 5 h 11"/>
                <a:gd name="T2" fmla="*/ 0 w 22"/>
                <a:gd name="T3" fmla="*/ 11 h 11"/>
                <a:gd name="T4" fmla="*/ 10 w 22"/>
                <a:gd name="T5" fmla="*/ 6 h 11"/>
                <a:gd name="T6" fmla="*/ 22 w 22"/>
                <a:gd name="T7" fmla="*/ 0 h 11"/>
                <a:gd name="T8" fmla="*/ 12 w 22"/>
                <a:gd name="T9" fmla="*/ 5 h 11"/>
              </a:gdLst>
              <a:ahLst/>
              <a:cxnLst>
                <a:cxn ang="0">
                  <a:pos x="T0" y="T1"/>
                </a:cxn>
                <a:cxn ang="0">
                  <a:pos x="T2" y="T3"/>
                </a:cxn>
                <a:cxn ang="0">
                  <a:pos x="T4" y="T5"/>
                </a:cxn>
                <a:cxn ang="0">
                  <a:pos x="T6" y="T7"/>
                </a:cxn>
                <a:cxn ang="0">
                  <a:pos x="T8" y="T9"/>
                </a:cxn>
              </a:cxnLst>
              <a:rect l="0" t="0" r="r" b="b"/>
              <a:pathLst>
                <a:path w="22" h="11">
                  <a:moveTo>
                    <a:pt x="12" y="5"/>
                  </a:moveTo>
                  <a:cubicBezTo>
                    <a:pt x="6" y="8"/>
                    <a:pt x="0" y="11"/>
                    <a:pt x="0" y="11"/>
                  </a:cubicBezTo>
                  <a:cubicBezTo>
                    <a:pt x="0" y="11"/>
                    <a:pt x="5" y="8"/>
                    <a:pt x="10" y="6"/>
                  </a:cubicBezTo>
                  <a:cubicBezTo>
                    <a:pt x="17" y="2"/>
                    <a:pt x="22" y="0"/>
                    <a:pt x="22" y="0"/>
                  </a:cubicBezTo>
                  <a:cubicBezTo>
                    <a:pt x="22" y="0"/>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5" name="Freeform 1697">
              <a:extLst>
                <a:ext uri="{FF2B5EF4-FFF2-40B4-BE49-F238E27FC236}">
                  <a16:creationId xmlns:a16="http://schemas.microsoft.com/office/drawing/2014/main" id="{81ECC3D3-E011-6AB9-050A-4A54A136940B}"/>
                </a:ext>
              </a:extLst>
            </p:cNvPr>
            <p:cNvSpPr>
              <a:spLocks/>
            </p:cNvSpPr>
            <p:nvPr/>
          </p:nvSpPr>
          <p:spPr bwMode="auto">
            <a:xfrm rot="5094805">
              <a:off x="1530931" y="4600964"/>
              <a:ext cx="61694" cy="27420"/>
            </a:xfrm>
            <a:custGeom>
              <a:avLst/>
              <a:gdLst>
                <a:gd name="T0" fmla="*/ 12 w 25"/>
                <a:gd name="T1" fmla="*/ 6 h 11"/>
                <a:gd name="T2" fmla="*/ 24 w 25"/>
                <a:gd name="T3" fmla="*/ 1 h 11"/>
                <a:gd name="T4" fmla="*/ 14 w 25"/>
                <a:gd name="T5" fmla="*/ 5 h 11"/>
                <a:gd name="T6" fmla="*/ 2 w 25"/>
                <a:gd name="T7" fmla="*/ 11 h 11"/>
                <a:gd name="T8" fmla="*/ 12 w 25"/>
                <a:gd name="T9" fmla="*/ 6 h 11"/>
              </a:gdLst>
              <a:ahLst/>
              <a:cxnLst>
                <a:cxn ang="0">
                  <a:pos x="T0" y="T1"/>
                </a:cxn>
                <a:cxn ang="0">
                  <a:pos x="T2" y="T3"/>
                </a:cxn>
                <a:cxn ang="0">
                  <a:pos x="T4" y="T5"/>
                </a:cxn>
                <a:cxn ang="0">
                  <a:pos x="T6" y="T7"/>
                </a:cxn>
                <a:cxn ang="0">
                  <a:pos x="T8" y="T9"/>
                </a:cxn>
              </a:cxnLst>
              <a:rect l="0" t="0" r="r" b="b"/>
              <a:pathLst>
                <a:path w="25" h="11">
                  <a:moveTo>
                    <a:pt x="12" y="6"/>
                  </a:moveTo>
                  <a:cubicBezTo>
                    <a:pt x="18" y="3"/>
                    <a:pt x="23" y="1"/>
                    <a:pt x="24" y="1"/>
                  </a:cubicBezTo>
                  <a:cubicBezTo>
                    <a:pt x="25" y="0"/>
                    <a:pt x="20" y="2"/>
                    <a:pt x="14" y="5"/>
                  </a:cubicBezTo>
                  <a:cubicBezTo>
                    <a:pt x="8" y="8"/>
                    <a:pt x="3" y="11"/>
                    <a:pt x="2" y="11"/>
                  </a:cubicBezTo>
                  <a:cubicBezTo>
                    <a:pt x="0" y="11"/>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6" name="Freeform 1698">
              <a:extLst>
                <a:ext uri="{FF2B5EF4-FFF2-40B4-BE49-F238E27FC236}">
                  <a16:creationId xmlns:a16="http://schemas.microsoft.com/office/drawing/2014/main" id="{B18D6505-9AF9-B0B2-B2A0-F82275B87F83}"/>
                </a:ext>
              </a:extLst>
            </p:cNvPr>
            <p:cNvSpPr>
              <a:spLocks/>
            </p:cNvSpPr>
            <p:nvPr/>
          </p:nvSpPr>
          <p:spPr bwMode="auto">
            <a:xfrm rot="5094805">
              <a:off x="1635477" y="4783309"/>
              <a:ext cx="59409" cy="27420"/>
            </a:xfrm>
            <a:custGeom>
              <a:avLst/>
              <a:gdLst>
                <a:gd name="T0" fmla="*/ 12 w 24"/>
                <a:gd name="T1" fmla="*/ 5 h 11"/>
                <a:gd name="T2" fmla="*/ 23 w 24"/>
                <a:gd name="T3" fmla="*/ 0 h 11"/>
                <a:gd name="T4" fmla="*/ 13 w 24"/>
                <a:gd name="T5" fmla="*/ 5 h 11"/>
                <a:gd name="T6" fmla="*/ 1 w 24"/>
                <a:gd name="T7" fmla="*/ 10 h 11"/>
                <a:gd name="T8" fmla="*/ 12 w 24"/>
                <a:gd name="T9" fmla="*/ 5 h 11"/>
              </a:gdLst>
              <a:ahLst/>
              <a:cxnLst>
                <a:cxn ang="0">
                  <a:pos x="T0" y="T1"/>
                </a:cxn>
                <a:cxn ang="0">
                  <a:pos x="T2" y="T3"/>
                </a:cxn>
                <a:cxn ang="0">
                  <a:pos x="T4" y="T5"/>
                </a:cxn>
                <a:cxn ang="0">
                  <a:pos x="T6" y="T7"/>
                </a:cxn>
                <a:cxn ang="0">
                  <a:pos x="T8" y="T9"/>
                </a:cxn>
              </a:cxnLst>
              <a:rect l="0" t="0" r="r" b="b"/>
              <a:pathLst>
                <a:path w="24" h="11">
                  <a:moveTo>
                    <a:pt x="12" y="5"/>
                  </a:moveTo>
                  <a:cubicBezTo>
                    <a:pt x="18" y="3"/>
                    <a:pt x="23" y="0"/>
                    <a:pt x="23" y="0"/>
                  </a:cubicBezTo>
                  <a:cubicBezTo>
                    <a:pt x="24" y="0"/>
                    <a:pt x="19" y="2"/>
                    <a:pt x="13" y="5"/>
                  </a:cubicBezTo>
                  <a:cubicBezTo>
                    <a:pt x="7" y="8"/>
                    <a:pt x="2" y="10"/>
                    <a:pt x="1" y="10"/>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7" name="Freeform 1699">
              <a:extLst>
                <a:ext uri="{FF2B5EF4-FFF2-40B4-BE49-F238E27FC236}">
                  <a16:creationId xmlns:a16="http://schemas.microsoft.com/office/drawing/2014/main" id="{4516C568-C6F4-DF6A-3C96-0FF29D0AA996}"/>
                </a:ext>
              </a:extLst>
            </p:cNvPr>
            <p:cNvSpPr>
              <a:spLocks/>
            </p:cNvSpPr>
            <p:nvPr/>
          </p:nvSpPr>
          <p:spPr bwMode="auto">
            <a:xfrm rot="5094805">
              <a:off x="1737746" y="4968143"/>
              <a:ext cx="57124" cy="22850"/>
            </a:xfrm>
            <a:custGeom>
              <a:avLst/>
              <a:gdLst>
                <a:gd name="T0" fmla="*/ 23 w 23"/>
                <a:gd name="T1" fmla="*/ 0 h 9"/>
                <a:gd name="T2" fmla="*/ 13 w 23"/>
                <a:gd name="T3" fmla="*/ 4 h 9"/>
                <a:gd name="T4" fmla="*/ 1 w 23"/>
                <a:gd name="T5" fmla="*/ 9 h 9"/>
                <a:gd name="T6" fmla="*/ 12 w 23"/>
                <a:gd name="T7" fmla="*/ 4 h 9"/>
                <a:gd name="T8" fmla="*/ 23 w 23"/>
                <a:gd name="T9" fmla="*/ 0 h 9"/>
              </a:gdLst>
              <a:ahLst/>
              <a:cxnLst>
                <a:cxn ang="0">
                  <a:pos x="T0" y="T1"/>
                </a:cxn>
                <a:cxn ang="0">
                  <a:pos x="T2" y="T3"/>
                </a:cxn>
                <a:cxn ang="0">
                  <a:pos x="T4" y="T5"/>
                </a:cxn>
                <a:cxn ang="0">
                  <a:pos x="T6" y="T7"/>
                </a:cxn>
                <a:cxn ang="0">
                  <a:pos x="T8" y="T9"/>
                </a:cxn>
              </a:cxnLst>
              <a:rect l="0" t="0" r="r" b="b"/>
              <a:pathLst>
                <a:path w="23" h="9">
                  <a:moveTo>
                    <a:pt x="23" y="0"/>
                  </a:moveTo>
                  <a:cubicBezTo>
                    <a:pt x="23" y="0"/>
                    <a:pt x="19" y="2"/>
                    <a:pt x="13" y="4"/>
                  </a:cubicBezTo>
                  <a:cubicBezTo>
                    <a:pt x="7" y="7"/>
                    <a:pt x="1" y="9"/>
                    <a:pt x="1" y="9"/>
                  </a:cubicBezTo>
                  <a:cubicBezTo>
                    <a:pt x="0" y="9"/>
                    <a:pt x="6" y="7"/>
                    <a:pt x="12" y="4"/>
                  </a:cubicBezTo>
                  <a:cubicBezTo>
                    <a:pt x="18" y="2"/>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8" name="Freeform 1700">
              <a:extLst>
                <a:ext uri="{FF2B5EF4-FFF2-40B4-BE49-F238E27FC236}">
                  <a16:creationId xmlns:a16="http://schemas.microsoft.com/office/drawing/2014/main" id="{B14E8966-B21B-0271-ED94-4F490E967A2C}"/>
                </a:ext>
              </a:extLst>
            </p:cNvPr>
            <p:cNvSpPr>
              <a:spLocks/>
            </p:cNvSpPr>
            <p:nvPr/>
          </p:nvSpPr>
          <p:spPr bwMode="auto">
            <a:xfrm rot="5094805">
              <a:off x="1829871" y="5152640"/>
              <a:ext cx="57124" cy="22850"/>
            </a:xfrm>
            <a:custGeom>
              <a:avLst/>
              <a:gdLst>
                <a:gd name="T0" fmla="*/ 23 w 23"/>
                <a:gd name="T1" fmla="*/ 0 h 9"/>
                <a:gd name="T2" fmla="*/ 14 w 23"/>
                <a:gd name="T3" fmla="*/ 3 h 9"/>
                <a:gd name="T4" fmla="*/ 0 w 23"/>
                <a:gd name="T5" fmla="*/ 9 h 9"/>
                <a:gd name="T6" fmla="*/ 11 w 23"/>
                <a:gd name="T7" fmla="*/ 4 h 9"/>
                <a:gd name="T8" fmla="*/ 23 w 23"/>
                <a:gd name="T9" fmla="*/ 0 h 9"/>
              </a:gdLst>
              <a:ahLst/>
              <a:cxnLst>
                <a:cxn ang="0">
                  <a:pos x="T0" y="T1"/>
                </a:cxn>
                <a:cxn ang="0">
                  <a:pos x="T2" y="T3"/>
                </a:cxn>
                <a:cxn ang="0">
                  <a:pos x="T4" y="T5"/>
                </a:cxn>
                <a:cxn ang="0">
                  <a:pos x="T6" y="T7"/>
                </a:cxn>
                <a:cxn ang="0">
                  <a:pos x="T8" y="T9"/>
                </a:cxn>
              </a:cxnLst>
              <a:rect l="0" t="0" r="r" b="b"/>
              <a:pathLst>
                <a:path w="23" h="9">
                  <a:moveTo>
                    <a:pt x="23" y="0"/>
                  </a:moveTo>
                  <a:cubicBezTo>
                    <a:pt x="23" y="0"/>
                    <a:pt x="19" y="1"/>
                    <a:pt x="14" y="3"/>
                  </a:cubicBezTo>
                  <a:cubicBezTo>
                    <a:pt x="7" y="6"/>
                    <a:pt x="1" y="8"/>
                    <a:pt x="0" y="9"/>
                  </a:cubicBezTo>
                  <a:cubicBezTo>
                    <a:pt x="0" y="9"/>
                    <a:pt x="5" y="7"/>
                    <a:pt x="11" y="4"/>
                  </a:cubicBezTo>
                  <a:cubicBezTo>
                    <a:pt x="17" y="2"/>
                    <a:pt x="22"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9" name="Freeform 1701">
              <a:extLst>
                <a:ext uri="{FF2B5EF4-FFF2-40B4-BE49-F238E27FC236}">
                  <a16:creationId xmlns:a16="http://schemas.microsoft.com/office/drawing/2014/main" id="{61D89FF4-ECAA-D71A-01AB-FB0031B8F08E}"/>
                </a:ext>
              </a:extLst>
            </p:cNvPr>
            <p:cNvSpPr>
              <a:spLocks/>
            </p:cNvSpPr>
            <p:nvPr/>
          </p:nvSpPr>
          <p:spPr bwMode="auto">
            <a:xfrm rot="5094805">
              <a:off x="1917646" y="5342102"/>
              <a:ext cx="57124" cy="18280"/>
            </a:xfrm>
            <a:custGeom>
              <a:avLst/>
              <a:gdLst>
                <a:gd name="T0" fmla="*/ 12 w 23"/>
                <a:gd name="T1" fmla="*/ 4 h 8"/>
                <a:gd name="T2" fmla="*/ 0 w 23"/>
                <a:gd name="T3" fmla="*/ 8 h 8"/>
                <a:gd name="T4" fmla="*/ 11 w 23"/>
                <a:gd name="T5" fmla="*/ 5 h 8"/>
                <a:gd name="T6" fmla="*/ 23 w 23"/>
                <a:gd name="T7" fmla="*/ 0 h 8"/>
                <a:gd name="T8" fmla="*/ 12 w 23"/>
                <a:gd name="T9" fmla="*/ 4 h 8"/>
              </a:gdLst>
              <a:ahLst/>
              <a:cxnLst>
                <a:cxn ang="0">
                  <a:pos x="T0" y="T1"/>
                </a:cxn>
                <a:cxn ang="0">
                  <a:pos x="T2" y="T3"/>
                </a:cxn>
                <a:cxn ang="0">
                  <a:pos x="T4" y="T5"/>
                </a:cxn>
                <a:cxn ang="0">
                  <a:pos x="T6" y="T7"/>
                </a:cxn>
                <a:cxn ang="0">
                  <a:pos x="T8" y="T9"/>
                </a:cxn>
              </a:cxnLst>
              <a:rect l="0" t="0" r="r" b="b"/>
              <a:pathLst>
                <a:path w="23" h="8">
                  <a:moveTo>
                    <a:pt x="12" y="4"/>
                  </a:moveTo>
                  <a:cubicBezTo>
                    <a:pt x="6" y="6"/>
                    <a:pt x="0" y="8"/>
                    <a:pt x="0" y="8"/>
                  </a:cubicBezTo>
                  <a:cubicBezTo>
                    <a:pt x="0" y="8"/>
                    <a:pt x="5" y="7"/>
                    <a:pt x="11" y="5"/>
                  </a:cubicBezTo>
                  <a:cubicBezTo>
                    <a:pt x="17" y="2"/>
                    <a:pt x="23" y="0"/>
                    <a:pt x="23" y="0"/>
                  </a:cubicBezTo>
                  <a:cubicBezTo>
                    <a:pt x="23"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0" name="Freeform 1702">
              <a:extLst>
                <a:ext uri="{FF2B5EF4-FFF2-40B4-BE49-F238E27FC236}">
                  <a16:creationId xmlns:a16="http://schemas.microsoft.com/office/drawing/2014/main" id="{356E31E9-FCC9-AEC4-E52B-35D9195F0E74}"/>
                </a:ext>
              </a:extLst>
            </p:cNvPr>
            <p:cNvSpPr>
              <a:spLocks/>
            </p:cNvSpPr>
            <p:nvPr/>
          </p:nvSpPr>
          <p:spPr bwMode="auto">
            <a:xfrm rot="5094805">
              <a:off x="1994977" y="5529058"/>
              <a:ext cx="57124" cy="15995"/>
            </a:xfrm>
            <a:custGeom>
              <a:avLst/>
              <a:gdLst>
                <a:gd name="T0" fmla="*/ 10 w 23"/>
                <a:gd name="T1" fmla="*/ 4 h 7"/>
                <a:gd name="T2" fmla="*/ 23 w 23"/>
                <a:gd name="T3" fmla="*/ 1 h 7"/>
                <a:gd name="T4" fmla="*/ 13 w 23"/>
                <a:gd name="T5" fmla="*/ 3 h 7"/>
                <a:gd name="T6" fmla="*/ 0 w 23"/>
                <a:gd name="T7" fmla="*/ 7 h 7"/>
                <a:gd name="T8" fmla="*/ 10 w 23"/>
                <a:gd name="T9" fmla="*/ 4 h 7"/>
              </a:gdLst>
              <a:ahLst/>
              <a:cxnLst>
                <a:cxn ang="0">
                  <a:pos x="T0" y="T1"/>
                </a:cxn>
                <a:cxn ang="0">
                  <a:pos x="T2" y="T3"/>
                </a:cxn>
                <a:cxn ang="0">
                  <a:pos x="T4" y="T5"/>
                </a:cxn>
                <a:cxn ang="0">
                  <a:pos x="T6" y="T7"/>
                </a:cxn>
                <a:cxn ang="0">
                  <a:pos x="T8" y="T9"/>
                </a:cxn>
              </a:cxnLst>
              <a:rect l="0" t="0" r="r" b="b"/>
              <a:pathLst>
                <a:path w="23" h="7">
                  <a:moveTo>
                    <a:pt x="10" y="4"/>
                  </a:moveTo>
                  <a:cubicBezTo>
                    <a:pt x="17" y="3"/>
                    <a:pt x="22" y="1"/>
                    <a:pt x="23" y="1"/>
                  </a:cubicBezTo>
                  <a:cubicBezTo>
                    <a:pt x="23" y="0"/>
                    <a:pt x="19" y="2"/>
                    <a:pt x="13" y="3"/>
                  </a:cubicBezTo>
                  <a:cubicBezTo>
                    <a:pt x="6" y="5"/>
                    <a:pt x="0" y="7"/>
                    <a:pt x="0" y="7"/>
                  </a:cubicBezTo>
                  <a:cubicBezTo>
                    <a:pt x="0" y="7"/>
                    <a:pt x="4"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1" name="Freeform 1703">
              <a:extLst>
                <a:ext uri="{FF2B5EF4-FFF2-40B4-BE49-F238E27FC236}">
                  <a16:creationId xmlns:a16="http://schemas.microsoft.com/office/drawing/2014/main" id="{F8829270-CDC7-07D3-6E78-D5819B65664B}"/>
                </a:ext>
              </a:extLst>
            </p:cNvPr>
            <p:cNvSpPr>
              <a:spLocks/>
            </p:cNvSpPr>
            <p:nvPr/>
          </p:nvSpPr>
          <p:spPr bwMode="auto">
            <a:xfrm rot="5094805">
              <a:off x="2059790" y="5715986"/>
              <a:ext cx="57124" cy="15995"/>
            </a:xfrm>
            <a:custGeom>
              <a:avLst/>
              <a:gdLst>
                <a:gd name="T0" fmla="*/ 13 w 23"/>
                <a:gd name="T1" fmla="*/ 2 h 6"/>
                <a:gd name="T2" fmla="*/ 0 w 23"/>
                <a:gd name="T3" fmla="*/ 6 h 6"/>
                <a:gd name="T4" fmla="*/ 10 w 23"/>
                <a:gd name="T5" fmla="*/ 4 h 6"/>
                <a:gd name="T6" fmla="*/ 23 w 23"/>
                <a:gd name="T7" fmla="*/ 1 h 6"/>
                <a:gd name="T8" fmla="*/ 13 w 23"/>
                <a:gd name="T9" fmla="*/ 2 h 6"/>
              </a:gdLst>
              <a:ahLst/>
              <a:cxnLst>
                <a:cxn ang="0">
                  <a:pos x="T0" y="T1"/>
                </a:cxn>
                <a:cxn ang="0">
                  <a:pos x="T2" y="T3"/>
                </a:cxn>
                <a:cxn ang="0">
                  <a:pos x="T4" y="T5"/>
                </a:cxn>
                <a:cxn ang="0">
                  <a:pos x="T6" y="T7"/>
                </a:cxn>
                <a:cxn ang="0">
                  <a:pos x="T8" y="T9"/>
                </a:cxn>
              </a:cxnLst>
              <a:rect l="0" t="0" r="r" b="b"/>
              <a:pathLst>
                <a:path w="23" h="6">
                  <a:moveTo>
                    <a:pt x="13" y="2"/>
                  </a:moveTo>
                  <a:cubicBezTo>
                    <a:pt x="7" y="4"/>
                    <a:pt x="1" y="5"/>
                    <a:pt x="0" y="6"/>
                  </a:cubicBezTo>
                  <a:cubicBezTo>
                    <a:pt x="0" y="6"/>
                    <a:pt x="5" y="5"/>
                    <a:pt x="10" y="4"/>
                  </a:cubicBezTo>
                  <a:cubicBezTo>
                    <a:pt x="17" y="2"/>
                    <a:pt x="23" y="1"/>
                    <a:pt x="23" y="1"/>
                  </a:cubicBezTo>
                  <a:cubicBezTo>
                    <a:pt x="23"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2" name="Freeform 1704">
              <a:extLst>
                <a:ext uri="{FF2B5EF4-FFF2-40B4-BE49-F238E27FC236}">
                  <a16:creationId xmlns:a16="http://schemas.microsoft.com/office/drawing/2014/main" id="{2F390E73-CDE1-19D2-39DE-FAEC5086011E}"/>
                </a:ext>
              </a:extLst>
            </p:cNvPr>
            <p:cNvSpPr>
              <a:spLocks/>
            </p:cNvSpPr>
            <p:nvPr/>
          </p:nvSpPr>
          <p:spPr bwMode="auto">
            <a:xfrm rot="5094805">
              <a:off x="2110109" y="5909829"/>
              <a:ext cx="59409" cy="11425"/>
            </a:xfrm>
            <a:custGeom>
              <a:avLst/>
              <a:gdLst>
                <a:gd name="T0" fmla="*/ 12 w 24"/>
                <a:gd name="T1" fmla="*/ 2 h 4"/>
                <a:gd name="T2" fmla="*/ 24 w 24"/>
                <a:gd name="T3" fmla="*/ 0 h 4"/>
                <a:gd name="T4" fmla="*/ 13 w 24"/>
                <a:gd name="T5" fmla="*/ 1 h 4"/>
                <a:gd name="T6" fmla="*/ 1 w 24"/>
                <a:gd name="T7" fmla="*/ 3 h 4"/>
                <a:gd name="T8" fmla="*/ 12 w 24"/>
                <a:gd name="T9" fmla="*/ 2 h 4"/>
              </a:gdLst>
              <a:ahLst/>
              <a:cxnLst>
                <a:cxn ang="0">
                  <a:pos x="T0" y="T1"/>
                </a:cxn>
                <a:cxn ang="0">
                  <a:pos x="T2" y="T3"/>
                </a:cxn>
                <a:cxn ang="0">
                  <a:pos x="T4" y="T5"/>
                </a:cxn>
                <a:cxn ang="0">
                  <a:pos x="T6" y="T7"/>
                </a:cxn>
                <a:cxn ang="0">
                  <a:pos x="T8" y="T9"/>
                </a:cxn>
              </a:cxnLst>
              <a:rect l="0" t="0" r="r" b="b"/>
              <a:pathLst>
                <a:path w="24" h="4">
                  <a:moveTo>
                    <a:pt x="12" y="2"/>
                  </a:moveTo>
                  <a:cubicBezTo>
                    <a:pt x="18" y="1"/>
                    <a:pt x="23" y="0"/>
                    <a:pt x="24" y="0"/>
                  </a:cubicBezTo>
                  <a:cubicBezTo>
                    <a:pt x="24" y="0"/>
                    <a:pt x="19" y="0"/>
                    <a:pt x="13" y="1"/>
                  </a:cubicBezTo>
                  <a:cubicBezTo>
                    <a:pt x="7" y="2"/>
                    <a:pt x="2" y="3"/>
                    <a:pt x="1" y="3"/>
                  </a:cubicBezTo>
                  <a:cubicBezTo>
                    <a:pt x="0" y="4"/>
                    <a:pt x="5"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3" name="Freeform 1705">
              <a:extLst>
                <a:ext uri="{FF2B5EF4-FFF2-40B4-BE49-F238E27FC236}">
                  <a16:creationId xmlns:a16="http://schemas.microsoft.com/office/drawing/2014/main" id="{9433AB97-54EC-DEBD-A6DE-CD48B6D9CC8A}"/>
                </a:ext>
              </a:extLst>
            </p:cNvPr>
            <p:cNvSpPr>
              <a:spLocks/>
            </p:cNvSpPr>
            <p:nvPr/>
          </p:nvSpPr>
          <p:spPr bwMode="auto">
            <a:xfrm rot="5094805">
              <a:off x="2148950" y="6104790"/>
              <a:ext cx="59409" cy="4570"/>
            </a:xfrm>
            <a:custGeom>
              <a:avLst/>
              <a:gdLst>
                <a:gd name="T0" fmla="*/ 11 w 24"/>
                <a:gd name="T1" fmla="*/ 1 h 2"/>
                <a:gd name="T2" fmla="*/ 23 w 24"/>
                <a:gd name="T3" fmla="*/ 0 h 2"/>
                <a:gd name="T4" fmla="*/ 13 w 24"/>
                <a:gd name="T5" fmla="*/ 0 h 2"/>
                <a:gd name="T6" fmla="*/ 1 w 24"/>
                <a:gd name="T7" fmla="*/ 2 h 2"/>
                <a:gd name="T8" fmla="*/ 11 w 24"/>
                <a:gd name="T9" fmla="*/ 1 h 2"/>
              </a:gdLst>
              <a:ahLst/>
              <a:cxnLst>
                <a:cxn ang="0">
                  <a:pos x="T0" y="T1"/>
                </a:cxn>
                <a:cxn ang="0">
                  <a:pos x="T2" y="T3"/>
                </a:cxn>
                <a:cxn ang="0">
                  <a:pos x="T4" y="T5"/>
                </a:cxn>
                <a:cxn ang="0">
                  <a:pos x="T6" y="T7"/>
                </a:cxn>
                <a:cxn ang="0">
                  <a:pos x="T8" y="T9"/>
                </a:cxn>
              </a:cxnLst>
              <a:rect l="0" t="0" r="r" b="b"/>
              <a:pathLst>
                <a:path w="24" h="2">
                  <a:moveTo>
                    <a:pt x="11" y="1"/>
                  </a:moveTo>
                  <a:cubicBezTo>
                    <a:pt x="17" y="1"/>
                    <a:pt x="23" y="0"/>
                    <a:pt x="23" y="0"/>
                  </a:cubicBezTo>
                  <a:cubicBezTo>
                    <a:pt x="24" y="0"/>
                    <a:pt x="19" y="0"/>
                    <a:pt x="13" y="0"/>
                  </a:cubicBezTo>
                  <a:cubicBezTo>
                    <a:pt x="7" y="1"/>
                    <a:pt x="1" y="1"/>
                    <a:pt x="1" y="2"/>
                  </a:cubicBezTo>
                  <a:cubicBezTo>
                    <a:pt x="0" y="2"/>
                    <a:pt x="5"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4" name="Freeform 1706">
              <a:extLst>
                <a:ext uri="{FF2B5EF4-FFF2-40B4-BE49-F238E27FC236}">
                  <a16:creationId xmlns:a16="http://schemas.microsoft.com/office/drawing/2014/main" id="{FFC1C5BA-FB39-8739-DA10-12111CEDDA9B}"/>
                </a:ext>
              </a:extLst>
            </p:cNvPr>
            <p:cNvSpPr>
              <a:spLocks/>
            </p:cNvSpPr>
            <p:nvPr/>
          </p:nvSpPr>
          <p:spPr bwMode="auto">
            <a:xfrm rot="5094805">
              <a:off x="2182102" y="6296830"/>
              <a:ext cx="59409" cy="4570"/>
            </a:xfrm>
            <a:custGeom>
              <a:avLst/>
              <a:gdLst>
                <a:gd name="T0" fmla="*/ 11 w 24"/>
                <a:gd name="T1" fmla="*/ 1 h 2"/>
                <a:gd name="T2" fmla="*/ 23 w 24"/>
                <a:gd name="T3" fmla="*/ 0 h 2"/>
                <a:gd name="T4" fmla="*/ 13 w 24"/>
                <a:gd name="T5" fmla="*/ 1 h 2"/>
                <a:gd name="T6" fmla="*/ 0 w 24"/>
                <a:gd name="T7" fmla="*/ 2 h 2"/>
                <a:gd name="T8" fmla="*/ 11 w 24"/>
                <a:gd name="T9" fmla="*/ 1 h 2"/>
              </a:gdLst>
              <a:ahLst/>
              <a:cxnLst>
                <a:cxn ang="0">
                  <a:pos x="T0" y="T1"/>
                </a:cxn>
                <a:cxn ang="0">
                  <a:pos x="T2" y="T3"/>
                </a:cxn>
                <a:cxn ang="0">
                  <a:pos x="T4" y="T5"/>
                </a:cxn>
                <a:cxn ang="0">
                  <a:pos x="T6" y="T7"/>
                </a:cxn>
                <a:cxn ang="0">
                  <a:pos x="T8" y="T9"/>
                </a:cxn>
              </a:cxnLst>
              <a:rect l="0" t="0" r="r" b="b"/>
              <a:pathLst>
                <a:path w="24" h="2">
                  <a:moveTo>
                    <a:pt x="11" y="1"/>
                  </a:moveTo>
                  <a:cubicBezTo>
                    <a:pt x="17" y="1"/>
                    <a:pt x="22" y="0"/>
                    <a:pt x="23" y="0"/>
                  </a:cubicBezTo>
                  <a:cubicBezTo>
                    <a:pt x="24" y="0"/>
                    <a:pt x="20" y="0"/>
                    <a:pt x="13" y="1"/>
                  </a:cubicBezTo>
                  <a:cubicBezTo>
                    <a:pt x="7" y="1"/>
                    <a:pt x="1" y="2"/>
                    <a:pt x="0" y="2"/>
                  </a:cubicBezTo>
                  <a:cubicBezTo>
                    <a:pt x="0" y="2"/>
                    <a:pt x="5"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5" name="Freeform 1707">
              <a:extLst>
                <a:ext uri="{FF2B5EF4-FFF2-40B4-BE49-F238E27FC236}">
                  <a16:creationId xmlns:a16="http://schemas.microsoft.com/office/drawing/2014/main" id="{F6218FC3-3A62-B470-07B7-5A658734702B}"/>
                </a:ext>
              </a:extLst>
            </p:cNvPr>
            <p:cNvSpPr>
              <a:spLocks/>
            </p:cNvSpPr>
            <p:nvPr/>
          </p:nvSpPr>
          <p:spPr bwMode="auto">
            <a:xfrm rot="5094805">
              <a:off x="2224464" y="6485871"/>
              <a:ext cx="57124" cy="11425"/>
            </a:xfrm>
            <a:custGeom>
              <a:avLst/>
              <a:gdLst>
                <a:gd name="T0" fmla="*/ 13 w 23"/>
                <a:gd name="T1" fmla="*/ 2 h 4"/>
                <a:gd name="T2" fmla="*/ 0 w 23"/>
                <a:gd name="T3" fmla="*/ 4 h 4"/>
                <a:gd name="T4" fmla="*/ 11 w 23"/>
                <a:gd name="T5" fmla="*/ 2 h 4"/>
                <a:gd name="T6" fmla="*/ 23 w 23"/>
                <a:gd name="T7" fmla="*/ 0 h 4"/>
                <a:gd name="T8" fmla="*/ 13 w 23"/>
                <a:gd name="T9" fmla="*/ 2 h 4"/>
              </a:gdLst>
              <a:ahLst/>
              <a:cxnLst>
                <a:cxn ang="0">
                  <a:pos x="T0" y="T1"/>
                </a:cxn>
                <a:cxn ang="0">
                  <a:pos x="T2" y="T3"/>
                </a:cxn>
                <a:cxn ang="0">
                  <a:pos x="T4" y="T5"/>
                </a:cxn>
                <a:cxn ang="0">
                  <a:pos x="T6" y="T7"/>
                </a:cxn>
                <a:cxn ang="0">
                  <a:pos x="T8" y="T9"/>
                </a:cxn>
              </a:cxnLst>
              <a:rect l="0" t="0" r="r" b="b"/>
              <a:pathLst>
                <a:path w="23" h="4">
                  <a:moveTo>
                    <a:pt x="13" y="2"/>
                  </a:moveTo>
                  <a:cubicBezTo>
                    <a:pt x="6" y="3"/>
                    <a:pt x="0" y="4"/>
                    <a:pt x="0" y="4"/>
                  </a:cubicBezTo>
                  <a:cubicBezTo>
                    <a:pt x="0" y="4"/>
                    <a:pt x="5" y="3"/>
                    <a:pt x="11" y="2"/>
                  </a:cubicBezTo>
                  <a:cubicBezTo>
                    <a:pt x="18" y="1"/>
                    <a:pt x="23" y="0"/>
                    <a:pt x="23" y="0"/>
                  </a:cubicBezTo>
                  <a:cubicBezTo>
                    <a:pt x="23"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6" name="Freeform 1708">
              <a:extLst>
                <a:ext uri="{FF2B5EF4-FFF2-40B4-BE49-F238E27FC236}">
                  <a16:creationId xmlns:a16="http://schemas.microsoft.com/office/drawing/2014/main" id="{197C16AA-79A2-BFB1-42F5-690FAA17537C}"/>
                </a:ext>
              </a:extLst>
            </p:cNvPr>
            <p:cNvSpPr>
              <a:spLocks/>
            </p:cNvSpPr>
            <p:nvPr/>
          </p:nvSpPr>
          <p:spPr bwMode="auto">
            <a:xfrm rot="5094805">
              <a:off x="2274677" y="6677331"/>
              <a:ext cx="61694" cy="9140"/>
            </a:xfrm>
            <a:custGeom>
              <a:avLst/>
              <a:gdLst>
                <a:gd name="T0" fmla="*/ 12 w 25"/>
                <a:gd name="T1" fmla="*/ 2 h 4"/>
                <a:gd name="T2" fmla="*/ 24 w 25"/>
                <a:gd name="T3" fmla="*/ 0 h 4"/>
                <a:gd name="T4" fmla="*/ 14 w 25"/>
                <a:gd name="T5" fmla="*/ 2 h 4"/>
                <a:gd name="T6" fmla="*/ 2 w 25"/>
                <a:gd name="T7" fmla="*/ 4 h 4"/>
                <a:gd name="T8" fmla="*/ 12 w 25"/>
                <a:gd name="T9" fmla="*/ 2 h 4"/>
              </a:gdLst>
              <a:ahLst/>
              <a:cxnLst>
                <a:cxn ang="0">
                  <a:pos x="T0" y="T1"/>
                </a:cxn>
                <a:cxn ang="0">
                  <a:pos x="T2" y="T3"/>
                </a:cxn>
                <a:cxn ang="0">
                  <a:pos x="T4" y="T5"/>
                </a:cxn>
                <a:cxn ang="0">
                  <a:pos x="T6" y="T7"/>
                </a:cxn>
                <a:cxn ang="0">
                  <a:pos x="T8" y="T9"/>
                </a:cxn>
              </a:cxnLst>
              <a:rect l="0" t="0" r="r" b="b"/>
              <a:pathLst>
                <a:path w="25" h="4">
                  <a:moveTo>
                    <a:pt x="12" y="2"/>
                  </a:moveTo>
                  <a:cubicBezTo>
                    <a:pt x="18" y="1"/>
                    <a:pt x="23" y="0"/>
                    <a:pt x="24" y="0"/>
                  </a:cubicBezTo>
                  <a:cubicBezTo>
                    <a:pt x="25" y="0"/>
                    <a:pt x="21" y="1"/>
                    <a:pt x="14" y="2"/>
                  </a:cubicBezTo>
                  <a:cubicBezTo>
                    <a:pt x="8" y="3"/>
                    <a:pt x="3" y="4"/>
                    <a:pt x="2" y="4"/>
                  </a:cubicBezTo>
                  <a:cubicBezTo>
                    <a:pt x="0" y="4"/>
                    <a:pt x="5"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7" name="Freeform 1709">
              <a:extLst>
                <a:ext uri="{FF2B5EF4-FFF2-40B4-BE49-F238E27FC236}">
                  <a16:creationId xmlns:a16="http://schemas.microsoft.com/office/drawing/2014/main" id="{F41FF28C-6A24-D721-9DA3-997EE3DBE24C}"/>
                </a:ext>
              </a:extLst>
            </p:cNvPr>
            <p:cNvSpPr>
              <a:spLocks/>
            </p:cNvSpPr>
            <p:nvPr/>
          </p:nvSpPr>
          <p:spPr bwMode="auto">
            <a:xfrm rot="5094805">
              <a:off x="2334108" y="6865996"/>
              <a:ext cx="59409" cy="13710"/>
            </a:xfrm>
            <a:custGeom>
              <a:avLst/>
              <a:gdLst>
                <a:gd name="T0" fmla="*/ 11 w 24"/>
                <a:gd name="T1" fmla="*/ 2 h 6"/>
                <a:gd name="T2" fmla="*/ 23 w 24"/>
                <a:gd name="T3" fmla="*/ 0 h 6"/>
                <a:gd name="T4" fmla="*/ 12 w 24"/>
                <a:gd name="T5" fmla="*/ 4 h 6"/>
                <a:gd name="T6" fmla="*/ 0 w 24"/>
                <a:gd name="T7" fmla="*/ 6 h 6"/>
                <a:gd name="T8" fmla="*/ 11 w 24"/>
                <a:gd name="T9" fmla="*/ 2 h 6"/>
              </a:gdLst>
              <a:ahLst/>
              <a:cxnLst>
                <a:cxn ang="0">
                  <a:pos x="T0" y="T1"/>
                </a:cxn>
                <a:cxn ang="0">
                  <a:pos x="T2" y="T3"/>
                </a:cxn>
                <a:cxn ang="0">
                  <a:pos x="T4" y="T5"/>
                </a:cxn>
                <a:cxn ang="0">
                  <a:pos x="T6" y="T7"/>
                </a:cxn>
                <a:cxn ang="0">
                  <a:pos x="T8" y="T9"/>
                </a:cxn>
              </a:cxnLst>
              <a:rect l="0" t="0" r="r" b="b"/>
              <a:pathLst>
                <a:path w="24" h="6">
                  <a:moveTo>
                    <a:pt x="11" y="2"/>
                  </a:moveTo>
                  <a:cubicBezTo>
                    <a:pt x="17" y="1"/>
                    <a:pt x="23" y="0"/>
                    <a:pt x="23" y="0"/>
                  </a:cubicBezTo>
                  <a:cubicBezTo>
                    <a:pt x="24" y="0"/>
                    <a:pt x="19" y="2"/>
                    <a:pt x="12" y="4"/>
                  </a:cubicBezTo>
                  <a:cubicBezTo>
                    <a:pt x="7" y="5"/>
                    <a:pt x="1" y="6"/>
                    <a:pt x="0" y="6"/>
                  </a:cubicBezTo>
                  <a:cubicBezTo>
                    <a:pt x="0" y="5"/>
                    <a:pt x="5" y="4"/>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8" name="Freeform 1710">
              <a:extLst>
                <a:ext uri="{FF2B5EF4-FFF2-40B4-BE49-F238E27FC236}">
                  <a16:creationId xmlns:a16="http://schemas.microsoft.com/office/drawing/2014/main" id="{3E5C4BB4-01E6-69F8-2972-ECD76075C9DD}"/>
                </a:ext>
              </a:extLst>
            </p:cNvPr>
            <p:cNvSpPr>
              <a:spLocks/>
            </p:cNvSpPr>
            <p:nvPr/>
          </p:nvSpPr>
          <p:spPr bwMode="auto">
            <a:xfrm rot="5094805">
              <a:off x="582051" y="1673690"/>
              <a:ext cx="54839" cy="25135"/>
            </a:xfrm>
            <a:custGeom>
              <a:avLst/>
              <a:gdLst>
                <a:gd name="T0" fmla="*/ 22 w 22"/>
                <a:gd name="T1" fmla="*/ 8 h 10"/>
                <a:gd name="T2" fmla="*/ 11 w 22"/>
                <a:gd name="T3" fmla="*/ 9 h 10"/>
                <a:gd name="T4" fmla="*/ 0 w 22"/>
                <a:gd name="T5" fmla="*/ 3 h 10"/>
                <a:gd name="T6" fmla="*/ 11 w 22"/>
                <a:gd name="T7" fmla="*/ 2 h 10"/>
                <a:gd name="T8" fmla="*/ 22 w 22"/>
                <a:gd name="T9" fmla="*/ 8 h 10"/>
              </a:gdLst>
              <a:ahLst/>
              <a:cxnLst>
                <a:cxn ang="0">
                  <a:pos x="T0" y="T1"/>
                </a:cxn>
                <a:cxn ang="0">
                  <a:pos x="T2" y="T3"/>
                </a:cxn>
                <a:cxn ang="0">
                  <a:pos x="T4" y="T5"/>
                </a:cxn>
                <a:cxn ang="0">
                  <a:pos x="T6" y="T7"/>
                </a:cxn>
                <a:cxn ang="0">
                  <a:pos x="T8" y="T9"/>
                </a:cxn>
              </a:cxnLst>
              <a:rect l="0" t="0" r="r" b="b"/>
              <a:pathLst>
                <a:path w="22" h="10">
                  <a:moveTo>
                    <a:pt x="22" y="8"/>
                  </a:moveTo>
                  <a:cubicBezTo>
                    <a:pt x="22" y="9"/>
                    <a:pt x="18" y="10"/>
                    <a:pt x="11" y="9"/>
                  </a:cubicBezTo>
                  <a:cubicBezTo>
                    <a:pt x="5" y="7"/>
                    <a:pt x="0" y="5"/>
                    <a:pt x="0" y="3"/>
                  </a:cubicBezTo>
                  <a:cubicBezTo>
                    <a:pt x="0" y="1"/>
                    <a:pt x="5" y="0"/>
                    <a:pt x="11" y="2"/>
                  </a:cubicBezTo>
                  <a:cubicBezTo>
                    <a:pt x="17" y="3"/>
                    <a:pt x="22" y="6"/>
                    <a:pt x="2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9" name="Freeform 1711">
              <a:extLst>
                <a:ext uri="{FF2B5EF4-FFF2-40B4-BE49-F238E27FC236}">
                  <a16:creationId xmlns:a16="http://schemas.microsoft.com/office/drawing/2014/main" id="{CF80C72C-DA70-D08E-CEA7-A3C062A12A94}"/>
                </a:ext>
              </a:extLst>
            </p:cNvPr>
            <p:cNvSpPr>
              <a:spLocks/>
            </p:cNvSpPr>
            <p:nvPr/>
          </p:nvSpPr>
          <p:spPr bwMode="auto">
            <a:xfrm rot="5094805">
              <a:off x="560676" y="1875056"/>
              <a:ext cx="57124" cy="18280"/>
            </a:xfrm>
            <a:custGeom>
              <a:avLst/>
              <a:gdLst>
                <a:gd name="T0" fmla="*/ 23 w 23"/>
                <a:gd name="T1" fmla="*/ 6 h 8"/>
                <a:gd name="T2" fmla="*/ 13 w 23"/>
                <a:gd name="T3" fmla="*/ 7 h 8"/>
                <a:gd name="T4" fmla="*/ 1 w 23"/>
                <a:gd name="T5" fmla="*/ 2 h 8"/>
                <a:gd name="T6" fmla="*/ 10 w 23"/>
                <a:gd name="T7" fmla="*/ 1 h 8"/>
                <a:gd name="T8" fmla="*/ 23 w 23"/>
                <a:gd name="T9" fmla="*/ 6 h 8"/>
              </a:gdLst>
              <a:ahLst/>
              <a:cxnLst>
                <a:cxn ang="0">
                  <a:pos x="T0" y="T1"/>
                </a:cxn>
                <a:cxn ang="0">
                  <a:pos x="T2" y="T3"/>
                </a:cxn>
                <a:cxn ang="0">
                  <a:pos x="T4" y="T5"/>
                </a:cxn>
                <a:cxn ang="0">
                  <a:pos x="T6" y="T7"/>
                </a:cxn>
                <a:cxn ang="0">
                  <a:pos x="T8" y="T9"/>
                </a:cxn>
              </a:cxnLst>
              <a:rect l="0" t="0" r="r" b="b"/>
              <a:pathLst>
                <a:path w="23" h="8">
                  <a:moveTo>
                    <a:pt x="23" y="6"/>
                  </a:moveTo>
                  <a:cubicBezTo>
                    <a:pt x="23" y="7"/>
                    <a:pt x="19" y="8"/>
                    <a:pt x="13" y="7"/>
                  </a:cubicBezTo>
                  <a:cubicBezTo>
                    <a:pt x="6" y="6"/>
                    <a:pt x="1" y="4"/>
                    <a:pt x="1" y="2"/>
                  </a:cubicBezTo>
                  <a:cubicBezTo>
                    <a:pt x="0" y="0"/>
                    <a:pt x="4" y="0"/>
                    <a:pt x="10" y="1"/>
                  </a:cubicBezTo>
                  <a:cubicBezTo>
                    <a:pt x="16" y="2"/>
                    <a:pt x="22" y="4"/>
                    <a:pt x="2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0" name="Freeform 1712">
              <a:extLst>
                <a:ext uri="{FF2B5EF4-FFF2-40B4-BE49-F238E27FC236}">
                  <a16:creationId xmlns:a16="http://schemas.microsoft.com/office/drawing/2014/main" id="{A89D894D-88B2-3F8E-D425-6FF462CD3B0F}"/>
                </a:ext>
              </a:extLst>
            </p:cNvPr>
            <p:cNvSpPr>
              <a:spLocks/>
            </p:cNvSpPr>
            <p:nvPr/>
          </p:nvSpPr>
          <p:spPr bwMode="auto">
            <a:xfrm rot="5094805">
              <a:off x="547470" y="2076847"/>
              <a:ext cx="59409" cy="13710"/>
            </a:xfrm>
            <a:custGeom>
              <a:avLst/>
              <a:gdLst>
                <a:gd name="T0" fmla="*/ 10 w 24"/>
                <a:gd name="T1" fmla="*/ 1 h 6"/>
                <a:gd name="T2" fmla="*/ 23 w 24"/>
                <a:gd name="T3" fmla="*/ 4 h 6"/>
                <a:gd name="T4" fmla="*/ 13 w 24"/>
                <a:gd name="T5" fmla="*/ 5 h 6"/>
                <a:gd name="T6" fmla="*/ 1 w 24"/>
                <a:gd name="T7" fmla="*/ 1 h 6"/>
                <a:gd name="T8" fmla="*/ 10 w 24"/>
                <a:gd name="T9" fmla="*/ 1 h 6"/>
              </a:gdLst>
              <a:ahLst/>
              <a:cxnLst>
                <a:cxn ang="0">
                  <a:pos x="T0" y="T1"/>
                </a:cxn>
                <a:cxn ang="0">
                  <a:pos x="T2" y="T3"/>
                </a:cxn>
                <a:cxn ang="0">
                  <a:pos x="T4" y="T5"/>
                </a:cxn>
                <a:cxn ang="0">
                  <a:pos x="T6" y="T7"/>
                </a:cxn>
                <a:cxn ang="0">
                  <a:pos x="T8" y="T9"/>
                </a:cxn>
              </a:cxnLst>
              <a:rect l="0" t="0" r="r" b="b"/>
              <a:pathLst>
                <a:path w="24" h="6">
                  <a:moveTo>
                    <a:pt x="10" y="1"/>
                  </a:moveTo>
                  <a:cubicBezTo>
                    <a:pt x="16" y="1"/>
                    <a:pt x="22" y="3"/>
                    <a:pt x="23" y="4"/>
                  </a:cubicBezTo>
                  <a:cubicBezTo>
                    <a:pt x="24" y="5"/>
                    <a:pt x="19" y="6"/>
                    <a:pt x="13" y="5"/>
                  </a:cubicBezTo>
                  <a:cubicBezTo>
                    <a:pt x="7" y="4"/>
                    <a:pt x="2" y="3"/>
                    <a:pt x="1" y="1"/>
                  </a:cubicBezTo>
                  <a:cubicBezTo>
                    <a:pt x="0" y="0"/>
                    <a:pt x="5"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1" name="Freeform 1713">
              <a:extLst>
                <a:ext uri="{FF2B5EF4-FFF2-40B4-BE49-F238E27FC236}">
                  <a16:creationId xmlns:a16="http://schemas.microsoft.com/office/drawing/2014/main" id="{86BC97C9-1606-9DCD-232E-DE7E5182DE32}"/>
                </a:ext>
              </a:extLst>
            </p:cNvPr>
            <p:cNvSpPr>
              <a:spLocks/>
            </p:cNvSpPr>
            <p:nvPr/>
          </p:nvSpPr>
          <p:spPr bwMode="auto">
            <a:xfrm rot="5094805">
              <a:off x="548864" y="2274105"/>
              <a:ext cx="57124" cy="11425"/>
            </a:xfrm>
            <a:custGeom>
              <a:avLst/>
              <a:gdLst>
                <a:gd name="T0" fmla="*/ 22 w 23"/>
                <a:gd name="T1" fmla="*/ 3 h 4"/>
                <a:gd name="T2" fmla="*/ 11 w 23"/>
                <a:gd name="T3" fmla="*/ 3 h 4"/>
                <a:gd name="T4" fmla="*/ 0 w 23"/>
                <a:gd name="T5" fmla="*/ 1 h 4"/>
                <a:gd name="T6" fmla="*/ 11 w 23"/>
                <a:gd name="T7" fmla="*/ 1 h 4"/>
                <a:gd name="T8" fmla="*/ 22 w 23"/>
                <a:gd name="T9" fmla="*/ 3 h 4"/>
              </a:gdLst>
              <a:ahLst/>
              <a:cxnLst>
                <a:cxn ang="0">
                  <a:pos x="T0" y="T1"/>
                </a:cxn>
                <a:cxn ang="0">
                  <a:pos x="T2" y="T3"/>
                </a:cxn>
                <a:cxn ang="0">
                  <a:pos x="T4" y="T5"/>
                </a:cxn>
                <a:cxn ang="0">
                  <a:pos x="T6" y="T7"/>
                </a:cxn>
                <a:cxn ang="0">
                  <a:pos x="T8" y="T9"/>
                </a:cxn>
              </a:cxnLst>
              <a:rect l="0" t="0" r="r" b="b"/>
              <a:pathLst>
                <a:path w="23" h="4">
                  <a:moveTo>
                    <a:pt x="22" y="3"/>
                  </a:moveTo>
                  <a:cubicBezTo>
                    <a:pt x="23" y="3"/>
                    <a:pt x="18" y="4"/>
                    <a:pt x="11" y="3"/>
                  </a:cubicBezTo>
                  <a:cubicBezTo>
                    <a:pt x="5" y="3"/>
                    <a:pt x="0" y="2"/>
                    <a:pt x="0" y="1"/>
                  </a:cubicBezTo>
                  <a:cubicBezTo>
                    <a:pt x="0" y="0"/>
                    <a:pt x="5" y="0"/>
                    <a:pt x="11" y="1"/>
                  </a:cubicBezTo>
                  <a:cubicBezTo>
                    <a:pt x="17" y="1"/>
                    <a:pt x="22" y="2"/>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2" name="Freeform 1714">
              <a:extLst>
                <a:ext uri="{FF2B5EF4-FFF2-40B4-BE49-F238E27FC236}">
                  <a16:creationId xmlns:a16="http://schemas.microsoft.com/office/drawing/2014/main" id="{59320169-C918-6C5C-35B5-45BC5E216744}"/>
                </a:ext>
              </a:extLst>
            </p:cNvPr>
            <p:cNvSpPr>
              <a:spLocks/>
            </p:cNvSpPr>
            <p:nvPr/>
          </p:nvSpPr>
          <p:spPr bwMode="auto">
            <a:xfrm rot="5094805">
              <a:off x="566190" y="2469944"/>
              <a:ext cx="54839" cy="9140"/>
            </a:xfrm>
            <a:custGeom>
              <a:avLst/>
              <a:gdLst>
                <a:gd name="T0" fmla="*/ 13 w 23"/>
                <a:gd name="T1" fmla="*/ 2 h 3"/>
                <a:gd name="T2" fmla="*/ 0 w 23"/>
                <a:gd name="T3" fmla="*/ 2 h 3"/>
                <a:gd name="T4" fmla="*/ 10 w 23"/>
                <a:gd name="T5" fmla="*/ 1 h 3"/>
                <a:gd name="T6" fmla="*/ 22 w 23"/>
                <a:gd name="T7" fmla="*/ 1 h 3"/>
                <a:gd name="T8" fmla="*/ 13 w 23"/>
                <a:gd name="T9" fmla="*/ 2 h 3"/>
              </a:gdLst>
              <a:ahLst/>
              <a:cxnLst>
                <a:cxn ang="0">
                  <a:pos x="T0" y="T1"/>
                </a:cxn>
                <a:cxn ang="0">
                  <a:pos x="T2" y="T3"/>
                </a:cxn>
                <a:cxn ang="0">
                  <a:pos x="T4" y="T5"/>
                </a:cxn>
                <a:cxn ang="0">
                  <a:pos x="T6" y="T7"/>
                </a:cxn>
                <a:cxn ang="0">
                  <a:pos x="T8" y="T9"/>
                </a:cxn>
              </a:cxnLst>
              <a:rect l="0" t="0" r="r" b="b"/>
              <a:pathLst>
                <a:path w="23" h="3">
                  <a:moveTo>
                    <a:pt x="13" y="2"/>
                  </a:moveTo>
                  <a:cubicBezTo>
                    <a:pt x="6" y="3"/>
                    <a:pt x="1" y="2"/>
                    <a:pt x="0" y="2"/>
                  </a:cubicBezTo>
                  <a:cubicBezTo>
                    <a:pt x="0" y="1"/>
                    <a:pt x="4" y="1"/>
                    <a:pt x="10" y="1"/>
                  </a:cubicBezTo>
                  <a:cubicBezTo>
                    <a:pt x="16" y="0"/>
                    <a:pt x="21" y="0"/>
                    <a:pt x="22" y="1"/>
                  </a:cubicBezTo>
                  <a:cubicBezTo>
                    <a:pt x="23" y="1"/>
                    <a:pt x="19" y="2"/>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3" name="Freeform 1715">
              <a:extLst>
                <a:ext uri="{FF2B5EF4-FFF2-40B4-BE49-F238E27FC236}">
                  <a16:creationId xmlns:a16="http://schemas.microsoft.com/office/drawing/2014/main" id="{8CA7E212-637B-03C8-066C-B3F58EF182FA}"/>
                </a:ext>
              </a:extLst>
            </p:cNvPr>
            <p:cNvSpPr>
              <a:spLocks/>
            </p:cNvSpPr>
            <p:nvPr/>
          </p:nvSpPr>
          <p:spPr bwMode="auto">
            <a:xfrm rot="5094805">
              <a:off x="599342" y="2661984"/>
              <a:ext cx="54839" cy="9140"/>
            </a:xfrm>
            <a:custGeom>
              <a:avLst/>
              <a:gdLst>
                <a:gd name="T0" fmla="*/ 22 w 22"/>
                <a:gd name="T1" fmla="*/ 0 h 4"/>
                <a:gd name="T2" fmla="*/ 12 w 22"/>
                <a:gd name="T3" fmla="*/ 3 h 4"/>
                <a:gd name="T4" fmla="*/ 0 w 22"/>
                <a:gd name="T5" fmla="*/ 3 h 4"/>
                <a:gd name="T6" fmla="*/ 10 w 22"/>
                <a:gd name="T7" fmla="*/ 1 h 4"/>
                <a:gd name="T8" fmla="*/ 22 w 22"/>
                <a:gd name="T9" fmla="*/ 0 h 4"/>
              </a:gdLst>
              <a:ahLst/>
              <a:cxnLst>
                <a:cxn ang="0">
                  <a:pos x="T0" y="T1"/>
                </a:cxn>
                <a:cxn ang="0">
                  <a:pos x="T2" y="T3"/>
                </a:cxn>
                <a:cxn ang="0">
                  <a:pos x="T4" y="T5"/>
                </a:cxn>
                <a:cxn ang="0">
                  <a:pos x="T6" y="T7"/>
                </a:cxn>
                <a:cxn ang="0">
                  <a:pos x="T8" y="T9"/>
                </a:cxn>
              </a:cxnLst>
              <a:rect l="0" t="0" r="r" b="b"/>
              <a:pathLst>
                <a:path w="22" h="4">
                  <a:moveTo>
                    <a:pt x="22" y="0"/>
                  </a:moveTo>
                  <a:cubicBezTo>
                    <a:pt x="22" y="1"/>
                    <a:pt x="18" y="2"/>
                    <a:pt x="12" y="3"/>
                  </a:cubicBezTo>
                  <a:cubicBezTo>
                    <a:pt x="6" y="3"/>
                    <a:pt x="0" y="4"/>
                    <a:pt x="0" y="3"/>
                  </a:cubicBezTo>
                  <a:cubicBezTo>
                    <a:pt x="0" y="3"/>
                    <a:pt x="4" y="2"/>
                    <a:pt x="10" y="1"/>
                  </a:cubicBezTo>
                  <a:cubicBezTo>
                    <a:pt x="16" y="0"/>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4" name="Freeform 1716">
              <a:extLst>
                <a:ext uri="{FF2B5EF4-FFF2-40B4-BE49-F238E27FC236}">
                  <a16:creationId xmlns:a16="http://schemas.microsoft.com/office/drawing/2014/main" id="{9550B233-C5BD-6D57-1629-AAA5144558DB}"/>
                </a:ext>
              </a:extLst>
            </p:cNvPr>
            <p:cNvSpPr>
              <a:spLocks/>
            </p:cNvSpPr>
            <p:nvPr/>
          </p:nvSpPr>
          <p:spPr bwMode="auto">
            <a:xfrm rot="5094805">
              <a:off x="646044" y="2850427"/>
              <a:ext cx="57124" cy="11425"/>
            </a:xfrm>
            <a:custGeom>
              <a:avLst/>
              <a:gdLst>
                <a:gd name="T0" fmla="*/ 22 w 23"/>
                <a:gd name="T1" fmla="*/ 0 h 5"/>
                <a:gd name="T2" fmla="*/ 13 w 23"/>
                <a:gd name="T3" fmla="*/ 3 h 5"/>
                <a:gd name="T4" fmla="*/ 1 w 23"/>
                <a:gd name="T5" fmla="*/ 4 h 5"/>
                <a:gd name="T6" fmla="*/ 10 w 23"/>
                <a:gd name="T7" fmla="*/ 2 h 5"/>
                <a:gd name="T8" fmla="*/ 22 w 23"/>
                <a:gd name="T9" fmla="*/ 0 h 5"/>
              </a:gdLst>
              <a:ahLst/>
              <a:cxnLst>
                <a:cxn ang="0">
                  <a:pos x="T0" y="T1"/>
                </a:cxn>
                <a:cxn ang="0">
                  <a:pos x="T2" y="T3"/>
                </a:cxn>
                <a:cxn ang="0">
                  <a:pos x="T4" y="T5"/>
                </a:cxn>
                <a:cxn ang="0">
                  <a:pos x="T6" y="T7"/>
                </a:cxn>
                <a:cxn ang="0">
                  <a:pos x="T8" y="T9"/>
                </a:cxn>
              </a:cxnLst>
              <a:rect l="0" t="0" r="r" b="b"/>
              <a:pathLst>
                <a:path w="23" h="5">
                  <a:moveTo>
                    <a:pt x="22" y="0"/>
                  </a:moveTo>
                  <a:cubicBezTo>
                    <a:pt x="23" y="0"/>
                    <a:pt x="19" y="2"/>
                    <a:pt x="13" y="3"/>
                  </a:cubicBezTo>
                  <a:cubicBezTo>
                    <a:pt x="7" y="4"/>
                    <a:pt x="2" y="5"/>
                    <a:pt x="1" y="4"/>
                  </a:cubicBezTo>
                  <a:cubicBezTo>
                    <a:pt x="0" y="4"/>
                    <a:pt x="4" y="3"/>
                    <a:pt x="10" y="2"/>
                  </a:cubicBezTo>
                  <a:cubicBezTo>
                    <a:pt x="15" y="1"/>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5" name="Freeform 1717">
              <a:extLst>
                <a:ext uri="{FF2B5EF4-FFF2-40B4-BE49-F238E27FC236}">
                  <a16:creationId xmlns:a16="http://schemas.microsoft.com/office/drawing/2014/main" id="{669CDE08-DBAA-517B-429A-768766C3D397}"/>
                </a:ext>
              </a:extLst>
            </p:cNvPr>
            <p:cNvSpPr>
              <a:spLocks/>
            </p:cNvSpPr>
            <p:nvPr/>
          </p:nvSpPr>
          <p:spPr bwMode="auto">
            <a:xfrm rot="5094805">
              <a:off x="709824" y="3036411"/>
              <a:ext cx="54839" cy="15995"/>
            </a:xfrm>
            <a:custGeom>
              <a:avLst/>
              <a:gdLst>
                <a:gd name="T0" fmla="*/ 22 w 22"/>
                <a:gd name="T1" fmla="*/ 0 h 6"/>
                <a:gd name="T2" fmla="*/ 11 w 22"/>
                <a:gd name="T3" fmla="*/ 4 h 6"/>
                <a:gd name="T4" fmla="*/ 0 w 22"/>
                <a:gd name="T5" fmla="*/ 6 h 6"/>
                <a:gd name="T6" fmla="*/ 10 w 22"/>
                <a:gd name="T7" fmla="*/ 2 h 6"/>
                <a:gd name="T8" fmla="*/ 22 w 22"/>
                <a:gd name="T9" fmla="*/ 0 h 6"/>
              </a:gdLst>
              <a:ahLst/>
              <a:cxnLst>
                <a:cxn ang="0">
                  <a:pos x="T0" y="T1"/>
                </a:cxn>
                <a:cxn ang="0">
                  <a:pos x="T2" y="T3"/>
                </a:cxn>
                <a:cxn ang="0">
                  <a:pos x="T4" y="T5"/>
                </a:cxn>
                <a:cxn ang="0">
                  <a:pos x="T6" y="T7"/>
                </a:cxn>
                <a:cxn ang="0">
                  <a:pos x="T8" y="T9"/>
                </a:cxn>
              </a:cxnLst>
              <a:rect l="0" t="0" r="r" b="b"/>
              <a:pathLst>
                <a:path w="22" h="6">
                  <a:moveTo>
                    <a:pt x="22" y="0"/>
                  </a:moveTo>
                  <a:cubicBezTo>
                    <a:pt x="22" y="1"/>
                    <a:pt x="17" y="2"/>
                    <a:pt x="11" y="4"/>
                  </a:cubicBezTo>
                  <a:cubicBezTo>
                    <a:pt x="5" y="6"/>
                    <a:pt x="0" y="6"/>
                    <a:pt x="0" y="6"/>
                  </a:cubicBezTo>
                  <a:cubicBezTo>
                    <a:pt x="0" y="5"/>
                    <a:pt x="4" y="4"/>
                    <a:pt x="10" y="2"/>
                  </a:cubicBezTo>
                  <a:cubicBezTo>
                    <a:pt x="16" y="1"/>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6" name="Freeform 1718">
              <a:extLst>
                <a:ext uri="{FF2B5EF4-FFF2-40B4-BE49-F238E27FC236}">
                  <a16:creationId xmlns:a16="http://schemas.microsoft.com/office/drawing/2014/main" id="{7FBDFA4D-9EDE-AD15-9528-086AD7E543CE}"/>
                </a:ext>
              </a:extLst>
            </p:cNvPr>
            <p:cNvSpPr>
              <a:spLocks/>
            </p:cNvSpPr>
            <p:nvPr/>
          </p:nvSpPr>
          <p:spPr bwMode="auto">
            <a:xfrm rot="5094805">
              <a:off x="781562" y="3222625"/>
              <a:ext cx="57124" cy="18280"/>
            </a:xfrm>
            <a:custGeom>
              <a:avLst/>
              <a:gdLst>
                <a:gd name="T0" fmla="*/ 1 w 23"/>
                <a:gd name="T1" fmla="*/ 7 h 7"/>
                <a:gd name="T2" fmla="*/ 10 w 23"/>
                <a:gd name="T3" fmla="*/ 3 h 7"/>
                <a:gd name="T4" fmla="*/ 23 w 23"/>
                <a:gd name="T5" fmla="*/ 0 h 7"/>
                <a:gd name="T6" fmla="*/ 13 w 23"/>
                <a:gd name="T7" fmla="*/ 4 h 7"/>
                <a:gd name="T8" fmla="*/ 1 w 23"/>
                <a:gd name="T9" fmla="*/ 7 h 7"/>
              </a:gdLst>
              <a:ahLst/>
              <a:cxnLst>
                <a:cxn ang="0">
                  <a:pos x="T0" y="T1"/>
                </a:cxn>
                <a:cxn ang="0">
                  <a:pos x="T2" y="T3"/>
                </a:cxn>
                <a:cxn ang="0">
                  <a:pos x="T4" y="T5"/>
                </a:cxn>
                <a:cxn ang="0">
                  <a:pos x="T6" y="T7"/>
                </a:cxn>
                <a:cxn ang="0">
                  <a:pos x="T8" y="T9"/>
                </a:cxn>
              </a:cxnLst>
              <a:rect l="0" t="0" r="r" b="b"/>
              <a:pathLst>
                <a:path w="23" h="7">
                  <a:moveTo>
                    <a:pt x="1" y="7"/>
                  </a:moveTo>
                  <a:cubicBezTo>
                    <a:pt x="0" y="6"/>
                    <a:pt x="5" y="5"/>
                    <a:pt x="10" y="3"/>
                  </a:cubicBezTo>
                  <a:cubicBezTo>
                    <a:pt x="16" y="1"/>
                    <a:pt x="22" y="0"/>
                    <a:pt x="23" y="0"/>
                  </a:cubicBezTo>
                  <a:cubicBezTo>
                    <a:pt x="23" y="0"/>
                    <a:pt x="19" y="2"/>
                    <a:pt x="13" y="4"/>
                  </a:cubicBezTo>
                  <a:cubicBezTo>
                    <a:pt x="7" y="6"/>
                    <a:pt x="1" y="7"/>
                    <a:pt x="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7" name="Freeform 1719">
              <a:extLst>
                <a:ext uri="{FF2B5EF4-FFF2-40B4-BE49-F238E27FC236}">
                  <a16:creationId xmlns:a16="http://schemas.microsoft.com/office/drawing/2014/main" id="{38C1D527-ACD9-8BEF-6119-D84F03E2CC12}"/>
                </a:ext>
              </a:extLst>
            </p:cNvPr>
            <p:cNvSpPr>
              <a:spLocks/>
            </p:cNvSpPr>
            <p:nvPr/>
          </p:nvSpPr>
          <p:spPr bwMode="auto">
            <a:xfrm rot="5094805">
              <a:off x="865827" y="3406785"/>
              <a:ext cx="54839" cy="22850"/>
            </a:xfrm>
            <a:custGeom>
              <a:avLst/>
              <a:gdLst>
                <a:gd name="T0" fmla="*/ 21 w 22"/>
                <a:gd name="T1" fmla="*/ 0 h 9"/>
                <a:gd name="T2" fmla="*/ 11 w 22"/>
                <a:gd name="T3" fmla="*/ 5 h 9"/>
                <a:gd name="T4" fmla="*/ 0 w 22"/>
                <a:gd name="T5" fmla="*/ 8 h 9"/>
                <a:gd name="T6" fmla="*/ 10 w 22"/>
                <a:gd name="T7" fmla="*/ 4 h 9"/>
                <a:gd name="T8" fmla="*/ 21 w 22"/>
                <a:gd name="T9" fmla="*/ 0 h 9"/>
              </a:gdLst>
              <a:ahLst/>
              <a:cxnLst>
                <a:cxn ang="0">
                  <a:pos x="T0" y="T1"/>
                </a:cxn>
                <a:cxn ang="0">
                  <a:pos x="T2" y="T3"/>
                </a:cxn>
                <a:cxn ang="0">
                  <a:pos x="T4" y="T5"/>
                </a:cxn>
                <a:cxn ang="0">
                  <a:pos x="T6" y="T7"/>
                </a:cxn>
                <a:cxn ang="0">
                  <a:pos x="T8" y="T9"/>
                </a:cxn>
              </a:cxnLst>
              <a:rect l="0" t="0" r="r" b="b"/>
              <a:pathLst>
                <a:path w="22" h="9">
                  <a:moveTo>
                    <a:pt x="21" y="0"/>
                  </a:moveTo>
                  <a:cubicBezTo>
                    <a:pt x="22" y="1"/>
                    <a:pt x="17" y="3"/>
                    <a:pt x="11" y="5"/>
                  </a:cubicBezTo>
                  <a:cubicBezTo>
                    <a:pt x="4" y="7"/>
                    <a:pt x="0" y="9"/>
                    <a:pt x="0" y="8"/>
                  </a:cubicBezTo>
                  <a:cubicBezTo>
                    <a:pt x="0" y="8"/>
                    <a:pt x="4" y="6"/>
                    <a:pt x="10" y="4"/>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8" name="Freeform 1720">
              <a:extLst>
                <a:ext uri="{FF2B5EF4-FFF2-40B4-BE49-F238E27FC236}">
                  <a16:creationId xmlns:a16="http://schemas.microsoft.com/office/drawing/2014/main" id="{581B8A31-9637-059E-C2E9-61910C155CC0}"/>
                </a:ext>
              </a:extLst>
            </p:cNvPr>
            <p:cNvSpPr>
              <a:spLocks/>
            </p:cNvSpPr>
            <p:nvPr/>
          </p:nvSpPr>
          <p:spPr bwMode="auto">
            <a:xfrm rot="5094805">
              <a:off x="954431" y="3590346"/>
              <a:ext cx="57124" cy="22850"/>
            </a:xfrm>
            <a:custGeom>
              <a:avLst/>
              <a:gdLst>
                <a:gd name="T0" fmla="*/ 22 w 23"/>
                <a:gd name="T1" fmla="*/ 0 h 9"/>
                <a:gd name="T2" fmla="*/ 12 w 23"/>
                <a:gd name="T3" fmla="*/ 4 h 9"/>
                <a:gd name="T4" fmla="*/ 0 w 23"/>
                <a:gd name="T5" fmla="*/ 9 h 9"/>
                <a:gd name="T6" fmla="*/ 10 w 23"/>
                <a:gd name="T7" fmla="*/ 4 h 9"/>
                <a:gd name="T8" fmla="*/ 22 w 23"/>
                <a:gd name="T9" fmla="*/ 0 h 9"/>
              </a:gdLst>
              <a:ahLst/>
              <a:cxnLst>
                <a:cxn ang="0">
                  <a:pos x="T0" y="T1"/>
                </a:cxn>
                <a:cxn ang="0">
                  <a:pos x="T2" y="T3"/>
                </a:cxn>
                <a:cxn ang="0">
                  <a:pos x="T4" y="T5"/>
                </a:cxn>
                <a:cxn ang="0">
                  <a:pos x="T6" y="T7"/>
                </a:cxn>
                <a:cxn ang="0">
                  <a:pos x="T8" y="T9"/>
                </a:cxn>
              </a:cxnLst>
              <a:rect l="0" t="0" r="r" b="b"/>
              <a:pathLst>
                <a:path w="23" h="9">
                  <a:moveTo>
                    <a:pt x="22" y="0"/>
                  </a:moveTo>
                  <a:cubicBezTo>
                    <a:pt x="23" y="0"/>
                    <a:pt x="18" y="2"/>
                    <a:pt x="12" y="4"/>
                  </a:cubicBezTo>
                  <a:cubicBezTo>
                    <a:pt x="6" y="7"/>
                    <a:pt x="1" y="9"/>
                    <a:pt x="0" y="9"/>
                  </a:cubicBezTo>
                  <a:cubicBezTo>
                    <a:pt x="0" y="8"/>
                    <a:pt x="5" y="6"/>
                    <a:pt x="10" y="4"/>
                  </a:cubicBezTo>
                  <a:cubicBezTo>
                    <a:pt x="16" y="2"/>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9" name="Freeform 1721">
              <a:extLst>
                <a:ext uri="{FF2B5EF4-FFF2-40B4-BE49-F238E27FC236}">
                  <a16:creationId xmlns:a16="http://schemas.microsoft.com/office/drawing/2014/main" id="{CF7091D5-204E-DDB8-C212-0F40099EDACB}"/>
                </a:ext>
              </a:extLst>
            </p:cNvPr>
            <p:cNvSpPr>
              <a:spLocks/>
            </p:cNvSpPr>
            <p:nvPr/>
          </p:nvSpPr>
          <p:spPr bwMode="auto">
            <a:xfrm rot="5094805">
              <a:off x="1056807" y="3772991"/>
              <a:ext cx="52554" cy="25135"/>
            </a:xfrm>
            <a:custGeom>
              <a:avLst/>
              <a:gdLst>
                <a:gd name="T0" fmla="*/ 12 w 22"/>
                <a:gd name="T1" fmla="*/ 5 h 10"/>
                <a:gd name="T2" fmla="*/ 0 w 22"/>
                <a:gd name="T3" fmla="*/ 10 h 10"/>
                <a:gd name="T4" fmla="*/ 10 w 22"/>
                <a:gd name="T5" fmla="*/ 5 h 10"/>
                <a:gd name="T6" fmla="*/ 22 w 22"/>
                <a:gd name="T7" fmla="*/ 1 h 10"/>
                <a:gd name="T8" fmla="*/ 12 w 22"/>
                <a:gd name="T9" fmla="*/ 5 h 10"/>
              </a:gdLst>
              <a:ahLst/>
              <a:cxnLst>
                <a:cxn ang="0">
                  <a:pos x="T0" y="T1"/>
                </a:cxn>
                <a:cxn ang="0">
                  <a:pos x="T2" y="T3"/>
                </a:cxn>
                <a:cxn ang="0">
                  <a:pos x="T4" y="T5"/>
                </a:cxn>
                <a:cxn ang="0">
                  <a:pos x="T6" y="T7"/>
                </a:cxn>
                <a:cxn ang="0">
                  <a:pos x="T8" y="T9"/>
                </a:cxn>
              </a:cxnLst>
              <a:rect l="0" t="0" r="r" b="b"/>
              <a:pathLst>
                <a:path w="22" h="10">
                  <a:moveTo>
                    <a:pt x="12" y="5"/>
                  </a:moveTo>
                  <a:cubicBezTo>
                    <a:pt x="6" y="8"/>
                    <a:pt x="1" y="10"/>
                    <a:pt x="0" y="10"/>
                  </a:cubicBezTo>
                  <a:cubicBezTo>
                    <a:pt x="0" y="10"/>
                    <a:pt x="4" y="8"/>
                    <a:pt x="10" y="5"/>
                  </a:cubicBezTo>
                  <a:cubicBezTo>
                    <a:pt x="16" y="3"/>
                    <a:pt x="21" y="0"/>
                    <a:pt x="22" y="1"/>
                  </a:cubicBezTo>
                  <a:cubicBezTo>
                    <a:pt x="22" y="1"/>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0" name="Freeform 1722">
              <a:extLst>
                <a:ext uri="{FF2B5EF4-FFF2-40B4-BE49-F238E27FC236}">
                  <a16:creationId xmlns:a16="http://schemas.microsoft.com/office/drawing/2014/main" id="{401865E6-5AD5-8593-9590-8B3C71F6E6DE}"/>
                </a:ext>
              </a:extLst>
            </p:cNvPr>
            <p:cNvSpPr>
              <a:spLocks/>
            </p:cNvSpPr>
            <p:nvPr/>
          </p:nvSpPr>
          <p:spPr bwMode="auto">
            <a:xfrm rot="5094805">
              <a:off x="1158027" y="3956475"/>
              <a:ext cx="57124" cy="25135"/>
            </a:xfrm>
            <a:custGeom>
              <a:avLst/>
              <a:gdLst>
                <a:gd name="T0" fmla="*/ 22 w 23"/>
                <a:gd name="T1" fmla="*/ 0 h 10"/>
                <a:gd name="T2" fmla="*/ 13 w 23"/>
                <a:gd name="T3" fmla="*/ 5 h 10"/>
                <a:gd name="T4" fmla="*/ 1 w 23"/>
                <a:gd name="T5" fmla="*/ 10 h 10"/>
                <a:gd name="T6" fmla="*/ 10 w 23"/>
                <a:gd name="T7" fmla="*/ 6 h 10"/>
                <a:gd name="T8" fmla="*/ 22 w 23"/>
                <a:gd name="T9" fmla="*/ 0 h 10"/>
              </a:gdLst>
              <a:ahLst/>
              <a:cxnLst>
                <a:cxn ang="0">
                  <a:pos x="T0" y="T1"/>
                </a:cxn>
                <a:cxn ang="0">
                  <a:pos x="T2" y="T3"/>
                </a:cxn>
                <a:cxn ang="0">
                  <a:pos x="T4" y="T5"/>
                </a:cxn>
                <a:cxn ang="0">
                  <a:pos x="T6" y="T7"/>
                </a:cxn>
                <a:cxn ang="0">
                  <a:pos x="T8" y="T9"/>
                </a:cxn>
              </a:cxnLst>
              <a:rect l="0" t="0" r="r" b="b"/>
              <a:pathLst>
                <a:path w="23" h="10">
                  <a:moveTo>
                    <a:pt x="22" y="0"/>
                  </a:moveTo>
                  <a:cubicBezTo>
                    <a:pt x="23" y="0"/>
                    <a:pt x="19" y="2"/>
                    <a:pt x="13" y="5"/>
                  </a:cubicBezTo>
                  <a:cubicBezTo>
                    <a:pt x="7" y="8"/>
                    <a:pt x="2" y="10"/>
                    <a:pt x="1" y="10"/>
                  </a:cubicBezTo>
                  <a:cubicBezTo>
                    <a:pt x="0" y="10"/>
                    <a:pt x="4" y="8"/>
                    <a:pt x="10" y="6"/>
                  </a:cubicBezTo>
                  <a:cubicBezTo>
                    <a:pt x="15" y="3"/>
                    <a:pt x="21" y="1"/>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1" name="Freeform 1723">
              <a:extLst>
                <a:ext uri="{FF2B5EF4-FFF2-40B4-BE49-F238E27FC236}">
                  <a16:creationId xmlns:a16="http://schemas.microsoft.com/office/drawing/2014/main" id="{8AA410F1-01FE-FE68-4642-300558D18EAB}"/>
                </a:ext>
              </a:extLst>
            </p:cNvPr>
            <p:cNvSpPr>
              <a:spLocks/>
            </p:cNvSpPr>
            <p:nvPr/>
          </p:nvSpPr>
          <p:spPr bwMode="auto">
            <a:xfrm rot="5094805">
              <a:off x="1264848" y="4138618"/>
              <a:ext cx="54839" cy="25135"/>
            </a:xfrm>
            <a:custGeom>
              <a:avLst/>
              <a:gdLst>
                <a:gd name="T0" fmla="*/ 10 w 22"/>
                <a:gd name="T1" fmla="*/ 5 h 10"/>
                <a:gd name="T2" fmla="*/ 22 w 22"/>
                <a:gd name="T3" fmla="*/ 0 h 10"/>
                <a:gd name="T4" fmla="*/ 12 w 22"/>
                <a:gd name="T5" fmla="*/ 5 h 10"/>
                <a:gd name="T6" fmla="*/ 0 w 22"/>
                <a:gd name="T7" fmla="*/ 10 h 10"/>
                <a:gd name="T8" fmla="*/ 10 w 22"/>
                <a:gd name="T9" fmla="*/ 5 h 10"/>
              </a:gdLst>
              <a:ahLst/>
              <a:cxnLst>
                <a:cxn ang="0">
                  <a:pos x="T0" y="T1"/>
                </a:cxn>
                <a:cxn ang="0">
                  <a:pos x="T2" y="T3"/>
                </a:cxn>
                <a:cxn ang="0">
                  <a:pos x="T4" y="T5"/>
                </a:cxn>
                <a:cxn ang="0">
                  <a:pos x="T6" y="T7"/>
                </a:cxn>
                <a:cxn ang="0">
                  <a:pos x="T8" y="T9"/>
                </a:cxn>
              </a:cxnLst>
              <a:rect l="0" t="0" r="r" b="b"/>
              <a:pathLst>
                <a:path w="22" h="10">
                  <a:moveTo>
                    <a:pt x="10" y="5"/>
                  </a:moveTo>
                  <a:cubicBezTo>
                    <a:pt x="15" y="3"/>
                    <a:pt x="21" y="0"/>
                    <a:pt x="22" y="0"/>
                  </a:cubicBezTo>
                  <a:cubicBezTo>
                    <a:pt x="22" y="0"/>
                    <a:pt x="18" y="2"/>
                    <a:pt x="12" y="5"/>
                  </a:cubicBezTo>
                  <a:cubicBezTo>
                    <a:pt x="6" y="8"/>
                    <a:pt x="1" y="10"/>
                    <a:pt x="0" y="10"/>
                  </a:cubicBezTo>
                  <a:cubicBezTo>
                    <a:pt x="0" y="10"/>
                    <a:pt x="4" y="8"/>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2" name="Freeform 1724">
              <a:extLst>
                <a:ext uri="{FF2B5EF4-FFF2-40B4-BE49-F238E27FC236}">
                  <a16:creationId xmlns:a16="http://schemas.microsoft.com/office/drawing/2014/main" id="{C9C580B5-ADEA-4934-F72B-A2ACFA122633}"/>
                </a:ext>
              </a:extLst>
            </p:cNvPr>
            <p:cNvSpPr>
              <a:spLocks/>
            </p:cNvSpPr>
            <p:nvPr/>
          </p:nvSpPr>
          <p:spPr bwMode="auto">
            <a:xfrm rot="5094805">
              <a:off x="603320" y="1472226"/>
              <a:ext cx="54839" cy="29705"/>
            </a:xfrm>
            <a:custGeom>
              <a:avLst/>
              <a:gdLst>
                <a:gd name="T0" fmla="*/ 23 w 23"/>
                <a:gd name="T1" fmla="*/ 9 h 12"/>
                <a:gd name="T2" fmla="*/ 12 w 23"/>
                <a:gd name="T3" fmla="*/ 11 h 12"/>
                <a:gd name="T4" fmla="*/ 0 w 23"/>
                <a:gd name="T5" fmla="*/ 4 h 12"/>
                <a:gd name="T6" fmla="*/ 10 w 23"/>
                <a:gd name="T7" fmla="*/ 2 h 12"/>
                <a:gd name="T8" fmla="*/ 23 w 23"/>
                <a:gd name="T9" fmla="*/ 9 h 12"/>
              </a:gdLst>
              <a:ahLst/>
              <a:cxnLst>
                <a:cxn ang="0">
                  <a:pos x="T0" y="T1"/>
                </a:cxn>
                <a:cxn ang="0">
                  <a:pos x="T2" y="T3"/>
                </a:cxn>
                <a:cxn ang="0">
                  <a:pos x="T4" y="T5"/>
                </a:cxn>
                <a:cxn ang="0">
                  <a:pos x="T6" y="T7"/>
                </a:cxn>
                <a:cxn ang="0">
                  <a:pos x="T8" y="T9"/>
                </a:cxn>
              </a:cxnLst>
              <a:rect l="0" t="0" r="r" b="b"/>
              <a:pathLst>
                <a:path w="23" h="12">
                  <a:moveTo>
                    <a:pt x="23" y="9"/>
                  </a:moveTo>
                  <a:cubicBezTo>
                    <a:pt x="23" y="11"/>
                    <a:pt x="19" y="12"/>
                    <a:pt x="12" y="11"/>
                  </a:cubicBezTo>
                  <a:cubicBezTo>
                    <a:pt x="6" y="10"/>
                    <a:pt x="1" y="7"/>
                    <a:pt x="0" y="4"/>
                  </a:cubicBezTo>
                  <a:cubicBezTo>
                    <a:pt x="0" y="2"/>
                    <a:pt x="5" y="0"/>
                    <a:pt x="10" y="2"/>
                  </a:cubicBezTo>
                  <a:cubicBezTo>
                    <a:pt x="16" y="3"/>
                    <a:pt x="22" y="6"/>
                    <a:pt x="2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3" name="Freeform 1725">
              <a:extLst>
                <a:ext uri="{FF2B5EF4-FFF2-40B4-BE49-F238E27FC236}">
                  <a16:creationId xmlns:a16="http://schemas.microsoft.com/office/drawing/2014/main" id="{4E7B77CB-0A2F-6363-BCB2-E2BCAE2566A1}"/>
                </a:ext>
              </a:extLst>
            </p:cNvPr>
            <p:cNvSpPr>
              <a:spLocks/>
            </p:cNvSpPr>
            <p:nvPr/>
          </p:nvSpPr>
          <p:spPr bwMode="auto">
            <a:xfrm rot="5094805">
              <a:off x="620028" y="1270966"/>
              <a:ext cx="59409" cy="34275"/>
            </a:xfrm>
            <a:custGeom>
              <a:avLst/>
              <a:gdLst>
                <a:gd name="T0" fmla="*/ 23 w 24"/>
                <a:gd name="T1" fmla="*/ 9 h 14"/>
                <a:gd name="T2" fmla="*/ 13 w 24"/>
                <a:gd name="T3" fmla="*/ 12 h 14"/>
                <a:gd name="T4" fmla="*/ 1 w 24"/>
                <a:gd name="T5" fmla="*/ 5 h 14"/>
                <a:gd name="T6" fmla="*/ 11 w 24"/>
                <a:gd name="T7" fmla="*/ 1 h 14"/>
                <a:gd name="T8" fmla="*/ 23 w 24"/>
                <a:gd name="T9" fmla="*/ 9 h 14"/>
              </a:gdLst>
              <a:ahLst/>
              <a:cxnLst>
                <a:cxn ang="0">
                  <a:pos x="T0" y="T1"/>
                </a:cxn>
                <a:cxn ang="0">
                  <a:pos x="T2" y="T3"/>
                </a:cxn>
                <a:cxn ang="0">
                  <a:pos x="T4" y="T5"/>
                </a:cxn>
                <a:cxn ang="0">
                  <a:pos x="T6" y="T7"/>
                </a:cxn>
                <a:cxn ang="0">
                  <a:pos x="T8" y="T9"/>
                </a:cxn>
              </a:cxnLst>
              <a:rect l="0" t="0" r="r" b="b"/>
              <a:pathLst>
                <a:path w="24" h="14">
                  <a:moveTo>
                    <a:pt x="23" y="9"/>
                  </a:moveTo>
                  <a:cubicBezTo>
                    <a:pt x="24" y="12"/>
                    <a:pt x="19" y="14"/>
                    <a:pt x="13" y="12"/>
                  </a:cubicBezTo>
                  <a:cubicBezTo>
                    <a:pt x="7" y="11"/>
                    <a:pt x="1" y="8"/>
                    <a:pt x="1" y="5"/>
                  </a:cubicBezTo>
                  <a:cubicBezTo>
                    <a:pt x="0" y="2"/>
                    <a:pt x="5" y="0"/>
                    <a:pt x="11" y="1"/>
                  </a:cubicBezTo>
                  <a:cubicBezTo>
                    <a:pt x="17" y="3"/>
                    <a:pt x="22" y="6"/>
                    <a:pt x="2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4" name="Freeform 1726">
              <a:extLst>
                <a:ext uri="{FF2B5EF4-FFF2-40B4-BE49-F238E27FC236}">
                  <a16:creationId xmlns:a16="http://schemas.microsoft.com/office/drawing/2014/main" id="{D87723BB-F1A7-EB14-0B18-435DEF6C1A68}"/>
                </a:ext>
              </a:extLst>
            </p:cNvPr>
            <p:cNvSpPr>
              <a:spLocks/>
            </p:cNvSpPr>
            <p:nvPr/>
          </p:nvSpPr>
          <p:spPr bwMode="auto">
            <a:xfrm rot="5094805">
              <a:off x="634672" y="1074672"/>
              <a:ext cx="59409" cy="34275"/>
            </a:xfrm>
            <a:custGeom>
              <a:avLst/>
              <a:gdLst>
                <a:gd name="T0" fmla="*/ 23 w 24"/>
                <a:gd name="T1" fmla="*/ 8 h 14"/>
                <a:gd name="T2" fmla="*/ 13 w 24"/>
                <a:gd name="T3" fmla="*/ 13 h 14"/>
                <a:gd name="T4" fmla="*/ 1 w 24"/>
                <a:gd name="T5" fmla="*/ 6 h 14"/>
                <a:gd name="T6" fmla="*/ 10 w 24"/>
                <a:gd name="T7" fmla="*/ 0 h 14"/>
                <a:gd name="T8" fmla="*/ 23 w 24"/>
                <a:gd name="T9" fmla="*/ 8 h 14"/>
              </a:gdLst>
              <a:ahLst/>
              <a:cxnLst>
                <a:cxn ang="0">
                  <a:pos x="T0" y="T1"/>
                </a:cxn>
                <a:cxn ang="0">
                  <a:pos x="T2" y="T3"/>
                </a:cxn>
                <a:cxn ang="0">
                  <a:pos x="T4" y="T5"/>
                </a:cxn>
                <a:cxn ang="0">
                  <a:pos x="T6" y="T7"/>
                </a:cxn>
                <a:cxn ang="0">
                  <a:pos x="T8" y="T9"/>
                </a:cxn>
              </a:cxnLst>
              <a:rect l="0" t="0" r="r" b="b"/>
              <a:pathLst>
                <a:path w="24" h="14">
                  <a:moveTo>
                    <a:pt x="23" y="8"/>
                  </a:moveTo>
                  <a:cubicBezTo>
                    <a:pt x="24" y="12"/>
                    <a:pt x="19" y="14"/>
                    <a:pt x="13" y="13"/>
                  </a:cubicBezTo>
                  <a:cubicBezTo>
                    <a:pt x="7" y="12"/>
                    <a:pt x="2" y="9"/>
                    <a:pt x="1" y="6"/>
                  </a:cubicBezTo>
                  <a:cubicBezTo>
                    <a:pt x="0" y="2"/>
                    <a:pt x="4" y="0"/>
                    <a:pt x="10" y="0"/>
                  </a:cubicBezTo>
                  <a:cubicBezTo>
                    <a:pt x="15" y="1"/>
                    <a:pt x="21" y="5"/>
                    <a:pt x="2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5" name="Freeform 1727">
              <a:extLst>
                <a:ext uri="{FF2B5EF4-FFF2-40B4-BE49-F238E27FC236}">
                  <a16:creationId xmlns:a16="http://schemas.microsoft.com/office/drawing/2014/main" id="{8DA4DE74-599E-A87C-A80D-F23981F2FE19}"/>
                </a:ext>
              </a:extLst>
            </p:cNvPr>
            <p:cNvSpPr>
              <a:spLocks/>
            </p:cNvSpPr>
            <p:nvPr/>
          </p:nvSpPr>
          <p:spPr bwMode="auto">
            <a:xfrm rot="5094805">
              <a:off x="644464" y="874327"/>
              <a:ext cx="57124" cy="36560"/>
            </a:xfrm>
            <a:custGeom>
              <a:avLst/>
              <a:gdLst>
                <a:gd name="T0" fmla="*/ 22 w 23"/>
                <a:gd name="T1" fmla="*/ 9 h 15"/>
                <a:gd name="T2" fmla="*/ 13 w 23"/>
                <a:gd name="T3" fmla="*/ 15 h 15"/>
                <a:gd name="T4" fmla="*/ 0 w 23"/>
                <a:gd name="T5" fmla="*/ 8 h 15"/>
                <a:gd name="T6" fmla="*/ 9 w 23"/>
                <a:gd name="T7" fmla="*/ 1 h 15"/>
                <a:gd name="T8" fmla="*/ 22 w 23"/>
                <a:gd name="T9" fmla="*/ 9 h 15"/>
              </a:gdLst>
              <a:ahLst/>
              <a:cxnLst>
                <a:cxn ang="0">
                  <a:pos x="T0" y="T1"/>
                </a:cxn>
                <a:cxn ang="0">
                  <a:pos x="T2" y="T3"/>
                </a:cxn>
                <a:cxn ang="0">
                  <a:pos x="T4" y="T5"/>
                </a:cxn>
                <a:cxn ang="0">
                  <a:pos x="T6" y="T7"/>
                </a:cxn>
                <a:cxn ang="0">
                  <a:pos x="T8" y="T9"/>
                </a:cxn>
              </a:cxnLst>
              <a:rect l="0" t="0" r="r" b="b"/>
              <a:pathLst>
                <a:path w="23" h="15">
                  <a:moveTo>
                    <a:pt x="22" y="9"/>
                  </a:moveTo>
                  <a:cubicBezTo>
                    <a:pt x="23" y="13"/>
                    <a:pt x="19" y="15"/>
                    <a:pt x="13" y="15"/>
                  </a:cubicBezTo>
                  <a:cubicBezTo>
                    <a:pt x="7" y="15"/>
                    <a:pt x="1" y="12"/>
                    <a:pt x="0" y="8"/>
                  </a:cubicBezTo>
                  <a:cubicBezTo>
                    <a:pt x="0" y="4"/>
                    <a:pt x="4" y="0"/>
                    <a:pt x="9" y="1"/>
                  </a:cubicBezTo>
                  <a:cubicBezTo>
                    <a:pt x="15" y="1"/>
                    <a:pt x="21" y="5"/>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6" name="Freeform 1728">
              <a:extLst>
                <a:ext uri="{FF2B5EF4-FFF2-40B4-BE49-F238E27FC236}">
                  <a16:creationId xmlns:a16="http://schemas.microsoft.com/office/drawing/2014/main" id="{B7A4C0C9-BD0D-DB59-4A55-73818F91D12D}"/>
                </a:ext>
              </a:extLst>
            </p:cNvPr>
            <p:cNvSpPr>
              <a:spLocks/>
            </p:cNvSpPr>
            <p:nvPr/>
          </p:nvSpPr>
          <p:spPr bwMode="auto">
            <a:xfrm rot="5094805">
              <a:off x="638624" y="677571"/>
              <a:ext cx="57124" cy="41130"/>
            </a:xfrm>
            <a:custGeom>
              <a:avLst/>
              <a:gdLst>
                <a:gd name="T0" fmla="*/ 22 w 23"/>
                <a:gd name="T1" fmla="*/ 9 h 16"/>
                <a:gd name="T2" fmla="*/ 12 w 23"/>
                <a:gd name="T3" fmla="*/ 16 h 16"/>
                <a:gd name="T4" fmla="*/ 0 w 23"/>
                <a:gd name="T5" fmla="*/ 7 h 16"/>
                <a:gd name="T6" fmla="*/ 11 w 23"/>
                <a:gd name="T7" fmla="*/ 1 h 16"/>
                <a:gd name="T8" fmla="*/ 22 w 23"/>
                <a:gd name="T9" fmla="*/ 9 h 16"/>
              </a:gdLst>
              <a:ahLst/>
              <a:cxnLst>
                <a:cxn ang="0">
                  <a:pos x="T0" y="T1"/>
                </a:cxn>
                <a:cxn ang="0">
                  <a:pos x="T2" y="T3"/>
                </a:cxn>
                <a:cxn ang="0">
                  <a:pos x="T4" y="T5"/>
                </a:cxn>
                <a:cxn ang="0">
                  <a:pos x="T6" y="T7"/>
                </a:cxn>
                <a:cxn ang="0">
                  <a:pos x="T8" y="T9"/>
                </a:cxn>
              </a:cxnLst>
              <a:rect l="0" t="0" r="r" b="b"/>
              <a:pathLst>
                <a:path w="23" h="16">
                  <a:moveTo>
                    <a:pt x="22" y="9"/>
                  </a:moveTo>
                  <a:cubicBezTo>
                    <a:pt x="23" y="13"/>
                    <a:pt x="18" y="16"/>
                    <a:pt x="12" y="16"/>
                  </a:cubicBezTo>
                  <a:cubicBezTo>
                    <a:pt x="5" y="15"/>
                    <a:pt x="1" y="12"/>
                    <a:pt x="0" y="7"/>
                  </a:cubicBezTo>
                  <a:cubicBezTo>
                    <a:pt x="0" y="3"/>
                    <a:pt x="5" y="0"/>
                    <a:pt x="11" y="1"/>
                  </a:cubicBezTo>
                  <a:cubicBezTo>
                    <a:pt x="17" y="1"/>
                    <a:pt x="22" y="5"/>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7" name="Freeform 1729">
              <a:extLst>
                <a:ext uri="{FF2B5EF4-FFF2-40B4-BE49-F238E27FC236}">
                  <a16:creationId xmlns:a16="http://schemas.microsoft.com/office/drawing/2014/main" id="{3CBE0635-77A8-BE4E-C3F7-0901EBFC4B14}"/>
                </a:ext>
              </a:extLst>
            </p:cNvPr>
            <p:cNvSpPr>
              <a:spLocks/>
            </p:cNvSpPr>
            <p:nvPr/>
          </p:nvSpPr>
          <p:spPr bwMode="auto">
            <a:xfrm rot="5094805">
              <a:off x="616852" y="484518"/>
              <a:ext cx="57124" cy="41130"/>
            </a:xfrm>
            <a:custGeom>
              <a:avLst/>
              <a:gdLst>
                <a:gd name="T0" fmla="*/ 23 w 23"/>
                <a:gd name="T1" fmla="*/ 9 h 17"/>
                <a:gd name="T2" fmla="*/ 12 w 23"/>
                <a:gd name="T3" fmla="*/ 17 h 17"/>
                <a:gd name="T4" fmla="*/ 1 w 23"/>
                <a:gd name="T5" fmla="*/ 9 h 17"/>
                <a:gd name="T6" fmla="*/ 11 w 23"/>
                <a:gd name="T7" fmla="*/ 0 h 17"/>
                <a:gd name="T8" fmla="*/ 23 w 23"/>
                <a:gd name="T9" fmla="*/ 9 h 17"/>
              </a:gdLst>
              <a:ahLst/>
              <a:cxnLst>
                <a:cxn ang="0">
                  <a:pos x="T0" y="T1"/>
                </a:cxn>
                <a:cxn ang="0">
                  <a:pos x="T2" y="T3"/>
                </a:cxn>
                <a:cxn ang="0">
                  <a:pos x="T4" y="T5"/>
                </a:cxn>
                <a:cxn ang="0">
                  <a:pos x="T6" y="T7"/>
                </a:cxn>
                <a:cxn ang="0">
                  <a:pos x="T8" y="T9"/>
                </a:cxn>
              </a:cxnLst>
              <a:rect l="0" t="0" r="r" b="b"/>
              <a:pathLst>
                <a:path w="23" h="17">
                  <a:moveTo>
                    <a:pt x="23" y="9"/>
                  </a:moveTo>
                  <a:cubicBezTo>
                    <a:pt x="23" y="13"/>
                    <a:pt x="18" y="17"/>
                    <a:pt x="12" y="17"/>
                  </a:cubicBezTo>
                  <a:cubicBezTo>
                    <a:pt x="6" y="17"/>
                    <a:pt x="1" y="13"/>
                    <a:pt x="1" y="9"/>
                  </a:cubicBezTo>
                  <a:cubicBezTo>
                    <a:pt x="0" y="4"/>
                    <a:pt x="5" y="0"/>
                    <a:pt x="11" y="0"/>
                  </a:cubicBezTo>
                  <a:cubicBezTo>
                    <a:pt x="17" y="0"/>
                    <a:pt x="22" y="4"/>
                    <a:pt x="2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8" name="Freeform 1730">
              <a:extLst>
                <a:ext uri="{FF2B5EF4-FFF2-40B4-BE49-F238E27FC236}">
                  <a16:creationId xmlns:a16="http://schemas.microsoft.com/office/drawing/2014/main" id="{42A3F11B-B25C-30F6-23E2-2FE91FE04D85}"/>
                </a:ext>
              </a:extLst>
            </p:cNvPr>
            <p:cNvSpPr>
              <a:spLocks/>
            </p:cNvSpPr>
            <p:nvPr/>
          </p:nvSpPr>
          <p:spPr bwMode="auto">
            <a:xfrm rot="5094805">
              <a:off x="579148" y="290598"/>
              <a:ext cx="57124" cy="45700"/>
            </a:xfrm>
            <a:custGeom>
              <a:avLst/>
              <a:gdLst>
                <a:gd name="T0" fmla="*/ 22 w 23"/>
                <a:gd name="T1" fmla="*/ 8 h 18"/>
                <a:gd name="T2" fmla="*/ 12 w 23"/>
                <a:gd name="T3" fmla="*/ 17 h 18"/>
                <a:gd name="T4" fmla="*/ 0 w 23"/>
                <a:gd name="T5" fmla="*/ 11 h 18"/>
                <a:gd name="T6" fmla="*/ 10 w 23"/>
                <a:gd name="T7" fmla="*/ 1 h 18"/>
                <a:gd name="T8" fmla="*/ 22 w 23"/>
                <a:gd name="T9" fmla="*/ 8 h 18"/>
              </a:gdLst>
              <a:ahLst/>
              <a:cxnLst>
                <a:cxn ang="0">
                  <a:pos x="T0" y="T1"/>
                </a:cxn>
                <a:cxn ang="0">
                  <a:pos x="T2" y="T3"/>
                </a:cxn>
                <a:cxn ang="0">
                  <a:pos x="T4" y="T5"/>
                </a:cxn>
                <a:cxn ang="0">
                  <a:pos x="T6" y="T7"/>
                </a:cxn>
                <a:cxn ang="0">
                  <a:pos x="T8" y="T9"/>
                </a:cxn>
              </a:cxnLst>
              <a:rect l="0" t="0" r="r" b="b"/>
              <a:pathLst>
                <a:path w="23" h="18">
                  <a:moveTo>
                    <a:pt x="22" y="8"/>
                  </a:moveTo>
                  <a:cubicBezTo>
                    <a:pt x="23" y="12"/>
                    <a:pt x="18" y="16"/>
                    <a:pt x="12" y="17"/>
                  </a:cubicBezTo>
                  <a:cubicBezTo>
                    <a:pt x="6" y="18"/>
                    <a:pt x="1" y="15"/>
                    <a:pt x="0" y="11"/>
                  </a:cubicBezTo>
                  <a:cubicBezTo>
                    <a:pt x="0" y="6"/>
                    <a:pt x="4" y="1"/>
                    <a:pt x="10" y="1"/>
                  </a:cubicBezTo>
                  <a:cubicBezTo>
                    <a:pt x="16" y="0"/>
                    <a:pt x="21" y="3"/>
                    <a:pt x="2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9" name="Freeform 1731">
              <a:extLst>
                <a:ext uri="{FF2B5EF4-FFF2-40B4-BE49-F238E27FC236}">
                  <a16:creationId xmlns:a16="http://schemas.microsoft.com/office/drawing/2014/main" id="{A615B30C-0278-CAE1-7C3D-0AED81DD10CF}"/>
                </a:ext>
              </a:extLst>
            </p:cNvPr>
            <p:cNvSpPr>
              <a:spLocks/>
            </p:cNvSpPr>
            <p:nvPr/>
          </p:nvSpPr>
          <p:spPr bwMode="auto">
            <a:xfrm rot="5094805">
              <a:off x="521163" y="100778"/>
              <a:ext cx="57124" cy="50269"/>
            </a:xfrm>
            <a:custGeom>
              <a:avLst/>
              <a:gdLst>
                <a:gd name="T0" fmla="*/ 22 w 23"/>
                <a:gd name="T1" fmla="*/ 7 h 20"/>
                <a:gd name="T2" fmla="*/ 12 w 23"/>
                <a:gd name="T3" fmla="*/ 18 h 20"/>
                <a:gd name="T4" fmla="*/ 0 w 23"/>
                <a:gd name="T5" fmla="*/ 13 h 20"/>
                <a:gd name="T6" fmla="*/ 10 w 23"/>
                <a:gd name="T7" fmla="*/ 2 h 20"/>
                <a:gd name="T8" fmla="*/ 22 w 23"/>
                <a:gd name="T9" fmla="*/ 7 h 20"/>
              </a:gdLst>
              <a:ahLst/>
              <a:cxnLst>
                <a:cxn ang="0">
                  <a:pos x="T0" y="T1"/>
                </a:cxn>
                <a:cxn ang="0">
                  <a:pos x="T2" y="T3"/>
                </a:cxn>
                <a:cxn ang="0">
                  <a:pos x="T4" y="T5"/>
                </a:cxn>
                <a:cxn ang="0">
                  <a:pos x="T6" y="T7"/>
                </a:cxn>
                <a:cxn ang="0">
                  <a:pos x="T8" y="T9"/>
                </a:cxn>
              </a:cxnLst>
              <a:rect l="0" t="0" r="r" b="b"/>
              <a:pathLst>
                <a:path w="23" h="20">
                  <a:moveTo>
                    <a:pt x="22" y="7"/>
                  </a:moveTo>
                  <a:cubicBezTo>
                    <a:pt x="23" y="11"/>
                    <a:pt x="18" y="16"/>
                    <a:pt x="12" y="18"/>
                  </a:cubicBezTo>
                  <a:cubicBezTo>
                    <a:pt x="6" y="20"/>
                    <a:pt x="1" y="17"/>
                    <a:pt x="0" y="13"/>
                  </a:cubicBezTo>
                  <a:cubicBezTo>
                    <a:pt x="0" y="8"/>
                    <a:pt x="4" y="3"/>
                    <a:pt x="10" y="2"/>
                  </a:cubicBezTo>
                  <a:cubicBezTo>
                    <a:pt x="15" y="0"/>
                    <a:pt x="21" y="3"/>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0" name="Freeform 1732">
              <a:extLst>
                <a:ext uri="{FF2B5EF4-FFF2-40B4-BE49-F238E27FC236}">
                  <a16:creationId xmlns:a16="http://schemas.microsoft.com/office/drawing/2014/main" id="{D21E7436-96A2-55C7-1A51-E0BDD4232B79}"/>
                </a:ext>
              </a:extLst>
            </p:cNvPr>
            <p:cNvSpPr>
              <a:spLocks/>
            </p:cNvSpPr>
            <p:nvPr/>
          </p:nvSpPr>
          <p:spPr bwMode="auto">
            <a:xfrm rot="5094805">
              <a:off x="440418" y="-82447"/>
              <a:ext cx="57124" cy="45700"/>
            </a:xfrm>
            <a:custGeom>
              <a:avLst/>
              <a:gdLst>
                <a:gd name="T0" fmla="*/ 22 w 23"/>
                <a:gd name="T1" fmla="*/ 6 h 19"/>
                <a:gd name="T2" fmla="*/ 13 w 23"/>
                <a:gd name="T3" fmla="*/ 17 h 19"/>
                <a:gd name="T4" fmla="*/ 1 w 23"/>
                <a:gd name="T5" fmla="*/ 13 h 19"/>
                <a:gd name="T6" fmla="*/ 10 w 23"/>
                <a:gd name="T7" fmla="*/ 1 h 19"/>
                <a:gd name="T8" fmla="*/ 22 w 23"/>
                <a:gd name="T9" fmla="*/ 6 h 19"/>
              </a:gdLst>
              <a:ahLst/>
              <a:cxnLst>
                <a:cxn ang="0">
                  <a:pos x="T0" y="T1"/>
                </a:cxn>
                <a:cxn ang="0">
                  <a:pos x="T2" y="T3"/>
                </a:cxn>
                <a:cxn ang="0">
                  <a:pos x="T4" y="T5"/>
                </a:cxn>
                <a:cxn ang="0">
                  <a:pos x="T6" y="T7"/>
                </a:cxn>
                <a:cxn ang="0">
                  <a:pos x="T8" y="T9"/>
                </a:cxn>
              </a:cxnLst>
              <a:rect l="0" t="0" r="r" b="b"/>
              <a:pathLst>
                <a:path w="23" h="19">
                  <a:moveTo>
                    <a:pt x="22" y="6"/>
                  </a:moveTo>
                  <a:cubicBezTo>
                    <a:pt x="23" y="10"/>
                    <a:pt x="18" y="15"/>
                    <a:pt x="13" y="17"/>
                  </a:cubicBezTo>
                  <a:cubicBezTo>
                    <a:pt x="6" y="19"/>
                    <a:pt x="1" y="17"/>
                    <a:pt x="1" y="13"/>
                  </a:cubicBezTo>
                  <a:cubicBezTo>
                    <a:pt x="0" y="9"/>
                    <a:pt x="4" y="3"/>
                    <a:pt x="10" y="1"/>
                  </a:cubicBezTo>
                  <a:cubicBezTo>
                    <a:pt x="16" y="0"/>
                    <a:pt x="21" y="1"/>
                    <a:pt x="2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1" name="Freeform 1752">
              <a:extLst>
                <a:ext uri="{FF2B5EF4-FFF2-40B4-BE49-F238E27FC236}">
                  <a16:creationId xmlns:a16="http://schemas.microsoft.com/office/drawing/2014/main" id="{7BB49F4B-8BBC-DF28-2C86-A769BF4A7B91}"/>
                </a:ext>
              </a:extLst>
            </p:cNvPr>
            <p:cNvSpPr>
              <a:spLocks/>
            </p:cNvSpPr>
            <p:nvPr/>
          </p:nvSpPr>
          <p:spPr bwMode="auto">
            <a:xfrm rot="5094805">
              <a:off x="1372808" y="4319518"/>
              <a:ext cx="52554" cy="27420"/>
            </a:xfrm>
            <a:custGeom>
              <a:avLst/>
              <a:gdLst>
                <a:gd name="T0" fmla="*/ 21 w 21"/>
                <a:gd name="T1" fmla="*/ 0 h 11"/>
                <a:gd name="T2" fmla="*/ 10 w 21"/>
                <a:gd name="T3" fmla="*/ 6 h 11"/>
                <a:gd name="T4" fmla="*/ 0 w 21"/>
                <a:gd name="T5" fmla="*/ 11 h 11"/>
                <a:gd name="T6" fmla="*/ 10 w 21"/>
                <a:gd name="T7" fmla="*/ 5 h 11"/>
                <a:gd name="T8" fmla="*/ 21 w 21"/>
                <a:gd name="T9" fmla="*/ 0 h 11"/>
              </a:gdLst>
              <a:ahLst/>
              <a:cxnLst>
                <a:cxn ang="0">
                  <a:pos x="T0" y="T1"/>
                </a:cxn>
                <a:cxn ang="0">
                  <a:pos x="T2" y="T3"/>
                </a:cxn>
                <a:cxn ang="0">
                  <a:pos x="T4" y="T5"/>
                </a:cxn>
                <a:cxn ang="0">
                  <a:pos x="T6" y="T7"/>
                </a:cxn>
                <a:cxn ang="0">
                  <a:pos x="T8" y="T9"/>
                </a:cxn>
              </a:cxnLst>
              <a:rect l="0" t="0" r="r" b="b"/>
              <a:pathLst>
                <a:path w="21" h="11">
                  <a:moveTo>
                    <a:pt x="21" y="0"/>
                  </a:moveTo>
                  <a:cubicBezTo>
                    <a:pt x="21" y="0"/>
                    <a:pt x="17" y="3"/>
                    <a:pt x="10" y="6"/>
                  </a:cubicBezTo>
                  <a:cubicBezTo>
                    <a:pt x="4" y="9"/>
                    <a:pt x="0" y="11"/>
                    <a:pt x="0" y="11"/>
                  </a:cubicBezTo>
                  <a:cubicBezTo>
                    <a:pt x="0" y="10"/>
                    <a:pt x="4" y="8"/>
                    <a:pt x="10" y="5"/>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2" name="Freeform 1753">
              <a:extLst>
                <a:ext uri="{FF2B5EF4-FFF2-40B4-BE49-F238E27FC236}">
                  <a16:creationId xmlns:a16="http://schemas.microsoft.com/office/drawing/2014/main" id="{031D066D-39E2-6EF6-35A0-829702C2880D}"/>
                </a:ext>
              </a:extLst>
            </p:cNvPr>
            <p:cNvSpPr>
              <a:spLocks/>
            </p:cNvSpPr>
            <p:nvPr/>
          </p:nvSpPr>
          <p:spPr bwMode="auto">
            <a:xfrm rot="5094805">
              <a:off x="1477345" y="4503946"/>
              <a:ext cx="54839" cy="22850"/>
            </a:xfrm>
            <a:custGeom>
              <a:avLst/>
              <a:gdLst>
                <a:gd name="T0" fmla="*/ 22 w 22"/>
                <a:gd name="T1" fmla="*/ 0 h 10"/>
                <a:gd name="T2" fmla="*/ 12 w 22"/>
                <a:gd name="T3" fmla="*/ 5 h 10"/>
                <a:gd name="T4" fmla="*/ 0 w 22"/>
                <a:gd name="T5" fmla="*/ 10 h 10"/>
                <a:gd name="T6" fmla="*/ 10 w 22"/>
                <a:gd name="T7" fmla="*/ 5 h 10"/>
                <a:gd name="T8" fmla="*/ 22 w 22"/>
                <a:gd name="T9" fmla="*/ 0 h 10"/>
              </a:gdLst>
              <a:ahLst/>
              <a:cxnLst>
                <a:cxn ang="0">
                  <a:pos x="T0" y="T1"/>
                </a:cxn>
                <a:cxn ang="0">
                  <a:pos x="T2" y="T3"/>
                </a:cxn>
                <a:cxn ang="0">
                  <a:pos x="T4" y="T5"/>
                </a:cxn>
                <a:cxn ang="0">
                  <a:pos x="T6" y="T7"/>
                </a:cxn>
                <a:cxn ang="0">
                  <a:pos x="T8" y="T9"/>
                </a:cxn>
              </a:cxnLst>
              <a:rect l="0" t="0" r="r" b="b"/>
              <a:pathLst>
                <a:path w="22" h="10">
                  <a:moveTo>
                    <a:pt x="22" y="0"/>
                  </a:moveTo>
                  <a:cubicBezTo>
                    <a:pt x="22" y="0"/>
                    <a:pt x="18" y="2"/>
                    <a:pt x="12" y="5"/>
                  </a:cubicBezTo>
                  <a:cubicBezTo>
                    <a:pt x="6" y="7"/>
                    <a:pt x="0" y="10"/>
                    <a:pt x="0" y="10"/>
                  </a:cubicBezTo>
                  <a:cubicBezTo>
                    <a:pt x="0" y="10"/>
                    <a:pt x="4" y="8"/>
                    <a:pt x="10" y="5"/>
                  </a:cubicBezTo>
                  <a:cubicBezTo>
                    <a:pt x="16" y="2"/>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3" name="Freeform 1754">
              <a:extLst>
                <a:ext uri="{FF2B5EF4-FFF2-40B4-BE49-F238E27FC236}">
                  <a16:creationId xmlns:a16="http://schemas.microsoft.com/office/drawing/2014/main" id="{77811DEB-5329-2C92-4F33-72FB9D4381F2}"/>
                </a:ext>
              </a:extLst>
            </p:cNvPr>
            <p:cNvSpPr>
              <a:spLocks/>
            </p:cNvSpPr>
            <p:nvPr/>
          </p:nvSpPr>
          <p:spPr bwMode="auto">
            <a:xfrm rot="5094805">
              <a:off x="1582084" y="4688365"/>
              <a:ext cx="57124" cy="22850"/>
            </a:xfrm>
            <a:custGeom>
              <a:avLst/>
              <a:gdLst>
                <a:gd name="T0" fmla="*/ 22 w 23"/>
                <a:gd name="T1" fmla="*/ 0 h 10"/>
                <a:gd name="T2" fmla="*/ 12 w 23"/>
                <a:gd name="T3" fmla="*/ 5 h 10"/>
                <a:gd name="T4" fmla="*/ 1 w 23"/>
                <a:gd name="T5" fmla="*/ 10 h 10"/>
                <a:gd name="T6" fmla="*/ 10 w 23"/>
                <a:gd name="T7" fmla="*/ 5 h 10"/>
                <a:gd name="T8" fmla="*/ 22 w 23"/>
                <a:gd name="T9" fmla="*/ 0 h 10"/>
              </a:gdLst>
              <a:ahLst/>
              <a:cxnLst>
                <a:cxn ang="0">
                  <a:pos x="T0" y="T1"/>
                </a:cxn>
                <a:cxn ang="0">
                  <a:pos x="T2" y="T3"/>
                </a:cxn>
                <a:cxn ang="0">
                  <a:pos x="T4" y="T5"/>
                </a:cxn>
                <a:cxn ang="0">
                  <a:pos x="T6" y="T7"/>
                </a:cxn>
                <a:cxn ang="0">
                  <a:pos x="T8" y="T9"/>
                </a:cxn>
              </a:cxnLst>
              <a:rect l="0" t="0" r="r" b="b"/>
              <a:pathLst>
                <a:path w="23" h="10">
                  <a:moveTo>
                    <a:pt x="22" y="0"/>
                  </a:moveTo>
                  <a:cubicBezTo>
                    <a:pt x="23" y="0"/>
                    <a:pt x="18" y="2"/>
                    <a:pt x="12" y="5"/>
                  </a:cubicBezTo>
                  <a:cubicBezTo>
                    <a:pt x="6" y="7"/>
                    <a:pt x="1" y="10"/>
                    <a:pt x="1" y="10"/>
                  </a:cubicBezTo>
                  <a:cubicBezTo>
                    <a:pt x="0" y="10"/>
                    <a:pt x="5" y="8"/>
                    <a:pt x="10" y="5"/>
                  </a:cubicBezTo>
                  <a:cubicBezTo>
                    <a:pt x="16" y="3"/>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4" name="Freeform 1755">
              <a:extLst>
                <a:ext uri="{FF2B5EF4-FFF2-40B4-BE49-F238E27FC236}">
                  <a16:creationId xmlns:a16="http://schemas.microsoft.com/office/drawing/2014/main" id="{B9D802B6-2420-737C-73F0-EB86CB57C5F6}"/>
                </a:ext>
              </a:extLst>
            </p:cNvPr>
            <p:cNvSpPr>
              <a:spLocks/>
            </p:cNvSpPr>
            <p:nvPr/>
          </p:nvSpPr>
          <p:spPr bwMode="auto">
            <a:xfrm rot="5094805">
              <a:off x="1686736" y="4870808"/>
              <a:ext cx="52554" cy="25135"/>
            </a:xfrm>
            <a:custGeom>
              <a:avLst/>
              <a:gdLst>
                <a:gd name="T0" fmla="*/ 21 w 21"/>
                <a:gd name="T1" fmla="*/ 0 h 10"/>
                <a:gd name="T2" fmla="*/ 11 w 21"/>
                <a:gd name="T3" fmla="*/ 5 h 10"/>
                <a:gd name="T4" fmla="*/ 0 w 21"/>
                <a:gd name="T5" fmla="*/ 10 h 10"/>
                <a:gd name="T6" fmla="*/ 11 w 21"/>
                <a:gd name="T7" fmla="*/ 5 h 10"/>
                <a:gd name="T8" fmla="*/ 21 w 21"/>
                <a:gd name="T9" fmla="*/ 0 h 10"/>
              </a:gdLst>
              <a:ahLst/>
              <a:cxnLst>
                <a:cxn ang="0">
                  <a:pos x="T0" y="T1"/>
                </a:cxn>
                <a:cxn ang="0">
                  <a:pos x="T2" y="T3"/>
                </a:cxn>
                <a:cxn ang="0">
                  <a:pos x="T4" y="T5"/>
                </a:cxn>
                <a:cxn ang="0">
                  <a:pos x="T6" y="T7"/>
                </a:cxn>
                <a:cxn ang="0">
                  <a:pos x="T8" y="T9"/>
                </a:cxn>
              </a:cxnLst>
              <a:rect l="0" t="0" r="r" b="b"/>
              <a:pathLst>
                <a:path w="21" h="10">
                  <a:moveTo>
                    <a:pt x="21" y="0"/>
                  </a:moveTo>
                  <a:cubicBezTo>
                    <a:pt x="21" y="0"/>
                    <a:pt x="17" y="2"/>
                    <a:pt x="11" y="5"/>
                  </a:cubicBezTo>
                  <a:cubicBezTo>
                    <a:pt x="5" y="8"/>
                    <a:pt x="0" y="10"/>
                    <a:pt x="0" y="10"/>
                  </a:cubicBezTo>
                  <a:cubicBezTo>
                    <a:pt x="0" y="10"/>
                    <a:pt x="5" y="8"/>
                    <a:pt x="11" y="5"/>
                  </a:cubicBezTo>
                  <a:cubicBezTo>
                    <a:pt x="16" y="3"/>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5" name="Freeform 1756">
              <a:extLst>
                <a:ext uri="{FF2B5EF4-FFF2-40B4-BE49-F238E27FC236}">
                  <a16:creationId xmlns:a16="http://schemas.microsoft.com/office/drawing/2014/main" id="{AC3C23C5-0D1F-0943-9223-2E4A95D1414D}"/>
                </a:ext>
              </a:extLst>
            </p:cNvPr>
            <p:cNvSpPr>
              <a:spLocks/>
            </p:cNvSpPr>
            <p:nvPr/>
          </p:nvSpPr>
          <p:spPr bwMode="auto">
            <a:xfrm rot="5094805">
              <a:off x="1782266" y="5055941"/>
              <a:ext cx="57124" cy="22850"/>
            </a:xfrm>
            <a:custGeom>
              <a:avLst/>
              <a:gdLst>
                <a:gd name="T0" fmla="*/ 22 w 23"/>
                <a:gd name="T1" fmla="*/ 0 h 9"/>
                <a:gd name="T2" fmla="*/ 12 w 23"/>
                <a:gd name="T3" fmla="*/ 4 h 9"/>
                <a:gd name="T4" fmla="*/ 0 w 23"/>
                <a:gd name="T5" fmla="*/ 9 h 9"/>
                <a:gd name="T6" fmla="*/ 10 w 23"/>
                <a:gd name="T7" fmla="*/ 5 h 9"/>
                <a:gd name="T8" fmla="*/ 22 w 23"/>
                <a:gd name="T9" fmla="*/ 0 h 9"/>
              </a:gdLst>
              <a:ahLst/>
              <a:cxnLst>
                <a:cxn ang="0">
                  <a:pos x="T0" y="T1"/>
                </a:cxn>
                <a:cxn ang="0">
                  <a:pos x="T2" y="T3"/>
                </a:cxn>
                <a:cxn ang="0">
                  <a:pos x="T4" y="T5"/>
                </a:cxn>
                <a:cxn ang="0">
                  <a:pos x="T6" y="T7"/>
                </a:cxn>
                <a:cxn ang="0">
                  <a:pos x="T8" y="T9"/>
                </a:cxn>
              </a:cxnLst>
              <a:rect l="0" t="0" r="r" b="b"/>
              <a:pathLst>
                <a:path w="23" h="9">
                  <a:moveTo>
                    <a:pt x="22" y="0"/>
                  </a:moveTo>
                  <a:cubicBezTo>
                    <a:pt x="23" y="0"/>
                    <a:pt x="18" y="2"/>
                    <a:pt x="12" y="4"/>
                  </a:cubicBezTo>
                  <a:cubicBezTo>
                    <a:pt x="6" y="7"/>
                    <a:pt x="1" y="9"/>
                    <a:pt x="0" y="9"/>
                  </a:cubicBezTo>
                  <a:cubicBezTo>
                    <a:pt x="0" y="9"/>
                    <a:pt x="5" y="7"/>
                    <a:pt x="10" y="5"/>
                  </a:cubicBezTo>
                  <a:cubicBezTo>
                    <a:pt x="16" y="3"/>
                    <a:pt x="22" y="1"/>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6" name="Freeform 1757">
              <a:extLst>
                <a:ext uri="{FF2B5EF4-FFF2-40B4-BE49-F238E27FC236}">
                  <a16:creationId xmlns:a16="http://schemas.microsoft.com/office/drawing/2014/main" id="{12B1F80B-4ADA-AAE0-0C3D-688603BA808B}"/>
                </a:ext>
              </a:extLst>
            </p:cNvPr>
            <p:cNvSpPr>
              <a:spLocks/>
            </p:cNvSpPr>
            <p:nvPr/>
          </p:nvSpPr>
          <p:spPr bwMode="auto">
            <a:xfrm rot="5094805">
              <a:off x="1870976" y="5241884"/>
              <a:ext cx="57124" cy="20565"/>
            </a:xfrm>
            <a:custGeom>
              <a:avLst/>
              <a:gdLst>
                <a:gd name="T0" fmla="*/ 10 w 23"/>
                <a:gd name="T1" fmla="*/ 5 h 8"/>
                <a:gd name="T2" fmla="*/ 22 w 23"/>
                <a:gd name="T3" fmla="*/ 0 h 8"/>
                <a:gd name="T4" fmla="*/ 13 w 23"/>
                <a:gd name="T5" fmla="*/ 3 h 8"/>
                <a:gd name="T6" fmla="*/ 0 w 23"/>
                <a:gd name="T7" fmla="*/ 8 h 8"/>
                <a:gd name="T8" fmla="*/ 10 w 23"/>
                <a:gd name="T9" fmla="*/ 5 h 8"/>
              </a:gdLst>
              <a:ahLst/>
              <a:cxnLst>
                <a:cxn ang="0">
                  <a:pos x="T0" y="T1"/>
                </a:cxn>
                <a:cxn ang="0">
                  <a:pos x="T2" y="T3"/>
                </a:cxn>
                <a:cxn ang="0">
                  <a:pos x="T4" y="T5"/>
                </a:cxn>
                <a:cxn ang="0">
                  <a:pos x="T6" y="T7"/>
                </a:cxn>
                <a:cxn ang="0">
                  <a:pos x="T8" y="T9"/>
                </a:cxn>
              </a:cxnLst>
              <a:rect l="0" t="0" r="r" b="b"/>
              <a:pathLst>
                <a:path w="23" h="8">
                  <a:moveTo>
                    <a:pt x="10" y="5"/>
                  </a:moveTo>
                  <a:cubicBezTo>
                    <a:pt x="15" y="3"/>
                    <a:pt x="21" y="1"/>
                    <a:pt x="22" y="0"/>
                  </a:cubicBezTo>
                  <a:cubicBezTo>
                    <a:pt x="23" y="0"/>
                    <a:pt x="19" y="1"/>
                    <a:pt x="13" y="3"/>
                  </a:cubicBezTo>
                  <a:cubicBezTo>
                    <a:pt x="7" y="6"/>
                    <a:pt x="1" y="8"/>
                    <a:pt x="0" y="8"/>
                  </a:cubicBezTo>
                  <a:cubicBezTo>
                    <a:pt x="0" y="8"/>
                    <a:pt x="4" y="7"/>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7" name="Freeform 1758">
              <a:extLst>
                <a:ext uri="{FF2B5EF4-FFF2-40B4-BE49-F238E27FC236}">
                  <a16:creationId xmlns:a16="http://schemas.microsoft.com/office/drawing/2014/main" id="{C206D037-A824-703F-462B-6433187C32BF}"/>
                </a:ext>
              </a:extLst>
            </p:cNvPr>
            <p:cNvSpPr>
              <a:spLocks/>
            </p:cNvSpPr>
            <p:nvPr/>
          </p:nvSpPr>
          <p:spPr bwMode="auto">
            <a:xfrm rot="5094805">
              <a:off x="1953062" y="5430710"/>
              <a:ext cx="57124" cy="18280"/>
            </a:xfrm>
            <a:custGeom>
              <a:avLst/>
              <a:gdLst>
                <a:gd name="T0" fmla="*/ 10 w 23"/>
                <a:gd name="T1" fmla="*/ 5 h 8"/>
                <a:gd name="T2" fmla="*/ 22 w 23"/>
                <a:gd name="T3" fmla="*/ 1 h 8"/>
                <a:gd name="T4" fmla="*/ 13 w 23"/>
                <a:gd name="T5" fmla="*/ 3 h 8"/>
                <a:gd name="T6" fmla="*/ 0 w 23"/>
                <a:gd name="T7" fmla="*/ 7 h 8"/>
                <a:gd name="T8" fmla="*/ 10 w 23"/>
                <a:gd name="T9" fmla="*/ 5 h 8"/>
              </a:gdLst>
              <a:ahLst/>
              <a:cxnLst>
                <a:cxn ang="0">
                  <a:pos x="T0" y="T1"/>
                </a:cxn>
                <a:cxn ang="0">
                  <a:pos x="T2" y="T3"/>
                </a:cxn>
                <a:cxn ang="0">
                  <a:pos x="T4" y="T5"/>
                </a:cxn>
                <a:cxn ang="0">
                  <a:pos x="T6" y="T7"/>
                </a:cxn>
                <a:cxn ang="0">
                  <a:pos x="T8" y="T9"/>
                </a:cxn>
              </a:cxnLst>
              <a:rect l="0" t="0" r="r" b="b"/>
              <a:pathLst>
                <a:path w="23" h="8">
                  <a:moveTo>
                    <a:pt x="10" y="5"/>
                  </a:moveTo>
                  <a:cubicBezTo>
                    <a:pt x="15" y="3"/>
                    <a:pt x="21" y="1"/>
                    <a:pt x="22" y="1"/>
                  </a:cubicBezTo>
                  <a:cubicBezTo>
                    <a:pt x="23" y="0"/>
                    <a:pt x="19" y="1"/>
                    <a:pt x="13" y="3"/>
                  </a:cubicBezTo>
                  <a:cubicBezTo>
                    <a:pt x="7" y="5"/>
                    <a:pt x="1" y="7"/>
                    <a:pt x="0" y="7"/>
                  </a:cubicBezTo>
                  <a:cubicBezTo>
                    <a:pt x="0" y="8"/>
                    <a:pt x="4" y="6"/>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8" name="Freeform 1759">
              <a:extLst>
                <a:ext uri="{FF2B5EF4-FFF2-40B4-BE49-F238E27FC236}">
                  <a16:creationId xmlns:a16="http://schemas.microsoft.com/office/drawing/2014/main" id="{D3846D21-9097-ED7D-FADA-BA5954078FFB}"/>
                </a:ext>
              </a:extLst>
            </p:cNvPr>
            <p:cNvSpPr>
              <a:spLocks/>
            </p:cNvSpPr>
            <p:nvPr/>
          </p:nvSpPr>
          <p:spPr bwMode="auto">
            <a:xfrm rot="5094805">
              <a:off x="2023565" y="5618274"/>
              <a:ext cx="57124" cy="15995"/>
            </a:xfrm>
            <a:custGeom>
              <a:avLst/>
              <a:gdLst>
                <a:gd name="T0" fmla="*/ 10 w 23"/>
                <a:gd name="T1" fmla="*/ 4 h 6"/>
                <a:gd name="T2" fmla="*/ 22 w 23"/>
                <a:gd name="T3" fmla="*/ 0 h 6"/>
                <a:gd name="T4" fmla="*/ 13 w 23"/>
                <a:gd name="T5" fmla="*/ 2 h 6"/>
                <a:gd name="T6" fmla="*/ 0 w 23"/>
                <a:gd name="T7" fmla="*/ 6 h 6"/>
                <a:gd name="T8" fmla="*/ 10 w 23"/>
                <a:gd name="T9" fmla="*/ 4 h 6"/>
              </a:gdLst>
              <a:ahLst/>
              <a:cxnLst>
                <a:cxn ang="0">
                  <a:pos x="T0" y="T1"/>
                </a:cxn>
                <a:cxn ang="0">
                  <a:pos x="T2" y="T3"/>
                </a:cxn>
                <a:cxn ang="0">
                  <a:pos x="T4" y="T5"/>
                </a:cxn>
                <a:cxn ang="0">
                  <a:pos x="T6" y="T7"/>
                </a:cxn>
                <a:cxn ang="0">
                  <a:pos x="T8" y="T9"/>
                </a:cxn>
              </a:cxnLst>
              <a:rect l="0" t="0" r="r" b="b"/>
              <a:pathLst>
                <a:path w="23" h="6">
                  <a:moveTo>
                    <a:pt x="10" y="4"/>
                  </a:moveTo>
                  <a:cubicBezTo>
                    <a:pt x="16" y="2"/>
                    <a:pt x="21" y="1"/>
                    <a:pt x="22" y="0"/>
                  </a:cubicBezTo>
                  <a:cubicBezTo>
                    <a:pt x="23" y="0"/>
                    <a:pt x="19" y="1"/>
                    <a:pt x="13" y="2"/>
                  </a:cubicBezTo>
                  <a:cubicBezTo>
                    <a:pt x="7" y="4"/>
                    <a:pt x="1" y="5"/>
                    <a:pt x="0" y="6"/>
                  </a:cubicBezTo>
                  <a:cubicBezTo>
                    <a:pt x="0" y="6"/>
                    <a:pt x="4" y="5"/>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9" name="Freeform 1760">
              <a:extLst>
                <a:ext uri="{FF2B5EF4-FFF2-40B4-BE49-F238E27FC236}">
                  <a16:creationId xmlns:a16="http://schemas.microsoft.com/office/drawing/2014/main" id="{2A5648BA-A10A-5A5A-4993-872DC3CD4A0B}"/>
                </a:ext>
              </a:extLst>
            </p:cNvPr>
            <p:cNvSpPr>
              <a:spLocks/>
            </p:cNvSpPr>
            <p:nvPr/>
          </p:nvSpPr>
          <p:spPr bwMode="auto">
            <a:xfrm rot="5094805">
              <a:off x="2083931" y="5810274"/>
              <a:ext cx="54839" cy="9140"/>
            </a:xfrm>
            <a:custGeom>
              <a:avLst/>
              <a:gdLst>
                <a:gd name="T0" fmla="*/ 22 w 22"/>
                <a:gd name="T1" fmla="*/ 0 h 4"/>
                <a:gd name="T2" fmla="*/ 11 w 22"/>
                <a:gd name="T3" fmla="*/ 1 h 4"/>
                <a:gd name="T4" fmla="*/ 0 w 22"/>
                <a:gd name="T5" fmla="*/ 4 h 4"/>
                <a:gd name="T6" fmla="*/ 11 w 22"/>
                <a:gd name="T7" fmla="*/ 2 h 4"/>
                <a:gd name="T8" fmla="*/ 22 w 22"/>
                <a:gd name="T9" fmla="*/ 0 h 4"/>
              </a:gdLst>
              <a:ahLst/>
              <a:cxnLst>
                <a:cxn ang="0">
                  <a:pos x="T0" y="T1"/>
                </a:cxn>
                <a:cxn ang="0">
                  <a:pos x="T2" y="T3"/>
                </a:cxn>
                <a:cxn ang="0">
                  <a:pos x="T4" y="T5"/>
                </a:cxn>
                <a:cxn ang="0">
                  <a:pos x="T6" y="T7"/>
                </a:cxn>
                <a:cxn ang="0">
                  <a:pos x="T8" y="T9"/>
                </a:cxn>
              </a:cxnLst>
              <a:rect l="0" t="0" r="r" b="b"/>
              <a:pathLst>
                <a:path w="22" h="4">
                  <a:moveTo>
                    <a:pt x="22" y="0"/>
                  </a:moveTo>
                  <a:cubicBezTo>
                    <a:pt x="22" y="0"/>
                    <a:pt x="17" y="0"/>
                    <a:pt x="11" y="1"/>
                  </a:cubicBezTo>
                  <a:cubicBezTo>
                    <a:pt x="5" y="3"/>
                    <a:pt x="0" y="4"/>
                    <a:pt x="0" y="4"/>
                  </a:cubicBezTo>
                  <a:cubicBezTo>
                    <a:pt x="0" y="4"/>
                    <a:pt x="5" y="3"/>
                    <a:pt x="11" y="2"/>
                  </a:cubicBezTo>
                  <a:cubicBezTo>
                    <a:pt x="17" y="1"/>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0" name="Freeform 1761">
              <a:extLst>
                <a:ext uri="{FF2B5EF4-FFF2-40B4-BE49-F238E27FC236}">
                  <a16:creationId xmlns:a16="http://schemas.microsoft.com/office/drawing/2014/main" id="{51A3F0BB-C079-8005-3752-B258613AD9A6}"/>
                </a:ext>
              </a:extLst>
            </p:cNvPr>
            <p:cNvSpPr>
              <a:spLocks/>
            </p:cNvSpPr>
            <p:nvPr/>
          </p:nvSpPr>
          <p:spPr bwMode="auto">
            <a:xfrm rot="5094805">
              <a:off x="2130836" y="6003278"/>
              <a:ext cx="57124" cy="6855"/>
            </a:xfrm>
            <a:custGeom>
              <a:avLst/>
              <a:gdLst>
                <a:gd name="T0" fmla="*/ 22 w 23"/>
                <a:gd name="T1" fmla="*/ 1 h 3"/>
                <a:gd name="T2" fmla="*/ 12 w 23"/>
                <a:gd name="T3" fmla="*/ 1 h 3"/>
                <a:gd name="T4" fmla="*/ 0 w 23"/>
                <a:gd name="T5" fmla="*/ 3 h 3"/>
                <a:gd name="T6" fmla="*/ 11 w 23"/>
                <a:gd name="T7" fmla="*/ 2 h 3"/>
                <a:gd name="T8" fmla="*/ 22 w 23"/>
                <a:gd name="T9" fmla="*/ 1 h 3"/>
              </a:gdLst>
              <a:ahLst/>
              <a:cxnLst>
                <a:cxn ang="0">
                  <a:pos x="T0" y="T1"/>
                </a:cxn>
                <a:cxn ang="0">
                  <a:pos x="T2" y="T3"/>
                </a:cxn>
                <a:cxn ang="0">
                  <a:pos x="T4" y="T5"/>
                </a:cxn>
                <a:cxn ang="0">
                  <a:pos x="T6" y="T7"/>
                </a:cxn>
                <a:cxn ang="0">
                  <a:pos x="T8" y="T9"/>
                </a:cxn>
              </a:cxnLst>
              <a:rect l="0" t="0" r="r" b="b"/>
              <a:pathLst>
                <a:path w="23" h="3">
                  <a:moveTo>
                    <a:pt x="22" y="1"/>
                  </a:moveTo>
                  <a:cubicBezTo>
                    <a:pt x="23" y="0"/>
                    <a:pt x="18" y="1"/>
                    <a:pt x="12" y="1"/>
                  </a:cubicBezTo>
                  <a:cubicBezTo>
                    <a:pt x="6" y="2"/>
                    <a:pt x="1" y="3"/>
                    <a:pt x="0" y="3"/>
                  </a:cubicBezTo>
                  <a:cubicBezTo>
                    <a:pt x="0" y="3"/>
                    <a:pt x="5" y="3"/>
                    <a:pt x="11" y="2"/>
                  </a:cubicBezTo>
                  <a:cubicBezTo>
                    <a:pt x="16" y="2"/>
                    <a:pt x="22" y="1"/>
                    <a:pt x="2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1" name="Freeform 1762">
              <a:extLst>
                <a:ext uri="{FF2B5EF4-FFF2-40B4-BE49-F238E27FC236}">
                  <a16:creationId xmlns:a16="http://schemas.microsoft.com/office/drawing/2014/main" id="{B336DC56-F712-7BD6-7E43-734621014952}"/>
                </a:ext>
              </a:extLst>
            </p:cNvPr>
            <p:cNvSpPr>
              <a:spLocks/>
            </p:cNvSpPr>
            <p:nvPr/>
          </p:nvSpPr>
          <p:spPr bwMode="auto">
            <a:xfrm rot="5094805">
              <a:off x="2162850" y="6194276"/>
              <a:ext cx="57124" cy="9140"/>
            </a:xfrm>
            <a:custGeom>
              <a:avLst/>
              <a:gdLst>
                <a:gd name="T0" fmla="*/ 10 w 23"/>
                <a:gd name="T1" fmla="*/ 2 h 3"/>
                <a:gd name="T2" fmla="*/ 22 w 23"/>
                <a:gd name="T3" fmla="*/ 1 h 3"/>
                <a:gd name="T4" fmla="*/ 12 w 23"/>
                <a:gd name="T5" fmla="*/ 1 h 3"/>
                <a:gd name="T6" fmla="*/ 0 w 23"/>
                <a:gd name="T7" fmla="*/ 2 h 3"/>
                <a:gd name="T8" fmla="*/ 10 w 23"/>
                <a:gd name="T9" fmla="*/ 2 h 3"/>
              </a:gdLst>
              <a:ahLst/>
              <a:cxnLst>
                <a:cxn ang="0">
                  <a:pos x="T0" y="T1"/>
                </a:cxn>
                <a:cxn ang="0">
                  <a:pos x="T2" y="T3"/>
                </a:cxn>
                <a:cxn ang="0">
                  <a:pos x="T4" y="T5"/>
                </a:cxn>
                <a:cxn ang="0">
                  <a:pos x="T6" y="T7"/>
                </a:cxn>
                <a:cxn ang="0">
                  <a:pos x="T8" y="T9"/>
                </a:cxn>
              </a:cxnLst>
              <a:rect l="0" t="0" r="r" b="b"/>
              <a:pathLst>
                <a:path w="23" h="3">
                  <a:moveTo>
                    <a:pt x="10" y="2"/>
                  </a:moveTo>
                  <a:cubicBezTo>
                    <a:pt x="16" y="1"/>
                    <a:pt x="21" y="1"/>
                    <a:pt x="22" y="1"/>
                  </a:cubicBezTo>
                  <a:cubicBezTo>
                    <a:pt x="23" y="0"/>
                    <a:pt x="19" y="1"/>
                    <a:pt x="12" y="1"/>
                  </a:cubicBezTo>
                  <a:cubicBezTo>
                    <a:pt x="6" y="2"/>
                    <a:pt x="1" y="2"/>
                    <a:pt x="0" y="2"/>
                  </a:cubicBezTo>
                  <a:cubicBezTo>
                    <a:pt x="0" y="3"/>
                    <a:pt x="4" y="2"/>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2" name="Freeform 1763">
              <a:extLst>
                <a:ext uri="{FF2B5EF4-FFF2-40B4-BE49-F238E27FC236}">
                  <a16:creationId xmlns:a16="http://schemas.microsoft.com/office/drawing/2014/main" id="{260E1AC1-B2E1-B36D-79C7-206485D3F4D0}"/>
                </a:ext>
              </a:extLst>
            </p:cNvPr>
            <p:cNvSpPr>
              <a:spLocks/>
            </p:cNvSpPr>
            <p:nvPr/>
          </p:nvSpPr>
          <p:spPr bwMode="auto">
            <a:xfrm rot="5094805">
              <a:off x="2202733" y="6385815"/>
              <a:ext cx="54839" cy="6855"/>
            </a:xfrm>
            <a:custGeom>
              <a:avLst/>
              <a:gdLst>
                <a:gd name="T0" fmla="*/ 11 w 22"/>
                <a:gd name="T1" fmla="*/ 2 h 3"/>
                <a:gd name="T2" fmla="*/ 0 w 22"/>
                <a:gd name="T3" fmla="*/ 3 h 3"/>
                <a:gd name="T4" fmla="*/ 11 w 22"/>
                <a:gd name="T5" fmla="*/ 2 h 3"/>
                <a:gd name="T6" fmla="*/ 22 w 22"/>
                <a:gd name="T7" fmla="*/ 0 h 3"/>
                <a:gd name="T8" fmla="*/ 11 w 22"/>
                <a:gd name="T9" fmla="*/ 2 h 3"/>
              </a:gdLst>
              <a:ahLst/>
              <a:cxnLst>
                <a:cxn ang="0">
                  <a:pos x="T0" y="T1"/>
                </a:cxn>
                <a:cxn ang="0">
                  <a:pos x="T2" y="T3"/>
                </a:cxn>
                <a:cxn ang="0">
                  <a:pos x="T4" y="T5"/>
                </a:cxn>
                <a:cxn ang="0">
                  <a:pos x="T6" y="T7"/>
                </a:cxn>
                <a:cxn ang="0">
                  <a:pos x="T8" y="T9"/>
                </a:cxn>
              </a:cxnLst>
              <a:rect l="0" t="0" r="r" b="b"/>
              <a:pathLst>
                <a:path w="22" h="3">
                  <a:moveTo>
                    <a:pt x="11" y="2"/>
                  </a:moveTo>
                  <a:cubicBezTo>
                    <a:pt x="5" y="3"/>
                    <a:pt x="0" y="3"/>
                    <a:pt x="0" y="3"/>
                  </a:cubicBezTo>
                  <a:cubicBezTo>
                    <a:pt x="0" y="3"/>
                    <a:pt x="5" y="3"/>
                    <a:pt x="11" y="2"/>
                  </a:cubicBezTo>
                  <a:cubicBezTo>
                    <a:pt x="17" y="1"/>
                    <a:pt x="22" y="0"/>
                    <a:pt x="22" y="0"/>
                  </a:cubicBezTo>
                  <a:cubicBezTo>
                    <a:pt x="22" y="0"/>
                    <a:pt x="18"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3" name="Freeform 1764">
              <a:extLst>
                <a:ext uri="{FF2B5EF4-FFF2-40B4-BE49-F238E27FC236}">
                  <a16:creationId xmlns:a16="http://schemas.microsoft.com/office/drawing/2014/main" id="{6C26B76A-7DBC-9D50-75AE-A9230FC89C2E}"/>
                </a:ext>
              </a:extLst>
            </p:cNvPr>
            <p:cNvSpPr>
              <a:spLocks/>
            </p:cNvSpPr>
            <p:nvPr/>
          </p:nvSpPr>
          <p:spPr bwMode="auto">
            <a:xfrm rot="5094805">
              <a:off x="2251922" y="6576533"/>
              <a:ext cx="52554" cy="9140"/>
            </a:xfrm>
            <a:custGeom>
              <a:avLst/>
              <a:gdLst>
                <a:gd name="T0" fmla="*/ 22 w 22"/>
                <a:gd name="T1" fmla="*/ 0 h 4"/>
                <a:gd name="T2" fmla="*/ 11 w 22"/>
                <a:gd name="T3" fmla="*/ 2 h 4"/>
                <a:gd name="T4" fmla="*/ 0 w 22"/>
                <a:gd name="T5" fmla="*/ 4 h 4"/>
                <a:gd name="T6" fmla="*/ 11 w 22"/>
                <a:gd name="T7" fmla="*/ 2 h 4"/>
                <a:gd name="T8" fmla="*/ 22 w 22"/>
                <a:gd name="T9" fmla="*/ 0 h 4"/>
              </a:gdLst>
              <a:ahLst/>
              <a:cxnLst>
                <a:cxn ang="0">
                  <a:pos x="T0" y="T1"/>
                </a:cxn>
                <a:cxn ang="0">
                  <a:pos x="T2" y="T3"/>
                </a:cxn>
                <a:cxn ang="0">
                  <a:pos x="T4" y="T5"/>
                </a:cxn>
                <a:cxn ang="0">
                  <a:pos x="T6" y="T7"/>
                </a:cxn>
                <a:cxn ang="0">
                  <a:pos x="T8" y="T9"/>
                </a:cxn>
              </a:cxnLst>
              <a:rect l="0" t="0" r="r" b="b"/>
              <a:pathLst>
                <a:path w="22" h="4">
                  <a:moveTo>
                    <a:pt x="22" y="0"/>
                  </a:moveTo>
                  <a:cubicBezTo>
                    <a:pt x="22" y="0"/>
                    <a:pt x="17" y="1"/>
                    <a:pt x="11" y="2"/>
                  </a:cubicBezTo>
                  <a:cubicBezTo>
                    <a:pt x="5" y="3"/>
                    <a:pt x="0" y="4"/>
                    <a:pt x="0" y="4"/>
                  </a:cubicBezTo>
                  <a:cubicBezTo>
                    <a:pt x="0" y="4"/>
                    <a:pt x="5" y="3"/>
                    <a:pt x="11" y="2"/>
                  </a:cubicBezTo>
                  <a:cubicBezTo>
                    <a:pt x="17" y="0"/>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4" name="Freeform 1765">
              <a:extLst>
                <a:ext uri="{FF2B5EF4-FFF2-40B4-BE49-F238E27FC236}">
                  <a16:creationId xmlns:a16="http://schemas.microsoft.com/office/drawing/2014/main" id="{E65C94E5-3CB4-119E-AB2F-BA3937931BDD}"/>
                </a:ext>
              </a:extLst>
            </p:cNvPr>
            <p:cNvSpPr>
              <a:spLocks/>
            </p:cNvSpPr>
            <p:nvPr/>
          </p:nvSpPr>
          <p:spPr bwMode="auto">
            <a:xfrm rot="5094805">
              <a:off x="2310207" y="6763954"/>
              <a:ext cx="54839" cy="15995"/>
            </a:xfrm>
            <a:custGeom>
              <a:avLst/>
              <a:gdLst>
                <a:gd name="T0" fmla="*/ 11 w 22"/>
                <a:gd name="T1" fmla="*/ 4 h 6"/>
                <a:gd name="T2" fmla="*/ 0 w 22"/>
                <a:gd name="T3" fmla="*/ 5 h 6"/>
                <a:gd name="T4" fmla="*/ 10 w 22"/>
                <a:gd name="T5" fmla="*/ 2 h 6"/>
                <a:gd name="T6" fmla="*/ 22 w 22"/>
                <a:gd name="T7" fmla="*/ 0 h 6"/>
                <a:gd name="T8" fmla="*/ 11 w 22"/>
                <a:gd name="T9" fmla="*/ 4 h 6"/>
              </a:gdLst>
              <a:ahLst/>
              <a:cxnLst>
                <a:cxn ang="0">
                  <a:pos x="T0" y="T1"/>
                </a:cxn>
                <a:cxn ang="0">
                  <a:pos x="T2" y="T3"/>
                </a:cxn>
                <a:cxn ang="0">
                  <a:pos x="T4" y="T5"/>
                </a:cxn>
                <a:cxn ang="0">
                  <a:pos x="T6" y="T7"/>
                </a:cxn>
                <a:cxn ang="0">
                  <a:pos x="T8" y="T9"/>
                </a:cxn>
              </a:cxnLst>
              <a:rect l="0" t="0" r="r" b="b"/>
              <a:pathLst>
                <a:path w="22" h="6">
                  <a:moveTo>
                    <a:pt x="11" y="4"/>
                  </a:moveTo>
                  <a:cubicBezTo>
                    <a:pt x="5" y="5"/>
                    <a:pt x="0" y="6"/>
                    <a:pt x="0" y="5"/>
                  </a:cubicBezTo>
                  <a:cubicBezTo>
                    <a:pt x="0" y="5"/>
                    <a:pt x="5" y="4"/>
                    <a:pt x="10" y="2"/>
                  </a:cubicBezTo>
                  <a:cubicBezTo>
                    <a:pt x="16" y="1"/>
                    <a:pt x="21" y="0"/>
                    <a:pt x="22" y="0"/>
                  </a:cubicBezTo>
                  <a:cubicBezTo>
                    <a:pt x="22" y="1"/>
                    <a:pt x="17" y="2"/>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5" name="Freeform 1767">
              <a:extLst>
                <a:ext uri="{FF2B5EF4-FFF2-40B4-BE49-F238E27FC236}">
                  <a16:creationId xmlns:a16="http://schemas.microsoft.com/office/drawing/2014/main" id="{51C81EDC-2ECB-2C26-431C-9F1EBA6D0DBC}"/>
                </a:ext>
              </a:extLst>
            </p:cNvPr>
            <p:cNvSpPr>
              <a:spLocks/>
            </p:cNvSpPr>
            <p:nvPr/>
          </p:nvSpPr>
          <p:spPr bwMode="auto">
            <a:xfrm rot="5094805">
              <a:off x="596877" y="1764024"/>
              <a:ext cx="57124" cy="22850"/>
            </a:xfrm>
            <a:custGeom>
              <a:avLst/>
              <a:gdLst>
                <a:gd name="T0" fmla="*/ 22 w 23"/>
                <a:gd name="T1" fmla="*/ 7 h 9"/>
                <a:gd name="T2" fmla="*/ 12 w 23"/>
                <a:gd name="T3" fmla="*/ 7 h 9"/>
                <a:gd name="T4" fmla="*/ 1 w 23"/>
                <a:gd name="T5" fmla="*/ 2 h 9"/>
                <a:gd name="T6" fmla="*/ 10 w 23"/>
                <a:gd name="T7" fmla="*/ 1 h 9"/>
                <a:gd name="T8" fmla="*/ 22 w 23"/>
                <a:gd name="T9" fmla="*/ 7 h 9"/>
              </a:gdLst>
              <a:ahLst/>
              <a:cxnLst>
                <a:cxn ang="0">
                  <a:pos x="T0" y="T1"/>
                </a:cxn>
                <a:cxn ang="0">
                  <a:pos x="T2" y="T3"/>
                </a:cxn>
                <a:cxn ang="0">
                  <a:pos x="T4" y="T5"/>
                </a:cxn>
                <a:cxn ang="0">
                  <a:pos x="T6" y="T7"/>
                </a:cxn>
                <a:cxn ang="0">
                  <a:pos x="T8" y="T9"/>
                </a:cxn>
              </a:cxnLst>
              <a:rect l="0" t="0" r="r" b="b"/>
              <a:pathLst>
                <a:path w="23" h="9">
                  <a:moveTo>
                    <a:pt x="22" y="7"/>
                  </a:moveTo>
                  <a:cubicBezTo>
                    <a:pt x="23" y="8"/>
                    <a:pt x="18" y="9"/>
                    <a:pt x="12" y="7"/>
                  </a:cubicBezTo>
                  <a:cubicBezTo>
                    <a:pt x="7" y="6"/>
                    <a:pt x="2" y="4"/>
                    <a:pt x="1" y="2"/>
                  </a:cubicBezTo>
                  <a:cubicBezTo>
                    <a:pt x="0" y="0"/>
                    <a:pt x="4" y="0"/>
                    <a:pt x="10" y="1"/>
                  </a:cubicBezTo>
                  <a:cubicBezTo>
                    <a:pt x="16" y="2"/>
                    <a:pt x="22" y="5"/>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6" name="Freeform 1768">
              <a:extLst>
                <a:ext uri="{FF2B5EF4-FFF2-40B4-BE49-F238E27FC236}">
                  <a16:creationId xmlns:a16="http://schemas.microsoft.com/office/drawing/2014/main" id="{46D1C8BE-CFD2-C0FD-6E1E-91FEE056527A}"/>
                </a:ext>
              </a:extLst>
            </p:cNvPr>
            <p:cNvSpPr>
              <a:spLocks/>
            </p:cNvSpPr>
            <p:nvPr/>
          </p:nvSpPr>
          <p:spPr bwMode="auto">
            <a:xfrm rot="5094805">
              <a:off x="574470" y="1966731"/>
              <a:ext cx="57124" cy="15995"/>
            </a:xfrm>
            <a:custGeom>
              <a:avLst/>
              <a:gdLst>
                <a:gd name="T0" fmla="*/ 12 w 23"/>
                <a:gd name="T1" fmla="*/ 6 h 7"/>
                <a:gd name="T2" fmla="*/ 0 w 23"/>
                <a:gd name="T3" fmla="*/ 2 h 7"/>
                <a:gd name="T4" fmla="*/ 9 w 23"/>
                <a:gd name="T5" fmla="*/ 1 h 7"/>
                <a:gd name="T6" fmla="*/ 22 w 23"/>
                <a:gd name="T7" fmla="*/ 6 h 7"/>
                <a:gd name="T8" fmla="*/ 12 w 23"/>
                <a:gd name="T9" fmla="*/ 6 h 7"/>
              </a:gdLst>
              <a:ahLst/>
              <a:cxnLst>
                <a:cxn ang="0">
                  <a:pos x="T0" y="T1"/>
                </a:cxn>
                <a:cxn ang="0">
                  <a:pos x="T2" y="T3"/>
                </a:cxn>
                <a:cxn ang="0">
                  <a:pos x="T4" y="T5"/>
                </a:cxn>
                <a:cxn ang="0">
                  <a:pos x="T6" y="T7"/>
                </a:cxn>
                <a:cxn ang="0">
                  <a:pos x="T8" y="T9"/>
                </a:cxn>
              </a:cxnLst>
              <a:rect l="0" t="0" r="r" b="b"/>
              <a:pathLst>
                <a:path w="23" h="7">
                  <a:moveTo>
                    <a:pt x="12" y="6"/>
                  </a:moveTo>
                  <a:cubicBezTo>
                    <a:pt x="7" y="5"/>
                    <a:pt x="1" y="3"/>
                    <a:pt x="0" y="2"/>
                  </a:cubicBezTo>
                  <a:cubicBezTo>
                    <a:pt x="0" y="1"/>
                    <a:pt x="3" y="0"/>
                    <a:pt x="9" y="1"/>
                  </a:cubicBezTo>
                  <a:cubicBezTo>
                    <a:pt x="15" y="2"/>
                    <a:pt x="21" y="4"/>
                    <a:pt x="22" y="6"/>
                  </a:cubicBezTo>
                  <a:cubicBezTo>
                    <a:pt x="23" y="7"/>
                    <a:pt x="18" y="7"/>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7" name="Freeform 1769">
              <a:extLst>
                <a:ext uri="{FF2B5EF4-FFF2-40B4-BE49-F238E27FC236}">
                  <a16:creationId xmlns:a16="http://schemas.microsoft.com/office/drawing/2014/main" id="{B3500401-59E4-4213-7023-A370F54752E7}"/>
                </a:ext>
              </a:extLst>
            </p:cNvPr>
            <p:cNvSpPr>
              <a:spLocks/>
            </p:cNvSpPr>
            <p:nvPr/>
          </p:nvSpPr>
          <p:spPr bwMode="auto">
            <a:xfrm rot="5094805">
              <a:off x="561167" y="2168627"/>
              <a:ext cx="57124" cy="9140"/>
            </a:xfrm>
            <a:custGeom>
              <a:avLst/>
              <a:gdLst>
                <a:gd name="T0" fmla="*/ 22 w 23"/>
                <a:gd name="T1" fmla="*/ 3 h 4"/>
                <a:gd name="T2" fmla="*/ 12 w 23"/>
                <a:gd name="T3" fmla="*/ 4 h 4"/>
                <a:gd name="T4" fmla="*/ 1 w 23"/>
                <a:gd name="T5" fmla="*/ 1 h 4"/>
                <a:gd name="T6" fmla="*/ 10 w 23"/>
                <a:gd name="T7" fmla="*/ 0 h 4"/>
                <a:gd name="T8" fmla="*/ 22 w 23"/>
                <a:gd name="T9" fmla="*/ 3 h 4"/>
              </a:gdLst>
              <a:ahLst/>
              <a:cxnLst>
                <a:cxn ang="0">
                  <a:pos x="T0" y="T1"/>
                </a:cxn>
                <a:cxn ang="0">
                  <a:pos x="T2" y="T3"/>
                </a:cxn>
                <a:cxn ang="0">
                  <a:pos x="T4" y="T5"/>
                </a:cxn>
                <a:cxn ang="0">
                  <a:pos x="T6" y="T7"/>
                </a:cxn>
                <a:cxn ang="0">
                  <a:pos x="T8" y="T9"/>
                </a:cxn>
              </a:cxnLst>
              <a:rect l="0" t="0" r="r" b="b"/>
              <a:pathLst>
                <a:path w="23" h="4">
                  <a:moveTo>
                    <a:pt x="22" y="3"/>
                  </a:moveTo>
                  <a:cubicBezTo>
                    <a:pt x="23" y="4"/>
                    <a:pt x="18" y="4"/>
                    <a:pt x="12" y="4"/>
                  </a:cubicBezTo>
                  <a:cubicBezTo>
                    <a:pt x="7" y="3"/>
                    <a:pt x="2" y="2"/>
                    <a:pt x="1" y="1"/>
                  </a:cubicBezTo>
                  <a:cubicBezTo>
                    <a:pt x="0" y="0"/>
                    <a:pt x="4" y="0"/>
                    <a:pt x="10" y="0"/>
                  </a:cubicBezTo>
                  <a:cubicBezTo>
                    <a:pt x="16" y="1"/>
                    <a:pt x="22" y="3"/>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8" name="Freeform 1770">
              <a:extLst>
                <a:ext uri="{FF2B5EF4-FFF2-40B4-BE49-F238E27FC236}">
                  <a16:creationId xmlns:a16="http://schemas.microsoft.com/office/drawing/2014/main" id="{4040F3E3-1682-A09A-A477-3D91ED08549D}"/>
                </a:ext>
              </a:extLst>
            </p:cNvPr>
            <p:cNvSpPr>
              <a:spLocks/>
            </p:cNvSpPr>
            <p:nvPr/>
          </p:nvSpPr>
          <p:spPr bwMode="auto">
            <a:xfrm rot="5094805">
              <a:off x="565975" y="2366724"/>
              <a:ext cx="54839" cy="4570"/>
            </a:xfrm>
            <a:custGeom>
              <a:avLst/>
              <a:gdLst>
                <a:gd name="T0" fmla="*/ 21 w 22"/>
                <a:gd name="T1" fmla="*/ 1 h 2"/>
                <a:gd name="T2" fmla="*/ 11 w 22"/>
                <a:gd name="T3" fmla="*/ 2 h 2"/>
                <a:gd name="T4" fmla="*/ 0 w 22"/>
                <a:gd name="T5" fmla="*/ 1 h 2"/>
                <a:gd name="T6" fmla="*/ 10 w 22"/>
                <a:gd name="T7" fmla="*/ 0 h 2"/>
                <a:gd name="T8" fmla="*/ 21 w 22"/>
                <a:gd name="T9" fmla="*/ 1 h 2"/>
              </a:gdLst>
              <a:ahLst/>
              <a:cxnLst>
                <a:cxn ang="0">
                  <a:pos x="T0" y="T1"/>
                </a:cxn>
                <a:cxn ang="0">
                  <a:pos x="T2" y="T3"/>
                </a:cxn>
                <a:cxn ang="0">
                  <a:pos x="T4" y="T5"/>
                </a:cxn>
                <a:cxn ang="0">
                  <a:pos x="T6" y="T7"/>
                </a:cxn>
                <a:cxn ang="0">
                  <a:pos x="T8" y="T9"/>
                </a:cxn>
              </a:cxnLst>
              <a:rect l="0" t="0" r="r" b="b"/>
              <a:pathLst>
                <a:path w="22" h="2">
                  <a:moveTo>
                    <a:pt x="21" y="1"/>
                  </a:moveTo>
                  <a:cubicBezTo>
                    <a:pt x="22" y="2"/>
                    <a:pt x="16" y="2"/>
                    <a:pt x="11" y="2"/>
                  </a:cubicBezTo>
                  <a:cubicBezTo>
                    <a:pt x="5" y="2"/>
                    <a:pt x="0" y="1"/>
                    <a:pt x="0" y="1"/>
                  </a:cubicBezTo>
                  <a:cubicBezTo>
                    <a:pt x="0" y="0"/>
                    <a:pt x="5" y="0"/>
                    <a:pt x="10" y="0"/>
                  </a:cubicBezTo>
                  <a:cubicBezTo>
                    <a:pt x="16" y="0"/>
                    <a:pt x="21" y="1"/>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9" name="Freeform 1771">
              <a:extLst>
                <a:ext uri="{FF2B5EF4-FFF2-40B4-BE49-F238E27FC236}">
                  <a16:creationId xmlns:a16="http://schemas.microsoft.com/office/drawing/2014/main" id="{82CEE343-D1EB-E34A-B001-802B9EA5EB87}"/>
                </a:ext>
              </a:extLst>
            </p:cNvPr>
            <p:cNvSpPr>
              <a:spLocks/>
            </p:cNvSpPr>
            <p:nvPr/>
          </p:nvSpPr>
          <p:spPr bwMode="auto">
            <a:xfrm rot="5094805">
              <a:off x="587747" y="2559777"/>
              <a:ext cx="54839" cy="4570"/>
            </a:xfrm>
            <a:custGeom>
              <a:avLst/>
              <a:gdLst>
                <a:gd name="T0" fmla="*/ 12 w 22"/>
                <a:gd name="T1" fmla="*/ 2 h 2"/>
                <a:gd name="T2" fmla="*/ 0 w 22"/>
                <a:gd name="T3" fmla="*/ 2 h 2"/>
                <a:gd name="T4" fmla="*/ 8 w 22"/>
                <a:gd name="T5" fmla="*/ 0 h 2"/>
                <a:gd name="T6" fmla="*/ 21 w 22"/>
                <a:gd name="T7" fmla="*/ 0 h 2"/>
                <a:gd name="T8" fmla="*/ 12 w 22"/>
                <a:gd name="T9" fmla="*/ 2 h 2"/>
              </a:gdLst>
              <a:ahLst/>
              <a:cxnLst>
                <a:cxn ang="0">
                  <a:pos x="T0" y="T1"/>
                </a:cxn>
                <a:cxn ang="0">
                  <a:pos x="T2" y="T3"/>
                </a:cxn>
                <a:cxn ang="0">
                  <a:pos x="T4" y="T5"/>
                </a:cxn>
                <a:cxn ang="0">
                  <a:pos x="T6" y="T7"/>
                </a:cxn>
                <a:cxn ang="0">
                  <a:pos x="T8" y="T9"/>
                </a:cxn>
              </a:cxnLst>
              <a:rect l="0" t="0" r="r" b="b"/>
              <a:pathLst>
                <a:path w="22" h="2">
                  <a:moveTo>
                    <a:pt x="12" y="2"/>
                  </a:moveTo>
                  <a:cubicBezTo>
                    <a:pt x="6" y="2"/>
                    <a:pt x="1" y="2"/>
                    <a:pt x="0" y="2"/>
                  </a:cubicBezTo>
                  <a:cubicBezTo>
                    <a:pt x="0" y="1"/>
                    <a:pt x="3" y="1"/>
                    <a:pt x="8" y="0"/>
                  </a:cubicBezTo>
                  <a:cubicBezTo>
                    <a:pt x="14" y="0"/>
                    <a:pt x="20" y="0"/>
                    <a:pt x="21" y="0"/>
                  </a:cubicBezTo>
                  <a:cubicBezTo>
                    <a:pt x="22" y="0"/>
                    <a:pt x="18" y="1"/>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0" name="Freeform 1772">
              <a:extLst>
                <a:ext uri="{FF2B5EF4-FFF2-40B4-BE49-F238E27FC236}">
                  <a16:creationId xmlns:a16="http://schemas.microsoft.com/office/drawing/2014/main" id="{AC7C5E0C-5656-F6E6-3292-17BD46656956}"/>
                </a:ext>
              </a:extLst>
            </p:cNvPr>
            <p:cNvSpPr>
              <a:spLocks/>
            </p:cNvSpPr>
            <p:nvPr/>
          </p:nvSpPr>
          <p:spPr bwMode="auto">
            <a:xfrm rot="5094805">
              <a:off x="626588" y="2747883"/>
              <a:ext cx="54839" cy="11425"/>
            </a:xfrm>
            <a:custGeom>
              <a:avLst/>
              <a:gdLst>
                <a:gd name="T0" fmla="*/ 10 w 22"/>
                <a:gd name="T1" fmla="*/ 1 h 4"/>
                <a:gd name="T2" fmla="*/ 22 w 22"/>
                <a:gd name="T3" fmla="*/ 0 h 4"/>
                <a:gd name="T4" fmla="*/ 11 w 22"/>
                <a:gd name="T5" fmla="*/ 2 h 4"/>
                <a:gd name="T6" fmla="*/ 1 w 22"/>
                <a:gd name="T7" fmla="*/ 3 h 4"/>
                <a:gd name="T8" fmla="*/ 10 w 22"/>
                <a:gd name="T9" fmla="*/ 1 h 4"/>
              </a:gdLst>
              <a:ahLst/>
              <a:cxnLst>
                <a:cxn ang="0">
                  <a:pos x="T0" y="T1"/>
                </a:cxn>
                <a:cxn ang="0">
                  <a:pos x="T2" y="T3"/>
                </a:cxn>
                <a:cxn ang="0">
                  <a:pos x="T4" y="T5"/>
                </a:cxn>
                <a:cxn ang="0">
                  <a:pos x="T6" y="T7"/>
                </a:cxn>
                <a:cxn ang="0">
                  <a:pos x="T8" y="T9"/>
                </a:cxn>
              </a:cxnLst>
              <a:rect l="0" t="0" r="r" b="b"/>
              <a:pathLst>
                <a:path w="22" h="4">
                  <a:moveTo>
                    <a:pt x="10" y="1"/>
                  </a:moveTo>
                  <a:cubicBezTo>
                    <a:pt x="16" y="0"/>
                    <a:pt x="22" y="0"/>
                    <a:pt x="22" y="0"/>
                  </a:cubicBezTo>
                  <a:cubicBezTo>
                    <a:pt x="22" y="0"/>
                    <a:pt x="17" y="2"/>
                    <a:pt x="11" y="2"/>
                  </a:cubicBezTo>
                  <a:cubicBezTo>
                    <a:pt x="6" y="3"/>
                    <a:pt x="1" y="4"/>
                    <a:pt x="1" y="3"/>
                  </a:cubicBezTo>
                  <a:cubicBezTo>
                    <a:pt x="0" y="3"/>
                    <a:pt x="5"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1" name="Freeform 1773">
              <a:extLst>
                <a:ext uri="{FF2B5EF4-FFF2-40B4-BE49-F238E27FC236}">
                  <a16:creationId xmlns:a16="http://schemas.microsoft.com/office/drawing/2014/main" id="{12BEFD14-F287-C7D9-2DFE-26EAA18E3A70}"/>
                </a:ext>
              </a:extLst>
            </p:cNvPr>
            <p:cNvSpPr>
              <a:spLocks/>
            </p:cNvSpPr>
            <p:nvPr/>
          </p:nvSpPr>
          <p:spPr bwMode="auto">
            <a:xfrm rot="5094805">
              <a:off x="683541" y="2936759"/>
              <a:ext cx="52554" cy="11425"/>
            </a:xfrm>
            <a:custGeom>
              <a:avLst/>
              <a:gdLst>
                <a:gd name="T0" fmla="*/ 10 w 21"/>
                <a:gd name="T1" fmla="*/ 2 h 5"/>
                <a:gd name="T2" fmla="*/ 21 w 21"/>
                <a:gd name="T3" fmla="*/ 0 h 5"/>
                <a:gd name="T4" fmla="*/ 11 w 21"/>
                <a:gd name="T5" fmla="*/ 3 h 5"/>
                <a:gd name="T6" fmla="*/ 0 w 21"/>
                <a:gd name="T7" fmla="*/ 5 h 5"/>
                <a:gd name="T8" fmla="*/ 10 w 21"/>
                <a:gd name="T9" fmla="*/ 2 h 5"/>
              </a:gdLst>
              <a:ahLst/>
              <a:cxnLst>
                <a:cxn ang="0">
                  <a:pos x="T0" y="T1"/>
                </a:cxn>
                <a:cxn ang="0">
                  <a:pos x="T2" y="T3"/>
                </a:cxn>
                <a:cxn ang="0">
                  <a:pos x="T4" y="T5"/>
                </a:cxn>
                <a:cxn ang="0">
                  <a:pos x="T6" y="T7"/>
                </a:cxn>
                <a:cxn ang="0">
                  <a:pos x="T8" y="T9"/>
                </a:cxn>
              </a:cxnLst>
              <a:rect l="0" t="0" r="r" b="b"/>
              <a:pathLst>
                <a:path w="21" h="5">
                  <a:moveTo>
                    <a:pt x="10" y="2"/>
                  </a:moveTo>
                  <a:cubicBezTo>
                    <a:pt x="16" y="1"/>
                    <a:pt x="21" y="0"/>
                    <a:pt x="21" y="0"/>
                  </a:cubicBezTo>
                  <a:cubicBezTo>
                    <a:pt x="21" y="0"/>
                    <a:pt x="16" y="2"/>
                    <a:pt x="11" y="3"/>
                  </a:cubicBezTo>
                  <a:cubicBezTo>
                    <a:pt x="5" y="4"/>
                    <a:pt x="1" y="5"/>
                    <a:pt x="0" y="5"/>
                  </a:cubicBezTo>
                  <a:cubicBezTo>
                    <a:pt x="0" y="5"/>
                    <a:pt x="4" y="3"/>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2" name="Freeform 1774">
              <a:extLst>
                <a:ext uri="{FF2B5EF4-FFF2-40B4-BE49-F238E27FC236}">
                  <a16:creationId xmlns:a16="http://schemas.microsoft.com/office/drawing/2014/main" id="{E9749DE3-1C1B-B583-7E28-4B7B305F59A5}"/>
                </a:ext>
              </a:extLst>
            </p:cNvPr>
            <p:cNvSpPr>
              <a:spLocks/>
            </p:cNvSpPr>
            <p:nvPr/>
          </p:nvSpPr>
          <p:spPr bwMode="auto">
            <a:xfrm rot="5094805">
              <a:off x="749492" y="3120158"/>
              <a:ext cx="52554" cy="18280"/>
            </a:xfrm>
            <a:custGeom>
              <a:avLst/>
              <a:gdLst>
                <a:gd name="T0" fmla="*/ 21 w 21"/>
                <a:gd name="T1" fmla="*/ 0 h 7"/>
                <a:gd name="T2" fmla="*/ 11 w 21"/>
                <a:gd name="T3" fmla="*/ 4 h 7"/>
                <a:gd name="T4" fmla="*/ 0 w 21"/>
                <a:gd name="T5" fmla="*/ 6 h 7"/>
                <a:gd name="T6" fmla="*/ 10 w 21"/>
                <a:gd name="T7" fmla="*/ 3 h 7"/>
                <a:gd name="T8" fmla="*/ 21 w 21"/>
                <a:gd name="T9" fmla="*/ 0 h 7"/>
              </a:gdLst>
              <a:ahLst/>
              <a:cxnLst>
                <a:cxn ang="0">
                  <a:pos x="T0" y="T1"/>
                </a:cxn>
                <a:cxn ang="0">
                  <a:pos x="T2" y="T3"/>
                </a:cxn>
                <a:cxn ang="0">
                  <a:pos x="T4" y="T5"/>
                </a:cxn>
                <a:cxn ang="0">
                  <a:pos x="T6" y="T7"/>
                </a:cxn>
                <a:cxn ang="0">
                  <a:pos x="T8" y="T9"/>
                </a:cxn>
              </a:cxnLst>
              <a:rect l="0" t="0" r="r" b="b"/>
              <a:pathLst>
                <a:path w="21" h="7">
                  <a:moveTo>
                    <a:pt x="21" y="0"/>
                  </a:moveTo>
                  <a:cubicBezTo>
                    <a:pt x="21" y="1"/>
                    <a:pt x="16" y="3"/>
                    <a:pt x="11" y="4"/>
                  </a:cubicBezTo>
                  <a:cubicBezTo>
                    <a:pt x="5" y="6"/>
                    <a:pt x="0" y="7"/>
                    <a:pt x="0" y="6"/>
                  </a:cubicBezTo>
                  <a:cubicBezTo>
                    <a:pt x="1" y="6"/>
                    <a:pt x="5" y="4"/>
                    <a:pt x="10" y="3"/>
                  </a:cubicBezTo>
                  <a:cubicBezTo>
                    <a:pt x="16" y="1"/>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3" name="Freeform 1775">
              <a:extLst>
                <a:ext uri="{FF2B5EF4-FFF2-40B4-BE49-F238E27FC236}">
                  <a16:creationId xmlns:a16="http://schemas.microsoft.com/office/drawing/2014/main" id="{207EB776-EF77-7574-A570-D315A45DA44D}"/>
                </a:ext>
              </a:extLst>
            </p:cNvPr>
            <p:cNvSpPr>
              <a:spLocks/>
            </p:cNvSpPr>
            <p:nvPr/>
          </p:nvSpPr>
          <p:spPr bwMode="auto">
            <a:xfrm rot="5094805">
              <a:off x="827026" y="3307105"/>
              <a:ext cx="52554" cy="20565"/>
            </a:xfrm>
            <a:custGeom>
              <a:avLst/>
              <a:gdLst>
                <a:gd name="T0" fmla="*/ 21 w 22"/>
                <a:gd name="T1" fmla="*/ 0 h 8"/>
                <a:gd name="T2" fmla="*/ 11 w 22"/>
                <a:gd name="T3" fmla="*/ 4 h 8"/>
                <a:gd name="T4" fmla="*/ 0 w 22"/>
                <a:gd name="T5" fmla="*/ 7 h 8"/>
                <a:gd name="T6" fmla="*/ 10 w 22"/>
                <a:gd name="T7" fmla="*/ 3 h 8"/>
                <a:gd name="T8" fmla="*/ 21 w 22"/>
                <a:gd name="T9" fmla="*/ 0 h 8"/>
              </a:gdLst>
              <a:ahLst/>
              <a:cxnLst>
                <a:cxn ang="0">
                  <a:pos x="T0" y="T1"/>
                </a:cxn>
                <a:cxn ang="0">
                  <a:pos x="T2" y="T3"/>
                </a:cxn>
                <a:cxn ang="0">
                  <a:pos x="T4" y="T5"/>
                </a:cxn>
                <a:cxn ang="0">
                  <a:pos x="T6" y="T7"/>
                </a:cxn>
                <a:cxn ang="0">
                  <a:pos x="T8" y="T9"/>
                </a:cxn>
              </a:cxnLst>
              <a:rect l="0" t="0" r="r" b="b"/>
              <a:pathLst>
                <a:path w="22" h="8">
                  <a:moveTo>
                    <a:pt x="21" y="0"/>
                  </a:moveTo>
                  <a:cubicBezTo>
                    <a:pt x="22" y="0"/>
                    <a:pt x="16" y="3"/>
                    <a:pt x="11" y="4"/>
                  </a:cubicBezTo>
                  <a:cubicBezTo>
                    <a:pt x="5" y="6"/>
                    <a:pt x="0" y="8"/>
                    <a:pt x="0" y="7"/>
                  </a:cubicBezTo>
                  <a:cubicBezTo>
                    <a:pt x="1" y="7"/>
                    <a:pt x="5" y="5"/>
                    <a:pt x="10" y="3"/>
                  </a:cubicBezTo>
                  <a:cubicBezTo>
                    <a:pt x="16" y="1"/>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4" name="Freeform 1776">
              <a:extLst>
                <a:ext uri="{FF2B5EF4-FFF2-40B4-BE49-F238E27FC236}">
                  <a16:creationId xmlns:a16="http://schemas.microsoft.com/office/drawing/2014/main" id="{34E44BD1-0C5E-F523-BE32-8767781E4A0D}"/>
                </a:ext>
              </a:extLst>
            </p:cNvPr>
            <p:cNvSpPr>
              <a:spLocks/>
            </p:cNvSpPr>
            <p:nvPr/>
          </p:nvSpPr>
          <p:spPr bwMode="auto">
            <a:xfrm rot="5094805">
              <a:off x="913460" y="3490966"/>
              <a:ext cx="52554" cy="22850"/>
            </a:xfrm>
            <a:custGeom>
              <a:avLst/>
              <a:gdLst>
                <a:gd name="T0" fmla="*/ 21 w 21"/>
                <a:gd name="T1" fmla="*/ 0 h 9"/>
                <a:gd name="T2" fmla="*/ 10 w 21"/>
                <a:gd name="T3" fmla="*/ 5 h 9"/>
                <a:gd name="T4" fmla="*/ 0 w 21"/>
                <a:gd name="T5" fmla="*/ 8 h 9"/>
                <a:gd name="T6" fmla="*/ 10 w 21"/>
                <a:gd name="T7" fmla="*/ 4 h 9"/>
                <a:gd name="T8" fmla="*/ 21 w 21"/>
                <a:gd name="T9" fmla="*/ 0 h 9"/>
              </a:gdLst>
              <a:ahLst/>
              <a:cxnLst>
                <a:cxn ang="0">
                  <a:pos x="T0" y="T1"/>
                </a:cxn>
                <a:cxn ang="0">
                  <a:pos x="T2" y="T3"/>
                </a:cxn>
                <a:cxn ang="0">
                  <a:pos x="T4" y="T5"/>
                </a:cxn>
                <a:cxn ang="0">
                  <a:pos x="T6" y="T7"/>
                </a:cxn>
                <a:cxn ang="0">
                  <a:pos x="T8" y="T9"/>
                </a:cxn>
              </a:cxnLst>
              <a:rect l="0" t="0" r="r" b="b"/>
              <a:pathLst>
                <a:path w="21" h="9">
                  <a:moveTo>
                    <a:pt x="21" y="0"/>
                  </a:moveTo>
                  <a:cubicBezTo>
                    <a:pt x="21" y="1"/>
                    <a:pt x="16" y="3"/>
                    <a:pt x="10" y="5"/>
                  </a:cubicBezTo>
                  <a:cubicBezTo>
                    <a:pt x="4" y="7"/>
                    <a:pt x="0" y="9"/>
                    <a:pt x="0" y="8"/>
                  </a:cubicBezTo>
                  <a:cubicBezTo>
                    <a:pt x="0" y="8"/>
                    <a:pt x="5" y="6"/>
                    <a:pt x="10" y="4"/>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5" name="Freeform 1777">
              <a:extLst>
                <a:ext uri="{FF2B5EF4-FFF2-40B4-BE49-F238E27FC236}">
                  <a16:creationId xmlns:a16="http://schemas.microsoft.com/office/drawing/2014/main" id="{C4FD502D-0A48-6738-6C5D-C604010648B4}"/>
                </a:ext>
              </a:extLst>
            </p:cNvPr>
            <p:cNvSpPr>
              <a:spLocks/>
            </p:cNvSpPr>
            <p:nvPr/>
          </p:nvSpPr>
          <p:spPr bwMode="auto">
            <a:xfrm rot="5094805">
              <a:off x="1008999" y="3674016"/>
              <a:ext cx="52554" cy="25135"/>
            </a:xfrm>
            <a:custGeom>
              <a:avLst/>
              <a:gdLst>
                <a:gd name="T0" fmla="*/ 10 w 21"/>
                <a:gd name="T1" fmla="*/ 5 h 10"/>
                <a:gd name="T2" fmla="*/ 21 w 21"/>
                <a:gd name="T3" fmla="*/ 1 h 10"/>
                <a:gd name="T4" fmla="*/ 10 w 21"/>
                <a:gd name="T5" fmla="*/ 6 h 10"/>
                <a:gd name="T6" fmla="*/ 0 w 21"/>
                <a:gd name="T7" fmla="*/ 9 h 10"/>
                <a:gd name="T8" fmla="*/ 10 w 21"/>
                <a:gd name="T9" fmla="*/ 5 h 10"/>
              </a:gdLst>
              <a:ahLst/>
              <a:cxnLst>
                <a:cxn ang="0">
                  <a:pos x="T0" y="T1"/>
                </a:cxn>
                <a:cxn ang="0">
                  <a:pos x="T2" y="T3"/>
                </a:cxn>
                <a:cxn ang="0">
                  <a:pos x="T4" y="T5"/>
                </a:cxn>
                <a:cxn ang="0">
                  <a:pos x="T6" y="T7"/>
                </a:cxn>
                <a:cxn ang="0">
                  <a:pos x="T8" y="T9"/>
                </a:cxn>
              </a:cxnLst>
              <a:rect l="0" t="0" r="r" b="b"/>
              <a:pathLst>
                <a:path w="21" h="10">
                  <a:moveTo>
                    <a:pt x="10" y="5"/>
                  </a:moveTo>
                  <a:cubicBezTo>
                    <a:pt x="16" y="2"/>
                    <a:pt x="21" y="0"/>
                    <a:pt x="21" y="1"/>
                  </a:cubicBezTo>
                  <a:cubicBezTo>
                    <a:pt x="21" y="1"/>
                    <a:pt x="15" y="4"/>
                    <a:pt x="10" y="6"/>
                  </a:cubicBezTo>
                  <a:cubicBezTo>
                    <a:pt x="5" y="8"/>
                    <a:pt x="0" y="10"/>
                    <a:pt x="0" y="9"/>
                  </a:cubicBezTo>
                  <a:cubicBezTo>
                    <a:pt x="0" y="9"/>
                    <a:pt x="4" y="7"/>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6" name="Freeform 1778">
              <a:extLst>
                <a:ext uri="{FF2B5EF4-FFF2-40B4-BE49-F238E27FC236}">
                  <a16:creationId xmlns:a16="http://schemas.microsoft.com/office/drawing/2014/main" id="{D36C3F74-F89F-451B-FB78-46874F4D9951}"/>
                </a:ext>
              </a:extLst>
            </p:cNvPr>
            <p:cNvSpPr>
              <a:spLocks/>
            </p:cNvSpPr>
            <p:nvPr/>
          </p:nvSpPr>
          <p:spPr bwMode="auto">
            <a:xfrm rot="5094805">
              <a:off x="1106708" y="3859052"/>
              <a:ext cx="54839" cy="20565"/>
            </a:xfrm>
            <a:custGeom>
              <a:avLst/>
              <a:gdLst>
                <a:gd name="T0" fmla="*/ 12 w 22"/>
                <a:gd name="T1" fmla="*/ 4 h 9"/>
                <a:gd name="T2" fmla="*/ 1 w 22"/>
                <a:gd name="T3" fmla="*/ 9 h 9"/>
                <a:gd name="T4" fmla="*/ 9 w 22"/>
                <a:gd name="T5" fmla="*/ 5 h 9"/>
                <a:gd name="T6" fmla="*/ 21 w 22"/>
                <a:gd name="T7" fmla="*/ 0 h 9"/>
                <a:gd name="T8" fmla="*/ 12 w 22"/>
                <a:gd name="T9" fmla="*/ 4 h 9"/>
              </a:gdLst>
              <a:ahLst/>
              <a:cxnLst>
                <a:cxn ang="0">
                  <a:pos x="T0" y="T1"/>
                </a:cxn>
                <a:cxn ang="0">
                  <a:pos x="T2" y="T3"/>
                </a:cxn>
                <a:cxn ang="0">
                  <a:pos x="T4" y="T5"/>
                </a:cxn>
                <a:cxn ang="0">
                  <a:pos x="T6" y="T7"/>
                </a:cxn>
                <a:cxn ang="0">
                  <a:pos x="T8" y="T9"/>
                </a:cxn>
              </a:cxnLst>
              <a:rect l="0" t="0" r="r" b="b"/>
              <a:pathLst>
                <a:path w="22" h="9">
                  <a:moveTo>
                    <a:pt x="12" y="4"/>
                  </a:moveTo>
                  <a:cubicBezTo>
                    <a:pt x="7" y="7"/>
                    <a:pt x="1" y="9"/>
                    <a:pt x="1" y="9"/>
                  </a:cubicBezTo>
                  <a:cubicBezTo>
                    <a:pt x="0" y="9"/>
                    <a:pt x="4" y="7"/>
                    <a:pt x="9" y="5"/>
                  </a:cubicBezTo>
                  <a:cubicBezTo>
                    <a:pt x="14" y="2"/>
                    <a:pt x="20" y="0"/>
                    <a:pt x="21" y="0"/>
                  </a:cubicBezTo>
                  <a:cubicBezTo>
                    <a:pt x="22"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7" name="Freeform 1779">
              <a:extLst>
                <a:ext uri="{FF2B5EF4-FFF2-40B4-BE49-F238E27FC236}">
                  <a16:creationId xmlns:a16="http://schemas.microsoft.com/office/drawing/2014/main" id="{7CA8688E-C0C3-31BB-677D-CE10335853ED}"/>
                </a:ext>
              </a:extLst>
            </p:cNvPr>
            <p:cNvSpPr>
              <a:spLocks/>
            </p:cNvSpPr>
            <p:nvPr/>
          </p:nvSpPr>
          <p:spPr bwMode="auto">
            <a:xfrm rot="5094805">
              <a:off x="1212497" y="4040251"/>
              <a:ext cx="50269" cy="25135"/>
            </a:xfrm>
            <a:custGeom>
              <a:avLst/>
              <a:gdLst>
                <a:gd name="T0" fmla="*/ 21 w 21"/>
                <a:gd name="T1" fmla="*/ 0 h 10"/>
                <a:gd name="T2" fmla="*/ 10 w 21"/>
                <a:gd name="T3" fmla="*/ 6 h 10"/>
                <a:gd name="T4" fmla="*/ 0 w 21"/>
                <a:gd name="T5" fmla="*/ 10 h 10"/>
                <a:gd name="T6" fmla="*/ 10 w 21"/>
                <a:gd name="T7" fmla="*/ 5 h 10"/>
                <a:gd name="T8" fmla="*/ 21 w 21"/>
                <a:gd name="T9" fmla="*/ 0 h 10"/>
              </a:gdLst>
              <a:ahLst/>
              <a:cxnLst>
                <a:cxn ang="0">
                  <a:pos x="T0" y="T1"/>
                </a:cxn>
                <a:cxn ang="0">
                  <a:pos x="T2" y="T3"/>
                </a:cxn>
                <a:cxn ang="0">
                  <a:pos x="T4" y="T5"/>
                </a:cxn>
                <a:cxn ang="0">
                  <a:pos x="T6" y="T7"/>
                </a:cxn>
                <a:cxn ang="0">
                  <a:pos x="T8" y="T9"/>
                </a:cxn>
              </a:cxnLst>
              <a:rect l="0" t="0" r="r" b="b"/>
              <a:pathLst>
                <a:path w="21" h="10">
                  <a:moveTo>
                    <a:pt x="21" y="0"/>
                  </a:moveTo>
                  <a:cubicBezTo>
                    <a:pt x="21" y="0"/>
                    <a:pt x="16" y="3"/>
                    <a:pt x="10" y="6"/>
                  </a:cubicBezTo>
                  <a:cubicBezTo>
                    <a:pt x="5" y="8"/>
                    <a:pt x="0" y="10"/>
                    <a:pt x="0" y="10"/>
                  </a:cubicBezTo>
                  <a:cubicBezTo>
                    <a:pt x="0" y="10"/>
                    <a:pt x="4" y="8"/>
                    <a:pt x="10" y="5"/>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8" name="Freeform 1780">
              <a:extLst>
                <a:ext uri="{FF2B5EF4-FFF2-40B4-BE49-F238E27FC236}">
                  <a16:creationId xmlns:a16="http://schemas.microsoft.com/office/drawing/2014/main" id="{94514CCB-563F-3093-06A9-E338E6F3461F}"/>
                </a:ext>
              </a:extLst>
            </p:cNvPr>
            <p:cNvSpPr>
              <a:spLocks/>
            </p:cNvSpPr>
            <p:nvPr/>
          </p:nvSpPr>
          <p:spPr bwMode="auto">
            <a:xfrm rot="5094805">
              <a:off x="1315993" y="4223532"/>
              <a:ext cx="54839" cy="25135"/>
            </a:xfrm>
            <a:custGeom>
              <a:avLst/>
              <a:gdLst>
                <a:gd name="T0" fmla="*/ 21 w 22"/>
                <a:gd name="T1" fmla="*/ 0 h 10"/>
                <a:gd name="T2" fmla="*/ 12 w 22"/>
                <a:gd name="T3" fmla="*/ 5 h 10"/>
                <a:gd name="T4" fmla="*/ 1 w 22"/>
                <a:gd name="T5" fmla="*/ 10 h 10"/>
                <a:gd name="T6" fmla="*/ 10 w 22"/>
                <a:gd name="T7" fmla="*/ 5 h 10"/>
                <a:gd name="T8" fmla="*/ 21 w 22"/>
                <a:gd name="T9" fmla="*/ 0 h 10"/>
              </a:gdLst>
              <a:ahLst/>
              <a:cxnLst>
                <a:cxn ang="0">
                  <a:pos x="T0" y="T1"/>
                </a:cxn>
                <a:cxn ang="0">
                  <a:pos x="T2" y="T3"/>
                </a:cxn>
                <a:cxn ang="0">
                  <a:pos x="T4" y="T5"/>
                </a:cxn>
                <a:cxn ang="0">
                  <a:pos x="T6" y="T7"/>
                </a:cxn>
                <a:cxn ang="0">
                  <a:pos x="T8" y="T9"/>
                </a:cxn>
              </a:cxnLst>
              <a:rect l="0" t="0" r="r" b="b"/>
              <a:pathLst>
                <a:path w="22" h="10">
                  <a:moveTo>
                    <a:pt x="21" y="0"/>
                  </a:moveTo>
                  <a:cubicBezTo>
                    <a:pt x="22" y="0"/>
                    <a:pt x="17" y="2"/>
                    <a:pt x="12" y="5"/>
                  </a:cubicBezTo>
                  <a:cubicBezTo>
                    <a:pt x="6" y="7"/>
                    <a:pt x="2" y="10"/>
                    <a:pt x="1" y="10"/>
                  </a:cubicBezTo>
                  <a:cubicBezTo>
                    <a:pt x="0" y="10"/>
                    <a:pt x="4" y="8"/>
                    <a:pt x="10" y="5"/>
                  </a:cubicBezTo>
                  <a:cubicBezTo>
                    <a:pt x="15"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9" name="Freeform 1781">
              <a:extLst>
                <a:ext uri="{FF2B5EF4-FFF2-40B4-BE49-F238E27FC236}">
                  <a16:creationId xmlns:a16="http://schemas.microsoft.com/office/drawing/2014/main" id="{3A1FC843-65D1-EB8B-3D90-24B3913F9909}"/>
                </a:ext>
              </a:extLst>
            </p:cNvPr>
            <p:cNvSpPr>
              <a:spLocks/>
            </p:cNvSpPr>
            <p:nvPr/>
          </p:nvSpPr>
          <p:spPr bwMode="auto">
            <a:xfrm rot="5094805">
              <a:off x="625909" y="1560718"/>
              <a:ext cx="57124" cy="25135"/>
            </a:xfrm>
            <a:custGeom>
              <a:avLst/>
              <a:gdLst>
                <a:gd name="T0" fmla="*/ 23 w 23"/>
                <a:gd name="T1" fmla="*/ 8 h 11"/>
                <a:gd name="T2" fmla="*/ 13 w 23"/>
                <a:gd name="T3" fmla="*/ 9 h 11"/>
                <a:gd name="T4" fmla="*/ 1 w 23"/>
                <a:gd name="T5" fmla="*/ 3 h 11"/>
                <a:gd name="T6" fmla="*/ 10 w 23"/>
                <a:gd name="T7" fmla="*/ 1 h 11"/>
                <a:gd name="T8" fmla="*/ 23 w 23"/>
                <a:gd name="T9" fmla="*/ 8 h 11"/>
              </a:gdLst>
              <a:ahLst/>
              <a:cxnLst>
                <a:cxn ang="0">
                  <a:pos x="T0" y="T1"/>
                </a:cxn>
                <a:cxn ang="0">
                  <a:pos x="T2" y="T3"/>
                </a:cxn>
                <a:cxn ang="0">
                  <a:pos x="T4" y="T5"/>
                </a:cxn>
                <a:cxn ang="0">
                  <a:pos x="T6" y="T7"/>
                </a:cxn>
                <a:cxn ang="0">
                  <a:pos x="T8" y="T9"/>
                </a:cxn>
              </a:cxnLst>
              <a:rect l="0" t="0" r="r" b="b"/>
              <a:pathLst>
                <a:path w="23" h="11">
                  <a:moveTo>
                    <a:pt x="23" y="8"/>
                  </a:moveTo>
                  <a:cubicBezTo>
                    <a:pt x="23" y="10"/>
                    <a:pt x="18" y="11"/>
                    <a:pt x="13" y="9"/>
                  </a:cubicBezTo>
                  <a:cubicBezTo>
                    <a:pt x="7" y="8"/>
                    <a:pt x="2" y="5"/>
                    <a:pt x="1" y="3"/>
                  </a:cubicBezTo>
                  <a:cubicBezTo>
                    <a:pt x="0" y="1"/>
                    <a:pt x="4" y="0"/>
                    <a:pt x="10" y="1"/>
                  </a:cubicBezTo>
                  <a:cubicBezTo>
                    <a:pt x="16" y="3"/>
                    <a:pt x="22" y="6"/>
                    <a:pt x="2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0" name="Freeform 1782">
              <a:extLst>
                <a:ext uri="{FF2B5EF4-FFF2-40B4-BE49-F238E27FC236}">
                  <a16:creationId xmlns:a16="http://schemas.microsoft.com/office/drawing/2014/main" id="{DEDB13AF-54D9-57B8-BF60-BBCD7397FAA6}"/>
                </a:ext>
              </a:extLst>
            </p:cNvPr>
            <p:cNvSpPr>
              <a:spLocks/>
            </p:cNvSpPr>
            <p:nvPr/>
          </p:nvSpPr>
          <p:spPr bwMode="auto">
            <a:xfrm rot="5094805">
              <a:off x="655347" y="1359680"/>
              <a:ext cx="57124" cy="31990"/>
            </a:xfrm>
            <a:custGeom>
              <a:avLst/>
              <a:gdLst>
                <a:gd name="T0" fmla="*/ 22 w 23"/>
                <a:gd name="T1" fmla="*/ 9 h 13"/>
                <a:gd name="T2" fmla="*/ 12 w 23"/>
                <a:gd name="T3" fmla="*/ 11 h 13"/>
                <a:gd name="T4" fmla="*/ 1 w 23"/>
                <a:gd name="T5" fmla="*/ 4 h 13"/>
                <a:gd name="T6" fmla="*/ 10 w 23"/>
                <a:gd name="T7" fmla="*/ 2 h 13"/>
                <a:gd name="T8" fmla="*/ 22 w 23"/>
                <a:gd name="T9" fmla="*/ 9 h 13"/>
              </a:gdLst>
              <a:ahLst/>
              <a:cxnLst>
                <a:cxn ang="0">
                  <a:pos x="T0" y="T1"/>
                </a:cxn>
                <a:cxn ang="0">
                  <a:pos x="T2" y="T3"/>
                </a:cxn>
                <a:cxn ang="0">
                  <a:pos x="T4" y="T5"/>
                </a:cxn>
                <a:cxn ang="0">
                  <a:pos x="T6" y="T7"/>
                </a:cxn>
                <a:cxn ang="0">
                  <a:pos x="T8" y="T9"/>
                </a:cxn>
              </a:cxnLst>
              <a:rect l="0" t="0" r="r" b="b"/>
              <a:pathLst>
                <a:path w="23" h="13">
                  <a:moveTo>
                    <a:pt x="22" y="9"/>
                  </a:moveTo>
                  <a:cubicBezTo>
                    <a:pt x="23" y="12"/>
                    <a:pt x="18" y="13"/>
                    <a:pt x="12" y="11"/>
                  </a:cubicBezTo>
                  <a:cubicBezTo>
                    <a:pt x="7" y="10"/>
                    <a:pt x="2" y="7"/>
                    <a:pt x="1" y="4"/>
                  </a:cubicBezTo>
                  <a:cubicBezTo>
                    <a:pt x="0" y="1"/>
                    <a:pt x="4" y="0"/>
                    <a:pt x="10" y="2"/>
                  </a:cubicBezTo>
                  <a:cubicBezTo>
                    <a:pt x="16" y="3"/>
                    <a:pt x="21" y="6"/>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1" name="Freeform 1783">
              <a:extLst>
                <a:ext uri="{FF2B5EF4-FFF2-40B4-BE49-F238E27FC236}">
                  <a16:creationId xmlns:a16="http://schemas.microsoft.com/office/drawing/2014/main" id="{73F1DFCE-2A7F-3816-364F-90342BEA5A1F}"/>
                </a:ext>
              </a:extLst>
            </p:cNvPr>
            <p:cNvSpPr>
              <a:spLocks/>
            </p:cNvSpPr>
            <p:nvPr/>
          </p:nvSpPr>
          <p:spPr bwMode="auto">
            <a:xfrm rot="5094805">
              <a:off x="680030" y="1159055"/>
              <a:ext cx="57124" cy="34275"/>
            </a:xfrm>
            <a:custGeom>
              <a:avLst/>
              <a:gdLst>
                <a:gd name="T0" fmla="*/ 22 w 23"/>
                <a:gd name="T1" fmla="*/ 9 h 14"/>
                <a:gd name="T2" fmla="*/ 13 w 23"/>
                <a:gd name="T3" fmla="*/ 13 h 14"/>
                <a:gd name="T4" fmla="*/ 1 w 23"/>
                <a:gd name="T5" fmla="*/ 5 h 14"/>
                <a:gd name="T6" fmla="*/ 9 w 23"/>
                <a:gd name="T7" fmla="*/ 1 h 14"/>
                <a:gd name="T8" fmla="*/ 22 w 23"/>
                <a:gd name="T9" fmla="*/ 9 h 14"/>
              </a:gdLst>
              <a:ahLst/>
              <a:cxnLst>
                <a:cxn ang="0">
                  <a:pos x="T0" y="T1"/>
                </a:cxn>
                <a:cxn ang="0">
                  <a:pos x="T2" y="T3"/>
                </a:cxn>
                <a:cxn ang="0">
                  <a:pos x="T4" y="T5"/>
                </a:cxn>
                <a:cxn ang="0">
                  <a:pos x="T6" y="T7"/>
                </a:cxn>
                <a:cxn ang="0">
                  <a:pos x="T8" y="T9"/>
                </a:cxn>
              </a:cxnLst>
              <a:rect l="0" t="0" r="r" b="b"/>
              <a:pathLst>
                <a:path w="23" h="14">
                  <a:moveTo>
                    <a:pt x="22" y="9"/>
                  </a:moveTo>
                  <a:cubicBezTo>
                    <a:pt x="23" y="12"/>
                    <a:pt x="19" y="14"/>
                    <a:pt x="13" y="13"/>
                  </a:cubicBezTo>
                  <a:cubicBezTo>
                    <a:pt x="8" y="12"/>
                    <a:pt x="3" y="9"/>
                    <a:pt x="1" y="5"/>
                  </a:cubicBezTo>
                  <a:cubicBezTo>
                    <a:pt x="0" y="2"/>
                    <a:pt x="3" y="0"/>
                    <a:pt x="9" y="1"/>
                  </a:cubicBezTo>
                  <a:cubicBezTo>
                    <a:pt x="15" y="2"/>
                    <a:pt x="21" y="6"/>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2" name="Freeform 1784">
              <a:extLst>
                <a:ext uri="{FF2B5EF4-FFF2-40B4-BE49-F238E27FC236}">
                  <a16:creationId xmlns:a16="http://schemas.microsoft.com/office/drawing/2014/main" id="{7DA008EB-3108-6876-97A0-7E38A7B74479}"/>
                </a:ext>
              </a:extLst>
            </p:cNvPr>
            <p:cNvSpPr>
              <a:spLocks/>
            </p:cNvSpPr>
            <p:nvPr/>
          </p:nvSpPr>
          <p:spPr bwMode="auto">
            <a:xfrm rot="5094805">
              <a:off x="699023" y="957795"/>
              <a:ext cx="57124" cy="38845"/>
            </a:xfrm>
            <a:custGeom>
              <a:avLst/>
              <a:gdLst>
                <a:gd name="T0" fmla="*/ 22 w 23"/>
                <a:gd name="T1" fmla="*/ 9 h 15"/>
                <a:gd name="T2" fmla="*/ 13 w 23"/>
                <a:gd name="T3" fmla="*/ 14 h 15"/>
                <a:gd name="T4" fmla="*/ 1 w 23"/>
                <a:gd name="T5" fmla="*/ 7 h 15"/>
                <a:gd name="T6" fmla="*/ 9 w 23"/>
                <a:gd name="T7" fmla="*/ 1 h 15"/>
                <a:gd name="T8" fmla="*/ 22 w 23"/>
                <a:gd name="T9" fmla="*/ 9 h 15"/>
              </a:gdLst>
              <a:ahLst/>
              <a:cxnLst>
                <a:cxn ang="0">
                  <a:pos x="T0" y="T1"/>
                </a:cxn>
                <a:cxn ang="0">
                  <a:pos x="T2" y="T3"/>
                </a:cxn>
                <a:cxn ang="0">
                  <a:pos x="T4" y="T5"/>
                </a:cxn>
                <a:cxn ang="0">
                  <a:pos x="T6" y="T7"/>
                </a:cxn>
                <a:cxn ang="0">
                  <a:pos x="T8" y="T9"/>
                </a:cxn>
              </a:cxnLst>
              <a:rect l="0" t="0" r="r" b="b"/>
              <a:pathLst>
                <a:path w="23" h="15">
                  <a:moveTo>
                    <a:pt x="22" y="9"/>
                  </a:moveTo>
                  <a:cubicBezTo>
                    <a:pt x="23" y="12"/>
                    <a:pt x="18" y="15"/>
                    <a:pt x="13" y="14"/>
                  </a:cubicBezTo>
                  <a:cubicBezTo>
                    <a:pt x="8" y="13"/>
                    <a:pt x="2" y="10"/>
                    <a:pt x="1" y="7"/>
                  </a:cubicBezTo>
                  <a:cubicBezTo>
                    <a:pt x="0" y="3"/>
                    <a:pt x="3" y="0"/>
                    <a:pt x="9" y="1"/>
                  </a:cubicBezTo>
                  <a:cubicBezTo>
                    <a:pt x="15" y="1"/>
                    <a:pt x="21" y="5"/>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3" name="Freeform 1785">
              <a:extLst>
                <a:ext uri="{FF2B5EF4-FFF2-40B4-BE49-F238E27FC236}">
                  <a16:creationId xmlns:a16="http://schemas.microsoft.com/office/drawing/2014/main" id="{83432972-187A-E60D-2883-133B2AE2A17E}"/>
                </a:ext>
              </a:extLst>
            </p:cNvPr>
            <p:cNvSpPr>
              <a:spLocks/>
            </p:cNvSpPr>
            <p:nvPr/>
          </p:nvSpPr>
          <p:spPr bwMode="auto">
            <a:xfrm rot="5094805">
              <a:off x="706742" y="762214"/>
              <a:ext cx="54839" cy="36560"/>
            </a:xfrm>
            <a:custGeom>
              <a:avLst/>
              <a:gdLst>
                <a:gd name="T0" fmla="*/ 22 w 22"/>
                <a:gd name="T1" fmla="*/ 8 h 15"/>
                <a:gd name="T2" fmla="*/ 12 w 22"/>
                <a:gd name="T3" fmla="*/ 15 h 15"/>
                <a:gd name="T4" fmla="*/ 1 w 22"/>
                <a:gd name="T5" fmla="*/ 7 h 15"/>
                <a:gd name="T6" fmla="*/ 10 w 22"/>
                <a:gd name="T7" fmla="*/ 0 h 15"/>
                <a:gd name="T8" fmla="*/ 22 w 22"/>
                <a:gd name="T9" fmla="*/ 8 h 15"/>
              </a:gdLst>
              <a:ahLst/>
              <a:cxnLst>
                <a:cxn ang="0">
                  <a:pos x="T0" y="T1"/>
                </a:cxn>
                <a:cxn ang="0">
                  <a:pos x="T2" y="T3"/>
                </a:cxn>
                <a:cxn ang="0">
                  <a:pos x="T4" y="T5"/>
                </a:cxn>
                <a:cxn ang="0">
                  <a:pos x="T6" y="T7"/>
                </a:cxn>
                <a:cxn ang="0">
                  <a:pos x="T8" y="T9"/>
                </a:cxn>
              </a:cxnLst>
              <a:rect l="0" t="0" r="r" b="b"/>
              <a:pathLst>
                <a:path w="22" h="15">
                  <a:moveTo>
                    <a:pt x="22" y="8"/>
                  </a:moveTo>
                  <a:cubicBezTo>
                    <a:pt x="22" y="12"/>
                    <a:pt x="17" y="15"/>
                    <a:pt x="12" y="15"/>
                  </a:cubicBezTo>
                  <a:cubicBezTo>
                    <a:pt x="7" y="14"/>
                    <a:pt x="2" y="11"/>
                    <a:pt x="1" y="7"/>
                  </a:cubicBezTo>
                  <a:cubicBezTo>
                    <a:pt x="0" y="3"/>
                    <a:pt x="3" y="0"/>
                    <a:pt x="10" y="0"/>
                  </a:cubicBezTo>
                  <a:cubicBezTo>
                    <a:pt x="15" y="1"/>
                    <a:pt x="21" y="5"/>
                    <a:pt x="2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4" name="Freeform 1786">
              <a:extLst>
                <a:ext uri="{FF2B5EF4-FFF2-40B4-BE49-F238E27FC236}">
                  <a16:creationId xmlns:a16="http://schemas.microsoft.com/office/drawing/2014/main" id="{EA8F5F93-0E1B-C7C9-D73D-A3C004A9203F}"/>
                </a:ext>
              </a:extLst>
            </p:cNvPr>
            <p:cNvSpPr>
              <a:spLocks/>
            </p:cNvSpPr>
            <p:nvPr/>
          </p:nvSpPr>
          <p:spPr bwMode="auto">
            <a:xfrm rot="5094805">
              <a:off x="700901" y="567743"/>
              <a:ext cx="54839" cy="36560"/>
            </a:xfrm>
            <a:custGeom>
              <a:avLst/>
              <a:gdLst>
                <a:gd name="T0" fmla="*/ 22 w 23"/>
                <a:gd name="T1" fmla="*/ 7 h 15"/>
                <a:gd name="T2" fmla="*/ 13 w 23"/>
                <a:gd name="T3" fmla="*/ 15 h 15"/>
                <a:gd name="T4" fmla="*/ 1 w 23"/>
                <a:gd name="T5" fmla="*/ 9 h 15"/>
                <a:gd name="T6" fmla="*/ 9 w 23"/>
                <a:gd name="T7" fmla="*/ 0 h 15"/>
                <a:gd name="T8" fmla="*/ 22 w 23"/>
                <a:gd name="T9" fmla="*/ 7 h 15"/>
              </a:gdLst>
              <a:ahLst/>
              <a:cxnLst>
                <a:cxn ang="0">
                  <a:pos x="T0" y="T1"/>
                </a:cxn>
                <a:cxn ang="0">
                  <a:pos x="T2" y="T3"/>
                </a:cxn>
                <a:cxn ang="0">
                  <a:pos x="T4" y="T5"/>
                </a:cxn>
                <a:cxn ang="0">
                  <a:pos x="T6" y="T7"/>
                </a:cxn>
                <a:cxn ang="0">
                  <a:pos x="T8" y="T9"/>
                </a:cxn>
              </a:cxnLst>
              <a:rect l="0" t="0" r="r" b="b"/>
              <a:pathLst>
                <a:path w="23" h="15">
                  <a:moveTo>
                    <a:pt x="22" y="7"/>
                  </a:moveTo>
                  <a:cubicBezTo>
                    <a:pt x="23" y="11"/>
                    <a:pt x="18" y="15"/>
                    <a:pt x="13" y="15"/>
                  </a:cubicBezTo>
                  <a:cubicBezTo>
                    <a:pt x="8" y="15"/>
                    <a:pt x="2" y="12"/>
                    <a:pt x="1" y="9"/>
                  </a:cubicBezTo>
                  <a:cubicBezTo>
                    <a:pt x="0" y="4"/>
                    <a:pt x="3" y="0"/>
                    <a:pt x="9" y="0"/>
                  </a:cubicBezTo>
                  <a:cubicBezTo>
                    <a:pt x="15" y="0"/>
                    <a:pt x="21" y="3"/>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5" name="Freeform 1787">
              <a:extLst>
                <a:ext uri="{FF2B5EF4-FFF2-40B4-BE49-F238E27FC236}">
                  <a16:creationId xmlns:a16="http://schemas.microsoft.com/office/drawing/2014/main" id="{94C23623-C71C-4B53-3FED-46B39B2B4BDE}"/>
                </a:ext>
              </a:extLst>
            </p:cNvPr>
            <p:cNvSpPr>
              <a:spLocks/>
            </p:cNvSpPr>
            <p:nvPr/>
          </p:nvSpPr>
          <p:spPr bwMode="auto">
            <a:xfrm rot="5094805">
              <a:off x="672196" y="370631"/>
              <a:ext cx="57124" cy="43415"/>
            </a:xfrm>
            <a:custGeom>
              <a:avLst/>
              <a:gdLst>
                <a:gd name="T0" fmla="*/ 22 w 23"/>
                <a:gd name="T1" fmla="*/ 7 h 17"/>
                <a:gd name="T2" fmla="*/ 12 w 23"/>
                <a:gd name="T3" fmla="*/ 16 h 17"/>
                <a:gd name="T4" fmla="*/ 1 w 23"/>
                <a:gd name="T5" fmla="*/ 10 h 17"/>
                <a:gd name="T6" fmla="*/ 10 w 23"/>
                <a:gd name="T7" fmla="*/ 0 h 17"/>
                <a:gd name="T8" fmla="*/ 22 w 23"/>
                <a:gd name="T9" fmla="*/ 7 h 17"/>
              </a:gdLst>
              <a:ahLst/>
              <a:cxnLst>
                <a:cxn ang="0">
                  <a:pos x="T0" y="T1"/>
                </a:cxn>
                <a:cxn ang="0">
                  <a:pos x="T2" y="T3"/>
                </a:cxn>
                <a:cxn ang="0">
                  <a:pos x="T4" y="T5"/>
                </a:cxn>
                <a:cxn ang="0">
                  <a:pos x="T6" y="T7"/>
                </a:cxn>
                <a:cxn ang="0">
                  <a:pos x="T8" y="T9"/>
                </a:cxn>
              </a:cxnLst>
              <a:rect l="0" t="0" r="r" b="b"/>
              <a:pathLst>
                <a:path w="23" h="17">
                  <a:moveTo>
                    <a:pt x="22" y="7"/>
                  </a:moveTo>
                  <a:cubicBezTo>
                    <a:pt x="23" y="12"/>
                    <a:pt x="18" y="16"/>
                    <a:pt x="12" y="16"/>
                  </a:cubicBezTo>
                  <a:cubicBezTo>
                    <a:pt x="7" y="17"/>
                    <a:pt x="2" y="14"/>
                    <a:pt x="1" y="10"/>
                  </a:cubicBezTo>
                  <a:cubicBezTo>
                    <a:pt x="0" y="5"/>
                    <a:pt x="4" y="1"/>
                    <a:pt x="10" y="0"/>
                  </a:cubicBezTo>
                  <a:cubicBezTo>
                    <a:pt x="16" y="0"/>
                    <a:pt x="22" y="3"/>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6" name="Freeform 1788">
              <a:extLst>
                <a:ext uri="{FF2B5EF4-FFF2-40B4-BE49-F238E27FC236}">
                  <a16:creationId xmlns:a16="http://schemas.microsoft.com/office/drawing/2014/main" id="{30073136-1467-5483-FA58-5BE1AB5F1673}"/>
                </a:ext>
              </a:extLst>
            </p:cNvPr>
            <p:cNvSpPr>
              <a:spLocks/>
            </p:cNvSpPr>
            <p:nvPr/>
          </p:nvSpPr>
          <p:spPr bwMode="auto">
            <a:xfrm rot="5094805">
              <a:off x="626632" y="178660"/>
              <a:ext cx="54839" cy="47985"/>
            </a:xfrm>
            <a:custGeom>
              <a:avLst/>
              <a:gdLst>
                <a:gd name="T0" fmla="*/ 1 w 22"/>
                <a:gd name="T1" fmla="*/ 12 h 19"/>
                <a:gd name="T2" fmla="*/ 10 w 22"/>
                <a:gd name="T3" fmla="*/ 1 h 19"/>
                <a:gd name="T4" fmla="*/ 22 w 22"/>
                <a:gd name="T5" fmla="*/ 8 h 19"/>
                <a:gd name="T6" fmla="*/ 13 w 22"/>
                <a:gd name="T7" fmla="*/ 18 h 19"/>
                <a:gd name="T8" fmla="*/ 1 w 22"/>
                <a:gd name="T9" fmla="*/ 12 h 19"/>
              </a:gdLst>
              <a:ahLst/>
              <a:cxnLst>
                <a:cxn ang="0">
                  <a:pos x="T0" y="T1"/>
                </a:cxn>
                <a:cxn ang="0">
                  <a:pos x="T2" y="T3"/>
                </a:cxn>
                <a:cxn ang="0">
                  <a:pos x="T4" y="T5"/>
                </a:cxn>
                <a:cxn ang="0">
                  <a:pos x="T6" y="T7"/>
                </a:cxn>
                <a:cxn ang="0">
                  <a:pos x="T8" y="T9"/>
                </a:cxn>
              </a:cxnLst>
              <a:rect l="0" t="0" r="r" b="b"/>
              <a:pathLst>
                <a:path w="22" h="19">
                  <a:moveTo>
                    <a:pt x="1" y="12"/>
                  </a:moveTo>
                  <a:cubicBezTo>
                    <a:pt x="0" y="7"/>
                    <a:pt x="5" y="2"/>
                    <a:pt x="10" y="1"/>
                  </a:cubicBezTo>
                  <a:cubicBezTo>
                    <a:pt x="16" y="0"/>
                    <a:pt x="22" y="3"/>
                    <a:pt x="22" y="8"/>
                  </a:cubicBezTo>
                  <a:cubicBezTo>
                    <a:pt x="22" y="12"/>
                    <a:pt x="18" y="16"/>
                    <a:pt x="13" y="18"/>
                  </a:cubicBezTo>
                  <a:cubicBezTo>
                    <a:pt x="7" y="19"/>
                    <a:pt x="2" y="16"/>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7" name="Freeform 1789">
              <a:extLst>
                <a:ext uri="{FF2B5EF4-FFF2-40B4-BE49-F238E27FC236}">
                  <a16:creationId xmlns:a16="http://schemas.microsoft.com/office/drawing/2014/main" id="{A2F857D2-E1B4-B29B-E07B-9DA2C942B782}"/>
                </a:ext>
              </a:extLst>
            </p:cNvPr>
            <p:cNvSpPr>
              <a:spLocks/>
            </p:cNvSpPr>
            <p:nvPr/>
          </p:nvSpPr>
          <p:spPr bwMode="auto">
            <a:xfrm rot="5094805">
              <a:off x="556032" y="-8798"/>
              <a:ext cx="52554" cy="47985"/>
            </a:xfrm>
            <a:custGeom>
              <a:avLst/>
              <a:gdLst>
                <a:gd name="T0" fmla="*/ 1 w 22"/>
                <a:gd name="T1" fmla="*/ 13 h 19"/>
                <a:gd name="T2" fmla="*/ 11 w 22"/>
                <a:gd name="T3" fmla="*/ 2 h 19"/>
                <a:gd name="T4" fmla="*/ 22 w 22"/>
                <a:gd name="T5" fmla="*/ 7 h 19"/>
                <a:gd name="T6" fmla="*/ 13 w 22"/>
                <a:gd name="T7" fmla="*/ 17 h 19"/>
                <a:gd name="T8" fmla="*/ 1 w 22"/>
                <a:gd name="T9" fmla="*/ 13 h 19"/>
              </a:gdLst>
              <a:ahLst/>
              <a:cxnLst>
                <a:cxn ang="0">
                  <a:pos x="T0" y="T1"/>
                </a:cxn>
                <a:cxn ang="0">
                  <a:pos x="T2" y="T3"/>
                </a:cxn>
                <a:cxn ang="0">
                  <a:pos x="T4" y="T5"/>
                </a:cxn>
                <a:cxn ang="0">
                  <a:pos x="T6" y="T7"/>
                </a:cxn>
                <a:cxn ang="0">
                  <a:pos x="T8" y="T9"/>
                </a:cxn>
              </a:cxnLst>
              <a:rect l="0" t="0" r="r" b="b"/>
              <a:pathLst>
                <a:path w="22" h="19">
                  <a:moveTo>
                    <a:pt x="1" y="13"/>
                  </a:moveTo>
                  <a:cubicBezTo>
                    <a:pt x="0" y="9"/>
                    <a:pt x="5" y="4"/>
                    <a:pt x="11" y="2"/>
                  </a:cubicBezTo>
                  <a:cubicBezTo>
                    <a:pt x="16" y="0"/>
                    <a:pt x="22" y="2"/>
                    <a:pt x="22" y="7"/>
                  </a:cubicBezTo>
                  <a:cubicBezTo>
                    <a:pt x="22" y="10"/>
                    <a:pt x="18" y="15"/>
                    <a:pt x="13" y="17"/>
                  </a:cubicBezTo>
                  <a:cubicBezTo>
                    <a:pt x="8" y="19"/>
                    <a:pt x="2" y="18"/>
                    <a:pt x="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8" name="Freeform 1809">
              <a:extLst>
                <a:ext uri="{FF2B5EF4-FFF2-40B4-BE49-F238E27FC236}">
                  <a16:creationId xmlns:a16="http://schemas.microsoft.com/office/drawing/2014/main" id="{322D987B-D74F-E6CF-F8E5-5F958EE9F5F6}"/>
                </a:ext>
              </a:extLst>
            </p:cNvPr>
            <p:cNvSpPr>
              <a:spLocks/>
            </p:cNvSpPr>
            <p:nvPr/>
          </p:nvSpPr>
          <p:spPr bwMode="auto">
            <a:xfrm rot="5094805">
              <a:off x="1424049" y="4406611"/>
              <a:ext cx="54839" cy="25135"/>
            </a:xfrm>
            <a:custGeom>
              <a:avLst/>
              <a:gdLst>
                <a:gd name="T0" fmla="*/ 12 w 22"/>
                <a:gd name="T1" fmla="*/ 5 h 10"/>
                <a:gd name="T2" fmla="*/ 0 w 22"/>
                <a:gd name="T3" fmla="*/ 10 h 10"/>
                <a:gd name="T4" fmla="*/ 8 w 22"/>
                <a:gd name="T5" fmla="*/ 6 h 10"/>
                <a:gd name="T6" fmla="*/ 21 w 22"/>
                <a:gd name="T7" fmla="*/ 1 h 10"/>
                <a:gd name="T8" fmla="*/ 12 w 22"/>
                <a:gd name="T9" fmla="*/ 5 h 10"/>
              </a:gdLst>
              <a:ahLst/>
              <a:cxnLst>
                <a:cxn ang="0">
                  <a:pos x="T0" y="T1"/>
                </a:cxn>
                <a:cxn ang="0">
                  <a:pos x="T2" y="T3"/>
                </a:cxn>
                <a:cxn ang="0">
                  <a:pos x="T4" y="T5"/>
                </a:cxn>
                <a:cxn ang="0">
                  <a:pos x="T6" y="T7"/>
                </a:cxn>
                <a:cxn ang="0">
                  <a:pos x="T8" y="T9"/>
                </a:cxn>
              </a:cxnLst>
              <a:rect l="0" t="0" r="r" b="b"/>
              <a:pathLst>
                <a:path w="22" h="10">
                  <a:moveTo>
                    <a:pt x="12" y="5"/>
                  </a:moveTo>
                  <a:cubicBezTo>
                    <a:pt x="6" y="8"/>
                    <a:pt x="1" y="10"/>
                    <a:pt x="0" y="10"/>
                  </a:cubicBezTo>
                  <a:cubicBezTo>
                    <a:pt x="0" y="10"/>
                    <a:pt x="3" y="9"/>
                    <a:pt x="8" y="6"/>
                  </a:cubicBezTo>
                  <a:cubicBezTo>
                    <a:pt x="14" y="3"/>
                    <a:pt x="20" y="1"/>
                    <a:pt x="21" y="1"/>
                  </a:cubicBezTo>
                  <a:cubicBezTo>
                    <a:pt x="22" y="0"/>
                    <a:pt x="17"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9" name="Freeform 1810">
              <a:extLst>
                <a:ext uri="{FF2B5EF4-FFF2-40B4-BE49-F238E27FC236}">
                  <a16:creationId xmlns:a16="http://schemas.microsoft.com/office/drawing/2014/main" id="{D67B6AF3-C97C-36F7-210B-517244753448}"/>
                </a:ext>
              </a:extLst>
            </p:cNvPr>
            <p:cNvSpPr>
              <a:spLocks/>
            </p:cNvSpPr>
            <p:nvPr/>
          </p:nvSpPr>
          <p:spPr bwMode="auto">
            <a:xfrm rot="5094805">
              <a:off x="1530871" y="4588754"/>
              <a:ext cx="52554" cy="25135"/>
            </a:xfrm>
            <a:custGeom>
              <a:avLst/>
              <a:gdLst>
                <a:gd name="T0" fmla="*/ 11 w 21"/>
                <a:gd name="T1" fmla="*/ 5 h 10"/>
                <a:gd name="T2" fmla="*/ 0 w 21"/>
                <a:gd name="T3" fmla="*/ 10 h 10"/>
                <a:gd name="T4" fmla="*/ 9 w 21"/>
                <a:gd name="T5" fmla="*/ 6 h 10"/>
                <a:gd name="T6" fmla="*/ 21 w 21"/>
                <a:gd name="T7" fmla="*/ 0 h 10"/>
                <a:gd name="T8" fmla="*/ 11 w 21"/>
                <a:gd name="T9" fmla="*/ 5 h 10"/>
              </a:gdLst>
              <a:ahLst/>
              <a:cxnLst>
                <a:cxn ang="0">
                  <a:pos x="T0" y="T1"/>
                </a:cxn>
                <a:cxn ang="0">
                  <a:pos x="T2" y="T3"/>
                </a:cxn>
                <a:cxn ang="0">
                  <a:pos x="T4" y="T5"/>
                </a:cxn>
                <a:cxn ang="0">
                  <a:pos x="T6" y="T7"/>
                </a:cxn>
                <a:cxn ang="0">
                  <a:pos x="T8" y="T9"/>
                </a:cxn>
              </a:cxnLst>
              <a:rect l="0" t="0" r="r" b="b"/>
              <a:pathLst>
                <a:path w="21" h="10">
                  <a:moveTo>
                    <a:pt x="11" y="5"/>
                  </a:moveTo>
                  <a:cubicBezTo>
                    <a:pt x="5" y="8"/>
                    <a:pt x="0" y="10"/>
                    <a:pt x="0" y="10"/>
                  </a:cubicBezTo>
                  <a:cubicBezTo>
                    <a:pt x="0" y="10"/>
                    <a:pt x="3" y="8"/>
                    <a:pt x="9" y="6"/>
                  </a:cubicBezTo>
                  <a:cubicBezTo>
                    <a:pt x="15" y="3"/>
                    <a:pt x="20" y="1"/>
                    <a:pt x="21" y="0"/>
                  </a:cubicBezTo>
                  <a:cubicBezTo>
                    <a:pt x="21" y="0"/>
                    <a:pt x="16"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0" name="Freeform 1811">
              <a:extLst>
                <a:ext uri="{FF2B5EF4-FFF2-40B4-BE49-F238E27FC236}">
                  <a16:creationId xmlns:a16="http://schemas.microsoft.com/office/drawing/2014/main" id="{A369FC4E-F55B-5C4D-B008-70FCB0CC7C03}"/>
                </a:ext>
              </a:extLst>
            </p:cNvPr>
            <p:cNvSpPr>
              <a:spLocks/>
            </p:cNvSpPr>
            <p:nvPr/>
          </p:nvSpPr>
          <p:spPr bwMode="auto">
            <a:xfrm rot="5094805">
              <a:off x="1634376" y="4772238"/>
              <a:ext cx="52554" cy="25135"/>
            </a:xfrm>
            <a:custGeom>
              <a:avLst/>
              <a:gdLst>
                <a:gd name="T0" fmla="*/ 11 w 22"/>
                <a:gd name="T1" fmla="*/ 5 h 10"/>
                <a:gd name="T2" fmla="*/ 0 w 22"/>
                <a:gd name="T3" fmla="*/ 10 h 10"/>
                <a:gd name="T4" fmla="*/ 9 w 22"/>
                <a:gd name="T5" fmla="*/ 6 h 10"/>
                <a:gd name="T6" fmla="*/ 21 w 22"/>
                <a:gd name="T7" fmla="*/ 1 h 10"/>
                <a:gd name="T8" fmla="*/ 11 w 22"/>
                <a:gd name="T9" fmla="*/ 5 h 10"/>
              </a:gdLst>
              <a:ahLst/>
              <a:cxnLst>
                <a:cxn ang="0">
                  <a:pos x="T0" y="T1"/>
                </a:cxn>
                <a:cxn ang="0">
                  <a:pos x="T2" y="T3"/>
                </a:cxn>
                <a:cxn ang="0">
                  <a:pos x="T4" y="T5"/>
                </a:cxn>
                <a:cxn ang="0">
                  <a:pos x="T6" y="T7"/>
                </a:cxn>
                <a:cxn ang="0">
                  <a:pos x="T8" y="T9"/>
                </a:cxn>
              </a:cxnLst>
              <a:rect l="0" t="0" r="r" b="b"/>
              <a:pathLst>
                <a:path w="22" h="10">
                  <a:moveTo>
                    <a:pt x="11" y="5"/>
                  </a:moveTo>
                  <a:cubicBezTo>
                    <a:pt x="5" y="8"/>
                    <a:pt x="1" y="10"/>
                    <a:pt x="0" y="10"/>
                  </a:cubicBezTo>
                  <a:cubicBezTo>
                    <a:pt x="0" y="10"/>
                    <a:pt x="4" y="8"/>
                    <a:pt x="9" y="6"/>
                  </a:cubicBezTo>
                  <a:cubicBezTo>
                    <a:pt x="15" y="3"/>
                    <a:pt x="21" y="1"/>
                    <a:pt x="21" y="1"/>
                  </a:cubicBezTo>
                  <a:cubicBezTo>
                    <a:pt x="22" y="0"/>
                    <a:pt x="17"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1" name="Freeform 1812">
              <a:extLst>
                <a:ext uri="{FF2B5EF4-FFF2-40B4-BE49-F238E27FC236}">
                  <a16:creationId xmlns:a16="http://schemas.microsoft.com/office/drawing/2014/main" id="{E1C54D71-4E2D-AF72-CE14-91CD4A98F568}"/>
                </a:ext>
              </a:extLst>
            </p:cNvPr>
            <p:cNvSpPr>
              <a:spLocks/>
            </p:cNvSpPr>
            <p:nvPr/>
          </p:nvSpPr>
          <p:spPr bwMode="auto">
            <a:xfrm rot="5094805">
              <a:off x="1732085" y="4957274"/>
              <a:ext cx="54839" cy="20565"/>
            </a:xfrm>
            <a:custGeom>
              <a:avLst/>
              <a:gdLst>
                <a:gd name="T0" fmla="*/ 11 w 22"/>
                <a:gd name="T1" fmla="*/ 5 h 9"/>
                <a:gd name="T2" fmla="*/ 22 w 22"/>
                <a:gd name="T3" fmla="*/ 0 h 9"/>
                <a:gd name="T4" fmla="*/ 11 w 22"/>
                <a:gd name="T5" fmla="*/ 5 h 9"/>
                <a:gd name="T6" fmla="*/ 1 w 22"/>
                <a:gd name="T7" fmla="*/ 9 h 9"/>
                <a:gd name="T8" fmla="*/ 11 w 22"/>
                <a:gd name="T9" fmla="*/ 5 h 9"/>
              </a:gdLst>
              <a:ahLst/>
              <a:cxnLst>
                <a:cxn ang="0">
                  <a:pos x="T0" y="T1"/>
                </a:cxn>
                <a:cxn ang="0">
                  <a:pos x="T2" y="T3"/>
                </a:cxn>
                <a:cxn ang="0">
                  <a:pos x="T4" y="T5"/>
                </a:cxn>
                <a:cxn ang="0">
                  <a:pos x="T6" y="T7"/>
                </a:cxn>
                <a:cxn ang="0">
                  <a:pos x="T8" y="T9"/>
                </a:cxn>
              </a:cxnLst>
              <a:rect l="0" t="0" r="r" b="b"/>
              <a:pathLst>
                <a:path w="22" h="9">
                  <a:moveTo>
                    <a:pt x="11" y="5"/>
                  </a:moveTo>
                  <a:cubicBezTo>
                    <a:pt x="16" y="3"/>
                    <a:pt x="22" y="1"/>
                    <a:pt x="22" y="0"/>
                  </a:cubicBezTo>
                  <a:cubicBezTo>
                    <a:pt x="22" y="0"/>
                    <a:pt x="17" y="2"/>
                    <a:pt x="11" y="5"/>
                  </a:cubicBezTo>
                  <a:cubicBezTo>
                    <a:pt x="6" y="7"/>
                    <a:pt x="2" y="9"/>
                    <a:pt x="1" y="9"/>
                  </a:cubicBezTo>
                  <a:cubicBezTo>
                    <a:pt x="0" y="9"/>
                    <a:pt x="5" y="8"/>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2" name="Freeform 1814">
              <a:extLst>
                <a:ext uri="{FF2B5EF4-FFF2-40B4-BE49-F238E27FC236}">
                  <a16:creationId xmlns:a16="http://schemas.microsoft.com/office/drawing/2014/main" id="{CC180E23-7D2F-3431-6B7D-12121142BBCD}"/>
                </a:ext>
              </a:extLst>
            </p:cNvPr>
            <p:cNvSpPr>
              <a:spLocks/>
            </p:cNvSpPr>
            <p:nvPr/>
          </p:nvSpPr>
          <p:spPr bwMode="auto">
            <a:xfrm rot="5094805">
              <a:off x="1824209" y="5141771"/>
              <a:ext cx="54839" cy="20565"/>
            </a:xfrm>
            <a:custGeom>
              <a:avLst/>
              <a:gdLst>
                <a:gd name="T0" fmla="*/ 22 w 22"/>
                <a:gd name="T1" fmla="*/ 0 h 8"/>
                <a:gd name="T2" fmla="*/ 12 w 22"/>
                <a:gd name="T3" fmla="*/ 3 h 8"/>
                <a:gd name="T4" fmla="*/ 1 w 22"/>
                <a:gd name="T5" fmla="*/ 8 h 8"/>
                <a:gd name="T6" fmla="*/ 9 w 22"/>
                <a:gd name="T7" fmla="*/ 5 h 8"/>
                <a:gd name="T8" fmla="*/ 22 w 22"/>
                <a:gd name="T9" fmla="*/ 0 h 8"/>
              </a:gdLst>
              <a:ahLst/>
              <a:cxnLst>
                <a:cxn ang="0">
                  <a:pos x="T0" y="T1"/>
                </a:cxn>
                <a:cxn ang="0">
                  <a:pos x="T2" y="T3"/>
                </a:cxn>
                <a:cxn ang="0">
                  <a:pos x="T4" y="T5"/>
                </a:cxn>
                <a:cxn ang="0">
                  <a:pos x="T6" y="T7"/>
                </a:cxn>
                <a:cxn ang="0">
                  <a:pos x="T8" y="T9"/>
                </a:cxn>
              </a:cxnLst>
              <a:rect l="0" t="0" r="r" b="b"/>
              <a:pathLst>
                <a:path w="22" h="8">
                  <a:moveTo>
                    <a:pt x="22" y="0"/>
                  </a:moveTo>
                  <a:cubicBezTo>
                    <a:pt x="22" y="0"/>
                    <a:pt x="18" y="1"/>
                    <a:pt x="12" y="3"/>
                  </a:cubicBezTo>
                  <a:cubicBezTo>
                    <a:pt x="7" y="5"/>
                    <a:pt x="2" y="7"/>
                    <a:pt x="1" y="8"/>
                  </a:cubicBezTo>
                  <a:cubicBezTo>
                    <a:pt x="0" y="8"/>
                    <a:pt x="3" y="7"/>
                    <a:pt x="9" y="5"/>
                  </a:cubicBezTo>
                  <a:cubicBezTo>
                    <a:pt x="15" y="2"/>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3" name="Freeform 1815">
              <a:extLst>
                <a:ext uri="{FF2B5EF4-FFF2-40B4-BE49-F238E27FC236}">
                  <a16:creationId xmlns:a16="http://schemas.microsoft.com/office/drawing/2014/main" id="{43BAB038-0B8A-AE8E-A548-DF1906ED872D}"/>
                </a:ext>
              </a:extLst>
            </p:cNvPr>
            <p:cNvSpPr>
              <a:spLocks/>
            </p:cNvSpPr>
            <p:nvPr/>
          </p:nvSpPr>
          <p:spPr bwMode="auto">
            <a:xfrm rot="5094805">
              <a:off x="1909505" y="5326875"/>
              <a:ext cx="54839" cy="20565"/>
            </a:xfrm>
            <a:custGeom>
              <a:avLst/>
              <a:gdLst>
                <a:gd name="T0" fmla="*/ 22 w 22"/>
                <a:gd name="T1" fmla="*/ 0 h 8"/>
                <a:gd name="T2" fmla="*/ 12 w 22"/>
                <a:gd name="T3" fmla="*/ 4 h 8"/>
                <a:gd name="T4" fmla="*/ 1 w 22"/>
                <a:gd name="T5" fmla="*/ 7 h 8"/>
                <a:gd name="T6" fmla="*/ 10 w 22"/>
                <a:gd name="T7" fmla="*/ 4 h 8"/>
                <a:gd name="T8" fmla="*/ 22 w 22"/>
                <a:gd name="T9" fmla="*/ 0 h 8"/>
              </a:gdLst>
              <a:ahLst/>
              <a:cxnLst>
                <a:cxn ang="0">
                  <a:pos x="T0" y="T1"/>
                </a:cxn>
                <a:cxn ang="0">
                  <a:pos x="T2" y="T3"/>
                </a:cxn>
                <a:cxn ang="0">
                  <a:pos x="T4" y="T5"/>
                </a:cxn>
                <a:cxn ang="0">
                  <a:pos x="T6" y="T7"/>
                </a:cxn>
                <a:cxn ang="0">
                  <a:pos x="T8" y="T9"/>
                </a:cxn>
              </a:cxnLst>
              <a:rect l="0" t="0" r="r" b="b"/>
              <a:pathLst>
                <a:path w="22" h="8">
                  <a:moveTo>
                    <a:pt x="22" y="0"/>
                  </a:moveTo>
                  <a:cubicBezTo>
                    <a:pt x="22" y="0"/>
                    <a:pt x="17" y="2"/>
                    <a:pt x="12" y="4"/>
                  </a:cubicBezTo>
                  <a:cubicBezTo>
                    <a:pt x="6" y="5"/>
                    <a:pt x="2" y="7"/>
                    <a:pt x="1" y="7"/>
                  </a:cubicBezTo>
                  <a:cubicBezTo>
                    <a:pt x="0" y="8"/>
                    <a:pt x="4" y="6"/>
                    <a:pt x="10" y="4"/>
                  </a:cubicBezTo>
                  <a:cubicBezTo>
                    <a:pt x="16" y="2"/>
                    <a:pt x="21" y="1"/>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4" name="Freeform 1816">
              <a:extLst>
                <a:ext uri="{FF2B5EF4-FFF2-40B4-BE49-F238E27FC236}">
                  <a16:creationId xmlns:a16="http://schemas.microsoft.com/office/drawing/2014/main" id="{18BCF714-270A-CE5C-BEC0-ECE861AB5C9B}"/>
                </a:ext>
              </a:extLst>
            </p:cNvPr>
            <p:cNvSpPr>
              <a:spLocks/>
            </p:cNvSpPr>
            <p:nvPr/>
          </p:nvSpPr>
          <p:spPr bwMode="auto">
            <a:xfrm rot="5094805">
              <a:off x="1986942" y="5516213"/>
              <a:ext cx="52554" cy="15995"/>
            </a:xfrm>
            <a:custGeom>
              <a:avLst/>
              <a:gdLst>
                <a:gd name="T0" fmla="*/ 11 w 22"/>
                <a:gd name="T1" fmla="*/ 3 h 6"/>
                <a:gd name="T2" fmla="*/ 22 w 22"/>
                <a:gd name="T3" fmla="*/ 0 h 6"/>
                <a:gd name="T4" fmla="*/ 11 w 22"/>
                <a:gd name="T5" fmla="*/ 3 h 6"/>
                <a:gd name="T6" fmla="*/ 1 w 22"/>
                <a:gd name="T7" fmla="*/ 6 h 6"/>
                <a:gd name="T8" fmla="*/ 11 w 22"/>
                <a:gd name="T9" fmla="*/ 3 h 6"/>
              </a:gdLst>
              <a:ahLst/>
              <a:cxnLst>
                <a:cxn ang="0">
                  <a:pos x="T0" y="T1"/>
                </a:cxn>
                <a:cxn ang="0">
                  <a:pos x="T2" y="T3"/>
                </a:cxn>
                <a:cxn ang="0">
                  <a:pos x="T4" y="T5"/>
                </a:cxn>
                <a:cxn ang="0">
                  <a:pos x="T6" y="T7"/>
                </a:cxn>
                <a:cxn ang="0">
                  <a:pos x="T8" y="T9"/>
                </a:cxn>
              </a:cxnLst>
              <a:rect l="0" t="0" r="r" b="b"/>
              <a:pathLst>
                <a:path w="22" h="6">
                  <a:moveTo>
                    <a:pt x="11" y="3"/>
                  </a:moveTo>
                  <a:cubicBezTo>
                    <a:pt x="17" y="1"/>
                    <a:pt x="22" y="0"/>
                    <a:pt x="22" y="0"/>
                  </a:cubicBezTo>
                  <a:cubicBezTo>
                    <a:pt x="22" y="0"/>
                    <a:pt x="17" y="1"/>
                    <a:pt x="11" y="3"/>
                  </a:cubicBezTo>
                  <a:cubicBezTo>
                    <a:pt x="6" y="4"/>
                    <a:pt x="1" y="6"/>
                    <a:pt x="1" y="6"/>
                  </a:cubicBezTo>
                  <a:cubicBezTo>
                    <a:pt x="0" y="6"/>
                    <a:pt x="5" y="5"/>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5" name="Freeform 1817">
              <a:extLst>
                <a:ext uri="{FF2B5EF4-FFF2-40B4-BE49-F238E27FC236}">
                  <a16:creationId xmlns:a16="http://schemas.microsoft.com/office/drawing/2014/main" id="{C93A42A9-4FD6-CA27-34BC-FC3A7EFFD91D}"/>
                </a:ext>
              </a:extLst>
            </p:cNvPr>
            <p:cNvSpPr>
              <a:spLocks/>
            </p:cNvSpPr>
            <p:nvPr/>
          </p:nvSpPr>
          <p:spPr bwMode="auto">
            <a:xfrm rot="5094805">
              <a:off x="2053192" y="5708637"/>
              <a:ext cx="54839" cy="11425"/>
            </a:xfrm>
            <a:custGeom>
              <a:avLst/>
              <a:gdLst>
                <a:gd name="T0" fmla="*/ 12 w 22"/>
                <a:gd name="T1" fmla="*/ 3 h 5"/>
                <a:gd name="T2" fmla="*/ 0 w 22"/>
                <a:gd name="T3" fmla="*/ 5 h 5"/>
                <a:gd name="T4" fmla="*/ 9 w 22"/>
                <a:gd name="T5" fmla="*/ 3 h 5"/>
                <a:gd name="T6" fmla="*/ 21 w 22"/>
                <a:gd name="T7" fmla="*/ 1 h 5"/>
                <a:gd name="T8" fmla="*/ 12 w 22"/>
                <a:gd name="T9" fmla="*/ 3 h 5"/>
              </a:gdLst>
              <a:ahLst/>
              <a:cxnLst>
                <a:cxn ang="0">
                  <a:pos x="T0" y="T1"/>
                </a:cxn>
                <a:cxn ang="0">
                  <a:pos x="T2" y="T3"/>
                </a:cxn>
                <a:cxn ang="0">
                  <a:pos x="T4" y="T5"/>
                </a:cxn>
                <a:cxn ang="0">
                  <a:pos x="T6" y="T7"/>
                </a:cxn>
                <a:cxn ang="0">
                  <a:pos x="T8" y="T9"/>
                </a:cxn>
              </a:cxnLst>
              <a:rect l="0" t="0" r="r" b="b"/>
              <a:pathLst>
                <a:path w="22" h="5">
                  <a:moveTo>
                    <a:pt x="12" y="3"/>
                  </a:moveTo>
                  <a:cubicBezTo>
                    <a:pt x="6" y="4"/>
                    <a:pt x="1" y="5"/>
                    <a:pt x="0" y="5"/>
                  </a:cubicBezTo>
                  <a:cubicBezTo>
                    <a:pt x="0" y="5"/>
                    <a:pt x="3" y="5"/>
                    <a:pt x="9" y="3"/>
                  </a:cubicBezTo>
                  <a:cubicBezTo>
                    <a:pt x="14" y="2"/>
                    <a:pt x="20" y="1"/>
                    <a:pt x="21" y="1"/>
                  </a:cubicBezTo>
                  <a:cubicBezTo>
                    <a:pt x="22" y="0"/>
                    <a:pt x="17" y="1"/>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6" name="Freeform 1818">
              <a:extLst>
                <a:ext uri="{FF2B5EF4-FFF2-40B4-BE49-F238E27FC236}">
                  <a16:creationId xmlns:a16="http://schemas.microsoft.com/office/drawing/2014/main" id="{90E29DA7-D8DF-10A1-D9A8-E9CC09ECC975}"/>
                </a:ext>
              </a:extLst>
            </p:cNvPr>
            <p:cNvSpPr>
              <a:spLocks/>
            </p:cNvSpPr>
            <p:nvPr/>
          </p:nvSpPr>
          <p:spPr bwMode="auto">
            <a:xfrm rot="5094805">
              <a:off x="2106625" y="5896578"/>
              <a:ext cx="54839" cy="11425"/>
            </a:xfrm>
            <a:custGeom>
              <a:avLst/>
              <a:gdLst>
                <a:gd name="T0" fmla="*/ 22 w 22"/>
                <a:gd name="T1" fmla="*/ 1 h 4"/>
                <a:gd name="T2" fmla="*/ 12 w 22"/>
                <a:gd name="T3" fmla="*/ 2 h 4"/>
                <a:gd name="T4" fmla="*/ 1 w 22"/>
                <a:gd name="T5" fmla="*/ 4 h 4"/>
                <a:gd name="T6" fmla="*/ 10 w 22"/>
                <a:gd name="T7" fmla="*/ 2 h 4"/>
                <a:gd name="T8" fmla="*/ 22 w 22"/>
                <a:gd name="T9" fmla="*/ 1 h 4"/>
              </a:gdLst>
              <a:ahLst/>
              <a:cxnLst>
                <a:cxn ang="0">
                  <a:pos x="T0" y="T1"/>
                </a:cxn>
                <a:cxn ang="0">
                  <a:pos x="T2" y="T3"/>
                </a:cxn>
                <a:cxn ang="0">
                  <a:pos x="T4" y="T5"/>
                </a:cxn>
                <a:cxn ang="0">
                  <a:pos x="T6" y="T7"/>
                </a:cxn>
                <a:cxn ang="0">
                  <a:pos x="T8" y="T9"/>
                </a:cxn>
              </a:cxnLst>
              <a:rect l="0" t="0" r="r" b="b"/>
              <a:pathLst>
                <a:path w="22" h="4">
                  <a:moveTo>
                    <a:pt x="22" y="1"/>
                  </a:moveTo>
                  <a:cubicBezTo>
                    <a:pt x="22" y="0"/>
                    <a:pt x="17" y="1"/>
                    <a:pt x="12" y="2"/>
                  </a:cubicBezTo>
                  <a:cubicBezTo>
                    <a:pt x="6" y="3"/>
                    <a:pt x="2" y="4"/>
                    <a:pt x="1" y="4"/>
                  </a:cubicBezTo>
                  <a:cubicBezTo>
                    <a:pt x="0" y="4"/>
                    <a:pt x="4" y="3"/>
                    <a:pt x="10" y="2"/>
                  </a:cubicBezTo>
                  <a:cubicBezTo>
                    <a:pt x="16" y="1"/>
                    <a:pt x="21" y="1"/>
                    <a:pt x="2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7" name="Freeform 1819">
              <a:extLst>
                <a:ext uri="{FF2B5EF4-FFF2-40B4-BE49-F238E27FC236}">
                  <a16:creationId xmlns:a16="http://schemas.microsoft.com/office/drawing/2014/main" id="{077935BF-5E39-E04A-8968-51D7C299D3F0}"/>
                </a:ext>
              </a:extLst>
            </p:cNvPr>
            <p:cNvSpPr>
              <a:spLocks/>
            </p:cNvSpPr>
            <p:nvPr/>
          </p:nvSpPr>
          <p:spPr bwMode="auto">
            <a:xfrm rot="5094805">
              <a:off x="2146711" y="6092677"/>
              <a:ext cx="52554" cy="4570"/>
            </a:xfrm>
            <a:custGeom>
              <a:avLst/>
              <a:gdLst>
                <a:gd name="T0" fmla="*/ 11 w 22"/>
                <a:gd name="T1" fmla="*/ 1 h 2"/>
                <a:gd name="T2" fmla="*/ 0 w 22"/>
                <a:gd name="T3" fmla="*/ 2 h 2"/>
                <a:gd name="T4" fmla="*/ 10 w 22"/>
                <a:gd name="T5" fmla="*/ 1 h 2"/>
                <a:gd name="T6" fmla="*/ 22 w 22"/>
                <a:gd name="T7" fmla="*/ 0 h 2"/>
                <a:gd name="T8" fmla="*/ 11 w 22"/>
                <a:gd name="T9" fmla="*/ 1 h 2"/>
              </a:gdLst>
              <a:ahLst/>
              <a:cxnLst>
                <a:cxn ang="0">
                  <a:pos x="T0" y="T1"/>
                </a:cxn>
                <a:cxn ang="0">
                  <a:pos x="T2" y="T3"/>
                </a:cxn>
                <a:cxn ang="0">
                  <a:pos x="T4" y="T5"/>
                </a:cxn>
                <a:cxn ang="0">
                  <a:pos x="T6" y="T7"/>
                </a:cxn>
                <a:cxn ang="0">
                  <a:pos x="T8" y="T9"/>
                </a:cxn>
              </a:cxnLst>
              <a:rect l="0" t="0" r="r" b="b"/>
              <a:pathLst>
                <a:path w="22" h="2">
                  <a:moveTo>
                    <a:pt x="11" y="1"/>
                  </a:moveTo>
                  <a:cubicBezTo>
                    <a:pt x="5" y="1"/>
                    <a:pt x="0" y="2"/>
                    <a:pt x="0" y="2"/>
                  </a:cubicBezTo>
                  <a:cubicBezTo>
                    <a:pt x="0" y="2"/>
                    <a:pt x="4" y="2"/>
                    <a:pt x="10" y="1"/>
                  </a:cubicBezTo>
                  <a:cubicBezTo>
                    <a:pt x="16" y="1"/>
                    <a:pt x="21" y="0"/>
                    <a:pt x="22" y="0"/>
                  </a:cubicBezTo>
                  <a:cubicBezTo>
                    <a:pt x="22" y="0"/>
                    <a:pt x="17"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8" name="Freeform 1820">
              <a:extLst>
                <a:ext uri="{FF2B5EF4-FFF2-40B4-BE49-F238E27FC236}">
                  <a16:creationId xmlns:a16="http://schemas.microsoft.com/office/drawing/2014/main" id="{AB8FF573-BA11-CE4F-983A-93C491DC87D5}"/>
                </a:ext>
              </a:extLst>
            </p:cNvPr>
            <p:cNvSpPr>
              <a:spLocks/>
            </p:cNvSpPr>
            <p:nvPr/>
          </p:nvSpPr>
          <p:spPr bwMode="auto">
            <a:xfrm rot="5094805">
              <a:off x="2182139" y="6284514"/>
              <a:ext cx="52554" cy="4570"/>
            </a:xfrm>
            <a:custGeom>
              <a:avLst/>
              <a:gdLst>
                <a:gd name="T0" fmla="*/ 10 w 21"/>
                <a:gd name="T1" fmla="*/ 1 h 2"/>
                <a:gd name="T2" fmla="*/ 21 w 21"/>
                <a:gd name="T3" fmla="*/ 0 h 2"/>
                <a:gd name="T4" fmla="*/ 10 w 21"/>
                <a:gd name="T5" fmla="*/ 1 h 2"/>
                <a:gd name="T6" fmla="*/ 0 w 21"/>
                <a:gd name="T7" fmla="*/ 2 h 2"/>
                <a:gd name="T8" fmla="*/ 10 w 21"/>
                <a:gd name="T9" fmla="*/ 1 h 2"/>
              </a:gdLst>
              <a:ahLst/>
              <a:cxnLst>
                <a:cxn ang="0">
                  <a:pos x="T0" y="T1"/>
                </a:cxn>
                <a:cxn ang="0">
                  <a:pos x="T2" y="T3"/>
                </a:cxn>
                <a:cxn ang="0">
                  <a:pos x="T4" y="T5"/>
                </a:cxn>
                <a:cxn ang="0">
                  <a:pos x="T6" y="T7"/>
                </a:cxn>
                <a:cxn ang="0">
                  <a:pos x="T8" y="T9"/>
                </a:cxn>
              </a:cxnLst>
              <a:rect l="0" t="0" r="r" b="b"/>
              <a:pathLst>
                <a:path w="21" h="2">
                  <a:moveTo>
                    <a:pt x="10" y="1"/>
                  </a:moveTo>
                  <a:cubicBezTo>
                    <a:pt x="16" y="0"/>
                    <a:pt x="21" y="0"/>
                    <a:pt x="21" y="0"/>
                  </a:cubicBezTo>
                  <a:cubicBezTo>
                    <a:pt x="21" y="0"/>
                    <a:pt x="16" y="1"/>
                    <a:pt x="10" y="1"/>
                  </a:cubicBezTo>
                  <a:cubicBezTo>
                    <a:pt x="5" y="2"/>
                    <a:pt x="1" y="2"/>
                    <a:pt x="0" y="2"/>
                  </a:cubicBezTo>
                  <a:cubicBezTo>
                    <a:pt x="0" y="2"/>
                    <a:pt x="4"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9" name="Freeform 1821">
              <a:extLst>
                <a:ext uri="{FF2B5EF4-FFF2-40B4-BE49-F238E27FC236}">
                  <a16:creationId xmlns:a16="http://schemas.microsoft.com/office/drawing/2014/main" id="{67F9E17A-6BE2-4787-D9D0-DEBEC03AE267}"/>
                </a:ext>
              </a:extLst>
            </p:cNvPr>
            <p:cNvSpPr>
              <a:spLocks/>
            </p:cNvSpPr>
            <p:nvPr/>
          </p:nvSpPr>
          <p:spPr bwMode="auto">
            <a:xfrm rot="5094805">
              <a:off x="2228947" y="6473054"/>
              <a:ext cx="52554" cy="9140"/>
            </a:xfrm>
            <a:custGeom>
              <a:avLst/>
              <a:gdLst>
                <a:gd name="T0" fmla="*/ 21 w 21"/>
                <a:gd name="T1" fmla="*/ 0 h 4"/>
                <a:gd name="T2" fmla="*/ 10 w 21"/>
                <a:gd name="T3" fmla="*/ 3 h 4"/>
                <a:gd name="T4" fmla="*/ 0 w 21"/>
                <a:gd name="T5" fmla="*/ 4 h 4"/>
                <a:gd name="T6" fmla="*/ 10 w 21"/>
                <a:gd name="T7" fmla="*/ 2 h 4"/>
                <a:gd name="T8" fmla="*/ 21 w 21"/>
                <a:gd name="T9" fmla="*/ 0 h 4"/>
              </a:gdLst>
              <a:ahLst/>
              <a:cxnLst>
                <a:cxn ang="0">
                  <a:pos x="T0" y="T1"/>
                </a:cxn>
                <a:cxn ang="0">
                  <a:pos x="T2" y="T3"/>
                </a:cxn>
                <a:cxn ang="0">
                  <a:pos x="T4" y="T5"/>
                </a:cxn>
                <a:cxn ang="0">
                  <a:pos x="T6" y="T7"/>
                </a:cxn>
                <a:cxn ang="0">
                  <a:pos x="T8" y="T9"/>
                </a:cxn>
              </a:cxnLst>
              <a:rect l="0" t="0" r="r" b="b"/>
              <a:pathLst>
                <a:path w="21" h="4">
                  <a:moveTo>
                    <a:pt x="21" y="0"/>
                  </a:moveTo>
                  <a:cubicBezTo>
                    <a:pt x="21" y="1"/>
                    <a:pt x="16" y="2"/>
                    <a:pt x="10" y="3"/>
                  </a:cubicBezTo>
                  <a:cubicBezTo>
                    <a:pt x="4" y="4"/>
                    <a:pt x="0" y="4"/>
                    <a:pt x="0" y="4"/>
                  </a:cubicBezTo>
                  <a:cubicBezTo>
                    <a:pt x="0" y="4"/>
                    <a:pt x="4" y="3"/>
                    <a:pt x="10" y="2"/>
                  </a:cubicBezTo>
                  <a:cubicBezTo>
                    <a:pt x="16" y="1"/>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0" name="Freeform 1822">
              <a:extLst>
                <a:ext uri="{FF2B5EF4-FFF2-40B4-BE49-F238E27FC236}">
                  <a16:creationId xmlns:a16="http://schemas.microsoft.com/office/drawing/2014/main" id="{5B2D98C4-5DA1-EAC0-239D-097685E0AECD}"/>
                </a:ext>
              </a:extLst>
            </p:cNvPr>
            <p:cNvSpPr>
              <a:spLocks/>
            </p:cNvSpPr>
            <p:nvPr/>
          </p:nvSpPr>
          <p:spPr bwMode="auto">
            <a:xfrm rot="5094805">
              <a:off x="2284858" y="6660783"/>
              <a:ext cx="52554" cy="13710"/>
            </a:xfrm>
            <a:custGeom>
              <a:avLst/>
              <a:gdLst>
                <a:gd name="T0" fmla="*/ 22 w 22"/>
                <a:gd name="T1" fmla="*/ 1 h 6"/>
                <a:gd name="T2" fmla="*/ 12 w 22"/>
                <a:gd name="T3" fmla="*/ 4 h 6"/>
                <a:gd name="T4" fmla="*/ 1 w 22"/>
                <a:gd name="T5" fmla="*/ 6 h 6"/>
                <a:gd name="T6" fmla="*/ 10 w 22"/>
                <a:gd name="T7" fmla="*/ 3 h 6"/>
                <a:gd name="T8" fmla="*/ 22 w 22"/>
                <a:gd name="T9" fmla="*/ 1 h 6"/>
              </a:gdLst>
              <a:ahLst/>
              <a:cxnLst>
                <a:cxn ang="0">
                  <a:pos x="T0" y="T1"/>
                </a:cxn>
                <a:cxn ang="0">
                  <a:pos x="T2" y="T3"/>
                </a:cxn>
                <a:cxn ang="0">
                  <a:pos x="T4" y="T5"/>
                </a:cxn>
                <a:cxn ang="0">
                  <a:pos x="T6" y="T7"/>
                </a:cxn>
                <a:cxn ang="0">
                  <a:pos x="T8" y="T9"/>
                </a:cxn>
              </a:cxnLst>
              <a:rect l="0" t="0" r="r" b="b"/>
              <a:pathLst>
                <a:path w="22" h="6">
                  <a:moveTo>
                    <a:pt x="22" y="1"/>
                  </a:moveTo>
                  <a:cubicBezTo>
                    <a:pt x="22" y="1"/>
                    <a:pt x="17" y="3"/>
                    <a:pt x="12" y="4"/>
                  </a:cubicBezTo>
                  <a:cubicBezTo>
                    <a:pt x="7" y="5"/>
                    <a:pt x="2" y="6"/>
                    <a:pt x="1" y="6"/>
                  </a:cubicBezTo>
                  <a:cubicBezTo>
                    <a:pt x="0" y="5"/>
                    <a:pt x="4" y="4"/>
                    <a:pt x="10" y="3"/>
                  </a:cubicBezTo>
                  <a:cubicBezTo>
                    <a:pt x="16" y="1"/>
                    <a:pt x="21" y="0"/>
                    <a:pt x="2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1" name="Freeform 1823">
              <a:extLst>
                <a:ext uri="{FF2B5EF4-FFF2-40B4-BE49-F238E27FC236}">
                  <a16:creationId xmlns:a16="http://schemas.microsoft.com/office/drawing/2014/main" id="{32A1C08F-9CE0-F978-DF52-03922FE318F1}"/>
                </a:ext>
              </a:extLst>
            </p:cNvPr>
            <p:cNvSpPr>
              <a:spLocks/>
            </p:cNvSpPr>
            <p:nvPr/>
          </p:nvSpPr>
          <p:spPr bwMode="auto">
            <a:xfrm rot="5094805">
              <a:off x="2349971" y="6849881"/>
              <a:ext cx="54839" cy="15995"/>
            </a:xfrm>
            <a:custGeom>
              <a:avLst/>
              <a:gdLst>
                <a:gd name="T0" fmla="*/ 12 w 22"/>
                <a:gd name="T1" fmla="*/ 4 h 6"/>
                <a:gd name="T2" fmla="*/ 0 w 22"/>
                <a:gd name="T3" fmla="*/ 6 h 6"/>
                <a:gd name="T4" fmla="*/ 9 w 22"/>
                <a:gd name="T5" fmla="*/ 3 h 6"/>
                <a:gd name="T6" fmla="*/ 21 w 22"/>
                <a:gd name="T7" fmla="*/ 0 h 6"/>
                <a:gd name="T8" fmla="*/ 12 w 22"/>
                <a:gd name="T9" fmla="*/ 4 h 6"/>
              </a:gdLst>
              <a:ahLst/>
              <a:cxnLst>
                <a:cxn ang="0">
                  <a:pos x="T0" y="T1"/>
                </a:cxn>
                <a:cxn ang="0">
                  <a:pos x="T2" y="T3"/>
                </a:cxn>
                <a:cxn ang="0">
                  <a:pos x="T4" y="T5"/>
                </a:cxn>
                <a:cxn ang="0">
                  <a:pos x="T6" y="T7"/>
                </a:cxn>
                <a:cxn ang="0">
                  <a:pos x="T8" y="T9"/>
                </a:cxn>
              </a:cxnLst>
              <a:rect l="0" t="0" r="r" b="b"/>
              <a:pathLst>
                <a:path w="22" h="6">
                  <a:moveTo>
                    <a:pt x="12" y="4"/>
                  </a:moveTo>
                  <a:cubicBezTo>
                    <a:pt x="7" y="5"/>
                    <a:pt x="1" y="6"/>
                    <a:pt x="0" y="6"/>
                  </a:cubicBezTo>
                  <a:cubicBezTo>
                    <a:pt x="0" y="6"/>
                    <a:pt x="3" y="4"/>
                    <a:pt x="9" y="3"/>
                  </a:cubicBezTo>
                  <a:cubicBezTo>
                    <a:pt x="14" y="1"/>
                    <a:pt x="20" y="0"/>
                    <a:pt x="21" y="0"/>
                  </a:cubicBezTo>
                  <a:cubicBezTo>
                    <a:pt x="22"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2" name="Freeform 1824">
              <a:extLst>
                <a:ext uri="{FF2B5EF4-FFF2-40B4-BE49-F238E27FC236}">
                  <a16:creationId xmlns:a16="http://schemas.microsoft.com/office/drawing/2014/main" id="{0345D64F-5CA6-86A3-8C68-006A764523E6}"/>
                </a:ext>
              </a:extLst>
            </p:cNvPr>
            <p:cNvSpPr>
              <a:spLocks/>
            </p:cNvSpPr>
            <p:nvPr/>
          </p:nvSpPr>
          <p:spPr bwMode="auto">
            <a:xfrm rot="5094805">
              <a:off x="645198" y="1648672"/>
              <a:ext cx="52554" cy="25135"/>
            </a:xfrm>
            <a:custGeom>
              <a:avLst/>
              <a:gdLst>
                <a:gd name="T0" fmla="*/ 10 w 21"/>
                <a:gd name="T1" fmla="*/ 2 h 10"/>
                <a:gd name="T2" fmla="*/ 21 w 21"/>
                <a:gd name="T3" fmla="*/ 8 h 10"/>
                <a:gd name="T4" fmla="*/ 12 w 21"/>
                <a:gd name="T5" fmla="*/ 8 h 10"/>
                <a:gd name="T6" fmla="*/ 0 w 21"/>
                <a:gd name="T7" fmla="*/ 2 h 10"/>
                <a:gd name="T8" fmla="*/ 10 w 21"/>
                <a:gd name="T9" fmla="*/ 2 h 10"/>
              </a:gdLst>
              <a:ahLst/>
              <a:cxnLst>
                <a:cxn ang="0">
                  <a:pos x="T0" y="T1"/>
                </a:cxn>
                <a:cxn ang="0">
                  <a:pos x="T2" y="T3"/>
                </a:cxn>
                <a:cxn ang="0">
                  <a:pos x="T4" y="T5"/>
                </a:cxn>
                <a:cxn ang="0">
                  <a:pos x="T6" y="T7"/>
                </a:cxn>
                <a:cxn ang="0">
                  <a:pos x="T8" y="T9"/>
                </a:cxn>
              </a:cxnLst>
              <a:rect l="0" t="0" r="r" b="b"/>
              <a:pathLst>
                <a:path w="21" h="10">
                  <a:moveTo>
                    <a:pt x="10" y="2"/>
                  </a:moveTo>
                  <a:cubicBezTo>
                    <a:pt x="16" y="3"/>
                    <a:pt x="20" y="6"/>
                    <a:pt x="21" y="8"/>
                  </a:cubicBezTo>
                  <a:cubicBezTo>
                    <a:pt x="21" y="10"/>
                    <a:pt x="17" y="10"/>
                    <a:pt x="12" y="8"/>
                  </a:cubicBezTo>
                  <a:cubicBezTo>
                    <a:pt x="6" y="7"/>
                    <a:pt x="0" y="3"/>
                    <a:pt x="0" y="2"/>
                  </a:cubicBezTo>
                  <a:cubicBezTo>
                    <a:pt x="0" y="0"/>
                    <a:pt x="4"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3" name="Freeform 1825">
              <a:extLst>
                <a:ext uri="{FF2B5EF4-FFF2-40B4-BE49-F238E27FC236}">
                  <a16:creationId xmlns:a16="http://schemas.microsoft.com/office/drawing/2014/main" id="{E00212CC-FB37-6F46-BF32-BFC976E88428}"/>
                </a:ext>
              </a:extLst>
            </p:cNvPr>
            <p:cNvSpPr>
              <a:spLocks/>
            </p:cNvSpPr>
            <p:nvPr/>
          </p:nvSpPr>
          <p:spPr bwMode="auto">
            <a:xfrm rot="5094805">
              <a:off x="609232" y="1852488"/>
              <a:ext cx="54839" cy="20565"/>
            </a:xfrm>
            <a:custGeom>
              <a:avLst/>
              <a:gdLst>
                <a:gd name="T0" fmla="*/ 10 w 22"/>
                <a:gd name="T1" fmla="*/ 1 h 8"/>
                <a:gd name="T2" fmla="*/ 22 w 22"/>
                <a:gd name="T3" fmla="*/ 6 h 8"/>
                <a:gd name="T4" fmla="*/ 12 w 22"/>
                <a:gd name="T5" fmla="*/ 6 h 8"/>
                <a:gd name="T6" fmla="*/ 1 w 22"/>
                <a:gd name="T7" fmla="*/ 1 h 8"/>
                <a:gd name="T8" fmla="*/ 10 w 22"/>
                <a:gd name="T9" fmla="*/ 1 h 8"/>
              </a:gdLst>
              <a:ahLst/>
              <a:cxnLst>
                <a:cxn ang="0">
                  <a:pos x="T0" y="T1"/>
                </a:cxn>
                <a:cxn ang="0">
                  <a:pos x="T2" y="T3"/>
                </a:cxn>
                <a:cxn ang="0">
                  <a:pos x="T4" y="T5"/>
                </a:cxn>
                <a:cxn ang="0">
                  <a:pos x="T6" y="T7"/>
                </a:cxn>
                <a:cxn ang="0">
                  <a:pos x="T8" y="T9"/>
                </a:cxn>
              </a:cxnLst>
              <a:rect l="0" t="0" r="r" b="b"/>
              <a:pathLst>
                <a:path w="22" h="8">
                  <a:moveTo>
                    <a:pt x="10" y="1"/>
                  </a:moveTo>
                  <a:cubicBezTo>
                    <a:pt x="16" y="3"/>
                    <a:pt x="21" y="5"/>
                    <a:pt x="22" y="6"/>
                  </a:cubicBezTo>
                  <a:cubicBezTo>
                    <a:pt x="22" y="8"/>
                    <a:pt x="18" y="8"/>
                    <a:pt x="12" y="6"/>
                  </a:cubicBezTo>
                  <a:cubicBezTo>
                    <a:pt x="6" y="5"/>
                    <a:pt x="1" y="3"/>
                    <a:pt x="1" y="1"/>
                  </a:cubicBezTo>
                  <a:cubicBezTo>
                    <a:pt x="0" y="0"/>
                    <a:pt x="5"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4" name="Freeform 1826">
              <a:extLst>
                <a:ext uri="{FF2B5EF4-FFF2-40B4-BE49-F238E27FC236}">
                  <a16:creationId xmlns:a16="http://schemas.microsoft.com/office/drawing/2014/main" id="{B3C1DEC8-B6B6-B6A8-1946-AE5BC754B269}"/>
                </a:ext>
              </a:extLst>
            </p:cNvPr>
            <p:cNvSpPr>
              <a:spLocks/>
            </p:cNvSpPr>
            <p:nvPr/>
          </p:nvSpPr>
          <p:spPr bwMode="auto">
            <a:xfrm rot="5094805">
              <a:off x="583305" y="2054260"/>
              <a:ext cx="57124" cy="13710"/>
            </a:xfrm>
            <a:custGeom>
              <a:avLst/>
              <a:gdLst>
                <a:gd name="T0" fmla="*/ 13 w 23"/>
                <a:gd name="T1" fmla="*/ 5 h 6"/>
                <a:gd name="T2" fmla="*/ 1 w 23"/>
                <a:gd name="T3" fmla="*/ 2 h 6"/>
                <a:gd name="T4" fmla="*/ 10 w 23"/>
                <a:gd name="T5" fmla="*/ 1 h 6"/>
                <a:gd name="T6" fmla="*/ 22 w 23"/>
                <a:gd name="T7" fmla="*/ 5 h 6"/>
                <a:gd name="T8" fmla="*/ 13 w 23"/>
                <a:gd name="T9" fmla="*/ 5 h 6"/>
              </a:gdLst>
              <a:ahLst/>
              <a:cxnLst>
                <a:cxn ang="0">
                  <a:pos x="T0" y="T1"/>
                </a:cxn>
                <a:cxn ang="0">
                  <a:pos x="T2" y="T3"/>
                </a:cxn>
                <a:cxn ang="0">
                  <a:pos x="T4" y="T5"/>
                </a:cxn>
                <a:cxn ang="0">
                  <a:pos x="T6" y="T7"/>
                </a:cxn>
                <a:cxn ang="0">
                  <a:pos x="T8" y="T9"/>
                </a:cxn>
              </a:cxnLst>
              <a:rect l="0" t="0" r="r" b="b"/>
              <a:pathLst>
                <a:path w="23" h="6">
                  <a:moveTo>
                    <a:pt x="13" y="5"/>
                  </a:moveTo>
                  <a:cubicBezTo>
                    <a:pt x="8" y="4"/>
                    <a:pt x="2" y="3"/>
                    <a:pt x="1" y="2"/>
                  </a:cubicBezTo>
                  <a:cubicBezTo>
                    <a:pt x="0" y="0"/>
                    <a:pt x="4" y="0"/>
                    <a:pt x="10" y="1"/>
                  </a:cubicBezTo>
                  <a:cubicBezTo>
                    <a:pt x="16" y="2"/>
                    <a:pt x="22" y="4"/>
                    <a:pt x="22" y="5"/>
                  </a:cubicBezTo>
                  <a:cubicBezTo>
                    <a:pt x="23" y="6"/>
                    <a:pt x="19" y="6"/>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5" name="Freeform 1827">
              <a:extLst>
                <a:ext uri="{FF2B5EF4-FFF2-40B4-BE49-F238E27FC236}">
                  <a16:creationId xmlns:a16="http://schemas.microsoft.com/office/drawing/2014/main" id="{1BDBA397-EB88-178A-8A8E-D46E11831AC7}"/>
                </a:ext>
              </a:extLst>
            </p:cNvPr>
            <p:cNvSpPr>
              <a:spLocks/>
            </p:cNvSpPr>
            <p:nvPr/>
          </p:nvSpPr>
          <p:spPr bwMode="auto">
            <a:xfrm rot="5094805">
              <a:off x="573425" y="2254912"/>
              <a:ext cx="52554" cy="9140"/>
            </a:xfrm>
            <a:custGeom>
              <a:avLst/>
              <a:gdLst>
                <a:gd name="T0" fmla="*/ 22 w 22"/>
                <a:gd name="T1" fmla="*/ 3 h 4"/>
                <a:gd name="T2" fmla="*/ 13 w 22"/>
                <a:gd name="T3" fmla="*/ 4 h 4"/>
                <a:gd name="T4" fmla="*/ 1 w 22"/>
                <a:gd name="T5" fmla="*/ 1 h 4"/>
                <a:gd name="T6" fmla="*/ 10 w 22"/>
                <a:gd name="T7" fmla="*/ 1 h 4"/>
                <a:gd name="T8" fmla="*/ 22 w 22"/>
                <a:gd name="T9" fmla="*/ 3 h 4"/>
              </a:gdLst>
              <a:ahLst/>
              <a:cxnLst>
                <a:cxn ang="0">
                  <a:pos x="T0" y="T1"/>
                </a:cxn>
                <a:cxn ang="0">
                  <a:pos x="T2" y="T3"/>
                </a:cxn>
                <a:cxn ang="0">
                  <a:pos x="T4" y="T5"/>
                </a:cxn>
                <a:cxn ang="0">
                  <a:pos x="T6" y="T7"/>
                </a:cxn>
                <a:cxn ang="0">
                  <a:pos x="T8" y="T9"/>
                </a:cxn>
              </a:cxnLst>
              <a:rect l="0" t="0" r="r" b="b"/>
              <a:pathLst>
                <a:path w="22" h="4">
                  <a:moveTo>
                    <a:pt x="22" y="3"/>
                  </a:moveTo>
                  <a:cubicBezTo>
                    <a:pt x="22" y="4"/>
                    <a:pt x="19" y="4"/>
                    <a:pt x="13" y="4"/>
                  </a:cubicBezTo>
                  <a:cubicBezTo>
                    <a:pt x="7" y="3"/>
                    <a:pt x="1" y="2"/>
                    <a:pt x="1" y="1"/>
                  </a:cubicBezTo>
                  <a:cubicBezTo>
                    <a:pt x="0" y="0"/>
                    <a:pt x="4" y="0"/>
                    <a:pt x="10" y="1"/>
                  </a:cubicBezTo>
                  <a:cubicBezTo>
                    <a:pt x="16" y="2"/>
                    <a:pt x="21" y="2"/>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6" name="Freeform 1828">
              <a:extLst>
                <a:ext uri="{FF2B5EF4-FFF2-40B4-BE49-F238E27FC236}">
                  <a16:creationId xmlns:a16="http://schemas.microsoft.com/office/drawing/2014/main" id="{B91B84DB-3883-CF7F-9A47-A1C7396F16E8}"/>
                </a:ext>
              </a:extLst>
            </p:cNvPr>
            <p:cNvSpPr>
              <a:spLocks/>
            </p:cNvSpPr>
            <p:nvPr/>
          </p:nvSpPr>
          <p:spPr bwMode="auto">
            <a:xfrm rot="5094805">
              <a:off x="580500" y="2452604"/>
              <a:ext cx="54839" cy="4570"/>
            </a:xfrm>
            <a:custGeom>
              <a:avLst/>
              <a:gdLst>
                <a:gd name="T0" fmla="*/ 12 w 22"/>
                <a:gd name="T1" fmla="*/ 2 h 2"/>
                <a:gd name="T2" fmla="*/ 1 w 22"/>
                <a:gd name="T3" fmla="*/ 1 h 2"/>
                <a:gd name="T4" fmla="*/ 10 w 22"/>
                <a:gd name="T5" fmla="*/ 0 h 2"/>
                <a:gd name="T6" fmla="*/ 22 w 22"/>
                <a:gd name="T7" fmla="*/ 1 h 2"/>
                <a:gd name="T8" fmla="*/ 12 w 22"/>
                <a:gd name="T9" fmla="*/ 2 h 2"/>
              </a:gdLst>
              <a:ahLst/>
              <a:cxnLst>
                <a:cxn ang="0">
                  <a:pos x="T0" y="T1"/>
                </a:cxn>
                <a:cxn ang="0">
                  <a:pos x="T2" y="T3"/>
                </a:cxn>
                <a:cxn ang="0">
                  <a:pos x="T4" y="T5"/>
                </a:cxn>
                <a:cxn ang="0">
                  <a:pos x="T6" y="T7"/>
                </a:cxn>
                <a:cxn ang="0">
                  <a:pos x="T8" y="T9"/>
                </a:cxn>
              </a:cxnLst>
              <a:rect l="0" t="0" r="r" b="b"/>
              <a:pathLst>
                <a:path w="22" h="2">
                  <a:moveTo>
                    <a:pt x="12" y="2"/>
                  </a:moveTo>
                  <a:cubicBezTo>
                    <a:pt x="7" y="2"/>
                    <a:pt x="2" y="2"/>
                    <a:pt x="1" y="1"/>
                  </a:cubicBezTo>
                  <a:cubicBezTo>
                    <a:pt x="0" y="1"/>
                    <a:pt x="4" y="0"/>
                    <a:pt x="10" y="0"/>
                  </a:cubicBezTo>
                  <a:cubicBezTo>
                    <a:pt x="16" y="0"/>
                    <a:pt x="22" y="0"/>
                    <a:pt x="22" y="1"/>
                  </a:cubicBezTo>
                  <a:cubicBezTo>
                    <a:pt x="22" y="1"/>
                    <a:pt x="18" y="2"/>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7" name="Freeform 1829">
              <a:extLst>
                <a:ext uri="{FF2B5EF4-FFF2-40B4-BE49-F238E27FC236}">
                  <a16:creationId xmlns:a16="http://schemas.microsoft.com/office/drawing/2014/main" id="{C7FE2746-849B-F284-93A3-91BA94AB4B01}"/>
                </a:ext>
              </a:extLst>
            </p:cNvPr>
            <p:cNvSpPr>
              <a:spLocks/>
            </p:cNvSpPr>
            <p:nvPr/>
          </p:nvSpPr>
          <p:spPr bwMode="auto">
            <a:xfrm rot="5094805">
              <a:off x="611376" y="2642561"/>
              <a:ext cx="54839" cy="9140"/>
            </a:xfrm>
            <a:custGeom>
              <a:avLst/>
              <a:gdLst>
                <a:gd name="T0" fmla="*/ 12 w 22"/>
                <a:gd name="T1" fmla="*/ 2 h 3"/>
                <a:gd name="T2" fmla="*/ 1 w 22"/>
                <a:gd name="T3" fmla="*/ 3 h 3"/>
                <a:gd name="T4" fmla="*/ 10 w 22"/>
                <a:gd name="T5" fmla="*/ 1 h 3"/>
                <a:gd name="T6" fmla="*/ 21 w 22"/>
                <a:gd name="T7" fmla="*/ 0 h 3"/>
                <a:gd name="T8" fmla="*/ 12 w 22"/>
                <a:gd name="T9" fmla="*/ 2 h 3"/>
              </a:gdLst>
              <a:ahLst/>
              <a:cxnLst>
                <a:cxn ang="0">
                  <a:pos x="T0" y="T1"/>
                </a:cxn>
                <a:cxn ang="0">
                  <a:pos x="T2" y="T3"/>
                </a:cxn>
                <a:cxn ang="0">
                  <a:pos x="T4" y="T5"/>
                </a:cxn>
                <a:cxn ang="0">
                  <a:pos x="T6" y="T7"/>
                </a:cxn>
                <a:cxn ang="0">
                  <a:pos x="T8" y="T9"/>
                </a:cxn>
              </a:cxnLst>
              <a:rect l="0" t="0" r="r" b="b"/>
              <a:pathLst>
                <a:path w="22" h="3">
                  <a:moveTo>
                    <a:pt x="12" y="2"/>
                  </a:moveTo>
                  <a:cubicBezTo>
                    <a:pt x="6" y="3"/>
                    <a:pt x="1" y="3"/>
                    <a:pt x="1" y="3"/>
                  </a:cubicBezTo>
                  <a:cubicBezTo>
                    <a:pt x="0" y="2"/>
                    <a:pt x="4" y="2"/>
                    <a:pt x="10" y="1"/>
                  </a:cubicBezTo>
                  <a:cubicBezTo>
                    <a:pt x="16" y="0"/>
                    <a:pt x="21" y="0"/>
                    <a:pt x="21" y="0"/>
                  </a:cubicBezTo>
                  <a:cubicBezTo>
                    <a:pt x="22" y="1"/>
                    <a:pt x="17" y="2"/>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8" name="Freeform 1830">
              <a:extLst>
                <a:ext uri="{FF2B5EF4-FFF2-40B4-BE49-F238E27FC236}">
                  <a16:creationId xmlns:a16="http://schemas.microsoft.com/office/drawing/2014/main" id="{4BE60819-2AA5-735E-711F-225A64FA036D}"/>
                </a:ext>
              </a:extLst>
            </p:cNvPr>
            <p:cNvSpPr>
              <a:spLocks/>
            </p:cNvSpPr>
            <p:nvPr/>
          </p:nvSpPr>
          <p:spPr bwMode="auto">
            <a:xfrm rot="5094805">
              <a:off x="660469" y="2831101"/>
              <a:ext cx="50269" cy="13710"/>
            </a:xfrm>
            <a:custGeom>
              <a:avLst/>
              <a:gdLst>
                <a:gd name="T0" fmla="*/ 10 w 21"/>
                <a:gd name="T1" fmla="*/ 2 h 5"/>
                <a:gd name="T2" fmla="*/ 21 w 21"/>
                <a:gd name="T3" fmla="*/ 1 h 5"/>
                <a:gd name="T4" fmla="*/ 12 w 21"/>
                <a:gd name="T5" fmla="*/ 3 h 5"/>
                <a:gd name="T6" fmla="*/ 0 w 21"/>
                <a:gd name="T7" fmla="*/ 4 h 5"/>
                <a:gd name="T8" fmla="*/ 10 w 21"/>
                <a:gd name="T9" fmla="*/ 2 h 5"/>
              </a:gdLst>
              <a:ahLst/>
              <a:cxnLst>
                <a:cxn ang="0">
                  <a:pos x="T0" y="T1"/>
                </a:cxn>
                <a:cxn ang="0">
                  <a:pos x="T2" y="T3"/>
                </a:cxn>
                <a:cxn ang="0">
                  <a:pos x="T4" y="T5"/>
                </a:cxn>
                <a:cxn ang="0">
                  <a:pos x="T6" y="T7"/>
                </a:cxn>
                <a:cxn ang="0">
                  <a:pos x="T8" y="T9"/>
                </a:cxn>
              </a:cxnLst>
              <a:rect l="0" t="0" r="r" b="b"/>
              <a:pathLst>
                <a:path w="21" h="5">
                  <a:moveTo>
                    <a:pt x="10" y="2"/>
                  </a:moveTo>
                  <a:cubicBezTo>
                    <a:pt x="16" y="1"/>
                    <a:pt x="20" y="0"/>
                    <a:pt x="21" y="1"/>
                  </a:cubicBezTo>
                  <a:cubicBezTo>
                    <a:pt x="21" y="1"/>
                    <a:pt x="18" y="2"/>
                    <a:pt x="12" y="3"/>
                  </a:cubicBezTo>
                  <a:cubicBezTo>
                    <a:pt x="6" y="4"/>
                    <a:pt x="0" y="5"/>
                    <a:pt x="0" y="4"/>
                  </a:cubicBezTo>
                  <a:cubicBezTo>
                    <a:pt x="0" y="4"/>
                    <a:pt x="5" y="3"/>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9" name="Freeform 1831">
              <a:extLst>
                <a:ext uri="{FF2B5EF4-FFF2-40B4-BE49-F238E27FC236}">
                  <a16:creationId xmlns:a16="http://schemas.microsoft.com/office/drawing/2014/main" id="{BF8DAF4C-794A-A704-035C-9EA18E51F261}"/>
                </a:ext>
              </a:extLst>
            </p:cNvPr>
            <p:cNvSpPr>
              <a:spLocks/>
            </p:cNvSpPr>
            <p:nvPr/>
          </p:nvSpPr>
          <p:spPr bwMode="auto">
            <a:xfrm rot="5094805">
              <a:off x="719891" y="3021848"/>
              <a:ext cx="52554" cy="13710"/>
            </a:xfrm>
            <a:custGeom>
              <a:avLst/>
              <a:gdLst>
                <a:gd name="T0" fmla="*/ 9 w 21"/>
                <a:gd name="T1" fmla="*/ 3 h 6"/>
                <a:gd name="T2" fmla="*/ 20 w 21"/>
                <a:gd name="T3" fmla="*/ 1 h 6"/>
                <a:gd name="T4" fmla="*/ 11 w 21"/>
                <a:gd name="T5" fmla="*/ 4 h 6"/>
                <a:gd name="T6" fmla="*/ 0 w 21"/>
                <a:gd name="T7" fmla="*/ 6 h 6"/>
                <a:gd name="T8" fmla="*/ 9 w 21"/>
                <a:gd name="T9" fmla="*/ 3 h 6"/>
              </a:gdLst>
              <a:ahLst/>
              <a:cxnLst>
                <a:cxn ang="0">
                  <a:pos x="T0" y="T1"/>
                </a:cxn>
                <a:cxn ang="0">
                  <a:pos x="T2" y="T3"/>
                </a:cxn>
                <a:cxn ang="0">
                  <a:pos x="T4" y="T5"/>
                </a:cxn>
                <a:cxn ang="0">
                  <a:pos x="T6" y="T7"/>
                </a:cxn>
                <a:cxn ang="0">
                  <a:pos x="T8" y="T9"/>
                </a:cxn>
              </a:cxnLst>
              <a:rect l="0" t="0" r="r" b="b"/>
              <a:pathLst>
                <a:path w="21" h="6">
                  <a:moveTo>
                    <a:pt x="9" y="3"/>
                  </a:moveTo>
                  <a:cubicBezTo>
                    <a:pt x="15" y="1"/>
                    <a:pt x="20" y="0"/>
                    <a:pt x="20" y="1"/>
                  </a:cubicBezTo>
                  <a:cubicBezTo>
                    <a:pt x="21" y="1"/>
                    <a:pt x="17" y="2"/>
                    <a:pt x="11" y="4"/>
                  </a:cubicBezTo>
                  <a:cubicBezTo>
                    <a:pt x="5" y="5"/>
                    <a:pt x="0" y="6"/>
                    <a:pt x="0" y="6"/>
                  </a:cubicBezTo>
                  <a:cubicBezTo>
                    <a:pt x="0" y="5"/>
                    <a:pt x="4" y="4"/>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0" name="Freeform 1832">
              <a:extLst>
                <a:ext uri="{FF2B5EF4-FFF2-40B4-BE49-F238E27FC236}">
                  <a16:creationId xmlns:a16="http://schemas.microsoft.com/office/drawing/2014/main" id="{9E11ECB8-FCD4-9B56-5923-9DD5DE29825C}"/>
                </a:ext>
              </a:extLst>
            </p:cNvPr>
            <p:cNvSpPr>
              <a:spLocks/>
            </p:cNvSpPr>
            <p:nvPr/>
          </p:nvSpPr>
          <p:spPr bwMode="auto">
            <a:xfrm rot="5094805">
              <a:off x="789150" y="3205989"/>
              <a:ext cx="54839" cy="15995"/>
            </a:xfrm>
            <a:custGeom>
              <a:avLst/>
              <a:gdLst>
                <a:gd name="T0" fmla="*/ 10 w 22"/>
                <a:gd name="T1" fmla="*/ 3 h 6"/>
                <a:gd name="T2" fmla="*/ 21 w 22"/>
                <a:gd name="T3" fmla="*/ 0 h 6"/>
                <a:gd name="T4" fmla="*/ 12 w 22"/>
                <a:gd name="T5" fmla="*/ 4 h 6"/>
                <a:gd name="T6" fmla="*/ 1 w 22"/>
                <a:gd name="T7" fmla="*/ 6 h 6"/>
                <a:gd name="T8" fmla="*/ 10 w 22"/>
                <a:gd name="T9" fmla="*/ 3 h 6"/>
              </a:gdLst>
              <a:ahLst/>
              <a:cxnLst>
                <a:cxn ang="0">
                  <a:pos x="T0" y="T1"/>
                </a:cxn>
                <a:cxn ang="0">
                  <a:pos x="T2" y="T3"/>
                </a:cxn>
                <a:cxn ang="0">
                  <a:pos x="T4" y="T5"/>
                </a:cxn>
                <a:cxn ang="0">
                  <a:pos x="T6" y="T7"/>
                </a:cxn>
                <a:cxn ang="0">
                  <a:pos x="T8" y="T9"/>
                </a:cxn>
              </a:cxnLst>
              <a:rect l="0" t="0" r="r" b="b"/>
              <a:pathLst>
                <a:path w="22" h="6">
                  <a:moveTo>
                    <a:pt x="10" y="3"/>
                  </a:moveTo>
                  <a:cubicBezTo>
                    <a:pt x="15" y="1"/>
                    <a:pt x="20" y="0"/>
                    <a:pt x="21" y="0"/>
                  </a:cubicBezTo>
                  <a:cubicBezTo>
                    <a:pt x="22" y="0"/>
                    <a:pt x="18" y="2"/>
                    <a:pt x="12" y="4"/>
                  </a:cubicBezTo>
                  <a:cubicBezTo>
                    <a:pt x="6" y="5"/>
                    <a:pt x="1" y="6"/>
                    <a:pt x="1" y="6"/>
                  </a:cubicBezTo>
                  <a:cubicBezTo>
                    <a:pt x="0" y="6"/>
                    <a:pt x="5" y="4"/>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1" name="Freeform 1833">
              <a:extLst>
                <a:ext uri="{FF2B5EF4-FFF2-40B4-BE49-F238E27FC236}">
                  <a16:creationId xmlns:a16="http://schemas.microsoft.com/office/drawing/2014/main" id="{C5F338F7-38F6-7E61-8704-82B9A163C42A}"/>
                </a:ext>
              </a:extLst>
            </p:cNvPr>
            <p:cNvSpPr>
              <a:spLocks/>
            </p:cNvSpPr>
            <p:nvPr/>
          </p:nvSpPr>
          <p:spPr bwMode="auto">
            <a:xfrm rot="5094805">
              <a:off x="869895" y="3389213"/>
              <a:ext cx="54839" cy="20565"/>
            </a:xfrm>
            <a:custGeom>
              <a:avLst/>
              <a:gdLst>
                <a:gd name="T0" fmla="*/ 13 w 22"/>
                <a:gd name="T1" fmla="*/ 4 h 8"/>
                <a:gd name="T2" fmla="*/ 1 w 22"/>
                <a:gd name="T3" fmla="*/ 8 h 8"/>
                <a:gd name="T4" fmla="*/ 9 w 22"/>
                <a:gd name="T5" fmla="*/ 4 h 8"/>
                <a:gd name="T6" fmla="*/ 21 w 22"/>
                <a:gd name="T7" fmla="*/ 0 h 8"/>
                <a:gd name="T8" fmla="*/ 13 w 22"/>
                <a:gd name="T9" fmla="*/ 4 h 8"/>
              </a:gdLst>
              <a:ahLst/>
              <a:cxnLst>
                <a:cxn ang="0">
                  <a:pos x="T0" y="T1"/>
                </a:cxn>
                <a:cxn ang="0">
                  <a:pos x="T2" y="T3"/>
                </a:cxn>
                <a:cxn ang="0">
                  <a:pos x="T4" y="T5"/>
                </a:cxn>
                <a:cxn ang="0">
                  <a:pos x="T6" y="T7"/>
                </a:cxn>
                <a:cxn ang="0">
                  <a:pos x="T8" y="T9"/>
                </a:cxn>
              </a:cxnLst>
              <a:rect l="0" t="0" r="r" b="b"/>
              <a:pathLst>
                <a:path w="22" h="8">
                  <a:moveTo>
                    <a:pt x="13" y="4"/>
                  </a:moveTo>
                  <a:cubicBezTo>
                    <a:pt x="7" y="6"/>
                    <a:pt x="2" y="7"/>
                    <a:pt x="1" y="8"/>
                  </a:cubicBezTo>
                  <a:cubicBezTo>
                    <a:pt x="0" y="8"/>
                    <a:pt x="4" y="6"/>
                    <a:pt x="9" y="4"/>
                  </a:cubicBezTo>
                  <a:cubicBezTo>
                    <a:pt x="15" y="2"/>
                    <a:pt x="20" y="0"/>
                    <a:pt x="21" y="0"/>
                  </a:cubicBezTo>
                  <a:cubicBezTo>
                    <a:pt x="22" y="0"/>
                    <a:pt x="18" y="2"/>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2" name="Freeform 1834">
              <a:extLst>
                <a:ext uri="{FF2B5EF4-FFF2-40B4-BE49-F238E27FC236}">
                  <a16:creationId xmlns:a16="http://schemas.microsoft.com/office/drawing/2014/main" id="{2E50B1A3-324D-7684-F99A-8DADA8977782}"/>
                </a:ext>
              </a:extLst>
            </p:cNvPr>
            <p:cNvSpPr>
              <a:spLocks/>
            </p:cNvSpPr>
            <p:nvPr/>
          </p:nvSpPr>
          <p:spPr bwMode="auto">
            <a:xfrm rot="5094805">
              <a:off x="963272" y="3575051"/>
              <a:ext cx="47985" cy="20565"/>
            </a:xfrm>
            <a:custGeom>
              <a:avLst/>
              <a:gdLst>
                <a:gd name="T0" fmla="*/ 20 w 20"/>
                <a:gd name="T1" fmla="*/ 0 h 9"/>
                <a:gd name="T2" fmla="*/ 11 w 20"/>
                <a:gd name="T3" fmla="*/ 4 h 9"/>
                <a:gd name="T4" fmla="*/ 0 w 20"/>
                <a:gd name="T5" fmla="*/ 8 h 9"/>
                <a:gd name="T6" fmla="*/ 9 w 20"/>
                <a:gd name="T7" fmla="*/ 4 h 9"/>
                <a:gd name="T8" fmla="*/ 20 w 20"/>
                <a:gd name="T9" fmla="*/ 0 h 9"/>
              </a:gdLst>
              <a:ahLst/>
              <a:cxnLst>
                <a:cxn ang="0">
                  <a:pos x="T0" y="T1"/>
                </a:cxn>
                <a:cxn ang="0">
                  <a:pos x="T2" y="T3"/>
                </a:cxn>
                <a:cxn ang="0">
                  <a:pos x="T4" y="T5"/>
                </a:cxn>
                <a:cxn ang="0">
                  <a:pos x="T6" y="T7"/>
                </a:cxn>
                <a:cxn ang="0">
                  <a:pos x="T8" y="T9"/>
                </a:cxn>
              </a:cxnLst>
              <a:rect l="0" t="0" r="r" b="b"/>
              <a:pathLst>
                <a:path w="20" h="9">
                  <a:moveTo>
                    <a:pt x="20" y="0"/>
                  </a:moveTo>
                  <a:cubicBezTo>
                    <a:pt x="20" y="0"/>
                    <a:pt x="17" y="2"/>
                    <a:pt x="11" y="4"/>
                  </a:cubicBezTo>
                  <a:cubicBezTo>
                    <a:pt x="5" y="7"/>
                    <a:pt x="0" y="9"/>
                    <a:pt x="0" y="8"/>
                  </a:cubicBezTo>
                  <a:cubicBezTo>
                    <a:pt x="0" y="8"/>
                    <a:pt x="4" y="6"/>
                    <a:pt x="9"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3" name="Freeform 1835">
              <a:extLst>
                <a:ext uri="{FF2B5EF4-FFF2-40B4-BE49-F238E27FC236}">
                  <a16:creationId xmlns:a16="http://schemas.microsoft.com/office/drawing/2014/main" id="{50126598-901D-014B-DF91-142AE15FB7EC}"/>
                </a:ext>
              </a:extLst>
            </p:cNvPr>
            <p:cNvSpPr>
              <a:spLocks/>
            </p:cNvSpPr>
            <p:nvPr/>
          </p:nvSpPr>
          <p:spPr bwMode="auto">
            <a:xfrm rot="5094805">
              <a:off x="1055282" y="3756963"/>
              <a:ext cx="54839" cy="22850"/>
            </a:xfrm>
            <a:custGeom>
              <a:avLst/>
              <a:gdLst>
                <a:gd name="T0" fmla="*/ 13 w 22"/>
                <a:gd name="T1" fmla="*/ 4 h 9"/>
                <a:gd name="T2" fmla="*/ 1 w 22"/>
                <a:gd name="T3" fmla="*/ 8 h 9"/>
                <a:gd name="T4" fmla="*/ 9 w 22"/>
                <a:gd name="T5" fmla="*/ 4 h 9"/>
                <a:gd name="T6" fmla="*/ 22 w 22"/>
                <a:gd name="T7" fmla="*/ 0 h 9"/>
                <a:gd name="T8" fmla="*/ 13 w 22"/>
                <a:gd name="T9" fmla="*/ 4 h 9"/>
              </a:gdLst>
              <a:ahLst/>
              <a:cxnLst>
                <a:cxn ang="0">
                  <a:pos x="T0" y="T1"/>
                </a:cxn>
                <a:cxn ang="0">
                  <a:pos x="T2" y="T3"/>
                </a:cxn>
                <a:cxn ang="0">
                  <a:pos x="T4" y="T5"/>
                </a:cxn>
                <a:cxn ang="0">
                  <a:pos x="T6" y="T7"/>
                </a:cxn>
                <a:cxn ang="0">
                  <a:pos x="T8" y="T9"/>
                </a:cxn>
              </a:cxnLst>
              <a:rect l="0" t="0" r="r" b="b"/>
              <a:pathLst>
                <a:path w="22" h="9">
                  <a:moveTo>
                    <a:pt x="13" y="4"/>
                  </a:moveTo>
                  <a:cubicBezTo>
                    <a:pt x="8" y="6"/>
                    <a:pt x="3" y="8"/>
                    <a:pt x="1" y="8"/>
                  </a:cubicBezTo>
                  <a:cubicBezTo>
                    <a:pt x="0" y="9"/>
                    <a:pt x="4" y="7"/>
                    <a:pt x="9" y="4"/>
                  </a:cubicBezTo>
                  <a:cubicBezTo>
                    <a:pt x="15" y="2"/>
                    <a:pt x="21" y="0"/>
                    <a:pt x="22" y="0"/>
                  </a:cubicBezTo>
                  <a:cubicBezTo>
                    <a:pt x="22" y="0"/>
                    <a:pt x="19" y="1"/>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4" name="Freeform 1836">
              <a:extLst>
                <a:ext uri="{FF2B5EF4-FFF2-40B4-BE49-F238E27FC236}">
                  <a16:creationId xmlns:a16="http://schemas.microsoft.com/office/drawing/2014/main" id="{F381BB82-90D8-39EF-68CD-9CEAF4FDBF46}"/>
                </a:ext>
              </a:extLst>
            </p:cNvPr>
            <p:cNvSpPr>
              <a:spLocks/>
            </p:cNvSpPr>
            <p:nvPr/>
          </p:nvSpPr>
          <p:spPr bwMode="auto">
            <a:xfrm rot="5094805">
              <a:off x="1158893" y="3940544"/>
              <a:ext cx="52554" cy="25135"/>
            </a:xfrm>
            <a:custGeom>
              <a:avLst/>
              <a:gdLst>
                <a:gd name="T0" fmla="*/ 20 w 21"/>
                <a:gd name="T1" fmla="*/ 0 h 10"/>
                <a:gd name="T2" fmla="*/ 11 w 21"/>
                <a:gd name="T3" fmla="*/ 5 h 10"/>
                <a:gd name="T4" fmla="*/ 0 w 21"/>
                <a:gd name="T5" fmla="*/ 9 h 10"/>
                <a:gd name="T6" fmla="*/ 10 w 21"/>
                <a:gd name="T7" fmla="*/ 4 h 10"/>
                <a:gd name="T8" fmla="*/ 20 w 21"/>
                <a:gd name="T9" fmla="*/ 0 h 10"/>
              </a:gdLst>
              <a:ahLst/>
              <a:cxnLst>
                <a:cxn ang="0">
                  <a:pos x="T0" y="T1"/>
                </a:cxn>
                <a:cxn ang="0">
                  <a:pos x="T2" y="T3"/>
                </a:cxn>
                <a:cxn ang="0">
                  <a:pos x="T4" y="T5"/>
                </a:cxn>
                <a:cxn ang="0">
                  <a:pos x="T6" y="T7"/>
                </a:cxn>
                <a:cxn ang="0">
                  <a:pos x="T8" y="T9"/>
                </a:cxn>
              </a:cxnLst>
              <a:rect l="0" t="0" r="r" b="b"/>
              <a:pathLst>
                <a:path w="21" h="10">
                  <a:moveTo>
                    <a:pt x="20" y="0"/>
                  </a:moveTo>
                  <a:cubicBezTo>
                    <a:pt x="21" y="0"/>
                    <a:pt x="17" y="2"/>
                    <a:pt x="11" y="5"/>
                  </a:cubicBezTo>
                  <a:cubicBezTo>
                    <a:pt x="6" y="7"/>
                    <a:pt x="0" y="10"/>
                    <a:pt x="0" y="9"/>
                  </a:cubicBezTo>
                  <a:cubicBezTo>
                    <a:pt x="0" y="9"/>
                    <a:pt x="4" y="7"/>
                    <a:pt x="10"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5" name="Freeform 1837">
              <a:extLst>
                <a:ext uri="{FF2B5EF4-FFF2-40B4-BE49-F238E27FC236}">
                  <a16:creationId xmlns:a16="http://schemas.microsoft.com/office/drawing/2014/main" id="{7F1BA28D-8523-51AF-D70B-F58A918980FD}"/>
                </a:ext>
              </a:extLst>
            </p:cNvPr>
            <p:cNvSpPr>
              <a:spLocks/>
            </p:cNvSpPr>
            <p:nvPr/>
          </p:nvSpPr>
          <p:spPr bwMode="auto">
            <a:xfrm rot="5094805">
              <a:off x="1264673" y="4123825"/>
              <a:ext cx="52554" cy="25135"/>
            </a:xfrm>
            <a:custGeom>
              <a:avLst/>
              <a:gdLst>
                <a:gd name="T0" fmla="*/ 10 w 22"/>
                <a:gd name="T1" fmla="*/ 5 h 10"/>
                <a:gd name="T2" fmla="*/ 21 w 22"/>
                <a:gd name="T3" fmla="*/ 0 h 10"/>
                <a:gd name="T4" fmla="*/ 11 w 22"/>
                <a:gd name="T5" fmla="*/ 5 h 10"/>
                <a:gd name="T6" fmla="*/ 1 w 22"/>
                <a:gd name="T7" fmla="*/ 10 h 10"/>
                <a:gd name="T8" fmla="*/ 10 w 22"/>
                <a:gd name="T9" fmla="*/ 5 h 10"/>
              </a:gdLst>
              <a:ahLst/>
              <a:cxnLst>
                <a:cxn ang="0">
                  <a:pos x="T0" y="T1"/>
                </a:cxn>
                <a:cxn ang="0">
                  <a:pos x="T2" y="T3"/>
                </a:cxn>
                <a:cxn ang="0">
                  <a:pos x="T4" y="T5"/>
                </a:cxn>
                <a:cxn ang="0">
                  <a:pos x="T6" y="T7"/>
                </a:cxn>
                <a:cxn ang="0">
                  <a:pos x="T8" y="T9"/>
                </a:cxn>
              </a:cxnLst>
              <a:rect l="0" t="0" r="r" b="b"/>
              <a:pathLst>
                <a:path w="22" h="10">
                  <a:moveTo>
                    <a:pt x="10" y="5"/>
                  </a:moveTo>
                  <a:cubicBezTo>
                    <a:pt x="15" y="3"/>
                    <a:pt x="20" y="0"/>
                    <a:pt x="21" y="0"/>
                  </a:cubicBezTo>
                  <a:cubicBezTo>
                    <a:pt x="22" y="0"/>
                    <a:pt x="17" y="3"/>
                    <a:pt x="11" y="5"/>
                  </a:cubicBezTo>
                  <a:cubicBezTo>
                    <a:pt x="6" y="8"/>
                    <a:pt x="1" y="10"/>
                    <a:pt x="1" y="10"/>
                  </a:cubicBezTo>
                  <a:cubicBezTo>
                    <a:pt x="0" y="10"/>
                    <a:pt x="5" y="7"/>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6" name="Freeform 1838">
              <a:extLst>
                <a:ext uri="{FF2B5EF4-FFF2-40B4-BE49-F238E27FC236}">
                  <a16:creationId xmlns:a16="http://schemas.microsoft.com/office/drawing/2014/main" id="{53BEB6F5-DE15-CE4D-1D22-A0C5DBB38968}"/>
                </a:ext>
              </a:extLst>
            </p:cNvPr>
            <p:cNvSpPr>
              <a:spLocks/>
            </p:cNvSpPr>
            <p:nvPr/>
          </p:nvSpPr>
          <p:spPr bwMode="auto">
            <a:xfrm rot="5094805">
              <a:off x="682496" y="1447970"/>
              <a:ext cx="54839" cy="27420"/>
            </a:xfrm>
            <a:custGeom>
              <a:avLst/>
              <a:gdLst>
                <a:gd name="T0" fmla="*/ 21 w 22"/>
                <a:gd name="T1" fmla="*/ 9 h 11"/>
                <a:gd name="T2" fmla="*/ 12 w 22"/>
                <a:gd name="T3" fmla="*/ 10 h 11"/>
                <a:gd name="T4" fmla="*/ 0 w 22"/>
                <a:gd name="T5" fmla="*/ 2 h 11"/>
                <a:gd name="T6" fmla="*/ 10 w 22"/>
                <a:gd name="T7" fmla="*/ 1 h 11"/>
                <a:gd name="T8" fmla="*/ 21 w 22"/>
                <a:gd name="T9" fmla="*/ 9 h 11"/>
              </a:gdLst>
              <a:ahLst/>
              <a:cxnLst>
                <a:cxn ang="0">
                  <a:pos x="T0" y="T1"/>
                </a:cxn>
                <a:cxn ang="0">
                  <a:pos x="T2" y="T3"/>
                </a:cxn>
                <a:cxn ang="0">
                  <a:pos x="T4" y="T5"/>
                </a:cxn>
                <a:cxn ang="0">
                  <a:pos x="T6" y="T7"/>
                </a:cxn>
                <a:cxn ang="0">
                  <a:pos x="T8" y="T9"/>
                </a:cxn>
              </a:cxnLst>
              <a:rect l="0" t="0" r="r" b="b"/>
              <a:pathLst>
                <a:path w="22" h="11">
                  <a:moveTo>
                    <a:pt x="21" y="9"/>
                  </a:moveTo>
                  <a:cubicBezTo>
                    <a:pt x="22" y="11"/>
                    <a:pt x="17" y="11"/>
                    <a:pt x="12" y="10"/>
                  </a:cubicBezTo>
                  <a:cubicBezTo>
                    <a:pt x="6" y="8"/>
                    <a:pt x="0" y="4"/>
                    <a:pt x="0" y="2"/>
                  </a:cubicBezTo>
                  <a:cubicBezTo>
                    <a:pt x="0" y="0"/>
                    <a:pt x="5" y="0"/>
                    <a:pt x="10" y="1"/>
                  </a:cubicBezTo>
                  <a:cubicBezTo>
                    <a:pt x="16" y="3"/>
                    <a:pt x="21" y="6"/>
                    <a:pt x="2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7" name="Freeform 1839">
              <a:extLst>
                <a:ext uri="{FF2B5EF4-FFF2-40B4-BE49-F238E27FC236}">
                  <a16:creationId xmlns:a16="http://schemas.microsoft.com/office/drawing/2014/main" id="{5A8B7CB1-23E7-047E-2823-2D292AEA8BE2}"/>
                </a:ext>
              </a:extLst>
            </p:cNvPr>
            <p:cNvSpPr>
              <a:spLocks/>
            </p:cNvSpPr>
            <p:nvPr/>
          </p:nvSpPr>
          <p:spPr bwMode="auto">
            <a:xfrm rot="5094805">
              <a:off x="718462" y="1244153"/>
              <a:ext cx="52554" cy="31990"/>
            </a:xfrm>
            <a:custGeom>
              <a:avLst/>
              <a:gdLst>
                <a:gd name="T0" fmla="*/ 21 w 22"/>
                <a:gd name="T1" fmla="*/ 10 h 13"/>
                <a:gd name="T2" fmla="*/ 12 w 22"/>
                <a:gd name="T3" fmla="*/ 12 h 13"/>
                <a:gd name="T4" fmla="*/ 0 w 22"/>
                <a:gd name="T5" fmla="*/ 3 h 13"/>
                <a:gd name="T6" fmla="*/ 11 w 22"/>
                <a:gd name="T7" fmla="*/ 2 h 13"/>
                <a:gd name="T8" fmla="*/ 21 w 22"/>
                <a:gd name="T9" fmla="*/ 10 h 13"/>
              </a:gdLst>
              <a:ahLst/>
              <a:cxnLst>
                <a:cxn ang="0">
                  <a:pos x="T0" y="T1"/>
                </a:cxn>
                <a:cxn ang="0">
                  <a:pos x="T2" y="T3"/>
                </a:cxn>
                <a:cxn ang="0">
                  <a:pos x="T4" y="T5"/>
                </a:cxn>
                <a:cxn ang="0">
                  <a:pos x="T6" y="T7"/>
                </a:cxn>
                <a:cxn ang="0">
                  <a:pos x="T8" y="T9"/>
                </a:cxn>
              </a:cxnLst>
              <a:rect l="0" t="0" r="r" b="b"/>
              <a:pathLst>
                <a:path w="22" h="13">
                  <a:moveTo>
                    <a:pt x="21" y="10"/>
                  </a:moveTo>
                  <a:cubicBezTo>
                    <a:pt x="22" y="12"/>
                    <a:pt x="18" y="13"/>
                    <a:pt x="12" y="12"/>
                  </a:cubicBezTo>
                  <a:cubicBezTo>
                    <a:pt x="6" y="10"/>
                    <a:pt x="0" y="6"/>
                    <a:pt x="0" y="3"/>
                  </a:cubicBezTo>
                  <a:cubicBezTo>
                    <a:pt x="1" y="1"/>
                    <a:pt x="5" y="0"/>
                    <a:pt x="11" y="2"/>
                  </a:cubicBezTo>
                  <a:cubicBezTo>
                    <a:pt x="16" y="4"/>
                    <a:pt x="21" y="7"/>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8" name="Freeform 1840">
              <a:extLst>
                <a:ext uri="{FF2B5EF4-FFF2-40B4-BE49-F238E27FC236}">
                  <a16:creationId xmlns:a16="http://schemas.microsoft.com/office/drawing/2014/main" id="{0B230145-953C-41C9-34A8-9CC6FA09B277}"/>
                </a:ext>
              </a:extLst>
            </p:cNvPr>
            <p:cNvSpPr>
              <a:spLocks/>
            </p:cNvSpPr>
            <p:nvPr/>
          </p:nvSpPr>
          <p:spPr bwMode="auto">
            <a:xfrm rot="5094805">
              <a:off x="749973" y="1042921"/>
              <a:ext cx="52554" cy="34275"/>
            </a:xfrm>
            <a:custGeom>
              <a:avLst/>
              <a:gdLst>
                <a:gd name="T0" fmla="*/ 21 w 21"/>
                <a:gd name="T1" fmla="*/ 10 h 14"/>
                <a:gd name="T2" fmla="*/ 12 w 21"/>
                <a:gd name="T3" fmla="*/ 13 h 14"/>
                <a:gd name="T4" fmla="*/ 0 w 21"/>
                <a:gd name="T5" fmla="*/ 5 h 14"/>
                <a:gd name="T6" fmla="*/ 10 w 21"/>
                <a:gd name="T7" fmla="*/ 2 h 14"/>
                <a:gd name="T8" fmla="*/ 21 w 21"/>
                <a:gd name="T9" fmla="*/ 10 h 14"/>
              </a:gdLst>
              <a:ahLst/>
              <a:cxnLst>
                <a:cxn ang="0">
                  <a:pos x="T0" y="T1"/>
                </a:cxn>
                <a:cxn ang="0">
                  <a:pos x="T2" y="T3"/>
                </a:cxn>
                <a:cxn ang="0">
                  <a:pos x="T4" y="T5"/>
                </a:cxn>
                <a:cxn ang="0">
                  <a:pos x="T6" y="T7"/>
                </a:cxn>
                <a:cxn ang="0">
                  <a:pos x="T8" y="T9"/>
                </a:cxn>
              </a:cxnLst>
              <a:rect l="0" t="0" r="r" b="b"/>
              <a:pathLst>
                <a:path w="21" h="14">
                  <a:moveTo>
                    <a:pt x="21" y="10"/>
                  </a:moveTo>
                  <a:cubicBezTo>
                    <a:pt x="21" y="13"/>
                    <a:pt x="18" y="14"/>
                    <a:pt x="12" y="13"/>
                  </a:cubicBezTo>
                  <a:cubicBezTo>
                    <a:pt x="6" y="12"/>
                    <a:pt x="0" y="8"/>
                    <a:pt x="0" y="5"/>
                  </a:cubicBezTo>
                  <a:cubicBezTo>
                    <a:pt x="0" y="2"/>
                    <a:pt x="4" y="0"/>
                    <a:pt x="10" y="2"/>
                  </a:cubicBezTo>
                  <a:cubicBezTo>
                    <a:pt x="15" y="3"/>
                    <a:pt x="20" y="6"/>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9" name="Freeform 1841">
              <a:extLst>
                <a:ext uri="{FF2B5EF4-FFF2-40B4-BE49-F238E27FC236}">
                  <a16:creationId xmlns:a16="http://schemas.microsoft.com/office/drawing/2014/main" id="{1579D46D-1602-B2BF-4EB8-CD81BE5D83DA}"/>
                </a:ext>
              </a:extLst>
            </p:cNvPr>
            <p:cNvSpPr>
              <a:spLocks/>
            </p:cNvSpPr>
            <p:nvPr/>
          </p:nvSpPr>
          <p:spPr bwMode="auto">
            <a:xfrm rot="5094805">
              <a:off x="767925" y="845083"/>
              <a:ext cx="54839" cy="34275"/>
            </a:xfrm>
            <a:custGeom>
              <a:avLst/>
              <a:gdLst>
                <a:gd name="T0" fmla="*/ 21 w 22"/>
                <a:gd name="T1" fmla="*/ 9 h 14"/>
                <a:gd name="T2" fmla="*/ 12 w 22"/>
                <a:gd name="T3" fmla="*/ 14 h 14"/>
                <a:gd name="T4" fmla="*/ 1 w 22"/>
                <a:gd name="T5" fmla="*/ 5 h 14"/>
                <a:gd name="T6" fmla="*/ 11 w 22"/>
                <a:gd name="T7" fmla="*/ 1 h 14"/>
                <a:gd name="T8" fmla="*/ 21 w 22"/>
                <a:gd name="T9" fmla="*/ 9 h 14"/>
              </a:gdLst>
              <a:ahLst/>
              <a:cxnLst>
                <a:cxn ang="0">
                  <a:pos x="T0" y="T1"/>
                </a:cxn>
                <a:cxn ang="0">
                  <a:pos x="T2" y="T3"/>
                </a:cxn>
                <a:cxn ang="0">
                  <a:pos x="T4" y="T5"/>
                </a:cxn>
                <a:cxn ang="0">
                  <a:pos x="T6" y="T7"/>
                </a:cxn>
                <a:cxn ang="0">
                  <a:pos x="T8" y="T9"/>
                </a:cxn>
              </a:cxnLst>
              <a:rect l="0" t="0" r="r" b="b"/>
              <a:pathLst>
                <a:path w="22" h="14">
                  <a:moveTo>
                    <a:pt x="21" y="9"/>
                  </a:moveTo>
                  <a:cubicBezTo>
                    <a:pt x="22" y="12"/>
                    <a:pt x="18" y="14"/>
                    <a:pt x="12" y="14"/>
                  </a:cubicBezTo>
                  <a:cubicBezTo>
                    <a:pt x="6" y="13"/>
                    <a:pt x="0" y="8"/>
                    <a:pt x="1" y="5"/>
                  </a:cubicBezTo>
                  <a:cubicBezTo>
                    <a:pt x="1" y="1"/>
                    <a:pt x="5" y="0"/>
                    <a:pt x="11" y="1"/>
                  </a:cubicBezTo>
                  <a:cubicBezTo>
                    <a:pt x="16" y="2"/>
                    <a:pt x="21" y="6"/>
                    <a:pt x="2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0" name="Freeform 1842">
              <a:extLst>
                <a:ext uri="{FF2B5EF4-FFF2-40B4-BE49-F238E27FC236}">
                  <a16:creationId xmlns:a16="http://schemas.microsoft.com/office/drawing/2014/main" id="{9F8BA356-AE99-3646-F726-A213D89EBFFC}"/>
                </a:ext>
              </a:extLst>
            </p:cNvPr>
            <p:cNvSpPr>
              <a:spLocks/>
            </p:cNvSpPr>
            <p:nvPr/>
          </p:nvSpPr>
          <p:spPr bwMode="auto">
            <a:xfrm rot="5094805">
              <a:off x="774400" y="646079"/>
              <a:ext cx="54839" cy="36560"/>
            </a:xfrm>
            <a:custGeom>
              <a:avLst/>
              <a:gdLst>
                <a:gd name="T0" fmla="*/ 12 w 22"/>
                <a:gd name="T1" fmla="*/ 15 h 15"/>
                <a:gd name="T2" fmla="*/ 1 w 22"/>
                <a:gd name="T3" fmla="*/ 8 h 15"/>
                <a:gd name="T4" fmla="*/ 11 w 22"/>
                <a:gd name="T5" fmla="*/ 1 h 15"/>
                <a:gd name="T6" fmla="*/ 21 w 22"/>
                <a:gd name="T7" fmla="*/ 9 h 15"/>
                <a:gd name="T8" fmla="*/ 12 w 22"/>
                <a:gd name="T9" fmla="*/ 15 h 15"/>
              </a:gdLst>
              <a:ahLst/>
              <a:cxnLst>
                <a:cxn ang="0">
                  <a:pos x="T0" y="T1"/>
                </a:cxn>
                <a:cxn ang="0">
                  <a:pos x="T2" y="T3"/>
                </a:cxn>
                <a:cxn ang="0">
                  <a:pos x="T4" y="T5"/>
                </a:cxn>
                <a:cxn ang="0">
                  <a:pos x="T6" y="T7"/>
                </a:cxn>
                <a:cxn ang="0">
                  <a:pos x="T8" y="T9"/>
                </a:cxn>
              </a:cxnLst>
              <a:rect l="0" t="0" r="r" b="b"/>
              <a:pathLst>
                <a:path w="22" h="15">
                  <a:moveTo>
                    <a:pt x="12" y="15"/>
                  </a:moveTo>
                  <a:cubicBezTo>
                    <a:pt x="7" y="15"/>
                    <a:pt x="2" y="11"/>
                    <a:pt x="1" y="8"/>
                  </a:cubicBezTo>
                  <a:cubicBezTo>
                    <a:pt x="0" y="3"/>
                    <a:pt x="4" y="0"/>
                    <a:pt x="11" y="1"/>
                  </a:cubicBezTo>
                  <a:cubicBezTo>
                    <a:pt x="16" y="2"/>
                    <a:pt x="21" y="5"/>
                    <a:pt x="21" y="9"/>
                  </a:cubicBezTo>
                  <a:cubicBezTo>
                    <a:pt x="22" y="13"/>
                    <a:pt x="18" y="15"/>
                    <a:pt x="1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1" name="Freeform 1843">
              <a:extLst>
                <a:ext uri="{FF2B5EF4-FFF2-40B4-BE49-F238E27FC236}">
                  <a16:creationId xmlns:a16="http://schemas.microsoft.com/office/drawing/2014/main" id="{6F655BCC-A5C7-8794-73C6-9C857F18A32E}"/>
                </a:ext>
              </a:extLst>
            </p:cNvPr>
            <p:cNvSpPr>
              <a:spLocks/>
            </p:cNvSpPr>
            <p:nvPr/>
          </p:nvSpPr>
          <p:spPr bwMode="auto">
            <a:xfrm rot="5094805">
              <a:off x="760699" y="453557"/>
              <a:ext cx="52554" cy="36560"/>
            </a:xfrm>
            <a:custGeom>
              <a:avLst/>
              <a:gdLst>
                <a:gd name="T0" fmla="*/ 21 w 21"/>
                <a:gd name="T1" fmla="*/ 7 h 15"/>
                <a:gd name="T2" fmla="*/ 11 w 21"/>
                <a:gd name="T3" fmla="*/ 15 h 15"/>
                <a:gd name="T4" fmla="*/ 0 w 21"/>
                <a:gd name="T5" fmla="*/ 7 h 15"/>
                <a:gd name="T6" fmla="*/ 10 w 21"/>
                <a:gd name="T7" fmla="*/ 0 h 15"/>
                <a:gd name="T8" fmla="*/ 21 w 21"/>
                <a:gd name="T9" fmla="*/ 7 h 15"/>
              </a:gdLst>
              <a:ahLst/>
              <a:cxnLst>
                <a:cxn ang="0">
                  <a:pos x="T0" y="T1"/>
                </a:cxn>
                <a:cxn ang="0">
                  <a:pos x="T2" y="T3"/>
                </a:cxn>
                <a:cxn ang="0">
                  <a:pos x="T4" y="T5"/>
                </a:cxn>
                <a:cxn ang="0">
                  <a:pos x="T6" y="T7"/>
                </a:cxn>
                <a:cxn ang="0">
                  <a:pos x="T8" y="T9"/>
                </a:cxn>
              </a:cxnLst>
              <a:rect l="0" t="0" r="r" b="b"/>
              <a:pathLst>
                <a:path w="21" h="15">
                  <a:moveTo>
                    <a:pt x="21" y="7"/>
                  </a:moveTo>
                  <a:cubicBezTo>
                    <a:pt x="21" y="11"/>
                    <a:pt x="17" y="14"/>
                    <a:pt x="11" y="15"/>
                  </a:cubicBezTo>
                  <a:cubicBezTo>
                    <a:pt x="5" y="15"/>
                    <a:pt x="0" y="11"/>
                    <a:pt x="0" y="7"/>
                  </a:cubicBezTo>
                  <a:cubicBezTo>
                    <a:pt x="0" y="3"/>
                    <a:pt x="4" y="0"/>
                    <a:pt x="10" y="0"/>
                  </a:cubicBezTo>
                  <a:cubicBezTo>
                    <a:pt x="16" y="0"/>
                    <a:pt x="20" y="3"/>
                    <a:pt x="2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2" name="Freeform 1844">
              <a:extLst>
                <a:ext uri="{FF2B5EF4-FFF2-40B4-BE49-F238E27FC236}">
                  <a16:creationId xmlns:a16="http://schemas.microsoft.com/office/drawing/2014/main" id="{D9AE6D68-BD62-1091-76DA-4DD436D16CF3}"/>
                </a:ext>
              </a:extLst>
            </p:cNvPr>
            <p:cNvSpPr>
              <a:spLocks/>
            </p:cNvSpPr>
            <p:nvPr/>
          </p:nvSpPr>
          <p:spPr bwMode="auto">
            <a:xfrm rot="5094805">
              <a:off x="725368" y="259328"/>
              <a:ext cx="54839" cy="43415"/>
            </a:xfrm>
            <a:custGeom>
              <a:avLst/>
              <a:gdLst>
                <a:gd name="T0" fmla="*/ 21 w 22"/>
                <a:gd name="T1" fmla="*/ 7 h 17"/>
                <a:gd name="T2" fmla="*/ 13 w 22"/>
                <a:gd name="T3" fmla="*/ 16 h 17"/>
                <a:gd name="T4" fmla="*/ 1 w 22"/>
                <a:gd name="T5" fmla="*/ 10 h 17"/>
                <a:gd name="T6" fmla="*/ 10 w 22"/>
                <a:gd name="T7" fmla="*/ 1 h 17"/>
                <a:gd name="T8" fmla="*/ 21 w 22"/>
                <a:gd name="T9" fmla="*/ 7 h 17"/>
              </a:gdLst>
              <a:ahLst/>
              <a:cxnLst>
                <a:cxn ang="0">
                  <a:pos x="T0" y="T1"/>
                </a:cxn>
                <a:cxn ang="0">
                  <a:pos x="T2" y="T3"/>
                </a:cxn>
                <a:cxn ang="0">
                  <a:pos x="T4" y="T5"/>
                </a:cxn>
                <a:cxn ang="0">
                  <a:pos x="T6" y="T7"/>
                </a:cxn>
                <a:cxn ang="0">
                  <a:pos x="T8" y="T9"/>
                </a:cxn>
              </a:cxnLst>
              <a:rect l="0" t="0" r="r" b="b"/>
              <a:pathLst>
                <a:path w="22" h="17">
                  <a:moveTo>
                    <a:pt x="21" y="7"/>
                  </a:moveTo>
                  <a:cubicBezTo>
                    <a:pt x="22" y="11"/>
                    <a:pt x="18" y="15"/>
                    <a:pt x="13" y="16"/>
                  </a:cubicBezTo>
                  <a:cubicBezTo>
                    <a:pt x="7" y="17"/>
                    <a:pt x="1" y="14"/>
                    <a:pt x="1" y="10"/>
                  </a:cubicBezTo>
                  <a:cubicBezTo>
                    <a:pt x="0" y="6"/>
                    <a:pt x="4" y="2"/>
                    <a:pt x="10" y="1"/>
                  </a:cubicBezTo>
                  <a:cubicBezTo>
                    <a:pt x="15" y="0"/>
                    <a:pt x="20" y="3"/>
                    <a:pt x="2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3" name="Freeform 1845">
              <a:extLst>
                <a:ext uri="{FF2B5EF4-FFF2-40B4-BE49-F238E27FC236}">
                  <a16:creationId xmlns:a16="http://schemas.microsoft.com/office/drawing/2014/main" id="{3B7EC80B-77EB-9640-3A1A-C1AB30F97AF5}"/>
                </a:ext>
              </a:extLst>
            </p:cNvPr>
            <p:cNvSpPr>
              <a:spLocks/>
            </p:cNvSpPr>
            <p:nvPr/>
          </p:nvSpPr>
          <p:spPr bwMode="auto">
            <a:xfrm rot="5094805">
              <a:off x="666149" y="70858"/>
              <a:ext cx="52554" cy="43415"/>
            </a:xfrm>
            <a:custGeom>
              <a:avLst/>
              <a:gdLst>
                <a:gd name="T0" fmla="*/ 21 w 22"/>
                <a:gd name="T1" fmla="*/ 6 h 18"/>
                <a:gd name="T2" fmla="*/ 13 w 22"/>
                <a:gd name="T3" fmla="*/ 16 h 18"/>
                <a:gd name="T4" fmla="*/ 1 w 22"/>
                <a:gd name="T5" fmla="*/ 12 h 18"/>
                <a:gd name="T6" fmla="*/ 10 w 22"/>
                <a:gd name="T7" fmla="*/ 1 h 18"/>
                <a:gd name="T8" fmla="*/ 21 w 22"/>
                <a:gd name="T9" fmla="*/ 6 h 18"/>
              </a:gdLst>
              <a:ahLst/>
              <a:cxnLst>
                <a:cxn ang="0">
                  <a:pos x="T0" y="T1"/>
                </a:cxn>
                <a:cxn ang="0">
                  <a:pos x="T2" y="T3"/>
                </a:cxn>
                <a:cxn ang="0">
                  <a:pos x="T4" y="T5"/>
                </a:cxn>
                <a:cxn ang="0">
                  <a:pos x="T6" y="T7"/>
                </a:cxn>
                <a:cxn ang="0">
                  <a:pos x="T8" y="T9"/>
                </a:cxn>
              </a:cxnLst>
              <a:rect l="0" t="0" r="r" b="b"/>
              <a:pathLst>
                <a:path w="22" h="18">
                  <a:moveTo>
                    <a:pt x="21" y="6"/>
                  </a:moveTo>
                  <a:cubicBezTo>
                    <a:pt x="22" y="10"/>
                    <a:pt x="18" y="14"/>
                    <a:pt x="13" y="16"/>
                  </a:cubicBezTo>
                  <a:cubicBezTo>
                    <a:pt x="7" y="18"/>
                    <a:pt x="1" y="16"/>
                    <a:pt x="1" y="12"/>
                  </a:cubicBezTo>
                  <a:cubicBezTo>
                    <a:pt x="0" y="8"/>
                    <a:pt x="4" y="3"/>
                    <a:pt x="10" y="1"/>
                  </a:cubicBezTo>
                  <a:cubicBezTo>
                    <a:pt x="15" y="0"/>
                    <a:pt x="20" y="2"/>
                    <a:pt x="2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4" name="Freeform 1866">
              <a:extLst>
                <a:ext uri="{FF2B5EF4-FFF2-40B4-BE49-F238E27FC236}">
                  <a16:creationId xmlns:a16="http://schemas.microsoft.com/office/drawing/2014/main" id="{0EAAE342-E147-BFC9-D6E1-4B254E486278}"/>
                </a:ext>
              </a:extLst>
            </p:cNvPr>
            <p:cNvSpPr>
              <a:spLocks/>
            </p:cNvSpPr>
            <p:nvPr/>
          </p:nvSpPr>
          <p:spPr bwMode="auto">
            <a:xfrm rot="5094805">
              <a:off x="1370357" y="4307212"/>
              <a:ext cx="50269" cy="22850"/>
            </a:xfrm>
            <a:custGeom>
              <a:avLst/>
              <a:gdLst>
                <a:gd name="T0" fmla="*/ 11 w 21"/>
                <a:gd name="T1" fmla="*/ 5 h 10"/>
                <a:gd name="T2" fmla="*/ 0 w 21"/>
                <a:gd name="T3" fmla="*/ 10 h 10"/>
                <a:gd name="T4" fmla="*/ 9 w 21"/>
                <a:gd name="T5" fmla="*/ 5 h 10"/>
                <a:gd name="T6" fmla="*/ 21 w 21"/>
                <a:gd name="T7" fmla="*/ 0 h 10"/>
                <a:gd name="T8" fmla="*/ 11 w 21"/>
                <a:gd name="T9" fmla="*/ 5 h 10"/>
              </a:gdLst>
              <a:ahLst/>
              <a:cxnLst>
                <a:cxn ang="0">
                  <a:pos x="T0" y="T1"/>
                </a:cxn>
                <a:cxn ang="0">
                  <a:pos x="T2" y="T3"/>
                </a:cxn>
                <a:cxn ang="0">
                  <a:pos x="T4" y="T5"/>
                </a:cxn>
                <a:cxn ang="0">
                  <a:pos x="T6" y="T7"/>
                </a:cxn>
                <a:cxn ang="0">
                  <a:pos x="T8" y="T9"/>
                </a:cxn>
              </a:cxnLst>
              <a:rect l="0" t="0" r="r" b="b"/>
              <a:pathLst>
                <a:path w="21" h="10">
                  <a:moveTo>
                    <a:pt x="11" y="5"/>
                  </a:moveTo>
                  <a:cubicBezTo>
                    <a:pt x="5" y="8"/>
                    <a:pt x="0" y="10"/>
                    <a:pt x="0" y="10"/>
                  </a:cubicBezTo>
                  <a:cubicBezTo>
                    <a:pt x="0" y="10"/>
                    <a:pt x="4" y="7"/>
                    <a:pt x="9" y="5"/>
                  </a:cubicBezTo>
                  <a:cubicBezTo>
                    <a:pt x="15" y="2"/>
                    <a:pt x="21" y="0"/>
                    <a:pt x="21" y="0"/>
                  </a:cubicBezTo>
                  <a:cubicBezTo>
                    <a:pt x="20" y="0"/>
                    <a:pt x="16" y="2"/>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5" name="Freeform 1867">
              <a:extLst>
                <a:ext uri="{FF2B5EF4-FFF2-40B4-BE49-F238E27FC236}">
                  <a16:creationId xmlns:a16="http://schemas.microsoft.com/office/drawing/2014/main" id="{2319C137-A455-1010-5BD0-F4A42DF6E545}"/>
                </a:ext>
              </a:extLst>
            </p:cNvPr>
            <p:cNvSpPr>
              <a:spLocks/>
            </p:cNvSpPr>
            <p:nvPr/>
          </p:nvSpPr>
          <p:spPr bwMode="auto">
            <a:xfrm rot="5094805">
              <a:off x="1476032" y="4490396"/>
              <a:ext cx="52554" cy="20565"/>
            </a:xfrm>
            <a:custGeom>
              <a:avLst/>
              <a:gdLst>
                <a:gd name="T0" fmla="*/ 12 w 21"/>
                <a:gd name="T1" fmla="*/ 5 h 9"/>
                <a:gd name="T2" fmla="*/ 1 w 21"/>
                <a:gd name="T3" fmla="*/ 9 h 9"/>
                <a:gd name="T4" fmla="*/ 10 w 21"/>
                <a:gd name="T5" fmla="*/ 5 h 9"/>
                <a:gd name="T6" fmla="*/ 21 w 21"/>
                <a:gd name="T7" fmla="*/ 0 h 9"/>
                <a:gd name="T8" fmla="*/ 12 w 21"/>
                <a:gd name="T9" fmla="*/ 5 h 9"/>
              </a:gdLst>
              <a:ahLst/>
              <a:cxnLst>
                <a:cxn ang="0">
                  <a:pos x="T0" y="T1"/>
                </a:cxn>
                <a:cxn ang="0">
                  <a:pos x="T2" y="T3"/>
                </a:cxn>
                <a:cxn ang="0">
                  <a:pos x="T4" y="T5"/>
                </a:cxn>
                <a:cxn ang="0">
                  <a:pos x="T6" y="T7"/>
                </a:cxn>
                <a:cxn ang="0">
                  <a:pos x="T8" y="T9"/>
                </a:cxn>
              </a:cxnLst>
              <a:rect l="0" t="0" r="r" b="b"/>
              <a:pathLst>
                <a:path w="21" h="9">
                  <a:moveTo>
                    <a:pt x="12" y="5"/>
                  </a:moveTo>
                  <a:cubicBezTo>
                    <a:pt x="6" y="7"/>
                    <a:pt x="1" y="9"/>
                    <a:pt x="1" y="9"/>
                  </a:cubicBezTo>
                  <a:cubicBezTo>
                    <a:pt x="0" y="9"/>
                    <a:pt x="4" y="7"/>
                    <a:pt x="10" y="5"/>
                  </a:cubicBezTo>
                  <a:cubicBezTo>
                    <a:pt x="16" y="2"/>
                    <a:pt x="21" y="0"/>
                    <a:pt x="21" y="0"/>
                  </a:cubicBezTo>
                  <a:cubicBezTo>
                    <a:pt x="21" y="0"/>
                    <a:pt x="17"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6" name="Freeform 1868">
              <a:extLst>
                <a:ext uri="{FF2B5EF4-FFF2-40B4-BE49-F238E27FC236}">
                  <a16:creationId xmlns:a16="http://schemas.microsoft.com/office/drawing/2014/main" id="{9F2256D9-3A3F-E818-A9E8-4E3B45655C63}"/>
                </a:ext>
              </a:extLst>
            </p:cNvPr>
            <p:cNvSpPr>
              <a:spLocks/>
            </p:cNvSpPr>
            <p:nvPr/>
          </p:nvSpPr>
          <p:spPr bwMode="auto">
            <a:xfrm rot="5094805">
              <a:off x="1578293" y="4670457"/>
              <a:ext cx="54839" cy="25135"/>
            </a:xfrm>
            <a:custGeom>
              <a:avLst/>
              <a:gdLst>
                <a:gd name="T0" fmla="*/ 13 w 22"/>
                <a:gd name="T1" fmla="*/ 5 h 10"/>
                <a:gd name="T2" fmla="*/ 1 w 22"/>
                <a:gd name="T3" fmla="*/ 10 h 10"/>
                <a:gd name="T4" fmla="*/ 9 w 22"/>
                <a:gd name="T5" fmla="*/ 6 h 10"/>
                <a:gd name="T6" fmla="*/ 22 w 22"/>
                <a:gd name="T7" fmla="*/ 1 h 10"/>
                <a:gd name="T8" fmla="*/ 13 w 22"/>
                <a:gd name="T9" fmla="*/ 5 h 10"/>
              </a:gdLst>
              <a:ahLst/>
              <a:cxnLst>
                <a:cxn ang="0">
                  <a:pos x="T0" y="T1"/>
                </a:cxn>
                <a:cxn ang="0">
                  <a:pos x="T2" y="T3"/>
                </a:cxn>
                <a:cxn ang="0">
                  <a:pos x="T4" y="T5"/>
                </a:cxn>
                <a:cxn ang="0">
                  <a:pos x="T6" y="T7"/>
                </a:cxn>
                <a:cxn ang="0">
                  <a:pos x="T8" y="T9"/>
                </a:cxn>
              </a:cxnLst>
              <a:rect l="0" t="0" r="r" b="b"/>
              <a:pathLst>
                <a:path w="22" h="10">
                  <a:moveTo>
                    <a:pt x="13" y="5"/>
                  </a:moveTo>
                  <a:cubicBezTo>
                    <a:pt x="8" y="7"/>
                    <a:pt x="3" y="9"/>
                    <a:pt x="1" y="10"/>
                  </a:cubicBezTo>
                  <a:cubicBezTo>
                    <a:pt x="0" y="10"/>
                    <a:pt x="4" y="8"/>
                    <a:pt x="9" y="6"/>
                  </a:cubicBezTo>
                  <a:cubicBezTo>
                    <a:pt x="16" y="3"/>
                    <a:pt x="21" y="1"/>
                    <a:pt x="22" y="1"/>
                  </a:cubicBezTo>
                  <a:cubicBezTo>
                    <a:pt x="22" y="0"/>
                    <a:pt x="18" y="2"/>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7" name="Freeform 1869">
              <a:extLst>
                <a:ext uri="{FF2B5EF4-FFF2-40B4-BE49-F238E27FC236}">
                  <a16:creationId xmlns:a16="http://schemas.microsoft.com/office/drawing/2014/main" id="{6538D8D9-D9F0-2D43-D9F4-F99A8F0D9EE4}"/>
                </a:ext>
              </a:extLst>
            </p:cNvPr>
            <p:cNvSpPr>
              <a:spLocks/>
            </p:cNvSpPr>
            <p:nvPr/>
          </p:nvSpPr>
          <p:spPr bwMode="auto">
            <a:xfrm rot="5094805">
              <a:off x="1682009" y="4858704"/>
              <a:ext cx="50269" cy="20565"/>
            </a:xfrm>
            <a:custGeom>
              <a:avLst/>
              <a:gdLst>
                <a:gd name="T0" fmla="*/ 20 w 21"/>
                <a:gd name="T1" fmla="*/ 0 h 8"/>
                <a:gd name="T2" fmla="*/ 11 w 21"/>
                <a:gd name="T3" fmla="*/ 4 h 8"/>
                <a:gd name="T4" fmla="*/ 0 w 21"/>
                <a:gd name="T5" fmla="*/ 8 h 8"/>
                <a:gd name="T6" fmla="*/ 10 w 21"/>
                <a:gd name="T7" fmla="*/ 4 h 8"/>
                <a:gd name="T8" fmla="*/ 20 w 21"/>
                <a:gd name="T9" fmla="*/ 0 h 8"/>
              </a:gdLst>
              <a:ahLst/>
              <a:cxnLst>
                <a:cxn ang="0">
                  <a:pos x="T0" y="T1"/>
                </a:cxn>
                <a:cxn ang="0">
                  <a:pos x="T2" y="T3"/>
                </a:cxn>
                <a:cxn ang="0">
                  <a:pos x="T4" y="T5"/>
                </a:cxn>
                <a:cxn ang="0">
                  <a:pos x="T6" y="T7"/>
                </a:cxn>
                <a:cxn ang="0">
                  <a:pos x="T8" y="T9"/>
                </a:cxn>
              </a:cxnLst>
              <a:rect l="0" t="0" r="r" b="b"/>
              <a:pathLst>
                <a:path w="21" h="8">
                  <a:moveTo>
                    <a:pt x="20" y="0"/>
                  </a:moveTo>
                  <a:cubicBezTo>
                    <a:pt x="21" y="0"/>
                    <a:pt x="17" y="1"/>
                    <a:pt x="11" y="4"/>
                  </a:cubicBezTo>
                  <a:cubicBezTo>
                    <a:pt x="5" y="6"/>
                    <a:pt x="0" y="8"/>
                    <a:pt x="0" y="8"/>
                  </a:cubicBezTo>
                  <a:cubicBezTo>
                    <a:pt x="0" y="8"/>
                    <a:pt x="5" y="6"/>
                    <a:pt x="10" y="4"/>
                  </a:cubicBezTo>
                  <a:cubicBezTo>
                    <a:pt x="15" y="1"/>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8" name="Freeform 1870">
              <a:extLst>
                <a:ext uri="{FF2B5EF4-FFF2-40B4-BE49-F238E27FC236}">
                  <a16:creationId xmlns:a16="http://schemas.microsoft.com/office/drawing/2014/main" id="{E4B59123-D780-34A2-52C8-60A6DAAC589D}"/>
                </a:ext>
              </a:extLst>
            </p:cNvPr>
            <p:cNvSpPr>
              <a:spLocks/>
            </p:cNvSpPr>
            <p:nvPr/>
          </p:nvSpPr>
          <p:spPr bwMode="auto">
            <a:xfrm rot="5094805">
              <a:off x="1776304" y="5042902"/>
              <a:ext cx="52554" cy="18280"/>
            </a:xfrm>
            <a:custGeom>
              <a:avLst/>
              <a:gdLst>
                <a:gd name="T0" fmla="*/ 12 w 22"/>
                <a:gd name="T1" fmla="*/ 4 h 8"/>
                <a:gd name="T2" fmla="*/ 1 w 22"/>
                <a:gd name="T3" fmla="*/ 8 h 8"/>
                <a:gd name="T4" fmla="*/ 11 w 22"/>
                <a:gd name="T5" fmla="*/ 3 h 8"/>
                <a:gd name="T6" fmla="*/ 21 w 22"/>
                <a:gd name="T7" fmla="*/ 0 h 8"/>
                <a:gd name="T8" fmla="*/ 12 w 22"/>
                <a:gd name="T9" fmla="*/ 4 h 8"/>
              </a:gdLst>
              <a:ahLst/>
              <a:cxnLst>
                <a:cxn ang="0">
                  <a:pos x="T0" y="T1"/>
                </a:cxn>
                <a:cxn ang="0">
                  <a:pos x="T2" y="T3"/>
                </a:cxn>
                <a:cxn ang="0">
                  <a:pos x="T4" y="T5"/>
                </a:cxn>
                <a:cxn ang="0">
                  <a:pos x="T6" y="T7"/>
                </a:cxn>
                <a:cxn ang="0">
                  <a:pos x="T8" y="T9"/>
                </a:cxn>
              </a:cxnLst>
              <a:rect l="0" t="0" r="r" b="b"/>
              <a:pathLst>
                <a:path w="22" h="8">
                  <a:moveTo>
                    <a:pt x="12" y="4"/>
                  </a:moveTo>
                  <a:cubicBezTo>
                    <a:pt x="7" y="6"/>
                    <a:pt x="2" y="8"/>
                    <a:pt x="1" y="8"/>
                  </a:cubicBezTo>
                  <a:cubicBezTo>
                    <a:pt x="0" y="8"/>
                    <a:pt x="5" y="6"/>
                    <a:pt x="11" y="3"/>
                  </a:cubicBezTo>
                  <a:cubicBezTo>
                    <a:pt x="16" y="1"/>
                    <a:pt x="21" y="0"/>
                    <a:pt x="21" y="0"/>
                  </a:cubicBezTo>
                  <a:cubicBezTo>
                    <a:pt x="22" y="0"/>
                    <a:pt x="17" y="1"/>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9" name="Freeform 1871">
              <a:extLst>
                <a:ext uri="{FF2B5EF4-FFF2-40B4-BE49-F238E27FC236}">
                  <a16:creationId xmlns:a16="http://schemas.microsoft.com/office/drawing/2014/main" id="{DB46549F-1B2F-5C57-CEBB-6B1D85497163}"/>
                </a:ext>
              </a:extLst>
            </p:cNvPr>
            <p:cNvSpPr>
              <a:spLocks/>
            </p:cNvSpPr>
            <p:nvPr/>
          </p:nvSpPr>
          <p:spPr bwMode="auto">
            <a:xfrm rot="5094805">
              <a:off x="1866249" y="5227495"/>
              <a:ext cx="54839" cy="20565"/>
            </a:xfrm>
            <a:custGeom>
              <a:avLst/>
              <a:gdLst>
                <a:gd name="T0" fmla="*/ 10 w 22"/>
                <a:gd name="T1" fmla="*/ 4 h 8"/>
                <a:gd name="T2" fmla="*/ 21 w 22"/>
                <a:gd name="T3" fmla="*/ 1 h 8"/>
                <a:gd name="T4" fmla="*/ 12 w 22"/>
                <a:gd name="T5" fmla="*/ 4 h 8"/>
                <a:gd name="T6" fmla="*/ 1 w 22"/>
                <a:gd name="T7" fmla="*/ 8 h 8"/>
                <a:gd name="T8" fmla="*/ 10 w 22"/>
                <a:gd name="T9" fmla="*/ 4 h 8"/>
              </a:gdLst>
              <a:ahLst/>
              <a:cxnLst>
                <a:cxn ang="0">
                  <a:pos x="T0" y="T1"/>
                </a:cxn>
                <a:cxn ang="0">
                  <a:pos x="T2" y="T3"/>
                </a:cxn>
                <a:cxn ang="0">
                  <a:pos x="T4" y="T5"/>
                </a:cxn>
                <a:cxn ang="0">
                  <a:pos x="T6" y="T7"/>
                </a:cxn>
                <a:cxn ang="0">
                  <a:pos x="T8" y="T9"/>
                </a:cxn>
              </a:cxnLst>
              <a:rect l="0" t="0" r="r" b="b"/>
              <a:pathLst>
                <a:path w="22" h="8">
                  <a:moveTo>
                    <a:pt x="10" y="4"/>
                  </a:moveTo>
                  <a:cubicBezTo>
                    <a:pt x="15" y="2"/>
                    <a:pt x="20" y="1"/>
                    <a:pt x="21" y="1"/>
                  </a:cubicBezTo>
                  <a:cubicBezTo>
                    <a:pt x="22" y="0"/>
                    <a:pt x="18" y="2"/>
                    <a:pt x="12" y="4"/>
                  </a:cubicBezTo>
                  <a:cubicBezTo>
                    <a:pt x="6" y="6"/>
                    <a:pt x="1" y="8"/>
                    <a:pt x="1" y="8"/>
                  </a:cubicBezTo>
                  <a:cubicBezTo>
                    <a:pt x="0" y="8"/>
                    <a:pt x="4"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0" name="Freeform 1872">
              <a:extLst>
                <a:ext uri="{FF2B5EF4-FFF2-40B4-BE49-F238E27FC236}">
                  <a16:creationId xmlns:a16="http://schemas.microsoft.com/office/drawing/2014/main" id="{1705C7BD-2DE4-4AB8-C486-79F22D11C86B}"/>
                </a:ext>
              </a:extLst>
            </p:cNvPr>
            <p:cNvSpPr>
              <a:spLocks/>
            </p:cNvSpPr>
            <p:nvPr/>
          </p:nvSpPr>
          <p:spPr bwMode="auto">
            <a:xfrm rot="5094805">
              <a:off x="1948238" y="5416428"/>
              <a:ext cx="52554" cy="15995"/>
            </a:xfrm>
            <a:custGeom>
              <a:avLst/>
              <a:gdLst>
                <a:gd name="T0" fmla="*/ 20 w 21"/>
                <a:gd name="T1" fmla="*/ 0 h 6"/>
                <a:gd name="T2" fmla="*/ 12 w 21"/>
                <a:gd name="T3" fmla="*/ 3 h 6"/>
                <a:gd name="T4" fmla="*/ 0 w 21"/>
                <a:gd name="T5" fmla="*/ 6 h 6"/>
                <a:gd name="T6" fmla="*/ 9 w 21"/>
                <a:gd name="T7" fmla="*/ 3 h 6"/>
                <a:gd name="T8" fmla="*/ 20 w 21"/>
                <a:gd name="T9" fmla="*/ 0 h 6"/>
              </a:gdLst>
              <a:ahLst/>
              <a:cxnLst>
                <a:cxn ang="0">
                  <a:pos x="T0" y="T1"/>
                </a:cxn>
                <a:cxn ang="0">
                  <a:pos x="T2" y="T3"/>
                </a:cxn>
                <a:cxn ang="0">
                  <a:pos x="T4" y="T5"/>
                </a:cxn>
                <a:cxn ang="0">
                  <a:pos x="T6" y="T7"/>
                </a:cxn>
                <a:cxn ang="0">
                  <a:pos x="T8" y="T9"/>
                </a:cxn>
              </a:cxnLst>
              <a:rect l="0" t="0" r="r" b="b"/>
              <a:pathLst>
                <a:path w="21" h="6">
                  <a:moveTo>
                    <a:pt x="20" y="0"/>
                  </a:moveTo>
                  <a:cubicBezTo>
                    <a:pt x="21" y="0"/>
                    <a:pt x="17" y="1"/>
                    <a:pt x="12" y="3"/>
                  </a:cubicBezTo>
                  <a:cubicBezTo>
                    <a:pt x="6" y="4"/>
                    <a:pt x="0" y="6"/>
                    <a:pt x="0" y="6"/>
                  </a:cubicBezTo>
                  <a:cubicBezTo>
                    <a:pt x="0" y="6"/>
                    <a:pt x="4" y="5"/>
                    <a:pt x="9" y="3"/>
                  </a:cubicBezTo>
                  <a:cubicBezTo>
                    <a:pt x="15" y="1"/>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1" name="Freeform 1873">
              <a:extLst>
                <a:ext uri="{FF2B5EF4-FFF2-40B4-BE49-F238E27FC236}">
                  <a16:creationId xmlns:a16="http://schemas.microsoft.com/office/drawing/2014/main" id="{90444F4A-0B83-4387-A14B-B4BC126D0E85}"/>
                </a:ext>
              </a:extLst>
            </p:cNvPr>
            <p:cNvSpPr>
              <a:spLocks/>
            </p:cNvSpPr>
            <p:nvPr/>
          </p:nvSpPr>
          <p:spPr bwMode="auto">
            <a:xfrm rot="5094805">
              <a:off x="2021123" y="5603886"/>
              <a:ext cx="50269" cy="15995"/>
            </a:xfrm>
            <a:custGeom>
              <a:avLst/>
              <a:gdLst>
                <a:gd name="T0" fmla="*/ 10 w 21"/>
                <a:gd name="T1" fmla="*/ 3 h 6"/>
                <a:gd name="T2" fmla="*/ 21 w 21"/>
                <a:gd name="T3" fmla="*/ 0 h 6"/>
                <a:gd name="T4" fmla="*/ 12 w 21"/>
                <a:gd name="T5" fmla="*/ 3 h 6"/>
                <a:gd name="T6" fmla="*/ 0 w 21"/>
                <a:gd name="T7" fmla="*/ 5 h 6"/>
                <a:gd name="T8" fmla="*/ 10 w 21"/>
                <a:gd name="T9" fmla="*/ 3 h 6"/>
              </a:gdLst>
              <a:ahLst/>
              <a:cxnLst>
                <a:cxn ang="0">
                  <a:pos x="T0" y="T1"/>
                </a:cxn>
                <a:cxn ang="0">
                  <a:pos x="T2" y="T3"/>
                </a:cxn>
                <a:cxn ang="0">
                  <a:pos x="T4" y="T5"/>
                </a:cxn>
                <a:cxn ang="0">
                  <a:pos x="T6" y="T7"/>
                </a:cxn>
                <a:cxn ang="0">
                  <a:pos x="T8" y="T9"/>
                </a:cxn>
              </a:cxnLst>
              <a:rect l="0" t="0" r="r" b="b"/>
              <a:pathLst>
                <a:path w="21" h="6">
                  <a:moveTo>
                    <a:pt x="10" y="3"/>
                  </a:moveTo>
                  <a:cubicBezTo>
                    <a:pt x="15" y="1"/>
                    <a:pt x="20" y="0"/>
                    <a:pt x="21" y="0"/>
                  </a:cubicBezTo>
                  <a:cubicBezTo>
                    <a:pt x="21" y="0"/>
                    <a:pt x="17" y="1"/>
                    <a:pt x="12" y="3"/>
                  </a:cubicBezTo>
                  <a:cubicBezTo>
                    <a:pt x="6" y="4"/>
                    <a:pt x="0" y="6"/>
                    <a:pt x="0" y="5"/>
                  </a:cubicBezTo>
                  <a:cubicBezTo>
                    <a:pt x="0" y="5"/>
                    <a:pt x="4" y="4"/>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2" name="Freeform 1874">
              <a:extLst>
                <a:ext uri="{FF2B5EF4-FFF2-40B4-BE49-F238E27FC236}">
                  <a16:creationId xmlns:a16="http://schemas.microsoft.com/office/drawing/2014/main" id="{CF8AB4CE-6149-B751-A8DE-6821436E93AB}"/>
                </a:ext>
              </a:extLst>
            </p:cNvPr>
            <p:cNvSpPr>
              <a:spLocks/>
            </p:cNvSpPr>
            <p:nvPr/>
          </p:nvSpPr>
          <p:spPr bwMode="auto">
            <a:xfrm rot="5094805">
              <a:off x="2081480" y="5795683"/>
              <a:ext cx="52554" cy="9140"/>
            </a:xfrm>
            <a:custGeom>
              <a:avLst/>
              <a:gdLst>
                <a:gd name="T0" fmla="*/ 21 w 21"/>
                <a:gd name="T1" fmla="*/ 0 h 4"/>
                <a:gd name="T2" fmla="*/ 12 w 21"/>
                <a:gd name="T3" fmla="*/ 2 h 4"/>
                <a:gd name="T4" fmla="*/ 0 w 21"/>
                <a:gd name="T5" fmla="*/ 4 h 4"/>
                <a:gd name="T6" fmla="*/ 10 w 21"/>
                <a:gd name="T7" fmla="*/ 2 h 4"/>
                <a:gd name="T8" fmla="*/ 21 w 21"/>
                <a:gd name="T9" fmla="*/ 0 h 4"/>
              </a:gdLst>
              <a:ahLst/>
              <a:cxnLst>
                <a:cxn ang="0">
                  <a:pos x="T0" y="T1"/>
                </a:cxn>
                <a:cxn ang="0">
                  <a:pos x="T2" y="T3"/>
                </a:cxn>
                <a:cxn ang="0">
                  <a:pos x="T4" y="T5"/>
                </a:cxn>
                <a:cxn ang="0">
                  <a:pos x="T6" y="T7"/>
                </a:cxn>
                <a:cxn ang="0">
                  <a:pos x="T8" y="T9"/>
                </a:cxn>
              </a:cxnLst>
              <a:rect l="0" t="0" r="r" b="b"/>
              <a:pathLst>
                <a:path w="21" h="4">
                  <a:moveTo>
                    <a:pt x="21" y="0"/>
                  </a:moveTo>
                  <a:cubicBezTo>
                    <a:pt x="21" y="0"/>
                    <a:pt x="17" y="1"/>
                    <a:pt x="12" y="2"/>
                  </a:cubicBezTo>
                  <a:cubicBezTo>
                    <a:pt x="6" y="3"/>
                    <a:pt x="0" y="4"/>
                    <a:pt x="0" y="4"/>
                  </a:cubicBezTo>
                  <a:cubicBezTo>
                    <a:pt x="0" y="4"/>
                    <a:pt x="5" y="3"/>
                    <a:pt x="10" y="2"/>
                  </a:cubicBezTo>
                  <a:cubicBezTo>
                    <a:pt x="16" y="1"/>
                    <a:pt x="20"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3" name="Freeform 1875">
              <a:extLst>
                <a:ext uri="{FF2B5EF4-FFF2-40B4-BE49-F238E27FC236}">
                  <a16:creationId xmlns:a16="http://schemas.microsoft.com/office/drawing/2014/main" id="{CD2A619E-2425-22B2-3BBF-7C4E0EEEC17F}"/>
                </a:ext>
              </a:extLst>
            </p:cNvPr>
            <p:cNvSpPr>
              <a:spLocks/>
            </p:cNvSpPr>
            <p:nvPr/>
          </p:nvSpPr>
          <p:spPr bwMode="auto">
            <a:xfrm rot="5094805">
              <a:off x="2128288" y="5988792"/>
              <a:ext cx="52554" cy="4570"/>
            </a:xfrm>
            <a:custGeom>
              <a:avLst/>
              <a:gdLst>
                <a:gd name="T0" fmla="*/ 21 w 21"/>
                <a:gd name="T1" fmla="*/ 0 h 2"/>
                <a:gd name="T2" fmla="*/ 12 w 21"/>
                <a:gd name="T3" fmla="*/ 1 h 2"/>
                <a:gd name="T4" fmla="*/ 0 w 21"/>
                <a:gd name="T5" fmla="*/ 2 h 2"/>
                <a:gd name="T6" fmla="*/ 10 w 21"/>
                <a:gd name="T7" fmla="*/ 1 h 2"/>
                <a:gd name="T8" fmla="*/ 21 w 21"/>
                <a:gd name="T9" fmla="*/ 0 h 2"/>
              </a:gdLst>
              <a:ahLst/>
              <a:cxnLst>
                <a:cxn ang="0">
                  <a:pos x="T0" y="T1"/>
                </a:cxn>
                <a:cxn ang="0">
                  <a:pos x="T2" y="T3"/>
                </a:cxn>
                <a:cxn ang="0">
                  <a:pos x="T4" y="T5"/>
                </a:cxn>
                <a:cxn ang="0">
                  <a:pos x="T6" y="T7"/>
                </a:cxn>
                <a:cxn ang="0">
                  <a:pos x="T8" y="T9"/>
                </a:cxn>
              </a:cxnLst>
              <a:rect l="0" t="0" r="r" b="b"/>
              <a:pathLst>
                <a:path w="21" h="2">
                  <a:moveTo>
                    <a:pt x="21" y="0"/>
                  </a:moveTo>
                  <a:cubicBezTo>
                    <a:pt x="21" y="0"/>
                    <a:pt x="17" y="0"/>
                    <a:pt x="12" y="1"/>
                  </a:cubicBezTo>
                  <a:cubicBezTo>
                    <a:pt x="6" y="2"/>
                    <a:pt x="0" y="2"/>
                    <a:pt x="0" y="2"/>
                  </a:cubicBezTo>
                  <a:cubicBezTo>
                    <a:pt x="0" y="2"/>
                    <a:pt x="4" y="1"/>
                    <a:pt x="10" y="1"/>
                  </a:cubicBezTo>
                  <a:cubicBezTo>
                    <a:pt x="15" y="0"/>
                    <a:pt x="20"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4" name="Freeform 1876">
              <a:extLst>
                <a:ext uri="{FF2B5EF4-FFF2-40B4-BE49-F238E27FC236}">
                  <a16:creationId xmlns:a16="http://schemas.microsoft.com/office/drawing/2014/main" id="{8034C29D-FB63-94D5-B50E-E8F2B0802806}"/>
                </a:ext>
              </a:extLst>
            </p:cNvPr>
            <p:cNvSpPr>
              <a:spLocks/>
            </p:cNvSpPr>
            <p:nvPr/>
          </p:nvSpPr>
          <p:spPr bwMode="auto">
            <a:xfrm rot="5094805">
              <a:off x="2162684" y="6181970"/>
              <a:ext cx="50269" cy="4570"/>
            </a:xfrm>
            <a:custGeom>
              <a:avLst/>
              <a:gdLst>
                <a:gd name="T0" fmla="*/ 21 w 21"/>
                <a:gd name="T1" fmla="*/ 0 h 2"/>
                <a:gd name="T2" fmla="*/ 11 w 21"/>
                <a:gd name="T3" fmla="*/ 1 h 2"/>
                <a:gd name="T4" fmla="*/ 0 w 21"/>
                <a:gd name="T5" fmla="*/ 2 h 2"/>
                <a:gd name="T6" fmla="*/ 10 w 21"/>
                <a:gd name="T7" fmla="*/ 1 h 2"/>
                <a:gd name="T8" fmla="*/ 21 w 21"/>
                <a:gd name="T9" fmla="*/ 0 h 2"/>
              </a:gdLst>
              <a:ahLst/>
              <a:cxnLst>
                <a:cxn ang="0">
                  <a:pos x="T0" y="T1"/>
                </a:cxn>
                <a:cxn ang="0">
                  <a:pos x="T2" y="T3"/>
                </a:cxn>
                <a:cxn ang="0">
                  <a:pos x="T4" y="T5"/>
                </a:cxn>
                <a:cxn ang="0">
                  <a:pos x="T6" y="T7"/>
                </a:cxn>
                <a:cxn ang="0">
                  <a:pos x="T8" y="T9"/>
                </a:cxn>
              </a:cxnLst>
              <a:rect l="0" t="0" r="r" b="b"/>
              <a:pathLst>
                <a:path w="21" h="2">
                  <a:moveTo>
                    <a:pt x="21" y="0"/>
                  </a:moveTo>
                  <a:cubicBezTo>
                    <a:pt x="21" y="0"/>
                    <a:pt x="17" y="1"/>
                    <a:pt x="11" y="1"/>
                  </a:cubicBezTo>
                  <a:cubicBezTo>
                    <a:pt x="5" y="2"/>
                    <a:pt x="0" y="2"/>
                    <a:pt x="0" y="2"/>
                  </a:cubicBezTo>
                  <a:cubicBezTo>
                    <a:pt x="0" y="2"/>
                    <a:pt x="5" y="1"/>
                    <a:pt x="10" y="1"/>
                  </a:cubicBezTo>
                  <a:cubicBezTo>
                    <a:pt x="16" y="0"/>
                    <a:pt x="20"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5" name="Freeform 1877">
              <a:extLst>
                <a:ext uri="{FF2B5EF4-FFF2-40B4-BE49-F238E27FC236}">
                  <a16:creationId xmlns:a16="http://schemas.microsoft.com/office/drawing/2014/main" id="{DF5DD28D-E464-042F-1B28-3AC641617E3C}"/>
                </a:ext>
              </a:extLst>
            </p:cNvPr>
            <p:cNvSpPr>
              <a:spLocks/>
            </p:cNvSpPr>
            <p:nvPr/>
          </p:nvSpPr>
          <p:spPr bwMode="auto">
            <a:xfrm rot="5094805">
              <a:off x="2202654" y="6370915"/>
              <a:ext cx="54839" cy="9140"/>
            </a:xfrm>
            <a:custGeom>
              <a:avLst/>
              <a:gdLst>
                <a:gd name="T0" fmla="*/ 21 w 22"/>
                <a:gd name="T1" fmla="*/ 0 h 4"/>
                <a:gd name="T2" fmla="*/ 12 w 22"/>
                <a:gd name="T3" fmla="*/ 2 h 4"/>
                <a:gd name="T4" fmla="*/ 0 w 22"/>
                <a:gd name="T5" fmla="*/ 3 h 4"/>
                <a:gd name="T6" fmla="*/ 11 w 22"/>
                <a:gd name="T7" fmla="*/ 1 h 4"/>
                <a:gd name="T8" fmla="*/ 21 w 22"/>
                <a:gd name="T9" fmla="*/ 0 h 4"/>
              </a:gdLst>
              <a:ahLst/>
              <a:cxnLst>
                <a:cxn ang="0">
                  <a:pos x="T0" y="T1"/>
                </a:cxn>
                <a:cxn ang="0">
                  <a:pos x="T2" y="T3"/>
                </a:cxn>
                <a:cxn ang="0">
                  <a:pos x="T4" y="T5"/>
                </a:cxn>
                <a:cxn ang="0">
                  <a:pos x="T6" y="T7"/>
                </a:cxn>
                <a:cxn ang="0">
                  <a:pos x="T8" y="T9"/>
                </a:cxn>
              </a:cxnLst>
              <a:rect l="0" t="0" r="r" b="b"/>
              <a:pathLst>
                <a:path w="22" h="4">
                  <a:moveTo>
                    <a:pt x="21" y="0"/>
                  </a:moveTo>
                  <a:cubicBezTo>
                    <a:pt x="22" y="0"/>
                    <a:pt x="17" y="1"/>
                    <a:pt x="12" y="2"/>
                  </a:cubicBezTo>
                  <a:cubicBezTo>
                    <a:pt x="6" y="3"/>
                    <a:pt x="0" y="4"/>
                    <a:pt x="0" y="3"/>
                  </a:cubicBezTo>
                  <a:cubicBezTo>
                    <a:pt x="1" y="3"/>
                    <a:pt x="5" y="2"/>
                    <a:pt x="11" y="1"/>
                  </a:cubicBezTo>
                  <a:cubicBezTo>
                    <a:pt x="16" y="0"/>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6" name="Freeform 1878">
              <a:extLst>
                <a:ext uri="{FF2B5EF4-FFF2-40B4-BE49-F238E27FC236}">
                  <a16:creationId xmlns:a16="http://schemas.microsoft.com/office/drawing/2014/main" id="{747EFB7B-1A3D-44BD-271D-00D8E081B6DD}"/>
                </a:ext>
              </a:extLst>
            </p:cNvPr>
            <p:cNvSpPr>
              <a:spLocks/>
            </p:cNvSpPr>
            <p:nvPr/>
          </p:nvSpPr>
          <p:spPr bwMode="auto">
            <a:xfrm rot="5094805">
              <a:off x="2258469" y="6556465"/>
              <a:ext cx="52554" cy="15995"/>
            </a:xfrm>
            <a:custGeom>
              <a:avLst/>
              <a:gdLst>
                <a:gd name="T0" fmla="*/ 21 w 21"/>
                <a:gd name="T1" fmla="*/ 1 h 6"/>
                <a:gd name="T2" fmla="*/ 12 w 21"/>
                <a:gd name="T3" fmla="*/ 3 h 6"/>
                <a:gd name="T4" fmla="*/ 0 w 21"/>
                <a:gd name="T5" fmla="*/ 5 h 6"/>
                <a:gd name="T6" fmla="*/ 10 w 21"/>
                <a:gd name="T7" fmla="*/ 2 h 6"/>
                <a:gd name="T8" fmla="*/ 21 w 21"/>
                <a:gd name="T9" fmla="*/ 1 h 6"/>
              </a:gdLst>
              <a:ahLst/>
              <a:cxnLst>
                <a:cxn ang="0">
                  <a:pos x="T0" y="T1"/>
                </a:cxn>
                <a:cxn ang="0">
                  <a:pos x="T2" y="T3"/>
                </a:cxn>
                <a:cxn ang="0">
                  <a:pos x="T4" y="T5"/>
                </a:cxn>
                <a:cxn ang="0">
                  <a:pos x="T6" y="T7"/>
                </a:cxn>
                <a:cxn ang="0">
                  <a:pos x="T8" y="T9"/>
                </a:cxn>
              </a:cxnLst>
              <a:rect l="0" t="0" r="r" b="b"/>
              <a:pathLst>
                <a:path w="21" h="6">
                  <a:moveTo>
                    <a:pt x="21" y="1"/>
                  </a:moveTo>
                  <a:cubicBezTo>
                    <a:pt x="21" y="1"/>
                    <a:pt x="17" y="2"/>
                    <a:pt x="12" y="3"/>
                  </a:cubicBezTo>
                  <a:cubicBezTo>
                    <a:pt x="6" y="5"/>
                    <a:pt x="0" y="6"/>
                    <a:pt x="0" y="5"/>
                  </a:cubicBezTo>
                  <a:cubicBezTo>
                    <a:pt x="0" y="5"/>
                    <a:pt x="4" y="3"/>
                    <a:pt x="10" y="2"/>
                  </a:cubicBezTo>
                  <a:cubicBezTo>
                    <a:pt x="15" y="1"/>
                    <a:pt x="20"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7" name="Freeform 1879">
              <a:extLst>
                <a:ext uri="{FF2B5EF4-FFF2-40B4-BE49-F238E27FC236}">
                  <a16:creationId xmlns:a16="http://schemas.microsoft.com/office/drawing/2014/main" id="{B48BCC03-EC0C-1A81-FAB2-73AA8FAA1FC4}"/>
                </a:ext>
              </a:extLst>
            </p:cNvPr>
            <p:cNvSpPr>
              <a:spLocks/>
            </p:cNvSpPr>
            <p:nvPr/>
          </p:nvSpPr>
          <p:spPr bwMode="auto">
            <a:xfrm rot="5094805">
              <a:off x="2323485" y="6745669"/>
              <a:ext cx="52554" cy="15995"/>
            </a:xfrm>
            <a:custGeom>
              <a:avLst/>
              <a:gdLst>
                <a:gd name="T0" fmla="*/ 11 w 22"/>
                <a:gd name="T1" fmla="*/ 2 h 7"/>
                <a:gd name="T2" fmla="*/ 21 w 22"/>
                <a:gd name="T3" fmla="*/ 1 h 7"/>
                <a:gd name="T4" fmla="*/ 12 w 22"/>
                <a:gd name="T5" fmla="*/ 4 h 7"/>
                <a:gd name="T6" fmla="*/ 1 w 22"/>
                <a:gd name="T7" fmla="*/ 6 h 7"/>
                <a:gd name="T8" fmla="*/ 11 w 22"/>
                <a:gd name="T9" fmla="*/ 2 h 7"/>
              </a:gdLst>
              <a:ahLst/>
              <a:cxnLst>
                <a:cxn ang="0">
                  <a:pos x="T0" y="T1"/>
                </a:cxn>
                <a:cxn ang="0">
                  <a:pos x="T2" y="T3"/>
                </a:cxn>
                <a:cxn ang="0">
                  <a:pos x="T4" y="T5"/>
                </a:cxn>
                <a:cxn ang="0">
                  <a:pos x="T6" y="T7"/>
                </a:cxn>
                <a:cxn ang="0">
                  <a:pos x="T8" y="T9"/>
                </a:cxn>
              </a:cxnLst>
              <a:rect l="0" t="0" r="r" b="b"/>
              <a:pathLst>
                <a:path w="22" h="7">
                  <a:moveTo>
                    <a:pt x="11" y="2"/>
                  </a:moveTo>
                  <a:cubicBezTo>
                    <a:pt x="16" y="1"/>
                    <a:pt x="21" y="0"/>
                    <a:pt x="21" y="1"/>
                  </a:cubicBezTo>
                  <a:cubicBezTo>
                    <a:pt x="22" y="1"/>
                    <a:pt x="18" y="3"/>
                    <a:pt x="12" y="4"/>
                  </a:cubicBezTo>
                  <a:cubicBezTo>
                    <a:pt x="6" y="6"/>
                    <a:pt x="0" y="7"/>
                    <a:pt x="1" y="6"/>
                  </a:cubicBezTo>
                  <a:cubicBezTo>
                    <a:pt x="1" y="6"/>
                    <a:pt x="5" y="4"/>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8" name="Freeform 1880">
              <a:extLst>
                <a:ext uri="{FF2B5EF4-FFF2-40B4-BE49-F238E27FC236}">
                  <a16:creationId xmlns:a16="http://schemas.microsoft.com/office/drawing/2014/main" id="{D947BAD1-3A53-0587-9CE5-CB947EA654BE}"/>
                </a:ext>
              </a:extLst>
            </p:cNvPr>
            <p:cNvSpPr>
              <a:spLocks/>
            </p:cNvSpPr>
            <p:nvPr/>
          </p:nvSpPr>
          <p:spPr bwMode="auto">
            <a:xfrm rot="5094805">
              <a:off x="2398742" y="6932818"/>
              <a:ext cx="52554" cy="18280"/>
            </a:xfrm>
            <a:custGeom>
              <a:avLst/>
              <a:gdLst>
                <a:gd name="T0" fmla="*/ 20 w 21"/>
                <a:gd name="T1" fmla="*/ 1 h 8"/>
                <a:gd name="T2" fmla="*/ 12 w 21"/>
                <a:gd name="T3" fmla="*/ 5 h 8"/>
                <a:gd name="T4" fmla="*/ 0 w 21"/>
                <a:gd name="T5" fmla="*/ 7 h 8"/>
                <a:gd name="T6" fmla="*/ 9 w 21"/>
                <a:gd name="T7" fmla="*/ 3 h 8"/>
                <a:gd name="T8" fmla="*/ 20 w 21"/>
                <a:gd name="T9" fmla="*/ 1 h 8"/>
              </a:gdLst>
              <a:ahLst/>
              <a:cxnLst>
                <a:cxn ang="0">
                  <a:pos x="T0" y="T1"/>
                </a:cxn>
                <a:cxn ang="0">
                  <a:pos x="T2" y="T3"/>
                </a:cxn>
                <a:cxn ang="0">
                  <a:pos x="T4" y="T5"/>
                </a:cxn>
                <a:cxn ang="0">
                  <a:pos x="T6" y="T7"/>
                </a:cxn>
                <a:cxn ang="0">
                  <a:pos x="T8" y="T9"/>
                </a:cxn>
              </a:cxnLst>
              <a:rect l="0" t="0" r="r" b="b"/>
              <a:pathLst>
                <a:path w="21" h="8">
                  <a:moveTo>
                    <a:pt x="20" y="1"/>
                  </a:moveTo>
                  <a:cubicBezTo>
                    <a:pt x="21" y="2"/>
                    <a:pt x="17" y="4"/>
                    <a:pt x="12" y="5"/>
                  </a:cubicBezTo>
                  <a:cubicBezTo>
                    <a:pt x="6" y="7"/>
                    <a:pt x="0" y="8"/>
                    <a:pt x="0" y="7"/>
                  </a:cubicBezTo>
                  <a:cubicBezTo>
                    <a:pt x="0" y="7"/>
                    <a:pt x="4" y="5"/>
                    <a:pt x="9" y="3"/>
                  </a:cubicBezTo>
                  <a:cubicBezTo>
                    <a:pt x="15" y="1"/>
                    <a:pt x="20"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9" name="Freeform 1881">
              <a:extLst>
                <a:ext uri="{FF2B5EF4-FFF2-40B4-BE49-F238E27FC236}">
                  <a16:creationId xmlns:a16="http://schemas.microsoft.com/office/drawing/2014/main" id="{29864868-AF07-3710-A4FB-67DB2A2E66EE}"/>
                </a:ext>
              </a:extLst>
            </p:cNvPr>
            <p:cNvSpPr>
              <a:spLocks/>
            </p:cNvSpPr>
            <p:nvPr/>
          </p:nvSpPr>
          <p:spPr bwMode="auto">
            <a:xfrm rot="5094805">
              <a:off x="656416" y="1736094"/>
              <a:ext cx="50269" cy="25135"/>
            </a:xfrm>
            <a:custGeom>
              <a:avLst/>
              <a:gdLst>
                <a:gd name="T0" fmla="*/ 10 w 20"/>
                <a:gd name="T1" fmla="*/ 2 h 10"/>
                <a:gd name="T2" fmla="*/ 20 w 20"/>
                <a:gd name="T3" fmla="*/ 8 h 10"/>
                <a:gd name="T4" fmla="*/ 11 w 20"/>
                <a:gd name="T5" fmla="*/ 8 h 10"/>
                <a:gd name="T6" fmla="*/ 0 w 20"/>
                <a:gd name="T7" fmla="*/ 2 h 10"/>
                <a:gd name="T8" fmla="*/ 10 w 20"/>
                <a:gd name="T9" fmla="*/ 2 h 10"/>
              </a:gdLst>
              <a:ahLst/>
              <a:cxnLst>
                <a:cxn ang="0">
                  <a:pos x="T0" y="T1"/>
                </a:cxn>
                <a:cxn ang="0">
                  <a:pos x="T2" y="T3"/>
                </a:cxn>
                <a:cxn ang="0">
                  <a:pos x="T4" y="T5"/>
                </a:cxn>
                <a:cxn ang="0">
                  <a:pos x="T6" y="T7"/>
                </a:cxn>
                <a:cxn ang="0">
                  <a:pos x="T8" y="T9"/>
                </a:cxn>
              </a:cxnLst>
              <a:rect l="0" t="0" r="r" b="b"/>
              <a:pathLst>
                <a:path w="20" h="10">
                  <a:moveTo>
                    <a:pt x="10" y="2"/>
                  </a:moveTo>
                  <a:cubicBezTo>
                    <a:pt x="15" y="4"/>
                    <a:pt x="20" y="7"/>
                    <a:pt x="20" y="8"/>
                  </a:cubicBezTo>
                  <a:cubicBezTo>
                    <a:pt x="20" y="10"/>
                    <a:pt x="16" y="9"/>
                    <a:pt x="11" y="8"/>
                  </a:cubicBezTo>
                  <a:cubicBezTo>
                    <a:pt x="5" y="6"/>
                    <a:pt x="0" y="3"/>
                    <a:pt x="0" y="2"/>
                  </a:cubicBezTo>
                  <a:cubicBezTo>
                    <a:pt x="0" y="0"/>
                    <a:pt x="5"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0" name="Freeform 1882">
              <a:extLst>
                <a:ext uri="{FF2B5EF4-FFF2-40B4-BE49-F238E27FC236}">
                  <a16:creationId xmlns:a16="http://schemas.microsoft.com/office/drawing/2014/main" id="{07F60334-744B-A0E7-F040-27BF2CF4109A}"/>
                </a:ext>
              </a:extLst>
            </p:cNvPr>
            <p:cNvSpPr>
              <a:spLocks/>
            </p:cNvSpPr>
            <p:nvPr/>
          </p:nvSpPr>
          <p:spPr bwMode="auto">
            <a:xfrm rot="5094805">
              <a:off x="617036" y="1941357"/>
              <a:ext cx="52554" cy="18280"/>
            </a:xfrm>
            <a:custGeom>
              <a:avLst/>
              <a:gdLst>
                <a:gd name="T0" fmla="*/ 21 w 22"/>
                <a:gd name="T1" fmla="*/ 6 h 7"/>
                <a:gd name="T2" fmla="*/ 13 w 22"/>
                <a:gd name="T3" fmla="*/ 6 h 7"/>
                <a:gd name="T4" fmla="*/ 1 w 22"/>
                <a:gd name="T5" fmla="*/ 1 h 7"/>
                <a:gd name="T6" fmla="*/ 9 w 22"/>
                <a:gd name="T7" fmla="*/ 1 h 7"/>
                <a:gd name="T8" fmla="*/ 21 w 22"/>
                <a:gd name="T9" fmla="*/ 6 h 7"/>
              </a:gdLst>
              <a:ahLst/>
              <a:cxnLst>
                <a:cxn ang="0">
                  <a:pos x="T0" y="T1"/>
                </a:cxn>
                <a:cxn ang="0">
                  <a:pos x="T2" y="T3"/>
                </a:cxn>
                <a:cxn ang="0">
                  <a:pos x="T4" y="T5"/>
                </a:cxn>
                <a:cxn ang="0">
                  <a:pos x="T6" y="T7"/>
                </a:cxn>
                <a:cxn ang="0">
                  <a:pos x="T8" y="T9"/>
                </a:cxn>
              </a:cxnLst>
              <a:rect l="0" t="0" r="r" b="b"/>
              <a:pathLst>
                <a:path w="22" h="7">
                  <a:moveTo>
                    <a:pt x="21" y="6"/>
                  </a:moveTo>
                  <a:cubicBezTo>
                    <a:pt x="22" y="7"/>
                    <a:pt x="18" y="7"/>
                    <a:pt x="13" y="6"/>
                  </a:cubicBezTo>
                  <a:cubicBezTo>
                    <a:pt x="8" y="5"/>
                    <a:pt x="2" y="2"/>
                    <a:pt x="1" y="1"/>
                  </a:cubicBezTo>
                  <a:cubicBezTo>
                    <a:pt x="0" y="0"/>
                    <a:pt x="4" y="0"/>
                    <a:pt x="9" y="1"/>
                  </a:cubicBezTo>
                  <a:cubicBezTo>
                    <a:pt x="14" y="2"/>
                    <a:pt x="20" y="4"/>
                    <a:pt x="2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1" name="Freeform 1883">
              <a:extLst>
                <a:ext uri="{FF2B5EF4-FFF2-40B4-BE49-F238E27FC236}">
                  <a16:creationId xmlns:a16="http://schemas.microsoft.com/office/drawing/2014/main" id="{4D78FCAE-CE28-B78B-9C94-6DF9A893A373}"/>
                </a:ext>
              </a:extLst>
            </p:cNvPr>
            <p:cNvSpPr>
              <a:spLocks/>
            </p:cNvSpPr>
            <p:nvPr/>
          </p:nvSpPr>
          <p:spPr bwMode="auto">
            <a:xfrm rot="5094805">
              <a:off x="591215" y="2143225"/>
              <a:ext cx="52554" cy="13710"/>
            </a:xfrm>
            <a:custGeom>
              <a:avLst/>
              <a:gdLst>
                <a:gd name="T0" fmla="*/ 21 w 21"/>
                <a:gd name="T1" fmla="*/ 5 h 6"/>
                <a:gd name="T2" fmla="*/ 12 w 21"/>
                <a:gd name="T3" fmla="*/ 5 h 6"/>
                <a:gd name="T4" fmla="*/ 1 w 21"/>
                <a:gd name="T5" fmla="*/ 1 h 6"/>
                <a:gd name="T6" fmla="*/ 10 w 21"/>
                <a:gd name="T7" fmla="*/ 1 h 6"/>
                <a:gd name="T8" fmla="*/ 21 w 21"/>
                <a:gd name="T9" fmla="*/ 5 h 6"/>
              </a:gdLst>
              <a:ahLst/>
              <a:cxnLst>
                <a:cxn ang="0">
                  <a:pos x="T0" y="T1"/>
                </a:cxn>
                <a:cxn ang="0">
                  <a:pos x="T2" y="T3"/>
                </a:cxn>
                <a:cxn ang="0">
                  <a:pos x="T4" y="T5"/>
                </a:cxn>
                <a:cxn ang="0">
                  <a:pos x="T6" y="T7"/>
                </a:cxn>
                <a:cxn ang="0">
                  <a:pos x="T8" y="T9"/>
                </a:cxn>
              </a:cxnLst>
              <a:rect l="0" t="0" r="r" b="b"/>
              <a:pathLst>
                <a:path w="21" h="6">
                  <a:moveTo>
                    <a:pt x="21" y="5"/>
                  </a:moveTo>
                  <a:cubicBezTo>
                    <a:pt x="21" y="6"/>
                    <a:pt x="17" y="6"/>
                    <a:pt x="12" y="5"/>
                  </a:cubicBezTo>
                  <a:cubicBezTo>
                    <a:pt x="6" y="4"/>
                    <a:pt x="1" y="2"/>
                    <a:pt x="1" y="1"/>
                  </a:cubicBezTo>
                  <a:cubicBezTo>
                    <a:pt x="0" y="0"/>
                    <a:pt x="4" y="0"/>
                    <a:pt x="10" y="1"/>
                  </a:cubicBezTo>
                  <a:cubicBezTo>
                    <a:pt x="15" y="2"/>
                    <a:pt x="20" y="4"/>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2" name="Freeform 1884">
              <a:extLst>
                <a:ext uri="{FF2B5EF4-FFF2-40B4-BE49-F238E27FC236}">
                  <a16:creationId xmlns:a16="http://schemas.microsoft.com/office/drawing/2014/main" id="{C32EEC3E-810A-A4B5-288F-1287C63CD02F}"/>
                </a:ext>
              </a:extLst>
            </p:cNvPr>
            <p:cNvSpPr>
              <a:spLocks/>
            </p:cNvSpPr>
            <p:nvPr/>
          </p:nvSpPr>
          <p:spPr bwMode="auto">
            <a:xfrm rot="5094805">
              <a:off x="584749" y="2344717"/>
              <a:ext cx="47985" cy="6855"/>
            </a:xfrm>
            <a:custGeom>
              <a:avLst/>
              <a:gdLst>
                <a:gd name="T0" fmla="*/ 11 w 20"/>
                <a:gd name="T1" fmla="*/ 2 h 3"/>
                <a:gd name="T2" fmla="*/ 0 w 20"/>
                <a:gd name="T3" fmla="*/ 0 h 3"/>
                <a:gd name="T4" fmla="*/ 9 w 20"/>
                <a:gd name="T5" fmla="*/ 0 h 3"/>
                <a:gd name="T6" fmla="*/ 20 w 20"/>
                <a:gd name="T7" fmla="*/ 2 h 3"/>
                <a:gd name="T8" fmla="*/ 11 w 20"/>
                <a:gd name="T9" fmla="*/ 2 h 3"/>
              </a:gdLst>
              <a:ahLst/>
              <a:cxnLst>
                <a:cxn ang="0">
                  <a:pos x="T0" y="T1"/>
                </a:cxn>
                <a:cxn ang="0">
                  <a:pos x="T2" y="T3"/>
                </a:cxn>
                <a:cxn ang="0">
                  <a:pos x="T4" y="T5"/>
                </a:cxn>
                <a:cxn ang="0">
                  <a:pos x="T6" y="T7"/>
                </a:cxn>
                <a:cxn ang="0">
                  <a:pos x="T8" y="T9"/>
                </a:cxn>
              </a:cxnLst>
              <a:rect l="0" t="0" r="r" b="b"/>
              <a:pathLst>
                <a:path w="20" h="3">
                  <a:moveTo>
                    <a:pt x="11" y="2"/>
                  </a:moveTo>
                  <a:cubicBezTo>
                    <a:pt x="5" y="2"/>
                    <a:pt x="0" y="1"/>
                    <a:pt x="0" y="0"/>
                  </a:cubicBezTo>
                  <a:cubicBezTo>
                    <a:pt x="0" y="0"/>
                    <a:pt x="4" y="0"/>
                    <a:pt x="9" y="0"/>
                  </a:cubicBezTo>
                  <a:cubicBezTo>
                    <a:pt x="15" y="0"/>
                    <a:pt x="20" y="1"/>
                    <a:pt x="20" y="2"/>
                  </a:cubicBezTo>
                  <a:cubicBezTo>
                    <a:pt x="20" y="2"/>
                    <a:pt x="16" y="3"/>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3" name="Freeform 1885">
              <a:extLst>
                <a:ext uri="{FF2B5EF4-FFF2-40B4-BE49-F238E27FC236}">
                  <a16:creationId xmlns:a16="http://schemas.microsoft.com/office/drawing/2014/main" id="{4AE14490-04B0-5195-4BB9-D397AF036408}"/>
                </a:ext>
              </a:extLst>
            </p:cNvPr>
            <p:cNvSpPr>
              <a:spLocks/>
            </p:cNvSpPr>
            <p:nvPr/>
          </p:nvSpPr>
          <p:spPr bwMode="auto">
            <a:xfrm rot="5094805">
              <a:off x="600928" y="2539313"/>
              <a:ext cx="50269" cy="6855"/>
            </a:xfrm>
            <a:custGeom>
              <a:avLst/>
              <a:gdLst>
                <a:gd name="T0" fmla="*/ 20 w 20"/>
                <a:gd name="T1" fmla="*/ 1 h 3"/>
                <a:gd name="T2" fmla="*/ 11 w 20"/>
                <a:gd name="T3" fmla="*/ 2 h 3"/>
                <a:gd name="T4" fmla="*/ 0 w 20"/>
                <a:gd name="T5" fmla="*/ 2 h 3"/>
                <a:gd name="T6" fmla="*/ 9 w 20"/>
                <a:gd name="T7" fmla="*/ 1 h 3"/>
                <a:gd name="T8" fmla="*/ 20 w 20"/>
                <a:gd name="T9" fmla="*/ 1 h 3"/>
              </a:gdLst>
              <a:ahLst/>
              <a:cxnLst>
                <a:cxn ang="0">
                  <a:pos x="T0" y="T1"/>
                </a:cxn>
                <a:cxn ang="0">
                  <a:pos x="T2" y="T3"/>
                </a:cxn>
                <a:cxn ang="0">
                  <a:pos x="T4" y="T5"/>
                </a:cxn>
                <a:cxn ang="0">
                  <a:pos x="T6" y="T7"/>
                </a:cxn>
                <a:cxn ang="0">
                  <a:pos x="T8" y="T9"/>
                </a:cxn>
              </a:cxnLst>
              <a:rect l="0" t="0" r="r" b="b"/>
              <a:pathLst>
                <a:path w="20" h="3">
                  <a:moveTo>
                    <a:pt x="20" y="1"/>
                  </a:moveTo>
                  <a:cubicBezTo>
                    <a:pt x="20" y="1"/>
                    <a:pt x="16" y="2"/>
                    <a:pt x="11" y="2"/>
                  </a:cubicBezTo>
                  <a:cubicBezTo>
                    <a:pt x="5" y="3"/>
                    <a:pt x="0" y="2"/>
                    <a:pt x="0" y="2"/>
                  </a:cubicBezTo>
                  <a:cubicBezTo>
                    <a:pt x="0" y="2"/>
                    <a:pt x="4" y="1"/>
                    <a:pt x="9" y="1"/>
                  </a:cubicBezTo>
                  <a:cubicBezTo>
                    <a:pt x="15" y="0"/>
                    <a:pt x="19"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4" name="Freeform 1886">
              <a:extLst>
                <a:ext uri="{FF2B5EF4-FFF2-40B4-BE49-F238E27FC236}">
                  <a16:creationId xmlns:a16="http://schemas.microsoft.com/office/drawing/2014/main" id="{4CDC5565-E145-1151-6DBA-2AB1777696A7}"/>
                </a:ext>
              </a:extLst>
            </p:cNvPr>
            <p:cNvSpPr>
              <a:spLocks/>
            </p:cNvSpPr>
            <p:nvPr/>
          </p:nvSpPr>
          <p:spPr bwMode="auto">
            <a:xfrm rot="5094805">
              <a:off x="639770" y="2729704"/>
              <a:ext cx="50269" cy="9140"/>
            </a:xfrm>
            <a:custGeom>
              <a:avLst/>
              <a:gdLst>
                <a:gd name="T0" fmla="*/ 9 w 20"/>
                <a:gd name="T1" fmla="*/ 1 h 4"/>
                <a:gd name="T2" fmla="*/ 19 w 20"/>
                <a:gd name="T3" fmla="*/ 0 h 4"/>
                <a:gd name="T4" fmla="*/ 10 w 20"/>
                <a:gd name="T5" fmla="*/ 3 h 4"/>
                <a:gd name="T6" fmla="*/ 0 w 20"/>
                <a:gd name="T7" fmla="*/ 3 h 4"/>
                <a:gd name="T8" fmla="*/ 9 w 20"/>
                <a:gd name="T9" fmla="*/ 1 h 4"/>
              </a:gdLst>
              <a:ahLst/>
              <a:cxnLst>
                <a:cxn ang="0">
                  <a:pos x="T0" y="T1"/>
                </a:cxn>
                <a:cxn ang="0">
                  <a:pos x="T2" y="T3"/>
                </a:cxn>
                <a:cxn ang="0">
                  <a:pos x="T4" y="T5"/>
                </a:cxn>
                <a:cxn ang="0">
                  <a:pos x="T6" y="T7"/>
                </a:cxn>
                <a:cxn ang="0">
                  <a:pos x="T8" y="T9"/>
                </a:cxn>
              </a:cxnLst>
              <a:rect l="0" t="0" r="r" b="b"/>
              <a:pathLst>
                <a:path w="20" h="4">
                  <a:moveTo>
                    <a:pt x="9" y="1"/>
                  </a:moveTo>
                  <a:cubicBezTo>
                    <a:pt x="15" y="0"/>
                    <a:pt x="19" y="0"/>
                    <a:pt x="19" y="0"/>
                  </a:cubicBezTo>
                  <a:cubicBezTo>
                    <a:pt x="20" y="1"/>
                    <a:pt x="15" y="2"/>
                    <a:pt x="10" y="3"/>
                  </a:cubicBezTo>
                  <a:cubicBezTo>
                    <a:pt x="4" y="3"/>
                    <a:pt x="0" y="4"/>
                    <a:pt x="0" y="3"/>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5" name="Freeform 1887">
              <a:extLst>
                <a:ext uri="{FF2B5EF4-FFF2-40B4-BE49-F238E27FC236}">
                  <a16:creationId xmlns:a16="http://schemas.microsoft.com/office/drawing/2014/main" id="{BB245FAA-09D0-A258-914F-E753350BD83F}"/>
                </a:ext>
              </a:extLst>
            </p:cNvPr>
            <p:cNvSpPr>
              <a:spLocks/>
            </p:cNvSpPr>
            <p:nvPr/>
          </p:nvSpPr>
          <p:spPr bwMode="auto">
            <a:xfrm rot="5094805">
              <a:off x="693308" y="2917741"/>
              <a:ext cx="47985" cy="11425"/>
            </a:xfrm>
            <a:custGeom>
              <a:avLst/>
              <a:gdLst>
                <a:gd name="T0" fmla="*/ 20 w 20"/>
                <a:gd name="T1" fmla="*/ 0 h 5"/>
                <a:gd name="T2" fmla="*/ 10 w 20"/>
                <a:gd name="T3" fmla="*/ 3 h 5"/>
                <a:gd name="T4" fmla="*/ 0 w 20"/>
                <a:gd name="T5" fmla="*/ 4 h 5"/>
                <a:gd name="T6" fmla="*/ 10 w 20"/>
                <a:gd name="T7" fmla="*/ 1 h 5"/>
                <a:gd name="T8" fmla="*/ 20 w 20"/>
                <a:gd name="T9" fmla="*/ 0 h 5"/>
              </a:gdLst>
              <a:ahLst/>
              <a:cxnLst>
                <a:cxn ang="0">
                  <a:pos x="T0" y="T1"/>
                </a:cxn>
                <a:cxn ang="0">
                  <a:pos x="T2" y="T3"/>
                </a:cxn>
                <a:cxn ang="0">
                  <a:pos x="T4" y="T5"/>
                </a:cxn>
                <a:cxn ang="0">
                  <a:pos x="T6" y="T7"/>
                </a:cxn>
                <a:cxn ang="0">
                  <a:pos x="T8" y="T9"/>
                </a:cxn>
              </a:cxnLst>
              <a:rect l="0" t="0" r="r" b="b"/>
              <a:pathLst>
                <a:path w="20" h="5">
                  <a:moveTo>
                    <a:pt x="20" y="0"/>
                  </a:moveTo>
                  <a:cubicBezTo>
                    <a:pt x="20" y="1"/>
                    <a:pt x="15" y="2"/>
                    <a:pt x="10" y="3"/>
                  </a:cubicBezTo>
                  <a:cubicBezTo>
                    <a:pt x="5" y="4"/>
                    <a:pt x="0" y="5"/>
                    <a:pt x="0" y="4"/>
                  </a:cubicBezTo>
                  <a:cubicBezTo>
                    <a:pt x="0" y="4"/>
                    <a:pt x="5" y="2"/>
                    <a:pt x="10" y="1"/>
                  </a:cubicBezTo>
                  <a:cubicBezTo>
                    <a:pt x="15" y="0"/>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6" name="Freeform 1888">
              <a:extLst>
                <a:ext uri="{FF2B5EF4-FFF2-40B4-BE49-F238E27FC236}">
                  <a16:creationId xmlns:a16="http://schemas.microsoft.com/office/drawing/2014/main" id="{4D377E41-B13E-EF20-99BA-C295EC456825}"/>
                </a:ext>
              </a:extLst>
            </p:cNvPr>
            <p:cNvSpPr>
              <a:spLocks/>
            </p:cNvSpPr>
            <p:nvPr/>
          </p:nvSpPr>
          <p:spPr bwMode="auto">
            <a:xfrm rot="5094805">
              <a:off x="756039" y="3104660"/>
              <a:ext cx="52554" cy="15995"/>
            </a:xfrm>
            <a:custGeom>
              <a:avLst/>
              <a:gdLst>
                <a:gd name="T0" fmla="*/ 9 w 21"/>
                <a:gd name="T1" fmla="*/ 2 h 6"/>
                <a:gd name="T2" fmla="*/ 20 w 21"/>
                <a:gd name="T3" fmla="*/ 0 h 6"/>
                <a:gd name="T4" fmla="*/ 12 w 21"/>
                <a:gd name="T5" fmla="*/ 3 h 6"/>
                <a:gd name="T6" fmla="*/ 1 w 21"/>
                <a:gd name="T7" fmla="*/ 5 h 6"/>
                <a:gd name="T8" fmla="*/ 9 w 21"/>
                <a:gd name="T9" fmla="*/ 2 h 6"/>
              </a:gdLst>
              <a:ahLst/>
              <a:cxnLst>
                <a:cxn ang="0">
                  <a:pos x="T0" y="T1"/>
                </a:cxn>
                <a:cxn ang="0">
                  <a:pos x="T2" y="T3"/>
                </a:cxn>
                <a:cxn ang="0">
                  <a:pos x="T4" y="T5"/>
                </a:cxn>
                <a:cxn ang="0">
                  <a:pos x="T6" y="T7"/>
                </a:cxn>
                <a:cxn ang="0">
                  <a:pos x="T8" y="T9"/>
                </a:cxn>
              </a:cxnLst>
              <a:rect l="0" t="0" r="r" b="b"/>
              <a:pathLst>
                <a:path w="21" h="6">
                  <a:moveTo>
                    <a:pt x="9" y="2"/>
                  </a:moveTo>
                  <a:cubicBezTo>
                    <a:pt x="14" y="1"/>
                    <a:pt x="19" y="0"/>
                    <a:pt x="20" y="0"/>
                  </a:cubicBezTo>
                  <a:cubicBezTo>
                    <a:pt x="21" y="0"/>
                    <a:pt x="17" y="2"/>
                    <a:pt x="12" y="3"/>
                  </a:cubicBezTo>
                  <a:cubicBezTo>
                    <a:pt x="6" y="5"/>
                    <a:pt x="1" y="6"/>
                    <a:pt x="1" y="5"/>
                  </a:cubicBezTo>
                  <a:cubicBezTo>
                    <a:pt x="0" y="5"/>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7" name="Freeform 1889">
              <a:extLst>
                <a:ext uri="{FF2B5EF4-FFF2-40B4-BE49-F238E27FC236}">
                  <a16:creationId xmlns:a16="http://schemas.microsoft.com/office/drawing/2014/main" id="{E7408CC9-8CA7-9973-4434-6F032F89611B}"/>
                </a:ext>
              </a:extLst>
            </p:cNvPr>
            <p:cNvSpPr>
              <a:spLocks/>
            </p:cNvSpPr>
            <p:nvPr/>
          </p:nvSpPr>
          <p:spPr bwMode="auto">
            <a:xfrm rot="5094805">
              <a:off x="833370" y="3289331"/>
              <a:ext cx="52554" cy="18280"/>
            </a:xfrm>
            <a:custGeom>
              <a:avLst/>
              <a:gdLst>
                <a:gd name="T0" fmla="*/ 9 w 21"/>
                <a:gd name="T1" fmla="*/ 3 h 7"/>
                <a:gd name="T2" fmla="*/ 20 w 21"/>
                <a:gd name="T3" fmla="*/ 0 h 7"/>
                <a:gd name="T4" fmla="*/ 11 w 21"/>
                <a:gd name="T5" fmla="*/ 4 h 7"/>
                <a:gd name="T6" fmla="*/ 1 w 21"/>
                <a:gd name="T7" fmla="*/ 7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14" y="1"/>
                    <a:pt x="20" y="0"/>
                    <a:pt x="20" y="0"/>
                  </a:cubicBezTo>
                  <a:cubicBezTo>
                    <a:pt x="21" y="1"/>
                    <a:pt x="17" y="2"/>
                    <a:pt x="11" y="4"/>
                  </a:cubicBezTo>
                  <a:cubicBezTo>
                    <a:pt x="6" y="6"/>
                    <a:pt x="1" y="7"/>
                    <a:pt x="1" y="7"/>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8" name="Freeform 1890">
              <a:extLst>
                <a:ext uri="{FF2B5EF4-FFF2-40B4-BE49-F238E27FC236}">
                  <a16:creationId xmlns:a16="http://schemas.microsoft.com/office/drawing/2014/main" id="{BC928A9D-E9D9-EFA7-ADCD-80CF08420A5F}"/>
                </a:ext>
              </a:extLst>
            </p:cNvPr>
            <p:cNvSpPr>
              <a:spLocks/>
            </p:cNvSpPr>
            <p:nvPr/>
          </p:nvSpPr>
          <p:spPr bwMode="auto">
            <a:xfrm rot="5094805">
              <a:off x="918667" y="3474436"/>
              <a:ext cx="52554" cy="18280"/>
            </a:xfrm>
            <a:custGeom>
              <a:avLst/>
              <a:gdLst>
                <a:gd name="T0" fmla="*/ 9 w 21"/>
                <a:gd name="T1" fmla="*/ 3 h 8"/>
                <a:gd name="T2" fmla="*/ 20 w 21"/>
                <a:gd name="T3" fmla="*/ 0 h 8"/>
                <a:gd name="T4" fmla="*/ 11 w 21"/>
                <a:gd name="T5" fmla="*/ 4 h 8"/>
                <a:gd name="T6" fmla="*/ 1 w 21"/>
                <a:gd name="T7" fmla="*/ 8 h 8"/>
                <a:gd name="T8" fmla="*/ 9 w 21"/>
                <a:gd name="T9" fmla="*/ 3 h 8"/>
              </a:gdLst>
              <a:ahLst/>
              <a:cxnLst>
                <a:cxn ang="0">
                  <a:pos x="T0" y="T1"/>
                </a:cxn>
                <a:cxn ang="0">
                  <a:pos x="T2" y="T3"/>
                </a:cxn>
                <a:cxn ang="0">
                  <a:pos x="T4" y="T5"/>
                </a:cxn>
                <a:cxn ang="0">
                  <a:pos x="T6" y="T7"/>
                </a:cxn>
                <a:cxn ang="0">
                  <a:pos x="T8" y="T9"/>
                </a:cxn>
              </a:cxnLst>
              <a:rect l="0" t="0" r="r" b="b"/>
              <a:pathLst>
                <a:path w="21" h="8">
                  <a:moveTo>
                    <a:pt x="9" y="3"/>
                  </a:moveTo>
                  <a:cubicBezTo>
                    <a:pt x="14" y="1"/>
                    <a:pt x="19" y="0"/>
                    <a:pt x="20" y="0"/>
                  </a:cubicBezTo>
                  <a:cubicBezTo>
                    <a:pt x="21" y="0"/>
                    <a:pt x="17" y="2"/>
                    <a:pt x="11" y="4"/>
                  </a:cubicBezTo>
                  <a:cubicBezTo>
                    <a:pt x="6" y="6"/>
                    <a:pt x="1" y="8"/>
                    <a:pt x="1" y="8"/>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9" name="Freeform 1891">
              <a:extLst>
                <a:ext uri="{FF2B5EF4-FFF2-40B4-BE49-F238E27FC236}">
                  <a16:creationId xmlns:a16="http://schemas.microsoft.com/office/drawing/2014/main" id="{0985CFC4-0AC0-46B5-EE4B-26A9BAE16C5D}"/>
                </a:ext>
              </a:extLst>
            </p:cNvPr>
            <p:cNvSpPr>
              <a:spLocks/>
            </p:cNvSpPr>
            <p:nvPr/>
          </p:nvSpPr>
          <p:spPr bwMode="auto">
            <a:xfrm rot="5094805">
              <a:off x="1014214" y="3657689"/>
              <a:ext cx="47985" cy="20565"/>
            </a:xfrm>
            <a:custGeom>
              <a:avLst/>
              <a:gdLst>
                <a:gd name="T0" fmla="*/ 20 w 20"/>
                <a:gd name="T1" fmla="*/ 0 h 8"/>
                <a:gd name="T2" fmla="*/ 11 w 20"/>
                <a:gd name="T3" fmla="*/ 5 h 8"/>
                <a:gd name="T4" fmla="*/ 0 w 20"/>
                <a:gd name="T5" fmla="*/ 8 h 8"/>
                <a:gd name="T6" fmla="*/ 9 w 20"/>
                <a:gd name="T7" fmla="*/ 4 h 8"/>
                <a:gd name="T8" fmla="*/ 20 w 20"/>
                <a:gd name="T9" fmla="*/ 0 h 8"/>
              </a:gdLst>
              <a:ahLst/>
              <a:cxnLst>
                <a:cxn ang="0">
                  <a:pos x="T0" y="T1"/>
                </a:cxn>
                <a:cxn ang="0">
                  <a:pos x="T2" y="T3"/>
                </a:cxn>
                <a:cxn ang="0">
                  <a:pos x="T4" y="T5"/>
                </a:cxn>
                <a:cxn ang="0">
                  <a:pos x="T6" y="T7"/>
                </a:cxn>
                <a:cxn ang="0">
                  <a:pos x="T8" y="T9"/>
                </a:cxn>
              </a:cxnLst>
              <a:rect l="0" t="0" r="r" b="b"/>
              <a:pathLst>
                <a:path w="20" h="8">
                  <a:moveTo>
                    <a:pt x="20" y="0"/>
                  </a:moveTo>
                  <a:cubicBezTo>
                    <a:pt x="20" y="0"/>
                    <a:pt x="16" y="2"/>
                    <a:pt x="11" y="5"/>
                  </a:cubicBezTo>
                  <a:cubicBezTo>
                    <a:pt x="6" y="7"/>
                    <a:pt x="1" y="8"/>
                    <a:pt x="0" y="8"/>
                  </a:cubicBezTo>
                  <a:cubicBezTo>
                    <a:pt x="0" y="8"/>
                    <a:pt x="4" y="6"/>
                    <a:pt x="9" y="4"/>
                  </a:cubicBezTo>
                  <a:cubicBezTo>
                    <a:pt x="14" y="2"/>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0" name="Freeform 1892">
              <a:extLst>
                <a:ext uri="{FF2B5EF4-FFF2-40B4-BE49-F238E27FC236}">
                  <a16:creationId xmlns:a16="http://schemas.microsoft.com/office/drawing/2014/main" id="{E39A6C0C-3DE7-F702-9926-061BFDB3FCDC}"/>
                </a:ext>
              </a:extLst>
            </p:cNvPr>
            <p:cNvSpPr>
              <a:spLocks/>
            </p:cNvSpPr>
            <p:nvPr/>
          </p:nvSpPr>
          <p:spPr bwMode="auto">
            <a:xfrm rot="5094805">
              <a:off x="1109744" y="3842821"/>
              <a:ext cx="52554" cy="18280"/>
            </a:xfrm>
            <a:custGeom>
              <a:avLst/>
              <a:gdLst>
                <a:gd name="T0" fmla="*/ 12 w 21"/>
                <a:gd name="T1" fmla="*/ 4 h 8"/>
                <a:gd name="T2" fmla="*/ 1 w 21"/>
                <a:gd name="T3" fmla="*/ 8 h 8"/>
                <a:gd name="T4" fmla="*/ 9 w 21"/>
                <a:gd name="T5" fmla="*/ 4 h 8"/>
                <a:gd name="T6" fmla="*/ 20 w 21"/>
                <a:gd name="T7" fmla="*/ 0 h 8"/>
                <a:gd name="T8" fmla="*/ 12 w 21"/>
                <a:gd name="T9" fmla="*/ 4 h 8"/>
              </a:gdLst>
              <a:ahLst/>
              <a:cxnLst>
                <a:cxn ang="0">
                  <a:pos x="T0" y="T1"/>
                </a:cxn>
                <a:cxn ang="0">
                  <a:pos x="T2" y="T3"/>
                </a:cxn>
                <a:cxn ang="0">
                  <a:pos x="T4" y="T5"/>
                </a:cxn>
                <a:cxn ang="0">
                  <a:pos x="T6" y="T7"/>
                </a:cxn>
                <a:cxn ang="0">
                  <a:pos x="T8" y="T9"/>
                </a:cxn>
              </a:cxnLst>
              <a:rect l="0" t="0" r="r" b="b"/>
              <a:pathLst>
                <a:path w="21" h="8">
                  <a:moveTo>
                    <a:pt x="12" y="4"/>
                  </a:moveTo>
                  <a:cubicBezTo>
                    <a:pt x="7" y="6"/>
                    <a:pt x="2" y="8"/>
                    <a:pt x="1" y="8"/>
                  </a:cubicBezTo>
                  <a:cubicBezTo>
                    <a:pt x="0" y="8"/>
                    <a:pt x="4" y="6"/>
                    <a:pt x="9" y="4"/>
                  </a:cubicBezTo>
                  <a:cubicBezTo>
                    <a:pt x="14" y="2"/>
                    <a:pt x="20" y="0"/>
                    <a:pt x="20" y="0"/>
                  </a:cubicBezTo>
                  <a:cubicBezTo>
                    <a:pt x="21"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1" name="Freeform 1893">
              <a:extLst>
                <a:ext uri="{FF2B5EF4-FFF2-40B4-BE49-F238E27FC236}">
                  <a16:creationId xmlns:a16="http://schemas.microsoft.com/office/drawing/2014/main" id="{67E689F0-E1AC-AD7C-9638-FBDD4A3976AB}"/>
                </a:ext>
              </a:extLst>
            </p:cNvPr>
            <p:cNvSpPr>
              <a:spLocks/>
            </p:cNvSpPr>
            <p:nvPr/>
          </p:nvSpPr>
          <p:spPr bwMode="auto">
            <a:xfrm rot="5094805">
              <a:off x="1210973" y="4024223"/>
              <a:ext cx="52554" cy="22850"/>
            </a:xfrm>
            <a:custGeom>
              <a:avLst/>
              <a:gdLst>
                <a:gd name="T0" fmla="*/ 20 w 21"/>
                <a:gd name="T1" fmla="*/ 0 h 9"/>
                <a:gd name="T2" fmla="*/ 11 w 21"/>
                <a:gd name="T3" fmla="*/ 4 h 9"/>
                <a:gd name="T4" fmla="*/ 1 w 21"/>
                <a:gd name="T5" fmla="*/ 9 h 9"/>
                <a:gd name="T6" fmla="*/ 10 w 21"/>
                <a:gd name="T7" fmla="*/ 4 h 9"/>
                <a:gd name="T8" fmla="*/ 20 w 21"/>
                <a:gd name="T9" fmla="*/ 0 h 9"/>
              </a:gdLst>
              <a:ahLst/>
              <a:cxnLst>
                <a:cxn ang="0">
                  <a:pos x="T0" y="T1"/>
                </a:cxn>
                <a:cxn ang="0">
                  <a:pos x="T2" y="T3"/>
                </a:cxn>
                <a:cxn ang="0">
                  <a:pos x="T4" y="T5"/>
                </a:cxn>
                <a:cxn ang="0">
                  <a:pos x="T6" y="T7"/>
                </a:cxn>
                <a:cxn ang="0">
                  <a:pos x="T8" y="T9"/>
                </a:cxn>
              </a:cxnLst>
              <a:rect l="0" t="0" r="r" b="b"/>
              <a:pathLst>
                <a:path w="21" h="9">
                  <a:moveTo>
                    <a:pt x="20" y="0"/>
                  </a:moveTo>
                  <a:cubicBezTo>
                    <a:pt x="21" y="0"/>
                    <a:pt x="17" y="2"/>
                    <a:pt x="11" y="4"/>
                  </a:cubicBezTo>
                  <a:cubicBezTo>
                    <a:pt x="6" y="7"/>
                    <a:pt x="1" y="9"/>
                    <a:pt x="1" y="9"/>
                  </a:cubicBezTo>
                  <a:cubicBezTo>
                    <a:pt x="0" y="8"/>
                    <a:pt x="4" y="6"/>
                    <a:pt x="10" y="4"/>
                  </a:cubicBezTo>
                  <a:cubicBezTo>
                    <a:pt x="15" y="1"/>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2" name="Freeform 1894">
              <a:extLst>
                <a:ext uri="{FF2B5EF4-FFF2-40B4-BE49-F238E27FC236}">
                  <a16:creationId xmlns:a16="http://schemas.microsoft.com/office/drawing/2014/main" id="{01198EE6-828E-C6CA-1BC8-51F8ED38D38E}"/>
                </a:ext>
              </a:extLst>
            </p:cNvPr>
            <p:cNvSpPr>
              <a:spLocks/>
            </p:cNvSpPr>
            <p:nvPr/>
          </p:nvSpPr>
          <p:spPr bwMode="auto">
            <a:xfrm rot="5094805">
              <a:off x="1317794" y="4206366"/>
              <a:ext cx="50269" cy="22850"/>
            </a:xfrm>
            <a:custGeom>
              <a:avLst/>
              <a:gdLst>
                <a:gd name="T0" fmla="*/ 20 w 20"/>
                <a:gd name="T1" fmla="*/ 0 h 9"/>
                <a:gd name="T2" fmla="*/ 11 w 20"/>
                <a:gd name="T3" fmla="*/ 5 h 9"/>
                <a:gd name="T4" fmla="*/ 0 w 20"/>
                <a:gd name="T5" fmla="*/ 9 h 9"/>
                <a:gd name="T6" fmla="*/ 9 w 20"/>
                <a:gd name="T7" fmla="*/ 4 h 9"/>
                <a:gd name="T8" fmla="*/ 20 w 20"/>
                <a:gd name="T9" fmla="*/ 0 h 9"/>
              </a:gdLst>
              <a:ahLst/>
              <a:cxnLst>
                <a:cxn ang="0">
                  <a:pos x="T0" y="T1"/>
                </a:cxn>
                <a:cxn ang="0">
                  <a:pos x="T2" y="T3"/>
                </a:cxn>
                <a:cxn ang="0">
                  <a:pos x="T4" y="T5"/>
                </a:cxn>
                <a:cxn ang="0">
                  <a:pos x="T6" y="T7"/>
                </a:cxn>
                <a:cxn ang="0">
                  <a:pos x="T8" y="T9"/>
                </a:cxn>
              </a:cxnLst>
              <a:rect l="0" t="0" r="r" b="b"/>
              <a:pathLst>
                <a:path w="20" h="9">
                  <a:moveTo>
                    <a:pt x="20" y="0"/>
                  </a:moveTo>
                  <a:cubicBezTo>
                    <a:pt x="20" y="0"/>
                    <a:pt x="16" y="2"/>
                    <a:pt x="11" y="5"/>
                  </a:cubicBezTo>
                  <a:cubicBezTo>
                    <a:pt x="5" y="7"/>
                    <a:pt x="1" y="9"/>
                    <a:pt x="0" y="9"/>
                  </a:cubicBezTo>
                  <a:cubicBezTo>
                    <a:pt x="0" y="9"/>
                    <a:pt x="4" y="6"/>
                    <a:pt x="9" y="4"/>
                  </a:cubicBezTo>
                  <a:cubicBezTo>
                    <a:pt x="15" y="1"/>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3" name="Freeform 1895">
              <a:extLst>
                <a:ext uri="{FF2B5EF4-FFF2-40B4-BE49-F238E27FC236}">
                  <a16:creationId xmlns:a16="http://schemas.microsoft.com/office/drawing/2014/main" id="{A94ED247-7C70-173C-6294-EDED6D44617D}"/>
                </a:ext>
              </a:extLst>
            </p:cNvPr>
            <p:cNvSpPr>
              <a:spLocks/>
            </p:cNvSpPr>
            <p:nvPr/>
          </p:nvSpPr>
          <p:spPr bwMode="auto">
            <a:xfrm rot="5094805">
              <a:off x="700542" y="1534784"/>
              <a:ext cx="52554" cy="27420"/>
            </a:xfrm>
            <a:custGeom>
              <a:avLst/>
              <a:gdLst>
                <a:gd name="T0" fmla="*/ 20 w 21"/>
                <a:gd name="T1" fmla="*/ 9 h 11"/>
                <a:gd name="T2" fmla="*/ 11 w 21"/>
                <a:gd name="T3" fmla="*/ 10 h 11"/>
                <a:gd name="T4" fmla="*/ 0 w 21"/>
                <a:gd name="T5" fmla="*/ 2 h 11"/>
                <a:gd name="T6" fmla="*/ 9 w 21"/>
                <a:gd name="T7" fmla="*/ 2 h 11"/>
                <a:gd name="T8" fmla="*/ 20 w 21"/>
                <a:gd name="T9" fmla="*/ 9 h 11"/>
              </a:gdLst>
              <a:ahLst/>
              <a:cxnLst>
                <a:cxn ang="0">
                  <a:pos x="T0" y="T1"/>
                </a:cxn>
                <a:cxn ang="0">
                  <a:pos x="T2" y="T3"/>
                </a:cxn>
                <a:cxn ang="0">
                  <a:pos x="T4" y="T5"/>
                </a:cxn>
                <a:cxn ang="0">
                  <a:pos x="T6" y="T7"/>
                </a:cxn>
                <a:cxn ang="0">
                  <a:pos x="T8" y="T9"/>
                </a:cxn>
              </a:cxnLst>
              <a:rect l="0" t="0" r="r" b="b"/>
              <a:pathLst>
                <a:path w="21" h="11">
                  <a:moveTo>
                    <a:pt x="20" y="9"/>
                  </a:moveTo>
                  <a:cubicBezTo>
                    <a:pt x="21" y="11"/>
                    <a:pt x="17" y="11"/>
                    <a:pt x="11" y="10"/>
                  </a:cubicBezTo>
                  <a:cubicBezTo>
                    <a:pt x="6" y="8"/>
                    <a:pt x="1" y="5"/>
                    <a:pt x="0" y="2"/>
                  </a:cubicBezTo>
                  <a:cubicBezTo>
                    <a:pt x="0" y="0"/>
                    <a:pt x="4" y="0"/>
                    <a:pt x="9" y="2"/>
                  </a:cubicBezTo>
                  <a:cubicBezTo>
                    <a:pt x="15" y="4"/>
                    <a:pt x="20" y="7"/>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4" name="Freeform 1896">
              <a:extLst>
                <a:ext uri="{FF2B5EF4-FFF2-40B4-BE49-F238E27FC236}">
                  <a16:creationId xmlns:a16="http://schemas.microsoft.com/office/drawing/2014/main" id="{787A54D1-5057-F73C-B5F3-B3D35BAC8B63}"/>
                </a:ext>
              </a:extLst>
            </p:cNvPr>
            <p:cNvSpPr>
              <a:spLocks/>
            </p:cNvSpPr>
            <p:nvPr/>
          </p:nvSpPr>
          <p:spPr bwMode="auto">
            <a:xfrm rot="5094805">
              <a:off x="745506" y="1330061"/>
              <a:ext cx="52554" cy="29705"/>
            </a:xfrm>
            <a:custGeom>
              <a:avLst/>
              <a:gdLst>
                <a:gd name="T0" fmla="*/ 20 w 21"/>
                <a:gd name="T1" fmla="*/ 9 h 12"/>
                <a:gd name="T2" fmla="*/ 12 w 21"/>
                <a:gd name="T3" fmla="*/ 11 h 12"/>
                <a:gd name="T4" fmla="*/ 1 w 21"/>
                <a:gd name="T5" fmla="*/ 3 h 12"/>
                <a:gd name="T6" fmla="*/ 9 w 21"/>
                <a:gd name="T7" fmla="*/ 1 h 12"/>
                <a:gd name="T8" fmla="*/ 20 w 21"/>
                <a:gd name="T9" fmla="*/ 9 h 12"/>
              </a:gdLst>
              <a:ahLst/>
              <a:cxnLst>
                <a:cxn ang="0">
                  <a:pos x="T0" y="T1"/>
                </a:cxn>
                <a:cxn ang="0">
                  <a:pos x="T2" y="T3"/>
                </a:cxn>
                <a:cxn ang="0">
                  <a:pos x="T4" y="T5"/>
                </a:cxn>
                <a:cxn ang="0">
                  <a:pos x="T6" y="T7"/>
                </a:cxn>
                <a:cxn ang="0">
                  <a:pos x="T8" y="T9"/>
                </a:cxn>
              </a:cxnLst>
              <a:rect l="0" t="0" r="r" b="b"/>
              <a:pathLst>
                <a:path w="21" h="12">
                  <a:moveTo>
                    <a:pt x="20" y="9"/>
                  </a:moveTo>
                  <a:cubicBezTo>
                    <a:pt x="21" y="12"/>
                    <a:pt x="17" y="12"/>
                    <a:pt x="12" y="11"/>
                  </a:cubicBezTo>
                  <a:cubicBezTo>
                    <a:pt x="7" y="9"/>
                    <a:pt x="1" y="6"/>
                    <a:pt x="1" y="3"/>
                  </a:cubicBezTo>
                  <a:cubicBezTo>
                    <a:pt x="0" y="0"/>
                    <a:pt x="4" y="0"/>
                    <a:pt x="9" y="1"/>
                  </a:cubicBezTo>
                  <a:cubicBezTo>
                    <a:pt x="14" y="3"/>
                    <a:pt x="20" y="6"/>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5" name="Freeform 1897">
              <a:extLst>
                <a:ext uri="{FF2B5EF4-FFF2-40B4-BE49-F238E27FC236}">
                  <a16:creationId xmlns:a16="http://schemas.microsoft.com/office/drawing/2014/main" id="{7DF5CE3E-64CB-7CDD-BBEF-1C9B5F24D031}"/>
                </a:ext>
              </a:extLst>
            </p:cNvPr>
            <p:cNvSpPr>
              <a:spLocks/>
            </p:cNvSpPr>
            <p:nvPr/>
          </p:nvSpPr>
          <p:spPr bwMode="auto">
            <a:xfrm rot="5094805">
              <a:off x="787259" y="1126774"/>
              <a:ext cx="52554" cy="34275"/>
            </a:xfrm>
            <a:custGeom>
              <a:avLst/>
              <a:gdLst>
                <a:gd name="T0" fmla="*/ 21 w 21"/>
                <a:gd name="T1" fmla="*/ 10 h 14"/>
                <a:gd name="T2" fmla="*/ 12 w 21"/>
                <a:gd name="T3" fmla="*/ 13 h 14"/>
                <a:gd name="T4" fmla="*/ 1 w 21"/>
                <a:gd name="T5" fmla="*/ 4 h 14"/>
                <a:gd name="T6" fmla="*/ 10 w 21"/>
                <a:gd name="T7" fmla="*/ 2 h 14"/>
                <a:gd name="T8" fmla="*/ 21 w 21"/>
                <a:gd name="T9" fmla="*/ 10 h 14"/>
              </a:gdLst>
              <a:ahLst/>
              <a:cxnLst>
                <a:cxn ang="0">
                  <a:pos x="T0" y="T1"/>
                </a:cxn>
                <a:cxn ang="0">
                  <a:pos x="T2" y="T3"/>
                </a:cxn>
                <a:cxn ang="0">
                  <a:pos x="T4" y="T5"/>
                </a:cxn>
                <a:cxn ang="0">
                  <a:pos x="T6" y="T7"/>
                </a:cxn>
                <a:cxn ang="0">
                  <a:pos x="T8" y="T9"/>
                </a:cxn>
              </a:cxnLst>
              <a:rect l="0" t="0" r="r" b="b"/>
              <a:pathLst>
                <a:path w="21" h="14">
                  <a:moveTo>
                    <a:pt x="21" y="10"/>
                  </a:moveTo>
                  <a:cubicBezTo>
                    <a:pt x="21" y="13"/>
                    <a:pt x="17" y="14"/>
                    <a:pt x="12" y="13"/>
                  </a:cubicBezTo>
                  <a:cubicBezTo>
                    <a:pt x="6" y="11"/>
                    <a:pt x="1" y="7"/>
                    <a:pt x="1" y="4"/>
                  </a:cubicBezTo>
                  <a:cubicBezTo>
                    <a:pt x="0" y="1"/>
                    <a:pt x="5" y="0"/>
                    <a:pt x="10" y="2"/>
                  </a:cubicBezTo>
                  <a:cubicBezTo>
                    <a:pt x="15" y="3"/>
                    <a:pt x="20" y="7"/>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6" name="Freeform 1898">
              <a:extLst>
                <a:ext uri="{FF2B5EF4-FFF2-40B4-BE49-F238E27FC236}">
                  <a16:creationId xmlns:a16="http://schemas.microsoft.com/office/drawing/2014/main" id="{49BEB479-E2B6-CE67-7A7D-46655B1A53B3}"/>
                </a:ext>
              </a:extLst>
            </p:cNvPr>
            <p:cNvSpPr>
              <a:spLocks/>
            </p:cNvSpPr>
            <p:nvPr/>
          </p:nvSpPr>
          <p:spPr bwMode="auto">
            <a:xfrm rot="5094805">
              <a:off x="822193" y="924298"/>
              <a:ext cx="47985" cy="38845"/>
            </a:xfrm>
            <a:custGeom>
              <a:avLst/>
              <a:gdLst>
                <a:gd name="T0" fmla="*/ 10 w 20"/>
                <a:gd name="T1" fmla="*/ 2 h 15"/>
                <a:gd name="T2" fmla="*/ 20 w 20"/>
                <a:gd name="T3" fmla="*/ 10 h 15"/>
                <a:gd name="T4" fmla="*/ 11 w 20"/>
                <a:gd name="T5" fmla="*/ 14 h 15"/>
                <a:gd name="T6" fmla="*/ 0 w 20"/>
                <a:gd name="T7" fmla="*/ 5 h 15"/>
                <a:gd name="T8" fmla="*/ 10 w 20"/>
                <a:gd name="T9" fmla="*/ 2 h 15"/>
              </a:gdLst>
              <a:ahLst/>
              <a:cxnLst>
                <a:cxn ang="0">
                  <a:pos x="T0" y="T1"/>
                </a:cxn>
                <a:cxn ang="0">
                  <a:pos x="T2" y="T3"/>
                </a:cxn>
                <a:cxn ang="0">
                  <a:pos x="T4" y="T5"/>
                </a:cxn>
                <a:cxn ang="0">
                  <a:pos x="T6" y="T7"/>
                </a:cxn>
                <a:cxn ang="0">
                  <a:pos x="T8" y="T9"/>
                </a:cxn>
              </a:cxnLst>
              <a:rect l="0" t="0" r="r" b="b"/>
              <a:pathLst>
                <a:path w="20" h="15">
                  <a:moveTo>
                    <a:pt x="10" y="2"/>
                  </a:moveTo>
                  <a:cubicBezTo>
                    <a:pt x="15" y="3"/>
                    <a:pt x="20" y="7"/>
                    <a:pt x="20" y="10"/>
                  </a:cubicBezTo>
                  <a:cubicBezTo>
                    <a:pt x="20" y="14"/>
                    <a:pt x="16" y="15"/>
                    <a:pt x="11" y="14"/>
                  </a:cubicBezTo>
                  <a:cubicBezTo>
                    <a:pt x="5" y="12"/>
                    <a:pt x="0" y="8"/>
                    <a:pt x="0" y="5"/>
                  </a:cubicBezTo>
                  <a:cubicBezTo>
                    <a:pt x="0" y="2"/>
                    <a:pt x="5"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7" name="Freeform 1899">
              <a:extLst>
                <a:ext uri="{FF2B5EF4-FFF2-40B4-BE49-F238E27FC236}">
                  <a16:creationId xmlns:a16="http://schemas.microsoft.com/office/drawing/2014/main" id="{1C08642A-551C-82DB-9950-2FD196A8AF37}"/>
                </a:ext>
              </a:extLst>
            </p:cNvPr>
            <p:cNvSpPr>
              <a:spLocks/>
            </p:cNvSpPr>
            <p:nvPr/>
          </p:nvSpPr>
          <p:spPr bwMode="auto">
            <a:xfrm rot="5094805">
              <a:off x="838998" y="727502"/>
              <a:ext cx="54839" cy="36560"/>
            </a:xfrm>
            <a:custGeom>
              <a:avLst/>
              <a:gdLst>
                <a:gd name="T0" fmla="*/ 21 w 22"/>
                <a:gd name="T1" fmla="*/ 9 h 15"/>
                <a:gd name="T2" fmla="*/ 13 w 22"/>
                <a:gd name="T3" fmla="*/ 15 h 15"/>
                <a:gd name="T4" fmla="*/ 1 w 22"/>
                <a:gd name="T5" fmla="*/ 7 h 15"/>
                <a:gd name="T6" fmla="*/ 9 w 22"/>
                <a:gd name="T7" fmla="*/ 1 h 15"/>
                <a:gd name="T8" fmla="*/ 21 w 22"/>
                <a:gd name="T9" fmla="*/ 9 h 15"/>
              </a:gdLst>
              <a:ahLst/>
              <a:cxnLst>
                <a:cxn ang="0">
                  <a:pos x="T0" y="T1"/>
                </a:cxn>
                <a:cxn ang="0">
                  <a:pos x="T2" y="T3"/>
                </a:cxn>
                <a:cxn ang="0">
                  <a:pos x="T4" y="T5"/>
                </a:cxn>
                <a:cxn ang="0">
                  <a:pos x="T6" y="T7"/>
                </a:cxn>
                <a:cxn ang="0">
                  <a:pos x="T8" y="T9"/>
                </a:cxn>
              </a:cxnLst>
              <a:rect l="0" t="0" r="r" b="b"/>
              <a:pathLst>
                <a:path w="22" h="15">
                  <a:moveTo>
                    <a:pt x="21" y="9"/>
                  </a:moveTo>
                  <a:cubicBezTo>
                    <a:pt x="22" y="13"/>
                    <a:pt x="18" y="15"/>
                    <a:pt x="13" y="15"/>
                  </a:cubicBezTo>
                  <a:cubicBezTo>
                    <a:pt x="7" y="14"/>
                    <a:pt x="2" y="10"/>
                    <a:pt x="1" y="7"/>
                  </a:cubicBezTo>
                  <a:cubicBezTo>
                    <a:pt x="0" y="3"/>
                    <a:pt x="4" y="0"/>
                    <a:pt x="9" y="1"/>
                  </a:cubicBezTo>
                  <a:cubicBezTo>
                    <a:pt x="15" y="2"/>
                    <a:pt x="20" y="5"/>
                    <a:pt x="2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8" name="Freeform 1900">
              <a:extLst>
                <a:ext uri="{FF2B5EF4-FFF2-40B4-BE49-F238E27FC236}">
                  <a16:creationId xmlns:a16="http://schemas.microsoft.com/office/drawing/2014/main" id="{14FD910A-43A6-D9C8-08AB-D9AB80BE44D7}"/>
                </a:ext>
              </a:extLst>
            </p:cNvPr>
            <p:cNvSpPr>
              <a:spLocks/>
            </p:cNvSpPr>
            <p:nvPr/>
          </p:nvSpPr>
          <p:spPr bwMode="auto">
            <a:xfrm rot="5094805">
              <a:off x="837709" y="532626"/>
              <a:ext cx="54839" cy="36560"/>
            </a:xfrm>
            <a:custGeom>
              <a:avLst/>
              <a:gdLst>
                <a:gd name="T0" fmla="*/ 10 w 22"/>
                <a:gd name="T1" fmla="*/ 0 h 15"/>
                <a:gd name="T2" fmla="*/ 21 w 22"/>
                <a:gd name="T3" fmla="*/ 8 h 15"/>
                <a:gd name="T4" fmla="*/ 12 w 22"/>
                <a:gd name="T5" fmla="*/ 15 h 15"/>
                <a:gd name="T6" fmla="*/ 1 w 22"/>
                <a:gd name="T7" fmla="*/ 7 h 15"/>
                <a:gd name="T8" fmla="*/ 10 w 22"/>
                <a:gd name="T9" fmla="*/ 0 h 15"/>
              </a:gdLst>
              <a:ahLst/>
              <a:cxnLst>
                <a:cxn ang="0">
                  <a:pos x="T0" y="T1"/>
                </a:cxn>
                <a:cxn ang="0">
                  <a:pos x="T2" y="T3"/>
                </a:cxn>
                <a:cxn ang="0">
                  <a:pos x="T4" y="T5"/>
                </a:cxn>
                <a:cxn ang="0">
                  <a:pos x="T6" y="T7"/>
                </a:cxn>
                <a:cxn ang="0">
                  <a:pos x="T8" y="T9"/>
                </a:cxn>
              </a:cxnLst>
              <a:rect l="0" t="0" r="r" b="b"/>
              <a:pathLst>
                <a:path w="22" h="15">
                  <a:moveTo>
                    <a:pt x="10" y="0"/>
                  </a:moveTo>
                  <a:cubicBezTo>
                    <a:pt x="15" y="0"/>
                    <a:pt x="20" y="4"/>
                    <a:pt x="21" y="8"/>
                  </a:cubicBezTo>
                  <a:cubicBezTo>
                    <a:pt x="22" y="12"/>
                    <a:pt x="18" y="15"/>
                    <a:pt x="12" y="15"/>
                  </a:cubicBezTo>
                  <a:cubicBezTo>
                    <a:pt x="7" y="15"/>
                    <a:pt x="2" y="11"/>
                    <a:pt x="1" y="7"/>
                  </a:cubicBezTo>
                  <a:cubicBezTo>
                    <a:pt x="0" y="3"/>
                    <a:pt x="4"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9" name="Freeform 1901">
              <a:extLst>
                <a:ext uri="{FF2B5EF4-FFF2-40B4-BE49-F238E27FC236}">
                  <a16:creationId xmlns:a16="http://schemas.microsoft.com/office/drawing/2014/main" id="{165886B1-CE2B-9864-8E2B-38CB43AE85EC}"/>
                </a:ext>
              </a:extLst>
            </p:cNvPr>
            <p:cNvSpPr>
              <a:spLocks/>
            </p:cNvSpPr>
            <p:nvPr/>
          </p:nvSpPr>
          <p:spPr bwMode="auto">
            <a:xfrm rot="5094805">
              <a:off x="819360" y="338329"/>
              <a:ext cx="50269" cy="38845"/>
            </a:xfrm>
            <a:custGeom>
              <a:avLst/>
              <a:gdLst>
                <a:gd name="T0" fmla="*/ 20 w 21"/>
                <a:gd name="T1" fmla="*/ 7 h 16"/>
                <a:gd name="T2" fmla="*/ 11 w 21"/>
                <a:gd name="T3" fmla="*/ 16 h 16"/>
                <a:gd name="T4" fmla="*/ 1 w 21"/>
                <a:gd name="T5" fmla="*/ 9 h 16"/>
                <a:gd name="T6" fmla="*/ 9 w 21"/>
                <a:gd name="T7" fmla="*/ 0 h 16"/>
                <a:gd name="T8" fmla="*/ 20 w 21"/>
                <a:gd name="T9" fmla="*/ 7 h 16"/>
              </a:gdLst>
              <a:ahLst/>
              <a:cxnLst>
                <a:cxn ang="0">
                  <a:pos x="T0" y="T1"/>
                </a:cxn>
                <a:cxn ang="0">
                  <a:pos x="T2" y="T3"/>
                </a:cxn>
                <a:cxn ang="0">
                  <a:pos x="T4" y="T5"/>
                </a:cxn>
                <a:cxn ang="0">
                  <a:pos x="T6" y="T7"/>
                </a:cxn>
                <a:cxn ang="0">
                  <a:pos x="T8" y="T9"/>
                </a:cxn>
              </a:cxnLst>
              <a:rect l="0" t="0" r="r" b="b"/>
              <a:pathLst>
                <a:path w="21" h="16">
                  <a:moveTo>
                    <a:pt x="20" y="7"/>
                  </a:moveTo>
                  <a:cubicBezTo>
                    <a:pt x="21" y="11"/>
                    <a:pt x="17" y="15"/>
                    <a:pt x="11" y="16"/>
                  </a:cubicBezTo>
                  <a:cubicBezTo>
                    <a:pt x="6" y="16"/>
                    <a:pt x="1" y="13"/>
                    <a:pt x="1" y="9"/>
                  </a:cubicBezTo>
                  <a:cubicBezTo>
                    <a:pt x="0" y="5"/>
                    <a:pt x="4" y="1"/>
                    <a:pt x="9" y="0"/>
                  </a:cubicBezTo>
                  <a:cubicBezTo>
                    <a:pt x="15" y="0"/>
                    <a:pt x="20" y="3"/>
                    <a:pt x="2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0" name="Freeform 1902">
              <a:extLst>
                <a:ext uri="{FF2B5EF4-FFF2-40B4-BE49-F238E27FC236}">
                  <a16:creationId xmlns:a16="http://schemas.microsoft.com/office/drawing/2014/main" id="{045458DC-A217-EF02-FB6A-894E4283B4A0}"/>
                </a:ext>
              </a:extLst>
            </p:cNvPr>
            <p:cNvSpPr>
              <a:spLocks/>
            </p:cNvSpPr>
            <p:nvPr/>
          </p:nvSpPr>
          <p:spPr bwMode="auto">
            <a:xfrm rot="5094805">
              <a:off x="772553" y="145219"/>
              <a:ext cx="50269" cy="43415"/>
            </a:xfrm>
            <a:custGeom>
              <a:avLst/>
              <a:gdLst>
                <a:gd name="T0" fmla="*/ 20 w 20"/>
                <a:gd name="T1" fmla="*/ 7 h 18"/>
                <a:gd name="T2" fmla="*/ 11 w 20"/>
                <a:gd name="T3" fmla="*/ 17 h 18"/>
                <a:gd name="T4" fmla="*/ 0 w 20"/>
                <a:gd name="T5" fmla="*/ 11 h 18"/>
                <a:gd name="T6" fmla="*/ 10 w 20"/>
                <a:gd name="T7" fmla="*/ 1 h 18"/>
                <a:gd name="T8" fmla="*/ 20 w 20"/>
                <a:gd name="T9" fmla="*/ 7 h 18"/>
              </a:gdLst>
              <a:ahLst/>
              <a:cxnLst>
                <a:cxn ang="0">
                  <a:pos x="T0" y="T1"/>
                </a:cxn>
                <a:cxn ang="0">
                  <a:pos x="T2" y="T3"/>
                </a:cxn>
                <a:cxn ang="0">
                  <a:pos x="T4" y="T5"/>
                </a:cxn>
                <a:cxn ang="0">
                  <a:pos x="T6" y="T7"/>
                </a:cxn>
                <a:cxn ang="0">
                  <a:pos x="T8" y="T9"/>
                </a:cxn>
              </a:cxnLst>
              <a:rect l="0" t="0" r="r" b="b"/>
              <a:pathLst>
                <a:path w="20" h="18">
                  <a:moveTo>
                    <a:pt x="20" y="7"/>
                  </a:moveTo>
                  <a:cubicBezTo>
                    <a:pt x="20" y="12"/>
                    <a:pt x="16" y="16"/>
                    <a:pt x="11" y="17"/>
                  </a:cubicBezTo>
                  <a:cubicBezTo>
                    <a:pt x="5" y="18"/>
                    <a:pt x="1" y="15"/>
                    <a:pt x="0" y="11"/>
                  </a:cubicBezTo>
                  <a:cubicBezTo>
                    <a:pt x="0" y="7"/>
                    <a:pt x="5" y="2"/>
                    <a:pt x="10" y="1"/>
                  </a:cubicBezTo>
                  <a:cubicBezTo>
                    <a:pt x="15" y="0"/>
                    <a:pt x="20" y="3"/>
                    <a:pt x="2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1" name="Freeform 1903">
              <a:extLst>
                <a:ext uri="{FF2B5EF4-FFF2-40B4-BE49-F238E27FC236}">
                  <a16:creationId xmlns:a16="http://schemas.microsoft.com/office/drawing/2014/main" id="{69E695C2-F908-EF40-9A7D-94B0D23276A4}"/>
                </a:ext>
              </a:extLst>
            </p:cNvPr>
            <p:cNvSpPr>
              <a:spLocks/>
            </p:cNvSpPr>
            <p:nvPr/>
          </p:nvSpPr>
          <p:spPr bwMode="auto">
            <a:xfrm rot="5094805">
              <a:off x="696562" y="-40704"/>
              <a:ext cx="50269" cy="47985"/>
            </a:xfrm>
            <a:custGeom>
              <a:avLst/>
              <a:gdLst>
                <a:gd name="T0" fmla="*/ 19 w 20"/>
                <a:gd name="T1" fmla="*/ 6 h 19"/>
                <a:gd name="T2" fmla="*/ 10 w 20"/>
                <a:gd name="T3" fmla="*/ 17 h 19"/>
                <a:gd name="T4" fmla="*/ 0 w 20"/>
                <a:gd name="T5" fmla="*/ 13 h 19"/>
                <a:gd name="T6" fmla="*/ 9 w 20"/>
                <a:gd name="T7" fmla="*/ 2 h 19"/>
                <a:gd name="T8" fmla="*/ 19 w 20"/>
                <a:gd name="T9" fmla="*/ 6 h 19"/>
              </a:gdLst>
              <a:ahLst/>
              <a:cxnLst>
                <a:cxn ang="0">
                  <a:pos x="T0" y="T1"/>
                </a:cxn>
                <a:cxn ang="0">
                  <a:pos x="T2" y="T3"/>
                </a:cxn>
                <a:cxn ang="0">
                  <a:pos x="T4" y="T5"/>
                </a:cxn>
                <a:cxn ang="0">
                  <a:pos x="T6" y="T7"/>
                </a:cxn>
                <a:cxn ang="0">
                  <a:pos x="T8" y="T9"/>
                </a:cxn>
              </a:cxnLst>
              <a:rect l="0" t="0" r="r" b="b"/>
              <a:pathLst>
                <a:path w="20" h="19">
                  <a:moveTo>
                    <a:pt x="19" y="6"/>
                  </a:moveTo>
                  <a:cubicBezTo>
                    <a:pt x="20" y="10"/>
                    <a:pt x="15" y="15"/>
                    <a:pt x="10" y="17"/>
                  </a:cubicBezTo>
                  <a:cubicBezTo>
                    <a:pt x="5" y="19"/>
                    <a:pt x="0" y="17"/>
                    <a:pt x="0" y="13"/>
                  </a:cubicBezTo>
                  <a:cubicBezTo>
                    <a:pt x="0" y="9"/>
                    <a:pt x="4" y="3"/>
                    <a:pt x="9" y="2"/>
                  </a:cubicBezTo>
                  <a:cubicBezTo>
                    <a:pt x="14" y="0"/>
                    <a:pt x="19" y="2"/>
                    <a:pt x="1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2" name="Freeform 1923">
              <a:extLst>
                <a:ext uri="{FF2B5EF4-FFF2-40B4-BE49-F238E27FC236}">
                  <a16:creationId xmlns:a16="http://schemas.microsoft.com/office/drawing/2014/main" id="{A19CFE94-A5B3-73A4-610B-05CF01B80F8D}"/>
                </a:ext>
              </a:extLst>
            </p:cNvPr>
            <p:cNvSpPr>
              <a:spLocks/>
            </p:cNvSpPr>
            <p:nvPr/>
          </p:nvSpPr>
          <p:spPr bwMode="auto">
            <a:xfrm rot="5094805">
              <a:off x="1423575" y="4389647"/>
              <a:ext cx="50269" cy="22850"/>
            </a:xfrm>
            <a:custGeom>
              <a:avLst/>
              <a:gdLst>
                <a:gd name="T0" fmla="*/ 10 w 21"/>
                <a:gd name="T1" fmla="*/ 4 h 9"/>
                <a:gd name="T2" fmla="*/ 20 w 21"/>
                <a:gd name="T3" fmla="*/ 0 h 9"/>
                <a:gd name="T4" fmla="*/ 12 w 21"/>
                <a:gd name="T5" fmla="*/ 4 h 9"/>
                <a:gd name="T6" fmla="*/ 1 w 21"/>
                <a:gd name="T7" fmla="*/ 9 h 9"/>
                <a:gd name="T8" fmla="*/ 10 w 21"/>
                <a:gd name="T9" fmla="*/ 4 h 9"/>
              </a:gdLst>
              <a:ahLst/>
              <a:cxnLst>
                <a:cxn ang="0">
                  <a:pos x="T0" y="T1"/>
                </a:cxn>
                <a:cxn ang="0">
                  <a:pos x="T2" y="T3"/>
                </a:cxn>
                <a:cxn ang="0">
                  <a:pos x="T4" y="T5"/>
                </a:cxn>
                <a:cxn ang="0">
                  <a:pos x="T6" y="T7"/>
                </a:cxn>
                <a:cxn ang="0">
                  <a:pos x="T8" y="T9"/>
                </a:cxn>
              </a:cxnLst>
              <a:rect l="0" t="0" r="r" b="b"/>
              <a:pathLst>
                <a:path w="21" h="9">
                  <a:moveTo>
                    <a:pt x="10" y="4"/>
                  </a:moveTo>
                  <a:cubicBezTo>
                    <a:pt x="15" y="2"/>
                    <a:pt x="20" y="0"/>
                    <a:pt x="20" y="0"/>
                  </a:cubicBezTo>
                  <a:cubicBezTo>
                    <a:pt x="21" y="0"/>
                    <a:pt x="17" y="2"/>
                    <a:pt x="12" y="4"/>
                  </a:cubicBezTo>
                  <a:cubicBezTo>
                    <a:pt x="7" y="7"/>
                    <a:pt x="1" y="9"/>
                    <a:pt x="1" y="9"/>
                  </a:cubicBezTo>
                  <a:cubicBezTo>
                    <a:pt x="0" y="9"/>
                    <a:pt x="5"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3" name="Freeform 1924">
              <a:extLst>
                <a:ext uri="{FF2B5EF4-FFF2-40B4-BE49-F238E27FC236}">
                  <a16:creationId xmlns:a16="http://schemas.microsoft.com/office/drawing/2014/main" id="{F7AED91F-34A3-FB80-1BA4-C87FEF7BF02E}"/>
                </a:ext>
              </a:extLst>
            </p:cNvPr>
            <p:cNvSpPr>
              <a:spLocks/>
            </p:cNvSpPr>
            <p:nvPr/>
          </p:nvSpPr>
          <p:spPr bwMode="auto">
            <a:xfrm rot="5094805">
              <a:off x="1528314" y="4574066"/>
              <a:ext cx="52554" cy="22850"/>
            </a:xfrm>
            <a:custGeom>
              <a:avLst/>
              <a:gdLst>
                <a:gd name="T0" fmla="*/ 20 w 21"/>
                <a:gd name="T1" fmla="*/ 0 h 9"/>
                <a:gd name="T2" fmla="*/ 11 w 21"/>
                <a:gd name="T3" fmla="*/ 5 h 9"/>
                <a:gd name="T4" fmla="*/ 1 w 21"/>
                <a:gd name="T5" fmla="*/ 9 h 9"/>
                <a:gd name="T6" fmla="*/ 10 w 21"/>
                <a:gd name="T7" fmla="*/ 4 h 9"/>
                <a:gd name="T8" fmla="*/ 20 w 21"/>
                <a:gd name="T9" fmla="*/ 0 h 9"/>
              </a:gdLst>
              <a:ahLst/>
              <a:cxnLst>
                <a:cxn ang="0">
                  <a:pos x="T0" y="T1"/>
                </a:cxn>
                <a:cxn ang="0">
                  <a:pos x="T2" y="T3"/>
                </a:cxn>
                <a:cxn ang="0">
                  <a:pos x="T4" y="T5"/>
                </a:cxn>
                <a:cxn ang="0">
                  <a:pos x="T6" y="T7"/>
                </a:cxn>
                <a:cxn ang="0">
                  <a:pos x="T8" y="T9"/>
                </a:cxn>
              </a:cxnLst>
              <a:rect l="0" t="0" r="r" b="b"/>
              <a:pathLst>
                <a:path w="21" h="9">
                  <a:moveTo>
                    <a:pt x="20" y="0"/>
                  </a:moveTo>
                  <a:cubicBezTo>
                    <a:pt x="21" y="0"/>
                    <a:pt x="16" y="2"/>
                    <a:pt x="11" y="5"/>
                  </a:cubicBezTo>
                  <a:cubicBezTo>
                    <a:pt x="6" y="7"/>
                    <a:pt x="1" y="9"/>
                    <a:pt x="1" y="9"/>
                  </a:cubicBezTo>
                  <a:cubicBezTo>
                    <a:pt x="0" y="9"/>
                    <a:pt x="4" y="6"/>
                    <a:pt x="10"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4" name="Freeform 1925">
              <a:extLst>
                <a:ext uri="{FF2B5EF4-FFF2-40B4-BE49-F238E27FC236}">
                  <a16:creationId xmlns:a16="http://schemas.microsoft.com/office/drawing/2014/main" id="{3D23360F-B4B1-A15A-98F8-84CD4CC0BDFE}"/>
                </a:ext>
              </a:extLst>
            </p:cNvPr>
            <p:cNvSpPr>
              <a:spLocks/>
            </p:cNvSpPr>
            <p:nvPr/>
          </p:nvSpPr>
          <p:spPr bwMode="auto">
            <a:xfrm rot="5094805">
              <a:off x="1632860" y="4756412"/>
              <a:ext cx="50269" cy="22850"/>
            </a:xfrm>
            <a:custGeom>
              <a:avLst/>
              <a:gdLst>
                <a:gd name="T0" fmla="*/ 9 w 20"/>
                <a:gd name="T1" fmla="*/ 4 h 9"/>
                <a:gd name="T2" fmla="*/ 20 w 20"/>
                <a:gd name="T3" fmla="*/ 0 h 9"/>
                <a:gd name="T4" fmla="*/ 11 w 20"/>
                <a:gd name="T5" fmla="*/ 5 h 9"/>
                <a:gd name="T6" fmla="*/ 0 w 20"/>
                <a:gd name="T7" fmla="*/ 9 h 9"/>
                <a:gd name="T8" fmla="*/ 9 w 20"/>
                <a:gd name="T9" fmla="*/ 4 h 9"/>
              </a:gdLst>
              <a:ahLst/>
              <a:cxnLst>
                <a:cxn ang="0">
                  <a:pos x="T0" y="T1"/>
                </a:cxn>
                <a:cxn ang="0">
                  <a:pos x="T2" y="T3"/>
                </a:cxn>
                <a:cxn ang="0">
                  <a:pos x="T4" y="T5"/>
                </a:cxn>
                <a:cxn ang="0">
                  <a:pos x="T6" y="T7"/>
                </a:cxn>
                <a:cxn ang="0">
                  <a:pos x="T8" y="T9"/>
                </a:cxn>
              </a:cxnLst>
              <a:rect l="0" t="0" r="r" b="b"/>
              <a:pathLst>
                <a:path w="20" h="9">
                  <a:moveTo>
                    <a:pt x="9" y="4"/>
                  </a:moveTo>
                  <a:cubicBezTo>
                    <a:pt x="14" y="2"/>
                    <a:pt x="19" y="0"/>
                    <a:pt x="20" y="0"/>
                  </a:cubicBezTo>
                  <a:cubicBezTo>
                    <a:pt x="20" y="0"/>
                    <a:pt x="16" y="2"/>
                    <a:pt x="11" y="5"/>
                  </a:cubicBezTo>
                  <a:cubicBezTo>
                    <a:pt x="6" y="7"/>
                    <a:pt x="1" y="9"/>
                    <a:pt x="0" y="9"/>
                  </a:cubicBezTo>
                  <a:cubicBezTo>
                    <a:pt x="0" y="9"/>
                    <a:pt x="4" y="6"/>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5" name="Freeform 1926">
              <a:extLst>
                <a:ext uri="{FF2B5EF4-FFF2-40B4-BE49-F238E27FC236}">
                  <a16:creationId xmlns:a16="http://schemas.microsoft.com/office/drawing/2014/main" id="{7D5A5359-A024-DDD7-5621-AD99D8E476EE}"/>
                </a:ext>
              </a:extLst>
            </p:cNvPr>
            <p:cNvSpPr>
              <a:spLocks/>
            </p:cNvSpPr>
            <p:nvPr/>
          </p:nvSpPr>
          <p:spPr bwMode="auto">
            <a:xfrm rot="5094805">
              <a:off x="1731813" y="4942586"/>
              <a:ext cx="50269" cy="18280"/>
            </a:xfrm>
            <a:custGeom>
              <a:avLst/>
              <a:gdLst>
                <a:gd name="T0" fmla="*/ 20 w 20"/>
                <a:gd name="T1" fmla="*/ 0 h 8"/>
                <a:gd name="T2" fmla="*/ 11 w 20"/>
                <a:gd name="T3" fmla="*/ 4 h 8"/>
                <a:gd name="T4" fmla="*/ 0 w 20"/>
                <a:gd name="T5" fmla="*/ 8 h 8"/>
                <a:gd name="T6" fmla="*/ 9 w 20"/>
                <a:gd name="T7" fmla="*/ 4 h 8"/>
                <a:gd name="T8" fmla="*/ 20 w 20"/>
                <a:gd name="T9" fmla="*/ 0 h 8"/>
              </a:gdLst>
              <a:ahLst/>
              <a:cxnLst>
                <a:cxn ang="0">
                  <a:pos x="T0" y="T1"/>
                </a:cxn>
                <a:cxn ang="0">
                  <a:pos x="T2" y="T3"/>
                </a:cxn>
                <a:cxn ang="0">
                  <a:pos x="T4" y="T5"/>
                </a:cxn>
                <a:cxn ang="0">
                  <a:pos x="T6" y="T7"/>
                </a:cxn>
                <a:cxn ang="0">
                  <a:pos x="T8" y="T9"/>
                </a:cxn>
              </a:cxnLst>
              <a:rect l="0" t="0" r="r" b="b"/>
              <a:pathLst>
                <a:path w="20" h="8">
                  <a:moveTo>
                    <a:pt x="20" y="0"/>
                  </a:moveTo>
                  <a:cubicBezTo>
                    <a:pt x="20" y="0"/>
                    <a:pt x="16" y="2"/>
                    <a:pt x="11" y="4"/>
                  </a:cubicBezTo>
                  <a:cubicBezTo>
                    <a:pt x="6" y="6"/>
                    <a:pt x="1" y="8"/>
                    <a:pt x="0" y="8"/>
                  </a:cubicBezTo>
                  <a:cubicBezTo>
                    <a:pt x="0" y="8"/>
                    <a:pt x="3" y="6"/>
                    <a:pt x="9" y="4"/>
                  </a:cubicBezTo>
                  <a:cubicBezTo>
                    <a:pt x="14" y="2"/>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6" name="Freeform 1927">
              <a:extLst>
                <a:ext uri="{FF2B5EF4-FFF2-40B4-BE49-F238E27FC236}">
                  <a16:creationId xmlns:a16="http://schemas.microsoft.com/office/drawing/2014/main" id="{DBBC88F5-F2E4-23A3-B69F-F7A5B41B5F5D}"/>
                </a:ext>
              </a:extLst>
            </p:cNvPr>
            <p:cNvSpPr>
              <a:spLocks/>
            </p:cNvSpPr>
            <p:nvPr/>
          </p:nvSpPr>
          <p:spPr bwMode="auto">
            <a:xfrm rot="5094805">
              <a:off x="1826319" y="5126977"/>
              <a:ext cx="47985" cy="20565"/>
            </a:xfrm>
            <a:custGeom>
              <a:avLst/>
              <a:gdLst>
                <a:gd name="T0" fmla="*/ 0 w 20"/>
                <a:gd name="T1" fmla="*/ 8 h 8"/>
                <a:gd name="T2" fmla="*/ 9 w 20"/>
                <a:gd name="T3" fmla="*/ 4 h 8"/>
                <a:gd name="T4" fmla="*/ 20 w 20"/>
                <a:gd name="T5" fmla="*/ 1 h 8"/>
                <a:gd name="T6" fmla="*/ 10 w 20"/>
                <a:gd name="T7" fmla="*/ 5 h 8"/>
                <a:gd name="T8" fmla="*/ 0 w 20"/>
                <a:gd name="T9" fmla="*/ 8 h 8"/>
              </a:gdLst>
              <a:ahLst/>
              <a:cxnLst>
                <a:cxn ang="0">
                  <a:pos x="T0" y="T1"/>
                </a:cxn>
                <a:cxn ang="0">
                  <a:pos x="T2" y="T3"/>
                </a:cxn>
                <a:cxn ang="0">
                  <a:pos x="T4" y="T5"/>
                </a:cxn>
                <a:cxn ang="0">
                  <a:pos x="T6" y="T7"/>
                </a:cxn>
                <a:cxn ang="0">
                  <a:pos x="T8" y="T9"/>
                </a:cxn>
              </a:cxnLst>
              <a:rect l="0" t="0" r="r" b="b"/>
              <a:pathLst>
                <a:path w="20" h="8">
                  <a:moveTo>
                    <a:pt x="0" y="8"/>
                  </a:moveTo>
                  <a:cubicBezTo>
                    <a:pt x="0" y="8"/>
                    <a:pt x="4" y="6"/>
                    <a:pt x="9" y="4"/>
                  </a:cubicBezTo>
                  <a:cubicBezTo>
                    <a:pt x="15" y="2"/>
                    <a:pt x="19" y="0"/>
                    <a:pt x="20" y="1"/>
                  </a:cubicBezTo>
                  <a:cubicBezTo>
                    <a:pt x="20" y="1"/>
                    <a:pt x="15" y="3"/>
                    <a:pt x="10" y="5"/>
                  </a:cubicBezTo>
                  <a:cubicBezTo>
                    <a:pt x="5" y="7"/>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7" name="Freeform 1928">
              <a:extLst>
                <a:ext uri="{FF2B5EF4-FFF2-40B4-BE49-F238E27FC236}">
                  <a16:creationId xmlns:a16="http://schemas.microsoft.com/office/drawing/2014/main" id="{5A9794E2-585B-92C5-3607-FA91B7B1074E}"/>
                </a:ext>
              </a:extLst>
            </p:cNvPr>
            <p:cNvSpPr>
              <a:spLocks/>
            </p:cNvSpPr>
            <p:nvPr/>
          </p:nvSpPr>
          <p:spPr bwMode="auto">
            <a:xfrm rot="5094805">
              <a:off x="1909437" y="5314463"/>
              <a:ext cx="50269" cy="18280"/>
            </a:xfrm>
            <a:custGeom>
              <a:avLst/>
              <a:gdLst>
                <a:gd name="T0" fmla="*/ 11 w 20"/>
                <a:gd name="T1" fmla="*/ 3 h 7"/>
                <a:gd name="T2" fmla="*/ 0 w 20"/>
                <a:gd name="T3" fmla="*/ 6 h 7"/>
                <a:gd name="T4" fmla="*/ 9 w 20"/>
                <a:gd name="T5" fmla="*/ 3 h 7"/>
                <a:gd name="T6" fmla="*/ 20 w 20"/>
                <a:gd name="T7" fmla="*/ 0 h 7"/>
                <a:gd name="T8" fmla="*/ 11 w 20"/>
                <a:gd name="T9" fmla="*/ 3 h 7"/>
              </a:gdLst>
              <a:ahLst/>
              <a:cxnLst>
                <a:cxn ang="0">
                  <a:pos x="T0" y="T1"/>
                </a:cxn>
                <a:cxn ang="0">
                  <a:pos x="T2" y="T3"/>
                </a:cxn>
                <a:cxn ang="0">
                  <a:pos x="T4" y="T5"/>
                </a:cxn>
                <a:cxn ang="0">
                  <a:pos x="T6" y="T7"/>
                </a:cxn>
                <a:cxn ang="0">
                  <a:pos x="T8" y="T9"/>
                </a:cxn>
              </a:cxnLst>
              <a:rect l="0" t="0" r="r" b="b"/>
              <a:pathLst>
                <a:path w="20" h="7">
                  <a:moveTo>
                    <a:pt x="11" y="3"/>
                  </a:moveTo>
                  <a:cubicBezTo>
                    <a:pt x="5" y="5"/>
                    <a:pt x="0" y="7"/>
                    <a:pt x="0" y="6"/>
                  </a:cubicBezTo>
                  <a:cubicBezTo>
                    <a:pt x="0" y="6"/>
                    <a:pt x="4" y="4"/>
                    <a:pt x="9" y="3"/>
                  </a:cubicBezTo>
                  <a:cubicBezTo>
                    <a:pt x="14" y="1"/>
                    <a:pt x="19" y="0"/>
                    <a:pt x="20" y="0"/>
                  </a:cubicBezTo>
                  <a:cubicBezTo>
                    <a:pt x="20" y="0"/>
                    <a:pt x="16"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8" name="Freeform 1929">
              <a:extLst>
                <a:ext uri="{FF2B5EF4-FFF2-40B4-BE49-F238E27FC236}">
                  <a16:creationId xmlns:a16="http://schemas.microsoft.com/office/drawing/2014/main" id="{9B4EF411-83E1-0517-3557-170FF0A1DB81}"/>
                </a:ext>
              </a:extLst>
            </p:cNvPr>
            <p:cNvSpPr>
              <a:spLocks/>
            </p:cNvSpPr>
            <p:nvPr/>
          </p:nvSpPr>
          <p:spPr bwMode="auto">
            <a:xfrm rot="5094805">
              <a:off x="1986768" y="5501419"/>
              <a:ext cx="50269" cy="15995"/>
            </a:xfrm>
            <a:custGeom>
              <a:avLst/>
              <a:gdLst>
                <a:gd name="T0" fmla="*/ 20 w 20"/>
                <a:gd name="T1" fmla="*/ 0 h 6"/>
                <a:gd name="T2" fmla="*/ 11 w 20"/>
                <a:gd name="T3" fmla="*/ 3 h 6"/>
                <a:gd name="T4" fmla="*/ 0 w 20"/>
                <a:gd name="T5" fmla="*/ 6 h 6"/>
                <a:gd name="T6" fmla="*/ 9 w 20"/>
                <a:gd name="T7" fmla="*/ 2 h 6"/>
                <a:gd name="T8" fmla="*/ 20 w 20"/>
                <a:gd name="T9" fmla="*/ 0 h 6"/>
              </a:gdLst>
              <a:ahLst/>
              <a:cxnLst>
                <a:cxn ang="0">
                  <a:pos x="T0" y="T1"/>
                </a:cxn>
                <a:cxn ang="0">
                  <a:pos x="T2" y="T3"/>
                </a:cxn>
                <a:cxn ang="0">
                  <a:pos x="T4" y="T5"/>
                </a:cxn>
                <a:cxn ang="0">
                  <a:pos x="T6" y="T7"/>
                </a:cxn>
                <a:cxn ang="0">
                  <a:pos x="T8" y="T9"/>
                </a:cxn>
              </a:cxnLst>
              <a:rect l="0" t="0" r="r" b="b"/>
              <a:pathLst>
                <a:path w="20" h="6">
                  <a:moveTo>
                    <a:pt x="20" y="0"/>
                  </a:moveTo>
                  <a:cubicBezTo>
                    <a:pt x="20" y="0"/>
                    <a:pt x="16" y="2"/>
                    <a:pt x="11" y="3"/>
                  </a:cubicBezTo>
                  <a:cubicBezTo>
                    <a:pt x="6" y="5"/>
                    <a:pt x="0" y="6"/>
                    <a:pt x="0" y="6"/>
                  </a:cubicBezTo>
                  <a:cubicBezTo>
                    <a:pt x="0" y="5"/>
                    <a:pt x="4" y="4"/>
                    <a:pt x="9" y="2"/>
                  </a:cubicBezTo>
                  <a:cubicBezTo>
                    <a:pt x="14" y="1"/>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9" name="Freeform 1930">
              <a:extLst>
                <a:ext uri="{FF2B5EF4-FFF2-40B4-BE49-F238E27FC236}">
                  <a16:creationId xmlns:a16="http://schemas.microsoft.com/office/drawing/2014/main" id="{756C159A-B51C-B99E-A828-40AA442F9C50}"/>
                </a:ext>
              </a:extLst>
            </p:cNvPr>
            <p:cNvSpPr>
              <a:spLocks/>
            </p:cNvSpPr>
            <p:nvPr/>
          </p:nvSpPr>
          <p:spPr bwMode="auto">
            <a:xfrm rot="5094805">
              <a:off x="2055100" y="5691567"/>
              <a:ext cx="47985" cy="11425"/>
            </a:xfrm>
            <a:custGeom>
              <a:avLst/>
              <a:gdLst>
                <a:gd name="T0" fmla="*/ 10 w 20"/>
                <a:gd name="T1" fmla="*/ 2 h 5"/>
                <a:gd name="T2" fmla="*/ 20 w 20"/>
                <a:gd name="T3" fmla="*/ 0 h 5"/>
                <a:gd name="T4" fmla="*/ 10 w 20"/>
                <a:gd name="T5" fmla="*/ 3 h 5"/>
                <a:gd name="T6" fmla="*/ 0 w 20"/>
                <a:gd name="T7" fmla="*/ 5 h 5"/>
                <a:gd name="T8" fmla="*/ 10 w 20"/>
                <a:gd name="T9" fmla="*/ 2 h 5"/>
              </a:gdLst>
              <a:ahLst/>
              <a:cxnLst>
                <a:cxn ang="0">
                  <a:pos x="T0" y="T1"/>
                </a:cxn>
                <a:cxn ang="0">
                  <a:pos x="T2" y="T3"/>
                </a:cxn>
                <a:cxn ang="0">
                  <a:pos x="T4" y="T5"/>
                </a:cxn>
                <a:cxn ang="0">
                  <a:pos x="T6" y="T7"/>
                </a:cxn>
                <a:cxn ang="0">
                  <a:pos x="T8" y="T9"/>
                </a:cxn>
              </a:cxnLst>
              <a:rect l="0" t="0" r="r" b="b"/>
              <a:pathLst>
                <a:path w="20" h="5">
                  <a:moveTo>
                    <a:pt x="10" y="2"/>
                  </a:moveTo>
                  <a:cubicBezTo>
                    <a:pt x="16" y="1"/>
                    <a:pt x="20" y="0"/>
                    <a:pt x="20" y="0"/>
                  </a:cubicBezTo>
                  <a:cubicBezTo>
                    <a:pt x="20" y="1"/>
                    <a:pt x="16" y="2"/>
                    <a:pt x="10" y="3"/>
                  </a:cubicBezTo>
                  <a:cubicBezTo>
                    <a:pt x="5" y="4"/>
                    <a:pt x="0" y="5"/>
                    <a:pt x="0" y="5"/>
                  </a:cubicBezTo>
                  <a:cubicBezTo>
                    <a:pt x="0" y="4"/>
                    <a:pt x="5" y="3"/>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0" name="Freeform 1931">
              <a:extLst>
                <a:ext uri="{FF2B5EF4-FFF2-40B4-BE49-F238E27FC236}">
                  <a16:creationId xmlns:a16="http://schemas.microsoft.com/office/drawing/2014/main" id="{97320C8C-6B15-B520-0E6B-DBE36C2F9950}"/>
                </a:ext>
              </a:extLst>
            </p:cNvPr>
            <p:cNvSpPr>
              <a:spLocks/>
            </p:cNvSpPr>
            <p:nvPr/>
          </p:nvSpPr>
          <p:spPr bwMode="auto">
            <a:xfrm rot="5094805">
              <a:off x="2111012" y="5881582"/>
              <a:ext cx="47985" cy="11425"/>
            </a:xfrm>
            <a:custGeom>
              <a:avLst/>
              <a:gdLst>
                <a:gd name="T0" fmla="*/ 20 w 20"/>
                <a:gd name="T1" fmla="*/ 1 h 4"/>
                <a:gd name="T2" fmla="*/ 10 w 20"/>
                <a:gd name="T3" fmla="*/ 3 h 4"/>
                <a:gd name="T4" fmla="*/ 0 w 20"/>
                <a:gd name="T5" fmla="*/ 4 h 4"/>
                <a:gd name="T6" fmla="*/ 10 w 20"/>
                <a:gd name="T7" fmla="*/ 1 h 4"/>
                <a:gd name="T8" fmla="*/ 20 w 20"/>
                <a:gd name="T9" fmla="*/ 1 h 4"/>
              </a:gdLst>
              <a:ahLst/>
              <a:cxnLst>
                <a:cxn ang="0">
                  <a:pos x="T0" y="T1"/>
                </a:cxn>
                <a:cxn ang="0">
                  <a:pos x="T2" y="T3"/>
                </a:cxn>
                <a:cxn ang="0">
                  <a:pos x="T4" y="T5"/>
                </a:cxn>
                <a:cxn ang="0">
                  <a:pos x="T6" y="T7"/>
                </a:cxn>
                <a:cxn ang="0">
                  <a:pos x="T8" y="T9"/>
                </a:cxn>
              </a:cxnLst>
              <a:rect l="0" t="0" r="r" b="b"/>
              <a:pathLst>
                <a:path w="20" h="4">
                  <a:moveTo>
                    <a:pt x="20" y="1"/>
                  </a:moveTo>
                  <a:cubicBezTo>
                    <a:pt x="20" y="1"/>
                    <a:pt x="15" y="2"/>
                    <a:pt x="10" y="3"/>
                  </a:cubicBezTo>
                  <a:cubicBezTo>
                    <a:pt x="5" y="4"/>
                    <a:pt x="0" y="4"/>
                    <a:pt x="0" y="4"/>
                  </a:cubicBezTo>
                  <a:cubicBezTo>
                    <a:pt x="0" y="3"/>
                    <a:pt x="5" y="2"/>
                    <a:pt x="10" y="1"/>
                  </a:cubicBezTo>
                  <a:cubicBezTo>
                    <a:pt x="15" y="1"/>
                    <a:pt x="20"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1" name="Freeform 1932">
              <a:extLst>
                <a:ext uri="{FF2B5EF4-FFF2-40B4-BE49-F238E27FC236}">
                  <a16:creationId xmlns:a16="http://schemas.microsoft.com/office/drawing/2014/main" id="{37FCD986-A990-6DB3-2FF9-2E960C47FBE8}"/>
                </a:ext>
              </a:extLst>
            </p:cNvPr>
            <p:cNvSpPr>
              <a:spLocks/>
            </p:cNvSpPr>
            <p:nvPr/>
          </p:nvSpPr>
          <p:spPr bwMode="auto">
            <a:xfrm rot="5094805">
              <a:off x="2148707" y="6075299"/>
              <a:ext cx="52554" cy="6855"/>
            </a:xfrm>
            <a:custGeom>
              <a:avLst/>
              <a:gdLst>
                <a:gd name="T0" fmla="*/ 21 w 21"/>
                <a:gd name="T1" fmla="*/ 1 h 3"/>
                <a:gd name="T2" fmla="*/ 11 w 21"/>
                <a:gd name="T3" fmla="*/ 2 h 3"/>
                <a:gd name="T4" fmla="*/ 1 w 21"/>
                <a:gd name="T5" fmla="*/ 2 h 3"/>
                <a:gd name="T6" fmla="*/ 10 w 21"/>
                <a:gd name="T7" fmla="*/ 1 h 3"/>
                <a:gd name="T8" fmla="*/ 21 w 21"/>
                <a:gd name="T9" fmla="*/ 1 h 3"/>
              </a:gdLst>
              <a:ahLst/>
              <a:cxnLst>
                <a:cxn ang="0">
                  <a:pos x="T0" y="T1"/>
                </a:cxn>
                <a:cxn ang="0">
                  <a:pos x="T2" y="T3"/>
                </a:cxn>
                <a:cxn ang="0">
                  <a:pos x="T4" y="T5"/>
                </a:cxn>
                <a:cxn ang="0">
                  <a:pos x="T6" y="T7"/>
                </a:cxn>
                <a:cxn ang="0">
                  <a:pos x="T8" y="T9"/>
                </a:cxn>
              </a:cxnLst>
              <a:rect l="0" t="0" r="r" b="b"/>
              <a:pathLst>
                <a:path w="21" h="3">
                  <a:moveTo>
                    <a:pt x="21" y="1"/>
                  </a:moveTo>
                  <a:cubicBezTo>
                    <a:pt x="21" y="1"/>
                    <a:pt x="17" y="1"/>
                    <a:pt x="11" y="2"/>
                  </a:cubicBezTo>
                  <a:cubicBezTo>
                    <a:pt x="6" y="2"/>
                    <a:pt x="1" y="3"/>
                    <a:pt x="1" y="2"/>
                  </a:cubicBezTo>
                  <a:cubicBezTo>
                    <a:pt x="0" y="2"/>
                    <a:pt x="5" y="1"/>
                    <a:pt x="10" y="1"/>
                  </a:cubicBezTo>
                  <a:cubicBezTo>
                    <a:pt x="15" y="0"/>
                    <a:pt x="20"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2" name="Freeform 1933">
              <a:extLst>
                <a:ext uri="{FF2B5EF4-FFF2-40B4-BE49-F238E27FC236}">
                  <a16:creationId xmlns:a16="http://schemas.microsoft.com/office/drawing/2014/main" id="{EBBC3ADF-2C87-6D38-B731-3E7A64A57BBE}"/>
                </a:ext>
              </a:extLst>
            </p:cNvPr>
            <p:cNvSpPr>
              <a:spLocks/>
            </p:cNvSpPr>
            <p:nvPr/>
          </p:nvSpPr>
          <p:spPr bwMode="auto">
            <a:xfrm rot="5094805">
              <a:off x="2187654" y="6268072"/>
              <a:ext cx="50269" cy="6855"/>
            </a:xfrm>
            <a:custGeom>
              <a:avLst/>
              <a:gdLst>
                <a:gd name="T0" fmla="*/ 11 w 21"/>
                <a:gd name="T1" fmla="*/ 2 h 3"/>
                <a:gd name="T2" fmla="*/ 0 w 21"/>
                <a:gd name="T3" fmla="*/ 3 h 3"/>
                <a:gd name="T4" fmla="*/ 10 w 21"/>
                <a:gd name="T5" fmla="*/ 1 h 3"/>
                <a:gd name="T6" fmla="*/ 20 w 21"/>
                <a:gd name="T7" fmla="*/ 0 h 3"/>
                <a:gd name="T8" fmla="*/ 11 w 21"/>
                <a:gd name="T9" fmla="*/ 2 h 3"/>
              </a:gdLst>
              <a:ahLst/>
              <a:cxnLst>
                <a:cxn ang="0">
                  <a:pos x="T0" y="T1"/>
                </a:cxn>
                <a:cxn ang="0">
                  <a:pos x="T2" y="T3"/>
                </a:cxn>
                <a:cxn ang="0">
                  <a:pos x="T4" y="T5"/>
                </a:cxn>
                <a:cxn ang="0">
                  <a:pos x="T6" y="T7"/>
                </a:cxn>
                <a:cxn ang="0">
                  <a:pos x="T8" y="T9"/>
                </a:cxn>
              </a:cxnLst>
              <a:rect l="0" t="0" r="r" b="b"/>
              <a:pathLst>
                <a:path w="21" h="3">
                  <a:moveTo>
                    <a:pt x="11" y="2"/>
                  </a:moveTo>
                  <a:cubicBezTo>
                    <a:pt x="6" y="3"/>
                    <a:pt x="1" y="3"/>
                    <a:pt x="0" y="3"/>
                  </a:cubicBezTo>
                  <a:cubicBezTo>
                    <a:pt x="0" y="3"/>
                    <a:pt x="4" y="2"/>
                    <a:pt x="10" y="1"/>
                  </a:cubicBezTo>
                  <a:cubicBezTo>
                    <a:pt x="15" y="0"/>
                    <a:pt x="20" y="0"/>
                    <a:pt x="20" y="0"/>
                  </a:cubicBezTo>
                  <a:cubicBezTo>
                    <a:pt x="21" y="1"/>
                    <a:pt x="16" y="2"/>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3" name="Freeform 1934">
              <a:extLst>
                <a:ext uri="{FF2B5EF4-FFF2-40B4-BE49-F238E27FC236}">
                  <a16:creationId xmlns:a16="http://schemas.microsoft.com/office/drawing/2014/main" id="{549CF484-9E4F-D5F5-A14C-4F6864F6F04F}"/>
                </a:ext>
              </a:extLst>
            </p:cNvPr>
            <p:cNvSpPr>
              <a:spLocks/>
            </p:cNvSpPr>
            <p:nvPr/>
          </p:nvSpPr>
          <p:spPr bwMode="auto">
            <a:xfrm rot="5094805">
              <a:off x="2236536" y="6454133"/>
              <a:ext cx="50269" cy="11425"/>
            </a:xfrm>
            <a:custGeom>
              <a:avLst/>
              <a:gdLst>
                <a:gd name="T0" fmla="*/ 12 w 21"/>
                <a:gd name="T1" fmla="*/ 3 h 5"/>
                <a:gd name="T2" fmla="*/ 1 w 21"/>
                <a:gd name="T3" fmla="*/ 4 h 5"/>
                <a:gd name="T4" fmla="*/ 9 w 21"/>
                <a:gd name="T5" fmla="*/ 1 h 5"/>
                <a:gd name="T6" fmla="*/ 21 w 21"/>
                <a:gd name="T7" fmla="*/ 0 h 5"/>
                <a:gd name="T8" fmla="*/ 12 w 21"/>
                <a:gd name="T9" fmla="*/ 3 h 5"/>
              </a:gdLst>
              <a:ahLst/>
              <a:cxnLst>
                <a:cxn ang="0">
                  <a:pos x="T0" y="T1"/>
                </a:cxn>
                <a:cxn ang="0">
                  <a:pos x="T2" y="T3"/>
                </a:cxn>
                <a:cxn ang="0">
                  <a:pos x="T4" y="T5"/>
                </a:cxn>
                <a:cxn ang="0">
                  <a:pos x="T6" y="T7"/>
                </a:cxn>
                <a:cxn ang="0">
                  <a:pos x="T8" y="T9"/>
                </a:cxn>
              </a:cxnLst>
              <a:rect l="0" t="0" r="r" b="b"/>
              <a:pathLst>
                <a:path w="21" h="5">
                  <a:moveTo>
                    <a:pt x="12" y="3"/>
                  </a:moveTo>
                  <a:cubicBezTo>
                    <a:pt x="7" y="4"/>
                    <a:pt x="2" y="5"/>
                    <a:pt x="1" y="4"/>
                  </a:cubicBezTo>
                  <a:cubicBezTo>
                    <a:pt x="0" y="4"/>
                    <a:pt x="4" y="3"/>
                    <a:pt x="9" y="1"/>
                  </a:cubicBezTo>
                  <a:cubicBezTo>
                    <a:pt x="15" y="0"/>
                    <a:pt x="20" y="0"/>
                    <a:pt x="21" y="0"/>
                  </a:cubicBezTo>
                  <a:cubicBezTo>
                    <a:pt x="21" y="1"/>
                    <a:pt x="18" y="2"/>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4" name="Freeform 1935">
              <a:extLst>
                <a:ext uri="{FF2B5EF4-FFF2-40B4-BE49-F238E27FC236}">
                  <a16:creationId xmlns:a16="http://schemas.microsoft.com/office/drawing/2014/main" id="{9B6183D6-70B3-C4B2-3C90-7974E17D9DC0}"/>
                </a:ext>
              </a:extLst>
            </p:cNvPr>
            <p:cNvSpPr>
              <a:spLocks/>
            </p:cNvSpPr>
            <p:nvPr/>
          </p:nvSpPr>
          <p:spPr bwMode="auto">
            <a:xfrm rot="5094805">
              <a:off x="2298234" y="6642392"/>
              <a:ext cx="52554" cy="15995"/>
            </a:xfrm>
            <a:custGeom>
              <a:avLst/>
              <a:gdLst>
                <a:gd name="T0" fmla="*/ 20 w 21"/>
                <a:gd name="T1" fmla="*/ 0 h 6"/>
                <a:gd name="T2" fmla="*/ 11 w 21"/>
                <a:gd name="T3" fmla="*/ 4 h 6"/>
                <a:gd name="T4" fmla="*/ 0 w 21"/>
                <a:gd name="T5" fmla="*/ 5 h 6"/>
                <a:gd name="T6" fmla="*/ 9 w 21"/>
                <a:gd name="T7" fmla="*/ 2 h 6"/>
                <a:gd name="T8" fmla="*/ 20 w 21"/>
                <a:gd name="T9" fmla="*/ 0 h 6"/>
              </a:gdLst>
              <a:ahLst/>
              <a:cxnLst>
                <a:cxn ang="0">
                  <a:pos x="T0" y="T1"/>
                </a:cxn>
                <a:cxn ang="0">
                  <a:pos x="T2" y="T3"/>
                </a:cxn>
                <a:cxn ang="0">
                  <a:pos x="T4" y="T5"/>
                </a:cxn>
                <a:cxn ang="0">
                  <a:pos x="T6" y="T7"/>
                </a:cxn>
                <a:cxn ang="0">
                  <a:pos x="T8" y="T9"/>
                </a:cxn>
              </a:cxnLst>
              <a:rect l="0" t="0" r="r" b="b"/>
              <a:pathLst>
                <a:path w="21" h="6">
                  <a:moveTo>
                    <a:pt x="20" y="0"/>
                  </a:moveTo>
                  <a:cubicBezTo>
                    <a:pt x="21" y="1"/>
                    <a:pt x="16" y="3"/>
                    <a:pt x="11" y="4"/>
                  </a:cubicBezTo>
                  <a:cubicBezTo>
                    <a:pt x="6" y="5"/>
                    <a:pt x="1" y="6"/>
                    <a:pt x="0" y="5"/>
                  </a:cubicBezTo>
                  <a:cubicBezTo>
                    <a:pt x="0" y="5"/>
                    <a:pt x="4" y="3"/>
                    <a:pt x="9" y="2"/>
                  </a:cubicBezTo>
                  <a:cubicBezTo>
                    <a:pt x="15" y="0"/>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5" name="Freeform 1936">
              <a:extLst>
                <a:ext uri="{FF2B5EF4-FFF2-40B4-BE49-F238E27FC236}">
                  <a16:creationId xmlns:a16="http://schemas.microsoft.com/office/drawing/2014/main" id="{09FF401A-4C83-2FD7-B11A-190A5BFC1F27}"/>
                </a:ext>
              </a:extLst>
            </p:cNvPr>
            <p:cNvSpPr>
              <a:spLocks/>
            </p:cNvSpPr>
            <p:nvPr/>
          </p:nvSpPr>
          <p:spPr bwMode="auto">
            <a:xfrm rot="5094805">
              <a:off x="2374436" y="6826224"/>
              <a:ext cx="47985" cy="20565"/>
            </a:xfrm>
            <a:custGeom>
              <a:avLst/>
              <a:gdLst>
                <a:gd name="T0" fmla="*/ 9 w 19"/>
                <a:gd name="T1" fmla="*/ 3 h 8"/>
                <a:gd name="T2" fmla="*/ 19 w 19"/>
                <a:gd name="T3" fmla="*/ 1 h 8"/>
                <a:gd name="T4" fmla="*/ 10 w 19"/>
                <a:gd name="T5" fmla="*/ 6 h 8"/>
                <a:gd name="T6" fmla="*/ 0 w 19"/>
                <a:gd name="T7" fmla="*/ 7 h 8"/>
                <a:gd name="T8" fmla="*/ 9 w 19"/>
                <a:gd name="T9" fmla="*/ 3 h 8"/>
              </a:gdLst>
              <a:ahLst/>
              <a:cxnLst>
                <a:cxn ang="0">
                  <a:pos x="T0" y="T1"/>
                </a:cxn>
                <a:cxn ang="0">
                  <a:pos x="T2" y="T3"/>
                </a:cxn>
                <a:cxn ang="0">
                  <a:pos x="T4" y="T5"/>
                </a:cxn>
                <a:cxn ang="0">
                  <a:pos x="T6" y="T7"/>
                </a:cxn>
                <a:cxn ang="0">
                  <a:pos x="T8" y="T9"/>
                </a:cxn>
              </a:cxnLst>
              <a:rect l="0" t="0" r="r" b="b"/>
              <a:pathLst>
                <a:path w="19" h="8">
                  <a:moveTo>
                    <a:pt x="9" y="3"/>
                  </a:moveTo>
                  <a:cubicBezTo>
                    <a:pt x="15" y="1"/>
                    <a:pt x="19" y="0"/>
                    <a:pt x="19" y="1"/>
                  </a:cubicBezTo>
                  <a:cubicBezTo>
                    <a:pt x="19" y="2"/>
                    <a:pt x="15" y="4"/>
                    <a:pt x="10" y="6"/>
                  </a:cubicBezTo>
                  <a:cubicBezTo>
                    <a:pt x="4" y="8"/>
                    <a:pt x="0" y="8"/>
                    <a:pt x="0" y="7"/>
                  </a:cubicBezTo>
                  <a:cubicBezTo>
                    <a:pt x="0" y="6"/>
                    <a:pt x="4" y="4"/>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6" name="Freeform 1937">
              <a:extLst>
                <a:ext uri="{FF2B5EF4-FFF2-40B4-BE49-F238E27FC236}">
                  <a16:creationId xmlns:a16="http://schemas.microsoft.com/office/drawing/2014/main" id="{EE376BFA-F2B9-86C7-8F5B-66DAD4286D1F}"/>
                </a:ext>
              </a:extLst>
            </p:cNvPr>
            <p:cNvSpPr>
              <a:spLocks/>
            </p:cNvSpPr>
            <p:nvPr/>
          </p:nvSpPr>
          <p:spPr bwMode="auto">
            <a:xfrm rot="5094805">
              <a:off x="711760" y="1622207"/>
              <a:ext cx="50269" cy="27420"/>
            </a:xfrm>
            <a:custGeom>
              <a:avLst/>
              <a:gdLst>
                <a:gd name="T0" fmla="*/ 20 w 21"/>
                <a:gd name="T1" fmla="*/ 9 h 11"/>
                <a:gd name="T2" fmla="*/ 11 w 21"/>
                <a:gd name="T3" fmla="*/ 9 h 11"/>
                <a:gd name="T4" fmla="*/ 0 w 21"/>
                <a:gd name="T5" fmla="*/ 2 h 11"/>
                <a:gd name="T6" fmla="*/ 8 w 21"/>
                <a:gd name="T7" fmla="*/ 2 h 11"/>
                <a:gd name="T8" fmla="*/ 20 w 21"/>
                <a:gd name="T9" fmla="*/ 9 h 11"/>
              </a:gdLst>
              <a:ahLst/>
              <a:cxnLst>
                <a:cxn ang="0">
                  <a:pos x="T0" y="T1"/>
                </a:cxn>
                <a:cxn ang="0">
                  <a:pos x="T2" y="T3"/>
                </a:cxn>
                <a:cxn ang="0">
                  <a:pos x="T4" y="T5"/>
                </a:cxn>
                <a:cxn ang="0">
                  <a:pos x="T6" y="T7"/>
                </a:cxn>
                <a:cxn ang="0">
                  <a:pos x="T8" y="T9"/>
                </a:cxn>
              </a:cxnLst>
              <a:rect l="0" t="0" r="r" b="b"/>
              <a:pathLst>
                <a:path w="21" h="11">
                  <a:moveTo>
                    <a:pt x="20" y="9"/>
                  </a:moveTo>
                  <a:cubicBezTo>
                    <a:pt x="21" y="11"/>
                    <a:pt x="17" y="11"/>
                    <a:pt x="11" y="9"/>
                  </a:cubicBezTo>
                  <a:cubicBezTo>
                    <a:pt x="6" y="7"/>
                    <a:pt x="1" y="4"/>
                    <a:pt x="0" y="2"/>
                  </a:cubicBezTo>
                  <a:cubicBezTo>
                    <a:pt x="0" y="0"/>
                    <a:pt x="4" y="0"/>
                    <a:pt x="8" y="2"/>
                  </a:cubicBezTo>
                  <a:cubicBezTo>
                    <a:pt x="14" y="4"/>
                    <a:pt x="19" y="7"/>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7" name="Freeform 1938">
              <a:extLst>
                <a:ext uri="{FF2B5EF4-FFF2-40B4-BE49-F238E27FC236}">
                  <a16:creationId xmlns:a16="http://schemas.microsoft.com/office/drawing/2014/main" id="{003382E2-39DD-CD2F-F267-E9BE1BD79AA6}"/>
                </a:ext>
              </a:extLst>
            </p:cNvPr>
            <p:cNvSpPr>
              <a:spLocks/>
            </p:cNvSpPr>
            <p:nvPr/>
          </p:nvSpPr>
          <p:spPr bwMode="auto">
            <a:xfrm rot="5094805">
              <a:off x="662138" y="1827239"/>
              <a:ext cx="52554" cy="22850"/>
            </a:xfrm>
            <a:custGeom>
              <a:avLst/>
              <a:gdLst>
                <a:gd name="T0" fmla="*/ 20 w 21"/>
                <a:gd name="T1" fmla="*/ 8 h 9"/>
                <a:gd name="T2" fmla="*/ 11 w 21"/>
                <a:gd name="T3" fmla="*/ 8 h 9"/>
                <a:gd name="T4" fmla="*/ 0 w 21"/>
                <a:gd name="T5" fmla="*/ 2 h 9"/>
                <a:gd name="T6" fmla="*/ 8 w 21"/>
                <a:gd name="T7" fmla="*/ 2 h 9"/>
                <a:gd name="T8" fmla="*/ 20 w 21"/>
                <a:gd name="T9" fmla="*/ 8 h 9"/>
              </a:gdLst>
              <a:ahLst/>
              <a:cxnLst>
                <a:cxn ang="0">
                  <a:pos x="T0" y="T1"/>
                </a:cxn>
                <a:cxn ang="0">
                  <a:pos x="T2" y="T3"/>
                </a:cxn>
                <a:cxn ang="0">
                  <a:pos x="T4" y="T5"/>
                </a:cxn>
                <a:cxn ang="0">
                  <a:pos x="T6" y="T7"/>
                </a:cxn>
                <a:cxn ang="0">
                  <a:pos x="T8" y="T9"/>
                </a:cxn>
              </a:cxnLst>
              <a:rect l="0" t="0" r="r" b="b"/>
              <a:pathLst>
                <a:path w="21" h="9">
                  <a:moveTo>
                    <a:pt x="20" y="8"/>
                  </a:moveTo>
                  <a:cubicBezTo>
                    <a:pt x="21" y="9"/>
                    <a:pt x="17" y="9"/>
                    <a:pt x="11" y="8"/>
                  </a:cubicBezTo>
                  <a:cubicBezTo>
                    <a:pt x="6" y="6"/>
                    <a:pt x="1" y="3"/>
                    <a:pt x="0" y="2"/>
                  </a:cubicBezTo>
                  <a:cubicBezTo>
                    <a:pt x="0" y="0"/>
                    <a:pt x="3" y="0"/>
                    <a:pt x="8" y="2"/>
                  </a:cubicBezTo>
                  <a:cubicBezTo>
                    <a:pt x="14" y="4"/>
                    <a:pt x="19" y="6"/>
                    <a:pt x="2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8" name="Freeform 1939">
              <a:extLst>
                <a:ext uri="{FF2B5EF4-FFF2-40B4-BE49-F238E27FC236}">
                  <a16:creationId xmlns:a16="http://schemas.microsoft.com/office/drawing/2014/main" id="{49276834-AADF-32B2-9267-0DAB1E1A675B}"/>
                </a:ext>
              </a:extLst>
            </p:cNvPr>
            <p:cNvSpPr>
              <a:spLocks/>
            </p:cNvSpPr>
            <p:nvPr/>
          </p:nvSpPr>
          <p:spPr bwMode="auto">
            <a:xfrm rot="5094805">
              <a:off x="622564" y="2028144"/>
              <a:ext cx="50269" cy="20565"/>
            </a:xfrm>
            <a:custGeom>
              <a:avLst/>
              <a:gdLst>
                <a:gd name="T0" fmla="*/ 10 w 21"/>
                <a:gd name="T1" fmla="*/ 2 h 8"/>
                <a:gd name="T2" fmla="*/ 21 w 21"/>
                <a:gd name="T3" fmla="*/ 7 h 8"/>
                <a:gd name="T4" fmla="*/ 12 w 21"/>
                <a:gd name="T5" fmla="*/ 6 h 8"/>
                <a:gd name="T6" fmla="*/ 1 w 21"/>
                <a:gd name="T7" fmla="*/ 2 h 8"/>
                <a:gd name="T8" fmla="*/ 10 w 21"/>
                <a:gd name="T9" fmla="*/ 2 h 8"/>
              </a:gdLst>
              <a:ahLst/>
              <a:cxnLst>
                <a:cxn ang="0">
                  <a:pos x="T0" y="T1"/>
                </a:cxn>
                <a:cxn ang="0">
                  <a:pos x="T2" y="T3"/>
                </a:cxn>
                <a:cxn ang="0">
                  <a:pos x="T4" y="T5"/>
                </a:cxn>
                <a:cxn ang="0">
                  <a:pos x="T6" y="T7"/>
                </a:cxn>
                <a:cxn ang="0">
                  <a:pos x="T8" y="T9"/>
                </a:cxn>
              </a:cxnLst>
              <a:rect l="0" t="0" r="r" b="b"/>
              <a:pathLst>
                <a:path w="21" h="8">
                  <a:moveTo>
                    <a:pt x="10" y="2"/>
                  </a:moveTo>
                  <a:cubicBezTo>
                    <a:pt x="15" y="3"/>
                    <a:pt x="20" y="5"/>
                    <a:pt x="21" y="7"/>
                  </a:cubicBezTo>
                  <a:cubicBezTo>
                    <a:pt x="21" y="8"/>
                    <a:pt x="17" y="7"/>
                    <a:pt x="12" y="6"/>
                  </a:cubicBezTo>
                  <a:cubicBezTo>
                    <a:pt x="7" y="5"/>
                    <a:pt x="2" y="3"/>
                    <a:pt x="1" y="2"/>
                  </a:cubicBezTo>
                  <a:cubicBezTo>
                    <a:pt x="0" y="0"/>
                    <a:pt x="4" y="1"/>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9" name="Freeform 1940">
              <a:extLst>
                <a:ext uri="{FF2B5EF4-FFF2-40B4-BE49-F238E27FC236}">
                  <a16:creationId xmlns:a16="http://schemas.microsoft.com/office/drawing/2014/main" id="{FD12E3CE-2D36-0BC4-9F8F-B3013E051EF0}"/>
                </a:ext>
              </a:extLst>
            </p:cNvPr>
            <p:cNvSpPr>
              <a:spLocks/>
            </p:cNvSpPr>
            <p:nvPr/>
          </p:nvSpPr>
          <p:spPr bwMode="auto">
            <a:xfrm rot="5094805">
              <a:off x="599222" y="2234370"/>
              <a:ext cx="50269" cy="11425"/>
            </a:xfrm>
            <a:custGeom>
              <a:avLst/>
              <a:gdLst>
                <a:gd name="T0" fmla="*/ 19 w 20"/>
                <a:gd name="T1" fmla="*/ 4 h 5"/>
                <a:gd name="T2" fmla="*/ 10 w 20"/>
                <a:gd name="T3" fmla="*/ 4 h 5"/>
                <a:gd name="T4" fmla="*/ 0 w 20"/>
                <a:gd name="T5" fmla="*/ 1 h 5"/>
                <a:gd name="T6" fmla="*/ 9 w 20"/>
                <a:gd name="T7" fmla="*/ 1 h 5"/>
                <a:gd name="T8" fmla="*/ 19 w 20"/>
                <a:gd name="T9" fmla="*/ 4 h 5"/>
              </a:gdLst>
              <a:ahLst/>
              <a:cxnLst>
                <a:cxn ang="0">
                  <a:pos x="T0" y="T1"/>
                </a:cxn>
                <a:cxn ang="0">
                  <a:pos x="T2" y="T3"/>
                </a:cxn>
                <a:cxn ang="0">
                  <a:pos x="T4" y="T5"/>
                </a:cxn>
                <a:cxn ang="0">
                  <a:pos x="T6" y="T7"/>
                </a:cxn>
                <a:cxn ang="0">
                  <a:pos x="T8" y="T9"/>
                </a:cxn>
              </a:cxnLst>
              <a:rect l="0" t="0" r="r" b="b"/>
              <a:pathLst>
                <a:path w="20" h="5">
                  <a:moveTo>
                    <a:pt x="19" y="4"/>
                  </a:moveTo>
                  <a:cubicBezTo>
                    <a:pt x="20" y="5"/>
                    <a:pt x="15" y="5"/>
                    <a:pt x="10" y="4"/>
                  </a:cubicBezTo>
                  <a:cubicBezTo>
                    <a:pt x="4" y="3"/>
                    <a:pt x="0" y="2"/>
                    <a:pt x="0" y="1"/>
                  </a:cubicBezTo>
                  <a:cubicBezTo>
                    <a:pt x="0" y="0"/>
                    <a:pt x="4" y="0"/>
                    <a:pt x="9" y="1"/>
                  </a:cubicBezTo>
                  <a:cubicBezTo>
                    <a:pt x="14" y="2"/>
                    <a:pt x="19" y="3"/>
                    <a:pt x="1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0" name="Freeform 1941">
              <a:extLst>
                <a:ext uri="{FF2B5EF4-FFF2-40B4-BE49-F238E27FC236}">
                  <a16:creationId xmlns:a16="http://schemas.microsoft.com/office/drawing/2014/main" id="{6AD3749F-880B-F45C-FBC6-A5E0F91752DF}"/>
                </a:ext>
              </a:extLst>
            </p:cNvPr>
            <p:cNvSpPr>
              <a:spLocks/>
            </p:cNvSpPr>
            <p:nvPr/>
          </p:nvSpPr>
          <p:spPr bwMode="auto">
            <a:xfrm rot="5094805">
              <a:off x="597193" y="2432872"/>
              <a:ext cx="52554" cy="6855"/>
            </a:xfrm>
            <a:custGeom>
              <a:avLst/>
              <a:gdLst>
                <a:gd name="T0" fmla="*/ 11 w 21"/>
                <a:gd name="T1" fmla="*/ 2 h 2"/>
                <a:gd name="T2" fmla="*/ 0 w 21"/>
                <a:gd name="T3" fmla="*/ 1 h 2"/>
                <a:gd name="T4" fmla="*/ 8 w 21"/>
                <a:gd name="T5" fmla="*/ 0 h 2"/>
                <a:gd name="T6" fmla="*/ 20 w 21"/>
                <a:gd name="T7" fmla="*/ 1 h 2"/>
                <a:gd name="T8" fmla="*/ 11 w 21"/>
                <a:gd name="T9" fmla="*/ 2 h 2"/>
              </a:gdLst>
              <a:ahLst/>
              <a:cxnLst>
                <a:cxn ang="0">
                  <a:pos x="T0" y="T1"/>
                </a:cxn>
                <a:cxn ang="0">
                  <a:pos x="T2" y="T3"/>
                </a:cxn>
                <a:cxn ang="0">
                  <a:pos x="T4" y="T5"/>
                </a:cxn>
                <a:cxn ang="0">
                  <a:pos x="T6" y="T7"/>
                </a:cxn>
                <a:cxn ang="0">
                  <a:pos x="T8" y="T9"/>
                </a:cxn>
              </a:cxnLst>
              <a:rect l="0" t="0" r="r" b="b"/>
              <a:pathLst>
                <a:path w="21" h="2">
                  <a:moveTo>
                    <a:pt x="11" y="2"/>
                  </a:moveTo>
                  <a:cubicBezTo>
                    <a:pt x="6" y="2"/>
                    <a:pt x="1" y="1"/>
                    <a:pt x="0" y="1"/>
                  </a:cubicBezTo>
                  <a:cubicBezTo>
                    <a:pt x="0" y="0"/>
                    <a:pt x="3" y="0"/>
                    <a:pt x="8" y="0"/>
                  </a:cubicBezTo>
                  <a:cubicBezTo>
                    <a:pt x="13" y="0"/>
                    <a:pt x="18" y="0"/>
                    <a:pt x="20" y="1"/>
                  </a:cubicBezTo>
                  <a:cubicBezTo>
                    <a:pt x="21" y="1"/>
                    <a:pt x="16" y="2"/>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1" name="Freeform 1942">
              <a:extLst>
                <a:ext uri="{FF2B5EF4-FFF2-40B4-BE49-F238E27FC236}">
                  <a16:creationId xmlns:a16="http://schemas.microsoft.com/office/drawing/2014/main" id="{0C9E03E0-F1C3-E79D-11FF-27C86B60E4CA}"/>
                </a:ext>
              </a:extLst>
            </p:cNvPr>
            <p:cNvSpPr>
              <a:spLocks/>
            </p:cNvSpPr>
            <p:nvPr/>
          </p:nvSpPr>
          <p:spPr bwMode="auto">
            <a:xfrm rot="5094805">
              <a:off x="628078" y="2625317"/>
              <a:ext cx="47985" cy="6855"/>
            </a:xfrm>
            <a:custGeom>
              <a:avLst/>
              <a:gdLst>
                <a:gd name="T0" fmla="*/ 19 w 20"/>
                <a:gd name="T1" fmla="*/ 0 h 3"/>
                <a:gd name="T2" fmla="*/ 11 w 20"/>
                <a:gd name="T3" fmla="*/ 2 h 3"/>
                <a:gd name="T4" fmla="*/ 0 w 20"/>
                <a:gd name="T5" fmla="*/ 2 h 3"/>
                <a:gd name="T6" fmla="*/ 8 w 20"/>
                <a:gd name="T7" fmla="*/ 1 h 3"/>
                <a:gd name="T8" fmla="*/ 19 w 20"/>
                <a:gd name="T9" fmla="*/ 0 h 3"/>
              </a:gdLst>
              <a:ahLst/>
              <a:cxnLst>
                <a:cxn ang="0">
                  <a:pos x="T0" y="T1"/>
                </a:cxn>
                <a:cxn ang="0">
                  <a:pos x="T2" y="T3"/>
                </a:cxn>
                <a:cxn ang="0">
                  <a:pos x="T4" y="T5"/>
                </a:cxn>
                <a:cxn ang="0">
                  <a:pos x="T6" y="T7"/>
                </a:cxn>
                <a:cxn ang="0">
                  <a:pos x="T8" y="T9"/>
                </a:cxn>
              </a:cxnLst>
              <a:rect l="0" t="0" r="r" b="b"/>
              <a:pathLst>
                <a:path w="20" h="3">
                  <a:moveTo>
                    <a:pt x="19" y="0"/>
                  </a:moveTo>
                  <a:cubicBezTo>
                    <a:pt x="20" y="1"/>
                    <a:pt x="16" y="2"/>
                    <a:pt x="11" y="2"/>
                  </a:cubicBezTo>
                  <a:cubicBezTo>
                    <a:pt x="5" y="3"/>
                    <a:pt x="0" y="3"/>
                    <a:pt x="0" y="2"/>
                  </a:cubicBezTo>
                  <a:cubicBezTo>
                    <a:pt x="0" y="2"/>
                    <a:pt x="3" y="1"/>
                    <a:pt x="8" y="1"/>
                  </a:cubicBezTo>
                  <a:cubicBezTo>
                    <a:pt x="13" y="0"/>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2" name="Freeform 1943">
              <a:extLst>
                <a:ext uri="{FF2B5EF4-FFF2-40B4-BE49-F238E27FC236}">
                  <a16:creationId xmlns:a16="http://schemas.microsoft.com/office/drawing/2014/main" id="{335DB5A0-5DEA-1860-DE5B-6D15D1AC751D}"/>
                </a:ext>
              </a:extLst>
            </p:cNvPr>
            <p:cNvSpPr>
              <a:spLocks/>
            </p:cNvSpPr>
            <p:nvPr/>
          </p:nvSpPr>
          <p:spPr bwMode="auto">
            <a:xfrm rot="5094805">
              <a:off x="671463" y="2815100"/>
              <a:ext cx="52554" cy="9140"/>
            </a:xfrm>
            <a:custGeom>
              <a:avLst/>
              <a:gdLst>
                <a:gd name="T0" fmla="*/ 11 w 21"/>
                <a:gd name="T1" fmla="*/ 3 h 4"/>
                <a:gd name="T2" fmla="*/ 1 w 21"/>
                <a:gd name="T3" fmla="*/ 4 h 4"/>
                <a:gd name="T4" fmla="*/ 9 w 21"/>
                <a:gd name="T5" fmla="*/ 1 h 4"/>
                <a:gd name="T6" fmla="*/ 20 w 21"/>
                <a:gd name="T7" fmla="*/ 0 h 4"/>
                <a:gd name="T8" fmla="*/ 11 w 21"/>
                <a:gd name="T9" fmla="*/ 3 h 4"/>
              </a:gdLst>
              <a:ahLst/>
              <a:cxnLst>
                <a:cxn ang="0">
                  <a:pos x="T0" y="T1"/>
                </a:cxn>
                <a:cxn ang="0">
                  <a:pos x="T2" y="T3"/>
                </a:cxn>
                <a:cxn ang="0">
                  <a:pos x="T4" y="T5"/>
                </a:cxn>
                <a:cxn ang="0">
                  <a:pos x="T6" y="T7"/>
                </a:cxn>
                <a:cxn ang="0">
                  <a:pos x="T8" y="T9"/>
                </a:cxn>
              </a:cxnLst>
              <a:rect l="0" t="0" r="r" b="b"/>
              <a:pathLst>
                <a:path w="21" h="4">
                  <a:moveTo>
                    <a:pt x="11" y="3"/>
                  </a:moveTo>
                  <a:cubicBezTo>
                    <a:pt x="6" y="4"/>
                    <a:pt x="1" y="4"/>
                    <a:pt x="1" y="4"/>
                  </a:cubicBezTo>
                  <a:cubicBezTo>
                    <a:pt x="0" y="3"/>
                    <a:pt x="4" y="2"/>
                    <a:pt x="9" y="1"/>
                  </a:cubicBezTo>
                  <a:cubicBezTo>
                    <a:pt x="14" y="0"/>
                    <a:pt x="19" y="0"/>
                    <a:pt x="20" y="0"/>
                  </a:cubicBezTo>
                  <a:cubicBezTo>
                    <a:pt x="21" y="1"/>
                    <a:pt x="16"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3" name="Freeform 1944">
              <a:extLst>
                <a:ext uri="{FF2B5EF4-FFF2-40B4-BE49-F238E27FC236}">
                  <a16:creationId xmlns:a16="http://schemas.microsoft.com/office/drawing/2014/main" id="{22A9559A-9254-964C-CCF7-AFD5A13D46EC}"/>
                </a:ext>
              </a:extLst>
            </p:cNvPr>
            <p:cNvSpPr>
              <a:spLocks/>
            </p:cNvSpPr>
            <p:nvPr/>
          </p:nvSpPr>
          <p:spPr bwMode="auto">
            <a:xfrm rot="5094805">
              <a:off x="730691" y="3001489"/>
              <a:ext cx="50269" cy="13710"/>
            </a:xfrm>
            <a:custGeom>
              <a:avLst/>
              <a:gdLst>
                <a:gd name="T0" fmla="*/ 19 w 20"/>
                <a:gd name="T1" fmla="*/ 1 h 6"/>
                <a:gd name="T2" fmla="*/ 10 w 20"/>
                <a:gd name="T3" fmla="*/ 4 h 6"/>
                <a:gd name="T4" fmla="*/ 0 w 20"/>
                <a:gd name="T5" fmla="*/ 5 h 6"/>
                <a:gd name="T6" fmla="*/ 9 w 20"/>
                <a:gd name="T7" fmla="*/ 2 h 6"/>
                <a:gd name="T8" fmla="*/ 19 w 20"/>
                <a:gd name="T9" fmla="*/ 1 h 6"/>
              </a:gdLst>
              <a:ahLst/>
              <a:cxnLst>
                <a:cxn ang="0">
                  <a:pos x="T0" y="T1"/>
                </a:cxn>
                <a:cxn ang="0">
                  <a:pos x="T2" y="T3"/>
                </a:cxn>
                <a:cxn ang="0">
                  <a:pos x="T4" y="T5"/>
                </a:cxn>
                <a:cxn ang="0">
                  <a:pos x="T6" y="T7"/>
                </a:cxn>
                <a:cxn ang="0">
                  <a:pos x="T8" y="T9"/>
                </a:cxn>
              </a:cxnLst>
              <a:rect l="0" t="0" r="r" b="b"/>
              <a:pathLst>
                <a:path w="20" h="6">
                  <a:moveTo>
                    <a:pt x="19" y="1"/>
                  </a:moveTo>
                  <a:cubicBezTo>
                    <a:pt x="20" y="1"/>
                    <a:pt x="15" y="3"/>
                    <a:pt x="10" y="4"/>
                  </a:cubicBezTo>
                  <a:cubicBezTo>
                    <a:pt x="4" y="5"/>
                    <a:pt x="0" y="6"/>
                    <a:pt x="0" y="5"/>
                  </a:cubicBezTo>
                  <a:cubicBezTo>
                    <a:pt x="0" y="5"/>
                    <a:pt x="4" y="3"/>
                    <a:pt x="9" y="2"/>
                  </a:cubicBezTo>
                  <a:cubicBezTo>
                    <a:pt x="14"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4" name="Freeform 1945">
              <a:extLst>
                <a:ext uri="{FF2B5EF4-FFF2-40B4-BE49-F238E27FC236}">
                  <a16:creationId xmlns:a16="http://schemas.microsoft.com/office/drawing/2014/main" id="{2C6DE976-27C7-1460-22C2-AAD50927C80F}"/>
                </a:ext>
              </a:extLst>
            </p:cNvPr>
            <p:cNvSpPr>
              <a:spLocks/>
            </p:cNvSpPr>
            <p:nvPr/>
          </p:nvSpPr>
          <p:spPr bwMode="auto">
            <a:xfrm rot="5094805">
              <a:off x="802438" y="3187906"/>
              <a:ext cx="47985" cy="15995"/>
            </a:xfrm>
            <a:custGeom>
              <a:avLst/>
              <a:gdLst>
                <a:gd name="T0" fmla="*/ 19 w 20"/>
                <a:gd name="T1" fmla="*/ 1 h 7"/>
                <a:gd name="T2" fmla="*/ 10 w 20"/>
                <a:gd name="T3" fmla="*/ 4 h 7"/>
                <a:gd name="T4" fmla="*/ 0 w 20"/>
                <a:gd name="T5" fmla="*/ 6 h 7"/>
                <a:gd name="T6" fmla="*/ 9 w 20"/>
                <a:gd name="T7" fmla="*/ 3 h 7"/>
                <a:gd name="T8" fmla="*/ 19 w 20"/>
                <a:gd name="T9" fmla="*/ 1 h 7"/>
              </a:gdLst>
              <a:ahLst/>
              <a:cxnLst>
                <a:cxn ang="0">
                  <a:pos x="T0" y="T1"/>
                </a:cxn>
                <a:cxn ang="0">
                  <a:pos x="T2" y="T3"/>
                </a:cxn>
                <a:cxn ang="0">
                  <a:pos x="T4" y="T5"/>
                </a:cxn>
                <a:cxn ang="0">
                  <a:pos x="T6" y="T7"/>
                </a:cxn>
                <a:cxn ang="0">
                  <a:pos x="T8" y="T9"/>
                </a:cxn>
              </a:cxnLst>
              <a:rect l="0" t="0" r="r" b="b"/>
              <a:pathLst>
                <a:path w="20" h="7">
                  <a:moveTo>
                    <a:pt x="19" y="1"/>
                  </a:moveTo>
                  <a:cubicBezTo>
                    <a:pt x="20" y="1"/>
                    <a:pt x="15" y="3"/>
                    <a:pt x="10" y="4"/>
                  </a:cubicBezTo>
                  <a:cubicBezTo>
                    <a:pt x="5" y="6"/>
                    <a:pt x="0" y="7"/>
                    <a:pt x="0" y="6"/>
                  </a:cubicBezTo>
                  <a:cubicBezTo>
                    <a:pt x="0" y="6"/>
                    <a:pt x="4" y="4"/>
                    <a:pt x="9" y="3"/>
                  </a:cubicBezTo>
                  <a:cubicBezTo>
                    <a:pt x="14"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5" name="Freeform 1946">
              <a:extLst>
                <a:ext uri="{FF2B5EF4-FFF2-40B4-BE49-F238E27FC236}">
                  <a16:creationId xmlns:a16="http://schemas.microsoft.com/office/drawing/2014/main" id="{CA713FAC-DBE0-34C7-B5F1-5551721D0DDA}"/>
                </a:ext>
              </a:extLst>
            </p:cNvPr>
            <p:cNvSpPr>
              <a:spLocks/>
            </p:cNvSpPr>
            <p:nvPr/>
          </p:nvSpPr>
          <p:spPr bwMode="auto">
            <a:xfrm rot="5094805">
              <a:off x="880898" y="3373416"/>
              <a:ext cx="52554" cy="15995"/>
            </a:xfrm>
            <a:custGeom>
              <a:avLst/>
              <a:gdLst>
                <a:gd name="T0" fmla="*/ 9 w 21"/>
                <a:gd name="T1" fmla="*/ 3 h 7"/>
                <a:gd name="T2" fmla="*/ 20 w 21"/>
                <a:gd name="T3" fmla="*/ 0 h 7"/>
                <a:gd name="T4" fmla="*/ 12 w 21"/>
                <a:gd name="T5" fmla="*/ 4 h 7"/>
                <a:gd name="T6" fmla="*/ 1 w 21"/>
                <a:gd name="T7" fmla="*/ 7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15" y="1"/>
                    <a:pt x="20" y="0"/>
                    <a:pt x="20" y="0"/>
                  </a:cubicBezTo>
                  <a:cubicBezTo>
                    <a:pt x="21" y="1"/>
                    <a:pt x="17" y="3"/>
                    <a:pt x="12" y="4"/>
                  </a:cubicBezTo>
                  <a:cubicBezTo>
                    <a:pt x="7" y="6"/>
                    <a:pt x="2" y="7"/>
                    <a:pt x="1" y="7"/>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6" name="Freeform 1947">
              <a:extLst>
                <a:ext uri="{FF2B5EF4-FFF2-40B4-BE49-F238E27FC236}">
                  <a16:creationId xmlns:a16="http://schemas.microsoft.com/office/drawing/2014/main" id="{2A00979D-75A0-134B-3341-0D6EF2B39E9A}"/>
                </a:ext>
              </a:extLst>
            </p:cNvPr>
            <p:cNvSpPr>
              <a:spLocks/>
            </p:cNvSpPr>
            <p:nvPr/>
          </p:nvSpPr>
          <p:spPr bwMode="auto">
            <a:xfrm rot="5094805">
              <a:off x="970852" y="3555927"/>
              <a:ext cx="50269" cy="22850"/>
            </a:xfrm>
            <a:custGeom>
              <a:avLst/>
              <a:gdLst>
                <a:gd name="T0" fmla="*/ 19 w 20"/>
                <a:gd name="T1" fmla="*/ 1 h 9"/>
                <a:gd name="T2" fmla="*/ 11 w 20"/>
                <a:gd name="T3" fmla="*/ 5 h 9"/>
                <a:gd name="T4" fmla="*/ 0 w 20"/>
                <a:gd name="T5" fmla="*/ 8 h 9"/>
                <a:gd name="T6" fmla="*/ 8 w 20"/>
                <a:gd name="T7" fmla="*/ 4 h 9"/>
                <a:gd name="T8" fmla="*/ 19 w 20"/>
                <a:gd name="T9" fmla="*/ 1 h 9"/>
              </a:gdLst>
              <a:ahLst/>
              <a:cxnLst>
                <a:cxn ang="0">
                  <a:pos x="T0" y="T1"/>
                </a:cxn>
                <a:cxn ang="0">
                  <a:pos x="T2" y="T3"/>
                </a:cxn>
                <a:cxn ang="0">
                  <a:pos x="T4" y="T5"/>
                </a:cxn>
                <a:cxn ang="0">
                  <a:pos x="T6" y="T7"/>
                </a:cxn>
                <a:cxn ang="0">
                  <a:pos x="T8" y="T9"/>
                </a:cxn>
              </a:cxnLst>
              <a:rect l="0" t="0" r="r" b="b"/>
              <a:pathLst>
                <a:path w="20" h="9">
                  <a:moveTo>
                    <a:pt x="19" y="1"/>
                  </a:moveTo>
                  <a:cubicBezTo>
                    <a:pt x="20" y="1"/>
                    <a:pt x="16" y="3"/>
                    <a:pt x="11" y="5"/>
                  </a:cubicBezTo>
                  <a:cubicBezTo>
                    <a:pt x="5" y="7"/>
                    <a:pt x="1" y="9"/>
                    <a:pt x="0" y="8"/>
                  </a:cubicBezTo>
                  <a:cubicBezTo>
                    <a:pt x="0" y="8"/>
                    <a:pt x="3" y="6"/>
                    <a:pt x="8" y="4"/>
                  </a:cubicBezTo>
                  <a:cubicBezTo>
                    <a:pt x="13" y="2"/>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7" name="Freeform 1948">
              <a:extLst>
                <a:ext uri="{FF2B5EF4-FFF2-40B4-BE49-F238E27FC236}">
                  <a16:creationId xmlns:a16="http://schemas.microsoft.com/office/drawing/2014/main" id="{06E83E72-71E5-0733-F704-6D5E1CAE985E}"/>
                </a:ext>
              </a:extLst>
            </p:cNvPr>
            <p:cNvSpPr>
              <a:spLocks/>
            </p:cNvSpPr>
            <p:nvPr/>
          </p:nvSpPr>
          <p:spPr bwMode="auto">
            <a:xfrm rot="5094805">
              <a:off x="1068676" y="3741262"/>
              <a:ext cx="45700" cy="20565"/>
            </a:xfrm>
            <a:custGeom>
              <a:avLst/>
              <a:gdLst>
                <a:gd name="T0" fmla="*/ 19 w 19"/>
                <a:gd name="T1" fmla="*/ 1 h 9"/>
                <a:gd name="T2" fmla="*/ 10 w 19"/>
                <a:gd name="T3" fmla="*/ 6 h 9"/>
                <a:gd name="T4" fmla="*/ 0 w 19"/>
                <a:gd name="T5" fmla="*/ 9 h 9"/>
                <a:gd name="T6" fmla="*/ 9 w 19"/>
                <a:gd name="T7" fmla="*/ 4 h 9"/>
                <a:gd name="T8" fmla="*/ 19 w 19"/>
                <a:gd name="T9" fmla="*/ 1 h 9"/>
              </a:gdLst>
              <a:ahLst/>
              <a:cxnLst>
                <a:cxn ang="0">
                  <a:pos x="T0" y="T1"/>
                </a:cxn>
                <a:cxn ang="0">
                  <a:pos x="T2" y="T3"/>
                </a:cxn>
                <a:cxn ang="0">
                  <a:pos x="T4" y="T5"/>
                </a:cxn>
                <a:cxn ang="0">
                  <a:pos x="T6" y="T7"/>
                </a:cxn>
                <a:cxn ang="0">
                  <a:pos x="T8" y="T9"/>
                </a:cxn>
              </a:cxnLst>
              <a:rect l="0" t="0" r="r" b="b"/>
              <a:pathLst>
                <a:path w="19" h="9">
                  <a:moveTo>
                    <a:pt x="19" y="1"/>
                  </a:moveTo>
                  <a:cubicBezTo>
                    <a:pt x="19" y="1"/>
                    <a:pt x="15" y="3"/>
                    <a:pt x="10" y="6"/>
                  </a:cubicBezTo>
                  <a:cubicBezTo>
                    <a:pt x="4" y="8"/>
                    <a:pt x="0" y="9"/>
                    <a:pt x="0" y="9"/>
                  </a:cubicBezTo>
                  <a:cubicBezTo>
                    <a:pt x="0" y="8"/>
                    <a:pt x="4" y="6"/>
                    <a:pt x="9" y="4"/>
                  </a:cubicBezTo>
                  <a:cubicBezTo>
                    <a:pt x="14" y="2"/>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8" name="Freeform 1949">
              <a:extLst>
                <a:ext uri="{FF2B5EF4-FFF2-40B4-BE49-F238E27FC236}">
                  <a16:creationId xmlns:a16="http://schemas.microsoft.com/office/drawing/2014/main" id="{B0D15407-384F-31A7-94CF-BDF5099B2F6C}"/>
                </a:ext>
              </a:extLst>
            </p:cNvPr>
            <p:cNvSpPr>
              <a:spLocks/>
            </p:cNvSpPr>
            <p:nvPr/>
          </p:nvSpPr>
          <p:spPr bwMode="auto">
            <a:xfrm rot="5094805">
              <a:off x="1166482" y="3923907"/>
              <a:ext cx="50269" cy="22850"/>
            </a:xfrm>
            <a:custGeom>
              <a:avLst/>
              <a:gdLst>
                <a:gd name="T0" fmla="*/ 12 w 21"/>
                <a:gd name="T1" fmla="*/ 5 h 9"/>
                <a:gd name="T2" fmla="*/ 1 w 21"/>
                <a:gd name="T3" fmla="*/ 9 h 9"/>
                <a:gd name="T4" fmla="*/ 8 w 21"/>
                <a:gd name="T5" fmla="*/ 5 h 9"/>
                <a:gd name="T6" fmla="*/ 20 w 21"/>
                <a:gd name="T7" fmla="*/ 0 h 9"/>
                <a:gd name="T8" fmla="*/ 12 w 21"/>
                <a:gd name="T9" fmla="*/ 5 h 9"/>
              </a:gdLst>
              <a:ahLst/>
              <a:cxnLst>
                <a:cxn ang="0">
                  <a:pos x="T0" y="T1"/>
                </a:cxn>
                <a:cxn ang="0">
                  <a:pos x="T2" y="T3"/>
                </a:cxn>
                <a:cxn ang="0">
                  <a:pos x="T4" y="T5"/>
                </a:cxn>
                <a:cxn ang="0">
                  <a:pos x="T6" y="T7"/>
                </a:cxn>
                <a:cxn ang="0">
                  <a:pos x="T8" y="T9"/>
                </a:cxn>
              </a:cxnLst>
              <a:rect l="0" t="0" r="r" b="b"/>
              <a:pathLst>
                <a:path w="21" h="9">
                  <a:moveTo>
                    <a:pt x="12" y="5"/>
                  </a:moveTo>
                  <a:cubicBezTo>
                    <a:pt x="6" y="8"/>
                    <a:pt x="1" y="9"/>
                    <a:pt x="1" y="9"/>
                  </a:cubicBezTo>
                  <a:cubicBezTo>
                    <a:pt x="0" y="9"/>
                    <a:pt x="3" y="7"/>
                    <a:pt x="8" y="5"/>
                  </a:cubicBezTo>
                  <a:cubicBezTo>
                    <a:pt x="13" y="2"/>
                    <a:pt x="19" y="0"/>
                    <a:pt x="20" y="0"/>
                  </a:cubicBezTo>
                  <a:cubicBezTo>
                    <a:pt x="21" y="0"/>
                    <a:pt x="17"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9" name="Freeform 1950">
              <a:extLst>
                <a:ext uri="{FF2B5EF4-FFF2-40B4-BE49-F238E27FC236}">
                  <a16:creationId xmlns:a16="http://schemas.microsoft.com/office/drawing/2014/main" id="{A65D9995-24B4-72E3-F70C-7C7D012B154A}"/>
                </a:ext>
              </a:extLst>
            </p:cNvPr>
            <p:cNvSpPr>
              <a:spLocks/>
            </p:cNvSpPr>
            <p:nvPr/>
          </p:nvSpPr>
          <p:spPr bwMode="auto">
            <a:xfrm rot="5094805">
              <a:off x="1268743" y="4106253"/>
              <a:ext cx="52554" cy="22850"/>
            </a:xfrm>
            <a:custGeom>
              <a:avLst/>
              <a:gdLst>
                <a:gd name="T0" fmla="*/ 20 w 21"/>
                <a:gd name="T1" fmla="*/ 0 h 9"/>
                <a:gd name="T2" fmla="*/ 12 w 21"/>
                <a:gd name="T3" fmla="*/ 5 h 9"/>
                <a:gd name="T4" fmla="*/ 2 w 21"/>
                <a:gd name="T5" fmla="*/ 9 h 9"/>
                <a:gd name="T6" fmla="*/ 9 w 21"/>
                <a:gd name="T7" fmla="*/ 4 h 9"/>
                <a:gd name="T8" fmla="*/ 20 w 21"/>
                <a:gd name="T9" fmla="*/ 0 h 9"/>
              </a:gdLst>
              <a:ahLst/>
              <a:cxnLst>
                <a:cxn ang="0">
                  <a:pos x="T0" y="T1"/>
                </a:cxn>
                <a:cxn ang="0">
                  <a:pos x="T2" y="T3"/>
                </a:cxn>
                <a:cxn ang="0">
                  <a:pos x="T4" y="T5"/>
                </a:cxn>
                <a:cxn ang="0">
                  <a:pos x="T6" y="T7"/>
                </a:cxn>
                <a:cxn ang="0">
                  <a:pos x="T8" y="T9"/>
                </a:cxn>
              </a:cxnLst>
              <a:rect l="0" t="0" r="r" b="b"/>
              <a:pathLst>
                <a:path w="21" h="9">
                  <a:moveTo>
                    <a:pt x="20" y="0"/>
                  </a:moveTo>
                  <a:cubicBezTo>
                    <a:pt x="21" y="0"/>
                    <a:pt x="17" y="3"/>
                    <a:pt x="12" y="5"/>
                  </a:cubicBezTo>
                  <a:cubicBezTo>
                    <a:pt x="7" y="7"/>
                    <a:pt x="3" y="9"/>
                    <a:pt x="2" y="9"/>
                  </a:cubicBezTo>
                  <a:cubicBezTo>
                    <a:pt x="0" y="9"/>
                    <a:pt x="4" y="7"/>
                    <a:pt x="9"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0" name="Freeform 1951">
              <a:extLst>
                <a:ext uri="{FF2B5EF4-FFF2-40B4-BE49-F238E27FC236}">
                  <a16:creationId xmlns:a16="http://schemas.microsoft.com/office/drawing/2014/main" id="{621A43B4-0504-15A2-0890-D299D4CA5B37}"/>
                </a:ext>
              </a:extLst>
            </p:cNvPr>
            <p:cNvSpPr>
              <a:spLocks/>
            </p:cNvSpPr>
            <p:nvPr/>
          </p:nvSpPr>
          <p:spPr bwMode="auto">
            <a:xfrm rot="5094805">
              <a:off x="763552" y="1416875"/>
              <a:ext cx="50269" cy="29705"/>
            </a:xfrm>
            <a:custGeom>
              <a:avLst/>
              <a:gdLst>
                <a:gd name="T0" fmla="*/ 20 w 20"/>
                <a:gd name="T1" fmla="*/ 10 h 12"/>
                <a:gd name="T2" fmla="*/ 10 w 20"/>
                <a:gd name="T3" fmla="*/ 10 h 12"/>
                <a:gd name="T4" fmla="*/ 0 w 20"/>
                <a:gd name="T5" fmla="*/ 2 h 12"/>
                <a:gd name="T6" fmla="*/ 9 w 20"/>
                <a:gd name="T7" fmla="*/ 2 h 12"/>
                <a:gd name="T8" fmla="*/ 20 w 20"/>
                <a:gd name="T9" fmla="*/ 10 h 12"/>
              </a:gdLst>
              <a:ahLst/>
              <a:cxnLst>
                <a:cxn ang="0">
                  <a:pos x="T0" y="T1"/>
                </a:cxn>
                <a:cxn ang="0">
                  <a:pos x="T2" y="T3"/>
                </a:cxn>
                <a:cxn ang="0">
                  <a:pos x="T4" y="T5"/>
                </a:cxn>
                <a:cxn ang="0">
                  <a:pos x="T6" y="T7"/>
                </a:cxn>
                <a:cxn ang="0">
                  <a:pos x="T8" y="T9"/>
                </a:cxn>
              </a:cxnLst>
              <a:rect l="0" t="0" r="r" b="b"/>
              <a:pathLst>
                <a:path w="20" h="12">
                  <a:moveTo>
                    <a:pt x="20" y="10"/>
                  </a:moveTo>
                  <a:cubicBezTo>
                    <a:pt x="20" y="12"/>
                    <a:pt x="16" y="12"/>
                    <a:pt x="10" y="10"/>
                  </a:cubicBezTo>
                  <a:cubicBezTo>
                    <a:pt x="5" y="8"/>
                    <a:pt x="0" y="4"/>
                    <a:pt x="0" y="2"/>
                  </a:cubicBezTo>
                  <a:cubicBezTo>
                    <a:pt x="0" y="0"/>
                    <a:pt x="4" y="0"/>
                    <a:pt x="9" y="2"/>
                  </a:cubicBezTo>
                  <a:cubicBezTo>
                    <a:pt x="15" y="4"/>
                    <a:pt x="20" y="8"/>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1" name="Freeform 1952">
              <a:extLst>
                <a:ext uri="{FF2B5EF4-FFF2-40B4-BE49-F238E27FC236}">
                  <a16:creationId xmlns:a16="http://schemas.microsoft.com/office/drawing/2014/main" id="{20EDD1E3-B93D-FAF9-9B0A-E984A658DCE0}"/>
                </a:ext>
              </a:extLst>
            </p:cNvPr>
            <p:cNvSpPr>
              <a:spLocks/>
            </p:cNvSpPr>
            <p:nvPr/>
          </p:nvSpPr>
          <p:spPr bwMode="auto">
            <a:xfrm rot="5094805">
              <a:off x="816782" y="1214755"/>
              <a:ext cx="52554" cy="31990"/>
            </a:xfrm>
            <a:custGeom>
              <a:avLst/>
              <a:gdLst>
                <a:gd name="T0" fmla="*/ 20 w 21"/>
                <a:gd name="T1" fmla="*/ 10 h 13"/>
                <a:gd name="T2" fmla="*/ 11 w 21"/>
                <a:gd name="T3" fmla="*/ 12 h 13"/>
                <a:gd name="T4" fmla="*/ 1 w 21"/>
                <a:gd name="T5" fmla="*/ 3 h 13"/>
                <a:gd name="T6" fmla="*/ 9 w 21"/>
                <a:gd name="T7" fmla="*/ 1 h 13"/>
                <a:gd name="T8" fmla="*/ 20 w 21"/>
                <a:gd name="T9" fmla="*/ 10 h 13"/>
              </a:gdLst>
              <a:ahLst/>
              <a:cxnLst>
                <a:cxn ang="0">
                  <a:pos x="T0" y="T1"/>
                </a:cxn>
                <a:cxn ang="0">
                  <a:pos x="T2" y="T3"/>
                </a:cxn>
                <a:cxn ang="0">
                  <a:pos x="T4" y="T5"/>
                </a:cxn>
                <a:cxn ang="0">
                  <a:pos x="T6" y="T7"/>
                </a:cxn>
                <a:cxn ang="0">
                  <a:pos x="T8" y="T9"/>
                </a:cxn>
              </a:cxnLst>
              <a:rect l="0" t="0" r="r" b="b"/>
              <a:pathLst>
                <a:path w="21" h="13">
                  <a:moveTo>
                    <a:pt x="20" y="10"/>
                  </a:moveTo>
                  <a:cubicBezTo>
                    <a:pt x="21" y="12"/>
                    <a:pt x="17" y="13"/>
                    <a:pt x="11" y="12"/>
                  </a:cubicBezTo>
                  <a:cubicBezTo>
                    <a:pt x="6" y="10"/>
                    <a:pt x="1" y="6"/>
                    <a:pt x="1" y="3"/>
                  </a:cubicBezTo>
                  <a:cubicBezTo>
                    <a:pt x="0" y="1"/>
                    <a:pt x="4" y="0"/>
                    <a:pt x="9" y="1"/>
                  </a:cubicBezTo>
                  <a:cubicBezTo>
                    <a:pt x="14" y="3"/>
                    <a:pt x="19" y="7"/>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2" name="Freeform 1953">
              <a:extLst>
                <a:ext uri="{FF2B5EF4-FFF2-40B4-BE49-F238E27FC236}">
                  <a16:creationId xmlns:a16="http://schemas.microsoft.com/office/drawing/2014/main" id="{C8157A8B-823E-85A9-AFC2-0502C8414644}"/>
                </a:ext>
              </a:extLst>
            </p:cNvPr>
            <p:cNvSpPr>
              <a:spLocks/>
            </p:cNvSpPr>
            <p:nvPr/>
          </p:nvSpPr>
          <p:spPr bwMode="auto">
            <a:xfrm rot="5094805">
              <a:off x="864233" y="1012307"/>
              <a:ext cx="47985" cy="34275"/>
            </a:xfrm>
            <a:custGeom>
              <a:avLst/>
              <a:gdLst>
                <a:gd name="T0" fmla="*/ 19 w 20"/>
                <a:gd name="T1" fmla="*/ 10 h 14"/>
                <a:gd name="T2" fmla="*/ 11 w 20"/>
                <a:gd name="T3" fmla="*/ 13 h 14"/>
                <a:gd name="T4" fmla="*/ 0 w 20"/>
                <a:gd name="T5" fmla="*/ 4 h 14"/>
                <a:gd name="T6" fmla="*/ 8 w 20"/>
                <a:gd name="T7" fmla="*/ 1 h 14"/>
                <a:gd name="T8" fmla="*/ 19 w 20"/>
                <a:gd name="T9" fmla="*/ 10 h 14"/>
              </a:gdLst>
              <a:ahLst/>
              <a:cxnLst>
                <a:cxn ang="0">
                  <a:pos x="T0" y="T1"/>
                </a:cxn>
                <a:cxn ang="0">
                  <a:pos x="T2" y="T3"/>
                </a:cxn>
                <a:cxn ang="0">
                  <a:pos x="T4" y="T5"/>
                </a:cxn>
                <a:cxn ang="0">
                  <a:pos x="T6" y="T7"/>
                </a:cxn>
                <a:cxn ang="0">
                  <a:pos x="T8" y="T9"/>
                </a:cxn>
              </a:cxnLst>
              <a:rect l="0" t="0" r="r" b="b"/>
              <a:pathLst>
                <a:path w="20" h="14">
                  <a:moveTo>
                    <a:pt x="19" y="10"/>
                  </a:moveTo>
                  <a:cubicBezTo>
                    <a:pt x="20" y="13"/>
                    <a:pt x="16" y="14"/>
                    <a:pt x="11" y="13"/>
                  </a:cubicBezTo>
                  <a:cubicBezTo>
                    <a:pt x="5" y="11"/>
                    <a:pt x="0" y="7"/>
                    <a:pt x="0" y="4"/>
                  </a:cubicBezTo>
                  <a:cubicBezTo>
                    <a:pt x="0" y="1"/>
                    <a:pt x="3" y="0"/>
                    <a:pt x="8" y="1"/>
                  </a:cubicBezTo>
                  <a:cubicBezTo>
                    <a:pt x="13" y="3"/>
                    <a:pt x="19" y="7"/>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3" name="Freeform 1954">
              <a:extLst>
                <a:ext uri="{FF2B5EF4-FFF2-40B4-BE49-F238E27FC236}">
                  <a16:creationId xmlns:a16="http://schemas.microsoft.com/office/drawing/2014/main" id="{4973E351-8211-D62D-F07A-E02EC473D7EF}"/>
                </a:ext>
              </a:extLst>
            </p:cNvPr>
            <p:cNvSpPr>
              <a:spLocks/>
            </p:cNvSpPr>
            <p:nvPr/>
          </p:nvSpPr>
          <p:spPr bwMode="auto">
            <a:xfrm rot="5094805">
              <a:off x="893459" y="811075"/>
              <a:ext cx="52554" cy="36560"/>
            </a:xfrm>
            <a:custGeom>
              <a:avLst/>
              <a:gdLst>
                <a:gd name="T0" fmla="*/ 11 w 21"/>
                <a:gd name="T1" fmla="*/ 14 h 15"/>
                <a:gd name="T2" fmla="*/ 0 w 21"/>
                <a:gd name="T3" fmla="*/ 5 h 15"/>
                <a:gd name="T4" fmla="*/ 9 w 21"/>
                <a:gd name="T5" fmla="*/ 1 h 15"/>
                <a:gd name="T6" fmla="*/ 20 w 21"/>
                <a:gd name="T7" fmla="*/ 10 h 15"/>
                <a:gd name="T8" fmla="*/ 11 w 21"/>
                <a:gd name="T9" fmla="*/ 14 h 15"/>
              </a:gdLst>
              <a:ahLst/>
              <a:cxnLst>
                <a:cxn ang="0">
                  <a:pos x="T0" y="T1"/>
                </a:cxn>
                <a:cxn ang="0">
                  <a:pos x="T2" y="T3"/>
                </a:cxn>
                <a:cxn ang="0">
                  <a:pos x="T4" y="T5"/>
                </a:cxn>
                <a:cxn ang="0">
                  <a:pos x="T6" y="T7"/>
                </a:cxn>
                <a:cxn ang="0">
                  <a:pos x="T8" y="T9"/>
                </a:cxn>
              </a:cxnLst>
              <a:rect l="0" t="0" r="r" b="b"/>
              <a:pathLst>
                <a:path w="21" h="15">
                  <a:moveTo>
                    <a:pt x="11" y="14"/>
                  </a:moveTo>
                  <a:cubicBezTo>
                    <a:pt x="6" y="13"/>
                    <a:pt x="1" y="9"/>
                    <a:pt x="0" y="5"/>
                  </a:cubicBezTo>
                  <a:cubicBezTo>
                    <a:pt x="0" y="2"/>
                    <a:pt x="4" y="0"/>
                    <a:pt x="9" y="1"/>
                  </a:cubicBezTo>
                  <a:cubicBezTo>
                    <a:pt x="14" y="2"/>
                    <a:pt x="19" y="6"/>
                    <a:pt x="20" y="10"/>
                  </a:cubicBezTo>
                  <a:cubicBezTo>
                    <a:pt x="21" y="13"/>
                    <a:pt x="16" y="15"/>
                    <a:pt x="1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4" name="Freeform 1955">
              <a:extLst>
                <a:ext uri="{FF2B5EF4-FFF2-40B4-BE49-F238E27FC236}">
                  <a16:creationId xmlns:a16="http://schemas.microsoft.com/office/drawing/2014/main" id="{40002111-74EC-779D-891D-70DDDEDD3094}"/>
                </a:ext>
              </a:extLst>
            </p:cNvPr>
            <p:cNvSpPr>
              <a:spLocks/>
            </p:cNvSpPr>
            <p:nvPr/>
          </p:nvSpPr>
          <p:spPr bwMode="auto">
            <a:xfrm rot="5094805">
              <a:off x="910185" y="612505"/>
              <a:ext cx="47985" cy="36560"/>
            </a:xfrm>
            <a:custGeom>
              <a:avLst/>
              <a:gdLst>
                <a:gd name="T0" fmla="*/ 20 w 20"/>
                <a:gd name="T1" fmla="*/ 9 h 15"/>
                <a:gd name="T2" fmla="*/ 10 w 20"/>
                <a:gd name="T3" fmla="*/ 14 h 15"/>
                <a:gd name="T4" fmla="*/ 0 w 20"/>
                <a:gd name="T5" fmla="*/ 5 h 15"/>
                <a:gd name="T6" fmla="*/ 9 w 20"/>
                <a:gd name="T7" fmla="*/ 1 h 15"/>
                <a:gd name="T8" fmla="*/ 20 w 20"/>
                <a:gd name="T9" fmla="*/ 9 h 15"/>
              </a:gdLst>
              <a:ahLst/>
              <a:cxnLst>
                <a:cxn ang="0">
                  <a:pos x="T0" y="T1"/>
                </a:cxn>
                <a:cxn ang="0">
                  <a:pos x="T2" y="T3"/>
                </a:cxn>
                <a:cxn ang="0">
                  <a:pos x="T4" y="T5"/>
                </a:cxn>
                <a:cxn ang="0">
                  <a:pos x="T6" y="T7"/>
                </a:cxn>
                <a:cxn ang="0">
                  <a:pos x="T8" y="T9"/>
                </a:cxn>
              </a:cxnLst>
              <a:rect l="0" t="0" r="r" b="b"/>
              <a:pathLst>
                <a:path w="20" h="15">
                  <a:moveTo>
                    <a:pt x="20" y="9"/>
                  </a:moveTo>
                  <a:cubicBezTo>
                    <a:pt x="20" y="12"/>
                    <a:pt x="16" y="15"/>
                    <a:pt x="10" y="14"/>
                  </a:cubicBezTo>
                  <a:cubicBezTo>
                    <a:pt x="5" y="13"/>
                    <a:pt x="0" y="9"/>
                    <a:pt x="0" y="5"/>
                  </a:cubicBezTo>
                  <a:cubicBezTo>
                    <a:pt x="0" y="2"/>
                    <a:pt x="4" y="0"/>
                    <a:pt x="9" y="1"/>
                  </a:cubicBezTo>
                  <a:cubicBezTo>
                    <a:pt x="14" y="1"/>
                    <a:pt x="19" y="5"/>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5" name="Freeform 1956">
              <a:extLst>
                <a:ext uri="{FF2B5EF4-FFF2-40B4-BE49-F238E27FC236}">
                  <a16:creationId xmlns:a16="http://schemas.microsoft.com/office/drawing/2014/main" id="{C49E6ADA-0C75-F0DF-9DE6-08BEB088F2FB}"/>
                </a:ext>
              </a:extLst>
            </p:cNvPr>
            <p:cNvSpPr>
              <a:spLocks/>
            </p:cNvSpPr>
            <p:nvPr/>
          </p:nvSpPr>
          <p:spPr bwMode="auto">
            <a:xfrm rot="5094805">
              <a:off x="904336" y="417831"/>
              <a:ext cx="52554" cy="36560"/>
            </a:xfrm>
            <a:custGeom>
              <a:avLst/>
              <a:gdLst>
                <a:gd name="T0" fmla="*/ 9 w 21"/>
                <a:gd name="T1" fmla="*/ 1 h 15"/>
                <a:gd name="T2" fmla="*/ 20 w 21"/>
                <a:gd name="T3" fmla="*/ 8 h 15"/>
                <a:gd name="T4" fmla="*/ 11 w 21"/>
                <a:gd name="T5" fmla="*/ 15 h 15"/>
                <a:gd name="T6" fmla="*/ 1 w 21"/>
                <a:gd name="T7" fmla="*/ 9 h 15"/>
                <a:gd name="T8" fmla="*/ 9 w 21"/>
                <a:gd name="T9" fmla="*/ 1 h 15"/>
              </a:gdLst>
              <a:ahLst/>
              <a:cxnLst>
                <a:cxn ang="0">
                  <a:pos x="T0" y="T1"/>
                </a:cxn>
                <a:cxn ang="0">
                  <a:pos x="T2" y="T3"/>
                </a:cxn>
                <a:cxn ang="0">
                  <a:pos x="T4" y="T5"/>
                </a:cxn>
                <a:cxn ang="0">
                  <a:pos x="T6" y="T7"/>
                </a:cxn>
                <a:cxn ang="0">
                  <a:pos x="T8" y="T9"/>
                </a:cxn>
              </a:cxnLst>
              <a:rect l="0" t="0" r="r" b="b"/>
              <a:pathLst>
                <a:path w="21" h="15">
                  <a:moveTo>
                    <a:pt x="9" y="1"/>
                  </a:moveTo>
                  <a:cubicBezTo>
                    <a:pt x="14" y="0"/>
                    <a:pt x="19" y="4"/>
                    <a:pt x="20" y="8"/>
                  </a:cubicBezTo>
                  <a:cubicBezTo>
                    <a:pt x="21" y="11"/>
                    <a:pt x="16" y="15"/>
                    <a:pt x="11" y="15"/>
                  </a:cubicBezTo>
                  <a:cubicBezTo>
                    <a:pt x="6" y="15"/>
                    <a:pt x="2" y="12"/>
                    <a:pt x="1" y="9"/>
                  </a:cubicBezTo>
                  <a:cubicBezTo>
                    <a:pt x="0" y="5"/>
                    <a:pt x="3" y="1"/>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6" name="Freeform 1957">
              <a:extLst>
                <a:ext uri="{FF2B5EF4-FFF2-40B4-BE49-F238E27FC236}">
                  <a16:creationId xmlns:a16="http://schemas.microsoft.com/office/drawing/2014/main" id="{296DC7E2-9F29-E608-7A28-421FD17B8A18}"/>
                </a:ext>
              </a:extLst>
            </p:cNvPr>
            <p:cNvSpPr>
              <a:spLocks/>
            </p:cNvSpPr>
            <p:nvPr/>
          </p:nvSpPr>
          <p:spPr bwMode="auto">
            <a:xfrm rot="5094805">
              <a:off x="870249" y="227026"/>
              <a:ext cx="52554" cy="38845"/>
            </a:xfrm>
            <a:custGeom>
              <a:avLst/>
              <a:gdLst>
                <a:gd name="T0" fmla="*/ 11 w 21"/>
                <a:gd name="T1" fmla="*/ 15 h 16"/>
                <a:gd name="T2" fmla="*/ 0 w 21"/>
                <a:gd name="T3" fmla="*/ 10 h 16"/>
                <a:gd name="T4" fmla="*/ 8 w 21"/>
                <a:gd name="T5" fmla="*/ 1 h 16"/>
                <a:gd name="T6" fmla="*/ 19 w 21"/>
                <a:gd name="T7" fmla="*/ 6 h 16"/>
                <a:gd name="T8" fmla="*/ 11 w 21"/>
                <a:gd name="T9" fmla="*/ 15 h 16"/>
              </a:gdLst>
              <a:ahLst/>
              <a:cxnLst>
                <a:cxn ang="0">
                  <a:pos x="T0" y="T1"/>
                </a:cxn>
                <a:cxn ang="0">
                  <a:pos x="T2" y="T3"/>
                </a:cxn>
                <a:cxn ang="0">
                  <a:pos x="T4" y="T5"/>
                </a:cxn>
                <a:cxn ang="0">
                  <a:pos x="T6" y="T7"/>
                </a:cxn>
                <a:cxn ang="0">
                  <a:pos x="T8" y="T9"/>
                </a:cxn>
              </a:cxnLst>
              <a:rect l="0" t="0" r="r" b="b"/>
              <a:pathLst>
                <a:path w="21" h="16">
                  <a:moveTo>
                    <a:pt x="11" y="15"/>
                  </a:moveTo>
                  <a:cubicBezTo>
                    <a:pt x="6" y="16"/>
                    <a:pt x="1" y="14"/>
                    <a:pt x="0" y="10"/>
                  </a:cubicBezTo>
                  <a:cubicBezTo>
                    <a:pt x="0" y="6"/>
                    <a:pt x="3" y="2"/>
                    <a:pt x="8" y="1"/>
                  </a:cubicBezTo>
                  <a:cubicBezTo>
                    <a:pt x="13" y="0"/>
                    <a:pt x="18" y="2"/>
                    <a:pt x="19" y="6"/>
                  </a:cubicBezTo>
                  <a:cubicBezTo>
                    <a:pt x="21" y="10"/>
                    <a:pt x="17" y="14"/>
                    <a:pt x="1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7" name="Freeform 1958">
              <a:extLst>
                <a:ext uri="{FF2B5EF4-FFF2-40B4-BE49-F238E27FC236}">
                  <a16:creationId xmlns:a16="http://schemas.microsoft.com/office/drawing/2014/main" id="{8C6CCDFF-03DA-CBD6-E69B-0A6851A12743}"/>
                </a:ext>
              </a:extLst>
            </p:cNvPr>
            <p:cNvSpPr>
              <a:spLocks/>
            </p:cNvSpPr>
            <p:nvPr/>
          </p:nvSpPr>
          <p:spPr bwMode="auto">
            <a:xfrm rot="5094805">
              <a:off x="810932" y="36376"/>
              <a:ext cx="47985" cy="41130"/>
            </a:xfrm>
            <a:custGeom>
              <a:avLst/>
              <a:gdLst>
                <a:gd name="T0" fmla="*/ 20 w 20"/>
                <a:gd name="T1" fmla="*/ 6 h 17"/>
                <a:gd name="T2" fmla="*/ 10 w 20"/>
                <a:gd name="T3" fmla="*/ 16 h 17"/>
                <a:gd name="T4" fmla="*/ 0 w 20"/>
                <a:gd name="T5" fmla="*/ 11 h 17"/>
                <a:gd name="T6" fmla="*/ 9 w 20"/>
                <a:gd name="T7" fmla="*/ 1 h 17"/>
                <a:gd name="T8" fmla="*/ 20 w 20"/>
                <a:gd name="T9" fmla="*/ 6 h 17"/>
              </a:gdLst>
              <a:ahLst/>
              <a:cxnLst>
                <a:cxn ang="0">
                  <a:pos x="T0" y="T1"/>
                </a:cxn>
                <a:cxn ang="0">
                  <a:pos x="T2" y="T3"/>
                </a:cxn>
                <a:cxn ang="0">
                  <a:pos x="T4" y="T5"/>
                </a:cxn>
                <a:cxn ang="0">
                  <a:pos x="T6" y="T7"/>
                </a:cxn>
                <a:cxn ang="0">
                  <a:pos x="T8" y="T9"/>
                </a:cxn>
              </a:cxnLst>
              <a:rect l="0" t="0" r="r" b="b"/>
              <a:pathLst>
                <a:path w="20" h="17">
                  <a:moveTo>
                    <a:pt x="20" y="6"/>
                  </a:moveTo>
                  <a:cubicBezTo>
                    <a:pt x="20" y="10"/>
                    <a:pt x="16" y="14"/>
                    <a:pt x="10" y="16"/>
                  </a:cubicBezTo>
                  <a:cubicBezTo>
                    <a:pt x="5" y="17"/>
                    <a:pt x="0" y="15"/>
                    <a:pt x="0" y="11"/>
                  </a:cubicBezTo>
                  <a:cubicBezTo>
                    <a:pt x="0" y="7"/>
                    <a:pt x="4" y="3"/>
                    <a:pt x="9" y="1"/>
                  </a:cubicBezTo>
                  <a:cubicBezTo>
                    <a:pt x="14" y="0"/>
                    <a:pt x="19" y="2"/>
                    <a:pt x="2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8" name="Freeform 1979">
              <a:extLst>
                <a:ext uri="{FF2B5EF4-FFF2-40B4-BE49-F238E27FC236}">
                  <a16:creationId xmlns:a16="http://schemas.microsoft.com/office/drawing/2014/main" id="{962B88AC-F84F-7884-224D-58399AB48E84}"/>
                </a:ext>
              </a:extLst>
            </p:cNvPr>
            <p:cNvSpPr>
              <a:spLocks/>
            </p:cNvSpPr>
            <p:nvPr/>
          </p:nvSpPr>
          <p:spPr bwMode="auto">
            <a:xfrm rot="5094805">
              <a:off x="1374523" y="4289534"/>
              <a:ext cx="52554" cy="22850"/>
            </a:xfrm>
            <a:custGeom>
              <a:avLst/>
              <a:gdLst>
                <a:gd name="T0" fmla="*/ 9 w 21"/>
                <a:gd name="T1" fmla="*/ 4 h 9"/>
                <a:gd name="T2" fmla="*/ 20 w 21"/>
                <a:gd name="T3" fmla="*/ 0 h 9"/>
                <a:gd name="T4" fmla="*/ 11 w 21"/>
                <a:gd name="T5" fmla="*/ 5 h 9"/>
                <a:gd name="T6" fmla="*/ 1 w 21"/>
                <a:gd name="T7" fmla="*/ 9 h 9"/>
                <a:gd name="T8" fmla="*/ 9 w 21"/>
                <a:gd name="T9" fmla="*/ 4 h 9"/>
              </a:gdLst>
              <a:ahLst/>
              <a:cxnLst>
                <a:cxn ang="0">
                  <a:pos x="T0" y="T1"/>
                </a:cxn>
                <a:cxn ang="0">
                  <a:pos x="T2" y="T3"/>
                </a:cxn>
                <a:cxn ang="0">
                  <a:pos x="T4" y="T5"/>
                </a:cxn>
                <a:cxn ang="0">
                  <a:pos x="T6" y="T7"/>
                </a:cxn>
                <a:cxn ang="0">
                  <a:pos x="T8" y="T9"/>
                </a:cxn>
              </a:cxnLst>
              <a:rect l="0" t="0" r="r" b="b"/>
              <a:pathLst>
                <a:path w="21" h="9">
                  <a:moveTo>
                    <a:pt x="9" y="4"/>
                  </a:moveTo>
                  <a:cubicBezTo>
                    <a:pt x="15" y="2"/>
                    <a:pt x="20" y="0"/>
                    <a:pt x="20" y="0"/>
                  </a:cubicBezTo>
                  <a:cubicBezTo>
                    <a:pt x="21" y="0"/>
                    <a:pt x="16" y="3"/>
                    <a:pt x="11" y="5"/>
                  </a:cubicBezTo>
                  <a:cubicBezTo>
                    <a:pt x="7" y="7"/>
                    <a:pt x="2" y="9"/>
                    <a:pt x="1" y="9"/>
                  </a:cubicBezTo>
                  <a:cubicBezTo>
                    <a:pt x="0" y="9"/>
                    <a:pt x="4"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9" name="Freeform 1980">
              <a:extLst>
                <a:ext uri="{FF2B5EF4-FFF2-40B4-BE49-F238E27FC236}">
                  <a16:creationId xmlns:a16="http://schemas.microsoft.com/office/drawing/2014/main" id="{06C1A741-7002-FFDF-2D3B-B70ADB3AF67A}"/>
                </a:ext>
              </a:extLst>
            </p:cNvPr>
            <p:cNvSpPr>
              <a:spLocks/>
            </p:cNvSpPr>
            <p:nvPr/>
          </p:nvSpPr>
          <p:spPr bwMode="auto">
            <a:xfrm rot="5094805">
              <a:off x="1483832" y="4473953"/>
              <a:ext cx="45700" cy="22850"/>
            </a:xfrm>
            <a:custGeom>
              <a:avLst/>
              <a:gdLst>
                <a:gd name="T0" fmla="*/ 19 w 19"/>
                <a:gd name="T1" fmla="*/ 0 h 9"/>
                <a:gd name="T2" fmla="*/ 9 w 19"/>
                <a:gd name="T3" fmla="*/ 5 h 9"/>
                <a:gd name="T4" fmla="*/ 0 w 19"/>
                <a:gd name="T5" fmla="*/ 9 h 9"/>
                <a:gd name="T6" fmla="*/ 8 w 19"/>
                <a:gd name="T7" fmla="*/ 4 h 9"/>
                <a:gd name="T8" fmla="*/ 19 w 19"/>
                <a:gd name="T9" fmla="*/ 0 h 9"/>
              </a:gdLst>
              <a:ahLst/>
              <a:cxnLst>
                <a:cxn ang="0">
                  <a:pos x="T0" y="T1"/>
                </a:cxn>
                <a:cxn ang="0">
                  <a:pos x="T2" y="T3"/>
                </a:cxn>
                <a:cxn ang="0">
                  <a:pos x="T4" y="T5"/>
                </a:cxn>
                <a:cxn ang="0">
                  <a:pos x="T6" y="T7"/>
                </a:cxn>
                <a:cxn ang="0">
                  <a:pos x="T8" y="T9"/>
                </a:cxn>
              </a:cxnLst>
              <a:rect l="0" t="0" r="r" b="b"/>
              <a:pathLst>
                <a:path w="19" h="9">
                  <a:moveTo>
                    <a:pt x="19" y="0"/>
                  </a:moveTo>
                  <a:cubicBezTo>
                    <a:pt x="19" y="0"/>
                    <a:pt x="15" y="3"/>
                    <a:pt x="9" y="5"/>
                  </a:cubicBezTo>
                  <a:cubicBezTo>
                    <a:pt x="4" y="8"/>
                    <a:pt x="0" y="9"/>
                    <a:pt x="0" y="9"/>
                  </a:cubicBezTo>
                  <a:cubicBezTo>
                    <a:pt x="0" y="8"/>
                    <a:pt x="4" y="6"/>
                    <a:pt x="8" y="4"/>
                  </a:cubicBezTo>
                  <a:cubicBezTo>
                    <a:pt x="14"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0" name="Freeform 1981">
              <a:extLst>
                <a:ext uri="{FF2B5EF4-FFF2-40B4-BE49-F238E27FC236}">
                  <a16:creationId xmlns:a16="http://schemas.microsoft.com/office/drawing/2014/main" id="{0438CD8F-944A-F1AA-9135-0134C1A48F57}"/>
                </a:ext>
              </a:extLst>
            </p:cNvPr>
            <p:cNvSpPr>
              <a:spLocks/>
            </p:cNvSpPr>
            <p:nvPr/>
          </p:nvSpPr>
          <p:spPr bwMode="auto">
            <a:xfrm rot="5094805">
              <a:off x="1586093" y="4656299"/>
              <a:ext cx="47985" cy="22850"/>
            </a:xfrm>
            <a:custGeom>
              <a:avLst/>
              <a:gdLst>
                <a:gd name="T0" fmla="*/ 9 w 20"/>
                <a:gd name="T1" fmla="*/ 4 h 10"/>
                <a:gd name="T2" fmla="*/ 20 w 20"/>
                <a:gd name="T3" fmla="*/ 1 h 10"/>
                <a:gd name="T4" fmla="*/ 10 w 20"/>
                <a:gd name="T5" fmla="*/ 6 h 10"/>
                <a:gd name="T6" fmla="*/ 1 w 20"/>
                <a:gd name="T7" fmla="*/ 9 h 10"/>
                <a:gd name="T8" fmla="*/ 9 w 20"/>
                <a:gd name="T9" fmla="*/ 4 h 10"/>
              </a:gdLst>
              <a:ahLst/>
              <a:cxnLst>
                <a:cxn ang="0">
                  <a:pos x="T0" y="T1"/>
                </a:cxn>
                <a:cxn ang="0">
                  <a:pos x="T2" y="T3"/>
                </a:cxn>
                <a:cxn ang="0">
                  <a:pos x="T4" y="T5"/>
                </a:cxn>
                <a:cxn ang="0">
                  <a:pos x="T6" y="T7"/>
                </a:cxn>
                <a:cxn ang="0">
                  <a:pos x="T8" y="T9"/>
                </a:cxn>
              </a:cxnLst>
              <a:rect l="0" t="0" r="r" b="b"/>
              <a:pathLst>
                <a:path w="20" h="10">
                  <a:moveTo>
                    <a:pt x="9" y="4"/>
                  </a:moveTo>
                  <a:cubicBezTo>
                    <a:pt x="15" y="2"/>
                    <a:pt x="20" y="0"/>
                    <a:pt x="20" y="1"/>
                  </a:cubicBezTo>
                  <a:cubicBezTo>
                    <a:pt x="20" y="1"/>
                    <a:pt x="15" y="4"/>
                    <a:pt x="10" y="6"/>
                  </a:cubicBezTo>
                  <a:cubicBezTo>
                    <a:pt x="5" y="8"/>
                    <a:pt x="1" y="10"/>
                    <a:pt x="1" y="9"/>
                  </a:cubicBezTo>
                  <a:cubicBezTo>
                    <a:pt x="0" y="9"/>
                    <a:pt x="4"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1" name="Freeform 1982">
              <a:extLst>
                <a:ext uri="{FF2B5EF4-FFF2-40B4-BE49-F238E27FC236}">
                  <a16:creationId xmlns:a16="http://schemas.microsoft.com/office/drawing/2014/main" id="{621CAEB6-D38B-F8C0-B949-E9AB13C03643}"/>
                </a:ext>
              </a:extLst>
            </p:cNvPr>
            <p:cNvSpPr>
              <a:spLocks/>
            </p:cNvSpPr>
            <p:nvPr/>
          </p:nvSpPr>
          <p:spPr bwMode="auto">
            <a:xfrm rot="5094805">
              <a:off x="1686281" y="4841123"/>
              <a:ext cx="50269" cy="22850"/>
            </a:xfrm>
            <a:custGeom>
              <a:avLst/>
              <a:gdLst>
                <a:gd name="T0" fmla="*/ 19 w 20"/>
                <a:gd name="T1" fmla="*/ 1 h 9"/>
                <a:gd name="T2" fmla="*/ 11 w 20"/>
                <a:gd name="T3" fmla="*/ 5 h 9"/>
                <a:gd name="T4" fmla="*/ 0 w 20"/>
                <a:gd name="T5" fmla="*/ 9 h 9"/>
                <a:gd name="T6" fmla="*/ 8 w 20"/>
                <a:gd name="T7" fmla="*/ 4 h 9"/>
                <a:gd name="T8" fmla="*/ 19 w 20"/>
                <a:gd name="T9" fmla="*/ 1 h 9"/>
              </a:gdLst>
              <a:ahLst/>
              <a:cxnLst>
                <a:cxn ang="0">
                  <a:pos x="T0" y="T1"/>
                </a:cxn>
                <a:cxn ang="0">
                  <a:pos x="T2" y="T3"/>
                </a:cxn>
                <a:cxn ang="0">
                  <a:pos x="T4" y="T5"/>
                </a:cxn>
                <a:cxn ang="0">
                  <a:pos x="T6" y="T7"/>
                </a:cxn>
                <a:cxn ang="0">
                  <a:pos x="T8" y="T9"/>
                </a:cxn>
              </a:cxnLst>
              <a:rect l="0" t="0" r="r" b="b"/>
              <a:pathLst>
                <a:path w="20" h="9">
                  <a:moveTo>
                    <a:pt x="19" y="1"/>
                  </a:moveTo>
                  <a:cubicBezTo>
                    <a:pt x="20" y="1"/>
                    <a:pt x="16" y="3"/>
                    <a:pt x="11" y="5"/>
                  </a:cubicBezTo>
                  <a:cubicBezTo>
                    <a:pt x="5" y="8"/>
                    <a:pt x="1" y="9"/>
                    <a:pt x="0" y="9"/>
                  </a:cubicBezTo>
                  <a:cubicBezTo>
                    <a:pt x="0" y="8"/>
                    <a:pt x="3" y="7"/>
                    <a:pt x="8" y="4"/>
                  </a:cubicBezTo>
                  <a:cubicBezTo>
                    <a:pt x="14" y="2"/>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2" name="Freeform 1983">
              <a:extLst>
                <a:ext uri="{FF2B5EF4-FFF2-40B4-BE49-F238E27FC236}">
                  <a16:creationId xmlns:a16="http://schemas.microsoft.com/office/drawing/2014/main" id="{E61DB35D-C0A1-7072-2447-9B70CFC4DACD}"/>
                </a:ext>
              </a:extLst>
            </p:cNvPr>
            <p:cNvSpPr>
              <a:spLocks/>
            </p:cNvSpPr>
            <p:nvPr/>
          </p:nvSpPr>
          <p:spPr bwMode="auto">
            <a:xfrm rot="5094805">
              <a:off x="1783998" y="5024077"/>
              <a:ext cx="47985" cy="22850"/>
            </a:xfrm>
            <a:custGeom>
              <a:avLst/>
              <a:gdLst>
                <a:gd name="T0" fmla="*/ 9 w 19"/>
                <a:gd name="T1" fmla="*/ 4 h 9"/>
                <a:gd name="T2" fmla="*/ 19 w 19"/>
                <a:gd name="T3" fmla="*/ 1 h 9"/>
                <a:gd name="T4" fmla="*/ 9 w 19"/>
                <a:gd name="T5" fmla="*/ 6 h 9"/>
                <a:gd name="T6" fmla="*/ 0 w 19"/>
                <a:gd name="T7" fmla="*/ 8 h 9"/>
                <a:gd name="T8" fmla="*/ 9 w 19"/>
                <a:gd name="T9" fmla="*/ 4 h 9"/>
              </a:gdLst>
              <a:ahLst/>
              <a:cxnLst>
                <a:cxn ang="0">
                  <a:pos x="T0" y="T1"/>
                </a:cxn>
                <a:cxn ang="0">
                  <a:pos x="T2" y="T3"/>
                </a:cxn>
                <a:cxn ang="0">
                  <a:pos x="T4" y="T5"/>
                </a:cxn>
                <a:cxn ang="0">
                  <a:pos x="T6" y="T7"/>
                </a:cxn>
                <a:cxn ang="0">
                  <a:pos x="T8" y="T9"/>
                </a:cxn>
              </a:cxnLst>
              <a:rect l="0" t="0" r="r" b="b"/>
              <a:pathLst>
                <a:path w="19" h="9">
                  <a:moveTo>
                    <a:pt x="9" y="4"/>
                  </a:moveTo>
                  <a:cubicBezTo>
                    <a:pt x="14" y="2"/>
                    <a:pt x="19" y="0"/>
                    <a:pt x="19" y="1"/>
                  </a:cubicBezTo>
                  <a:cubicBezTo>
                    <a:pt x="19" y="1"/>
                    <a:pt x="15" y="3"/>
                    <a:pt x="9" y="6"/>
                  </a:cubicBezTo>
                  <a:cubicBezTo>
                    <a:pt x="5" y="7"/>
                    <a:pt x="1" y="9"/>
                    <a:pt x="0" y="8"/>
                  </a:cubicBezTo>
                  <a:cubicBezTo>
                    <a:pt x="0" y="8"/>
                    <a:pt x="4" y="6"/>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3" name="Freeform 1984">
              <a:extLst>
                <a:ext uri="{FF2B5EF4-FFF2-40B4-BE49-F238E27FC236}">
                  <a16:creationId xmlns:a16="http://schemas.microsoft.com/office/drawing/2014/main" id="{011DBAE0-1E07-9E07-7C73-414D03CB0659}"/>
                </a:ext>
              </a:extLst>
            </p:cNvPr>
            <p:cNvSpPr>
              <a:spLocks/>
            </p:cNvSpPr>
            <p:nvPr/>
          </p:nvSpPr>
          <p:spPr bwMode="auto">
            <a:xfrm rot="5094805">
              <a:off x="1873944" y="5213241"/>
              <a:ext cx="50269" cy="15995"/>
            </a:xfrm>
            <a:custGeom>
              <a:avLst/>
              <a:gdLst>
                <a:gd name="T0" fmla="*/ 9 w 21"/>
                <a:gd name="T1" fmla="*/ 3 h 7"/>
                <a:gd name="T2" fmla="*/ 20 w 21"/>
                <a:gd name="T3" fmla="*/ 0 h 7"/>
                <a:gd name="T4" fmla="*/ 11 w 21"/>
                <a:gd name="T5" fmla="*/ 4 h 7"/>
                <a:gd name="T6" fmla="*/ 1 w 21"/>
                <a:gd name="T7" fmla="*/ 7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15" y="1"/>
                    <a:pt x="20" y="0"/>
                    <a:pt x="20" y="0"/>
                  </a:cubicBezTo>
                  <a:cubicBezTo>
                    <a:pt x="21" y="1"/>
                    <a:pt x="17" y="3"/>
                    <a:pt x="11" y="4"/>
                  </a:cubicBezTo>
                  <a:cubicBezTo>
                    <a:pt x="7" y="6"/>
                    <a:pt x="2" y="7"/>
                    <a:pt x="1" y="7"/>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4" name="Freeform 1985">
              <a:extLst>
                <a:ext uri="{FF2B5EF4-FFF2-40B4-BE49-F238E27FC236}">
                  <a16:creationId xmlns:a16="http://schemas.microsoft.com/office/drawing/2014/main" id="{D5D43243-A0E2-4771-406F-5E5308B9C5F9}"/>
                </a:ext>
              </a:extLst>
            </p:cNvPr>
            <p:cNvSpPr>
              <a:spLocks/>
            </p:cNvSpPr>
            <p:nvPr/>
          </p:nvSpPr>
          <p:spPr bwMode="auto">
            <a:xfrm rot="5094805">
              <a:off x="1955933" y="5399888"/>
              <a:ext cx="47985" cy="15995"/>
            </a:xfrm>
            <a:custGeom>
              <a:avLst/>
              <a:gdLst>
                <a:gd name="T0" fmla="*/ 19 w 20"/>
                <a:gd name="T1" fmla="*/ 0 h 7"/>
                <a:gd name="T2" fmla="*/ 11 w 20"/>
                <a:gd name="T3" fmla="*/ 4 h 7"/>
                <a:gd name="T4" fmla="*/ 0 w 20"/>
                <a:gd name="T5" fmla="*/ 6 h 7"/>
                <a:gd name="T6" fmla="*/ 8 w 20"/>
                <a:gd name="T7" fmla="*/ 3 h 7"/>
                <a:gd name="T8" fmla="*/ 19 w 20"/>
                <a:gd name="T9" fmla="*/ 0 h 7"/>
              </a:gdLst>
              <a:ahLst/>
              <a:cxnLst>
                <a:cxn ang="0">
                  <a:pos x="T0" y="T1"/>
                </a:cxn>
                <a:cxn ang="0">
                  <a:pos x="T2" y="T3"/>
                </a:cxn>
                <a:cxn ang="0">
                  <a:pos x="T4" y="T5"/>
                </a:cxn>
                <a:cxn ang="0">
                  <a:pos x="T6" y="T7"/>
                </a:cxn>
                <a:cxn ang="0">
                  <a:pos x="T8" y="T9"/>
                </a:cxn>
              </a:cxnLst>
              <a:rect l="0" t="0" r="r" b="b"/>
              <a:pathLst>
                <a:path w="20" h="7">
                  <a:moveTo>
                    <a:pt x="19" y="0"/>
                  </a:moveTo>
                  <a:cubicBezTo>
                    <a:pt x="20" y="1"/>
                    <a:pt x="16" y="2"/>
                    <a:pt x="11" y="4"/>
                  </a:cubicBezTo>
                  <a:cubicBezTo>
                    <a:pt x="5" y="6"/>
                    <a:pt x="0" y="7"/>
                    <a:pt x="0" y="6"/>
                  </a:cubicBezTo>
                  <a:cubicBezTo>
                    <a:pt x="0" y="6"/>
                    <a:pt x="3" y="4"/>
                    <a:pt x="8" y="3"/>
                  </a:cubicBezTo>
                  <a:cubicBezTo>
                    <a:pt x="14"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5" name="Freeform 1986">
              <a:extLst>
                <a:ext uri="{FF2B5EF4-FFF2-40B4-BE49-F238E27FC236}">
                  <a16:creationId xmlns:a16="http://schemas.microsoft.com/office/drawing/2014/main" id="{98DF648B-ABF0-C922-A30A-A2E72BF0DDB9}"/>
                </a:ext>
              </a:extLst>
            </p:cNvPr>
            <p:cNvSpPr>
              <a:spLocks/>
            </p:cNvSpPr>
            <p:nvPr/>
          </p:nvSpPr>
          <p:spPr bwMode="auto">
            <a:xfrm rot="5094805">
              <a:off x="2026532" y="5587346"/>
              <a:ext cx="50269" cy="15995"/>
            </a:xfrm>
            <a:custGeom>
              <a:avLst/>
              <a:gdLst>
                <a:gd name="T0" fmla="*/ 11 w 20"/>
                <a:gd name="T1" fmla="*/ 3 h 6"/>
                <a:gd name="T2" fmla="*/ 0 w 20"/>
                <a:gd name="T3" fmla="*/ 5 h 6"/>
                <a:gd name="T4" fmla="*/ 9 w 20"/>
                <a:gd name="T5" fmla="*/ 2 h 6"/>
                <a:gd name="T6" fmla="*/ 20 w 20"/>
                <a:gd name="T7" fmla="*/ 0 h 6"/>
                <a:gd name="T8" fmla="*/ 11 w 20"/>
                <a:gd name="T9" fmla="*/ 3 h 6"/>
              </a:gdLst>
              <a:ahLst/>
              <a:cxnLst>
                <a:cxn ang="0">
                  <a:pos x="T0" y="T1"/>
                </a:cxn>
                <a:cxn ang="0">
                  <a:pos x="T2" y="T3"/>
                </a:cxn>
                <a:cxn ang="0">
                  <a:pos x="T4" y="T5"/>
                </a:cxn>
                <a:cxn ang="0">
                  <a:pos x="T6" y="T7"/>
                </a:cxn>
                <a:cxn ang="0">
                  <a:pos x="T8" y="T9"/>
                </a:cxn>
              </a:cxnLst>
              <a:rect l="0" t="0" r="r" b="b"/>
              <a:pathLst>
                <a:path w="20" h="6">
                  <a:moveTo>
                    <a:pt x="11" y="3"/>
                  </a:moveTo>
                  <a:cubicBezTo>
                    <a:pt x="5" y="5"/>
                    <a:pt x="1" y="6"/>
                    <a:pt x="0" y="5"/>
                  </a:cubicBezTo>
                  <a:cubicBezTo>
                    <a:pt x="0" y="5"/>
                    <a:pt x="4" y="3"/>
                    <a:pt x="9" y="2"/>
                  </a:cubicBezTo>
                  <a:cubicBezTo>
                    <a:pt x="14" y="0"/>
                    <a:pt x="19" y="0"/>
                    <a:pt x="20" y="0"/>
                  </a:cubicBezTo>
                  <a:cubicBezTo>
                    <a:pt x="20" y="0"/>
                    <a:pt x="16"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6" name="Freeform 1987">
              <a:extLst>
                <a:ext uri="{FF2B5EF4-FFF2-40B4-BE49-F238E27FC236}">
                  <a16:creationId xmlns:a16="http://schemas.microsoft.com/office/drawing/2014/main" id="{9D361274-C21B-3180-9EC3-03D2A43B0E0C}"/>
                </a:ext>
              </a:extLst>
            </p:cNvPr>
            <p:cNvSpPr>
              <a:spLocks/>
            </p:cNvSpPr>
            <p:nvPr/>
          </p:nvSpPr>
          <p:spPr bwMode="auto">
            <a:xfrm rot="5094805">
              <a:off x="2090313" y="5777900"/>
              <a:ext cx="47985" cy="11425"/>
            </a:xfrm>
            <a:custGeom>
              <a:avLst/>
              <a:gdLst>
                <a:gd name="T0" fmla="*/ 19 w 19"/>
                <a:gd name="T1" fmla="*/ 1 h 5"/>
                <a:gd name="T2" fmla="*/ 9 w 19"/>
                <a:gd name="T3" fmla="*/ 3 h 5"/>
                <a:gd name="T4" fmla="*/ 0 w 19"/>
                <a:gd name="T5" fmla="*/ 4 h 5"/>
                <a:gd name="T6" fmla="*/ 9 w 19"/>
                <a:gd name="T7" fmla="*/ 1 h 5"/>
                <a:gd name="T8" fmla="*/ 19 w 19"/>
                <a:gd name="T9" fmla="*/ 1 h 5"/>
              </a:gdLst>
              <a:ahLst/>
              <a:cxnLst>
                <a:cxn ang="0">
                  <a:pos x="T0" y="T1"/>
                </a:cxn>
                <a:cxn ang="0">
                  <a:pos x="T2" y="T3"/>
                </a:cxn>
                <a:cxn ang="0">
                  <a:pos x="T4" y="T5"/>
                </a:cxn>
                <a:cxn ang="0">
                  <a:pos x="T6" y="T7"/>
                </a:cxn>
                <a:cxn ang="0">
                  <a:pos x="T8" y="T9"/>
                </a:cxn>
              </a:cxnLst>
              <a:rect l="0" t="0" r="r" b="b"/>
              <a:pathLst>
                <a:path w="19" h="5">
                  <a:moveTo>
                    <a:pt x="19" y="1"/>
                  </a:moveTo>
                  <a:cubicBezTo>
                    <a:pt x="19" y="1"/>
                    <a:pt x="15" y="2"/>
                    <a:pt x="9" y="3"/>
                  </a:cubicBezTo>
                  <a:cubicBezTo>
                    <a:pt x="4" y="4"/>
                    <a:pt x="0" y="5"/>
                    <a:pt x="0" y="4"/>
                  </a:cubicBezTo>
                  <a:cubicBezTo>
                    <a:pt x="0" y="4"/>
                    <a:pt x="4" y="2"/>
                    <a:pt x="9" y="1"/>
                  </a:cubicBezTo>
                  <a:cubicBezTo>
                    <a:pt x="14"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7" name="Freeform 1988">
              <a:extLst>
                <a:ext uri="{FF2B5EF4-FFF2-40B4-BE49-F238E27FC236}">
                  <a16:creationId xmlns:a16="http://schemas.microsoft.com/office/drawing/2014/main" id="{B2B35754-5670-9EC2-D489-9AD7B3A2A33A}"/>
                </a:ext>
              </a:extLst>
            </p:cNvPr>
            <p:cNvSpPr>
              <a:spLocks/>
            </p:cNvSpPr>
            <p:nvPr/>
          </p:nvSpPr>
          <p:spPr bwMode="auto">
            <a:xfrm rot="5094805">
              <a:off x="2138356" y="5971944"/>
              <a:ext cx="50269" cy="6855"/>
            </a:xfrm>
            <a:custGeom>
              <a:avLst/>
              <a:gdLst>
                <a:gd name="T0" fmla="*/ 11 w 21"/>
                <a:gd name="T1" fmla="*/ 2 h 3"/>
                <a:gd name="T2" fmla="*/ 1 w 21"/>
                <a:gd name="T3" fmla="*/ 3 h 3"/>
                <a:gd name="T4" fmla="*/ 8 w 21"/>
                <a:gd name="T5" fmla="*/ 0 h 3"/>
                <a:gd name="T6" fmla="*/ 20 w 21"/>
                <a:gd name="T7" fmla="*/ 0 h 3"/>
                <a:gd name="T8" fmla="*/ 11 w 21"/>
                <a:gd name="T9" fmla="*/ 2 h 3"/>
              </a:gdLst>
              <a:ahLst/>
              <a:cxnLst>
                <a:cxn ang="0">
                  <a:pos x="T0" y="T1"/>
                </a:cxn>
                <a:cxn ang="0">
                  <a:pos x="T2" y="T3"/>
                </a:cxn>
                <a:cxn ang="0">
                  <a:pos x="T4" y="T5"/>
                </a:cxn>
                <a:cxn ang="0">
                  <a:pos x="T6" y="T7"/>
                </a:cxn>
                <a:cxn ang="0">
                  <a:pos x="T8" y="T9"/>
                </a:cxn>
              </a:cxnLst>
              <a:rect l="0" t="0" r="r" b="b"/>
              <a:pathLst>
                <a:path w="21" h="3">
                  <a:moveTo>
                    <a:pt x="11" y="2"/>
                  </a:moveTo>
                  <a:cubicBezTo>
                    <a:pt x="6" y="3"/>
                    <a:pt x="1" y="3"/>
                    <a:pt x="1" y="3"/>
                  </a:cubicBezTo>
                  <a:cubicBezTo>
                    <a:pt x="0" y="2"/>
                    <a:pt x="3" y="1"/>
                    <a:pt x="8" y="0"/>
                  </a:cubicBezTo>
                  <a:cubicBezTo>
                    <a:pt x="13" y="0"/>
                    <a:pt x="19" y="0"/>
                    <a:pt x="20" y="0"/>
                  </a:cubicBezTo>
                  <a:cubicBezTo>
                    <a:pt x="21" y="1"/>
                    <a:pt x="17" y="2"/>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8" name="Freeform 1989">
              <a:extLst>
                <a:ext uri="{FF2B5EF4-FFF2-40B4-BE49-F238E27FC236}">
                  <a16:creationId xmlns:a16="http://schemas.microsoft.com/office/drawing/2014/main" id="{330939DD-8777-D1AE-EFE2-2D444AE14825}"/>
                </a:ext>
              </a:extLst>
            </p:cNvPr>
            <p:cNvSpPr>
              <a:spLocks/>
            </p:cNvSpPr>
            <p:nvPr/>
          </p:nvSpPr>
          <p:spPr bwMode="auto">
            <a:xfrm rot="5094805">
              <a:off x="2176059" y="6163579"/>
              <a:ext cx="50269" cy="6855"/>
            </a:xfrm>
            <a:custGeom>
              <a:avLst/>
              <a:gdLst>
                <a:gd name="T0" fmla="*/ 9 w 20"/>
                <a:gd name="T1" fmla="*/ 1 h 3"/>
                <a:gd name="T2" fmla="*/ 20 w 20"/>
                <a:gd name="T3" fmla="*/ 1 h 3"/>
                <a:gd name="T4" fmla="*/ 10 w 20"/>
                <a:gd name="T5" fmla="*/ 3 h 3"/>
                <a:gd name="T6" fmla="*/ 0 w 20"/>
                <a:gd name="T7" fmla="*/ 3 h 3"/>
                <a:gd name="T8" fmla="*/ 9 w 20"/>
                <a:gd name="T9" fmla="*/ 1 h 3"/>
              </a:gdLst>
              <a:ahLst/>
              <a:cxnLst>
                <a:cxn ang="0">
                  <a:pos x="T0" y="T1"/>
                </a:cxn>
                <a:cxn ang="0">
                  <a:pos x="T2" y="T3"/>
                </a:cxn>
                <a:cxn ang="0">
                  <a:pos x="T4" y="T5"/>
                </a:cxn>
                <a:cxn ang="0">
                  <a:pos x="T6" y="T7"/>
                </a:cxn>
                <a:cxn ang="0">
                  <a:pos x="T8" y="T9"/>
                </a:cxn>
              </a:cxnLst>
              <a:rect l="0" t="0" r="r" b="b"/>
              <a:pathLst>
                <a:path w="20" h="3">
                  <a:moveTo>
                    <a:pt x="9" y="1"/>
                  </a:moveTo>
                  <a:cubicBezTo>
                    <a:pt x="15" y="0"/>
                    <a:pt x="20" y="0"/>
                    <a:pt x="20" y="1"/>
                  </a:cubicBezTo>
                  <a:cubicBezTo>
                    <a:pt x="20" y="1"/>
                    <a:pt x="15" y="2"/>
                    <a:pt x="10" y="3"/>
                  </a:cubicBezTo>
                  <a:cubicBezTo>
                    <a:pt x="5" y="3"/>
                    <a:pt x="1" y="3"/>
                    <a:pt x="0" y="3"/>
                  </a:cubicBezTo>
                  <a:cubicBezTo>
                    <a:pt x="0" y="2"/>
                    <a:pt x="4" y="1"/>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9" name="Freeform 1990">
              <a:extLst>
                <a:ext uri="{FF2B5EF4-FFF2-40B4-BE49-F238E27FC236}">
                  <a16:creationId xmlns:a16="http://schemas.microsoft.com/office/drawing/2014/main" id="{6033130B-B875-30D1-A3EA-B63217318149}"/>
                </a:ext>
              </a:extLst>
            </p:cNvPr>
            <p:cNvSpPr>
              <a:spLocks/>
            </p:cNvSpPr>
            <p:nvPr/>
          </p:nvSpPr>
          <p:spPr bwMode="auto">
            <a:xfrm rot="5094805">
              <a:off x="2220389" y="6350045"/>
              <a:ext cx="50269" cy="11425"/>
            </a:xfrm>
            <a:custGeom>
              <a:avLst/>
              <a:gdLst>
                <a:gd name="T0" fmla="*/ 10 w 20"/>
                <a:gd name="T1" fmla="*/ 1 h 5"/>
                <a:gd name="T2" fmla="*/ 20 w 20"/>
                <a:gd name="T3" fmla="*/ 1 h 5"/>
                <a:gd name="T4" fmla="*/ 10 w 20"/>
                <a:gd name="T5" fmla="*/ 4 h 5"/>
                <a:gd name="T6" fmla="*/ 1 w 20"/>
                <a:gd name="T7" fmla="*/ 4 h 5"/>
                <a:gd name="T8" fmla="*/ 10 w 20"/>
                <a:gd name="T9" fmla="*/ 1 h 5"/>
              </a:gdLst>
              <a:ahLst/>
              <a:cxnLst>
                <a:cxn ang="0">
                  <a:pos x="T0" y="T1"/>
                </a:cxn>
                <a:cxn ang="0">
                  <a:pos x="T2" y="T3"/>
                </a:cxn>
                <a:cxn ang="0">
                  <a:pos x="T4" y="T5"/>
                </a:cxn>
                <a:cxn ang="0">
                  <a:pos x="T6" y="T7"/>
                </a:cxn>
                <a:cxn ang="0">
                  <a:pos x="T8" y="T9"/>
                </a:cxn>
              </a:cxnLst>
              <a:rect l="0" t="0" r="r" b="b"/>
              <a:pathLst>
                <a:path w="20" h="5">
                  <a:moveTo>
                    <a:pt x="10" y="1"/>
                  </a:moveTo>
                  <a:cubicBezTo>
                    <a:pt x="15" y="0"/>
                    <a:pt x="20" y="0"/>
                    <a:pt x="20" y="1"/>
                  </a:cubicBezTo>
                  <a:cubicBezTo>
                    <a:pt x="20" y="2"/>
                    <a:pt x="16" y="3"/>
                    <a:pt x="10" y="4"/>
                  </a:cubicBezTo>
                  <a:cubicBezTo>
                    <a:pt x="5" y="5"/>
                    <a:pt x="1" y="5"/>
                    <a:pt x="1" y="4"/>
                  </a:cubicBezTo>
                  <a:cubicBezTo>
                    <a:pt x="0" y="4"/>
                    <a:pt x="4"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0" name="Freeform 1991">
              <a:extLst>
                <a:ext uri="{FF2B5EF4-FFF2-40B4-BE49-F238E27FC236}">
                  <a16:creationId xmlns:a16="http://schemas.microsoft.com/office/drawing/2014/main" id="{557B3078-ED07-06F0-AA7F-5B2D53653E18}"/>
                </a:ext>
              </a:extLst>
            </p:cNvPr>
            <p:cNvSpPr>
              <a:spLocks/>
            </p:cNvSpPr>
            <p:nvPr/>
          </p:nvSpPr>
          <p:spPr bwMode="auto">
            <a:xfrm rot="5094805">
              <a:off x="2278682" y="6539954"/>
              <a:ext cx="47985" cy="13710"/>
            </a:xfrm>
            <a:custGeom>
              <a:avLst/>
              <a:gdLst>
                <a:gd name="T0" fmla="*/ 19 w 20"/>
                <a:gd name="T1" fmla="*/ 0 h 6"/>
                <a:gd name="T2" fmla="*/ 11 w 20"/>
                <a:gd name="T3" fmla="*/ 4 h 6"/>
                <a:gd name="T4" fmla="*/ 0 w 20"/>
                <a:gd name="T5" fmla="*/ 5 h 6"/>
                <a:gd name="T6" fmla="*/ 8 w 20"/>
                <a:gd name="T7" fmla="*/ 1 h 6"/>
                <a:gd name="T8" fmla="*/ 19 w 20"/>
                <a:gd name="T9" fmla="*/ 0 h 6"/>
              </a:gdLst>
              <a:ahLst/>
              <a:cxnLst>
                <a:cxn ang="0">
                  <a:pos x="T0" y="T1"/>
                </a:cxn>
                <a:cxn ang="0">
                  <a:pos x="T2" y="T3"/>
                </a:cxn>
                <a:cxn ang="0">
                  <a:pos x="T4" y="T5"/>
                </a:cxn>
                <a:cxn ang="0">
                  <a:pos x="T6" y="T7"/>
                </a:cxn>
                <a:cxn ang="0">
                  <a:pos x="T8" y="T9"/>
                </a:cxn>
              </a:cxnLst>
              <a:rect l="0" t="0" r="r" b="b"/>
              <a:pathLst>
                <a:path w="20" h="6">
                  <a:moveTo>
                    <a:pt x="19" y="0"/>
                  </a:moveTo>
                  <a:cubicBezTo>
                    <a:pt x="20" y="1"/>
                    <a:pt x="16" y="3"/>
                    <a:pt x="11" y="4"/>
                  </a:cubicBezTo>
                  <a:cubicBezTo>
                    <a:pt x="5" y="5"/>
                    <a:pt x="0" y="6"/>
                    <a:pt x="0" y="5"/>
                  </a:cubicBezTo>
                  <a:cubicBezTo>
                    <a:pt x="0" y="4"/>
                    <a:pt x="3" y="3"/>
                    <a:pt x="8" y="1"/>
                  </a:cubicBezTo>
                  <a:cubicBezTo>
                    <a:pt x="14" y="0"/>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1" name="Freeform 1992">
              <a:extLst>
                <a:ext uri="{FF2B5EF4-FFF2-40B4-BE49-F238E27FC236}">
                  <a16:creationId xmlns:a16="http://schemas.microsoft.com/office/drawing/2014/main" id="{411D9FD4-F9A8-8A03-477A-AE5071AC3600}"/>
                </a:ext>
              </a:extLst>
            </p:cNvPr>
            <p:cNvSpPr>
              <a:spLocks/>
            </p:cNvSpPr>
            <p:nvPr/>
          </p:nvSpPr>
          <p:spPr bwMode="auto">
            <a:xfrm rot="5094805">
              <a:off x="2348144" y="6724085"/>
              <a:ext cx="50269" cy="20565"/>
            </a:xfrm>
            <a:custGeom>
              <a:avLst/>
              <a:gdLst>
                <a:gd name="T0" fmla="*/ 9 w 20"/>
                <a:gd name="T1" fmla="*/ 2 h 8"/>
                <a:gd name="T2" fmla="*/ 20 w 20"/>
                <a:gd name="T3" fmla="*/ 1 h 8"/>
                <a:gd name="T4" fmla="*/ 10 w 20"/>
                <a:gd name="T5" fmla="*/ 6 h 8"/>
                <a:gd name="T6" fmla="*/ 0 w 20"/>
                <a:gd name="T7" fmla="*/ 7 h 8"/>
                <a:gd name="T8" fmla="*/ 9 w 20"/>
                <a:gd name="T9" fmla="*/ 2 h 8"/>
              </a:gdLst>
              <a:ahLst/>
              <a:cxnLst>
                <a:cxn ang="0">
                  <a:pos x="T0" y="T1"/>
                </a:cxn>
                <a:cxn ang="0">
                  <a:pos x="T2" y="T3"/>
                </a:cxn>
                <a:cxn ang="0">
                  <a:pos x="T4" y="T5"/>
                </a:cxn>
                <a:cxn ang="0">
                  <a:pos x="T6" y="T7"/>
                </a:cxn>
                <a:cxn ang="0">
                  <a:pos x="T8" y="T9"/>
                </a:cxn>
              </a:cxnLst>
              <a:rect l="0" t="0" r="r" b="b"/>
              <a:pathLst>
                <a:path w="20" h="8">
                  <a:moveTo>
                    <a:pt x="9" y="2"/>
                  </a:moveTo>
                  <a:cubicBezTo>
                    <a:pt x="15" y="1"/>
                    <a:pt x="20" y="0"/>
                    <a:pt x="20" y="1"/>
                  </a:cubicBezTo>
                  <a:cubicBezTo>
                    <a:pt x="20" y="2"/>
                    <a:pt x="15" y="5"/>
                    <a:pt x="10" y="6"/>
                  </a:cubicBezTo>
                  <a:cubicBezTo>
                    <a:pt x="5" y="7"/>
                    <a:pt x="1" y="8"/>
                    <a:pt x="0" y="7"/>
                  </a:cubicBezTo>
                  <a:cubicBezTo>
                    <a:pt x="0" y="6"/>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2" name="Freeform 1993">
              <a:extLst>
                <a:ext uri="{FF2B5EF4-FFF2-40B4-BE49-F238E27FC236}">
                  <a16:creationId xmlns:a16="http://schemas.microsoft.com/office/drawing/2014/main" id="{34748446-95FB-AC5F-C9E6-707D32D74C0D}"/>
                </a:ext>
              </a:extLst>
            </p:cNvPr>
            <p:cNvSpPr>
              <a:spLocks/>
            </p:cNvSpPr>
            <p:nvPr/>
          </p:nvSpPr>
          <p:spPr bwMode="auto">
            <a:xfrm rot="5094805">
              <a:off x="2428889" y="6909595"/>
              <a:ext cx="50269" cy="20565"/>
            </a:xfrm>
            <a:custGeom>
              <a:avLst/>
              <a:gdLst>
                <a:gd name="T0" fmla="*/ 9 w 20"/>
                <a:gd name="T1" fmla="*/ 2 h 9"/>
                <a:gd name="T2" fmla="*/ 20 w 20"/>
                <a:gd name="T3" fmla="*/ 1 h 9"/>
                <a:gd name="T4" fmla="*/ 10 w 20"/>
                <a:gd name="T5" fmla="*/ 7 h 9"/>
                <a:gd name="T6" fmla="*/ 0 w 20"/>
                <a:gd name="T7" fmla="*/ 8 h 9"/>
                <a:gd name="T8" fmla="*/ 9 w 20"/>
                <a:gd name="T9" fmla="*/ 2 h 9"/>
              </a:gdLst>
              <a:ahLst/>
              <a:cxnLst>
                <a:cxn ang="0">
                  <a:pos x="T0" y="T1"/>
                </a:cxn>
                <a:cxn ang="0">
                  <a:pos x="T2" y="T3"/>
                </a:cxn>
                <a:cxn ang="0">
                  <a:pos x="T4" y="T5"/>
                </a:cxn>
                <a:cxn ang="0">
                  <a:pos x="T6" y="T7"/>
                </a:cxn>
                <a:cxn ang="0">
                  <a:pos x="T8" y="T9"/>
                </a:cxn>
              </a:cxnLst>
              <a:rect l="0" t="0" r="r" b="b"/>
              <a:pathLst>
                <a:path w="20" h="9">
                  <a:moveTo>
                    <a:pt x="9" y="2"/>
                  </a:moveTo>
                  <a:cubicBezTo>
                    <a:pt x="15" y="0"/>
                    <a:pt x="20" y="0"/>
                    <a:pt x="20" y="1"/>
                  </a:cubicBezTo>
                  <a:cubicBezTo>
                    <a:pt x="20" y="2"/>
                    <a:pt x="15" y="5"/>
                    <a:pt x="10" y="7"/>
                  </a:cubicBezTo>
                  <a:cubicBezTo>
                    <a:pt x="5" y="8"/>
                    <a:pt x="1" y="9"/>
                    <a:pt x="0" y="8"/>
                  </a:cubicBezTo>
                  <a:cubicBezTo>
                    <a:pt x="0" y="7"/>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3" name="Freeform 1994">
              <a:extLst>
                <a:ext uri="{FF2B5EF4-FFF2-40B4-BE49-F238E27FC236}">
                  <a16:creationId xmlns:a16="http://schemas.microsoft.com/office/drawing/2014/main" id="{F6407327-8B59-A864-AA55-0FAAC4B3A9FE}"/>
                </a:ext>
              </a:extLst>
            </p:cNvPr>
            <p:cNvSpPr>
              <a:spLocks/>
            </p:cNvSpPr>
            <p:nvPr/>
          </p:nvSpPr>
          <p:spPr bwMode="auto">
            <a:xfrm rot="5094805">
              <a:off x="2395571" y="6702964"/>
              <a:ext cx="43415" cy="20565"/>
            </a:xfrm>
            <a:custGeom>
              <a:avLst/>
              <a:gdLst>
                <a:gd name="T0" fmla="*/ 8 w 18"/>
                <a:gd name="T1" fmla="*/ 2 h 8"/>
                <a:gd name="T2" fmla="*/ 17 w 18"/>
                <a:gd name="T3" fmla="*/ 1 h 8"/>
                <a:gd name="T4" fmla="*/ 9 w 18"/>
                <a:gd name="T5" fmla="*/ 7 h 8"/>
                <a:gd name="T6" fmla="*/ 0 w 18"/>
                <a:gd name="T7" fmla="*/ 7 h 8"/>
                <a:gd name="T8" fmla="*/ 8 w 18"/>
                <a:gd name="T9" fmla="*/ 2 h 8"/>
              </a:gdLst>
              <a:ahLst/>
              <a:cxnLst>
                <a:cxn ang="0">
                  <a:pos x="T0" y="T1"/>
                </a:cxn>
                <a:cxn ang="0">
                  <a:pos x="T2" y="T3"/>
                </a:cxn>
                <a:cxn ang="0">
                  <a:pos x="T4" y="T5"/>
                </a:cxn>
                <a:cxn ang="0">
                  <a:pos x="T6" y="T7"/>
                </a:cxn>
                <a:cxn ang="0">
                  <a:pos x="T8" y="T9"/>
                </a:cxn>
              </a:cxnLst>
              <a:rect l="0" t="0" r="r" b="b"/>
              <a:pathLst>
                <a:path w="18" h="8">
                  <a:moveTo>
                    <a:pt x="8" y="2"/>
                  </a:moveTo>
                  <a:cubicBezTo>
                    <a:pt x="12" y="0"/>
                    <a:pt x="17" y="0"/>
                    <a:pt x="17" y="1"/>
                  </a:cubicBezTo>
                  <a:cubicBezTo>
                    <a:pt x="18" y="2"/>
                    <a:pt x="14" y="5"/>
                    <a:pt x="9" y="7"/>
                  </a:cubicBezTo>
                  <a:cubicBezTo>
                    <a:pt x="4" y="8"/>
                    <a:pt x="0" y="8"/>
                    <a:pt x="0" y="7"/>
                  </a:cubicBezTo>
                  <a:cubicBezTo>
                    <a:pt x="0" y="5"/>
                    <a:pt x="3"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4" name="Freeform 1995">
              <a:extLst>
                <a:ext uri="{FF2B5EF4-FFF2-40B4-BE49-F238E27FC236}">
                  <a16:creationId xmlns:a16="http://schemas.microsoft.com/office/drawing/2014/main" id="{29D154E6-2F62-A9C0-DDA2-3E18B582D1B2}"/>
                </a:ext>
              </a:extLst>
            </p:cNvPr>
            <p:cNvSpPr>
              <a:spLocks/>
            </p:cNvSpPr>
            <p:nvPr/>
          </p:nvSpPr>
          <p:spPr bwMode="auto">
            <a:xfrm rot="5094805">
              <a:off x="2319273" y="6516952"/>
              <a:ext cx="45700" cy="18280"/>
            </a:xfrm>
            <a:custGeom>
              <a:avLst/>
              <a:gdLst>
                <a:gd name="T0" fmla="*/ 8 w 18"/>
                <a:gd name="T1" fmla="*/ 1 h 7"/>
                <a:gd name="T2" fmla="*/ 18 w 18"/>
                <a:gd name="T3" fmla="*/ 1 h 7"/>
                <a:gd name="T4" fmla="*/ 9 w 18"/>
                <a:gd name="T5" fmla="*/ 6 h 7"/>
                <a:gd name="T6" fmla="*/ 0 w 18"/>
                <a:gd name="T7" fmla="*/ 6 h 7"/>
                <a:gd name="T8" fmla="*/ 8 w 18"/>
                <a:gd name="T9" fmla="*/ 1 h 7"/>
              </a:gdLst>
              <a:ahLst/>
              <a:cxnLst>
                <a:cxn ang="0">
                  <a:pos x="T0" y="T1"/>
                </a:cxn>
                <a:cxn ang="0">
                  <a:pos x="T2" y="T3"/>
                </a:cxn>
                <a:cxn ang="0">
                  <a:pos x="T4" y="T5"/>
                </a:cxn>
                <a:cxn ang="0">
                  <a:pos x="T6" y="T7"/>
                </a:cxn>
                <a:cxn ang="0">
                  <a:pos x="T8" y="T9"/>
                </a:cxn>
              </a:cxnLst>
              <a:rect l="0" t="0" r="r" b="b"/>
              <a:pathLst>
                <a:path w="18" h="7">
                  <a:moveTo>
                    <a:pt x="8" y="1"/>
                  </a:moveTo>
                  <a:cubicBezTo>
                    <a:pt x="12" y="0"/>
                    <a:pt x="17" y="0"/>
                    <a:pt x="18" y="1"/>
                  </a:cubicBezTo>
                  <a:cubicBezTo>
                    <a:pt x="18" y="2"/>
                    <a:pt x="14" y="5"/>
                    <a:pt x="9" y="6"/>
                  </a:cubicBezTo>
                  <a:cubicBezTo>
                    <a:pt x="4" y="7"/>
                    <a:pt x="0" y="7"/>
                    <a:pt x="0" y="6"/>
                  </a:cubicBezTo>
                  <a:cubicBezTo>
                    <a:pt x="0" y="4"/>
                    <a:pt x="3"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5" name="Freeform 1996">
              <a:extLst>
                <a:ext uri="{FF2B5EF4-FFF2-40B4-BE49-F238E27FC236}">
                  <a16:creationId xmlns:a16="http://schemas.microsoft.com/office/drawing/2014/main" id="{FBFA4AB9-3933-3145-4CB5-DF329FDF3092}"/>
                </a:ext>
              </a:extLst>
            </p:cNvPr>
            <p:cNvSpPr>
              <a:spLocks/>
            </p:cNvSpPr>
            <p:nvPr/>
          </p:nvSpPr>
          <p:spPr bwMode="auto">
            <a:xfrm rot="5094805">
              <a:off x="2257671" y="6328587"/>
              <a:ext cx="45700" cy="15995"/>
            </a:xfrm>
            <a:custGeom>
              <a:avLst/>
              <a:gdLst>
                <a:gd name="T0" fmla="*/ 18 w 19"/>
                <a:gd name="T1" fmla="*/ 2 h 7"/>
                <a:gd name="T2" fmla="*/ 11 w 19"/>
                <a:gd name="T3" fmla="*/ 6 h 7"/>
                <a:gd name="T4" fmla="*/ 1 w 19"/>
                <a:gd name="T5" fmla="*/ 5 h 7"/>
                <a:gd name="T6" fmla="*/ 9 w 19"/>
                <a:gd name="T7" fmla="*/ 1 h 7"/>
                <a:gd name="T8" fmla="*/ 18 w 19"/>
                <a:gd name="T9" fmla="*/ 2 h 7"/>
              </a:gdLst>
              <a:ahLst/>
              <a:cxnLst>
                <a:cxn ang="0">
                  <a:pos x="T0" y="T1"/>
                </a:cxn>
                <a:cxn ang="0">
                  <a:pos x="T2" y="T3"/>
                </a:cxn>
                <a:cxn ang="0">
                  <a:pos x="T4" y="T5"/>
                </a:cxn>
                <a:cxn ang="0">
                  <a:pos x="T6" y="T7"/>
                </a:cxn>
                <a:cxn ang="0">
                  <a:pos x="T8" y="T9"/>
                </a:cxn>
              </a:cxnLst>
              <a:rect l="0" t="0" r="r" b="b"/>
              <a:pathLst>
                <a:path w="19" h="7">
                  <a:moveTo>
                    <a:pt x="18" y="2"/>
                  </a:moveTo>
                  <a:cubicBezTo>
                    <a:pt x="19" y="3"/>
                    <a:pt x="15" y="5"/>
                    <a:pt x="11" y="6"/>
                  </a:cubicBezTo>
                  <a:cubicBezTo>
                    <a:pt x="6" y="7"/>
                    <a:pt x="2" y="7"/>
                    <a:pt x="1" y="5"/>
                  </a:cubicBezTo>
                  <a:cubicBezTo>
                    <a:pt x="0" y="4"/>
                    <a:pt x="3" y="2"/>
                    <a:pt x="9" y="1"/>
                  </a:cubicBezTo>
                  <a:cubicBezTo>
                    <a:pt x="13" y="0"/>
                    <a:pt x="18" y="0"/>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6" name="Freeform 1997">
              <a:extLst>
                <a:ext uri="{FF2B5EF4-FFF2-40B4-BE49-F238E27FC236}">
                  <a16:creationId xmlns:a16="http://schemas.microsoft.com/office/drawing/2014/main" id="{0CD35781-E056-9192-3443-34484A99E1E4}"/>
                </a:ext>
              </a:extLst>
            </p:cNvPr>
            <p:cNvSpPr>
              <a:spLocks/>
            </p:cNvSpPr>
            <p:nvPr/>
          </p:nvSpPr>
          <p:spPr bwMode="auto">
            <a:xfrm rot="5094805">
              <a:off x="2209822" y="6141186"/>
              <a:ext cx="47985" cy="11425"/>
            </a:xfrm>
            <a:custGeom>
              <a:avLst/>
              <a:gdLst>
                <a:gd name="T0" fmla="*/ 12 w 20"/>
                <a:gd name="T1" fmla="*/ 5 h 5"/>
                <a:gd name="T2" fmla="*/ 1 w 20"/>
                <a:gd name="T3" fmla="*/ 3 h 5"/>
                <a:gd name="T4" fmla="*/ 8 w 20"/>
                <a:gd name="T5" fmla="*/ 0 h 5"/>
                <a:gd name="T6" fmla="*/ 19 w 20"/>
                <a:gd name="T7" fmla="*/ 1 h 5"/>
                <a:gd name="T8" fmla="*/ 12 w 20"/>
                <a:gd name="T9" fmla="*/ 5 h 5"/>
              </a:gdLst>
              <a:ahLst/>
              <a:cxnLst>
                <a:cxn ang="0">
                  <a:pos x="T0" y="T1"/>
                </a:cxn>
                <a:cxn ang="0">
                  <a:pos x="T2" y="T3"/>
                </a:cxn>
                <a:cxn ang="0">
                  <a:pos x="T4" y="T5"/>
                </a:cxn>
                <a:cxn ang="0">
                  <a:pos x="T6" y="T7"/>
                </a:cxn>
                <a:cxn ang="0">
                  <a:pos x="T8" y="T9"/>
                </a:cxn>
              </a:cxnLst>
              <a:rect l="0" t="0" r="r" b="b"/>
              <a:pathLst>
                <a:path w="20" h="5">
                  <a:moveTo>
                    <a:pt x="12" y="5"/>
                  </a:moveTo>
                  <a:cubicBezTo>
                    <a:pt x="7" y="5"/>
                    <a:pt x="2" y="5"/>
                    <a:pt x="1" y="3"/>
                  </a:cubicBezTo>
                  <a:cubicBezTo>
                    <a:pt x="0" y="2"/>
                    <a:pt x="3" y="1"/>
                    <a:pt x="8" y="0"/>
                  </a:cubicBezTo>
                  <a:cubicBezTo>
                    <a:pt x="13" y="0"/>
                    <a:pt x="18" y="0"/>
                    <a:pt x="19" y="1"/>
                  </a:cubicBezTo>
                  <a:cubicBezTo>
                    <a:pt x="20" y="2"/>
                    <a:pt x="16" y="4"/>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7" name="Freeform 1998">
              <a:extLst>
                <a:ext uri="{FF2B5EF4-FFF2-40B4-BE49-F238E27FC236}">
                  <a16:creationId xmlns:a16="http://schemas.microsoft.com/office/drawing/2014/main" id="{87985DDE-E422-D808-21AA-33B69CD41281}"/>
                </a:ext>
              </a:extLst>
            </p:cNvPr>
            <p:cNvSpPr>
              <a:spLocks/>
            </p:cNvSpPr>
            <p:nvPr/>
          </p:nvSpPr>
          <p:spPr bwMode="auto">
            <a:xfrm rot="5094805">
              <a:off x="2173160" y="5946128"/>
              <a:ext cx="45700" cy="15995"/>
            </a:xfrm>
            <a:custGeom>
              <a:avLst/>
              <a:gdLst>
                <a:gd name="T0" fmla="*/ 18 w 18"/>
                <a:gd name="T1" fmla="*/ 2 h 6"/>
                <a:gd name="T2" fmla="*/ 10 w 18"/>
                <a:gd name="T3" fmla="*/ 5 h 6"/>
                <a:gd name="T4" fmla="*/ 0 w 18"/>
                <a:gd name="T5" fmla="*/ 4 h 6"/>
                <a:gd name="T6" fmla="*/ 9 w 18"/>
                <a:gd name="T7" fmla="*/ 1 h 6"/>
                <a:gd name="T8" fmla="*/ 18 w 18"/>
                <a:gd name="T9" fmla="*/ 2 h 6"/>
              </a:gdLst>
              <a:ahLst/>
              <a:cxnLst>
                <a:cxn ang="0">
                  <a:pos x="T0" y="T1"/>
                </a:cxn>
                <a:cxn ang="0">
                  <a:pos x="T2" y="T3"/>
                </a:cxn>
                <a:cxn ang="0">
                  <a:pos x="T4" y="T5"/>
                </a:cxn>
                <a:cxn ang="0">
                  <a:pos x="T6" y="T7"/>
                </a:cxn>
                <a:cxn ang="0">
                  <a:pos x="T8" y="T9"/>
                </a:cxn>
              </a:cxnLst>
              <a:rect l="0" t="0" r="r" b="b"/>
              <a:pathLst>
                <a:path w="18" h="6">
                  <a:moveTo>
                    <a:pt x="18" y="2"/>
                  </a:moveTo>
                  <a:cubicBezTo>
                    <a:pt x="18" y="3"/>
                    <a:pt x="15" y="5"/>
                    <a:pt x="10" y="5"/>
                  </a:cubicBezTo>
                  <a:cubicBezTo>
                    <a:pt x="5" y="6"/>
                    <a:pt x="0" y="5"/>
                    <a:pt x="0" y="4"/>
                  </a:cubicBezTo>
                  <a:cubicBezTo>
                    <a:pt x="0" y="3"/>
                    <a:pt x="4" y="1"/>
                    <a:pt x="9" y="1"/>
                  </a:cubicBezTo>
                  <a:cubicBezTo>
                    <a:pt x="14" y="0"/>
                    <a:pt x="18" y="1"/>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8" name="Freeform 1999">
              <a:extLst>
                <a:ext uri="{FF2B5EF4-FFF2-40B4-BE49-F238E27FC236}">
                  <a16:creationId xmlns:a16="http://schemas.microsoft.com/office/drawing/2014/main" id="{D448835A-2C60-1BF3-F9B9-BF0EC27C51E0}"/>
                </a:ext>
              </a:extLst>
            </p:cNvPr>
            <p:cNvSpPr>
              <a:spLocks/>
            </p:cNvSpPr>
            <p:nvPr/>
          </p:nvSpPr>
          <p:spPr bwMode="auto">
            <a:xfrm rot="5094805">
              <a:off x="2120662" y="5756952"/>
              <a:ext cx="45700" cy="13710"/>
            </a:xfrm>
            <a:custGeom>
              <a:avLst/>
              <a:gdLst>
                <a:gd name="T0" fmla="*/ 19 w 19"/>
                <a:gd name="T1" fmla="*/ 1 h 6"/>
                <a:gd name="T2" fmla="*/ 11 w 19"/>
                <a:gd name="T3" fmla="*/ 5 h 6"/>
                <a:gd name="T4" fmla="*/ 1 w 19"/>
                <a:gd name="T5" fmla="*/ 5 h 6"/>
                <a:gd name="T6" fmla="*/ 9 w 19"/>
                <a:gd name="T7" fmla="*/ 1 h 6"/>
                <a:gd name="T8" fmla="*/ 19 w 19"/>
                <a:gd name="T9" fmla="*/ 1 h 6"/>
              </a:gdLst>
              <a:ahLst/>
              <a:cxnLst>
                <a:cxn ang="0">
                  <a:pos x="T0" y="T1"/>
                </a:cxn>
                <a:cxn ang="0">
                  <a:pos x="T2" y="T3"/>
                </a:cxn>
                <a:cxn ang="0">
                  <a:pos x="T4" y="T5"/>
                </a:cxn>
                <a:cxn ang="0">
                  <a:pos x="T6" y="T7"/>
                </a:cxn>
                <a:cxn ang="0">
                  <a:pos x="T8" y="T9"/>
                </a:cxn>
              </a:cxnLst>
              <a:rect l="0" t="0" r="r" b="b"/>
              <a:pathLst>
                <a:path w="19" h="6">
                  <a:moveTo>
                    <a:pt x="19" y="1"/>
                  </a:moveTo>
                  <a:cubicBezTo>
                    <a:pt x="19" y="2"/>
                    <a:pt x="16" y="4"/>
                    <a:pt x="11" y="5"/>
                  </a:cubicBezTo>
                  <a:cubicBezTo>
                    <a:pt x="7" y="6"/>
                    <a:pt x="2" y="6"/>
                    <a:pt x="1" y="5"/>
                  </a:cubicBezTo>
                  <a:cubicBezTo>
                    <a:pt x="0" y="4"/>
                    <a:pt x="3" y="2"/>
                    <a:pt x="9" y="1"/>
                  </a:cubicBezTo>
                  <a:cubicBezTo>
                    <a:pt x="13" y="0"/>
                    <a:pt x="18"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9" name="Freeform 2000">
              <a:extLst>
                <a:ext uri="{FF2B5EF4-FFF2-40B4-BE49-F238E27FC236}">
                  <a16:creationId xmlns:a16="http://schemas.microsoft.com/office/drawing/2014/main" id="{9C70A1ED-DD53-6E6D-167A-262B721A55EC}"/>
                </a:ext>
              </a:extLst>
            </p:cNvPr>
            <p:cNvSpPr>
              <a:spLocks/>
            </p:cNvSpPr>
            <p:nvPr/>
          </p:nvSpPr>
          <p:spPr bwMode="auto">
            <a:xfrm rot="5094805">
              <a:off x="2055849" y="5567739"/>
              <a:ext cx="45700" cy="18280"/>
            </a:xfrm>
            <a:custGeom>
              <a:avLst/>
              <a:gdLst>
                <a:gd name="T0" fmla="*/ 11 w 19"/>
                <a:gd name="T1" fmla="*/ 5 h 7"/>
                <a:gd name="T2" fmla="*/ 0 w 19"/>
                <a:gd name="T3" fmla="*/ 6 h 7"/>
                <a:gd name="T4" fmla="*/ 7 w 19"/>
                <a:gd name="T5" fmla="*/ 2 h 7"/>
                <a:gd name="T6" fmla="*/ 18 w 19"/>
                <a:gd name="T7" fmla="*/ 1 h 7"/>
                <a:gd name="T8" fmla="*/ 11 w 19"/>
                <a:gd name="T9" fmla="*/ 5 h 7"/>
              </a:gdLst>
              <a:ahLst/>
              <a:cxnLst>
                <a:cxn ang="0">
                  <a:pos x="T0" y="T1"/>
                </a:cxn>
                <a:cxn ang="0">
                  <a:pos x="T2" y="T3"/>
                </a:cxn>
                <a:cxn ang="0">
                  <a:pos x="T4" y="T5"/>
                </a:cxn>
                <a:cxn ang="0">
                  <a:pos x="T6" y="T7"/>
                </a:cxn>
                <a:cxn ang="0">
                  <a:pos x="T8" y="T9"/>
                </a:cxn>
              </a:cxnLst>
              <a:rect l="0" t="0" r="r" b="b"/>
              <a:pathLst>
                <a:path w="19" h="7">
                  <a:moveTo>
                    <a:pt x="11" y="5"/>
                  </a:moveTo>
                  <a:cubicBezTo>
                    <a:pt x="6" y="6"/>
                    <a:pt x="1" y="7"/>
                    <a:pt x="0" y="6"/>
                  </a:cubicBezTo>
                  <a:cubicBezTo>
                    <a:pt x="0" y="5"/>
                    <a:pt x="2" y="3"/>
                    <a:pt x="7" y="2"/>
                  </a:cubicBezTo>
                  <a:cubicBezTo>
                    <a:pt x="12" y="0"/>
                    <a:pt x="17" y="0"/>
                    <a:pt x="18" y="1"/>
                  </a:cubicBezTo>
                  <a:cubicBezTo>
                    <a:pt x="19" y="2"/>
                    <a:pt x="15" y="4"/>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0" name="Freeform 2001">
              <a:extLst>
                <a:ext uri="{FF2B5EF4-FFF2-40B4-BE49-F238E27FC236}">
                  <a16:creationId xmlns:a16="http://schemas.microsoft.com/office/drawing/2014/main" id="{87B5744E-12CB-D954-C188-177CAFFED046}"/>
                </a:ext>
              </a:extLst>
            </p:cNvPr>
            <p:cNvSpPr>
              <a:spLocks/>
            </p:cNvSpPr>
            <p:nvPr/>
          </p:nvSpPr>
          <p:spPr bwMode="auto">
            <a:xfrm rot="5094805">
              <a:off x="1980591" y="5378305"/>
              <a:ext cx="45700" cy="20565"/>
            </a:xfrm>
            <a:custGeom>
              <a:avLst/>
              <a:gdLst>
                <a:gd name="T0" fmla="*/ 18 w 18"/>
                <a:gd name="T1" fmla="*/ 1 h 8"/>
                <a:gd name="T2" fmla="*/ 10 w 18"/>
                <a:gd name="T3" fmla="*/ 5 h 8"/>
                <a:gd name="T4" fmla="*/ 0 w 18"/>
                <a:gd name="T5" fmla="*/ 6 h 8"/>
                <a:gd name="T6" fmla="*/ 9 w 18"/>
                <a:gd name="T7" fmla="*/ 2 h 8"/>
                <a:gd name="T8" fmla="*/ 18 w 18"/>
                <a:gd name="T9" fmla="*/ 1 h 8"/>
              </a:gdLst>
              <a:ahLst/>
              <a:cxnLst>
                <a:cxn ang="0">
                  <a:pos x="T0" y="T1"/>
                </a:cxn>
                <a:cxn ang="0">
                  <a:pos x="T2" y="T3"/>
                </a:cxn>
                <a:cxn ang="0">
                  <a:pos x="T4" y="T5"/>
                </a:cxn>
                <a:cxn ang="0">
                  <a:pos x="T6" y="T7"/>
                </a:cxn>
                <a:cxn ang="0">
                  <a:pos x="T8" y="T9"/>
                </a:cxn>
              </a:cxnLst>
              <a:rect l="0" t="0" r="r" b="b"/>
              <a:pathLst>
                <a:path w="18" h="8">
                  <a:moveTo>
                    <a:pt x="18" y="1"/>
                  </a:moveTo>
                  <a:cubicBezTo>
                    <a:pt x="18" y="2"/>
                    <a:pt x="14" y="4"/>
                    <a:pt x="10" y="5"/>
                  </a:cubicBezTo>
                  <a:cubicBezTo>
                    <a:pt x="4" y="7"/>
                    <a:pt x="0" y="8"/>
                    <a:pt x="0" y="6"/>
                  </a:cubicBezTo>
                  <a:cubicBezTo>
                    <a:pt x="0" y="5"/>
                    <a:pt x="4" y="3"/>
                    <a:pt x="9" y="2"/>
                  </a:cubicBezTo>
                  <a:cubicBezTo>
                    <a:pt x="14" y="0"/>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1" name="Freeform 2002">
              <a:extLst>
                <a:ext uri="{FF2B5EF4-FFF2-40B4-BE49-F238E27FC236}">
                  <a16:creationId xmlns:a16="http://schemas.microsoft.com/office/drawing/2014/main" id="{695C9218-BA62-099D-7BC0-938084F2063F}"/>
                </a:ext>
              </a:extLst>
            </p:cNvPr>
            <p:cNvSpPr>
              <a:spLocks/>
            </p:cNvSpPr>
            <p:nvPr/>
          </p:nvSpPr>
          <p:spPr bwMode="auto">
            <a:xfrm rot="5094805">
              <a:off x="1897571" y="5192998"/>
              <a:ext cx="45700" cy="20565"/>
            </a:xfrm>
            <a:custGeom>
              <a:avLst/>
              <a:gdLst>
                <a:gd name="T0" fmla="*/ 8 w 18"/>
                <a:gd name="T1" fmla="*/ 2 h 8"/>
                <a:gd name="T2" fmla="*/ 18 w 18"/>
                <a:gd name="T3" fmla="*/ 1 h 8"/>
                <a:gd name="T4" fmla="*/ 8 w 18"/>
                <a:gd name="T5" fmla="*/ 6 h 8"/>
                <a:gd name="T6" fmla="*/ 0 w 18"/>
                <a:gd name="T7" fmla="*/ 7 h 8"/>
                <a:gd name="T8" fmla="*/ 8 w 18"/>
                <a:gd name="T9" fmla="*/ 2 h 8"/>
              </a:gdLst>
              <a:ahLst/>
              <a:cxnLst>
                <a:cxn ang="0">
                  <a:pos x="T0" y="T1"/>
                </a:cxn>
                <a:cxn ang="0">
                  <a:pos x="T2" y="T3"/>
                </a:cxn>
                <a:cxn ang="0">
                  <a:pos x="T4" y="T5"/>
                </a:cxn>
                <a:cxn ang="0">
                  <a:pos x="T6" y="T7"/>
                </a:cxn>
                <a:cxn ang="0">
                  <a:pos x="T8" y="T9"/>
                </a:cxn>
              </a:cxnLst>
              <a:rect l="0" t="0" r="r" b="b"/>
              <a:pathLst>
                <a:path w="18" h="8">
                  <a:moveTo>
                    <a:pt x="8" y="2"/>
                  </a:moveTo>
                  <a:cubicBezTo>
                    <a:pt x="13" y="0"/>
                    <a:pt x="17" y="0"/>
                    <a:pt x="18" y="1"/>
                  </a:cubicBezTo>
                  <a:cubicBezTo>
                    <a:pt x="18" y="2"/>
                    <a:pt x="13" y="4"/>
                    <a:pt x="8" y="6"/>
                  </a:cubicBezTo>
                  <a:cubicBezTo>
                    <a:pt x="4" y="8"/>
                    <a:pt x="0" y="8"/>
                    <a:pt x="0" y="7"/>
                  </a:cubicBezTo>
                  <a:cubicBezTo>
                    <a:pt x="0" y="6"/>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2" name="Freeform 2003">
              <a:extLst>
                <a:ext uri="{FF2B5EF4-FFF2-40B4-BE49-F238E27FC236}">
                  <a16:creationId xmlns:a16="http://schemas.microsoft.com/office/drawing/2014/main" id="{72E3287C-6167-01CD-EE10-AA2842A84A2D}"/>
                </a:ext>
              </a:extLst>
            </p:cNvPr>
            <p:cNvSpPr>
              <a:spLocks/>
            </p:cNvSpPr>
            <p:nvPr/>
          </p:nvSpPr>
          <p:spPr bwMode="auto">
            <a:xfrm rot="5094805">
              <a:off x="1806381" y="5007266"/>
              <a:ext cx="45700" cy="18280"/>
            </a:xfrm>
            <a:custGeom>
              <a:avLst/>
              <a:gdLst>
                <a:gd name="T0" fmla="*/ 19 w 19"/>
                <a:gd name="T1" fmla="*/ 0 h 8"/>
                <a:gd name="T2" fmla="*/ 11 w 19"/>
                <a:gd name="T3" fmla="*/ 5 h 8"/>
                <a:gd name="T4" fmla="*/ 1 w 19"/>
                <a:gd name="T5" fmla="*/ 8 h 8"/>
                <a:gd name="T6" fmla="*/ 9 w 19"/>
                <a:gd name="T7" fmla="*/ 2 h 8"/>
                <a:gd name="T8" fmla="*/ 19 w 19"/>
                <a:gd name="T9" fmla="*/ 0 h 8"/>
              </a:gdLst>
              <a:ahLst/>
              <a:cxnLst>
                <a:cxn ang="0">
                  <a:pos x="T0" y="T1"/>
                </a:cxn>
                <a:cxn ang="0">
                  <a:pos x="T2" y="T3"/>
                </a:cxn>
                <a:cxn ang="0">
                  <a:pos x="T4" y="T5"/>
                </a:cxn>
                <a:cxn ang="0">
                  <a:pos x="T6" y="T7"/>
                </a:cxn>
                <a:cxn ang="0">
                  <a:pos x="T8" y="T9"/>
                </a:cxn>
              </a:cxnLst>
              <a:rect l="0" t="0" r="r" b="b"/>
              <a:pathLst>
                <a:path w="19" h="8">
                  <a:moveTo>
                    <a:pt x="19" y="0"/>
                  </a:moveTo>
                  <a:cubicBezTo>
                    <a:pt x="19" y="1"/>
                    <a:pt x="16" y="3"/>
                    <a:pt x="11" y="5"/>
                  </a:cubicBezTo>
                  <a:cubicBezTo>
                    <a:pt x="7" y="7"/>
                    <a:pt x="2" y="8"/>
                    <a:pt x="1" y="8"/>
                  </a:cubicBezTo>
                  <a:cubicBezTo>
                    <a:pt x="0" y="7"/>
                    <a:pt x="4" y="5"/>
                    <a:pt x="9" y="2"/>
                  </a:cubicBezTo>
                  <a:cubicBezTo>
                    <a:pt x="14" y="1"/>
                    <a:pt x="18"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3" name="Freeform 2004">
              <a:extLst>
                <a:ext uri="{FF2B5EF4-FFF2-40B4-BE49-F238E27FC236}">
                  <a16:creationId xmlns:a16="http://schemas.microsoft.com/office/drawing/2014/main" id="{F44BCB0A-7B1C-04F2-68AE-E9ABFC566C6E}"/>
                </a:ext>
              </a:extLst>
            </p:cNvPr>
            <p:cNvSpPr>
              <a:spLocks/>
            </p:cNvSpPr>
            <p:nvPr/>
          </p:nvSpPr>
          <p:spPr bwMode="auto">
            <a:xfrm rot="5094805">
              <a:off x="1710948" y="4822028"/>
              <a:ext cx="43415" cy="22850"/>
            </a:xfrm>
            <a:custGeom>
              <a:avLst/>
              <a:gdLst>
                <a:gd name="T0" fmla="*/ 9 w 18"/>
                <a:gd name="T1" fmla="*/ 3 h 9"/>
                <a:gd name="T2" fmla="*/ 18 w 18"/>
                <a:gd name="T3" fmla="*/ 1 h 9"/>
                <a:gd name="T4" fmla="*/ 8 w 18"/>
                <a:gd name="T5" fmla="*/ 7 h 9"/>
                <a:gd name="T6" fmla="*/ 0 w 18"/>
                <a:gd name="T7" fmla="*/ 8 h 9"/>
                <a:gd name="T8" fmla="*/ 9 w 18"/>
                <a:gd name="T9" fmla="*/ 3 h 9"/>
              </a:gdLst>
              <a:ahLst/>
              <a:cxnLst>
                <a:cxn ang="0">
                  <a:pos x="T0" y="T1"/>
                </a:cxn>
                <a:cxn ang="0">
                  <a:pos x="T2" y="T3"/>
                </a:cxn>
                <a:cxn ang="0">
                  <a:pos x="T4" y="T5"/>
                </a:cxn>
                <a:cxn ang="0">
                  <a:pos x="T6" y="T7"/>
                </a:cxn>
                <a:cxn ang="0">
                  <a:pos x="T8" y="T9"/>
                </a:cxn>
              </a:cxnLst>
              <a:rect l="0" t="0" r="r" b="b"/>
              <a:pathLst>
                <a:path w="18" h="9">
                  <a:moveTo>
                    <a:pt x="9" y="3"/>
                  </a:moveTo>
                  <a:cubicBezTo>
                    <a:pt x="13" y="1"/>
                    <a:pt x="17" y="0"/>
                    <a:pt x="18" y="1"/>
                  </a:cubicBezTo>
                  <a:cubicBezTo>
                    <a:pt x="18" y="2"/>
                    <a:pt x="13" y="5"/>
                    <a:pt x="8" y="7"/>
                  </a:cubicBezTo>
                  <a:cubicBezTo>
                    <a:pt x="4" y="9"/>
                    <a:pt x="0" y="9"/>
                    <a:pt x="0" y="8"/>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4" name="Freeform 2005">
              <a:extLst>
                <a:ext uri="{FF2B5EF4-FFF2-40B4-BE49-F238E27FC236}">
                  <a16:creationId xmlns:a16="http://schemas.microsoft.com/office/drawing/2014/main" id="{5DB4502E-79FC-EB3D-FF33-94E91132AD1D}"/>
                </a:ext>
              </a:extLst>
            </p:cNvPr>
            <p:cNvSpPr>
              <a:spLocks/>
            </p:cNvSpPr>
            <p:nvPr/>
          </p:nvSpPr>
          <p:spPr bwMode="auto">
            <a:xfrm rot="5094805">
              <a:off x="1607338" y="4636162"/>
              <a:ext cx="45700" cy="25135"/>
            </a:xfrm>
            <a:custGeom>
              <a:avLst/>
              <a:gdLst>
                <a:gd name="T0" fmla="*/ 18 w 18"/>
                <a:gd name="T1" fmla="*/ 1 h 10"/>
                <a:gd name="T2" fmla="*/ 10 w 18"/>
                <a:gd name="T3" fmla="*/ 7 h 10"/>
                <a:gd name="T4" fmla="*/ 0 w 18"/>
                <a:gd name="T5" fmla="*/ 9 h 10"/>
                <a:gd name="T6" fmla="*/ 9 w 18"/>
                <a:gd name="T7" fmla="*/ 3 h 10"/>
                <a:gd name="T8" fmla="*/ 18 w 18"/>
                <a:gd name="T9" fmla="*/ 1 h 10"/>
              </a:gdLst>
              <a:ahLst/>
              <a:cxnLst>
                <a:cxn ang="0">
                  <a:pos x="T0" y="T1"/>
                </a:cxn>
                <a:cxn ang="0">
                  <a:pos x="T2" y="T3"/>
                </a:cxn>
                <a:cxn ang="0">
                  <a:pos x="T4" y="T5"/>
                </a:cxn>
                <a:cxn ang="0">
                  <a:pos x="T6" y="T7"/>
                </a:cxn>
                <a:cxn ang="0">
                  <a:pos x="T8" y="T9"/>
                </a:cxn>
              </a:cxnLst>
              <a:rect l="0" t="0" r="r" b="b"/>
              <a:pathLst>
                <a:path w="18" h="10">
                  <a:moveTo>
                    <a:pt x="18" y="1"/>
                  </a:moveTo>
                  <a:cubicBezTo>
                    <a:pt x="18" y="2"/>
                    <a:pt x="14" y="5"/>
                    <a:pt x="10" y="7"/>
                  </a:cubicBezTo>
                  <a:cubicBezTo>
                    <a:pt x="5" y="9"/>
                    <a:pt x="0" y="10"/>
                    <a:pt x="0" y="9"/>
                  </a:cubicBezTo>
                  <a:cubicBezTo>
                    <a:pt x="0" y="8"/>
                    <a:pt x="4" y="5"/>
                    <a:pt x="9"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5" name="Freeform 2006">
              <a:extLst>
                <a:ext uri="{FF2B5EF4-FFF2-40B4-BE49-F238E27FC236}">
                  <a16:creationId xmlns:a16="http://schemas.microsoft.com/office/drawing/2014/main" id="{F1E26D3A-717F-97CD-0805-D0EAAA3E953E}"/>
                </a:ext>
              </a:extLst>
            </p:cNvPr>
            <p:cNvSpPr>
              <a:spLocks/>
            </p:cNvSpPr>
            <p:nvPr/>
          </p:nvSpPr>
          <p:spPr bwMode="auto">
            <a:xfrm rot="5094805">
              <a:off x="1499273" y="4452881"/>
              <a:ext cx="50269" cy="25135"/>
            </a:xfrm>
            <a:custGeom>
              <a:avLst/>
              <a:gdLst>
                <a:gd name="T0" fmla="*/ 19 w 20"/>
                <a:gd name="T1" fmla="*/ 1 h 10"/>
                <a:gd name="T2" fmla="*/ 12 w 20"/>
                <a:gd name="T3" fmla="*/ 6 h 10"/>
                <a:gd name="T4" fmla="*/ 2 w 20"/>
                <a:gd name="T5" fmla="*/ 9 h 10"/>
                <a:gd name="T6" fmla="*/ 9 w 20"/>
                <a:gd name="T7" fmla="*/ 3 h 10"/>
                <a:gd name="T8" fmla="*/ 19 w 20"/>
                <a:gd name="T9" fmla="*/ 1 h 10"/>
              </a:gdLst>
              <a:ahLst/>
              <a:cxnLst>
                <a:cxn ang="0">
                  <a:pos x="T0" y="T1"/>
                </a:cxn>
                <a:cxn ang="0">
                  <a:pos x="T2" y="T3"/>
                </a:cxn>
                <a:cxn ang="0">
                  <a:pos x="T4" y="T5"/>
                </a:cxn>
                <a:cxn ang="0">
                  <a:pos x="T6" y="T7"/>
                </a:cxn>
                <a:cxn ang="0">
                  <a:pos x="T8" y="T9"/>
                </a:cxn>
              </a:cxnLst>
              <a:rect l="0" t="0" r="r" b="b"/>
              <a:pathLst>
                <a:path w="20" h="10">
                  <a:moveTo>
                    <a:pt x="19" y="1"/>
                  </a:moveTo>
                  <a:cubicBezTo>
                    <a:pt x="20" y="1"/>
                    <a:pt x="16" y="4"/>
                    <a:pt x="12" y="6"/>
                  </a:cubicBezTo>
                  <a:cubicBezTo>
                    <a:pt x="7" y="8"/>
                    <a:pt x="3" y="10"/>
                    <a:pt x="2" y="9"/>
                  </a:cubicBezTo>
                  <a:cubicBezTo>
                    <a:pt x="0" y="9"/>
                    <a:pt x="4" y="6"/>
                    <a:pt x="9" y="3"/>
                  </a:cubicBezTo>
                  <a:cubicBezTo>
                    <a:pt x="14" y="1"/>
                    <a:pt x="18"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6" name="Freeform 2007">
              <a:extLst>
                <a:ext uri="{FF2B5EF4-FFF2-40B4-BE49-F238E27FC236}">
                  <a16:creationId xmlns:a16="http://schemas.microsoft.com/office/drawing/2014/main" id="{FBED636C-94DB-826D-3EFD-25682515021B}"/>
                </a:ext>
              </a:extLst>
            </p:cNvPr>
            <p:cNvSpPr>
              <a:spLocks/>
            </p:cNvSpPr>
            <p:nvPr/>
          </p:nvSpPr>
          <p:spPr bwMode="auto">
            <a:xfrm rot="5094805">
              <a:off x="1397956" y="4269503"/>
              <a:ext cx="43415" cy="22850"/>
            </a:xfrm>
            <a:custGeom>
              <a:avLst/>
              <a:gdLst>
                <a:gd name="T0" fmla="*/ 10 w 18"/>
                <a:gd name="T1" fmla="*/ 6 h 10"/>
                <a:gd name="T2" fmla="*/ 1 w 18"/>
                <a:gd name="T3" fmla="*/ 9 h 10"/>
                <a:gd name="T4" fmla="*/ 8 w 18"/>
                <a:gd name="T5" fmla="*/ 4 h 10"/>
                <a:gd name="T6" fmla="*/ 18 w 18"/>
                <a:gd name="T7" fmla="*/ 1 h 10"/>
                <a:gd name="T8" fmla="*/ 10 w 18"/>
                <a:gd name="T9" fmla="*/ 6 h 10"/>
              </a:gdLst>
              <a:ahLst/>
              <a:cxnLst>
                <a:cxn ang="0">
                  <a:pos x="T0" y="T1"/>
                </a:cxn>
                <a:cxn ang="0">
                  <a:pos x="T2" y="T3"/>
                </a:cxn>
                <a:cxn ang="0">
                  <a:pos x="T4" y="T5"/>
                </a:cxn>
                <a:cxn ang="0">
                  <a:pos x="T6" y="T7"/>
                </a:cxn>
                <a:cxn ang="0">
                  <a:pos x="T8" y="T9"/>
                </a:cxn>
              </a:cxnLst>
              <a:rect l="0" t="0" r="r" b="b"/>
              <a:pathLst>
                <a:path w="18" h="10">
                  <a:moveTo>
                    <a:pt x="10" y="6"/>
                  </a:moveTo>
                  <a:cubicBezTo>
                    <a:pt x="5" y="9"/>
                    <a:pt x="1" y="10"/>
                    <a:pt x="1" y="9"/>
                  </a:cubicBezTo>
                  <a:cubicBezTo>
                    <a:pt x="0" y="8"/>
                    <a:pt x="3" y="6"/>
                    <a:pt x="8" y="4"/>
                  </a:cubicBezTo>
                  <a:cubicBezTo>
                    <a:pt x="13" y="1"/>
                    <a:pt x="18" y="0"/>
                    <a:pt x="18" y="1"/>
                  </a:cubicBezTo>
                  <a:cubicBezTo>
                    <a:pt x="18" y="2"/>
                    <a:pt x="15"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7" name="Freeform 2008">
              <a:extLst>
                <a:ext uri="{FF2B5EF4-FFF2-40B4-BE49-F238E27FC236}">
                  <a16:creationId xmlns:a16="http://schemas.microsoft.com/office/drawing/2014/main" id="{EFAF2AF6-4346-2F97-CBF1-8EE7378361F8}"/>
                </a:ext>
              </a:extLst>
            </p:cNvPr>
            <p:cNvSpPr>
              <a:spLocks/>
            </p:cNvSpPr>
            <p:nvPr/>
          </p:nvSpPr>
          <p:spPr bwMode="auto">
            <a:xfrm rot="5094805">
              <a:off x="2479624" y="6884645"/>
              <a:ext cx="45700" cy="25135"/>
            </a:xfrm>
            <a:custGeom>
              <a:avLst/>
              <a:gdLst>
                <a:gd name="T0" fmla="*/ 8 w 19"/>
                <a:gd name="T1" fmla="*/ 3 h 10"/>
                <a:gd name="T2" fmla="*/ 18 w 19"/>
                <a:gd name="T3" fmla="*/ 2 h 10"/>
                <a:gd name="T4" fmla="*/ 10 w 19"/>
                <a:gd name="T5" fmla="*/ 8 h 10"/>
                <a:gd name="T6" fmla="*/ 1 w 19"/>
                <a:gd name="T7" fmla="*/ 9 h 10"/>
                <a:gd name="T8" fmla="*/ 8 w 19"/>
                <a:gd name="T9" fmla="*/ 3 h 10"/>
              </a:gdLst>
              <a:ahLst/>
              <a:cxnLst>
                <a:cxn ang="0">
                  <a:pos x="T0" y="T1"/>
                </a:cxn>
                <a:cxn ang="0">
                  <a:pos x="T2" y="T3"/>
                </a:cxn>
                <a:cxn ang="0">
                  <a:pos x="T4" y="T5"/>
                </a:cxn>
                <a:cxn ang="0">
                  <a:pos x="T6" y="T7"/>
                </a:cxn>
                <a:cxn ang="0">
                  <a:pos x="T8" y="T9"/>
                </a:cxn>
              </a:cxnLst>
              <a:rect l="0" t="0" r="r" b="b"/>
              <a:pathLst>
                <a:path w="19" h="10">
                  <a:moveTo>
                    <a:pt x="8" y="3"/>
                  </a:moveTo>
                  <a:cubicBezTo>
                    <a:pt x="13" y="1"/>
                    <a:pt x="17" y="0"/>
                    <a:pt x="18" y="2"/>
                  </a:cubicBezTo>
                  <a:cubicBezTo>
                    <a:pt x="19" y="3"/>
                    <a:pt x="15" y="7"/>
                    <a:pt x="10" y="8"/>
                  </a:cubicBezTo>
                  <a:cubicBezTo>
                    <a:pt x="5" y="10"/>
                    <a:pt x="1" y="10"/>
                    <a:pt x="1" y="9"/>
                  </a:cubicBezTo>
                  <a:cubicBezTo>
                    <a:pt x="0" y="7"/>
                    <a:pt x="4" y="4"/>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8" name="Freeform 2029">
              <a:extLst>
                <a:ext uri="{FF2B5EF4-FFF2-40B4-BE49-F238E27FC236}">
                  <a16:creationId xmlns:a16="http://schemas.microsoft.com/office/drawing/2014/main" id="{4E498E80-047D-3EB4-A3CF-BB7133AD057A}"/>
                </a:ext>
              </a:extLst>
            </p:cNvPr>
            <p:cNvSpPr>
              <a:spLocks/>
            </p:cNvSpPr>
            <p:nvPr/>
          </p:nvSpPr>
          <p:spPr bwMode="auto">
            <a:xfrm rot="5094805">
              <a:off x="951358" y="2088"/>
              <a:ext cx="47985" cy="43415"/>
            </a:xfrm>
            <a:custGeom>
              <a:avLst/>
              <a:gdLst>
                <a:gd name="T0" fmla="*/ 8 w 19"/>
                <a:gd name="T1" fmla="*/ 1 h 17"/>
                <a:gd name="T2" fmla="*/ 18 w 19"/>
                <a:gd name="T3" fmla="*/ 5 h 17"/>
                <a:gd name="T4" fmla="*/ 9 w 19"/>
                <a:gd name="T5" fmla="*/ 15 h 17"/>
                <a:gd name="T6" fmla="*/ 0 w 19"/>
                <a:gd name="T7" fmla="*/ 11 h 17"/>
                <a:gd name="T8" fmla="*/ 8 w 19"/>
                <a:gd name="T9" fmla="*/ 1 h 17"/>
              </a:gdLst>
              <a:ahLst/>
              <a:cxnLst>
                <a:cxn ang="0">
                  <a:pos x="T0" y="T1"/>
                </a:cxn>
                <a:cxn ang="0">
                  <a:pos x="T2" y="T3"/>
                </a:cxn>
                <a:cxn ang="0">
                  <a:pos x="T4" y="T5"/>
                </a:cxn>
                <a:cxn ang="0">
                  <a:pos x="T6" y="T7"/>
                </a:cxn>
                <a:cxn ang="0">
                  <a:pos x="T8" y="T9"/>
                </a:cxn>
              </a:cxnLst>
              <a:rect l="0" t="0" r="r" b="b"/>
              <a:pathLst>
                <a:path w="19" h="17">
                  <a:moveTo>
                    <a:pt x="8" y="1"/>
                  </a:moveTo>
                  <a:cubicBezTo>
                    <a:pt x="13" y="0"/>
                    <a:pt x="17" y="2"/>
                    <a:pt x="18" y="5"/>
                  </a:cubicBezTo>
                  <a:cubicBezTo>
                    <a:pt x="19" y="9"/>
                    <a:pt x="14" y="14"/>
                    <a:pt x="9" y="15"/>
                  </a:cubicBezTo>
                  <a:cubicBezTo>
                    <a:pt x="4" y="17"/>
                    <a:pt x="1" y="15"/>
                    <a:pt x="0" y="11"/>
                  </a:cubicBezTo>
                  <a:cubicBezTo>
                    <a:pt x="0" y="7"/>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9" name="Freeform 2030">
              <a:extLst>
                <a:ext uri="{FF2B5EF4-FFF2-40B4-BE49-F238E27FC236}">
                  <a16:creationId xmlns:a16="http://schemas.microsoft.com/office/drawing/2014/main" id="{81899E92-C9B4-0CE9-2F23-762FBFE19AFB}"/>
                </a:ext>
              </a:extLst>
            </p:cNvPr>
            <p:cNvSpPr>
              <a:spLocks/>
            </p:cNvSpPr>
            <p:nvPr/>
          </p:nvSpPr>
          <p:spPr bwMode="auto">
            <a:xfrm rot="5094805">
              <a:off x="1019594" y="192342"/>
              <a:ext cx="43415" cy="36560"/>
            </a:xfrm>
            <a:custGeom>
              <a:avLst/>
              <a:gdLst>
                <a:gd name="T0" fmla="*/ 18 w 18"/>
                <a:gd name="T1" fmla="*/ 6 h 15"/>
                <a:gd name="T2" fmla="*/ 10 w 18"/>
                <a:gd name="T3" fmla="*/ 14 h 15"/>
                <a:gd name="T4" fmla="*/ 0 w 18"/>
                <a:gd name="T5" fmla="*/ 8 h 15"/>
                <a:gd name="T6" fmla="*/ 9 w 18"/>
                <a:gd name="T7" fmla="*/ 0 h 15"/>
                <a:gd name="T8" fmla="*/ 18 w 18"/>
                <a:gd name="T9" fmla="*/ 6 h 15"/>
              </a:gdLst>
              <a:ahLst/>
              <a:cxnLst>
                <a:cxn ang="0">
                  <a:pos x="T0" y="T1"/>
                </a:cxn>
                <a:cxn ang="0">
                  <a:pos x="T2" y="T3"/>
                </a:cxn>
                <a:cxn ang="0">
                  <a:pos x="T4" y="T5"/>
                </a:cxn>
                <a:cxn ang="0">
                  <a:pos x="T6" y="T7"/>
                </a:cxn>
                <a:cxn ang="0">
                  <a:pos x="T8" y="T9"/>
                </a:cxn>
              </a:cxnLst>
              <a:rect l="0" t="0" r="r" b="b"/>
              <a:pathLst>
                <a:path w="18" h="15">
                  <a:moveTo>
                    <a:pt x="18" y="6"/>
                  </a:moveTo>
                  <a:cubicBezTo>
                    <a:pt x="18" y="10"/>
                    <a:pt x="14" y="14"/>
                    <a:pt x="10" y="14"/>
                  </a:cubicBezTo>
                  <a:cubicBezTo>
                    <a:pt x="4" y="15"/>
                    <a:pt x="0" y="12"/>
                    <a:pt x="0" y="8"/>
                  </a:cubicBezTo>
                  <a:cubicBezTo>
                    <a:pt x="0" y="4"/>
                    <a:pt x="4" y="1"/>
                    <a:pt x="9" y="0"/>
                  </a:cubicBezTo>
                  <a:cubicBezTo>
                    <a:pt x="13" y="0"/>
                    <a:pt x="18" y="3"/>
                    <a:pt x="1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0" name="Freeform 2031">
              <a:extLst>
                <a:ext uri="{FF2B5EF4-FFF2-40B4-BE49-F238E27FC236}">
                  <a16:creationId xmlns:a16="http://schemas.microsoft.com/office/drawing/2014/main" id="{18239F56-9AB3-17A4-A0F0-A80F9D55A83D}"/>
                </a:ext>
              </a:extLst>
            </p:cNvPr>
            <p:cNvSpPr>
              <a:spLocks/>
            </p:cNvSpPr>
            <p:nvPr/>
          </p:nvSpPr>
          <p:spPr bwMode="auto">
            <a:xfrm rot="5094805">
              <a:off x="1049129" y="383552"/>
              <a:ext cx="43415" cy="34275"/>
            </a:xfrm>
            <a:custGeom>
              <a:avLst/>
              <a:gdLst>
                <a:gd name="T0" fmla="*/ 10 w 18"/>
                <a:gd name="T1" fmla="*/ 14 h 14"/>
                <a:gd name="T2" fmla="*/ 0 w 18"/>
                <a:gd name="T3" fmla="*/ 7 h 14"/>
                <a:gd name="T4" fmla="*/ 7 w 18"/>
                <a:gd name="T5" fmla="*/ 0 h 14"/>
                <a:gd name="T6" fmla="*/ 18 w 18"/>
                <a:gd name="T7" fmla="*/ 7 h 14"/>
                <a:gd name="T8" fmla="*/ 10 w 18"/>
                <a:gd name="T9" fmla="*/ 14 h 14"/>
              </a:gdLst>
              <a:ahLst/>
              <a:cxnLst>
                <a:cxn ang="0">
                  <a:pos x="T0" y="T1"/>
                </a:cxn>
                <a:cxn ang="0">
                  <a:pos x="T2" y="T3"/>
                </a:cxn>
                <a:cxn ang="0">
                  <a:pos x="T4" y="T5"/>
                </a:cxn>
                <a:cxn ang="0">
                  <a:pos x="T6" y="T7"/>
                </a:cxn>
                <a:cxn ang="0">
                  <a:pos x="T8" y="T9"/>
                </a:cxn>
              </a:cxnLst>
              <a:rect l="0" t="0" r="r" b="b"/>
              <a:pathLst>
                <a:path w="18" h="14">
                  <a:moveTo>
                    <a:pt x="10" y="14"/>
                  </a:moveTo>
                  <a:cubicBezTo>
                    <a:pt x="5" y="14"/>
                    <a:pt x="1" y="11"/>
                    <a:pt x="0" y="7"/>
                  </a:cubicBezTo>
                  <a:cubicBezTo>
                    <a:pt x="0" y="3"/>
                    <a:pt x="3" y="0"/>
                    <a:pt x="7" y="0"/>
                  </a:cubicBezTo>
                  <a:cubicBezTo>
                    <a:pt x="13" y="0"/>
                    <a:pt x="18" y="3"/>
                    <a:pt x="18" y="7"/>
                  </a:cubicBezTo>
                  <a:cubicBezTo>
                    <a:pt x="18" y="11"/>
                    <a:pt x="15" y="14"/>
                    <a:pt x="1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1" name="Freeform 2032">
              <a:extLst>
                <a:ext uri="{FF2B5EF4-FFF2-40B4-BE49-F238E27FC236}">
                  <a16:creationId xmlns:a16="http://schemas.microsoft.com/office/drawing/2014/main" id="{330D954A-CFBC-5B58-2ADD-82BF4721E5A5}"/>
                </a:ext>
              </a:extLst>
            </p:cNvPr>
            <p:cNvSpPr>
              <a:spLocks/>
            </p:cNvSpPr>
            <p:nvPr/>
          </p:nvSpPr>
          <p:spPr bwMode="auto">
            <a:xfrm rot="5094805">
              <a:off x="1050514" y="578323"/>
              <a:ext cx="45700" cy="36560"/>
            </a:xfrm>
            <a:custGeom>
              <a:avLst/>
              <a:gdLst>
                <a:gd name="T0" fmla="*/ 18 w 18"/>
                <a:gd name="T1" fmla="*/ 10 h 15"/>
                <a:gd name="T2" fmla="*/ 10 w 18"/>
                <a:gd name="T3" fmla="*/ 14 h 15"/>
                <a:gd name="T4" fmla="*/ 0 w 18"/>
                <a:gd name="T5" fmla="*/ 5 h 15"/>
                <a:gd name="T6" fmla="*/ 9 w 18"/>
                <a:gd name="T7" fmla="*/ 1 h 15"/>
                <a:gd name="T8" fmla="*/ 18 w 18"/>
                <a:gd name="T9" fmla="*/ 10 h 15"/>
              </a:gdLst>
              <a:ahLst/>
              <a:cxnLst>
                <a:cxn ang="0">
                  <a:pos x="T0" y="T1"/>
                </a:cxn>
                <a:cxn ang="0">
                  <a:pos x="T2" y="T3"/>
                </a:cxn>
                <a:cxn ang="0">
                  <a:pos x="T4" y="T5"/>
                </a:cxn>
                <a:cxn ang="0">
                  <a:pos x="T6" y="T7"/>
                </a:cxn>
                <a:cxn ang="0">
                  <a:pos x="T8" y="T9"/>
                </a:cxn>
              </a:cxnLst>
              <a:rect l="0" t="0" r="r" b="b"/>
              <a:pathLst>
                <a:path w="18" h="15">
                  <a:moveTo>
                    <a:pt x="18" y="10"/>
                  </a:moveTo>
                  <a:cubicBezTo>
                    <a:pt x="18" y="13"/>
                    <a:pt x="14" y="15"/>
                    <a:pt x="10" y="14"/>
                  </a:cubicBezTo>
                  <a:cubicBezTo>
                    <a:pt x="5" y="14"/>
                    <a:pt x="0" y="9"/>
                    <a:pt x="0" y="5"/>
                  </a:cubicBezTo>
                  <a:cubicBezTo>
                    <a:pt x="0" y="2"/>
                    <a:pt x="4" y="0"/>
                    <a:pt x="9" y="1"/>
                  </a:cubicBezTo>
                  <a:cubicBezTo>
                    <a:pt x="13" y="2"/>
                    <a:pt x="18" y="6"/>
                    <a:pt x="1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2" name="Freeform 2033">
              <a:extLst>
                <a:ext uri="{FF2B5EF4-FFF2-40B4-BE49-F238E27FC236}">
                  <a16:creationId xmlns:a16="http://schemas.microsoft.com/office/drawing/2014/main" id="{23E34111-63BF-B50A-E020-502D04E9995C}"/>
                </a:ext>
              </a:extLst>
            </p:cNvPr>
            <p:cNvSpPr>
              <a:spLocks/>
            </p:cNvSpPr>
            <p:nvPr/>
          </p:nvSpPr>
          <p:spPr bwMode="auto">
            <a:xfrm rot="5094805">
              <a:off x="1023449" y="774483"/>
              <a:ext cx="47985" cy="41130"/>
            </a:xfrm>
            <a:custGeom>
              <a:avLst/>
              <a:gdLst>
                <a:gd name="T0" fmla="*/ 9 w 19"/>
                <a:gd name="T1" fmla="*/ 2 h 16"/>
                <a:gd name="T2" fmla="*/ 18 w 19"/>
                <a:gd name="T3" fmla="*/ 11 h 16"/>
                <a:gd name="T4" fmla="*/ 9 w 19"/>
                <a:gd name="T5" fmla="*/ 14 h 16"/>
                <a:gd name="T6" fmla="*/ 0 w 19"/>
                <a:gd name="T7" fmla="*/ 5 h 16"/>
                <a:gd name="T8" fmla="*/ 9 w 19"/>
                <a:gd name="T9" fmla="*/ 2 h 16"/>
              </a:gdLst>
              <a:ahLst/>
              <a:cxnLst>
                <a:cxn ang="0">
                  <a:pos x="T0" y="T1"/>
                </a:cxn>
                <a:cxn ang="0">
                  <a:pos x="T2" y="T3"/>
                </a:cxn>
                <a:cxn ang="0">
                  <a:pos x="T4" y="T5"/>
                </a:cxn>
                <a:cxn ang="0">
                  <a:pos x="T6" y="T7"/>
                </a:cxn>
                <a:cxn ang="0">
                  <a:pos x="T8" y="T9"/>
                </a:cxn>
              </a:cxnLst>
              <a:rect l="0" t="0" r="r" b="b"/>
              <a:pathLst>
                <a:path w="19" h="16">
                  <a:moveTo>
                    <a:pt x="9" y="2"/>
                  </a:moveTo>
                  <a:cubicBezTo>
                    <a:pt x="13" y="4"/>
                    <a:pt x="18" y="8"/>
                    <a:pt x="18" y="11"/>
                  </a:cubicBezTo>
                  <a:cubicBezTo>
                    <a:pt x="19" y="14"/>
                    <a:pt x="14" y="16"/>
                    <a:pt x="9" y="14"/>
                  </a:cubicBezTo>
                  <a:cubicBezTo>
                    <a:pt x="4" y="12"/>
                    <a:pt x="0" y="8"/>
                    <a:pt x="0" y="5"/>
                  </a:cubicBezTo>
                  <a:cubicBezTo>
                    <a:pt x="0" y="2"/>
                    <a:pt x="4" y="0"/>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3" name="Freeform 2034">
              <a:extLst>
                <a:ext uri="{FF2B5EF4-FFF2-40B4-BE49-F238E27FC236}">
                  <a16:creationId xmlns:a16="http://schemas.microsoft.com/office/drawing/2014/main" id="{B487576D-0990-F177-C5D3-D77440273E14}"/>
                </a:ext>
              </a:extLst>
            </p:cNvPr>
            <p:cNvSpPr>
              <a:spLocks/>
            </p:cNvSpPr>
            <p:nvPr/>
          </p:nvSpPr>
          <p:spPr bwMode="auto">
            <a:xfrm rot="5094805">
              <a:off x="980567" y="976931"/>
              <a:ext cx="43415" cy="38845"/>
            </a:xfrm>
            <a:custGeom>
              <a:avLst/>
              <a:gdLst>
                <a:gd name="T0" fmla="*/ 18 w 18"/>
                <a:gd name="T1" fmla="*/ 11 h 15"/>
                <a:gd name="T2" fmla="*/ 10 w 18"/>
                <a:gd name="T3" fmla="*/ 13 h 15"/>
                <a:gd name="T4" fmla="*/ 0 w 18"/>
                <a:gd name="T5" fmla="*/ 3 h 15"/>
                <a:gd name="T6" fmla="*/ 8 w 18"/>
                <a:gd name="T7" fmla="*/ 2 h 15"/>
                <a:gd name="T8" fmla="*/ 18 w 18"/>
                <a:gd name="T9" fmla="*/ 11 h 15"/>
              </a:gdLst>
              <a:ahLst/>
              <a:cxnLst>
                <a:cxn ang="0">
                  <a:pos x="T0" y="T1"/>
                </a:cxn>
                <a:cxn ang="0">
                  <a:pos x="T2" y="T3"/>
                </a:cxn>
                <a:cxn ang="0">
                  <a:pos x="T4" y="T5"/>
                </a:cxn>
                <a:cxn ang="0">
                  <a:pos x="T6" y="T7"/>
                </a:cxn>
                <a:cxn ang="0">
                  <a:pos x="T8" y="T9"/>
                </a:cxn>
              </a:cxnLst>
              <a:rect l="0" t="0" r="r" b="b"/>
              <a:pathLst>
                <a:path w="18" h="15">
                  <a:moveTo>
                    <a:pt x="18" y="11"/>
                  </a:moveTo>
                  <a:cubicBezTo>
                    <a:pt x="18" y="14"/>
                    <a:pt x="14" y="15"/>
                    <a:pt x="10" y="13"/>
                  </a:cubicBezTo>
                  <a:cubicBezTo>
                    <a:pt x="4" y="11"/>
                    <a:pt x="0" y="7"/>
                    <a:pt x="0" y="3"/>
                  </a:cubicBezTo>
                  <a:cubicBezTo>
                    <a:pt x="0" y="1"/>
                    <a:pt x="4" y="0"/>
                    <a:pt x="8" y="2"/>
                  </a:cubicBezTo>
                  <a:cubicBezTo>
                    <a:pt x="13" y="4"/>
                    <a:pt x="18" y="8"/>
                    <a:pt x="1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4" name="Freeform 2035">
              <a:extLst>
                <a:ext uri="{FF2B5EF4-FFF2-40B4-BE49-F238E27FC236}">
                  <a16:creationId xmlns:a16="http://schemas.microsoft.com/office/drawing/2014/main" id="{7025ADB2-EF29-4DBC-E457-9A13F541D60B}"/>
                </a:ext>
              </a:extLst>
            </p:cNvPr>
            <p:cNvSpPr>
              <a:spLocks/>
            </p:cNvSpPr>
            <p:nvPr/>
          </p:nvSpPr>
          <p:spPr bwMode="auto">
            <a:xfrm rot="5094805">
              <a:off x="919557" y="1182773"/>
              <a:ext cx="50269" cy="34275"/>
            </a:xfrm>
            <a:custGeom>
              <a:avLst/>
              <a:gdLst>
                <a:gd name="T0" fmla="*/ 11 w 20"/>
                <a:gd name="T1" fmla="*/ 13 h 14"/>
                <a:gd name="T2" fmla="*/ 1 w 20"/>
                <a:gd name="T3" fmla="*/ 4 h 14"/>
                <a:gd name="T4" fmla="*/ 7 w 20"/>
                <a:gd name="T5" fmla="*/ 2 h 14"/>
                <a:gd name="T6" fmla="*/ 19 w 20"/>
                <a:gd name="T7" fmla="*/ 11 h 14"/>
                <a:gd name="T8" fmla="*/ 11 w 20"/>
                <a:gd name="T9" fmla="*/ 13 h 14"/>
              </a:gdLst>
              <a:ahLst/>
              <a:cxnLst>
                <a:cxn ang="0">
                  <a:pos x="T0" y="T1"/>
                </a:cxn>
                <a:cxn ang="0">
                  <a:pos x="T2" y="T3"/>
                </a:cxn>
                <a:cxn ang="0">
                  <a:pos x="T4" y="T5"/>
                </a:cxn>
                <a:cxn ang="0">
                  <a:pos x="T6" y="T7"/>
                </a:cxn>
                <a:cxn ang="0">
                  <a:pos x="T8" y="T9"/>
                </a:cxn>
              </a:cxnLst>
              <a:rect l="0" t="0" r="r" b="b"/>
              <a:pathLst>
                <a:path w="20" h="14">
                  <a:moveTo>
                    <a:pt x="11" y="13"/>
                  </a:moveTo>
                  <a:cubicBezTo>
                    <a:pt x="7" y="11"/>
                    <a:pt x="2" y="7"/>
                    <a:pt x="1" y="4"/>
                  </a:cubicBezTo>
                  <a:cubicBezTo>
                    <a:pt x="0" y="1"/>
                    <a:pt x="3" y="0"/>
                    <a:pt x="7" y="2"/>
                  </a:cubicBezTo>
                  <a:cubicBezTo>
                    <a:pt x="12" y="4"/>
                    <a:pt x="18" y="8"/>
                    <a:pt x="19" y="11"/>
                  </a:cubicBezTo>
                  <a:cubicBezTo>
                    <a:pt x="20" y="14"/>
                    <a:pt x="16" y="14"/>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5" name="Freeform 2036">
              <a:extLst>
                <a:ext uri="{FF2B5EF4-FFF2-40B4-BE49-F238E27FC236}">
                  <a16:creationId xmlns:a16="http://schemas.microsoft.com/office/drawing/2014/main" id="{91A590B9-8A2F-3FD8-10E5-B086896F84E3}"/>
                </a:ext>
              </a:extLst>
            </p:cNvPr>
            <p:cNvSpPr>
              <a:spLocks/>
            </p:cNvSpPr>
            <p:nvPr/>
          </p:nvSpPr>
          <p:spPr bwMode="auto">
            <a:xfrm rot="5094805">
              <a:off x="855159" y="1388385"/>
              <a:ext cx="43415" cy="31990"/>
            </a:xfrm>
            <a:custGeom>
              <a:avLst/>
              <a:gdLst>
                <a:gd name="T0" fmla="*/ 18 w 18"/>
                <a:gd name="T1" fmla="*/ 11 h 13"/>
                <a:gd name="T2" fmla="*/ 10 w 18"/>
                <a:gd name="T3" fmla="*/ 11 h 13"/>
                <a:gd name="T4" fmla="*/ 0 w 18"/>
                <a:gd name="T5" fmla="*/ 2 h 13"/>
                <a:gd name="T6" fmla="*/ 9 w 18"/>
                <a:gd name="T7" fmla="*/ 3 h 13"/>
                <a:gd name="T8" fmla="*/ 18 w 18"/>
                <a:gd name="T9" fmla="*/ 11 h 13"/>
              </a:gdLst>
              <a:ahLst/>
              <a:cxnLst>
                <a:cxn ang="0">
                  <a:pos x="T0" y="T1"/>
                </a:cxn>
                <a:cxn ang="0">
                  <a:pos x="T2" y="T3"/>
                </a:cxn>
                <a:cxn ang="0">
                  <a:pos x="T4" y="T5"/>
                </a:cxn>
                <a:cxn ang="0">
                  <a:pos x="T6" y="T7"/>
                </a:cxn>
                <a:cxn ang="0">
                  <a:pos x="T8" y="T9"/>
                </a:cxn>
              </a:cxnLst>
              <a:rect l="0" t="0" r="r" b="b"/>
              <a:pathLst>
                <a:path w="18" h="13">
                  <a:moveTo>
                    <a:pt x="18" y="11"/>
                  </a:moveTo>
                  <a:cubicBezTo>
                    <a:pt x="18" y="13"/>
                    <a:pt x="14" y="13"/>
                    <a:pt x="10" y="11"/>
                  </a:cubicBezTo>
                  <a:cubicBezTo>
                    <a:pt x="4" y="9"/>
                    <a:pt x="0" y="5"/>
                    <a:pt x="0" y="2"/>
                  </a:cubicBezTo>
                  <a:cubicBezTo>
                    <a:pt x="0" y="0"/>
                    <a:pt x="4" y="0"/>
                    <a:pt x="9" y="3"/>
                  </a:cubicBezTo>
                  <a:cubicBezTo>
                    <a:pt x="13" y="5"/>
                    <a:pt x="18" y="9"/>
                    <a:pt x="1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6" name="Freeform 2037">
              <a:extLst>
                <a:ext uri="{FF2B5EF4-FFF2-40B4-BE49-F238E27FC236}">
                  <a16:creationId xmlns:a16="http://schemas.microsoft.com/office/drawing/2014/main" id="{D331805A-A8A7-9CE1-9CE4-55C69A06F9DA}"/>
                </a:ext>
              </a:extLst>
            </p:cNvPr>
            <p:cNvSpPr>
              <a:spLocks/>
            </p:cNvSpPr>
            <p:nvPr/>
          </p:nvSpPr>
          <p:spPr bwMode="auto">
            <a:xfrm rot="5094805">
              <a:off x="781630" y="1594199"/>
              <a:ext cx="50269" cy="29705"/>
            </a:xfrm>
            <a:custGeom>
              <a:avLst/>
              <a:gdLst>
                <a:gd name="T0" fmla="*/ 12 w 20"/>
                <a:gd name="T1" fmla="*/ 10 h 12"/>
                <a:gd name="T2" fmla="*/ 1 w 20"/>
                <a:gd name="T3" fmla="*/ 2 h 12"/>
                <a:gd name="T4" fmla="*/ 7 w 20"/>
                <a:gd name="T5" fmla="*/ 2 h 12"/>
                <a:gd name="T6" fmla="*/ 19 w 20"/>
                <a:gd name="T7" fmla="*/ 10 h 12"/>
                <a:gd name="T8" fmla="*/ 12 w 20"/>
                <a:gd name="T9" fmla="*/ 10 h 12"/>
              </a:gdLst>
              <a:ahLst/>
              <a:cxnLst>
                <a:cxn ang="0">
                  <a:pos x="T0" y="T1"/>
                </a:cxn>
                <a:cxn ang="0">
                  <a:pos x="T2" y="T3"/>
                </a:cxn>
                <a:cxn ang="0">
                  <a:pos x="T4" y="T5"/>
                </a:cxn>
                <a:cxn ang="0">
                  <a:pos x="T6" y="T7"/>
                </a:cxn>
                <a:cxn ang="0">
                  <a:pos x="T8" y="T9"/>
                </a:cxn>
              </a:cxnLst>
              <a:rect l="0" t="0" r="r" b="b"/>
              <a:pathLst>
                <a:path w="20" h="12">
                  <a:moveTo>
                    <a:pt x="12" y="10"/>
                  </a:moveTo>
                  <a:cubicBezTo>
                    <a:pt x="7" y="8"/>
                    <a:pt x="2" y="5"/>
                    <a:pt x="1" y="2"/>
                  </a:cubicBezTo>
                  <a:cubicBezTo>
                    <a:pt x="0" y="0"/>
                    <a:pt x="3" y="0"/>
                    <a:pt x="7" y="2"/>
                  </a:cubicBezTo>
                  <a:cubicBezTo>
                    <a:pt x="13" y="4"/>
                    <a:pt x="18" y="8"/>
                    <a:pt x="19" y="10"/>
                  </a:cubicBezTo>
                  <a:cubicBezTo>
                    <a:pt x="20" y="12"/>
                    <a:pt x="16" y="12"/>
                    <a:pt x="1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7" name="Freeform 2038">
              <a:extLst>
                <a:ext uri="{FF2B5EF4-FFF2-40B4-BE49-F238E27FC236}">
                  <a16:creationId xmlns:a16="http://schemas.microsoft.com/office/drawing/2014/main" id="{313953E9-67D8-3073-063A-63F640F88484}"/>
                </a:ext>
              </a:extLst>
            </p:cNvPr>
            <p:cNvSpPr>
              <a:spLocks/>
            </p:cNvSpPr>
            <p:nvPr/>
          </p:nvSpPr>
          <p:spPr bwMode="auto">
            <a:xfrm rot="5094805">
              <a:off x="720637" y="1800447"/>
              <a:ext cx="47985" cy="25135"/>
            </a:xfrm>
            <a:custGeom>
              <a:avLst/>
              <a:gdLst>
                <a:gd name="T0" fmla="*/ 12 w 20"/>
                <a:gd name="T1" fmla="*/ 8 h 10"/>
                <a:gd name="T2" fmla="*/ 1 w 20"/>
                <a:gd name="T3" fmla="*/ 2 h 10"/>
                <a:gd name="T4" fmla="*/ 8 w 20"/>
                <a:gd name="T5" fmla="*/ 1 h 10"/>
                <a:gd name="T6" fmla="*/ 19 w 20"/>
                <a:gd name="T7" fmla="*/ 9 h 10"/>
                <a:gd name="T8" fmla="*/ 12 w 20"/>
                <a:gd name="T9" fmla="*/ 8 h 10"/>
              </a:gdLst>
              <a:ahLst/>
              <a:cxnLst>
                <a:cxn ang="0">
                  <a:pos x="T0" y="T1"/>
                </a:cxn>
                <a:cxn ang="0">
                  <a:pos x="T2" y="T3"/>
                </a:cxn>
                <a:cxn ang="0">
                  <a:pos x="T4" y="T5"/>
                </a:cxn>
                <a:cxn ang="0">
                  <a:pos x="T6" y="T7"/>
                </a:cxn>
                <a:cxn ang="0">
                  <a:pos x="T8" y="T9"/>
                </a:cxn>
              </a:cxnLst>
              <a:rect l="0" t="0" r="r" b="b"/>
              <a:pathLst>
                <a:path w="20" h="10">
                  <a:moveTo>
                    <a:pt x="12" y="8"/>
                  </a:moveTo>
                  <a:cubicBezTo>
                    <a:pt x="7" y="7"/>
                    <a:pt x="2" y="4"/>
                    <a:pt x="1" y="2"/>
                  </a:cubicBezTo>
                  <a:cubicBezTo>
                    <a:pt x="0" y="0"/>
                    <a:pt x="3" y="0"/>
                    <a:pt x="8" y="1"/>
                  </a:cubicBezTo>
                  <a:cubicBezTo>
                    <a:pt x="13" y="3"/>
                    <a:pt x="18" y="7"/>
                    <a:pt x="19" y="9"/>
                  </a:cubicBezTo>
                  <a:cubicBezTo>
                    <a:pt x="20" y="10"/>
                    <a:pt x="16" y="10"/>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8" name="Freeform 2039">
              <a:extLst>
                <a:ext uri="{FF2B5EF4-FFF2-40B4-BE49-F238E27FC236}">
                  <a16:creationId xmlns:a16="http://schemas.microsoft.com/office/drawing/2014/main" id="{F821F8D3-B1D8-C3BE-67F1-85FB2A11681C}"/>
                </a:ext>
              </a:extLst>
            </p:cNvPr>
            <p:cNvSpPr>
              <a:spLocks/>
            </p:cNvSpPr>
            <p:nvPr/>
          </p:nvSpPr>
          <p:spPr bwMode="auto">
            <a:xfrm rot="5094805">
              <a:off x="666463" y="2005884"/>
              <a:ext cx="50269" cy="20565"/>
            </a:xfrm>
            <a:custGeom>
              <a:avLst/>
              <a:gdLst>
                <a:gd name="T0" fmla="*/ 19 w 20"/>
                <a:gd name="T1" fmla="*/ 7 h 9"/>
                <a:gd name="T2" fmla="*/ 12 w 20"/>
                <a:gd name="T3" fmla="*/ 7 h 9"/>
                <a:gd name="T4" fmla="*/ 1 w 20"/>
                <a:gd name="T5" fmla="*/ 2 h 9"/>
                <a:gd name="T6" fmla="*/ 9 w 20"/>
                <a:gd name="T7" fmla="*/ 2 h 9"/>
                <a:gd name="T8" fmla="*/ 19 w 20"/>
                <a:gd name="T9" fmla="*/ 7 h 9"/>
              </a:gdLst>
              <a:ahLst/>
              <a:cxnLst>
                <a:cxn ang="0">
                  <a:pos x="T0" y="T1"/>
                </a:cxn>
                <a:cxn ang="0">
                  <a:pos x="T2" y="T3"/>
                </a:cxn>
                <a:cxn ang="0">
                  <a:pos x="T4" y="T5"/>
                </a:cxn>
                <a:cxn ang="0">
                  <a:pos x="T6" y="T7"/>
                </a:cxn>
                <a:cxn ang="0">
                  <a:pos x="T8" y="T9"/>
                </a:cxn>
              </a:cxnLst>
              <a:rect l="0" t="0" r="r" b="b"/>
              <a:pathLst>
                <a:path w="20" h="9">
                  <a:moveTo>
                    <a:pt x="19" y="7"/>
                  </a:moveTo>
                  <a:cubicBezTo>
                    <a:pt x="20" y="8"/>
                    <a:pt x="16" y="9"/>
                    <a:pt x="12" y="7"/>
                  </a:cubicBezTo>
                  <a:cubicBezTo>
                    <a:pt x="7" y="6"/>
                    <a:pt x="2" y="4"/>
                    <a:pt x="1" y="2"/>
                  </a:cubicBezTo>
                  <a:cubicBezTo>
                    <a:pt x="0" y="0"/>
                    <a:pt x="3" y="0"/>
                    <a:pt x="9" y="2"/>
                  </a:cubicBezTo>
                  <a:cubicBezTo>
                    <a:pt x="14" y="4"/>
                    <a:pt x="18" y="6"/>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9" name="Freeform 2040">
              <a:extLst>
                <a:ext uri="{FF2B5EF4-FFF2-40B4-BE49-F238E27FC236}">
                  <a16:creationId xmlns:a16="http://schemas.microsoft.com/office/drawing/2014/main" id="{14A003C9-2896-09B2-FC3F-9C2279D6E998}"/>
                </a:ext>
              </a:extLst>
            </p:cNvPr>
            <p:cNvSpPr>
              <a:spLocks/>
            </p:cNvSpPr>
            <p:nvPr/>
          </p:nvSpPr>
          <p:spPr bwMode="auto">
            <a:xfrm rot="5094805">
              <a:off x="633814" y="2208360"/>
              <a:ext cx="50269" cy="15995"/>
            </a:xfrm>
            <a:custGeom>
              <a:avLst/>
              <a:gdLst>
                <a:gd name="T0" fmla="*/ 19 w 20"/>
                <a:gd name="T1" fmla="*/ 5 h 6"/>
                <a:gd name="T2" fmla="*/ 11 w 20"/>
                <a:gd name="T3" fmla="*/ 6 h 6"/>
                <a:gd name="T4" fmla="*/ 1 w 20"/>
                <a:gd name="T5" fmla="*/ 2 h 6"/>
                <a:gd name="T6" fmla="*/ 9 w 20"/>
                <a:gd name="T7" fmla="*/ 2 h 6"/>
                <a:gd name="T8" fmla="*/ 19 w 20"/>
                <a:gd name="T9" fmla="*/ 5 h 6"/>
              </a:gdLst>
              <a:ahLst/>
              <a:cxnLst>
                <a:cxn ang="0">
                  <a:pos x="T0" y="T1"/>
                </a:cxn>
                <a:cxn ang="0">
                  <a:pos x="T2" y="T3"/>
                </a:cxn>
                <a:cxn ang="0">
                  <a:pos x="T4" y="T5"/>
                </a:cxn>
                <a:cxn ang="0">
                  <a:pos x="T6" y="T7"/>
                </a:cxn>
                <a:cxn ang="0">
                  <a:pos x="T8" y="T9"/>
                </a:cxn>
              </a:cxnLst>
              <a:rect l="0" t="0" r="r" b="b"/>
              <a:pathLst>
                <a:path w="20" h="6">
                  <a:moveTo>
                    <a:pt x="19" y="5"/>
                  </a:moveTo>
                  <a:cubicBezTo>
                    <a:pt x="20" y="6"/>
                    <a:pt x="16" y="6"/>
                    <a:pt x="11" y="6"/>
                  </a:cubicBezTo>
                  <a:cubicBezTo>
                    <a:pt x="7" y="5"/>
                    <a:pt x="2" y="3"/>
                    <a:pt x="1" y="2"/>
                  </a:cubicBezTo>
                  <a:cubicBezTo>
                    <a:pt x="0" y="1"/>
                    <a:pt x="3" y="0"/>
                    <a:pt x="9" y="2"/>
                  </a:cubicBezTo>
                  <a:cubicBezTo>
                    <a:pt x="13" y="2"/>
                    <a:pt x="18" y="4"/>
                    <a:pt x="1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0" name="Freeform 2041">
              <a:extLst>
                <a:ext uri="{FF2B5EF4-FFF2-40B4-BE49-F238E27FC236}">
                  <a16:creationId xmlns:a16="http://schemas.microsoft.com/office/drawing/2014/main" id="{50E05E2C-35C2-852B-86B3-00277B695AF0}"/>
                </a:ext>
              </a:extLst>
            </p:cNvPr>
            <p:cNvSpPr>
              <a:spLocks/>
            </p:cNvSpPr>
            <p:nvPr/>
          </p:nvSpPr>
          <p:spPr bwMode="auto">
            <a:xfrm rot="5094805">
              <a:off x="627251" y="2407672"/>
              <a:ext cx="43415" cy="11425"/>
            </a:xfrm>
            <a:custGeom>
              <a:avLst/>
              <a:gdLst>
                <a:gd name="T0" fmla="*/ 18 w 18"/>
                <a:gd name="T1" fmla="*/ 2 h 4"/>
                <a:gd name="T2" fmla="*/ 10 w 18"/>
                <a:gd name="T3" fmla="*/ 3 h 4"/>
                <a:gd name="T4" fmla="*/ 0 w 18"/>
                <a:gd name="T5" fmla="*/ 1 h 4"/>
                <a:gd name="T6" fmla="*/ 9 w 18"/>
                <a:gd name="T7" fmla="*/ 0 h 4"/>
                <a:gd name="T8" fmla="*/ 18 w 18"/>
                <a:gd name="T9" fmla="*/ 2 h 4"/>
              </a:gdLst>
              <a:ahLst/>
              <a:cxnLst>
                <a:cxn ang="0">
                  <a:pos x="T0" y="T1"/>
                </a:cxn>
                <a:cxn ang="0">
                  <a:pos x="T2" y="T3"/>
                </a:cxn>
                <a:cxn ang="0">
                  <a:pos x="T4" y="T5"/>
                </a:cxn>
                <a:cxn ang="0">
                  <a:pos x="T6" y="T7"/>
                </a:cxn>
                <a:cxn ang="0">
                  <a:pos x="T8" y="T9"/>
                </a:cxn>
              </a:cxnLst>
              <a:rect l="0" t="0" r="r" b="b"/>
              <a:pathLst>
                <a:path w="18" h="4">
                  <a:moveTo>
                    <a:pt x="18" y="2"/>
                  </a:moveTo>
                  <a:cubicBezTo>
                    <a:pt x="18" y="3"/>
                    <a:pt x="14" y="4"/>
                    <a:pt x="10" y="3"/>
                  </a:cubicBezTo>
                  <a:cubicBezTo>
                    <a:pt x="4" y="3"/>
                    <a:pt x="0" y="2"/>
                    <a:pt x="0" y="1"/>
                  </a:cubicBezTo>
                  <a:cubicBezTo>
                    <a:pt x="0" y="0"/>
                    <a:pt x="4" y="0"/>
                    <a:pt x="9" y="0"/>
                  </a:cubicBezTo>
                  <a:cubicBezTo>
                    <a:pt x="14" y="1"/>
                    <a:pt x="18" y="2"/>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1" name="Freeform 2042">
              <a:extLst>
                <a:ext uri="{FF2B5EF4-FFF2-40B4-BE49-F238E27FC236}">
                  <a16:creationId xmlns:a16="http://schemas.microsoft.com/office/drawing/2014/main" id="{A0F5DD46-C8F7-D29D-B93E-00402CDA3648}"/>
                </a:ext>
              </a:extLst>
            </p:cNvPr>
            <p:cNvSpPr>
              <a:spLocks/>
            </p:cNvSpPr>
            <p:nvPr/>
          </p:nvSpPr>
          <p:spPr bwMode="auto">
            <a:xfrm rot="5094805">
              <a:off x="650258" y="2601661"/>
              <a:ext cx="45700" cy="11425"/>
            </a:xfrm>
            <a:custGeom>
              <a:avLst/>
              <a:gdLst>
                <a:gd name="T0" fmla="*/ 18 w 18"/>
                <a:gd name="T1" fmla="*/ 1 h 4"/>
                <a:gd name="T2" fmla="*/ 10 w 18"/>
                <a:gd name="T3" fmla="*/ 3 h 4"/>
                <a:gd name="T4" fmla="*/ 0 w 18"/>
                <a:gd name="T5" fmla="*/ 2 h 4"/>
                <a:gd name="T6" fmla="*/ 9 w 18"/>
                <a:gd name="T7" fmla="*/ 0 h 4"/>
                <a:gd name="T8" fmla="*/ 18 w 18"/>
                <a:gd name="T9" fmla="*/ 1 h 4"/>
              </a:gdLst>
              <a:ahLst/>
              <a:cxnLst>
                <a:cxn ang="0">
                  <a:pos x="T0" y="T1"/>
                </a:cxn>
                <a:cxn ang="0">
                  <a:pos x="T2" y="T3"/>
                </a:cxn>
                <a:cxn ang="0">
                  <a:pos x="T4" y="T5"/>
                </a:cxn>
                <a:cxn ang="0">
                  <a:pos x="T6" y="T7"/>
                </a:cxn>
                <a:cxn ang="0">
                  <a:pos x="T8" y="T9"/>
                </a:cxn>
              </a:cxnLst>
              <a:rect l="0" t="0" r="r" b="b"/>
              <a:pathLst>
                <a:path w="18" h="4">
                  <a:moveTo>
                    <a:pt x="18" y="1"/>
                  </a:moveTo>
                  <a:cubicBezTo>
                    <a:pt x="18" y="2"/>
                    <a:pt x="14" y="3"/>
                    <a:pt x="10" y="3"/>
                  </a:cubicBezTo>
                  <a:cubicBezTo>
                    <a:pt x="4" y="4"/>
                    <a:pt x="0" y="3"/>
                    <a:pt x="0" y="2"/>
                  </a:cubicBezTo>
                  <a:cubicBezTo>
                    <a:pt x="0" y="2"/>
                    <a:pt x="4" y="1"/>
                    <a:pt x="9" y="0"/>
                  </a:cubicBezTo>
                  <a:cubicBezTo>
                    <a:pt x="14" y="0"/>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2" name="Freeform 2043">
              <a:extLst>
                <a:ext uri="{FF2B5EF4-FFF2-40B4-BE49-F238E27FC236}">
                  <a16:creationId xmlns:a16="http://schemas.microsoft.com/office/drawing/2014/main" id="{47D72DF2-14F4-2E0F-2CD3-F39CBC603604}"/>
                </a:ext>
              </a:extLst>
            </p:cNvPr>
            <p:cNvSpPr>
              <a:spLocks/>
            </p:cNvSpPr>
            <p:nvPr/>
          </p:nvSpPr>
          <p:spPr bwMode="auto">
            <a:xfrm rot="5094805">
              <a:off x="695928" y="2791444"/>
              <a:ext cx="45700" cy="13710"/>
            </a:xfrm>
            <a:custGeom>
              <a:avLst/>
              <a:gdLst>
                <a:gd name="T0" fmla="*/ 9 w 19"/>
                <a:gd name="T1" fmla="*/ 1 h 5"/>
                <a:gd name="T2" fmla="*/ 19 w 19"/>
                <a:gd name="T3" fmla="*/ 1 h 5"/>
                <a:gd name="T4" fmla="*/ 10 w 19"/>
                <a:gd name="T5" fmla="*/ 4 h 5"/>
                <a:gd name="T6" fmla="*/ 1 w 19"/>
                <a:gd name="T7" fmla="*/ 4 h 5"/>
                <a:gd name="T8" fmla="*/ 9 w 19"/>
                <a:gd name="T9" fmla="*/ 1 h 5"/>
              </a:gdLst>
              <a:ahLst/>
              <a:cxnLst>
                <a:cxn ang="0">
                  <a:pos x="T0" y="T1"/>
                </a:cxn>
                <a:cxn ang="0">
                  <a:pos x="T2" y="T3"/>
                </a:cxn>
                <a:cxn ang="0">
                  <a:pos x="T4" y="T5"/>
                </a:cxn>
                <a:cxn ang="0">
                  <a:pos x="T6" y="T7"/>
                </a:cxn>
                <a:cxn ang="0">
                  <a:pos x="T8" y="T9"/>
                </a:cxn>
              </a:cxnLst>
              <a:rect l="0" t="0" r="r" b="b"/>
              <a:pathLst>
                <a:path w="19" h="5">
                  <a:moveTo>
                    <a:pt x="9" y="1"/>
                  </a:moveTo>
                  <a:cubicBezTo>
                    <a:pt x="13" y="0"/>
                    <a:pt x="18" y="0"/>
                    <a:pt x="19" y="1"/>
                  </a:cubicBezTo>
                  <a:cubicBezTo>
                    <a:pt x="19" y="2"/>
                    <a:pt x="15" y="3"/>
                    <a:pt x="10" y="4"/>
                  </a:cubicBezTo>
                  <a:cubicBezTo>
                    <a:pt x="5" y="5"/>
                    <a:pt x="1" y="5"/>
                    <a:pt x="1" y="4"/>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3" name="Freeform 2044">
              <a:extLst>
                <a:ext uri="{FF2B5EF4-FFF2-40B4-BE49-F238E27FC236}">
                  <a16:creationId xmlns:a16="http://schemas.microsoft.com/office/drawing/2014/main" id="{67823E4E-42D6-312A-1675-4F4260E67659}"/>
                </a:ext>
              </a:extLst>
            </p:cNvPr>
            <p:cNvSpPr>
              <a:spLocks/>
            </p:cNvSpPr>
            <p:nvPr/>
          </p:nvSpPr>
          <p:spPr bwMode="auto">
            <a:xfrm rot="5094805">
              <a:off x="755157" y="2980118"/>
              <a:ext cx="43415" cy="13710"/>
            </a:xfrm>
            <a:custGeom>
              <a:avLst/>
              <a:gdLst>
                <a:gd name="T0" fmla="*/ 8 w 18"/>
                <a:gd name="T1" fmla="*/ 1 h 6"/>
                <a:gd name="T2" fmla="*/ 18 w 18"/>
                <a:gd name="T3" fmla="*/ 1 h 6"/>
                <a:gd name="T4" fmla="*/ 9 w 18"/>
                <a:gd name="T5" fmla="*/ 4 h 6"/>
                <a:gd name="T6" fmla="*/ 0 w 18"/>
                <a:gd name="T7" fmla="*/ 5 h 6"/>
                <a:gd name="T8" fmla="*/ 8 w 18"/>
                <a:gd name="T9" fmla="*/ 1 h 6"/>
              </a:gdLst>
              <a:ahLst/>
              <a:cxnLst>
                <a:cxn ang="0">
                  <a:pos x="T0" y="T1"/>
                </a:cxn>
                <a:cxn ang="0">
                  <a:pos x="T2" y="T3"/>
                </a:cxn>
                <a:cxn ang="0">
                  <a:pos x="T4" y="T5"/>
                </a:cxn>
                <a:cxn ang="0">
                  <a:pos x="T6" y="T7"/>
                </a:cxn>
                <a:cxn ang="0">
                  <a:pos x="T8" y="T9"/>
                </a:cxn>
              </a:cxnLst>
              <a:rect l="0" t="0" r="r" b="b"/>
              <a:pathLst>
                <a:path w="18" h="6">
                  <a:moveTo>
                    <a:pt x="8" y="1"/>
                  </a:moveTo>
                  <a:cubicBezTo>
                    <a:pt x="13" y="0"/>
                    <a:pt x="17" y="0"/>
                    <a:pt x="18" y="1"/>
                  </a:cubicBezTo>
                  <a:cubicBezTo>
                    <a:pt x="18" y="1"/>
                    <a:pt x="14" y="3"/>
                    <a:pt x="9" y="4"/>
                  </a:cubicBezTo>
                  <a:cubicBezTo>
                    <a:pt x="4" y="6"/>
                    <a:pt x="0" y="6"/>
                    <a:pt x="0" y="5"/>
                  </a:cubicBezTo>
                  <a:cubicBezTo>
                    <a:pt x="0" y="4"/>
                    <a:pt x="4"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4" name="Freeform 2045">
              <a:extLst>
                <a:ext uri="{FF2B5EF4-FFF2-40B4-BE49-F238E27FC236}">
                  <a16:creationId xmlns:a16="http://schemas.microsoft.com/office/drawing/2014/main" id="{66D876DB-9595-5169-BF03-4D02363DF040}"/>
                </a:ext>
              </a:extLst>
            </p:cNvPr>
            <p:cNvSpPr>
              <a:spLocks/>
            </p:cNvSpPr>
            <p:nvPr/>
          </p:nvSpPr>
          <p:spPr bwMode="auto">
            <a:xfrm rot="5094805">
              <a:off x="823481" y="3165493"/>
              <a:ext cx="45700" cy="18280"/>
            </a:xfrm>
            <a:custGeom>
              <a:avLst/>
              <a:gdLst>
                <a:gd name="T0" fmla="*/ 10 w 18"/>
                <a:gd name="T1" fmla="*/ 5 h 7"/>
                <a:gd name="T2" fmla="*/ 0 w 18"/>
                <a:gd name="T3" fmla="*/ 6 h 7"/>
                <a:gd name="T4" fmla="*/ 8 w 18"/>
                <a:gd name="T5" fmla="*/ 2 h 7"/>
                <a:gd name="T6" fmla="*/ 18 w 18"/>
                <a:gd name="T7" fmla="*/ 1 h 7"/>
                <a:gd name="T8" fmla="*/ 10 w 18"/>
                <a:gd name="T9" fmla="*/ 5 h 7"/>
              </a:gdLst>
              <a:ahLst/>
              <a:cxnLst>
                <a:cxn ang="0">
                  <a:pos x="T0" y="T1"/>
                </a:cxn>
                <a:cxn ang="0">
                  <a:pos x="T2" y="T3"/>
                </a:cxn>
                <a:cxn ang="0">
                  <a:pos x="T4" y="T5"/>
                </a:cxn>
                <a:cxn ang="0">
                  <a:pos x="T6" y="T7"/>
                </a:cxn>
                <a:cxn ang="0">
                  <a:pos x="T8" y="T9"/>
                </a:cxn>
              </a:cxnLst>
              <a:rect l="0" t="0" r="r" b="b"/>
              <a:pathLst>
                <a:path w="18" h="7">
                  <a:moveTo>
                    <a:pt x="10" y="5"/>
                  </a:moveTo>
                  <a:cubicBezTo>
                    <a:pt x="5" y="6"/>
                    <a:pt x="1" y="7"/>
                    <a:pt x="0" y="6"/>
                  </a:cubicBezTo>
                  <a:cubicBezTo>
                    <a:pt x="0" y="5"/>
                    <a:pt x="3" y="4"/>
                    <a:pt x="8" y="2"/>
                  </a:cubicBezTo>
                  <a:cubicBezTo>
                    <a:pt x="13" y="0"/>
                    <a:pt x="18" y="0"/>
                    <a:pt x="18" y="1"/>
                  </a:cubicBezTo>
                  <a:cubicBezTo>
                    <a:pt x="18" y="2"/>
                    <a:pt x="15" y="3"/>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5" name="Freeform 2046">
              <a:extLst>
                <a:ext uri="{FF2B5EF4-FFF2-40B4-BE49-F238E27FC236}">
                  <a16:creationId xmlns:a16="http://schemas.microsoft.com/office/drawing/2014/main" id="{E581D839-F9E7-1F3A-4F9F-507E613AEA5C}"/>
                </a:ext>
              </a:extLst>
            </p:cNvPr>
            <p:cNvSpPr>
              <a:spLocks/>
            </p:cNvSpPr>
            <p:nvPr/>
          </p:nvSpPr>
          <p:spPr bwMode="auto">
            <a:xfrm rot="5094805">
              <a:off x="902046" y="3351100"/>
              <a:ext cx="47985" cy="20565"/>
            </a:xfrm>
            <a:custGeom>
              <a:avLst/>
              <a:gdLst>
                <a:gd name="T0" fmla="*/ 9 w 19"/>
                <a:gd name="T1" fmla="*/ 2 h 8"/>
                <a:gd name="T2" fmla="*/ 18 w 19"/>
                <a:gd name="T3" fmla="*/ 1 h 8"/>
                <a:gd name="T4" fmla="*/ 9 w 19"/>
                <a:gd name="T5" fmla="*/ 6 h 8"/>
                <a:gd name="T6" fmla="*/ 1 w 19"/>
                <a:gd name="T7" fmla="*/ 7 h 8"/>
                <a:gd name="T8" fmla="*/ 9 w 19"/>
                <a:gd name="T9" fmla="*/ 2 h 8"/>
              </a:gdLst>
              <a:ahLst/>
              <a:cxnLst>
                <a:cxn ang="0">
                  <a:pos x="T0" y="T1"/>
                </a:cxn>
                <a:cxn ang="0">
                  <a:pos x="T2" y="T3"/>
                </a:cxn>
                <a:cxn ang="0">
                  <a:pos x="T4" y="T5"/>
                </a:cxn>
                <a:cxn ang="0">
                  <a:pos x="T6" y="T7"/>
                </a:cxn>
                <a:cxn ang="0">
                  <a:pos x="T8" y="T9"/>
                </a:cxn>
              </a:cxnLst>
              <a:rect l="0" t="0" r="r" b="b"/>
              <a:pathLst>
                <a:path w="19" h="8">
                  <a:moveTo>
                    <a:pt x="9" y="2"/>
                  </a:moveTo>
                  <a:cubicBezTo>
                    <a:pt x="13" y="1"/>
                    <a:pt x="18" y="0"/>
                    <a:pt x="18" y="1"/>
                  </a:cubicBezTo>
                  <a:cubicBezTo>
                    <a:pt x="19" y="1"/>
                    <a:pt x="14" y="4"/>
                    <a:pt x="9" y="6"/>
                  </a:cubicBezTo>
                  <a:cubicBezTo>
                    <a:pt x="5" y="7"/>
                    <a:pt x="1" y="8"/>
                    <a:pt x="1" y="7"/>
                  </a:cubicBezTo>
                  <a:cubicBezTo>
                    <a:pt x="0" y="6"/>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6" name="Freeform 2047">
              <a:extLst>
                <a:ext uri="{FF2B5EF4-FFF2-40B4-BE49-F238E27FC236}">
                  <a16:creationId xmlns:a16="http://schemas.microsoft.com/office/drawing/2014/main" id="{9C7E0906-A83D-3F4C-F3AC-09D5F15FC99F}"/>
                </a:ext>
              </a:extLst>
            </p:cNvPr>
            <p:cNvSpPr>
              <a:spLocks/>
            </p:cNvSpPr>
            <p:nvPr/>
          </p:nvSpPr>
          <p:spPr bwMode="auto">
            <a:xfrm rot="5094805">
              <a:off x="994180" y="3535799"/>
              <a:ext cx="43415" cy="20565"/>
            </a:xfrm>
            <a:custGeom>
              <a:avLst/>
              <a:gdLst>
                <a:gd name="T0" fmla="*/ 10 w 18"/>
                <a:gd name="T1" fmla="*/ 6 h 9"/>
                <a:gd name="T2" fmla="*/ 1 w 18"/>
                <a:gd name="T3" fmla="*/ 8 h 9"/>
                <a:gd name="T4" fmla="*/ 8 w 18"/>
                <a:gd name="T5" fmla="*/ 4 h 9"/>
                <a:gd name="T6" fmla="*/ 18 w 18"/>
                <a:gd name="T7" fmla="*/ 1 h 9"/>
                <a:gd name="T8" fmla="*/ 10 w 18"/>
                <a:gd name="T9" fmla="*/ 6 h 9"/>
              </a:gdLst>
              <a:ahLst/>
              <a:cxnLst>
                <a:cxn ang="0">
                  <a:pos x="T0" y="T1"/>
                </a:cxn>
                <a:cxn ang="0">
                  <a:pos x="T2" y="T3"/>
                </a:cxn>
                <a:cxn ang="0">
                  <a:pos x="T4" y="T5"/>
                </a:cxn>
                <a:cxn ang="0">
                  <a:pos x="T6" y="T7"/>
                </a:cxn>
                <a:cxn ang="0">
                  <a:pos x="T8" y="T9"/>
                </a:cxn>
              </a:cxnLst>
              <a:rect l="0" t="0" r="r" b="b"/>
              <a:pathLst>
                <a:path w="18" h="9">
                  <a:moveTo>
                    <a:pt x="10" y="6"/>
                  </a:moveTo>
                  <a:cubicBezTo>
                    <a:pt x="5" y="8"/>
                    <a:pt x="1" y="9"/>
                    <a:pt x="1" y="8"/>
                  </a:cubicBezTo>
                  <a:cubicBezTo>
                    <a:pt x="0" y="8"/>
                    <a:pt x="3" y="6"/>
                    <a:pt x="8" y="4"/>
                  </a:cubicBezTo>
                  <a:cubicBezTo>
                    <a:pt x="13" y="2"/>
                    <a:pt x="18" y="0"/>
                    <a:pt x="18" y="1"/>
                  </a:cubicBezTo>
                  <a:cubicBezTo>
                    <a:pt x="18" y="2"/>
                    <a:pt x="15"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7" name="Freeform 2048">
              <a:extLst>
                <a:ext uri="{FF2B5EF4-FFF2-40B4-BE49-F238E27FC236}">
                  <a16:creationId xmlns:a16="http://schemas.microsoft.com/office/drawing/2014/main" id="{9F384F65-EAD8-4130-B6A5-E67F85C4851D}"/>
                </a:ext>
              </a:extLst>
            </p:cNvPr>
            <p:cNvSpPr>
              <a:spLocks/>
            </p:cNvSpPr>
            <p:nvPr/>
          </p:nvSpPr>
          <p:spPr bwMode="auto">
            <a:xfrm rot="5094805">
              <a:off x="1086498" y="3722369"/>
              <a:ext cx="47985" cy="20565"/>
            </a:xfrm>
            <a:custGeom>
              <a:avLst/>
              <a:gdLst>
                <a:gd name="T0" fmla="*/ 11 w 19"/>
                <a:gd name="T1" fmla="*/ 5 h 8"/>
                <a:gd name="T2" fmla="*/ 1 w 19"/>
                <a:gd name="T3" fmla="*/ 8 h 8"/>
                <a:gd name="T4" fmla="*/ 7 w 19"/>
                <a:gd name="T5" fmla="*/ 3 h 8"/>
                <a:gd name="T6" fmla="*/ 18 w 19"/>
                <a:gd name="T7" fmla="*/ 0 h 8"/>
                <a:gd name="T8" fmla="*/ 11 w 19"/>
                <a:gd name="T9" fmla="*/ 5 h 8"/>
              </a:gdLst>
              <a:ahLst/>
              <a:cxnLst>
                <a:cxn ang="0">
                  <a:pos x="T0" y="T1"/>
                </a:cxn>
                <a:cxn ang="0">
                  <a:pos x="T2" y="T3"/>
                </a:cxn>
                <a:cxn ang="0">
                  <a:pos x="T4" y="T5"/>
                </a:cxn>
                <a:cxn ang="0">
                  <a:pos x="T6" y="T7"/>
                </a:cxn>
                <a:cxn ang="0">
                  <a:pos x="T8" y="T9"/>
                </a:cxn>
              </a:cxnLst>
              <a:rect l="0" t="0" r="r" b="b"/>
              <a:pathLst>
                <a:path w="19" h="8">
                  <a:moveTo>
                    <a:pt x="11" y="5"/>
                  </a:moveTo>
                  <a:cubicBezTo>
                    <a:pt x="6" y="7"/>
                    <a:pt x="1" y="8"/>
                    <a:pt x="1" y="8"/>
                  </a:cubicBezTo>
                  <a:cubicBezTo>
                    <a:pt x="0" y="7"/>
                    <a:pt x="2" y="5"/>
                    <a:pt x="7" y="3"/>
                  </a:cubicBezTo>
                  <a:cubicBezTo>
                    <a:pt x="12" y="1"/>
                    <a:pt x="17" y="0"/>
                    <a:pt x="18" y="0"/>
                  </a:cubicBezTo>
                  <a:cubicBezTo>
                    <a:pt x="19" y="1"/>
                    <a:pt x="15"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8" name="Freeform 2049">
              <a:extLst>
                <a:ext uri="{FF2B5EF4-FFF2-40B4-BE49-F238E27FC236}">
                  <a16:creationId xmlns:a16="http://schemas.microsoft.com/office/drawing/2014/main" id="{25CEA62D-3EE7-51B4-3387-7F37A3C96B1B}"/>
                </a:ext>
              </a:extLst>
            </p:cNvPr>
            <p:cNvSpPr>
              <a:spLocks/>
            </p:cNvSpPr>
            <p:nvPr/>
          </p:nvSpPr>
          <p:spPr bwMode="auto">
            <a:xfrm rot="5094805">
              <a:off x="1188768" y="3902633"/>
              <a:ext cx="45700" cy="25135"/>
            </a:xfrm>
            <a:custGeom>
              <a:avLst/>
              <a:gdLst>
                <a:gd name="T0" fmla="*/ 18 w 18"/>
                <a:gd name="T1" fmla="*/ 1 h 10"/>
                <a:gd name="T2" fmla="*/ 10 w 18"/>
                <a:gd name="T3" fmla="*/ 7 h 10"/>
                <a:gd name="T4" fmla="*/ 0 w 18"/>
                <a:gd name="T5" fmla="*/ 9 h 10"/>
                <a:gd name="T6" fmla="*/ 9 w 18"/>
                <a:gd name="T7" fmla="*/ 3 h 10"/>
                <a:gd name="T8" fmla="*/ 18 w 18"/>
                <a:gd name="T9" fmla="*/ 1 h 10"/>
              </a:gdLst>
              <a:ahLst/>
              <a:cxnLst>
                <a:cxn ang="0">
                  <a:pos x="T0" y="T1"/>
                </a:cxn>
                <a:cxn ang="0">
                  <a:pos x="T2" y="T3"/>
                </a:cxn>
                <a:cxn ang="0">
                  <a:pos x="T4" y="T5"/>
                </a:cxn>
                <a:cxn ang="0">
                  <a:pos x="T6" y="T7"/>
                </a:cxn>
                <a:cxn ang="0">
                  <a:pos x="T8" y="T9"/>
                </a:cxn>
              </a:cxnLst>
              <a:rect l="0" t="0" r="r" b="b"/>
              <a:pathLst>
                <a:path w="18" h="10">
                  <a:moveTo>
                    <a:pt x="18" y="1"/>
                  </a:moveTo>
                  <a:cubicBezTo>
                    <a:pt x="18" y="2"/>
                    <a:pt x="14" y="5"/>
                    <a:pt x="10" y="7"/>
                  </a:cubicBezTo>
                  <a:cubicBezTo>
                    <a:pt x="4" y="9"/>
                    <a:pt x="0" y="10"/>
                    <a:pt x="0" y="9"/>
                  </a:cubicBezTo>
                  <a:cubicBezTo>
                    <a:pt x="0" y="8"/>
                    <a:pt x="4" y="5"/>
                    <a:pt x="9"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9" name="Freeform 2050">
              <a:extLst>
                <a:ext uri="{FF2B5EF4-FFF2-40B4-BE49-F238E27FC236}">
                  <a16:creationId xmlns:a16="http://schemas.microsoft.com/office/drawing/2014/main" id="{8EAD2544-56BB-AB62-CC4F-741949439AD5}"/>
                </a:ext>
              </a:extLst>
            </p:cNvPr>
            <p:cNvSpPr>
              <a:spLocks/>
            </p:cNvSpPr>
            <p:nvPr/>
          </p:nvSpPr>
          <p:spPr bwMode="auto">
            <a:xfrm rot="5094805">
              <a:off x="1292378" y="4088498"/>
              <a:ext cx="43415" cy="22850"/>
            </a:xfrm>
            <a:custGeom>
              <a:avLst/>
              <a:gdLst>
                <a:gd name="T0" fmla="*/ 8 w 18"/>
                <a:gd name="T1" fmla="*/ 3 h 10"/>
                <a:gd name="T2" fmla="*/ 18 w 18"/>
                <a:gd name="T3" fmla="*/ 1 h 10"/>
                <a:gd name="T4" fmla="*/ 8 w 18"/>
                <a:gd name="T5" fmla="*/ 7 h 10"/>
                <a:gd name="T6" fmla="*/ 0 w 18"/>
                <a:gd name="T7" fmla="*/ 9 h 10"/>
                <a:gd name="T8" fmla="*/ 8 w 18"/>
                <a:gd name="T9" fmla="*/ 3 h 10"/>
              </a:gdLst>
              <a:ahLst/>
              <a:cxnLst>
                <a:cxn ang="0">
                  <a:pos x="T0" y="T1"/>
                </a:cxn>
                <a:cxn ang="0">
                  <a:pos x="T2" y="T3"/>
                </a:cxn>
                <a:cxn ang="0">
                  <a:pos x="T4" y="T5"/>
                </a:cxn>
                <a:cxn ang="0">
                  <a:pos x="T6" y="T7"/>
                </a:cxn>
                <a:cxn ang="0">
                  <a:pos x="T8" y="T9"/>
                </a:cxn>
              </a:cxnLst>
              <a:rect l="0" t="0" r="r" b="b"/>
              <a:pathLst>
                <a:path w="18" h="10">
                  <a:moveTo>
                    <a:pt x="8" y="3"/>
                  </a:moveTo>
                  <a:cubicBezTo>
                    <a:pt x="13" y="1"/>
                    <a:pt x="17" y="0"/>
                    <a:pt x="18" y="1"/>
                  </a:cubicBezTo>
                  <a:cubicBezTo>
                    <a:pt x="18" y="2"/>
                    <a:pt x="13" y="5"/>
                    <a:pt x="8" y="7"/>
                  </a:cubicBezTo>
                  <a:cubicBezTo>
                    <a:pt x="4" y="9"/>
                    <a:pt x="0" y="10"/>
                    <a:pt x="0" y="9"/>
                  </a:cubicBezTo>
                  <a:cubicBezTo>
                    <a:pt x="0" y="8"/>
                    <a:pt x="4"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0" name="Freeform 2051">
              <a:extLst>
                <a:ext uri="{FF2B5EF4-FFF2-40B4-BE49-F238E27FC236}">
                  <a16:creationId xmlns:a16="http://schemas.microsoft.com/office/drawing/2014/main" id="{4B6C1004-4486-4244-38C0-943C01F016E5}"/>
                </a:ext>
              </a:extLst>
            </p:cNvPr>
            <p:cNvSpPr>
              <a:spLocks/>
            </p:cNvSpPr>
            <p:nvPr/>
          </p:nvSpPr>
          <p:spPr bwMode="auto">
            <a:xfrm rot="5094805">
              <a:off x="1436854" y="4371362"/>
              <a:ext cx="47985" cy="22850"/>
            </a:xfrm>
            <a:custGeom>
              <a:avLst/>
              <a:gdLst>
                <a:gd name="T0" fmla="*/ 10 w 19"/>
                <a:gd name="T1" fmla="*/ 4 h 10"/>
                <a:gd name="T2" fmla="*/ 19 w 19"/>
                <a:gd name="T3" fmla="*/ 1 h 10"/>
                <a:gd name="T4" fmla="*/ 9 w 19"/>
                <a:gd name="T5" fmla="*/ 7 h 10"/>
                <a:gd name="T6" fmla="*/ 1 w 19"/>
                <a:gd name="T7" fmla="*/ 9 h 10"/>
                <a:gd name="T8" fmla="*/ 10 w 19"/>
                <a:gd name="T9" fmla="*/ 4 h 10"/>
              </a:gdLst>
              <a:ahLst/>
              <a:cxnLst>
                <a:cxn ang="0">
                  <a:pos x="T0" y="T1"/>
                </a:cxn>
                <a:cxn ang="0">
                  <a:pos x="T2" y="T3"/>
                </a:cxn>
                <a:cxn ang="0">
                  <a:pos x="T4" y="T5"/>
                </a:cxn>
                <a:cxn ang="0">
                  <a:pos x="T6" y="T7"/>
                </a:cxn>
                <a:cxn ang="0">
                  <a:pos x="T8" y="T9"/>
                </a:cxn>
              </a:cxnLst>
              <a:rect l="0" t="0" r="r" b="b"/>
              <a:pathLst>
                <a:path w="19" h="10">
                  <a:moveTo>
                    <a:pt x="10" y="4"/>
                  </a:moveTo>
                  <a:cubicBezTo>
                    <a:pt x="14" y="2"/>
                    <a:pt x="19" y="0"/>
                    <a:pt x="19" y="1"/>
                  </a:cubicBezTo>
                  <a:cubicBezTo>
                    <a:pt x="19" y="2"/>
                    <a:pt x="15" y="4"/>
                    <a:pt x="9" y="7"/>
                  </a:cubicBezTo>
                  <a:cubicBezTo>
                    <a:pt x="4" y="9"/>
                    <a:pt x="0" y="10"/>
                    <a:pt x="1" y="9"/>
                  </a:cubicBezTo>
                  <a:cubicBezTo>
                    <a:pt x="1" y="8"/>
                    <a:pt x="5"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1" name="Freeform 2052">
              <a:extLst>
                <a:ext uri="{FF2B5EF4-FFF2-40B4-BE49-F238E27FC236}">
                  <a16:creationId xmlns:a16="http://schemas.microsoft.com/office/drawing/2014/main" id="{D82918CA-2D34-3664-766F-EE8C925593EF}"/>
                </a:ext>
              </a:extLst>
            </p:cNvPr>
            <p:cNvSpPr>
              <a:spLocks/>
            </p:cNvSpPr>
            <p:nvPr/>
          </p:nvSpPr>
          <p:spPr bwMode="auto">
            <a:xfrm rot="5094805">
              <a:off x="1541497" y="4555887"/>
              <a:ext cx="47985" cy="20565"/>
            </a:xfrm>
            <a:custGeom>
              <a:avLst/>
              <a:gdLst>
                <a:gd name="T0" fmla="*/ 10 w 19"/>
                <a:gd name="T1" fmla="*/ 3 h 9"/>
                <a:gd name="T2" fmla="*/ 19 w 19"/>
                <a:gd name="T3" fmla="*/ 0 h 9"/>
                <a:gd name="T4" fmla="*/ 9 w 19"/>
                <a:gd name="T5" fmla="*/ 6 h 9"/>
                <a:gd name="T6" fmla="*/ 0 w 19"/>
                <a:gd name="T7" fmla="*/ 8 h 9"/>
                <a:gd name="T8" fmla="*/ 10 w 19"/>
                <a:gd name="T9" fmla="*/ 3 h 9"/>
              </a:gdLst>
              <a:ahLst/>
              <a:cxnLst>
                <a:cxn ang="0">
                  <a:pos x="T0" y="T1"/>
                </a:cxn>
                <a:cxn ang="0">
                  <a:pos x="T2" y="T3"/>
                </a:cxn>
                <a:cxn ang="0">
                  <a:pos x="T4" y="T5"/>
                </a:cxn>
                <a:cxn ang="0">
                  <a:pos x="T6" y="T7"/>
                </a:cxn>
                <a:cxn ang="0">
                  <a:pos x="T8" y="T9"/>
                </a:cxn>
              </a:cxnLst>
              <a:rect l="0" t="0" r="r" b="b"/>
              <a:pathLst>
                <a:path w="19" h="9">
                  <a:moveTo>
                    <a:pt x="10" y="3"/>
                  </a:moveTo>
                  <a:cubicBezTo>
                    <a:pt x="14" y="1"/>
                    <a:pt x="18" y="0"/>
                    <a:pt x="19" y="0"/>
                  </a:cubicBezTo>
                  <a:cubicBezTo>
                    <a:pt x="19" y="1"/>
                    <a:pt x="15" y="3"/>
                    <a:pt x="9" y="6"/>
                  </a:cubicBezTo>
                  <a:cubicBezTo>
                    <a:pt x="4" y="8"/>
                    <a:pt x="0" y="9"/>
                    <a:pt x="0" y="8"/>
                  </a:cubicBezTo>
                  <a:cubicBezTo>
                    <a:pt x="1" y="8"/>
                    <a:pt x="5" y="5"/>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2" name="Freeform 2053">
              <a:extLst>
                <a:ext uri="{FF2B5EF4-FFF2-40B4-BE49-F238E27FC236}">
                  <a16:creationId xmlns:a16="http://schemas.microsoft.com/office/drawing/2014/main" id="{9B3F390E-7E20-4BB8-3EBB-F793FF3AF359}"/>
                </a:ext>
              </a:extLst>
            </p:cNvPr>
            <p:cNvSpPr>
              <a:spLocks/>
            </p:cNvSpPr>
            <p:nvPr/>
          </p:nvSpPr>
          <p:spPr bwMode="auto">
            <a:xfrm rot="5094805">
              <a:off x="1643863" y="4738330"/>
              <a:ext cx="47985" cy="22850"/>
            </a:xfrm>
            <a:custGeom>
              <a:avLst/>
              <a:gdLst>
                <a:gd name="T0" fmla="*/ 19 w 20"/>
                <a:gd name="T1" fmla="*/ 0 h 9"/>
                <a:gd name="T2" fmla="*/ 11 w 20"/>
                <a:gd name="T3" fmla="*/ 5 h 9"/>
                <a:gd name="T4" fmla="*/ 1 w 20"/>
                <a:gd name="T5" fmla="*/ 9 h 9"/>
                <a:gd name="T6" fmla="*/ 10 w 20"/>
                <a:gd name="T7" fmla="*/ 3 h 9"/>
                <a:gd name="T8" fmla="*/ 19 w 20"/>
                <a:gd name="T9" fmla="*/ 0 h 9"/>
              </a:gdLst>
              <a:ahLst/>
              <a:cxnLst>
                <a:cxn ang="0">
                  <a:pos x="T0" y="T1"/>
                </a:cxn>
                <a:cxn ang="0">
                  <a:pos x="T2" y="T3"/>
                </a:cxn>
                <a:cxn ang="0">
                  <a:pos x="T4" y="T5"/>
                </a:cxn>
                <a:cxn ang="0">
                  <a:pos x="T6" y="T7"/>
                </a:cxn>
                <a:cxn ang="0">
                  <a:pos x="T8" y="T9"/>
                </a:cxn>
              </a:cxnLst>
              <a:rect l="0" t="0" r="r" b="b"/>
              <a:pathLst>
                <a:path w="20" h="9">
                  <a:moveTo>
                    <a:pt x="19" y="0"/>
                  </a:moveTo>
                  <a:cubicBezTo>
                    <a:pt x="20" y="1"/>
                    <a:pt x="16" y="3"/>
                    <a:pt x="11" y="5"/>
                  </a:cubicBezTo>
                  <a:cubicBezTo>
                    <a:pt x="7" y="7"/>
                    <a:pt x="2" y="9"/>
                    <a:pt x="1" y="9"/>
                  </a:cubicBezTo>
                  <a:cubicBezTo>
                    <a:pt x="0" y="8"/>
                    <a:pt x="5" y="5"/>
                    <a:pt x="10" y="3"/>
                  </a:cubicBezTo>
                  <a:cubicBezTo>
                    <a:pt x="15"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3" name="Freeform 2054">
              <a:extLst>
                <a:ext uri="{FF2B5EF4-FFF2-40B4-BE49-F238E27FC236}">
                  <a16:creationId xmlns:a16="http://schemas.microsoft.com/office/drawing/2014/main" id="{D2FC10D2-5A8E-7D56-46F1-6DCCFF4F6A2C}"/>
                </a:ext>
              </a:extLst>
            </p:cNvPr>
            <p:cNvSpPr>
              <a:spLocks/>
            </p:cNvSpPr>
            <p:nvPr/>
          </p:nvSpPr>
          <p:spPr bwMode="auto">
            <a:xfrm rot="5094805">
              <a:off x="1743954" y="4923260"/>
              <a:ext cx="47985" cy="20565"/>
            </a:xfrm>
            <a:custGeom>
              <a:avLst/>
              <a:gdLst>
                <a:gd name="T0" fmla="*/ 12 w 20"/>
                <a:gd name="T1" fmla="*/ 5 h 8"/>
                <a:gd name="T2" fmla="*/ 1 w 20"/>
                <a:gd name="T3" fmla="*/ 8 h 8"/>
                <a:gd name="T4" fmla="*/ 9 w 20"/>
                <a:gd name="T5" fmla="*/ 3 h 8"/>
                <a:gd name="T6" fmla="*/ 19 w 20"/>
                <a:gd name="T7" fmla="*/ 0 h 8"/>
                <a:gd name="T8" fmla="*/ 12 w 20"/>
                <a:gd name="T9" fmla="*/ 5 h 8"/>
              </a:gdLst>
              <a:ahLst/>
              <a:cxnLst>
                <a:cxn ang="0">
                  <a:pos x="T0" y="T1"/>
                </a:cxn>
                <a:cxn ang="0">
                  <a:pos x="T2" y="T3"/>
                </a:cxn>
                <a:cxn ang="0">
                  <a:pos x="T4" y="T5"/>
                </a:cxn>
                <a:cxn ang="0">
                  <a:pos x="T6" y="T7"/>
                </a:cxn>
                <a:cxn ang="0">
                  <a:pos x="T8" y="T9"/>
                </a:cxn>
              </a:cxnLst>
              <a:rect l="0" t="0" r="r" b="b"/>
              <a:pathLst>
                <a:path w="20" h="8">
                  <a:moveTo>
                    <a:pt x="12" y="5"/>
                  </a:moveTo>
                  <a:cubicBezTo>
                    <a:pt x="7" y="7"/>
                    <a:pt x="2" y="8"/>
                    <a:pt x="1" y="8"/>
                  </a:cubicBezTo>
                  <a:cubicBezTo>
                    <a:pt x="0" y="8"/>
                    <a:pt x="4" y="5"/>
                    <a:pt x="9" y="3"/>
                  </a:cubicBezTo>
                  <a:cubicBezTo>
                    <a:pt x="14" y="1"/>
                    <a:pt x="18" y="0"/>
                    <a:pt x="19" y="0"/>
                  </a:cubicBezTo>
                  <a:cubicBezTo>
                    <a:pt x="20" y="1"/>
                    <a:pt x="17"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4" name="Freeform 2055">
              <a:extLst>
                <a:ext uri="{FF2B5EF4-FFF2-40B4-BE49-F238E27FC236}">
                  <a16:creationId xmlns:a16="http://schemas.microsoft.com/office/drawing/2014/main" id="{5F7B11AC-DC7B-1126-682D-706A1BD5A228}"/>
                </a:ext>
              </a:extLst>
            </p:cNvPr>
            <p:cNvSpPr>
              <a:spLocks/>
            </p:cNvSpPr>
            <p:nvPr/>
          </p:nvSpPr>
          <p:spPr bwMode="auto">
            <a:xfrm rot="5094805">
              <a:off x="1837419" y="5111074"/>
              <a:ext cx="47985" cy="18280"/>
            </a:xfrm>
            <a:custGeom>
              <a:avLst/>
              <a:gdLst>
                <a:gd name="T0" fmla="*/ 8 w 19"/>
                <a:gd name="T1" fmla="*/ 2 h 8"/>
                <a:gd name="T2" fmla="*/ 18 w 19"/>
                <a:gd name="T3" fmla="*/ 0 h 8"/>
                <a:gd name="T4" fmla="*/ 11 w 19"/>
                <a:gd name="T5" fmla="*/ 4 h 8"/>
                <a:gd name="T6" fmla="*/ 0 w 19"/>
                <a:gd name="T7" fmla="*/ 7 h 8"/>
                <a:gd name="T8" fmla="*/ 8 w 19"/>
                <a:gd name="T9" fmla="*/ 2 h 8"/>
              </a:gdLst>
              <a:ahLst/>
              <a:cxnLst>
                <a:cxn ang="0">
                  <a:pos x="T0" y="T1"/>
                </a:cxn>
                <a:cxn ang="0">
                  <a:pos x="T2" y="T3"/>
                </a:cxn>
                <a:cxn ang="0">
                  <a:pos x="T4" y="T5"/>
                </a:cxn>
                <a:cxn ang="0">
                  <a:pos x="T6" y="T7"/>
                </a:cxn>
                <a:cxn ang="0">
                  <a:pos x="T8" y="T9"/>
                </a:cxn>
              </a:cxnLst>
              <a:rect l="0" t="0" r="r" b="b"/>
              <a:pathLst>
                <a:path w="19" h="8">
                  <a:moveTo>
                    <a:pt x="8" y="2"/>
                  </a:moveTo>
                  <a:cubicBezTo>
                    <a:pt x="13" y="1"/>
                    <a:pt x="18" y="0"/>
                    <a:pt x="18" y="0"/>
                  </a:cubicBezTo>
                  <a:cubicBezTo>
                    <a:pt x="19" y="1"/>
                    <a:pt x="16" y="2"/>
                    <a:pt x="11" y="4"/>
                  </a:cubicBezTo>
                  <a:cubicBezTo>
                    <a:pt x="5" y="7"/>
                    <a:pt x="0" y="8"/>
                    <a:pt x="0" y="7"/>
                  </a:cubicBezTo>
                  <a:cubicBezTo>
                    <a:pt x="0" y="6"/>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5" name="Freeform 2056">
              <a:extLst>
                <a:ext uri="{FF2B5EF4-FFF2-40B4-BE49-F238E27FC236}">
                  <a16:creationId xmlns:a16="http://schemas.microsoft.com/office/drawing/2014/main" id="{75B299AC-672B-8F23-8FA0-F993EDD5CD5C}"/>
                </a:ext>
              </a:extLst>
            </p:cNvPr>
            <p:cNvSpPr>
              <a:spLocks/>
            </p:cNvSpPr>
            <p:nvPr/>
          </p:nvSpPr>
          <p:spPr bwMode="auto">
            <a:xfrm rot="5094805">
              <a:off x="1927171" y="5293594"/>
              <a:ext cx="45700" cy="20565"/>
            </a:xfrm>
            <a:custGeom>
              <a:avLst/>
              <a:gdLst>
                <a:gd name="T0" fmla="*/ 18 w 18"/>
                <a:gd name="T1" fmla="*/ 1 h 8"/>
                <a:gd name="T2" fmla="*/ 10 w 18"/>
                <a:gd name="T3" fmla="*/ 5 h 8"/>
                <a:gd name="T4" fmla="*/ 0 w 18"/>
                <a:gd name="T5" fmla="*/ 7 h 8"/>
                <a:gd name="T6" fmla="*/ 10 w 18"/>
                <a:gd name="T7" fmla="*/ 3 h 8"/>
                <a:gd name="T8" fmla="*/ 18 w 18"/>
                <a:gd name="T9" fmla="*/ 1 h 8"/>
              </a:gdLst>
              <a:ahLst/>
              <a:cxnLst>
                <a:cxn ang="0">
                  <a:pos x="T0" y="T1"/>
                </a:cxn>
                <a:cxn ang="0">
                  <a:pos x="T2" y="T3"/>
                </a:cxn>
                <a:cxn ang="0">
                  <a:pos x="T4" y="T5"/>
                </a:cxn>
                <a:cxn ang="0">
                  <a:pos x="T6" y="T7"/>
                </a:cxn>
                <a:cxn ang="0">
                  <a:pos x="T8" y="T9"/>
                </a:cxn>
              </a:cxnLst>
              <a:rect l="0" t="0" r="r" b="b"/>
              <a:pathLst>
                <a:path w="18" h="8">
                  <a:moveTo>
                    <a:pt x="18" y="1"/>
                  </a:moveTo>
                  <a:cubicBezTo>
                    <a:pt x="18" y="2"/>
                    <a:pt x="15" y="4"/>
                    <a:pt x="10" y="5"/>
                  </a:cubicBezTo>
                  <a:cubicBezTo>
                    <a:pt x="5" y="7"/>
                    <a:pt x="0" y="8"/>
                    <a:pt x="0" y="7"/>
                  </a:cubicBezTo>
                  <a:cubicBezTo>
                    <a:pt x="0" y="7"/>
                    <a:pt x="4" y="4"/>
                    <a:pt x="10"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6" name="Freeform 2057">
              <a:extLst>
                <a:ext uri="{FF2B5EF4-FFF2-40B4-BE49-F238E27FC236}">
                  <a16:creationId xmlns:a16="http://schemas.microsoft.com/office/drawing/2014/main" id="{2A2FDB0B-B2A5-7FF9-7C08-19D06EC61E87}"/>
                </a:ext>
              </a:extLst>
            </p:cNvPr>
            <p:cNvSpPr>
              <a:spLocks/>
            </p:cNvSpPr>
            <p:nvPr/>
          </p:nvSpPr>
          <p:spPr bwMode="auto">
            <a:xfrm rot="5094805">
              <a:off x="2003567" y="5484070"/>
              <a:ext cx="45700" cy="15995"/>
            </a:xfrm>
            <a:custGeom>
              <a:avLst/>
              <a:gdLst>
                <a:gd name="T0" fmla="*/ 9 w 19"/>
                <a:gd name="T1" fmla="*/ 2 h 7"/>
                <a:gd name="T2" fmla="*/ 18 w 19"/>
                <a:gd name="T3" fmla="*/ 1 h 7"/>
                <a:gd name="T4" fmla="*/ 11 w 19"/>
                <a:gd name="T5" fmla="*/ 4 h 7"/>
                <a:gd name="T6" fmla="*/ 0 w 19"/>
                <a:gd name="T7" fmla="*/ 6 h 7"/>
                <a:gd name="T8" fmla="*/ 9 w 19"/>
                <a:gd name="T9" fmla="*/ 2 h 7"/>
              </a:gdLst>
              <a:ahLst/>
              <a:cxnLst>
                <a:cxn ang="0">
                  <a:pos x="T0" y="T1"/>
                </a:cxn>
                <a:cxn ang="0">
                  <a:pos x="T2" y="T3"/>
                </a:cxn>
                <a:cxn ang="0">
                  <a:pos x="T4" y="T5"/>
                </a:cxn>
                <a:cxn ang="0">
                  <a:pos x="T6" y="T7"/>
                </a:cxn>
                <a:cxn ang="0">
                  <a:pos x="T8" y="T9"/>
                </a:cxn>
              </a:cxnLst>
              <a:rect l="0" t="0" r="r" b="b"/>
              <a:pathLst>
                <a:path w="19" h="7">
                  <a:moveTo>
                    <a:pt x="9" y="2"/>
                  </a:moveTo>
                  <a:cubicBezTo>
                    <a:pt x="13" y="0"/>
                    <a:pt x="18" y="0"/>
                    <a:pt x="18" y="1"/>
                  </a:cubicBezTo>
                  <a:cubicBezTo>
                    <a:pt x="19" y="1"/>
                    <a:pt x="16" y="3"/>
                    <a:pt x="11" y="4"/>
                  </a:cubicBezTo>
                  <a:cubicBezTo>
                    <a:pt x="5" y="6"/>
                    <a:pt x="0" y="7"/>
                    <a:pt x="0" y="6"/>
                  </a:cubicBezTo>
                  <a:cubicBezTo>
                    <a:pt x="0" y="5"/>
                    <a:pt x="4" y="3"/>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7" name="Freeform 2058">
              <a:extLst>
                <a:ext uri="{FF2B5EF4-FFF2-40B4-BE49-F238E27FC236}">
                  <a16:creationId xmlns:a16="http://schemas.microsoft.com/office/drawing/2014/main" id="{9E557816-AD06-B6B9-3023-BA816B073375}"/>
                </a:ext>
              </a:extLst>
            </p:cNvPr>
            <p:cNvSpPr>
              <a:spLocks/>
            </p:cNvSpPr>
            <p:nvPr/>
          </p:nvSpPr>
          <p:spPr bwMode="auto">
            <a:xfrm rot="5094805">
              <a:off x="2073028" y="5672772"/>
              <a:ext cx="47985" cy="13710"/>
            </a:xfrm>
            <a:custGeom>
              <a:avLst/>
              <a:gdLst>
                <a:gd name="T0" fmla="*/ 11 w 19"/>
                <a:gd name="T1" fmla="*/ 4 h 6"/>
                <a:gd name="T2" fmla="*/ 1 w 19"/>
                <a:gd name="T3" fmla="*/ 6 h 6"/>
                <a:gd name="T4" fmla="*/ 9 w 19"/>
                <a:gd name="T5" fmla="*/ 2 h 6"/>
                <a:gd name="T6" fmla="*/ 19 w 19"/>
                <a:gd name="T7" fmla="*/ 1 h 6"/>
                <a:gd name="T8" fmla="*/ 11 w 19"/>
                <a:gd name="T9" fmla="*/ 4 h 6"/>
              </a:gdLst>
              <a:ahLst/>
              <a:cxnLst>
                <a:cxn ang="0">
                  <a:pos x="T0" y="T1"/>
                </a:cxn>
                <a:cxn ang="0">
                  <a:pos x="T2" y="T3"/>
                </a:cxn>
                <a:cxn ang="0">
                  <a:pos x="T4" y="T5"/>
                </a:cxn>
                <a:cxn ang="0">
                  <a:pos x="T6" y="T7"/>
                </a:cxn>
                <a:cxn ang="0">
                  <a:pos x="T8" y="T9"/>
                </a:cxn>
              </a:cxnLst>
              <a:rect l="0" t="0" r="r" b="b"/>
              <a:pathLst>
                <a:path w="19" h="6">
                  <a:moveTo>
                    <a:pt x="11" y="4"/>
                  </a:moveTo>
                  <a:cubicBezTo>
                    <a:pt x="6" y="6"/>
                    <a:pt x="1" y="6"/>
                    <a:pt x="1" y="6"/>
                  </a:cubicBezTo>
                  <a:cubicBezTo>
                    <a:pt x="0" y="5"/>
                    <a:pt x="4" y="3"/>
                    <a:pt x="9" y="2"/>
                  </a:cubicBezTo>
                  <a:cubicBezTo>
                    <a:pt x="14" y="1"/>
                    <a:pt x="18" y="0"/>
                    <a:pt x="19" y="1"/>
                  </a:cubicBezTo>
                  <a:cubicBezTo>
                    <a:pt x="19" y="2"/>
                    <a:pt x="16" y="3"/>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8" name="Freeform 2059">
              <a:extLst>
                <a:ext uri="{FF2B5EF4-FFF2-40B4-BE49-F238E27FC236}">
                  <a16:creationId xmlns:a16="http://schemas.microsoft.com/office/drawing/2014/main" id="{46BF4BB0-1A57-B5B4-6E84-D52A685D02EE}"/>
                </a:ext>
              </a:extLst>
            </p:cNvPr>
            <p:cNvSpPr>
              <a:spLocks/>
            </p:cNvSpPr>
            <p:nvPr/>
          </p:nvSpPr>
          <p:spPr bwMode="auto">
            <a:xfrm rot="5094805">
              <a:off x="2127802" y="5864030"/>
              <a:ext cx="47985" cy="11425"/>
            </a:xfrm>
            <a:custGeom>
              <a:avLst/>
              <a:gdLst>
                <a:gd name="T0" fmla="*/ 0 w 19"/>
                <a:gd name="T1" fmla="*/ 4 h 5"/>
                <a:gd name="T2" fmla="*/ 8 w 19"/>
                <a:gd name="T3" fmla="*/ 1 h 5"/>
                <a:gd name="T4" fmla="*/ 19 w 19"/>
                <a:gd name="T5" fmla="*/ 1 h 5"/>
                <a:gd name="T6" fmla="*/ 10 w 19"/>
                <a:gd name="T7" fmla="*/ 4 h 5"/>
                <a:gd name="T8" fmla="*/ 0 w 19"/>
                <a:gd name="T9" fmla="*/ 4 h 5"/>
              </a:gdLst>
              <a:ahLst/>
              <a:cxnLst>
                <a:cxn ang="0">
                  <a:pos x="T0" y="T1"/>
                </a:cxn>
                <a:cxn ang="0">
                  <a:pos x="T2" y="T3"/>
                </a:cxn>
                <a:cxn ang="0">
                  <a:pos x="T4" y="T5"/>
                </a:cxn>
                <a:cxn ang="0">
                  <a:pos x="T6" y="T7"/>
                </a:cxn>
                <a:cxn ang="0">
                  <a:pos x="T8" y="T9"/>
                </a:cxn>
              </a:cxnLst>
              <a:rect l="0" t="0" r="r" b="b"/>
              <a:pathLst>
                <a:path w="19" h="5">
                  <a:moveTo>
                    <a:pt x="0" y="4"/>
                  </a:moveTo>
                  <a:cubicBezTo>
                    <a:pt x="0" y="3"/>
                    <a:pt x="3" y="2"/>
                    <a:pt x="8" y="1"/>
                  </a:cubicBezTo>
                  <a:cubicBezTo>
                    <a:pt x="13" y="0"/>
                    <a:pt x="18" y="0"/>
                    <a:pt x="19" y="1"/>
                  </a:cubicBezTo>
                  <a:cubicBezTo>
                    <a:pt x="19" y="2"/>
                    <a:pt x="15" y="3"/>
                    <a:pt x="10" y="4"/>
                  </a:cubicBezTo>
                  <a:cubicBezTo>
                    <a:pt x="5" y="4"/>
                    <a:pt x="0" y="5"/>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9" name="Freeform 2060">
              <a:extLst>
                <a:ext uri="{FF2B5EF4-FFF2-40B4-BE49-F238E27FC236}">
                  <a16:creationId xmlns:a16="http://schemas.microsoft.com/office/drawing/2014/main" id="{CAE69103-F09C-D617-0DE8-115DF2DF86ED}"/>
                </a:ext>
              </a:extLst>
            </p:cNvPr>
            <p:cNvSpPr>
              <a:spLocks/>
            </p:cNvSpPr>
            <p:nvPr/>
          </p:nvSpPr>
          <p:spPr bwMode="auto">
            <a:xfrm rot="5094805">
              <a:off x="2173472" y="6056098"/>
              <a:ext cx="47985" cy="9140"/>
            </a:xfrm>
            <a:custGeom>
              <a:avLst/>
              <a:gdLst>
                <a:gd name="T0" fmla="*/ 10 w 20"/>
                <a:gd name="T1" fmla="*/ 1 h 4"/>
                <a:gd name="T2" fmla="*/ 19 w 20"/>
                <a:gd name="T3" fmla="*/ 2 h 4"/>
                <a:gd name="T4" fmla="*/ 9 w 20"/>
                <a:gd name="T5" fmla="*/ 4 h 4"/>
                <a:gd name="T6" fmla="*/ 1 w 20"/>
                <a:gd name="T7" fmla="*/ 3 h 4"/>
                <a:gd name="T8" fmla="*/ 10 w 20"/>
                <a:gd name="T9" fmla="*/ 1 h 4"/>
              </a:gdLst>
              <a:ahLst/>
              <a:cxnLst>
                <a:cxn ang="0">
                  <a:pos x="T0" y="T1"/>
                </a:cxn>
                <a:cxn ang="0">
                  <a:pos x="T2" y="T3"/>
                </a:cxn>
                <a:cxn ang="0">
                  <a:pos x="T4" y="T5"/>
                </a:cxn>
                <a:cxn ang="0">
                  <a:pos x="T6" y="T7"/>
                </a:cxn>
                <a:cxn ang="0">
                  <a:pos x="T8" y="T9"/>
                </a:cxn>
              </a:cxnLst>
              <a:rect l="0" t="0" r="r" b="b"/>
              <a:pathLst>
                <a:path w="20" h="4">
                  <a:moveTo>
                    <a:pt x="10" y="1"/>
                  </a:moveTo>
                  <a:cubicBezTo>
                    <a:pt x="15" y="0"/>
                    <a:pt x="19" y="1"/>
                    <a:pt x="19" y="2"/>
                  </a:cubicBezTo>
                  <a:cubicBezTo>
                    <a:pt x="20" y="3"/>
                    <a:pt x="15" y="4"/>
                    <a:pt x="9" y="4"/>
                  </a:cubicBezTo>
                  <a:cubicBezTo>
                    <a:pt x="4" y="4"/>
                    <a:pt x="0" y="4"/>
                    <a:pt x="1" y="3"/>
                  </a:cubicBezTo>
                  <a:cubicBezTo>
                    <a:pt x="1" y="2"/>
                    <a:pt x="5"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0" name="Freeform 2061">
              <a:extLst>
                <a:ext uri="{FF2B5EF4-FFF2-40B4-BE49-F238E27FC236}">
                  <a16:creationId xmlns:a16="http://schemas.microsoft.com/office/drawing/2014/main" id="{70B2B642-047D-2985-0D2C-EC889341A409}"/>
                </a:ext>
              </a:extLst>
            </p:cNvPr>
            <p:cNvSpPr>
              <a:spLocks/>
            </p:cNvSpPr>
            <p:nvPr/>
          </p:nvSpPr>
          <p:spPr bwMode="auto">
            <a:xfrm rot="5094805">
              <a:off x="2212314" y="6246489"/>
              <a:ext cx="47985" cy="11425"/>
            </a:xfrm>
            <a:custGeom>
              <a:avLst/>
              <a:gdLst>
                <a:gd name="T0" fmla="*/ 9 w 19"/>
                <a:gd name="T1" fmla="*/ 1 h 5"/>
                <a:gd name="T2" fmla="*/ 19 w 19"/>
                <a:gd name="T3" fmla="*/ 1 h 5"/>
                <a:gd name="T4" fmla="*/ 11 w 19"/>
                <a:gd name="T5" fmla="*/ 4 h 5"/>
                <a:gd name="T6" fmla="*/ 0 w 19"/>
                <a:gd name="T7" fmla="*/ 4 h 5"/>
                <a:gd name="T8" fmla="*/ 9 w 19"/>
                <a:gd name="T9" fmla="*/ 1 h 5"/>
              </a:gdLst>
              <a:ahLst/>
              <a:cxnLst>
                <a:cxn ang="0">
                  <a:pos x="T0" y="T1"/>
                </a:cxn>
                <a:cxn ang="0">
                  <a:pos x="T2" y="T3"/>
                </a:cxn>
                <a:cxn ang="0">
                  <a:pos x="T4" y="T5"/>
                </a:cxn>
                <a:cxn ang="0">
                  <a:pos x="T6" y="T7"/>
                </a:cxn>
                <a:cxn ang="0">
                  <a:pos x="T8" y="T9"/>
                </a:cxn>
              </a:cxnLst>
              <a:rect l="0" t="0" r="r" b="b"/>
              <a:pathLst>
                <a:path w="19" h="5">
                  <a:moveTo>
                    <a:pt x="9" y="1"/>
                  </a:moveTo>
                  <a:cubicBezTo>
                    <a:pt x="14" y="0"/>
                    <a:pt x="18" y="1"/>
                    <a:pt x="19" y="1"/>
                  </a:cubicBezTo>
                  <a:cubicBezTo>
                    <a:pt x="19" y="2"/>
                    <a:pt x="16" y="4"/>
                    <a:pt x="11" y="4"/>
                  </a:cubicBezTo>
                  <a:cubicBezTo>
                    <a:pt x="6" y="5"/>
                    <a:pt x="1" y="5"/>
                    <a:pt x="0" y="4"/>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1" name="Freeform 2062">
              <a:extLst>
                <a:ext uri="{FF2B5EF4-FFF2-40B4-BE49-F238E27FC236}">
                  <a16:creationId xmlns:a16="http://schemas.microsoft.com/office/drawing/2014/main" id="{CDCA2C0C-12DC-D6F0-0053-6E2D7070D05F}"/>
                </a:ext>
              </a:extLst>
            </p:cNvPr>
            <p:cNvSpPr>
              <a:spLocks/>
            </p:cNvSpPr>
            <p:nvPr/>
          </p:nvSpPr>
          <p:spPr bwMode="auto">
            <a:xfrm rot="5094805">
              <a:off x="2263568" y="6434526"/>
              <a:ext cx="50269" cy="13710"/>
            </a:xfrm>
            <a:custGeom>
              <a:avLst/>
              <a:gdLst>
                <a:gd name="T0" fmla="*/ 10 w 20"/>
                <a:gd name="T1" fmla="*/ 1 h 6"/>
                <a:gd name="T2" fmla="*/ 19 w 20"/>
                <a:gd name="T3" fmla="*/ 1 h 6"/>
                <a:gd name="T4" fmla="*/ 9 w 20"/>
                <a:gd name="T5" fmla="*/ 5 h 6"/>
                <a:gd name="T6" fmla="*/ 1 w 20"/>
                <a:gd name="T7" fmla="*/ 5 h 6"/>
                <a:gd name="T8" fmla="*/ 10 w 20"/>
                <a:gd name="T9" fmla="*/ 1 h 6"/>
              </a:gdLst>
              <a:ahLst/>
              <a:cxnLst>
                <a:cxn ang="0">
                  <a:pos x="T0" y="T1"/>
                </a:cxn>
                <a:cxn ang="0">
                  <a:pos x="T2" y="T3"/>
                </a:cxn>
                <a:cxn ang="0">
                  <a:pos x="T4" y="T5"/>
                </a:cxn>
                <a:cxn ang="0">
                  <a:pos x="T6" y="T7"/>
                </a:cxn>
                <a:cxn ang="0">
                  <a:pos x="T8" y="T9"/>
                </a:cxn>
              </a:cxnLst>
              <a:rect l="0" t="0" r="r" b="b"/>
              <a:pathLst>
                <a:path w="20" h="6">
                  <a:moveTo>
                    <a:pt x="10" y="1"/>
                  </a:moveTo>
                  <a:cubicBezTo>
                    <a:pt x="15" y="0"/>
                    <a:pt x="19" y="0"/>
                    <a:pt x="19" y="1"/>
                  </a:cubicBezTo>
                  <a:cubicBezTo>
                    <a:pt x="20" y="2"/>
                    <a:pt x="15" y="4"/>
                    <a:pt x="9" y="5"/>
                  </a:cubicBezTo>
                  <a:cubicBezTo>
                    <a:pt x="4" y="6"/>
                    <a:pt x="0" y="6"/>
                    <a:pt x="1" y="5"/>
                  </a:cubicBezTo>
                  <a:cubicBezTo>
                    <a:pt x="1" y="4"/>
                    <a:pt x="5"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2" name="Freeform 2063">
              <a:extLst>
                <a:ext uri="{FF2B5EF4-FFF2-40B4-BE49-F238E27FC236}">
                  <a16:creationId xmlns:a16="http://schemas.microsoft.com/office/drawing/2014/main" id="{D6F47EA5-A7DB-868E-2AE7-5080D8D1BF28}"/>
                </a:ext>
              </a:extLst>
            </p:cNvPr>
            <p:cNvSpPr>
              <a:spLocks/>
            </p:cNvSpPr>
            <p:nvPr/>
          </p:nvSpPr>
          <p:spPr bwMode="auto">
            <a:xfrm rot="5094805">
              <a:off x="2330762" y="6619063"/>
              <a:ext cx="47985" cy="20565"/>
            </a:xfrm>
            <a:custGeom>
              <a:avLst/>
              <a:gdLst>
                <a:gd name="T0" fmla="*/ 12 w 20"/>
                <a:gd name="T1" fmla="*/ 6 h 8"/>
                <a:gd name="T2" fmla="*/ 1 w 20"/>
                <a:gd name="T3" fmla="*/ 7 h 8"/>
                <a:gd name="T4" fmla="*/ 10 w 20"/>
                <a:gd name="T5" fmla="*/ 2 h 8"/>
                <a:gd name="T6" fmla="*/ 19 w 20"/>
                <a:gd name="T7" fmla="*/ 1 h 8"/>
                <a:gd name="T8" fmla="*/ 12 w 20"/>
                <a:gd name="T9" fmla="*/ 6 h 8"/>
              </a:gdLst>
              <a:ahLst/>
              <a:cxnLst>
                <a:cxn ang="0">
                  <a:pos x="T0" y="T1"/>
                </a:cxn>
                <a:cxn ang="0">
                  <a:pos x="T2" y="T3"/>
                </a:cxn>
                <a:cxn ang="0">
                  <a:pos x="T4" y="T5"/>
                </a:cxn>
                <a:cxn ang="0">
                  <a:pos x="T6" y="T7"/>
                </a:cxn>
                <a:cxn ang="0">
                  <a:pos x="T8" y="T9"/>
                </a:cxn>
              </a:cxnLst>
              <a:rect l="0" t="0" r="r" b="b"/>
              <a:pathLst>
                <a:path w="20" h="8">
                  <a:moveTo>
                    <a:pt x="12" y="6"/>
                  </a:moveTo>
                  <a:cubicBezTo>
                    <a:pt x="7" y="7"/>
                    <a:pt x="2" y="8"/>
                    <a:pt x="1" y="7"/>
                  </a:cubicBezTo>
                  <a:cubicBezTo>
                    <a:pt x="0" y="6"/>
                    <a:pt x="4" y="4"/>
                    <a:pt x="10" y="2"/>
                  </a:cubicBezTo>
                  <a:cubicBezTo>
                    <a:pt x="14" y="1"/>
                    <a:pt x="19" y="0"/>
                    <a:pt x="19" y="1"/>
                  </a:cubicBezTo>
                  <a:cubicBezTo>
                    <a:pt x="20" y="3"/>
                    <a:pt x="17" y="4"/>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3" name="Freeform 2064">
              <a:extLst>
                <a:ext uri="{FF2B5EF4-FFF2-40B4-BE49-F238E27FC236}">
                  <a16:creationId xmlns:a16="http://schemas.microsoft.com/office/drawing/2014/main" id="{95744492-1D71-1B72-01EE-EBCEC42B8DD7}"/>
                </a:ext>
              </a:extLst>
            </p:cNvPr>
            <p:cNvSpPr>
              <a:spLocks/>
            </p:cNvSpPr>
            <p:nvPr/>
          </p:nvSpPr>
          <p:spPr bwMode="auto">
            <a:xfrm rot="5094805">
              <a:off x="2408093" y="6803735"/>
              <a:ext cx="47985" cy="22850"/>
            </a:xfrm>
            <a:custGeom>
              <a:avLst/>
              <a:gdLst>
                <a:gd name="T0" fmla="*/ 19 w 20"/>
                <a:gd name="T1" fmla="*/ 1 h 9"/>
                <a:gd name="T2" fmla="*/ 11 w 20"/>
                <a:gd name="T3" fmla="*/ 6 h 9"/>
                <a:gd name="T4" fmla="*/ 1 w 20"/>
                <a:gd name="T5" fmla="*/ 8 h 9"/>
                <a:gd name="T6" fmla="*/ 10 w 20"/>
                <a:gd name="T7" fmla="*/ 2 h 9"/>
                <a:gd name="T8" fmla="*/ 19 w 20"/>
                <a:gd name="T9" fmla="*/ 1 h 9"/>
              </a:gdLst>
              <a:ahLst/>
              <a:cxnLst>
                <a:cxn ang="0">
                  <a:pos x="T0" y="T1"/>
                </a:cxn>
                <a:cxn ang="0">
                  <a:pos x="T2" y="T3"/>
                </a:cxn>
                <a:cxn ang="0">
                  <a:pos x="T4" y="T5"/>
                </a:cxn>
                <a:cxn ang="0">
                  <a:pos x="T6" y="T7"/>
                </a:cxn>
                <a:cxn ang="0">
                  <a:pos x="T8" y="T9"/>
                </a:cxn>
              </a:cxnLst>
              <a:rect l="0" t="0" r="r" b="b"/>
              <a:pathLst>
                <a:path w="20" h="9">
                  <a:moveTo>
                    <a:pt x="19" y="1"/>
                  </a:moveTo>
                  <a:cubicBezTo>
                    <a:pt x="20" y="2"/>
                    <a:pt x="16" y="5"/>
                    <a:pt x="11" y="6"/>
                  </a:cubicBezTo>
                  <a:cubicBezTo>
                    <a:pt x="7" y="8"/>
                    <a:pt x="2" y="9"/>
                    <a:pt x="1" y="8"/>
                  </a:cubicBezTo>
                  <a:cubicBezTo>
                    <a:pt x="0" y="7"/>
                    <a:pt x="4" y="4"/>
                    <a:pt x="10" y="2"/>
                  </a:cubicBezTo>
                  <a:cubicBezTo>
                    <a:pt x="14"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4" name="Freeform 2085">
              <a:extLst>
                <a:ext uri="{FF2B5EF4-FFF2-40B4-BE49-F238E27FC236}">
                  <a16:creationId xmlns:a16="http://schemas.microsoft.com/office/drawing/2014/main" id="{01B38312-952A-B219-3FE6-0365D6E21403}"/>
                </a:ext>
              </a:extLst>
            </p:cNvPr>
            <p:cNvSpPr>
              <a:spLocks/>
            </p:cNvSpPr>
            <p:nvPr/>
          </p:nvSpPr>
          <p:spPr bwMode="auto">
            <a:xfrm rot="5094805">
              <a:off x="835551" y="-73634"/>
              <a:ext cx="47985" cy="41130"/>
            </a:xfrm>
            <a:custGeom>
              <a:avLst/>
              <a:gdLst>
                <a:gd name="T0" fmla="*/ 11 w 19"/>
                <a:gd name="T1" fmla="*/ 15 h 17"/>
                <a:gd name="T2" fmla="*/ 1 w 19"/>
                <a:gd name="T3" fmla="*/ 13 h 17"/>
                <a:gd name="T4" fmla="*/ 9 w 19"/>
                <a:gd name="T5" fmla="*/ 2 h 17"/>
                <a:gd name="T6" fmla="*/ 19 w 19"/>
                <a:gd name="T7" fmla="*/ 5 h 17"/>
                <a:gd name="T8" fmla="*/ 11 w 19"/>
                <a:gd name="T9" fmla="*/ 15 h 17"/>
              </a:gdLst>
              <a:ahLst/>
              <a:cxnLst>
                <a:cxn ang="0">
                  <a:pos x="T0" y="T1"/>
                </a:cxn>
                <a:cxn ang="0">
                  <a:pos x="T2" y="T3"/>
                </a:cxn>
                <a:cxn ang="0">
                  <a:pos x="T4" y="T5"/>
                </a:cxn>
                <a:cxn ang="0">
                  <a:pos x="T6" y="T7"/>
                </a:cxn>
                <a:cxn ang="0">
                  <a:pos x="T8" y="T9"/>
                </a:cxn>
              </a:cxnLst>
              <a:rect l="0" t="0" r="r" b="b"/>
              <a:pathLst>
                <a:path w="19" h="17">
                  <a:moveTo>
                    <a:pt x="11" y="15"/>
                  </a:moveTo>
                  <a:cubicBezTo>
                    <a:pt x="6" y="17"/>
                    <a:pt x="2" y="16"/>
                    <a:pt x="1" y="13"/>
                  </a:cubicBezTo>
                  <a:cubicBezTo>
                    <a:pt x="0" y="9"/>
                    <a:pt x="4" y="4"/>
                    <a:pt x="9" y="2"/>
                  </a:cubicBezTo>
                  <a:cubicBezTo>
                    <a:pt x="14" y="0"/>
                    <a:pt x="18" y="1"/>
                    <a:pt x="19" y="5"/>
                  </a:cubicBezTo>
                  <a:cubicBezTo>
                    <a:pt x="19" y="8"/>
                    <a:pt x="16" y="13"/>
                    <a:pt x="1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5" name="Freeform 2086">
              <a:extLst>
                <a:ext uri="{FF2B5EF4-FFF2-40B4-BE49-F238E27FC236}">
                  <a16:creationId xmlns:a16="http://schemas.microsoft.com/office/drawing/2014/main" id="{CE799B9D-6116-2B32-9A8E-8D2C8F56088A}"/>
                </a:ext>
              </a:extLst>
            </p:cNvPr>
            <p:cNvSpPr>
              <a:spLocks/>
            </p:cNvSpPr>
            <p:nvPr/>
          </p:nvSpPr>
          <p:spPr bwMode="auto">
            <a:xfrm rot="5094805">
              <a:off x="918677" y="114055"/>
              <a:ext cx="45700" cy="38845"/>
            </a:xfrm>
            <a:custGeom>
              <a:avLst/>
              <a:gdLst>
                <a:gd name="T0" fmla="*/ 18 w 19"/>
                <a:gd name="T1" fmla="*/ 6 h 16"/>
                <a:gd name="T2" fmla="*/ 10 w 19"/>
                <a:gd name="T3" fmla="*/ 15 h 16"/>
                <a:gd name="T4" fmla="*/ 0 w 19"/>
                <a:gd name="T5" fmla="*/ 10 h 16"/>
                <a:gd name="T6" fmla="*/ 9 w 19"/>
                <a:gd name="T7" fmla="*/ 1 h 16"/>
                <a:gd name="T8" fmla="*/ 18 w 19"/>
                <a:gd name="T9" fmla="*/ 6 h 16"/>
              </a:gdLst>
              <a:ahLst/>
              <a:cxnLst>
                <a:cxn ang="0">
                  <a:pos x="T0" y="T1"/>
                </a:cxn>
                <a:cxn ang="0">
                  <a:pos x="T2" y="T3"/>
                </a:cxn>
                <a:cxn ang="0">
                  <a:pos x="T4" y="T5"/>
                </a:cxn>
                <a:cxn ang="0">
                  <a:pos x="T6" y="T7"/>
                </a:cxn>
                <a:cxn ang="0">
                  <a:pos x="T8" y="T9"/>
                </a:cxn>
              </a:cxnLst>
              <a:rect l="0" t="0" r="r" b="b"/>
              <a:pathLst>
                <a:path w="19" h="16">
                  <a:moveTo>
                    <a:pt x="18" y="6"/>
                  </a:moveTo>
                  <a:cubicBezTo>
                    <a:pt x="19" y="10"/>
                    <a:pt x="15" y="14"/>
                    <a:pt x="10" y="15"/>
                  </a:cubicBezTo>
                  <a:cubicBezTo>
                    <a:pt x="5" y="16"/>
                    <a:pt x="1" y="14"/>
                    <a:pt x="0" y="10"/>
                  </a:cubicBezTo>
                  <a:cubicBezTo>
                    <a:pt x="0" y="6"/>
                    <a:pt x="4" y="1"/>
                    <a:pt x="9" y="1"/>
                  </a:cubicBezTo>
                  <a:cubicBezTo>
                    <a:pt x="14" y="0"/>
                    <a:pt x="18" y="3"/>
                    <a:pt x="1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6" name="Freeform 2087">
              <a:extLst>
                <a:ext uri="{FF2B5EF4-FFF2-40B4-BE49-F238E27FC236}">
                  <a16:creationId xmlns:a16="http://schemas.microsoft.com/office/drawing/2014/main" id="{B4CBB522-E963-1921-4DDE-BDA1F4B409CB}"/>
                </a:ext>
              </a:extLst>
            </p:cNvPr>
            <p:cNvSpPr>
              <a:spLocks/>
            </p:cNvSpPr>
            <p:nvPr/>
          </p:nvSpPr>
          <p:spPr bwMode="auto">
            <a:xfrm rot="5094805">
              <a:off x="962997" y="304889"/>
              <a:ext cx="50269" cy="34275"/>
            </a:xfrm>
            <a:custGeom>
              <a:avLst/>
              <a:gdLst>
                <a:gd name="T0" fmla="*/ 12 w 20"/>
                <a:gd name="T1" fmla="*/ 13 h 14"/>
                <a:gd name="T2" fmla="*/ 1 w 20"/>
                <a:gd name="T3" fmla="*/ 8 h 14"/>
                <a:gd name="T4" fmla="*/ 10 w 20"/>
                <a:gd name="T5" fmla="*/ 0 h 14"/>
                <a:gd name="T6" fmla="*/ 19 w 20"/>
                <a:gd name="T7" fmla="*/ 6 h 14"/>
                <a:gd name="T8" fmla="*/ 12 w 20"/>
                <a:gd name="T9" fmla="*/ 13 h 14"/>
              </a:gdLst>
              <a:ahLst/>
              <a:cxnLst>
                <a:cxn ang="0">
                  <a:pos x="T0" y="T1"/>
                </a:cxn>
                <a:cxn ang="0">
                  <a:pos x="T2" y="T3"/>
                </a:cxn>
                <a:cxn ang="0">
                  <a:pos x="T4" y="T5"/>
                </a:cxn>
                <a:cxn ang="0">
                  <a:pos x="T6" y="T7"/>
                </a:cxn>
                <a:cxn ang="0">
                  <a:pos x="T8" y="T9"/>
                </a:cxn>
              </a:cxnLst>
              <a:rect l="0" t="0" r="r" b="b"/>
              <a:pathLst>
                <a:path w="20" h="14">
                  <a:moveTo>
                    <a:pt x="12" y="13"/>
                  </a:moveTo>
                  <a:cubicBezTo>
                    <a:pt x="7" y="14"/>
                    <a:pt x="2" y="11"/>
                    <a:pt x="1" y="8"/>
                  </a:cubicBezTo>
                  <a:cubicBezTo>
                    <a:pt x="0" y="4"/>
                    <a:pt x="5" y="0"/>
                    <a:pt x="10" y="0"/>
                  </a:cubicBezTo>
                  <a:cubicBezTo>
                    <a:pt x="15" y="0"/>
                    <a:pt x="19" y="3"/>
                    <a:pt x="19" y="6"/>
                  </a:cubicBezTo>
                  <a:cubicBezTo>
                    <a:pt x="20" y="10"/>
                    <a:pt x="17" y="13"/>
                    <a:pt x="1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7" name="Freeform 2088">
              <a:extLst>
                <a:ext uri="{FF2B5EF4-FFF2-40B4-BE49-F238E27FC236}">
                  <a16:creationId xmlns:a16="http://schemas.microsoft.com/office/drawing/2014/main" id="{F4D4E117-FE90-1A6C-94C1-668D0E3064DE}"/>
                </a:ext>
              </a:extLst>
            </p:cNvPr>
            <p:cNvSpPr>
              <a:spLocks/>
            </p:cNvSpPr>
            <p:nvPr/>
          </p:nvSpPr>
          <p:spPr bwMode="auto">
            <a:xfrm rot="5094805">
              <a:off x="982397" y="495965"/>
              <a:ext cx="47985" cy="36560"/>
            </a:xfrm>
            <a:custGeom>
              <a:avLst/>
              <a:gdLst>
                <a:gd name="T0" fmla="*/ 19 w 19"/>
                <a:gd name="T1" fmla="*/ 9 h 15"/>
                <a:gd name="T2" fmla="*/ 11 w 19"/>
                <a:gd name="T3" fmla="*/ 14 h 15"/>
                <a:gd name="T4" fmla="*/ 1 w 19"/>
                <a:gd name="T5" fmla="*/ 7 h 15"/>
                <a:gd name="T6" fmla="*/ 10 w 19"/>
                <a:gd name="T7" fmla="*/ 1 h 15"/>
                <a:gd name="T8" fmla="*/ 19 w 19"/>
                <a:gd name="T9" fmla="*/ 9 h 15"/>
              </a:gdLst>
              <a:ahLst/>
              <a:cxnLst>
                <a:cxn ang="0">
                  <a:pos x="T0" y="T1"/>
                </a:cxn>
                <a:cxn ang="0">
                  <a:pos x="T2" y="T3"/>
                </a:cxn>
                <a:cxn ang="0">
                  <a:pos x="T4" y="T5"/>
                </a:cxn>
                <a:cxn ang="0">
                  <a:pos x="T6" y="T7"/>
                </a:cxn>
                <a:cxn ang="0">
                  <a:pos x="T8" y="T9"/>
                </a:cxn>
              </a:cxnLst>
              <a:rect l="0" t="0" r="r" b="b"/>
              <a:pathLst>
                <a:path w="19" h="15">
                  <a:moveTo>
                    <a:pt x="19" y="9"/>
                  </a:moveTo>
                  <a:cubicBezTo>
                    <a:pt x="19" y="13"/>
                    <a:pt x="16" y="15"/>
                    <a:pt x="11" y="14"/>
                  </a:cubicBezTo>
                  <a:cubicBezTo>
                    <a:pt x="6" y="14"/>
                    <a:pt x="1" y="11"/>
                    <a:pt x="1" y="7"/>
                  </a:cubicBezTo>
                  <a:cubicBezTo>
                    <a:pt x="0" y="3"/>
                    <a:pt x="5" y="0"/>
                    <a:pt x="10" y="1"/>
                  </a:cubicBezTo>
                  <a:cubicBezTo>
                    <a:pt x="15" y="2"/>
                    <a:pt x="19" y="6"/>
                    <a:pt x="1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8" name="Freeform 2089">
              <a:extLst>
                <a:ext uri="{FF2B5EF4-FFF2-40B4-BE49-F238E27FC236}">
                  <a16:creationId xmlns:a16="http://schemas.microsoft.com/office/drawing/2014/main" id="{2373BBEC-E258-D6E5-9042-14CB5B6F4849}"/>
                </a:ext>
              </a:extLst>
            </p:cNvPr>
            <p:cNvSpPr>
              <a:spLocks/>
            </p:cNvSpPr>
            <p:nvPr/>
          </p:nvSpPr>
          <p:spPr bwMode="auto">
            <a:xfrm rot="5094805">
              <a:off x="973549" y="692992"/>
              <a:ext cx="45700" cy="36560"/>
            </a:xfrm>
            <a:custGeom>
              <a:avLst/>
              <a:gdLst>
                <a:gd name="T0" fmla="*/ 19 w 19"/>
                <a:gd name="T1" fmla="*/ 10 h 15"/>
                <a:gd name="T2" fmla="*/ 11 w 19"/>
                <a:gd name="T3" fmla="*/ 14 h 15"/>
                <a:gd name="T4" fmla="*/ 1 w 19"/>
                <a:gd name="T5" fmla="*/ 6 h 15"/>
                <a:gd name="T6" fmla="*/ 10 w 19"/>
                <a:gd name="T7" fmla="*/ 2 h 15"/>
                <a:gd name="T8" fmla="*/ 19 w 19"/>
                <a:gd name="T9" fmla="*/ 10 h 15"/>
              </a:gdLst>
              <a:ahLst/>
              <a:cxnLst>
                <a:cxn ang="0">
                  <a:pos x="T0" y="T1"/>
                </a:cxn>
                <a:cxn ang="0">
                  <a:pos x="T2" y="T3"/>
                </a:cxn>
                <a:cxn ang="0">
                  <a:pos x="T4" y="T5"/>
                </a:cxn>
                <a:cxn ang="0">
                  <a:pos x="T6" y="T7"/>
                </a:cxn>
                <a:cxn ang="0">
                  <a:pos x="T8" y="T9"/>
                </a:cxn>
              </a:cxnLst>
              <a:rect l="0" t="0" r="r" b="b"/>
              <a:pathLst>
                <a:path w="19" h="15">
                  <a:moveTo>
                    <a:pt x="19" y="10"/>
                  </a:moveTo>
                  <a:cubicBezTo>
                    <a:pt x="19" y="13"/>
                    <a:pt x="16" y="15"/>
                    <a:pt x="11" y="14"/>
                  </a:cubicBezTo>
                  <a:cubicBezTo>
                    <a:pt x="6" y="13"/>
                    <a:pt x="1" y="9"/>
                    <a:pt x="1" y="6"/>
                  </a:cubicBezTo>
                  <a:cubicBezTo>
                    <a:pt x="0" y="2"/>
                    <a:pt x="5" y="0"/>
                    <a:pt x="10" y="2"/>
                  </a:cubicBezTo>
                  <a:cubicBezTo>
                    <a:pt x="15" y="3"/>
                    <a:pt x="19" y="7"/>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9" name="Freeform 2090">
              <a:extLst>
                <a:ext uri="{FF2B5EF4-FFF2-40B4-BE49-F238E27FC236}">
                  <a16:creationId xmlns:a16="http://schemas.microsoft.com/office/drawing/2014/main" id="{76589D02-C4B8-1464-E1DE-2B5FD0BF60A6}"/>
                </a:ext>
              </a:extLst>
            </p:cNvPr>
            <p:cNvSpPr>
              <a:spLocks/>
            </p:cNvSpPr>
            <p:nvPr/>
          </p:nvSpPr>
          <p:spPr bwMode="auto">
            <a:xfrm rot="5094805">
              <a:off x="940891" y="892981"/>
              <a:ext cx="50269" cy="36560"/>
            </a:xfrm>
            <a:custGeom>
              <a:avLst/>
              <a:gdLst>
                <a:gd name="T0" fmla="*/ 12 w 20"/>
                <a:gd name="T1" fmla="*/ 13 h 14"/>
                <a:gd name="T2" fmla="*/ 1 w 20"/>
                <a:gd name="T3" fmla="*/ 5 h 14"/>
                <a:gd name="T4" fmla="*/ 9 w 20"/>
                <a:gd name="T5" fmla="*/ 1 h 14"/>
                <a:gd name="T6" fmla="*/ 19 w 20"/>
                <a:gd name="T7" fmla="*/ 10 h 14"/>
                <a:gd name="T8" fmla="*/ 12 w 20"/>
                <a:gd name="T9" fmla="*/ 13 h 14"/>
              </a:gdLst>
              <a:ahLst/>
              <a:cxnLst>
                <a:cxn ang="0">
                  <a:pos x="T0" y="T1"/>
                </a:cxn>
                <a:cxn ang="0">
                  <a:pos x="T2" y="T3"/>
                </a:cxn>
                <a:cxn ang="0">
                  <a:pos x="T4" y="T5"/>
                </a:cxn>
                <a:cxn ang="0">
                  <a:pos x="T6" y="T7"/>
                </a:cxn>
                <a:cxn ang="0">
                  <a:pos x="T8" y="T9"/>
                </a:cxn>
              </a:cxnLst>
              <a:rect l="0" t="0" r="r" b="b"/>
              <a:pathLst>
                <a:path w="20" h="14">
                  <a:moveTo>
                    <a:pt x="12" y="13"/>
                  </a:moveTo>
                  <a:cubicBezTo>
                    <a:pt x="7" y="12"/>
                    <a:pt x="2" y="9"/>
                    <a:pt x="1" y="5"/>
                  </a:cubicBezTo>
                  <a:cubicBezTo>
                    <a:pt x="0" y="2"/>
                    <a:pt x="4" y="0"/>
                    <a:pt x="9" y="1"/>
                  </a:cubicBezTo>
                  <a:cubicBezTo>
                    <a:pt x="14" y="3"/>
                    <a:pt x="19" y="6"/>
                    <a:pt x="19" y="10"/>
                  </a:cubicBezTo>
                  <a:cubicBezTo>
                    <a:pt x="20" y="13"/>
                    <a:pt x="17" y="14"/>
                    <a:pt x="1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0" name="Freeform 2091">
              <a:extLst>
                <a:ext uri="{FF2B5EF4-FFF2-40B4-BE49-F238E27FC236}">
                  <a16:creationId xmlns:a16="http://schemas.microsoft.com/office/drawing/2014/main" id="{17AF181A-4D18-65D8-12B5-B59A2EB89F3E}"/>
                </a:ext>
              </a:extLst>
            </p:cNvPr>
            <p:cNvSpPr>
              <a:spLocks/>
            </p:cNvSpPr>
            <p:nvPr/>
          </p:nvSpPr>
          <p:spPr bwMode="auto">
            <a:xfrm rot="5094805">
              <a:off x="893448" y="1095631"/>
              <a:ext cx="50269" cy="34275"/>
            </a:xfrm>
            <a:custGeom>
              <a:avLst/>
              <a:gdLst>
                <a:gd name="T0" fmla="*/ 19 w 20"/>
                <a:gd name="T1" fmla="*/ 10 h 14"/>
                <a:gd name="T2" fmla="*/ 12 w 20"/>
                <a:gd name="T3" fmla="*/ 12 h 14"/>
                <a:gd name="T4" fmla="*/ 1 w 20"/>
                <a:gd name="T5" fmla="*/ 4 h 14"/>
                <a:gd name="T6" fmla="*/ 9 w 20"/>
                <a:gd name="T7" fmla="*/ 2 h 14"/>
                <a:gd name="T8" fmla="*/ 19 w 20"/>
                <a:gd name="T9" fmla="*/ 10 h 14"/>
              </a:gdLst>
              <a:ahLst/>
              <a:cxnLst>
                <a:cxn ang="0">
                  <a:pos x="T0" y="T1"/>
                </a:cxn>
                <a:cxn ang="0">
                  <a:pos x="T2" y="T3"/>
                </a:cxn>
                <a:cxn ang="0">
                  <a:pos x="T4" y="T5"/>
                </a:cxn>
                <a:cxn ang="0">
                  <a:pos x="T6" y="T7"/>
                </a:cxn>
                <a:cxn ang="0">
                  <a:pos x="T8" y="T9"/>
                </a:cxn>
              </a:cxnLst>
              <a:rect l="0" t="0" r="r" b="b"/>
              <a:pathLst>
                <a:path w="20" h="14">
                  <a:moveTo>
                    <a:pt x="19" y="10"/>
                  </a:moveTo>
                  <a:cubicBezTo>
                    <a:pt x="20" y="13"/>
                    <a:pt x="17" y="14"/>
                    <a:pt x="12" y="12"/>
                  </a:cubicBezTo>
                  <a:cubicBezTo>
                    <a:pt x="7" y="11"/>
                    <a:pt x="2" y="7"/>
                    <a:pt x="1" y="4"/>
                  </a:cubicBezTo>
                  <a:cubicBezTo>
                    <a:pt x="0" y="1"/>
                    <a:pt x="4" y="0"/>
                    <a:pt x="9" y="2"/>
                  </a:cubicBezTo>
                  <a:cubicBezTo>
                    <a:pt x="14" y="4"/>
                    <a:pt x="19" y="8"/>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1" name="Freeform 2092">
              <a:extLst>
                <a:ext uri="{FF2B5EF4-FFF2-40B4-BE49-F238E27FC236}">
                  <a16:creationId xmlns:a16="http://schemas.microsoft.com/office/drawing/2014/main" id="{F1DF06FB-981B-4116-6F0F-738542FA7FFA}"/>
                </a:ext>
              </a:extLst>
            </p:cNvPr>
            <p:cNvSpPr>
              <a:spLocks/>
            </p:cNvSpPr>
            <p:nvPr/>
          </p:nvSpPr>
          <p:spPr bwMode="auto">
            <a:xfrm rot="5094805">
              <a:off x="836901" y="1299092"/>
              <a:ext cx="50269" cy="31990"/>
            </a:xfrm>
            <a:custGeom>
              <a:avLst/>
              <a:gdLst>
                <a:gd name="T0" fmla="*/ 20 w 21"/>
                <a:gd name="T1" fmla="*/ 10 h 13"/>
                <a:gd name="T2" fmla="*/ 12 w 21"/>
                <a:gd name="T3" fmla="*/ 11 h 13"/>
                <a:gd name="T4" fmla="*/ 2 w 21"/>
                <a:gd name="T5" fmla="*/ 3 h 13"/>
                <a:gd name="T6" fmla="*/ 10 w 21"/>
                <a:gd name="T7" fmla="*/ 2 h 13"/>
                <a:gd name="T8" fmla="*/ 20 w 21"/>
                <a:gd name="T9" fmla="*/ 10 h 13"/>
              </a:gdLst>
              <a:ahLst/>
              <a:cxnLst>
                <a:cxn ang="0">
                  <a:pos x="T0" y="T1"/>
                </a:cxn>
                <a:cxn ang="0">
                  <a:pos x="T2" y="T3"/>
                </a:cxn>
                <a:cxn ang="0">
                  <a:pos x="T4" y="T5"/>
                </a:cxn>
                <a:cxn ang="0">
                  <a:pos x="T6" y="T7"/>
                </a:cxn>
                <a:cxn ang="0">
                  <a:pos x="T8" y="T9"/>
                </a:cxn>
              </a:cxnLst>
              <a:rect l="0" t="0" r="r" b="b"/>
              <a:pathLst>
                <a:path w="21" h="13">
                  <a:moveTo>
                    <a:pt x="20" y="10"/>
                  </a:moveTo>
                  <a:cubicBezTo>
                    <a:pt x="21" y="12"/>
                    <a:pt x="18" y="13"/>
                    <a:pt x="12" y="11"/>
                  </a:cubicBezTo>
                  <a:cubicBezTo>
                    <a:pt x="7" y="9"/>
                    <a:pt x="3" y="5"/>
                    <a:pt x="2" y="3"/>
                  </a:cubicBezTo>
                  <a:cubicBezTo>
                    <a:pt x="0" y="0"/>
                    <a:pt x="5" y="0"/>
                    <a:pt x="10" y="2"/>
                  </a:cubicBezTo>
                  <a:cubicBezTo>
                    <a:pt x="15" y="4"/>
                    <a:pt x="20" y="7"/>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2" name="Freeform 2093">
              <a:extLst>
                <a:ext uri="{FF2B5EF4-FFF2-40B4-BE49-F238E27FC236}">
                  <a16:creationId xmlns:a16="http://schemas.microsoft.com/office/drawing/2014/main" id="{741A8C2D-E823-26FC-798F-BEDB40FDC2AB}"/>
                </a:ext>
              </a:extLst>
            </p:cNvPr>
            <p:cNvSpPr>
              <a:spLocks/>
            </p:cNvSpPr>
            <p:nvPr/>
          </p:nvSpPr>
          <p:spPr bwMode="auto">
            <a:xfrm rot="5094805">
              <a:off x="1331179" y="4190463"/>
              <a:ext cx="45700" cy="20565"/>
            </a:xfrm>
            <a:custGeom>
              <a:avLst/>
              <a:gdLst>
                <a:gd name="T0" fmla="*/ 8 w 19"/>
                <a:gd name="T1" fmla="*/ 3 h 9"/>
                <a:gd name="T2" fmla="*/ 18 w 19"/>
                <a:gd name="T3" fmla="*/ 0 h 9"/>
                <a:gd name="T4" fmla="*/ 11 w 19"/>
                <a:gd name="T5" fmla="*/ 5 h 9"/>
                <a:gd name="T6" fmla="*/ 0 w 19"/>
                <a:gd name="T7" fmla="*/ 8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13" y="1"/>
                    <a:pt x="17" y="0"/>
                    <a:pt x="18" y="0"/>
                  </a:cubicBezTo>
                  <a:cubicBezTo>
                    <a:pt x="19" y="1"/>
                    <a:pt x="16" y="3"/>
                    <a:pt x="11" y="5"/>
                  </a:cubicBezTo>
                  <a:cubicBezTo>
                    <a:pt x="5" y="7"/>
                    <a:pt x="0" y="9"/>
                    <a:pt x="0" y="8"/>
                  </a:cubicBezTo>
                  <a:cubicBezTo>
                    <a:pt x="0" y="8"/>
                    <a:pt x="4"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3" name="Freeform 2094">
              <a:extLst>
                <a:ext uri="{FF2B5EF4-FFF2-40B4-BE49-F238E27FC236}">
                  <a16:creationId xmlns:a16="http://schemas.microsoft.com/office/drawing/2014/main" id="{173CFE1A-B344-C9E5-E500-BE72473F6CF4}"/>
                </a:ext>
              </a:extLst>
            </p:cNvPr>
            <p:cNvSpPr>
              <a:spLocks/>
            </p:cNvSpPr>
            <p:nvPr/>
          </p:nvSpPr>
          <p:spPr bwMode="auto">
            <a:xfrm rot="5094805">
              <a:off x="1227675" y="4004694"/>
              <a:ext cx="45700" cy="25135"/>
            </a:xfrm>
            <a:custGeom>
              <a:avLst/>
              <a:gdLst>
                <a:gd name="T0" fmla="*/ 0 w 19"/>
                <a:gd name="T1" fmla="*/ 9 h 10"/>
                <a:gd name="T2" fmla="*/ 8 w 19"/>
                <a:gd name="T3" fmla="*/ 4 h 10"/>
                <a:gd name="T4" fmla="*/ 19 w 19"/>
                <a:gd name="T5" fmla="*/ 1 h 10"/>
                <a:gd name="T6" fmla="*/ 10 w 19"/>
                <a:gd name="T7" fmla="*/ 6 h 10"/>
                <a:gd name="T8" fmla="*/ 0 w 19"/>
                <a:gd name="T9" fmla="*/ 9 h 10"/>
              </a:gdLst>
              <a:ahLst/>
              <a:cxnLst>
                <a:cxn ang="0">
                  <a:pos x="T0" y="T1"/>
                </a:cxn>
                <a:cxn ang="0">
                  <a:pos x="T2" y="T3"/>
                </a:cxn>
                <a:cxn ang="0">
                  <a:pos x="T4" y="T5"/>
                </a:cxn>
                <a:cxn ang="0">
                  <a:pos x="T6" y="T7"/>
                </a:cxn>
                <a:cxn ang="0">
                  <a:pos x="T8" y="T9"/>
                </a:cxn>
              </a:cxnLst>
              <a:rect l="0" t="0" r="r" b="b"/>
              <a:pathLst>
                <a:path w="19" h="10">
                  <a:moveTo>
                    <a:pt x="0" y="9"/>
                  </a:moveTo>
                  <a:cubicBezTo>
                    <a:pt x="0" y="9"/>
                    <a:pt x="3" y="6"/>
                    <a:pt x="8" y="4"/>
                  </a:cubicBezTo>
                  <a:cubicBezTo>
                    <a:pt x="13" y="2"/>
                    <a:pt x="18" y="0"/>
                    <a:pt x="19" y="1"/>
                  </a:cubicBezTo>
                  <a:cubicBezTo>
                    <a:pt x="19" y="2"/>
                    <a:pt x="15" y="4"/>
                    <a:pt x="10" y="6"/>
                  </a:cubicBezTo>
                  <a:cubicBezTo>
                    <a:pt x="5" y="8"/>
                    <a:pt x="1" y="10"/>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4" name="Freeform 2095">
              <a:extLst>
                <a:ext uri="{FF2B5EF4-FFF2-40B4-BE49-F238E27FC236}">
                  <a16:creationId xmlns:a16="http://schemas.microsoft.com/office/drawing/2014/main" id="{1046A372-7155-35D9-A7FC-A9021B077709}"/>
                </a:ext>
              </a:extLst>
            </p:cNvPr>
            <p:cNvSpPr>
              <a:spLocks/>
            </p:cNvSpPr>
            <p:nvPr/>
          </p:nvSpPr>
          <p:spPr bwMode="auto">
            <a:xfrm rot="5094805">
              <a:off x="1124064" y="3821113"/>
              <a:ext cx="47985" cy="22850"/>
            </a:xfrm>
            <a:custGeom>
              <a:avLst/>
              <a:gdLst>
                <a:gd name="T0" fmla="*/ 19 w 19"/>
                <a:gd name="T1" fmla="*/ 1 h 9"/>
                <a:gd name="T2" fmla="*/ 10 w 19"/>
                <a:gd name="T3" fmla="*/ 6 h 9"/>
                <a:gd name="T4" fmla="*/ 0 w 19"/>
                <a:gd name="T5" fmla="*/ 9 h 9"/>
                <a:gd name="T6" fmla="*/ 10 w 19"/>
                <a:gd name="T7" fmla="*/ 3 h 9"/>
                <a:gd name="T8" fmla="*/ 19 w 19"/>
                <a:gd name="T9" fmla="*/ 1 h 9"/>
              </a:gdLst>
              <a:ahLst/>
              <a:cxnLst>
                <a:cxn ang="0">
                  <a:pos x="T0" y="T1"/>
                </a:cxn>
                <a:cxn ang="0">
                  <a:pos x="T2" y="T3"/>
                </a:cxn>
                <a:cxn ang="0">
                  <a:pos x="T4" y="T5"/>
                </a:cxn>
                <a:cxn ang="0">
                  <a:pos x="T6" y="T7"/>
                </a:cxn>
                <a:cxn ang="0">
                  <a:pos x="T8" y="T9"/>
                </a:cxn>
              </a:cxnLst>
              <a:rect l="0" t="0" r="r" b="b"/>
              <a:pathLst>
                <a:path w="19" h="9">
                  <a:moveTo>
                    <a:pt x="19" y="1"/>
                  </a:moveTo>
                  <a:cubicBezTo>
                    <a:pt x="19" y="1"/>
                    <a:pt x="15" y="3"/>
                    <a:pt x="10" y="6"/>
                  </a:cubicBezTo>
                  <a:cubicBezTo>
                    <a:pt x="5" y="8"/>
                    <a:pt x="1" y="9"/>
                    <a:pt x="0" y="9"/>
                  </a:cubicBezTo>
                  <a:cubicBezTo>
                    <a:pt x="0" y="8"/>
                    <a:pt x="5" y="5"/>
                    <a:pt x="10" y="3"/>
                  </a:cubicBezTo>
                  <a:cubicBezTo>
                    <a:pt x="14"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5" name="Freeform 2096">
              <a:extLst>
                <a:ext uri="{FF2B5EF4-FFF2-40B4-BE49-F238E27FC236}">
                  <a16:creationId xmlns:a16="http://schemas.microsoft.com/office/drawing/2014/main" id="{6FC0D8CC-C678-69D8-960D-4BB477DD2158}"/>
                </a:ext>
              </a:extLst>
            </p:cNvPr>
            <p:cNvSpPr>
              <a:spLocks/>
            </p:cNvSpPr>
            <p:nvPr/>
          </p:nvSpPr>
          <p:spPr bwMode="auto">
            <a:xfrm rot="5094805">
              <a:off x="1025112" y="3637224"/>
              <a:ext cx="47985" cy="22850"/>
            </a:xfrm>
            <a:custGeom>
              <a:avLst/>
              <a:gdLst>
                <a:gd name="T0" fmla="*/ 19 w 19"/>
                <a:gd name="T1" fmla="*/ 1 h 9"/>
                <a:gd name="T2" fmla="*/ 10 w 19"/>
                <a:gd name="T3" fmla="*/ 6 h 9"/>
                <a:gd name="T4" fmla="*/ 1 w 19"/>
                <a:gd name="T5" fmla="*/ 8 h 9"/>
                <a:gd name="T6" fmla="*/ 10 w 19"/>
                <a:gd name="T7" fmla="*/ 3 h 9"/>
                <a:gd name="T8" fmla="*/ 19 w 19"/>
                <a:gd name="T9" fmla="*/ 1 h 9"/>
              </a:gdLst>
              <a:ahLst/>
              <a:cxnLst>
                <a:cxn ang="0">
                  <a:pos x="T0" y="T1"/>
                </a:cxn>
                <a:cxn ang="0">
                  <a:pos x="T2" y="T3"/>
                </a:cxn>
                <a:cxn ang="0">
                  <a:pos x="T4" y="T5"/>
                </a:cxn>
                <a:cxn ang="0">
                  <a:pos x="T6" y="T7"/>
                </a:cxn>
                <a:cxn ang="0">
                  <a:pos x="T8" y="T9"/>
                </a:cxn>
              </a:cxnLst>
              <a:rect l="0" t="0" r="r" b="b"/>
              <a:pathLst>
                <a:path w="19" h="9">
                  <a:moveTo>
                    <a:pt x="19" y="1"/>
                  </a:moveTo>
                  <a:cubicBezTo>
                    <a:pt x="19" y="1"/>
                    <a:pt x="15" y="3"/>
                    <a:pt x="10" y="6"/>
                  </a:cubicBezTo>
                  <a:cubicBezTo>
                    <a:pt x="5" y="8"/>
                    <a:pt x="1" y="9"/>
                    <a:pt x="1" y="8"/>
                  </a:cubicBezTo>
                  <a:cubicBezTo>
                    <a:pt x="0" y="8"/>
                    <a:pt x="5" y="5"/>
                    <a:pt x="10" y="3"/>
                  </a:cubicBezTo>
                  <a:cubicBezTo>
                    <a:pt x="15"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6" name="Freeform 2097">
              <a:extLst>
                <a:ext uri="{FF2B5EF4-FFF2-40B4-BE49-F238E27FC236}">
                  <a16:creationId xmlns:a16="http://schemas.microsoft.com/office/drawing/2014/main" id="{EEB0C828-8B8E-8675-05F9-6A5FAB989FC2}"/>
                </a:ext>
              </a:extLst>
            </p:cNvPr>
            <p:cNvSpPr>
              <a:spLocks/>
            </p:cNvSpPr>
            <p:nvPr/>
          </p:nvSpPr>
          <p:spPr bwMode="auto">
            <a:xfrm rot="5094805">
              <a:off x="935166" y="3452631"/>
              <a:ext cx="45700" cy="20565"/>
            </a:xfrm>
            <a:custGeom>
              <a:avLst/>
              <a:gdLst>
                <a:gd name="T0" fmla="*/ 19 w 19"/>
                <a:gd name="T1" fmla="*/ 1 h 8"/>
                <a:gd name="T2" fmla="*/ 11 w 19"/>
                <a:gd name="T3" fmla="*/ 5 h 8"/>
                <a:gd name="T4" fmla="*/ 1 w 19"/>
                <a:gd name="T5" fmla="*/ 7 h 8"/>
                <a:gd name="T6" fmla="*/ 10 w 19"/>
                <a:gd name="T7" fmla="*/ 2 h 8"/>
                <a:gd name="T8" fmla="*/ 19 w 19"/>
                <a:gd name="T9" fmla="*/ 1 h 8"/>
              </a:gdLst>
              <a:ahLst/>
              <a:cxnLst>
                <a:cxn ang="0">
                  <a:pos x="T0" y="T1"/>
                </a:cxn>
                <a:cxn ang="0">
                  <a:pos x="T2" y="T3"/>
                </a:cxn>
                <a:cxn ang="0">
                  <a:pos x="T4" y="T5"/>
                </a:cxn>
                <a:cxn ang="0">
                  <a:pos x="T6" y="T7"/>
                </a:cxn>
                <a:cxn ang="0">
                  <a:pos x="T8" y="T9"/>
                </a:cxn>
              </a:cxnLst>
              <a:rect l="0" t="0" r="r" b="b"/>
              <a:pathLst>
                <a:path w="19" h="8">
                  <a:moveTo>
                    <a:pt x="19" y="1"/>
                  </a:moveTo>
                  <a:cubicBezTo>
                    <a:pt x="19" y="1"/>
                    <a:pt x="16" y="3"/>
                    <a:pt x="11" y="5"/>
                  </a:cubicBezTo>
                  <a:cubicBezTo>
                    <a:pt x="5" y="7"/>
                    <a:pt x="1" y="8"/>
                    <a:pt x="1" y="7"/>
                  </a:cubicBezTo>
                  <a:cubicBezTo>
                    <a:pt x="0" y="7"/>
                    <a:pt x="5" y="4"/>
                    <a:pt x="10" y="2"/>
                  </a:cubicBezTo>
                  <a:cubicBezTo>
                    <a:pt x="15"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7" name="Freeform 2098">
              <a:extLst>
                <a:ext uri="{FF2B5EF4-FFF2-40B4-BE49-F238E27FC236}">
                  <a16:creationId xmlns:a16="http://schemas.microsoft.com/office/drawing/2014/main" id="{F19C6093-474B-B68E-D6B6-FCB08DEC6AFB}"/>
                </a:ext>
              </a:extLst>
            </p:cNvPr>
            <p:cNvSpPr>
              <a:spLocks/>
            </p:cNvSpPr>
            <p:nvPr/>
          </p:nvSpPr>
          <p:spPr bwMode="auto">
            <a:xfrm rot="5094805">
              <a:off x="848828" y="3270949"/>
              <a:ext cx="47985" cy="15995"/>
            </a:xfrm>
            <a:custGeom>
              <a:avLst/>
              <a:gdLst>
                <a:gd name="T0" fmla="*/ 19 w 20"/>
                <a:gd name="T1" fmla="*/ 0 h 7"/>
                <a:gd name="T2" fmla="*/ 11 w 20"/>
                <a:gd name="T3" fmla="*/ 4 h 7"/>
                <a:gd name="T4" fmla="*/ 1 w 20"/>
                <a:gd name="T5" fmla="*/ 6 h 7"/>
                <a:gd name="T6" fmla="*/ 10 w 20"/>
                <a:gd name="T7" fmla="*/ 2 h 7"/>
                <a:gd name="T8" fmla="*/ 19 w 20"/>
                <a:gd name="T9" fmla="*/ 0 h 7"/>
              </a:gdLst>
              <a:ahLst/>
              <a:cxnLst>
                <a:cxn ang="0">
                  <a:pos x="T0" y="T1"/>
                </a:cxn>
                <a:cxn ang="0">
                  <a:pos x="T2" y="T3"/>
                </a:cxn>
                <a:cxn ang="0">
                  <a:pos x="T4" y="T5"/>
                </a:cxn>
                <a:cxn ang="0">
                  <a:pos x="T6" y="T7"/>
                </a:cxn>
                <a:cxn ang="0">
                  <a:pos x="T8" y="T9"/>
                </a:cxn>
              </a:cxnLst>
              <a:rect l="0" t="0" r="r" b="b"/>
              <a:pathLst>
                <a:path w="20" h="7">
                  <a:moveTo>
                    <a:pt x="19" y="0"/>
                  </a:moveTo>
                  <a:cubicBezTo>
                    <a:pt x="20" y="1"/>
                    <a:pt x="16" y="3"/>
                    <a:pt x="11" y="4"/>
                  </a:cubicBezTo>
                  <a:cubicBezTo>
                    <a:pt x="6" y="6"/>
                    <a:pt x="2" y="7"/>
                    <a:pt x="1" y="6"/>
                  </a:cubicBezTo>
                  <a:cubicBezTo>
                    <a:pt x="0" y="6"/>
                    <a:pt x="4" y="4"/>
                    <a:pt x="10" y="2"/>
                  </a:cubicBezTo>
                  <a:cubicBezTo>
                    <a:pt x="14"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8" name="Freeform 2099">
              <a:extLst>
                <a:ext uri="{FF2B5EF4-FFF2-40B4-BE49-F238E27FC236}">
                  <a16:creationId xmlns:a16="http://schemas.microsoft.com/office/drawing/2014/main" id="{EA856F87-9C4D-FD3E-4720-17302AF014F0}"/>
                </a:ext>
              </a:extLst>
            </p:cNvPr>
            <p:cNvSpPr>
              <a:spLocks/>
            </p:cNvSpPr>
            <p:nvPr/>
          </p:nvSpPr>
          <p:spPr bwMode="auto">
            <a:xfrm rot="5094805">
              <a:off x="773668" y="3083694"/>
              <a:ext cx="50269" cy="15995"/>
            </a:xfrm>
            <a:custGeom>
              <a:avLst/>
              <a:gdLst>
                <a:gd name="T0" fmla="*/ 8 w 20"/>
                <a:gd name="T1" fmla="*/ 2 h 6"/>
                <a:gd name="T2" fmla="*/ 19 w 20"/>
                <a:gd name="T3" fmla="*/ 0 h 6"/>
                <a:gd name="T4" fmla="*/ 12 w 20"/>
                <a:gd name="T5" fmla="*/ 4 h 6"/>
                <a:gd name="T6" fmla="*/ 1 w 20"/>
                <a:gd name="T7" fmla="*/ 6 h 6"/>
                <a:gd name="T8" fmla="*/ 8 w 20"/>
                <a:gd name="T9" fmla="*/ 2 h 6"/>
              </a:gdLst>
              <a:ahLst/>
              <a:cxnLst>
                <a:cxn ang="0">
                  <a:pos x="T0" y="T1"/>
                </a:cxn>
                <a:cxn ang="0">
                  <a:pos x="T2" y="T3"/>
                </a:cxn>
                <a:cxn ang="0">
                  <a:pos x="T4" y="T5"/>
                </a:cxn>
                <a:cxn ang="0">
                  <a:pos x="T6" y="T7"/>
                </a:cxn>
                <a:cxn ang="0">
                  <a:pos x="T8" y="T9"/>
                </a:cxn>
              </a:cxnLst>
              <a:rect l="0" t="0" r="r" b="b"/>
              <a:pathLst>
                <a:path w="20" h="6">
                  <a:moveTo>
                    <a:pt x="8" y="2"/>
                  </a:moveTo>
                  <a:cubicBezTo>
                    <a:pt x="13" y="1"/>
                    <a:pt x="18" y="0"/>
                    <a:pt x="19" y="0"/>
                  </a:cubicBezTo>
                  <a:cubicBezTo>
                    <a:pt x="20" y="1"/>
                    <a:pt x="17" y="2"/>
                    <a:pt x="12" y="4"/>
                  </a:cubicBezTo>
                  <a:cubicBezTo>
                    <a:pt x="7" y="5"/>
                    <a:pt x="1" y="6"/>
                    <a:pt x="1" y="6"/>
                  </a:cubicBezTo>
                  <a:cubicBezTo>
                    <a:pt x="0" y="5"/>
                    <a:pt x="4"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9" name="Freeform 2100">
              <a:extLst>
                <a:ext uri="{FF2B5EF4-FFF2-40B4-BE49-F238E27FC236}">
                  <a16:creationId xmlns:a16="http://schemas.microsoft.com/office/drawing/2014/main" id="{F1A164E1-D204-682F-8B14-FF46B0D53A47}"/>
                </a:ext>
              </a:extLst>
            </p:cNvPr>
            <p:cNvSpPr>
              <a:spLocks/>
            </p:cNvSpPr>
            <p:nvPr/>
          </p:nvSpPr>
          <p:spPr bwMode="auto">
            <a:xfrm rot="5094805">
              <a:off x="709896" y="2897913"/>
              <a:ext cx="47985" cy="11425"/>
            </a:xfrm>
            <a:custGeom>
              <a:avLst/>
              <a:gdLst>
                <a:gd name="T0" fmla="*/ 19 w 19"/>
                <a:gd name="T1" fmla="*/ 0 h 5"/>
                <a:gd name="T2" fmla="*/ 10 w 19"/>
                <a:gd name="T3" fmla="*/ 3 h 5"/>
                <a:gd name="T4" fmla="*/ 0 w 19"/>
                <a:gd name="T5" fmla="*/ 4 h 5"/>
                <a:gd name="T6" fmla="*/ 10 w 19"/>
                <a:gd name="T7" fmla="*/ 1 h 5"/>
                <a:gd name="T8" fmla="*/ 19 w 19"/>
                <a:gd name="T9" fmla="*/ 0 h 5"/>
              </a:gdLst>
              <a:ahLst/>
              <a:cxnLst>
                <a:cxn ang="0">
                  <a:pos x="T0" y="T1"/>
                </a:cxn>
                <a:cxn ang="0">
                  <a:pos x="T2" y="T3"/>
                </a:cxn>
                <a:cxn ang="0">
                  <a:pos x="T4" y="T5"/>
                </a:cxn>
                <a:cxn ang="0">
                  <a:pos x="T6" y="T7"/>
                </a:cxn>
                <a:cxn ang="0">
                  <a:pos x="T8" y="T9"/>
                </a:cxn>
              </a:cxnLst>
              <a:rect l="0" t="0" r="r" b="b"/>
              <a:pathLst>
                <a:path w="19" h="5">
                  <a:moveTo>
                    <a:pt x="19" y="0"/>
                  </a:moveTo>
                  <a:cubicBezTo>
                    <a:pt x="19" y="1"/>
                    <a:pt x="15" y="2"/>
                    <a:pt x="10" y="3"/>
                  </a:cubicBezTo>
                  <a:cubicBezTo>
                    <a:pt x="5" y="4"/>
                    <a:pt x="1" y="5"/>
                    <a:pt x="0" y="4"/>
                  </a:cubicBezTo>
                  <a:cubicBezTo>
                    <a:pt x="0" y="4"/>
                    <a:pt x="5" y="2"/>
                    <a:pt x="10" y="1"/>
                  </a:cubicBezTo>
                  <a:cubicBezTo>
                    <a:pt x="14" y="0"/>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0" name="Freeform 2101">
              <a:extLst>
                <a:ext uri="{FF2B5EF4-FFF2-40B4-BE49-F238E27FC236}">
                  <a16:creationId xmlns:a16="http://schemas.microsoft.com/office/drawing/2014/main" id="{2E08CDB7-0CF6-1C9A-3D1C-1EF99B4B074F}"/>
                </a:ext>
              </a:extLst>
            </p:cNvPr>
            <p:cNvSpPr>
              <a:spLocks/>
            </p:cNvSpPr>
            <p:nvPr/>
          </p:nvSpPr>
          <p:spPr bwMode="auto">
            <a:xfrm rot="5094805">
              <a:off x="658536" y="2707494"/>
              <a:ext cx="47985" cy="11425"/>
            </a:xfrm>
            <a:custGeom>
              <a:avLst/>
              <a:gdLst>
                <a:gd name="T0" fmla="*/ 19 w 20"/>
                <a:gd name="T1" fmla="*/ 1 h 4"/>
                <a:gd name="T2" fmla="*/ 11 w 20"/>
                <a:gd name="T3" fmla="*/ 3 h 4"/>
                <a:gd name="T4" fmla="*/ 1 w 20"/>
                <a:gd name="T5" fmla="*/ 4 h 4"/>
                <a:gd name="T6" fmla="*/ 9 w 20"/>
                <a:gd name="T7" fmla="*/ 1 h 4"/>
                <a:gd name="T8" fmla="*/ 19 w 20"/>
                <a:gd name="T9" fmla="*/ 1 h 4"/>
              </a:gdLst>
              <a:ahLst/>
              <a:cxnLst>
                <a:cxn ang="0">
                  <a:pos x="T0" y="T1"/>
                </a:cxn>
                <a:cxn ang="0">
                  <a:pos x="T2" y="T3"/>
                </a:cxn>
                <a:cxn ang="0">
                  <a:pos x="T4" y="T5"/>
                </a:cxn>
                <a:cxn ang="0">
                  <a:pos x="T6" y="T7"/>
                </a:cxn>
                <a:cxn ang="0">
                  <a:pos x="T8" y="T9"/>
                </a:cxn>
              </a:cxnLst>
              <a:rect l="0" t="0" r="r" b="b"/>
              <a:pathLst>
                <a:path w="20" h="4">
                  <a:moveTo>
                    <a:pt x="19" y="1"/>
                  </a:moveTo>
                  <a:cubicBezTo>
                    <a:pt x="20" y="2"/>
                    <a:pt x="16" y="3"/>
                    <a:pt x="11" y="3"/>
                  </a:cubicBezTo>
                  <a:cubicBezTo>
                    <a:pt x="7" y="4"/>
                    <a:pt x="2" y="4"/>
                    <a:pt x="1" y="4"/>
                  </a:cubicBezTo>
                  <a:cubicBezTo>
                    <a:pt x="0" y="3"/>
                    <a:pt x="4" y="2"/>
                    <a:pt x="9" y="1"/>
                  </a:cubicBezTo>
                  <a:cubicBezTo>
                    <a:pt x="14"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1" name="Freeform 2102">
              <a:extLst>
                <a:ext uri="{FF2B5EF4-FFF2-40B4-BE49-F238E27FC236}">
                  <a16:creationId xmlns:a16="http://schemas.microsoft.com/office/drawing/2014/main" id="{121B143E-60F4-A4BB-D500-1D4F94DE2764}"/>
                </a:ext>
              </a:extLst>
            </p:cNvPr>
            <p:cNvSpPr>
              <a:spLocks/>
            </p:cNvSpPr>
            <p:nvPr/>
          </p:nvSpPr>
          <p:spPr bwMode="auto">
            <a:xfrm rot="5094805">
              <a:off x="619588" y="2517006"/>
              <a:ext cx="50269" cy="6855"/>
            </a:xfrm>
            <a:custGeom>
              <a:avLst/>
              <a:gdLst>
                <a:gd name="T0" fmla="*/ 19 w 20"/>
                <a:gd name="T1" fmla="*/ 1 h 3"/>
                <a:gd name="T2" fmla="*/ 12 w 20"/>
                <a:gd name="T3" fmla="*/ 3 h 3"/>
                <a:gd name="T4" fmla="*/ 1 w 20"/>
                <a:gd name="T5" fmla="*/ 2 h 3"/>
                <a:gd name="T6" fmla="*/ 10 w 20"/>
                <a:gd name="T7" fmla="*/ 1 h 3"/>
                <a:gd name="T8" fmla="*/ 19 w 20"/>
                <a:gd name="T9" fmla="*/ 1 h 3"/>
              </a:gdLst>
              <a:ahLst/>
              <a:cxnLst>
                <a:cxn ang="0">
                  <a:pos x="T0" y="T1"/>
                </a:cxn>
                <a:cxn ang="0">
                  <a:pos x="T2" y="T3"/>
                </a:cxn>
                <a:cxn ang="0">
                  <a:pos x="T4" y="T5"/>
                </a:cxn>
                <a:cxn ang="0">
                  <a:pos x="T6" y="T7"/>
                </a:cxn>
                <a:cxn ang="0">
                  <a:pos x="T8" y="T9"/>
                </a:cxn>
              </a:cxnLst>
              <a:rect l="0" t="0" r="r" b="b"/>
              <a:pathLst>
                <a:path w="20" h="3">
                  <a:moveTo>
                    <a:pt x="19" y="1"/>
                  </a:moveTo>
                  <a:cubicBezTo>
                    <a:pt x="20" y="2"/>
                    <a:pt x="17" y="2"/>
                    <a:pt x="12" y="3"/>
                  </a:cubicBezTo>
                  <a:cubicBezTo>
                    <a:pt x="7" y="3"/>
                    <a:pt x="2" y="3"/>
                    <a:pt x="1" y="2"/>
                  </a:cubicBezTo>
                  <a:cubicBezTo>
                    <a:pt x="0" y="2"/>
                    <a:pt x="4" y="1"/>
                    <a:pt x="10" y="1"/>
                  </a:cubicBezTo>
                  <a:cubicBezTo>
                    <a:pt x="15"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2" name="Freeform 2103">
              <a:extLst>
                <a:ext uri="{FF2B5EF4-FFF2-40B4-BE49-F238E27FC236}">
                  <a16:creationId xmlns:a16="http://schemas.microsoft.com/office/drawing/2014/main" id="{5967874E-301A-F82B-0EB4-D3B92A4C4021}"/>
                </a:ext>
              </a:extLst>
            </p:cNvPr>
            <p:cNvSpPr>
              <a:spLocks/>
            </p:cNvSpPr>
            <p:nvPr/>
          </p:nvSpPr>
          <p:spPr bwMode="auto">
            <a:xfrm rot="5094805">
              <a:off x="608058" y="2321899"/>
              <a:ext cx="50269" cy="9140"/>
            </a:xfrm>
            <a:custGeom>
              <a:avLst/>
              <a:gdLst>
                <a:gd name="T0" fmla="*/ 20 w 20"/>
                <a:gd name="T1" fmla="*/ 3 h 4"/>
                <a:gd name="T2" fmla="*/ 11 w 20"/>
                <a:gd name="T3" fmla="*/ 3 h 4"/>
                <a:gd name="T4" fmla="*/ 1 w 20"/>
                <a:gd name="T5" fmla="*/ 1 h 4"/>
                <a:gd name="T6" fmla="*/ 10 w 20"/>
                <a:gd name="T7" fmla="*/ 1 h 4"/>
                <a:gd name="T8" fmla="*/ 20 w 20"/>
                <a:gd name="T9" fmla="*/ 3 h 4"/>
              </a:gdLst>
              <a:ahLst/>
              <a:cxnLst>
                <a:cxn ang="0">
                  <a:pos x="T0" y="T1"/>
                </a:cxn>
                <a:cxn ang="0">
                  <a:pos x="T2" y="T3"/>
                </a:cxn>
                <a:cxn ang="0">
                  <a:pos x="T4" y="T5"/>
                </a:cxn>
                <a:cxn ang="0">
                  <a:pos x="T6" y="T7"/>
                </a:cxn>
                <a:cxn ang="0">
                  <a:pos x="T8" y="T9"/>
                </a:cxn>
              </a:cxnLst>
              <a:rect l="0" t="0" r="r" b="b"/>
              <a:pathLst>
                <a:path w="20" h="4">
                  <a:moveTo>
                    <a:pt x="20" y="3"/>
                  </a:moveTo>
                  <a:cubicBezTo>
                    <a:pt x="20" y="4"/>
                    <a:pt x="16" y="4"/>
                    <a:pt x="11" y="3"/>
                  </a:cubicBezTo>
                  <a:cubicBezTo>
                    <a:pt x="6" y="3"/>
                    <a:pt x="1" y="2"/>
                    <a:pt x="1" y="1"/>
                  </a:cubicBezTo>
                  <a:cubicBezTo>
                    <a:pt x="0" y="0"/>
                    <a:pt x="5" y="0"/>
                    <a:pt x="10" y="1"/>
                  </a:cubicBezTo>
                  <a:cubicBezTo>
                    <a:pt x="15" y="1"/>
                    <a:pt x="19" y="2"/>
                    <a:pt x="2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3" name="Freeform 2104">
              <a:extLst>
                <a:ext uri="{FF2B5EF4-FFF2-40B4-BE49-F238E27FC236}">
                  <a16:creationId xmlns:a16="http://schemas.microsoft.com/office/drawing/2014/main" id="{DE7AA4FD-1AFA-2BFA-8B7D-C33467C3DCCD}"/>
                </a:ext>
              </a:extLst>
            </p:cNvPr>
            <p:cNvSpPr>
              <a:spLocks/>
            </p:cNvSpPr>
            <p:nvPr/>
          </p:nvSpPr>
          <p:spPr bwMode="auto">
            <a:xfrm rot="5094805">
              <a:off x="625808" y="2117215"/>
              <a:ext cx="52554" cy="18280"/>
            </a:xfrm>
            <a:custGeom>
              <a:avLst/>
              <a:gdLst>
                <a:gd name="T0" fmla="*/ 20 w 21"/>
                <a:gd name="T1" fmla="*/ 6 h 7"/>
                <a:gd name="T2" fmla="*/ 12 w 21"/>
                <a:gd name="T3" fmla="*/ 6 h 7"/>
                <a:gd name="T4" fmla="*/ 1 w 21"/>
                <a:gd name="T5" fmla="*/ 2 h 7"/>
                <a:gd name="T6" fmla="*/ 10 w 21"/>
                <a:gd name="T7" fmla="*/ 2 h 7"/>
                <a:gd name="T8" fmla="*/ 20 w 21"/>
                <a:gd name="T9" fmla="*/ 6 h 7"/>
              </a:gdLst>
              <a:ahLst/>
              <a:cxnLst>
                <a:cxn ang="0">
                  <a:pos x="T0" y="T1"/>
                </a:cxn>
                <a:cxn ang="0">
                  <a:pos x="T2" y="T3"/>
                </a:cxn>
                <a:cxn ang="0">
                  <a:pos x="T4" y="T5"/>
                </a:cxn>
                <a:cxn ang="0">
                  <a:pos x="T6" y="T7"/>
                </a:cxn>
                <a:cxn ang="0">
                  <a:pos x="T8" y="T9"/>
                </a:cxn>
              </a:cxnLst>
              <a:rect l="0" t="0" r="r" b="b"/>
              <a:pathLst>
                <a:path w="21" h="7">
                  <a:moveTo>
                    <a:pt x="20" y="6"/>
                  </a:moveTo>
                  <a:cubicBezTo>
                    <a:pt x="21" y="7"/>
                    <a:pt x="17" y="7"/>
                    <a:pt x="12" y="6"/>
                  </a:cubicBezTo>
                  <a:cubicBezTo>
                    <a:pt x="7" y="5"/>
                    <a:pt x="2" y="3"/>
                    <a:pt x="1" y="2"/>
                  </a:cubicBezTo>
                  <a:cubicBezTo>
                    <a:pt x="0" y="0"/>
                    <a:pt x="5" y="1"/>
                    <a:pt x="10" y="2"/>
                  </a:cubicBezTo>
                  <a:cubicBezTo>
                    <a:pt x="15" y="3"/>
                    <a:pt x="19" y="5"/>
                    <a:pt x="2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4" name="Freeform 2105">
              <a:extLst>
                <a:ext uri="{FF2B5EF4-FFF2-40B4-BE49-F238E27FC236}">
                  <a16:creationId xmlns:a16="http://schemas.microsoft.com/office/drawing/2014/main" id="{290FE31D-6A19-6697-A37D-9703B6B7A0DF}"/>
                </a:ext>
              </a:extLst>
            </p:cNvPr>
            <p:cNvSpPr>
              <a:spLocks/>
            </p:cNvSpPr>
            <p:nvPr/>
          </p:nvSpPr>
          <p:spPr bwMode="auto">
            <a:xfrm rot="5094805">
              <a:off x="664252" y="1917757"/>
              <a:ext cx="50269" cy="18280"/>
            </a:xfrm>
            <a:custGeom>
              <a:avLst/>
              <a:gdLst>
                <a:gd name="T0" fmla="*/ 19 w 20"/>
                <a:gd name="T1" fmla="*/ 7 h 8"/>
                <a:gd name="T2" fmla="*/ 11 w 20"/>
                <a:gd name="T3" fmla="*/ 6 h 8"/>
                <a:gd name="T4" fmla="*/ 1 w 20"/>
                <a:gd name="T5" fmla="*/ 1 h 8"/>
                <a:gd name="T6" fmla="*/ 10 w 20"/>
                <a:gd name="T7" fmla="*/ 2 h 8"/>
                <a:gd name="T8" fmla="*/ 19 w 20"/>
                <a:gd name="T9" fmla="*/ 7 h 8"/>
              </a:gdLst>
              <a:ahLst/>
              <a:cxnLst>
                <a:cxn ang="0">
                  <a:pos x="T0" y="T1"/>
                </a:cxn>
                <a:cxn ang="0">
                  <a:pos x="T2" y="T3"/>
                </a:cxn>
                <a:cxn ang="0">
                  <a:pos x="T4" y="T5"/>
                </a:cxn>
                <a:cxn ang="0">
                  <a:pos x="T6" y="T7"/>
                </a:cxn>
                <a:cxn ang="0">
                  <a:pos x="T8" y="T9"/>
                </a:cxn>
              </a:cxnLst>
              <a:rect l="0" t="0" r="r" b="b"/>
              <a:pathLst>
                <a:path w="20" h="8">
                  <a:moveTo>
                    <a:pt x="19" y="7"/>
                  </a:moveTo>
                  <a:cubicBezTo>
                    <a:pt x="20" y="8"/>
                    <a:pt x="16" y="8"/>
                    <a:pt x="11" y="6"/>
                  </a:cubicBezTo>
                  <a:cubicBezTo>
                    <a:pt x="5" y="5"/>
                    <a:pt x="1" y="2"/>
                    <a:pt x="1" y="1"/>
                  </a:cubicBezTo>
                  <a:cubicBezTo>
                    <a:pt x="0" y="0"/>
                    <a:pt x="5" y="0"/>
                    <a:pt x="10" y="2"/>
                  </a:cubicBezTo>
                  <a:cubicBezTo>
                    <a:pt x="15" y="4"/>
                    <a:pt x="19" y="6"/>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5" name="Freeform 2106">
              <a:extLst>
                <a:ext uri="{FF2B5EF4-FFF2-40B4-BE49-F238E27FC236}">
                  <a16:creationId xmlns:a16="http://schemas.microsoft.com/office/drawing/2014/main" id="{D752F824-28BD-C1AF-E27A-7FFC0054ABDC}"/>
                </a:ext>
              </a:extLst>
            </p:cNvPr>
            <p:cNvSpPr>
              <a:spLocks/>
            </p:cNvSpPr>
            <p:nvPr/>
          </p:nvSpPr>
          <p:spPr bwMode="auto">
            <a:xfrm rot="5094805">
              <a:off x="718426" y="1710035"/>
              <a:ext cx="47985" cy="27420"/>
            </a:xfrm>
            <a:custGeom>
              <a:avLst/>
              <a:gdLst>
                <a:gd name="T0" fmla="*/ 9 w 20"/>
                <a:gd name="T1" fmla="*/ 3 h 11"/>
                <a:gd name="T2" fmla="*/ 19 w 20"/>
                <a:gd name="T3" fmla="*/ 9 h 11"/>
                <a:gd name="T4" fmla="*/ 12 w 20"/>
                <a:gd name="T5" fmla="*/ 9 h 11"/>
                <a:gd name="T6" fmla="*/ 1 w 20"/>
                <a:gd name="T7" fmla="*/ 2 h 11"/>
                <a:gd name="T8" fmla="*/ 9 w 20"/>
                <a:gd name="T9" fmla="*/ 3 h 11"/>
              </a:gdLst>
              <a:ahLst/>
              <a:cxnLst>
                <a:cxn ang="0">
                  <a:pos x="T0" y="T1"/>
                </a:cxn>
                <a:cxn ang="0">
                  <a:pos x="T2" y="T3"/>
                </a:cxn>
                <a:cxn ang="0">
                  <a:pos x="T4" y="T5"/>
                </a:cxn>
                <a:cxn ang="0">
                  <a:pos x="T6" y="T7"/>
                </a:cxn>
                <a:cxn ang="0">
                  <a:pos x="T8" y="T9"/>
                </a:cxn>
              </a:cxnLst>
              <a:rect l="0" t="0" r="r" b="b"/>
              <a:pathLst>
                <a:path w="20" h="11">
                  <a:moveTo>
                    <a:pt x="9" y="3"/>
                  </a:moveTo>
                  <a:cubicBezTo>
                    <a:pt x="14" y="5"/>
                    <a:pt x="19" y="7"/>
                    <a:pt x="19" y="9"/>
                  </a:cubicBezTo>
                  <a:cubicBezTo>
                    <a:pt x="20" y="11"/>
                    <a:pt x="17" y="11"/>
                    <a:pt x="12" y="9"/>
                  </a:cubicBezTo>
                  <a:cubicBezTo>
                    <a:pt x="6" y="7"/>
                    <a:pt x="1" y="4"/>
                    <a:pt x="1" y="2"/>
                  </a:cubicBezTo>
                  <a:cubicBezTo>
                    <a:pt x="0" y="0"/>
                    <a:pt x="4" y="1"/>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6" name="Freeform 2107">
              <a:extLst>
                <a:ext uri="{FF2B5EF4-FFF2-40B4-BE49-F238E27FC236}">
                  <a16:creationId xmlns:a16="http://schemas.microsoft.com/office/drawing/2014/main" id="{1A4049DE-200B-6C7A-0CE5-38C807E0EE75}"/>
                </a:ext>
              </a:extLst>
            </p:cNvPr>
            <p:cNvSpPr>
              <a:spLocks/>
            </p:cNvSpPr>
            <p:nvPr/>
          </p:nvSpPr>
          <p:spPr bwMode="auto">
            <a:xfrm rot="5094805">
              <a:off x="776005" y="1505234"/>
              <a:ext cx="50269" cy="29705"/>
            </a:xfrm>
            <a:custGeom>
              <a:avLst/>
              <a:gdLst>
                <a:gd name="T0" fmla="*/ 19 w 20"/>
                <a:gd name="T1" fmla="*/ 10 h 12"/>
                <a:gd name="T2" fmla="*/ 11 w 20"/>
                <a:gd name="T3" fmla="*/ 10 h 12"/>
                <a:gd name="T4" fmla="*/ 1 w 20"/>
                <a:gd name="T5" fmla="*/ 2 h 12"/>
                <a:gd name="T6" fmla="*/ 10 w 20"/>
                <a:gd name="T7" fmla="*/ 3 h 12"/>
                <a:gd name="T8" fmla="*/ 19 w 20"/>
                <a:gd name="T9" fmla="*/ 10 h 12"/>
              </a:gdLst>
              <a:ahLst/>
              <a:cxnLst>
                <a:cxn ang="0">
                  <a:pos x="T0" y="T1"/>
                </a:cxn>
                <a:cxn ang="0">
                  <a:pos x="T2" y="T3"/>
                </a:cxn>
                <a:cxn ang="0">
                  <a:pos x="T4" y="T5"/>
                </a:cxn>
                <a:cxn ang="0">
                  <a:pos x="T6" y="T7"/>
                </a:cxn>
                <a:cxn ang="0">
                  <a:pos x="T8" y="T9"/>
                </a:cxn>
              </a:cxnLst>
              <a:rect l="0" t="0" r="r" b="b"/>
              <a:pathLst>
                <a:path w="20" h="12">
                  <a:moveTo>
                    <a:pt x="19" y="10"/>
                  </a:moveTo>
                  <a:cubicBezTo>
                    <a:pt x="20" y="12"/>
                    <a:pt x="16" y="12"/>
                    <a:pt x="11" y="10"/>
                  </a:cubicBezTo>
                  <a:cubicBezTo>
                    <a:pt x="5" y="8"/>
                    <a:pt x="1" y="5"/>
                    <a:pt x="1" y="2"/>
                  </a:cubicBezTo>
                  <a:cubicBezTo>
                    <a:pt x="0" y="0"/>
                    <a:pt x="5" y="0"/>
                    <a:pt x="10" y="3"/>
                  </a:cubicBezTo>
                  <a:cubicBezTo>
                    <a:pt x="15" y="5"/>
                    <a:pt x="19" y="8"/>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7" name="Freeform 2108">
              <a:extLst>
                <a:ext uri="{FF2B5EF4-FFF2-40B4-BE49-F238E27FC236}">
                  <a16:creationId xmlns:a16="http://schemas.microsoft.com/office/drawing/2014/main" id="{1B58923A-F893-C288-566A-9481729B9783}"/>
                </a:ext>
              </a:extLst>
            </p:cNvPr>
            <p:cNvSpPr>
              <a:spLocks/>
            </p:cNvSpPr>
            <p:nvPr/>
          </p:nvSpPr>
          <p:spPr bwMode="auto">
            <a:xfrm rot="5094805">
              <a:off x="787264" y="1683368"/>
              <a:ext cx="45700" cy="29705"/>
            </a:xfrm>
            <a:custGeom>
              <a:avLst/>
              <a:gdLst>
                <a:gd name="T0" fmla="*/ 18 w 18"/>
                <a:gd name="T1" fmla="*/ 10 h 12"/>
                <a:gd name="T2" fmla="*/ 10 w 18"/>
                <a:gd name="T3" fmla="*/ 9 h 12"/>
                <a:gd name="T4" fmla="*/ 0 w 18"/>
                <a:gd name="T5" fmla="*/ 2 h 12"/>
                <a:gd name="T6" fmla="*/ 7 w 18"/>
                <a:gd name="T7" fmla="*/ 2 h 12"/>
                <a:gd name="T8" fmla="*/ 18 w 18"/>
                <a:gd name="T9" fmla="*/ 10 h 12"/>
              </a:gdLst>
              <a:ahLst/>
              <a:cxnLst>
                <a:cxn ang="0">
                  <a:pos x="T0" y="T1"/>
                </a:cxn>
                <a:cxn ang="0">
                  <a:pos x="T2" y="T3"/>
                </a:cxn>
                <a:cxn ang="0">
                  <a:pos x="T4" y="T5"/>
                </a:cxn>
                <a:cxn ang="0">
                  <a:pos x="T6" y="T7"/>
                </a:cxn>
                <a:cxn ang="0">
                  <a:pos x="T8" y="T9"/>
                </a:cxn>
              </a:cxnLst>
              <a:rect l="0" t="0" r="r" b="b"/>
              <a:pathLst>
                <a:path w="18" h="12">
                  <a:moveTo>
                    <a:pt x="18" y="10"/>
                  </a:moveTo>
                  <a:cubicBezTo>
                    <a:pt x="18" y="12"/>
                    <a:pt x="15" y="11"/>
                    <a:pt x="10" y="9"/>
                  </a:cubicBezTo>
                  <a:cubicBezTo>
                    <a:pt x="5" y="7"/>
                    <a:pt x="0" y="3"/>
                    <a:pt x="0" y="2"/>
                  </a:cubicBezTo>
                  <a:cubicBezTo>
                    <a:pt x="0" y="0"/>
                    <a:pt x="3" y="0"/>
                    <a:pt x="7" y="2"/>
                  </a:cubicBezTo>
                  <a:cubicBezTo>
                    <a:pt x="12" y="4"/>
                    <a:pt x="17" y="8"/>
                    <a:pt x="1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8" name="Freeform 2109">
              <a:extLst>
                <a:ext uri="{FF2B5EF4-FFF2-40B4-BE49-F238E27FC236}">
                  <a16:creationId xmlns:a16="http://schemas.microsoft.com/office/drawing/2014/main" id="{4D636255-4B99-2EA3-68AC-4647076731DC}"/>
                </a:ext>
              </a:extLst>
            </p:cNvPr>
            <p:cNvSpPr>
              <a:spLocks/>
            </p:cNvSpPr>
            <p:nvPr/>
          </p:nvSpPr>
          <p:spPr bwMode="auto">
            <a:xfrm rot="5094805">
              <a:off x="722857" y="1891062"/>
              <a:ext cx="43415" cy="22850"/>
            </a:xfrm>
            <a:custGeom>
              <a:avLst/>
              <a:gdLst>
                <a:gd name="T0" fmla="*/ 18 w 18"/>
                <a:gd name="T1" fmla="*/ 8 h 10"/>
                <a:gd name="T2" fmla="*/ 10 w 18"/>
                <a:gd name="T3" fmla="*/ 8 h 10"/>
                <a:gd name="T4" fmla="*/ 0 w 18"/>
                <a:gd name="T5" fmla="*/ 1 h 10"/>
                <a:gd name="T6" fmla="*/ 7 w 18"/>
                <a:gd name="T7" fmla="*/ 1 h 10"/>
                <a:gd name="T8" fmla="*/ 18 w 18"/>
                <a:gd name="T9" fmla="*/ 8 h 10"/>
              </a:gdLst>
              <a:ahLst/>
              <a:cxnLst>
                <a:cxn ang="0">
                  <a:pos x="T0" y="T1"/>
                </a:cxn>
                <a:cxn ang="0">
                  <a:pos x="T2" y="T3"/>
                </a:cxn>
                <a:cxn ang="0">
                  <a:pos x="T4" y="T5"/>
                </a:cxn>
                <a:cxn ang="0">
                  <a:pos x="T6" y="T7"/>
                </a:cxn>
                <a:cxn ang="0">
                  <a:pos x="T8" y="T9"/>
                </a:cxn>
              </a:cxnLst>
              <a:rect l="0" t="0" r="r" b="b"/>
              <a:pathLst>
                <a:path w="18" h="10">
                  <a:moveTo>
                    <a:pt x="18" y="8"/>
                  </a:moveTo>
                  <a:cubicBezTo>
                    <a:pt x="18" y="10"/>
                    <a:pt x="15" y="9"/>
                    <a:pt x="10" y="8"/>
                  </a:cubicBezTo>
                  <a:cubicBezTo>
                    <a:pt x="5" y="6"/>
                    <a:pt x="0" y="3"/>
                    <a:pt x="0" y="1"/>
                  </a:cubicBezTo>
                  <a:cubicBezTo>
                    <a:pt x="0" y="0"/>
                    <a:pt x="3" y="0"/>
                    <a:pt x="7" y="1"/>
                  </a:cubicBezTo>
                  <a:cubicBezTo>
                    <a:pt x="12" y="3"/>
                    <a:pt x="17" y="6"/>
                    <a:pt x="1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9" name="Freeform 2110">
              <a:extLst>
                <a:ext uri="{FF2B5EF4-FFF2-40B4-BE49-F238E27FC236}">
                  <a16:creationId xmlns:a16="http://schemas.microsoft.com/office/drawing/2014/main" id="{657FD313-A8EB-6967-4E70-CEABB815B00D}"/>
                </a:ext>
              </a:extLst>
            </p:cNvPr>
            <p:cNvSpPr>
              <a:spLocks/>
            </p:cNvSpPr>
            <p:nvPr/>
          </p:nvSpPr>
          <p:spPr bwMode="auto">
            <a:xfrm rot="5094805">
              <a:off x="673139" y="2093915"/>
              <a:ext cx="43415" cy="20565"/>
            </a:xfrm>
            <a:custGeom>
              <a:avLst/>
              <a:gdLst>
                <a:gd name="T0" fmla="*/ 9 w 18"/>
                <a:gd name="T1" fmla="*/ 6 h 8"/>
                <a:gd name="T2" fmla="*/ 0 w 18"/>
                <a:gd name="T3" fmla="*/ 1 h 8"/>
                <a:gd name="T4" fmla="*/ 8 w 18"/>
                <a:gd name="T5" fmla="*/ 2 h 8"/>
                <a:gd name="T6" fmla="*/ 18 w 18"/>
                <a:gd name="T7" fmla="*/ 7 h 8"/>
                <a:gd name="T8" fmla="*/ 9 w 18"/>
                <a:gd name="T9" fmla="*/ 6 h 8"/>
              </a:gdLst>
              <a:ahLst/>
              <a:cxnLst>
                <a:cxn ang="0">
                  <a:pos x="T0" y="T1"/>
                </a:cxn>
                <a:cxn ang="0">
                  <a:pos x="T2" y="T3"/>
                </a:cxn>
                <a:cxn ang="0">
                  <a:pos x="T4" y="T5"/>
                </a:cxn>
                <a:cxn ang="0">
                  <a:pos x="T6" y="T7"/>
                </a:cxn>
                <a:cxn ang="0">
                  <a:pos x="T8" y="T9"/>
                </a:cxn>
              </a:cxnLst>
              <a:rect l="0" t="0" r="r" b="b"/>
              <a:pathLst>
                <a:path w="18" h="8">
                  <a:moveTo>
                    <a:pt x="9" y="6"/>
                  </a:moveTo>
                  <a:cubicBezTo>
                    <a:pt x="4" y="5"/>
                    <a:pt x="0" y="2"/>
                    <a:pt x="0" y="1"/>
                  </a:cubicBezTo>
                  <a:cubicBezTo>
                    <a:pt x="0" y="0"/>
                    <a:pt x="4" y="0"/>
                    <a:pt x="8" y="2"/>
                  </a:cubicBezTo>
                  <a:cubicBezTo>
                    <a:pt x="13" y="3"/>
                    <a:pt x="17" y="5"/>
                    <a:pt x="18" y="7"/>
                  </a:cubicBezTo>
                  <a:cubicBezTo>
                    <a:pt x="18" y="8"/>
                    <a:pt x="14" y="8"/>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0" name="Freeform 2111">
              <a:extLst>
                <a:ext uri="{FF2B5EF4-FFF2-40B4-BE49-F238E27FC236}">
                  <a16:creationId xmlns:a16="http://schemas.microsoft.com/office/drawing/2014/main" id="{80C3B967-E6F5-7CC6-74A1-6552B4D07E72}"/>
                </a:ext>
              </a:extLst>
            </p:cNvPr>
            <p:cNvSpPr>
              <a:spLocks/>
            </p:cNvSpPr>
            <p:nvPr/>
          </p:nvSpPr>
          <p:spPr bwMode="auto">
            <a:xfrm rot="5094805">
              <a:off x="645033" y="2295783"/>
              <a:ext cx="47985" cy="15995"/>
            </a:xfrm>
            <a:custGeom>
              <a:avLst/>
              <a:gdLst>
                <a:gd name="T0" fmla="*/ 18 w 19"/>
                <a:gd name="T1" fmla="*/ 4 h 6"/>
                <a:gd name="T2" fmla="*/ 11 w 19"/>
                <a:gd name="T3" fmla="*/ 5 h 6"/>
                <a:gd name="T4" fmla="*/ 1 w 19"/>
                <a:gd name="T5" fmla="*/ 1 h 6"/>
                <a:gd name="T6" fmla="*/ 8 w 19"/>
                <a:gd name="T7" fmla="*/ 1 h 6"/>
                <a:gd name="T8" fmla="*/ 18 w 19"/>
                <a:gd name="T9" fmla="*/ 4 h 6"/>
              </a:gdLst>
              <a:ahLst/>
              <a:cxnLst>
                <a:cxn ang="0">
                  <a:pos x="T0" y="T1"/>
                </a:cxn>
                <a:cxn ang="0">
                  <a:pos x="T2" y="T3"/>
                </a:cxn>
                <a:cxn ang="0">
                  <a:pos x="T4" y="T5"/>
                </a:cxn>
                <a:cxn ang="0">
                  <a:pos x="T6" y="T7"/>
                </a:cxn>
                <a:cxn ang="0">
                  <a:pos x="T8" y="T9"/>
                </a:cxn>
              </a:cxnLst>
              <a:rect l="0" t="0" r="r" b="b"/>
              <a:pathLst>
                <a:path w="19" h="6">
                  <a:moveTo>
                    <a:pt x="18" y="4"/>
                  </a:moveTo>
                  <a:cubicBezTo>
                    <a:pt x="19" y="5"/>
                    <a:pt x="16" y="6"/>
                    <a:pt x="11" y="5"/>
                  </a:cubicBezTo>
                  <a:cubicBezTo>
                    <a:pt x="6" y="4"/>
                    <a:pt x="1" y="3"/>
                    <a:pt x="1" y="1"/>
                  </a:cubicBezTo>
                  <a:cubicBezTo>
                    <a:pt x="0" y="1"/>
                    <a:pt x="4" y="0"/>
                    <a:pt x="8" y="1"/>
                  </a:cubicBezTo>
                  <a:cubicBezTo>
                    <a:pt x="13" y="1"/>
                    <a:pt x="17" y="3"/>
                    <a:pt x="1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1" name="Freeform 2112">
              <a:extLst>
                <a:ext uri="{FF2B5EF4-FFF2-40B4-BE49-F238E27FC236}">
                  <a16:creationId xmlns:a16="http://schemas.microsoft.com/office/drawing/2014/main" id="{CA165A66-2E62-B20A-BD7C-3075CE784FD6}"/>
                </a:ext>
              </a:extLst>
            </p:cNvPr>
            <p:cNvSpPr>
              <a:spLocks/>
            </p:cNvSpPr>
            <p:nvPr/>
          </p:nvSpPr>
          <p:spPr bwMode="auto">
            <a:xfrm rot="5094805">
              <a:off x="650978" y="2494921"/>
              <a:ext cx="45700" cy="9140"/>
            </a:xfrm>
            <a:custGeom>
              <a:avLst/>
              <a:gdLst>
                <a:gd name="T0" fmla="*/ 8 w 19"/>
                <a:gd name="T1" fmla="*/ 0 h 4"/>
                <a:gd name="T2" fmla="*/ 18 w 19"/>
                <a:gd name="T3" fmla="*/ 1 h 4"/>
                <a:gd name="T4" fmla="*/ 10 w 19"/>
                <a:gd name="T5" fmla="*/ 4 h 4"/>
                <a:gd name="T6" fmla="*/ 1 w 19"/>
                <a:gd name="T7" fmla="*/ 2 h 4"/>
                <a:gd name="T8" fmla="*/ 8 w 19"/>
                <a:gd name="T9" fmla="*/ 0 h 4"/>
              </a:gdLst>
              <a:ahLst/>
              <a:cxnLst>
                <a:cxn ang="0">
                  <a:pos x="T0" y="T1"/>
                </a:cxn>
                <a:cxn ang="0">
                  <a:pos x="T2" y="T3"/>
                </a:cxn>
                <a:cxn ang="0">
                  <a:pos x="T4" y="T5"/>
                </a:cxn>
                <a:cxn ang="0">
                  <a:pos x="T6" y="T7"/>
                </a:cxn>
                <a:cxn ang="0">
                  <a:pos x="T8" y="T9"/>
                </a:cxn>
              </a:cxnLst>
              <a:rect l="0" t="0" r="r" b="b"/>
              <a:pathLst>
                <a:path w="19" h="4">
                  <a:moveTo>
                    <a:pt x="8" y="0"/>
                  </a:moveTo>
                  <a:cubicBezTo>
                    <a:pt x="13" y="0"/>
                    <a:pt x="18" y="0"/>
                    <a:pt x="18" y="1"/>
                  </a:cubicBezTo>
                  <a:cubicBezTo>
                    <a:pt x="19" y="2"/>
                    <a:pt x="15" y="3"/>
                    <a:pt x="10" y="4"/>
                  </a:cubicBezTo>
                  <a:cubicBezTo>
                    <a:pt x="6" y="4"/>
                    <a:pt x="2" y="3"/>
                    <a:pt x="1" y="2"/>
                  </a:cubicBezTo>
                  <a:cubicBezTo>
                    <a:pt x="0" y="1"/>
                    <a:pt x="3"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2" name="Freeform 2113">
              <a:extLst>
                <a:ext uri="{FF2B5EF4-FFF2-40B4-BE49-F238E27FC236}">
                  <a16:creationId xmlns:a16="http://schemas.microsoft.com/office/drawing/2014/main" id="{00F1DE3F-6B97-ED19-2FB3-B9F0B1C9959A}"/>
                </a:ext>
              </a:extLst>
            </p:cNvPr>
            <p:cNvSpPr>
              <a:spLocks/>
            </p:cNvSpPr>
            <p:nvPr/>
          </p:nvSpPr>
          <p:spPr bwMode="auto">
            <a:xfrm rot="5094805">
              <a:off x="689926" y="2685409"/>
              <a:ext cx="43415" cy="13710"/>
            </a:xfrm>
            <a:custGeom>
              <a:avLst/>
              <a:gdLst>
                <a:gd name="T0" fmla="*/ 17 w 17"/>
                <a:gd name="T1" fmla="*/ 1 h 5"/>
                <a:gd name="T2" fmla="*/ 8 w 17"/>
                <a:gd name="T3" fmla="*/ 4 h 5"/>
                <a:gd name="T4" fmla="*/ 0 w 17"/>
                <a:gd name="T5" fmla="*/ 4 h 5"/>
                <a:gd name="T6" fmla="*/ 7 w 17"/>
                <a:gd name="T7" fmla="*/ 1 h 5"/>
                <a:gd name="T8" fmla="*/ 17 w 17"/>
                <a:gd name="T9" fmla="*/ 1 h 5"/>
              </a:gdLst>
              <a:ahLst/>
              <a:cxnLst>
                <a:cxn ang="0">
                  <a:pos x="T0" y="T1"/>
                </a:cxn>
                <a:cxn ang="0">
                  <a:pos x="T2" y="T3"/>
                </a:cxn>
                <a:cxn ang="0">
                  <a:pos x="T4" y="T5"/>
                </a:cxn>
                <a:cxn ang="0">
                  <a:pos x="T6" y="T7"/>
                </a:cxn>
                <a:cxn ang="0">
                  <a:pos x="T8" y="T9"/>
                </a:cxn>
              </a:cxnLst>
              <a:rect l="0" t="0" r="r" b="b"/>
              <a:pathLst>
                <a:path w="17" h="5">
                  <a:moveTo>
                    <a:pt x="17" y="1"/>
                  </a:moveTo>
                  <a:cubicBezTo>
                    <a:pt x="17" y="3"/>
                    <a:pt x="13" y="4"/>
                    <a:pt x="8" y="4"/>
                  </a:cubicBezTo>
                  <a:cubicBezTo>
                    <a:pt x="4" y="5"/>
                    <a:pt x="0" y="5"/>
                    <a:pt x="0" y="4"/>
                  </a:cubicBezTo>
                  <a:cubicBezTo>
                    <a:pt x="0" y="3"/>
                    <a:pt x="3" y="2"/>
                    <a:pt x="7" y="1"/>
                  </a:cubicBezTo>
                  <a:cubicBezTo>
                    <a:pt x="12" y="0"/>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3" name="Freeform 2114">
              <a:extLst>
                <a:ext uri="{FF2B5EF4-FFF2-40B4-BE49-F238E27FC236}">
                  <a16:creationId xmlns:a16="http://schemas.microsoft.com/office/drawing/2014/main" id="{31536830-8403-9EF7-9539-85CBACAFD3A0}"/>
                </a:ext>
              </a:extLst>
            </p:cNvPr>
            <p:cNvSpPr>
              <a:spLocks/>
            </p:cNvSpPr>
            <p:nvPr/>
          </p:nvSpPr>
          <p:spPr bwMode="auto">
            <a:xfrm rot="5094805">
              <a:off x="741180" y="2875731"/>
              <a:ext cx="45700" cy="11425"/>
            </a:xfrm>
            <a:custGeom>
              <a:avLst/>
              <a:gdLst>
                <a:gd name="T0" fmla="*/ 9 w 18"/>
                <a:gd name="T1" fmla="*/ 4 h 5"/>
                <a:gd name="T2" fmla="*/ 0 w 18"/>
                <a:gd name="T3" fmla="*/ 4 h 5"/>
                <a:gd name="T4" fmla="*/ 8 w 18"/>
                <a:gd name="T5" fmla="*/ 1 h 5"/>
                <a:gd name="T6" fmla="*/ 18 w 18"/>
                <a:gd name="T7" fmla="*/ 1 h 5"/>
                <a:gd name="T8" fmla="*/ 9 w 18"/>
                <a:gd name="T9" fmla="*/ 4 h 5"/>
              </a:gdLst>
              <a:ahLst/>
              <a:cxnLst>
                <a:cxn ang="0">
                  <a:pos x="T0" y="T1"/>
                </a:cxn>
                <a:cxn ang="0">
                  <a:pos x="T2" y="T3"/>
                </a:cxn>
                <a:cxn ang="0">
                  <a:pos x="T4" y="T5"/>
                </a:cxn>
                <a:cxn ang="0">
                  <a:pos x="T6" y="T7"/>
                </a:cxn>
                <a:cxn ang="0">
                  <a:pos x="T8" y="T9"/>
                </a:cxn>
              </a:cxnLst>
              <a:rect l="0" t="0" r="r" b="b"/>
              <a:pathLst>
                <a:path w="18" h="5">
                  <a:moveTo>
                    <a:pt x="9" y="4"/>
                  </a:moveTo>
                  <a:cubicBezTo>
                    <a:pt x="4" y="5"/>
                    <a:pt x="0" y="5"/>
                    <a:pt x="0" y="4"/>
                  </a:cubicBezTo>
                  <a:cubicBezTo>
                    <a:pt x="0" y="3"/>
                    <a:pt x="4" y="2"/>
                    <a:pt x="8" y="1"/>
                  </a:cubicBezTo>
                  <a:cubicBezTo>
                    <a:pt x="13" y="0"/>
                    <a:pt x="17" y="0"/>
                    <a:pt x="18" y="1"/>
                  </a:cubicBezTo>
                  <a:cubicBezTo>
                    <a:pt x="18" y="2"/>
                    <a:pt x="14" y="4"/>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4" name="Freeform 2115">
              <a:extLst>
                <a:ext uri="{FF2B5EF4-FFF2-40B4-BE49-F238E27FC236}">
                  <a16:creationId xmlns:a16="http://schemas.microsoft.com/office/drawing/2014/main" id="{E3BC355B-381F-02D2-B6C8-4AE8975133B8}"/>
                </a:ext>
              </a:extLst>
            </p:cNvPr>
            <p:cNvSpPr>
              <a:spLocks/>
            </p:cNvSpPr>
            <p:nvPr/>
          </p:nvSpPr>
          <p:spPr bwMode="auto">
            <a:xfrm rot="5094805">
              <a:off x="806099" y="3060471"/>
              <a:ext cx="43415" cy="18280"/>
            </a:xfrm>
            <a:custGeom>
              <a:avLst/>
              <a:gdLst>
                <a:gd name="T0" fmla="*/ 8 w 18"/>
                <a:gd name="T1" fmla="*/ 2 h 7"/>
                <a:gd name="T2" fmla="*/ 18 w 18"/>
                <a:gd name="T3" fmla="*/ 1 h 7"/>
                <a:gd name="T4" fmla="*/ 10 w 18"/>
                <a:gd name="T5" fmla="*/ 5 h 7"/>
                <a:gd name="T6" fmla="*/ 1 w 18"/>
                <a:gd name="T7" fmla="*/ 6 h 7"/>
                <a:gd name="T8" fmla="*/ 8 w 18"/>
                <a:gd name="T9" fmla="*/ 2 h 7"/>
              </a:gdLst>
              <a:ahLst/>
              <a:cxnLst>
                <a:cxn ang="0">
                  <a:pos x="T0" y="T1"/>
                </a:cxn>
                <a:cxn ang="0">
                  <a:pos x="T2" y="T3"/>
                </a:cxn>
                <a:cxn ang="0">
                  <a:pos x="T4" y="T5"/>
                </a:cxn>
                <a:cxn ang="0">
                  <a:pos x="T6" y="T7"/>
                </a:cxn>
                <a:cxn ang="0">
                  <a:pos x="T8" y="T9"/>
                </a:cxn>
              </a:cxnLst>
              <a:rect l="0" t="0" r="r" b="b"/>
              <a:pathLst>
                <a:path w="18" h="7">
                  <a:moveTo>
                    <a:pt x="8" y="2"/>
                  </a:moveTo>
                  <a:cubicBezTo>
                    <a:pt x="13" y="0"/>
                    <a:pt x="17" y="0"/>
                    <a:pt x="18" y="1"/>
                  </a:cubicBezTo>
                  <a:cubicBezTo>
                    <a:pt x="18" y="2"/>
                    <a:pt x="15" y="4"/>
                    <a:pt x="10" y="5"/>
                  </a:cubicBezTo>
                  <a:cubicBezTo>
                    <a:pt x="5" y="6"/>
                    <a:pt x="2" y="7"/>
                    <a:pt x="1" y="6"/>
                  </a:cubicBezTo>
                  <a:cubicBezTo>
                    <a:pt x="0" y="5"/>
                    <a:pt x="3"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5" name="Freeform 2116">
              <a:extLst>
                <a:ext uri="{FF2B5EF4-FFF2-40B4-BE49-F238E27FC236}">
                  <a16:creationId xmlns:a16="http://schemas.microsoft.com/office/drawing/2014/main" id="{E01F3F45-63E0-090C-1E7C-3C549685063F}"/>
                </a:ext>
              </a:extLst>
            </p:cNvPr>
            <p:cNvSpPr>
              <a:spLocks/>
            </p:cNvSpPr>
            <p:nvPr/>
          </p:nvSpPr>
          <p:spPr bwMode="auto">
            <a:xfrm rot="5094805">
              <a:off x="879177" y="3250002"/>
              <a:ext cx="45700" cy="18280"/>
            </a:xfrm>
            <a:custGeom>
              <a:avLst/>
              <a:gdLst>
                <a:gd name="T0" fmla="*/ 17 w 18"/>
                <a:gd name="T1" fmla="*/ 1 h 8"/>
                <a:gd name="T2" fmla="*/ 9 w 18"/>
                <a:gd name="T3" fmla="*/ 6 h 8"/>
                <a:gd name="T4" fmla="*/ 0 w 18"/>
                <a:gd name="T5" fmla="*/ 7 h 8"/>
                <a:gd name="T6" fmla="*/ 7 w 18"/>
                <a:gd name="T7" fmla="*/ 2 h 8"/>
                <a:gd name="T8" fmla="*/ 17 w 18"/>
                <a:gd name="T9" fmla="*/ 1 h 8"/>
              </a:gdLst>
              <a:ahLst/>
              <a:cxnLst>
                <a:cxn ang="0">
                  <a:pos x="T0" y="T1"/>
                </a:cxn>
                <a:cxn ang="0">
                  <a:pos x="T2" y="T3"/>
                </a:cxn>
                <a:cxn ang="0">
                  <a:pos x="T4" y="T5"/>
                </a:cxn>
                <a:cxn ang="0">
                  <a:pos x="T6" y="T7"/>
                </a:cxn>
                <a:cxn ang="0">
                  <a:pos x="T8" y="T9"/>
                </a:cxn>
              </a:cxnLst>
              <a:rect l="0" t="0" r="r" b="b"/>
              <a:pathLst>
                <a:path w="18" h="8">
                  <a:moveTo>
                    <a:pt x="17" y="1"/>
                  </a:moveTo>
                  <a:cubicBezTo>
                    <a:pt x="18" y="2"/>
                    <a:pt x="14" y="4"/>
                    <a:pt x="9" y="6"/>
                  </a:cubicBezTo>
                  <a:cubicBezTo>
                    <a:pt x="4" y="7"/>
                    <a:pt x="0" y="8"/>
                    <a:pt x="0" y="7"/>
                  </a:cubicBezTo>
                  <a:cubicBezTo>
                    <a:pt x="0" y="6"/>
                    <a:pt x="3" y="4"/>
                    <a:pt x="7" y="2"/>
                  </a:cubicBezTo>
                  <a:cubicBezTo>
                    <a:pt x="12" y="1"/>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6" name="Freeform 2117">
              <a:extLst>
                <a:ext uri="{FF2B5EF4-FFF2-40B4-BE49-F238E27FC236}">
                  <a16:creationId xmlns:a16="http://schemas.microsoft.com/office/drawing/2014/main" id="{DEDAFCF7-D0B8-ED0C-B381-361E43782BBA}"/>
                </a:ext>
              </a:extLst>
            </p:cNvPr>
            <p:cNvSpPr>
              <a:spLocks/>
            </p:cNvSpPr>
            <p:nvPr/>
          </p:nvSpPr>
          <p:spPr bwMode="auto">
            <a:xfrm rot="5094805">
              <a:off x="963230" y="3431684"/>
              <a:ext cx="47985" cy="22850"/>
            </a:xfrm>
            <a:custGeom>
              <a:avLst/>
              <a:gdLst>
                <a:gd name="T0" fmla="*/ 8 w 19"/>
                <a:gd name="T1" fmla="*/ 3 h 9"/>
                <a:gd name="T2" fmla="*/ 18 w 19"/>
                <a:gd name="T3" fmla="*/ 1 h 9"/>
                <a:gd name="T4" fmla="*/ 10 w 19"/>
                <a:gd name="T5" fmla="*/ 6 h 9"/>
                <a:gd name="T6" fmla="*/ 1 w 19"/>
                <a:gd name="T7" fmla="*/ 8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13" y="1"/>
                    <a:pt x="17" y="0"/>
                    <a:pt x="18" y="1"/>
                  </a:cubicBezTo>
                  <a:cubicBezTo>
                    <a:pt x="19" y="2"/>
                    <a:pt x="15" y="4"/>
                    <a:pt x="10" y="6"/>
                  </a:cubicBezTo>
                  <a:cubicBezTo>
                    <a:pt x="6" y="8"/>
                    <a:pt x="2" y="9"/>
                    <a:pt x="1" y="8"/>
                  </a:cubicBezTo>
                  <a:cubicBezTo>
                    <a:pt x="0" y="7"/>
                    <a:pt x="3"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7" name="Freeform 2118">
              <a:extLst>
                <a:ext uri="{FF2B5EF4-FFF2-40B4-BE49-F238E27FC236}">
                  <a16:creationId xmlns:a16="http://schemas.microsoft.com/office/drawing/2014/main" id="{2090E5DF-315B-05C4-235C-F5214BF64F4E}"/>
                </a:ext>
              </a:extLst>
            </p:cNvPr>
            <p:cNvSpPr>
              <a:spLocks/>
            </p:cNvSpPr>
            <p:nvPr/>
          </p:nvSpPr>
          <p:spPr bwMode="auto">
            <a:xfrm rot="5094805">
              <a:off x="1057640" y="3618465"/>
              <a:ext cx="43415" cy="18280"/>
            </a:xfrm>
            <a:custGeom>
              <a:avLst/>
              <a:gdLst>
                <a:gd name="T0" fmla="*/ 9 w 18"/>
                <a:gd name="T1" fmla="*/ 2 h 8"/>
                <a:gd name="T2" fmla="*/ 18 w 18"/>
                <a:gd name="T3" fmla="*/ 1 h 8"/>
                <a:gd name="T4" fmla="*/ 9 w 18"/>
                <a:gd name="T5" fmla="*/ 6 h 8"/>
                <a:gd name="T6" fmla="*/ 1 w 18"/>
                <a:gd name="T7" fmla="*/ 8 h 8"/>
                <a:gd name="T8" fmla="*/ 9 w 18"/>
                <a:gd name="T9" fmla="*/ 2 h 8"/>
              </a:gdLst>
              <a:ahLst/>
              <a:cxnLst>
                <a:cxn ang="0">
                  <a:pos x="T0" y="T1"/>
                </a:cxn>
                <a:cxn ang="0">
                  <a:pos x="T2" y="T3"/>
                </a:cxn>
                <a:cxn ang="0">
                  <a:pos x="T4" y="T5"/>
                </a:cxn>
                <a:cxn ang="0">
                  <a:pos x="T6" y="T7"/>
                </a:cxn>
                <a:cxn ang="0">
                  <a:pos x="T8" y="T9"/>
                </a:cxn>
              </a:cxnLst>
              <a:rect l="0" t="0" r="r" b="b"/>
              <a:pathLst>
                <a:path w="18" h="8">
                  <a:moveTo>
                    <a:pt x="9" y="2"/>
                  </a:moveTo>
                  <a:cubicBezTo>
                    <a:pt x="14" y="0"/>
                    <a:pt x="18" y="0"/>
                    <a:pt x="18" y="1"/>
                  </a:cubicBezTo>
                  <a:cubicBezTo>
                    <a:pt x="18" y="2"/>
                    <a:pt x="14" y="4"/>
                    <a:pt x="9" y="6"/>
                  </a:cubicBezTo>
                  <a:cubicBezTo>
                    <a:pt x="5" y="8"/>
                    <a:pt x="1" y="8"/>
                    <a:pt x="1" y="8"/>
                  </a:cubicBezTo>
                  <a:cubicBezTo>
                    <a:pt x="0" y="7"/>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8" name="Freeform 2119">
              <a:extLst>
                <a:ext uri="{FF2B5EF4-FFF2-40B4-BE49-F238E27FC236}">
                  <a16:creationId xmlns:a16="http://schemas.microsoft.com/office/drawing/2014/main" id="{C3061D68-F80E-162B-2C11-451DA491D670}"/>
                </a:ext>
              </a:extLst>
            </p:cNvPr>
            <p:cNvSpPr>
              <a:spLocks/>
            </p:cNvSpPr>
            <p:nvPr/>
          </p:nvSpPr>
          <p:spPr bwMode="auto">
            <a:xfrm rot="5094805">
              <a:off x="1154413" y="3800166"/>
              <a:ext cx="45700" cy="25135"/>
            </a:xfrm>
            <a:custGeom>
              <a:avLst/>
              <a:gdLst>
                <a:gd name="T0" fmla="*/ 11 w 19"/>
                <a:gd name="T1" fmla="*/ 7 h 10"/>
                <a:gd name="T2" fmla="*/ 1 w 19"/>
                <a:gd name="T3" fmla="*/ 9 h 10"/>
                <a:gd name="T4" fmla="*/ 7 w 19"/>
                <a:gd name="T5" fmla="*/ 4 h 10"/>
                <a:gd name="T6" fmla="*/ 18 w 19"/>
                <a:gd name="T7" fmla="*/ 1 h 10"/>
                <a:gd name="T8" fmla="*/ 11 w 19"/>
                <a:gd name="T9" fmla="*/ 7 h 10"/>
              </a:gdLst>
              <a:ahLst/>
              <a:cxnLst>
                <a:cxn ang="0">
                  <a:pos x="T0" y="T1"/>
                </a:cxn>
                <a:cxn ang="0">
                  <a:pos x="T2" y="T3"/>
                </a:cxn>
                <a:cxn ang="0">
                  <a:pos x="T4" y="T5"/>
                </a:cxn>
                <a:cxn ang="0">
                  <a:pos x="T6" y="T7"/>
                </a:cxn>
                <a:cxn ang="0">
                  <a:pos x="T8" y="T9"/>
                </a:cxn>
              </a:cxnLst>
              <a:rect l="0" t="0" r="r" b="b"/>
              <a:pathLst>
                <a:path w="19" h="10">
                  <a:moveTo>
                    <a:pt x="11" y="7"/>
                  </a:moveTo>
                  <a:cubicBezTo>
                    <a:pt x="6" y="9"/>
                    <a:pt x="1" y="10"/>
                    <a:pt x="1" y="9"/>
                  </a:cubicBezTo>
                  <a:cubicBezTo>
                    <a:pt x="0" y="8"/>
                    <a:pt x="3" y="6"/>
                    <a:pt x="7" y="4"/>
                  </a:cubicBezTo>
                  <a:cubicBezTo>
                    <a:pt x="12" y="2"/>
                    <a:pt x="17" y="0"/>
                    <a:pt x="18" y="1"/>
                  </a:cubicBezTo>
                  <a:cubicBezTo>
                    <a:pt x="19" y="2"/>
                    <a:pt x="15" y="4"/>
                    <a:pt x="1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9" name="Freeform 2120">
              <a:extLst>
                <a:ext uri="{FF2B5EF4-FFF2-40B4-BE49-F238E27FC236}">
                  <a16:creationId xmlns:a16="http://schemas.microsoft.com/office/drawing/2014/main" id="{7D13659E-7B2A-EE0F-13C1-A934AF6A8287}"/>
                </a:ext>
              </a:extLst>
            </p:cNvPr>
            <p:cNvSpPr>
              <a:spLocks/>
            </p:cNvSpPr>
            <p:nvPr/>
          </p:nvSpPr>
          <p:spPr bwMode="auto">
            <a:xfrm rot="5094805">
              <a:off x="1256780" y="3984894"/>
              <a:ext cx="45700" cy="22850"/>
            </a:xfrm>
            <a:custGeom>
              <a:avLst/>
              <a:gdLst>
                <a:gd name="T0" fmla="*/ 10 w 18"/>
                <a:gd name="T1" fmla="*/ 6 h 9"/>
                <a:gd name="T2" fmla="*/ 0 w 18"/>
                <a:gd name="T3" fmla="*/ 8 h 9"/>
                <a:gd name="T4" fmla="*/ 7 w 18"/>
                <a:gd name="T5" fmla="*/ 3 h 9"/>
                <a:gd name="T6" fmla="*/ 18 w 18"/>
                <a:gd name="T7" fmla="*/ 0 h 9"/>
                <a:gd name="T8" fmla="*/ 10 w 18"/>
                <a:gd name="T9" fmla="*/ 6 h 9"/>
              </a:gdLst>
              <a:ahLst/>
              <a:cxnLst>
                <a:cxn ang="0">
                  <a:pos x="T0" y="T1"/>
                </a:cxn>
                <a:cxn ang="0">
                  <a:pos x="T2" y="T3"/>
                </a:cxn>
                <a:cxn ang="0">
                  <a:pos x="T4" y="T5"/>
                </a:cxn>
                <a:cxn ang="0">
                  <a:pos x="T6" y="T7"/>
                </a:cxn>
                <a:cxn ang="0">
                  <a:pos x="T8" y="T9"/>
                </a:cxn>
              </a:cxnLst>
              <a:rect l="0" t="0" r="r" b="b"/>
              <a:pathLst>
                <a:path w="18" h="9">
                  <a:moveTo>
                    <a:pt x="10" y="6"/>
                  </a:moveTo>
                  <a:cubicBezTo>
                    <a:pt x="5" y="8"/>
                    <a:pt x="1" y="9"/>
                    <a:pt x="0" y="8"/>
                  </a:cubicBezTo>
                  <a:cubicBezTo>
                    <a:pt x="0" y="7"/>
                    <a:pt x="3" y="5"/>
                    <a:pt x="7" y="3"/>
                  </a:cubicBezTo>
                  <a:cubicBezTo>
                    <a:pt x="12" y="1"/>
                    <a:pt x="17" y="0"/>
                    <a:pt x="18" y="0"/>
                  </a:cubicBezTo>
                  <a:cubicBezTo>
                    <a:pt x="18" y="1"/>
                    <a:pt x="15"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0" name="Freeform 2121">
              <a:extLst>
                <a:ext uri="{FF2B5EF4-FFF2-40B4-BE49-F238E27FC236}">
                  <a16:creationId xmlns:a16="http://schemas.microsoft.com/office/drawing/2014/main" id="{C88E2E56-2A2F-36EE-E1D2-39DD7B05B5A6}"/>
                </a:ext>
              </a:extLst>
            </p:cNvPr>
            <p:cNvSpPr>
              <a:spLocks/>
            </p:cNvSpPr>
            <p:nvPr/>
          </p:nvSpPr>
          <p:spPr bwMode="auto">
            <a:xfrm rot="5094805">
              <a:off x="1360179" y="4168281"/>
              <a:ext cx="47985" cy="20565"/>
            </a:xfrm>
            <a:custGeom>
              <a:avLst/>
              <a:gdLst>
                <a:gd name="T0" fmla="*/ 8 w 19"/>
                <a:gd name="T1" fmla="*/ 3 h 9"/>
                <a:gd name="T2" fmla="*/ 18 w 19"/>
                <a:gd name="T3" fmla="*/ 1 h 9"/>
                <a:gd name="T4" fmla="*/ 11 w 19"/>
                <a:gd name="T5" fmla="*/ 6 h 9"/>
                <a:gd name="T6" fmla="*/ 1 w 19"/>
                <a:gd name="T7" fmla="*/ 9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13" y="1"/>
                    <a:pt x="18" y="0"/>
                    <a:pt x="18" y="1"/>
                  </a:cubicBezTo>
                  <a:cubicBezTo>
                    <a:pt x="19" y="2"/>
                    <a:pt x="16" y="4"/>
                    <a:pt x="11" y="6"/>
                  </a:cubicBezTo>
                  <a:cubicBezTo>
                    <a:pt x="6" y="8"/>
                    <a:pt x="3" y="9"/>
                    <a:pt x="1" y="9"/>
                  </a:cubicBezTo>
                  <a:cubicBezTo>
                    <a:pt x="0" y="8"/>
                    <a:pt x="3"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1" name="Freeform 2122">
              <a:extLst>
                <a:ext uri="{FF2B5EF4-FFF2-40B4-BE49-F238E27FC236}">
                  <a16:creationId xmlns:a16="http://schemas.microsoft.com/office/drawing/2014/main" id="{0EB80CFD-DD8F-A1D7-5492-6C8FA19E18BE}"/>
                </a:ext>
              </a:extLst>
            </p:cNvPr>
            <p:cNvSpPr>
              <a:spLocks/>
            </p:cNvSpPr>
            <p:nvPr/>
          </p:nvSpPr>
          <p:spPr bwMode="auto">
            <a:xfrm rot="5094805">
              <a:off x="862857" y="1474872"/>
              <a:ext cx="43415" cy="31990"/>
            </a:xfrm>
            <a:custGeom>
              <a:avLst/>
              <a:gdLst>
                <a:gd name="T0" fmla="*/ 9 w 18"/>
                <a:gd name="T1" fmla="*/ 3 h 13"/>
                <a:gd name="T2" fmla="*/ 18 w 18"/>
                <a:gd name="T3" fmla="*/ 11 h 13"/>
                <a:gd name="T4" fmla="*/ 9 w 18"/>
                <a:gd name="T5" fmla="*/ 10 h 13"/>
                <a:gd name="T6" fmla="*/ 1 w 18"/>
                <a:gd name="T7" fmla="*/ 2 h 13"/>
                <a:gd name="T8" fmla="*/ 9 w 18"/>
                <a:gd name="T9" fmla="*/ 3 h 13"/>
              </a:gdLst>
              <a:ahLst/>
              <a:cxnLst>
                <a:cxn ang="0">
                  <a:pos x="T0" y="T1"/>
                </a:cxn>
                <a:cxn ang="0">
                  <a:pos x="T2" y="T3"/>
                </a:cxn>
                <a:cxn ang="0">
                  <a:pos x="T4" y="T5"/>
                </a:cxn>
                <a:cxn ang="0">
                  <a:pos x="T6" y="T7"/>
                </a:cxn>
                <a:cxn ang="0">
                  <a:pos x="T8" y="T9"/>
                </a:cxn>
              </a:cxnLst>
              <a:rect l="0" t="0" r="r" b="b"/>
              <a:pathLst>
                <a:path w="18" h="13">
                  <a:moveTo>
                    <a:pt x="9" y="3"/>
                  </a:moveTo>
                  <a:cubicBezTo>
                    <a:pt x="14" y="5"/>
                    <a:pt x="18" y="9"/>
                    <a:pt x="18" y="11"/>
                  </a:cubicBezTo>
                  <a:cubicBezTo>
                    <a:pt x="18" y="13"/>
                    <a:pt x="14" y="12"/>
                    <a:pt x="9" y="10"/>
                  </a:cubicBezTo>
                  <a:cubicBezTo>
                    <a:pt x="5" y="8"/>
                    <a:pt x="1" y="4"/>
                    <a:pt x="1" y="2"/>
                  </a:cubicBezTo>
                  <a:cubicBezTo>
                    <a:pt x="0" y="0"/>
                    <a:pt x="4" y="0"/>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2" name="Freeform 2123">
              <a:extLst>
                <a:ext uri="{FF2B5EF4-FFF2-40B4-BE49-F238E27FC236}">
                  <a16:creationId xmlns:a16="http://schemas.microsoft.com/office/drawing/2014/main" id="{9B06561A-69A0-B19B-2C8E-C97493D4F228}"/>
                </a:ext>
              </a:extLst>
            </p:cNvPr>
            <p:cNvSpPr>
              <a:spLocks/>
            </p:cNvSpPr>
            <p:nvPr/>
          </p:nvSpPr>
          <p:spPr bwMode="auto">
            <a:xfrm rot="5094805">
              <a:off x="936465" y="1270832"/>
              <a:ext cx="47985" cy="31990"/>
            </a:xfrm>
            <a:custGeom>
              <a:avLst/>
              <a:gdLst>
                <a:gd name="T0" fmla="*/ 11 w 19"/>
                <a:gd name="T1" fmla="*/ 11 h 13"/>
                <a:gd name="T2" fmla="*/ 0 w 19"/>
                <a:gd name="T3" fmla="*/ 2 h 13"/>
                <a:gd name="T4" fmla="*/ 7 w 19"/>
                <a:gd name="T5" fmla="*/ 1 h 13"/>
                <a:gd name="T6" fmla="*/ 18 w 19"/>
                <a:gd name="T7" fmla="*/ 10 h 13"/>
                <a:gd name="T8" fmla="*/ 11 w 19"/>
                <a:gd name="T9" fmla="*/ 11 h 13"/>
              </a:gdLst>
              <a:ahLst/>
              <a:cxnLst>
                <a:cxn ang="0">
                  <a:pos x="T0" y="T1"/>
                </a:cxn>
                <a:cxn ang="0">
                  <a:pos x="T2" y="T3"/>
                </a:cxn>
                <a:cxn ang="0">
                  <a:pos x="T4" y="T5"/>
                </a:cxn>
                <a:cxn ang="0">
                  <a:pos x="T6" y="T7"/>
                </a:cxn>
                <a:cxn ang="0">
                  <a:pos x="T8" y="T9"/>
                </a:cxn>
              </a:cxnLst>
              <a:rect l="0" t="0" r="r" b="b"/>
              <a:pathLst>
                <a:path w="19" h="13">
                  <a:moveTo>
                    <a:pt x="11" y="11"/>
                  </a:moveTo>
                  <a:cubicBezTo>
                    <a:pt x="6" y="9"/>
                    <a:pt x="1" y="5"/>
                    <a:pt x="0" y="2"/>
                  </a:cubicBezTo>
                  <a:cubicBezTo>
                    <a:pt x="0" y="0"/>
                    <a:pt x="3" y="0"/>
                    <a:pt x="7" y="1"/>
                  </a:cubicBezTo>
                  <a:cubicBezTo>
                    <a:pt x="12" y="3"/>
                    <a:pt x="17" y="7"/>
                    <a:pt x="18" y="10"/>
                  </a:cubicBezTo>
                  <a:cubicBezTo>
                    <a:pt x="19" y="13"/>
                    <a:pt x="16" y="13"/>
                    <a:pt x="1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3" name="Freeform 2124">
              <a:extLst>
                <a:ext uri="{FF2B5EF4-FFF2-40B4-BE49-F238E27FC236}">
                  <a16:creationId xmlns:a16="http://schemas.microsoft.com/office/drawing/2014/main" id="{66987295-7C60-9656-5889-26C30E1426D8}"/>
                </a:ext>
              </a:extLst>
            </p:cNvPr>
            <p:cNvSpPr>
              <a:spLocks/>
            </p:cNvSpPr>
            <p:nvPr/>
          </p:nvSpPr>
          <p:spPr bwMode="auto">
            <a:xfrm rot="5094805">
              <a:off x="1008750" y="1063880"/>
              <a:ext cx="43415" cy="34275"/>
            </a:xfrm>
            <a:custGeom>
              <a:avLst/>
              <a:gdLst>
                <a:gd name="T0" fmla="*/ 9 w 18"/>
                <a:gd name="T1" fmla="*/ 2 h 14"/>
                <a:gd name="T2" fmla="*/ 18 w 18"/>
                <a:gd name="T3" fmla="*/ 11 h 14"/>
                <a:gd name="T4" fmla="*/ 9 w 18"/>
                <a:gd name="T5" fmla="*/ 11 h 14"/>
                <a:gd name="T6" fmla="*/ 0 w 18"/>
                <a:gd name="T7" fmla="*/ 3 h 14"/>
                <a:gd name="T8" fmla="*/ 9 w 18"/>
                <a:gd name="T9" fmla="*/ 2 h 14"/>
              </a:gdLst>
              <a:ahLst/>
              <a:cxnLst>
                <a:cxn ang="0">
                  <a:pos x="T0" y="T1"/>
                </a:cxn>
                <a:cxn ang="0">
                  <a:pos x="T2" y="T3"/>
                </a:cxn>
                <a:cxn ang="0">
                  <a:pos x="T4" y="T5"/>
                </a:cxn>
                <a:cxn ang="0">
                  <a:pos x="T6" y="T7"/>
                </a:cxn>
                <a:cxn ang="0">
                  <a:pos x="T8" y="T9"/>
                </a:cxn>
              </a:cxnLst>
              <a:rect l="0" t="0" r="r" b="b"/>
              <a:pathLst>
                <a:path w="18" h="14">
                  <a:moveTo>
                    <a:pt x="9" y="2"/>
                  </a:moveTo>
                  <a:cubicBezTo>
                    <a:pt x="14" y="4"/>
                    <a:pt x="18" y="8"/>
                    <a:pt x="18" y="11"/>
                  </a:cubicBezTo>
                  <a:cubicBezTo>
                    <a:pt x="18" y="14"/>
                    <a:pt x="14" y="14"/>
                    <a:pt x="9" y="11"/>
                  </a:cubicBezTo>
                  <a:cubicBezTo>
                    <a:pt x="5" y="9"/>
                    <a:pt x="1" y="5"/>
                    <a:pt x="0" y="3"/>
                  </a:cubicBezTo>
                  <a:cubicBezTo>
                    <a:pt x="0" y="0"/>
                    <a:pt x="4" y="0"/>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4" name="Freeform 2125">
              <a:extLst>
                <a:ext uri="{FF2B5EF4-FFF2-40B4-BE49-F238E27FC236}">
                  <a16:creationId xmlns:a16="http://schemas.microsoft.com/office/drawing/2014/main" id="{3CFC7F72-2E16-F38C-7889-324D6E31325C}"/>
                </a:ext>
              </a:extLst>
            </p:cNvPr>
            <p:cNvSpPr>
              <a:spLocks/>
            </p:cNvSpPr>
            <p:nvPr/>
          </p:nvSpPr>
          <p:spPr bwMode="auto">
            <a:xfrm rot="5094805">
              <a:off x="1067467" y="860120"/>
              <a:ext cx="45700" cy="34275"/>
            </a:xfrm>
            <a:custGeom>
              <a:avLst/>
              <a:gdLst>
                <a:gd name="T0" fmla="*/ 18 w 18"/>
                <a:gd name="T1" fmla="*/ 10 h 14"/>
                <a:gd name="T2" fmla="*/ 9 w 18"/>
                <a:gd name="T3" fmla="*/ 12 h 14"/>
                <a:gd name="T4" fmla="*/ 1 w 18"/>
                <a:gd name="T5" fmla="*/ 3 h 14"/>
                <a:gd name="T6" fmla="*/ 9 w 18"/>
                <a:gd name="T7" fmla="*/ 1 h 14"/>
                <a:gd name="T8" fmla="*/ 18 w 18"/>
                <a:gd name="T9" fmla="*/ 10 h 14"/>
              </a:gdLst>
              <a:ahLst/>
              <a:cxnLst>
                <a:cxn ang="0">
                  <a:pos x="T0" y="T1"/>
                </a:cxn>
                <a:cxn ang="0">
                  <a:pos x="T2" y="T3"/>
                </a:cxn>
                <a:cxn ang="0">
                  <a:pos x="T4" y="T5"/>
                </a:cxn>
                <a:cxn ang="0">
                  <a:pos x="T6" y="T7"/>
                </a:cxn>
                <a:cxn ang="0">
                  <a:pos x="T8" y="T9"/>
                </a:cxn>
              </a:cxnLst>
              <a:rect l="0" t="0" r="r" b="b"/>
              <a:pathLst>
                <a:path w="18" h="14">
                  <a:moveTo>
                    <a:pt x="18" y="10"/>
                  </a:moveTo>
                  <a:cubicBezTo>
                    <a:pt x="18" y="13"/>
                    <a:pt x="14" y="14"/>
                    <a:pt x="9" y="12"/>
                  </a:cubicBezTo>
                  <a:cubicBezTo>
                    <a:pt x="4" y="10"/>
                    <a:pt x="0" y="6"/>
                    <a:pt x="1" y="3"/>
                  </a:cubicBezTo>
                  <a:cubicBezTo>
                    <a:pt x="1" y="0"/>
                    <a:pt x="4" y="0"/>
                    <a:pt x="9" y="1"/>
                  </a:cubicBezTo>
                  <a:cubicBezTo>
                    <a:pt x="14" y="3"/>
                    <a:pt x="18" y="7"/>
                    <a:pt x="1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5" name="Freeform 2126">
              <a:extLst>
                <a:ext uri="{FF2B5EF4-FFF2-40B4-BE49-F238E27FC236}">
                  <a16:creationId xmlns:a16="http://schemas.microsoft.com/office/drawing/2014/main" id="{3996C1DF-AE99-DE5E-02F5-8BE85D5B0971}"/>
                </a:ext>
              </a:extLst>
            </p:cNvPr>
            <p:cNvSpPr>
              <a:spLocks/>
            </p:cNvSpPr>
            <p:nvPr/>
          </p:nvSpPr>
          <p:spPr bwMode="auto">
            <a:xfrm rot="5094805">
              <a:off x="1108081" y="658077"/>
              <a:ext cx="45700" cy="36560"/>
            </a:xfrm>
            <a:custGeom>
              <a:avLst/>
              <a:gdLst>
                <a:gd name="T0" fmla="*/ 9 w 19"/>
                <a:gd name="T1" fmla="*/ 1 h 14"/>
                <a:gd name="T2" fmla="*/ 19 w 19"/>
                <a:gd name="T3" fmla="*/ 10 h 14"/>
                <a:gd name="T4" fmla="*/ 10 w 19"/>
                <a:gd name="T5" fmla="*/ 13 h 14"/>
                <a:gd name="T6" fmla="*/ 1 w 19"/>
                <a:gd name="T7" fmla="*/ 5 h 14"/>
                <a:gd name="T8" fmla="*/ 9 w 19"/>
                <a:gd name="T9" fmla="*/ 1 h 14"/>
              </a:gdLst>
              <a:ahLst/>
              <a:cxnLst>
                <a:cxn ang="0">
                  <a:pos x="T0" y="T1"/>
                </a:cxn>
                <a:cxn ang="0">
                  <a:pos x="T2" y="T3"/>
                </a:cxn>
                <a:cxn ang="0">
                  <a:pos x="T4" y="T5"/>
                </a:cxn>
                <a:cxn ang="0">
                  <a:pos x="T6" y="T7"/>
                </a:cxn>
                <a:cxn ang="0">
                  <a:pos x="T8" y="T9"/>
                </a:cxn>
              </a:cxnLst>
              <a:rect l="0" t="0" r="r" b="b"/>
              <a:pathLst>
                <a:path w="19" h="14">
                  <a:moveTo>
                    <a:pt x="9" y="1"/>
                  </a:moveTo>
                  <a:cubicBezTo>
                    <a:pt x="14" y="2"/>
                    <a:pt x="18" y="6"/>
                    <a:pt x="19" y="10"/>
                  </a:cubicBezTo>
                  <a:cubicBezTo>
                    <a:pt x="19" y="13"/>
                    <a:pt x="15" y="14"/>
                    <a:pt x="10" y="13"/>
                  </a:cubicBezTo>
                  <a:cubicBezTo>
                    <a:pt x="6" y="12"/>
                    <a:pt x="2" y="8"/>
                    <a:pt x="1" y="5"/>
                  </a:cubicBezTo>
                  <a:cubicBezTo>
                    <a:pt x="0" y="2"/>
                    <a:pt x="4"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6" name="Freeform 2127">
              <a:extLst>
                <a:ext uri="{FF2B5EF4-FFF2-40B4-BE49-F238E27FC236}">
                  <a16:creationId xmlns:a16="http://schemas.microsoft.com/office/drawing/2014/main" id="{4FCA3578-E813-A5BE-D537-F7DC4299BB55}"/>
                </a:ext>
              </a:extLst>
            </p:cNvPr>
            <p:cNvSpPr>
              <a:spLocks/>
            </p:cNvSpPr>
            <p:nvPr/>
          </p:nvSpPr>
          <p:spPr bwMode="auto">
            <a:xfrm rot="5094805">
              <a:off x="1126245" y="465003"/>
              <a:ext cx="43415" cy="31990"/>
            </a:xfrm>
            <a:custGeom>
              <a:avLst/>
              <a:gdLst>
                <a:gd name="T0" fmla="*/ 17 w 18"/>
                <a:gd name="T1" fmla="*/ 7 h 13"/>
                <a:gd name="T2" fmla="*/ 10 w 18"/>
                <a:gd name="T3" fmla="*/ 13 h 13"/>
                <a:gd name="T4" fmla="*/ 0 w 18"/>
                <a:gd name="T5" fmla="*/ 5 h 13"/>
                <a:gd name="T6" fmla="*/ 7 w 18"/>
                <a:gd name="T7" fmla="*/ 0 h 13"/>
                <a:gd name="T8" fmla="*/ 17 w 18"/>
                <a:gd name="T9" fmla="*/ 7 h 13"/>
              </a:gdLst>
              <a:ahLst/>
              <a:cxnLst>
                <a:cxn ang="0">
                  <a:pos x="T0" y="T1"/>
                </a:cxn>
                <a:cxn ang="0">
                  <a:pos x="T2" y="T3"/>
                </a:cxn>
                <a:cxn ang="0">
                  <a:pos x="T4" y="T5"/>
                </a:cxn>
                <a:cxn ang="0">
                  <a:pos x="T6" y="T7"/>
                </a:cxn>
                <a:cxn ang="0">
                  <a:pos x="T8" y="T9"/>
                </a:cxn>
              </a:cxnLst>
              <a:rect l="0" t="0" r="r" b="b"/>
              <a:pathLst>
                <a:path w="18" h="13">
                  <a:moveTo>
                    <a:pt x="17" y="7"/>
                  </a:moveTo>
                  <a:cubicBezTo>
                    <a:pt x="18" y="10"/>
                    <a:pt x="15" y="13"/>
                    <a:pt x="10" y="13"/>
                  </a:cubicBezTo>
                  <a:cubicBezTo>
                    <a:pt x="5" y="12"/>
                    <a:pt x="1" y="9"/>
                    <a:pt x="0" y="5"/>
                  </a:cubicBezTo>
                  <a:cubicBezTo>
                    <a:pt x="0" y="3"/>
                    <a:pt x="3" y="0"/>
                    <a:pt x="7" y="0"/>
                  </a:cubicBezTo>
                  <a:cubicBezTo>
                    <a:pt x="12" y="0"/>
                    <a:pt x="16" y="3"/>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7" name="Freeform 2128">
              <a:extLst>
                <a:ext uri="{FF2B5EF4-FFF2-40B4-BE49-F238E27FC236}">
                  <a16:creationId xmlns:a16="http://schemas.microsoft.com/office/drawing/2014/main" id="{343FBE4E-7CB0-ED4A-A21D-2AEC1C45CB82}"/>
                </a:ext>
              </a:extLst>
            </p:cNvPr>
            <p:cNvSpPr>
              <a:spLocks/>
            </p:cNvSpPr>
            <p:nvPr/>
          </p:nvSpPr>
          <p:spPr bwMode="auto">
            <a:xfrm rot="5094805">
              <a:off x="1111292" y="271140"/>
              <a:ext cx="47985" cy="31990"/>
            </a:xfrm>
            <a:custGeom>
              <a:avLst/>
              <a:gdLst>
                <a:gd name="T0" fmla="*/ 8 w 19"/>
                <a:gd name="T1" fmla="*/ 0 h 13"/>
                <a:gd name="T2" fmla="*/ 18 w 19"/>
                <a:gd name="T3" fmla="*/ 6 h 13"/>
                <a:gd name="T4" fmla="*/ 10 w 19"/>
                <a:gd name="T5" fmla="*/ 13 h 13"/>
                <a:gd name="T6" fmla="*/ 1 w 19"/>
                <a:gd name="T7" fmla="*/ 8 h 13"/>
                <a:gd name="T8" fmla="*/ 8 w 19"/>
                <a:gd name="T9" fmla="*/ 0 h 13"/>
              </a:gdLst>
              <a:ahLst/>
              <a:cxnLst>
                <a:cxn ang="0">
                  <a:pos x="T0" y="T1"/>
                </a:cxn>
                <a:cxn ang="0">
                  <a:pos x="T2" y="T3"/>
                </a:cxn>
                <a:cxn ang="0">
                  <a:pos x="T4" y="T5"/>
                </a:cxn>
                <a:cxn ang="0">
                  <a:pos x="T6" y="T7"/>
                </a:cxn>
                <a:cxn ang="0">
                  <a:pos x="T8" y="T9"/>
                </a:cxn>
              </a:cxnLst>
              <a:rect l="0" t="0" r="r" b="b"/>
              <a:pathLst>
                <a:path w="19" h="13">
                  <a:moveTo>
                    <a:pt x="8" y="0"/>
                  </a:moveTo>
                  <a:cubicBezTo>
                    <a:pt x="13" y="0"/>
                    <a:pt x="17" y="3"/>
                    <a:pt x="18" y="6"/>
                  </a:cubicBezTo>
                  <a:cubicBezTo>
                    <a:pt x="19" y="10"/>
                    <a:pt x="15" y="13"/>
                    <a:pt x="10" y="13"/>
                  </a:cubicBezTo>
                  <a:cubicBezTo>
                    <a:pt x="6" y="13"/>
                    <a:pt x="2" y="11"/>
                    <a:pt x="1" y="8"/>
                  </a:cubicBezTo>
                  <a:cubicBezTo>
                    <a:pt x="0" y="5"/>
                    <a:pt x="3" y="1"/>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8" name="Freeform 2129">
              <a:extLst>
                <a:ext uri="{FF2B5EF4-FFF2-40B4-BE49-F238E27FC236}">
                  <a16:creationId xmlns:a16="http://schemas.microsoft.com/office/drawing/2014/main" id="{66EACC2E-D282-62B4-57C3-4C5AAA0BEEAB}"/>
                </a:ext>
              </a:extLst>
            </p:cNvPr>
            <p:cNvSpPr>
              <a:spLocks/>
            </p:cNvSpPr>
            <p:nvPr/>
          </p:nvSpPr>
          <p:spPr bwMode="auto">
            <a:xfrm rot="5094805">
              <a:off x="1063654" y="81647"/>
              <a:ext cx="45700" cy="36560"/>
            </a:xfrm>
            <a:custGeom>
              <a:avLst/>
              <a:gdLst>
                <a:gd name="T0" fmla="*/ 17 w 18"/>
                <a:gd name="T1" fmla="*/ 5 h 15"/>
                <a:gd name="T2" fmla="*/ 9 w 18"/>
                <a:gd name="T3" fmla="*/ 14 h 15"/>
                <a:gd name="T4" fmla="*/ 0 w 18"/>
                <a:gd name="T5" fmla="*/ 10 h 15"/>
                <a:gd name="T6" fmla="*/ 7 w 18"/>
                <a:gd name="T7" fmla="*/ 2 h 15"/>
                <a:gd name="T8" fmla="*/ 17 w 18"/>
                <a:gd name="T9" fmla="*/ 5 h 15"/>
              </a:gdLst>
              <a:ahLst/>
              <a:cxnLst>
                <a:cxn ang="0">
                  <a:pos x="T0" y="T1"/>
                </a:cxn>
                <a:cxn ang="0">
                  <a:pos x="T2" y="T3"/>
                </a:cxn>
                <a:cxn ang="0">
                  <a:pos x="T4" y="T5"/>
                </a:cxn>
                <a:cxn ang="0">
                  <a:pos x="T6" y="T7"/>
                </a:cxn>
                <a:cxn ang="0">
                  <a:pos x="T8" y="T9"/>
                </a:cxn>
              </a:cxnLst>
              <a:rect l="0" t="0" r="r" b="b"/>
              <a:pathLst>
                <a:path w="18" h="15">
                  <a:moveTo>
                    <a:pt x="17" y="5"/>
                  </a:moveTo>
                  <a:cubicBezTo>
                    <a:pt x="18" y="9"/>
                    <a:pt x="14" y="13"/>
                    <a:pt x="9" y="14"/>
                  </a:cubicBezTo>
                  <a:cubicBezTo>
                    <a:pt x="5" y="15"/>
                    <a:pt x="0" y="13"/>
                    <a:pt x="0" y="10"/>
                  </a:cubicBezTo>
                  <a:cubicBezTo>
                    <a:pt x="0" y="7"/>
                    <a:pt x="3" y="3"/>
                    <a:pt x="7" y="2"/>
                  </a:cubicBezTo>
                  <a:cubicBezTo>
                    <a:pt x="12" y="0"/>
                    <a:pt x="16" y="2"/>
                    <a:pt x="1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9" name="Freeform 2150">
              <a:extLst>
                <a:ext uri="{FF2B5EF4-FFF2-40B4-BE49-F238E27FC236}">
                  <a16:creationId xmlns:a16="http://schemas.microsoft.com/office/drawing/2014/main" id="{8953B297-8D51-5E80-49DA-BF6AA316DDD9}"/>
                </a:ext>
              </a:extLst>
            </p:cNvPr>
            <p:cNvSpPr>
              <a:spLocks/>
            </p:cNvSpPr>
            <p:nvPr/>
          </p:nvSpPr>
          <p:spPr bwMode="auto">
            <a:xfrm rot="5094805">
              <a:off x="1470626" y="4351456"/>
              <a:ext cx="41130" cy="22850"/>
            </a:xfrm>
            <a:custGeom>
              <a:avLst/>
              <a:gdLst>
                <a:gd name="T0" fmla="*/ 17 w 17"/>
                <a:gd name="T1" fmla="*/ 1 h 10"/>
                <a:gd name="T2" fmla="*/ 9 w 17"/>
                <a:gd name="T3" fmla="*/ 7 h 10"/>
                <a:gd name="T4" fmla="*/ 0 w 17"/>
                <a:gd name="T5" fmla="*/ 9 h 10"/>
                <a:gd name="T6" fmla="*/ 8 w 17"/>
                <a:gd name="T7" fmla="*/ 3 h 10"/>
                <a:gd name="T8" fmla="*/ 17 w 17"/>
                <a:gd name="T9" fmla="*/ 1 h 10"/>
              </a:gdLst>
              <a:ahLst/>
              <a:cxnLst>
                <a:cxn ang="0">
                  <a:pos x="T0" y="T1"/>
                </a:cxn>
                <a:cxn ang="0">
                  <a:pos x="T2" y="T3"/>
                </a:cxn>
                <a:cxn ang="0">
                  <a:pos x="T4" y="T5"/>
                </a:cxn>
                <a:cxn ang="0">
                  <a:pos x="T6" y="T7"/>
                </a:cxn>
                <a:cxn ang="0">
                  <a:pos x="T8" y="T9"/>
                </a:cxn>
              </a:cxnLst>
              <a:rect l="0" t="0" r="r" b="b"/>
              <a:pathLst>
                <a:path w="17" h="10">
                  <a:moveTo>
                    <a:pt x="17" y="1"/>
                  </a:moveTo>
                  <a:cubicBezTo>
                    <a:pt x="17" y="3"/>
                    <a:pt x="14" y="5"/>
                    <a:pt x="9" y="7"/>
                  </a:cubicBezTo>
                  <a:cubicBezTo>
                    <a:pt x="4" y="10"/>
                    <a:pt x="0" y="10"/>
                    <a:pt x="0" y="9"/>
                  </a:cubicBezTo>
                  <a:cubicBezTo>
                    <a:pt x="0" y="8"/>
                    <a:pt x="3" y="5"/>
                    <a:pt x="8" y="3"/>
                  </a:cubicBezTo>
                  <a:cubicBezTo>
                    <a:pt x="13" y="1"/>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0" name="Freeform 2151">
              <a:extLst>
                <a:ext uri="{FF2B5EF4-FFF2-40B4-BE49-F238E27FC236}">
                  <a16:creationId xmlns:a16="http://schemas.microsoft.com/office/drawing/2014/main" id="{B6BB05FA-DA0D-E847-F4BF-5C0470EED4BF}"/>
                </a:ext>
              </a:extLst>
            </p:cNvPr>
            <p:cNvSpPr>
              <a:spLocks/>
            </p:cNvSpPr>
            <p:nvPr/>
          </p:nvSpPr>
          <p:spPr bwMode="auto">
            <a:xfrm rot="5094805">
              <a:off x="1575163" y="4533599"/>
              <a:ext cx="43415" cy="22850"/>
            </a:xfrm>
            <a:custGeom>
              <a:avLst/>
              <a:gdLst>
                <a:gd name="T0" fmla="*/ 18 w 18"/>
                <a:gd name="T1" fmla="*/ 1 h 10"/>
                <a:gd name="T2" fmla="*/ 9 w 18"/>
                <a:gd name="T3" fmla="*/ 8 h 10"/>
                <a:gd name="T4" fmla="*/ 1 w 18"/>
                <a:gd name="T5" fmla="*/ 9 h 10"/>
                <a:gd name="T6" fmla="*/ 9 w 18"/>
                <a:gd name="T7" fmla="*/ 3 h 10"/>
                <a:gd name="T8" fmla="*/ 18 w 18"/>
                <a:gd name="T9" fmla="*/ 1 h 10"/>
              </a:gdLst>
              <a:ahLst/>
              <a:cxnLst>
                <a:cxn ang="0">
                  <a:pos x="T0" y="T1"/>
                </a:cxn>
                <a:cxn ang="0">
                  <a:pos x="T2" y="T3"/>
                </a:cxn>
                <a:cxn ang="0">
                  <a:pos x="T4" y="T5"/>
                </a:cxn>
                <a:cxn ang="0">
                  <a:pos x="T6" y="T7"/>
                </a:cxn>
                <a:cxn ang="0">
                  <a:pos x="T8" y="T9"/>
                </a:cxn>
              </a:cxnLst>
              <a:rect l="0" t="0" r="r" b="b"/>
              <a:pathLst>
                <a:path w="18" h="10">
                  <a:moveTo>
                    <a:pt x="18" y="1"/>
                  </a:moveTo>
                  <a:cubicBezTo>
                    <a:pt x="18" y="3"/>
                    <a:pt x="14" y="5"/>
                    <a:pt x="9" y="8"/>
                  </a:cubicBezTo>
                  <a:cubicBezTo>
                    <a:pt x="4" y="10"/>
                    <a:pt x="0" y="10"/>
                    <a:pt x="1" y="9"/>
                  </a:cubicBezTo>
                  <a:cubicBezTo>
                    <a:pt x="1" y="7"/>
                    <a:pt x="5" y="5"/>
                    <a:pt x="9"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1" name="Freeform 2152">
              <a:extLst>
                <a:ext uri="{FF2B5EF4-FFF2-40B4-BE49-F238E27FC236}">
                  <a16:creationId xmlns:a16="http://schemas.microsoft.com/office/drawing/2014/main" id="{4DD0EADB-C4CD-4A35-8269-9B9C0B9287E3}"/>
                </a:ext>
              </a:extLst>
            </p:cNvPr>
            <p:cNvSpPr>
              <a:spLocks/>
            </p:cNvSpPr>
            <p:nvPr/>
          </p:nvSpPr>
          <p:spPr bwMode="auto">
            <a:xfrm rot="5094805">
              <a:off x="1677732" y="4718318"/>
              <a:ext cx="43415" cy="25135"/>
            </a:xfrm>
            <a:custGeom>
              <a:avLst/>
              <a:gdLst>
                <a:gd name="T0" fmla="*/ 17 w 17"/>
                <a:gd name="T1" fmla="*/ 1 h 10"/>
                <a:gd name="T2" fmla="*/ 8 w 17"/>
                <a:gd name="T3" fmla="*/ 7 h 10"/>
                <a:gd name="T4" fmla="*/ 0 w 17"/>
                <a:gd name="T5" fmla="*/ 8 h 10"/>
                <a:gd name="T6" fmla="*/ 7 w 17"/>
                <a:gd name="T7" fmla="*/ 3 h 10"/>
                <a:gd name="T8" fmla="*/ 17 w 17"/>
                <a:gd name="T9" fmla="*/ 1 h 10"/>
              </a:gdLst>
              <a:ahLst/>
              <a:cxnLst>
                <a:cxn ang="0">
                  <a:pos x="T0" y="T1"/>
                </a:cxn>
                <a:cxn ang="0">
                  <a:pos x="T2" y="T3"/>
                </a:cxn>
                <a:cxn ang="0">
                  <a:pos x="T4" y="T5"/>
                </a:cxn>
                <a:cxn ang="0">
                  <a:pos x="T6" y="T7"/>
                </a:cxn>
                <a:cxn ang="0">
                  <a:pos x="T8" y="T9"/>
                </a:cxn>
              </a:cxnLst>
              <a:rect l="0" t="0" r="r" b="b"/>
              <a:pathLst>
                <a:path w="17" h="10">
                  <a:moveTo>
                    <a:pt x="17" y="1"/>
                  </a:moveTo>
                  <a:cubicBezTo>
                    <a:pt x="17" y="2"/>
                    <a:pt x="13" y="5"/>
                    <a:pt x="8" y="7"/>
                  </a:cubicBezTo>
                  <a:cubicBezTo>
                    <a:pt x="4" y="9"/>
                    <a:pt x="0" y="10"/>
                    <a:pt x="0" y="8"/>
                  </a:cubicBezTo>
                  <a:cubicBezTo>
                    <a:pt x="0" y="7"/>
                    <a:pt x="3" y="5"/>
                    <a:pt x="7" y="3"/>
                  </a:cubicBezTo>
                  <a:cubicBezTo>
                    <a:pt x="12" y="1"/>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2" name="Freeform 2153">
              <a:extLst>
                <a:ext uri="{FF2B5EF4-FFF2-40B4-BE49-F238E27FC236}">
                  <a16:creationId xmlns:a16="http://schemas.microsoft.com/office/drawing/2014/main" id="{A6F41A22-EF86-79D4-F0DE-FE56F5868377}"/>
                </a:ext>
              </a:extLst>
            </p:cNvPr>
            <p:cNvSpPr>
              <a:spLocks/>
            </p:cNvSpPr>
            <p:nvPr/>
          </p:nvSpPr>
          <p:spPr bwMode="auto">
            <a:xfrm rot="5094805">
              <a:off x="1777717" y="4900866"/>
              <a:ext cx="45700" cy="25135"/>
            </a:xfrm>
            <a:custGeom>
              <a:avLst/>
              <a:gdLst>
                <a:gd name="T0" fmla="*/ 9 w 18"/>
                <a:gd name="T1" fmla="*/ 7 h 10"/>
                <a:gd name="T2" fmla="*/ 0 w 18"/>
                <a:gd name="T3" fmla="*/ 8 h 10"/>
                <a:gd name="T4" fmla="*/ 10 w 18"/>
                <a:gd name="T5" fmla="*/ 2 h 10"/>
                <a:gd name="T6" fmla="*/ 18 w 18"/>
                <a:gd name="T7" fmla="*/ 1 h 10"/>
                <a:gd name="T8" fmla="*/ 9 w 18"/>
                <a:gd name="T9" fmla="*/ 7 h 10"/>
              </a:gdLst>
              <a:ahLst/>
              <a:cxnLst>
                <a:cxn ang="0">
                  <a:pos x="T0" y="T1"/>
                </a:cxn>
                <a:cxn ang="0">
                  <a:pos x="T2" y="T3"/>
                </a:cxn>
                <a:cxn ang="0">
                  <a:pos x="T4" y="T5"/>
                </a:cxn>
                <a:cxn ang="0">
                  <a:pos x="T6" y="T7"/>
                </a:cxn>
                <a:cxn ang="0">
                  <a:pos x="T8" y="T9"/>
                </a:cxn>
              </a:cxnLst>
              <a:rect l="0" t="0" r="r" b="b"/>
              <a:pathLst>
                <a:path w="18" h="10">
                  <a:moveTo>
                    <a:pt x="9" y="7"/>
                  </a:moveTo>
                  <a:cubicBezTo>
                    <a:pt x="5" y="9"/>
                    <a:pt x="1" y="10"/>
                    <a:pt x="0" y="8"/>
                  </a:cubicBezTo>
                  <a:cubicBezTo>
                    <a:pt x="0" y="7"/>
                    <a:pt x="5" y="4"/>
                    <a:pt x="10" y="2"/>
                  </a:cubicBezTo>
                  <a:cubicBezTo>
                    <a:pt x="14" y="1"/>
                    <a:pt x="17" y="0"/>
                    <a:pt x="18" y="1"/>
                  </a:cubicBezTo>
                  <a:cubicBezTo>
                    <a:pt x="18" y="2"/>
                    <a:pt x="14" y="5"/>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3" name="Freeform 2154">
              <a:extLst>
                <a:ext uri="{FF2B5EF4-FFF2-40B4-BE49-F238E27FC236}">
                  <a16:creationId xmlns:a16="http://schemas.microsoft.com/office/drawing/2014/main" id="{6A73EBAC-3933-5483-8915-817DF2CEED89}"/>
                </a:ext>
              </a:extLst>
            </p:cNvPr>
            <p:cNvSpPr>
              <a:spLocks/>
            </p:cNvSpPr>
            <p:nvPr/>
          </p:nvSpPr>
          <p:spPr bwMode="auto">
            <a:xfrm rot="5094805">
              <a:off x="1873361" y="5088583"/>
              <a:ext cx="43415" cy="20565"/>
            </a:xfrm>
            <a:custGeom>
              <a:avLst/>
              <a:gdLst>
                <a:gd name="T0" fmla="*/ 9 w 18"/>
                <a:gd name="T1" fmla="*/ 6 h 9"/>
                <a:gd name="T2" fmla="*/ 0 w 18"/>
                <a:gd name="T3" fmla="*/ 7 h 9"/>
                <a:gd name="T4" fmla="*/ 9 w 18"/>
                <a:gd name="T5" fmla="*/ 1 h 9"/>
                <a:gd name="T6" fmla="*/ 18 w 18"/>
                <a:gd name="T7" fmla="*/ 1 h 9"/>
                <a:gd name="T8" fmla="*/ 9 w 18"/>
                <a:gd name="T9" fmla="*/ 6 h 9"/>
              </a:gdLst>
              <a:ahLst/>
              <a:cxnLst>
                <a:cxn ang="0">
                  <a:pos x="T0" y="T1"/>
                </a:cxn>
                <a:cxn ang="0">
                  <a:pos x="T2" y="T3"/>
                </a:cxn>
                <a:cxn ang="0">
                  <a:pos x="T4" y="T5"/>
                </a:cxn>
                <a:cxn ang="0">
                  <a:pos x="T6" y="T7"/>
                </a:cxn>
                <a:cxn ang="0">
                  <a:pos x="T8" y="T9"/>
                </a:cxn>
              </a:cxnLst>
              <a:rect l="0" t="0" r="r" b="b"/>
              <a:pathLst>
                <a:path w="18" h="9">
                  <a:moveTo>
                    <a:pt x="9" y="6"/>
                  </a:moveTo>
                  <a:cubicBezTo>
                    <a:pt x="4" y="8"/>
                    <a:pt x="0" y="9"/>
                    <a:pt x="0" y="7"/>
                  </a:cubicBezTo>
                  <a:cubicBezTo>
                    <a:pt x="0" y="6"/>
                    <a:pt x="5" y="3"/>
                    <a:pt x="9" y="1"/>
                  </a:cubicBezTo>
                  <a:cubicBezTo>
                    <a:pt x="14" y="0"/>
                    <a:pt x="17" y="0"/>
                    <a:pt x="18" y="1"/>
                  </a:cubicBezTo>
                  <a:cubicBezTo>
                    <a:pt x="18" y="2"/>
                    <a:pt x="14" y="4"/>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4" name="Freeform 2155">
              <a:extLst>
                <a:ext uri="{FF2B5EF4-FFF2-40B4-BE49-F238E27FC236}">
                  <a16:creationId xmlns:a16="http://schemas.microsoft.com/office/drawing/2014/main" id="{0ED67986-364D-9B0A-205A-0D331843483E}"/>
                </a:ext>
              </a:extLst>
            </p:cNvPr>
            <p:cNvSpPr>
              <a:spLocks/>
            </p:cNvSpPr>
            <p:nvPr/>
          </p:nvSpPr>
          <p:spPr bwMode="auto">
            <a:xfrm rot="5094805">
              <a:off x="1964348" y="5272039"/>
              <a:ext cx="43415" cy="22850"/>
            </a:xfrm>
            <a:custGeom>
              <a:avLst/>
              <a:gdLst>
                <a:gd name="T0" fmla="*/ 9 w 18"/>
                <a:gd name="T1" fmla="*/ 7 h 9"/>
                <a:gd name="T2" fmla="*/ 1 w 18"/>
                <a:gd name="T3" fmla="*/ 8 h 9"/>
                <a:gd name="T4" fmla="*/ 8 w 18"/>
                <a:gd name="T5" fmla="*/ 2 h 9"/>
                <a:gd name="T6" fmla="*/ 18 w 18"/>
                <a:gd name="T7" fmla="*/ 2 h 9"/>
                <a:gd name="T8" fmla="*/ 9 w 18"/>
                <a:gd name="T9" fmla="*/ 7 h 9"/>
              </a:gdLst>
              <a:ahLst/>
              <a:cxnLst>
                <a:cxn ang="0">
                  <a:pos x="T0" y="T1"/>
                </a:cxn>
                <a:cxn ang="0">
                  <a:pos x="T2" y="T3"/>
                </a:cxn>
                <a:cxn ang="0">
                  <a:pos x="T4" y="T5"/>
                </a:cxn>
                <a:cxn ang="0">
                  <a:pos x="T6" y="T7"/>
                </a:cxn>
                <a:cxn ang="0">
                  <a:pos x="T8" y="T9"/>
                </a:cxn>
              </a:cxnLst>
              <a:rect l="0" t="0" r="r" b="b"/>
              <a:pathLst>
                <a:path w="18" h="9">
                  <a:moveTo>
                    <a:pt x="9" y="7"/>
                  </a:moveTo>
                  <a:cubicBezTo>
                    <a:pt x="4" y="9"/>
                    <a:pt x="0" y="9"/>
                    <a:pt x="1" y="8"/>
                  </a:cubicBezTo>
                  <a:cubicBezTo>
                    <a:pt x="1" y="6"/>
                    <a:pt x="4" y="4"/>
                    <a:pt x="8" y="2"/>
                  </a:cubicBezTo>
                  <a:cubicBezTo>
                    <a:pt x="13" y="1"/>
                    <a:pt x="18" y="0"/>
                    <a:pt x="18" y="2"/>
                  </a:cubicBezTo>
                  <a:cubicBezTo>
                    <a:pt x="18" y="3"/>
                    <a:pt x="14" y="6"/>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5" name="Freeform 2156">
              <a:extLst>
                <a:ext uri="{FF2B5EF4-FFF2-40B4-BE49-F238E27FC236}">
                  <a16:creationId xmlns:a16="http://schemas.microsoft.com/office/drawing/2014/main" id="{64CD3AA5-AAAF-0AC8-6522-C9C617D40E9E}"/>
                </a:ext>
              </a:extLst>
            </p:cNvPr>
            <p:cNvSpPr>
              <a:spLocks/>
            </p:cNvSpPr>
            <p:nvPr/>
          </p:nvSpPr>
          <p:spPr bwMode="auto">
            <a:xfrm rot="5094805">
              <a:off x="2044157" y="5461068"/>
              <a:ext cx="43415" cy="20565"/>
            </a:xfrm>
            <a:custGeom>
              <a:avLst/>
              <a:gdLst>
                <a:gd name="T0" fmla="*/ 8 w 17"/>
                <a:gd name="T1" fmla="*/ 6 h 8"/>
                <a:gd name="T2" fmla="*/ 0 w 17"/>
                <a:gd name="T3" fmla="*/ 6 h 8"/>
                <a:gd name="T4" fmla="*/ 8 w 17"/>
                <a:gd name="T5" fmla="*/ 2 h 8"/>
                <a:gd name="T6" fmla="*/ 17 w 17"/>
                <a:gd name="T7" fmla="*/ 1 h 8"/>
                <a:gd name="T8" fmla="*/ 8 w 17"/>
                <a:gd name="T9" fmla="*/ 6 h 8"/>
              </a:gdLst>
              <a:ahLst/>
              <a:cxnLst>
                <a:cxn ang="0">
                  <a:pos x="T0" y="T1"/>
                </a:cxn>
                <a:cxn ang="0">
                  <a:pos x="T2" y="T3"/>
                </a:cxn>
                <a:cxn ang="0">
                  <a:pos x="T4" y="T5"/>
                </a:cxn>
                <a:cxn ang="0">
                  <a:pos x="T6" y="T7"/>
                </a:cxn>
                <a:cxn ang="0">
                  <a:pos x="T8" y="T9"/>
                </a:cxn>
              </a:cxnLst>
              <a:rect l="0" t="0" r="r" b="b"/>
              <a:pathLst>
                <a:path w="17" h="8">
                  <a:moveTo>
                    <a:pt x="8" y="6"/>
                  </a:moveTo>
                  <a:cubicBezTo>
                    <a:pt x="4" y="8"/>
                    <a:pt x="0" y="8"/>
                    <a:pt x="0" y="6"/>
                  </a:cubicBezTo>
                  <a:cubicBezTo>
                    <a:pt x="0" y="5"/>
                    <a:pt x="3" y="3"/>
                    <a:pt x="8" y="2"/>
                  </a:cubicBezTo>
                  <a:cubicBezTo>
                    <a:pt x="13" y="0"/>
                    <a:pt x="17" y="0"/>
                    <a:pt x="17" y="1"/>
                  </a:cubicBezTo>
                  <a:cubicBezTo>
                    <a:pt x="17" y="3"/>
                    <a:pt x="13"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6" name="Freeform 2157">
              <a:extLst>
                <a:ext uri="{FF2B5EF4-FFF2-40B4-BE49-F238E27FC236}">
                  <a16:creationId xmlns:a16="http://schemas.microsoft.com/office/drawing/2014/main" id="{F3F2D485-2F34-73AC-5CF0-AE0521A1F9AE}"/>
                </a:ext>
              </a:extLst>
            </p:cNvPr>
            <p:cNvSpPr>
              <a:spLocks/>
            </p:cNvSpPr>
            <p:nvPr/>
          </p:nvSpPr>
          <p:spPr bwMode="auto">
            <a:xfrm rot="5094805">
              <a:off x="2116001" y="5649664"/>
              <a:ext cx="43415" cy="20565"/>
            </a:xfrm>
            <a:custGeom>
              <a:avLst/>
              <a:gdLst>
                <a:gd name="T0" fmla="*/ 9 w 18"/>
                <a:gd name="T1" fmla="*/ 7 h 8"/>
                <a:gd name="T2" fmla="*/ 0 w 18"/>
                <a:gd name="T3" fmla="*/ 6 h 8"/>
                <a:gd name="T4" fmla="*/ 9 w 18"/>
                <a:gd name="T5" fmla="*/ 1 h 8"/>
                <a:gd name="T6" fmla="*/ 17 w 18"/>
                <a:gd name="T7" fmla="*/ 2 h 8"/>
                <a:gd name="T8" fmla="*/ 9 w 18"/>
                <a:gd name="T9" fmla="*/ 7 h 8"/>
              </a:gdLst>
              <a:ahLst/>
              <a:cxnLst>
                <a:cxn ang="0">
                  <a:pos x="T0" y="T1"/>
                </a:cxn>
                <a:cxn ang="0">
                  <a:pos x="T2" y="T3"/>
                </a:cxn>
                <a:cxn ang="0">
                  <a:pos x="T4" y="T5"/>
                </a:cxn>
                <a:cxn ang="0">
                  <a:pos x="T6" y="T7"/>
                </a:cxn>
                <a:cxn ang="0">
                  <a:pos x="T8" y="T9"/>
                </a:cxn>
              </a:cxnLst>
              <a:rect l="0" t="0" r="r" b="b"/>
              <a:pathLst>
                <a:path w="18" h="8">
                  <a:moveTo>
                    <a:pt x="9" y="7"/>
                  </a:moveTo>
                  <a:cubicBezTo>
                    <a:pt x="4" y="8"/>
                    <a:pt x="0" y="8"/>
                    <a:pt x="0" y="6"/>
                  </a:cubicBezTo>
                  <a:cubicBezTo>
                    <a:pt x="0" y="5"/>
                    <a:pt x="4" y="2"/>
                    <a:pt x="9" y="1"/>
                  </a:cubicBezTo>
                  <a:cubicBezTo>
                    <a:pt x="13" y="0"/>
                    <a:pt x="17" y="1"/>
                    <a:pt x="17" y="2"/>
                  </a:cubicBezTo>
                  <a:cubicBezTo>
                    <a:pt x="18" y="3"/>
                    <a:pt x="14" y="5"/>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7" name="Freeform 2158">
              <a:extLst>
                <a:ext uri="{FF2B5EF4-FFF2-40B4-BE49-F238E27FC236}">
                  <a16:creationId xmlns:a16="http://schemas.microsoft.com/office/drawing/2014/main" id="{43A87817-E5EC-CB8C-E66C-1FF26DCC5DCB}"/>
                </a:ext>
              </a:extLst>
            </p:cNvPr>
            <p:cNvSpPr>
              <a:spLocks/>
            </p:cNvSpPr>
            <p:nvPr/>
          </p:nvSpPr>
          <p:spPr bwMode="auto">
            <a:xfrm rot="5094805">
              <a:off x="2175124" y="5838241"/>
              <a:ext cx="43415" cy="18280"/>
            </a:xfrm>
            <a:custGeom>
              <a:avLst/>
              <a:gdLst>
                <a:gd name="T0" fmla="*/ 18 w 18"/>
                <a:gd name="T1" fmla="*/ 2 h 7"/>
                <a:gd name="T2" fmla="*/ 9 w 18"/>
                <a:gd name="T3" fmla="*/ 6 h 7"/>
                <a:gd name="T4" fmla="*/ 1 w 18"/>
                <a:gd name="T5" fmla="*/ 5 h 7"/>
                <a:gd name="T6" fmla="*/ 9 w 18"/>
                <a:gd name="T7" fmla="*/ 1 h 7"/>
                <a:gd name="T8" fmla="*/ 18 w 18"/>
                <a:gd name="T9" fmla="*/ 2 h 7"/>
              </a:gdLst>
              <a:ahLst/>
              <a:cxnLst>
                <a:cxn ang="0">
                  <a:pos x="T0" y="T1"/>
                </a:cxn>
                <a:cxn ang="0">
                  <a:pos x="T2" y="T3"/>
                </a:cxn>
                <a:cxn ang="0">
                  <a:pos x="T4" y="T5"/>
                </a:cxn>
                <a:cxn ang="0">
                  <a:pos x="T6" y="T7"/>
                </a:cxn>
                <a:cxn ang="0">
                  <a:pos x="T8" y="T9"/>
                </a:cxn>
              </a:cxnLst>
              <a:rect l="0" t="0" r="r" b="b"/>
              <a:pathLst>
                <a:path w="18" h="7">
                  <a:moveTo>
                    <a:pt x="18" y="2"/>
                  </a:moveTo>
                  <a:cubicBezTo>
                    <a:pt x="18" y="4"/>
                    <a:pt x="14" y="6"/>
                    <a:pt x="9" y="6"/>
                  </a:cubicBezTo>
                  <a:cubicBezTo>
                    <a:pt x="4" y="7"/>
                    <a:pt x="0" y="7"/>
                    <a:pt x="1" y="5"/>
                  </a:cubicBezTo>
                  <a:cubicBezTo>
                    <a:pt x="1" y="3"/>
                    <a:pt x="4" y="2"/>
                    <a:pt x="9" y="1"/>
                  </a:cubicBezTo>
                  <a:cubicBezTo>
                    <a:pt x="14" y="0"/>
                    <a:pt x="18" y="1"/>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8" name="Freeform 2159">
              <a:extLst>
                <a:ext uri="{FF2B5EF4-FFF2-40B4-BE49-F238E27FC236}">
                  <a16:creationId xmlns:a16="http://schemas.microsoft.com/office/drawing/2014/main" id="{D4574461-B6AB-F51B-4159-838FD530FC74}"/>
                </a:ext>
              </a:extLst>
            </p:cNvPr>
            <p:cNvSpPr>
              <a:spLocks/>
            </p:cNvSpPr>
            <p:nvPr/>
          </p:nvSpPr>
          <p:spPr bwMode="auto">
            <a:xfrm rot="5094805">
              <a:off x="2219647" y="6029066"/>
              <a:ext cx="47985" cy="18280"/>
            </a:xfrm>
            <a:custGeom>
              <a:avLst/>
              <a:gdLst>
                <a:gd name="T0" fmla="*/ 9 w 19"/>
                <a:gd name="T1" fmla="*/ 1 h 7"/>
                <a:gd name="T2" fmla="*/ 19 w 19"/>
                <a:gd name="T3" fmla="*/ 3 h 7"/>
                <a:gd name="T4" fmla="*/ 10 w 19"/>
                <a:gd name="T5" fmla="*/ 6 h 7"/>
                <a:gd name="T6" fmla="*/ 1 w 19"/>
                <a:gd name="T7" fmla="*/ 5 h 7"/>
                <a:gd name="T8" fmla="*/ 9 w 19"/>
                <a:gd name="T9" fmla="*/ 1 h 7"/>
              </a:gdLst>
              <a:ahLst/>
              <a:cxnLst>
                <a:cxn ang="0">
                  <a:pos x="T0" y="T1"/>
                </a:cxn>
                <a:cxn ang="0">
                  <a:pos x="T2" y="T3"/>
                </a:cxn>
                <a:cxn ang="0">
                  <a:pos x="T4" y="T5"/>
                </a:cxn>
                <a:cxn ang="0">
                  <a:pos x="T6" y="T7"/>
                </a:cxn>
                <a:cxn ang="0">
                  <a:pos x="T8" y="T9"/>
                </a:cxn>
              </a:cxnLst>
              <a:rect l="0" t="0" r="r" b="b"/>
              <a:pathLst>
                <a:path w="19" h="7">
                  <a:moveTo>
                    <a:pt x="9" y="1"/>
                  </a:moveTo>
                  <a:cubicBezTo>
                    <a:pt x="13" y="0"/>
                    <a:pt x="18" y="1"/>
                    <a:pt x="19" y="3"/>
                  </a:cubicBezTo>
                  <a:cubicBezTo>
                    <a:pt x="19" y="4"/>
                    <a:pt x="15" y="6"/>
                    <a:pt x="10" y="6"/>
                  </a:cubicBezTo>
                  <a:cubicBezTo>
                    <a:pt x="6" y="7"/>
                    <a:pt x="2" y="6"/>
                    <a:pt x="1" y="5"/>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9" name="Freeform 2160">
              <a:extLst>
                <a:ext uri="{FF2B5EF4-FFF2-40B4-BE49-F238E27FC236}">
                  <a16:creationId xmlns:a16="http://schemas.microsoft.com/office/drawing/2014/main" id="{F0020725-02C6-F484-4332-8FA0CCBF8B64}"/>
                </a:ext>
              </a:extLst>
            </p:cNvPr>
            <p:cNvSpPr>
              <a:spLocks/>
            </p:cNvSpPr>
            <p:nvPr/>
          </p:nvSpPr>
          <p:spPr bwMode="auto">
            <a:xfrm rot="5094805">
              <a:off x="2259626" y="6220498"/>
              <a:ext cx="47985" cy="18280"/>
            </a:xfrm>
            <a:custGeom>
              <a:avLst/>
              <a:gdLst>
                <a:gd name="T0" fmla="*/ 8 w 19"/>
                <a:gd name="T1" fmla="*/ 1 h 7"/>
                <a:gd name="T2" fmla="*/ 18 w 19"/>
                <a:gd name="T3" fmla="*/ 2 h 7"/>
                <a:gd name="T4" fmla="*/ 10 w 19"/>
                <a:gd name="T5" fmla="*/ 6 h 7"/>
                <a:gd name="T6" fmla="*/ 1 w 19"/>
                <a:gd name="T7" fmla="*/ 5 h 7"/>
                <a:gd name="T8" fmla="*/ 8 w 19"/>
                <a:gd name="T9" fmla="*/ 1 h 7"/>
              </a:gdLst>
              <a:ahLst/>
              <a:cxnLst>
                <a:cxn ang="0">
                  <a:pos x="T0" y="T1"/>
                </a:cxn>
                <a:cxn ang="0">
                  <a:pos x="T2" y="T3"/>
                </a:cxn>
                <a:cxn ang="0">
                  <a:pos x="T4" y="T5"/>
                </a:cxn>
                <a:cxn ang="0">
                  <a:pos x="T6" y="T7"/>
                </a:cxn>
                <a:cxn ang="0">
                  <a:pos x="T8" y="T9"/>
                </a:cxn>
              </a:cxnLst>
              <a:rect l="0" t="0" r="r" b="b"/>
              <a:pathLst>
                <a:path w="19" h="7">
                  <a:moveTo>
                    <a:pt x="8" y="1"/>
                  </a:moveTo>
                  <a:cubicBezTo>
                    <a:pt x="13" y="0"/>
                    <a:pt x="17" y="0"/>
                    <a:pt x="18" y="2"/>
                  </a:cubicBezTo>
                  <a:cubicBezTo>
                    <a:pt x="19" y="4"/>
                    <a:pt x="15" y="6"/>
                    <a:pt x="10" y="6"/>
                  </a:cubicBezTo>
                  <a:cubicBezTo>
                    <a:pt x="6" y="7"/>
                    <a:pt x="2" y="7"/>
                    <a:pt x="1" y="5"/>
                  </a:cubicBezTo>
                  <a:cubicBezTo>
                    <a:pt x="0" y="4"/>
                    <a:pt x="3"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0" name="Freeform 2161">
              <a:extLst>
                <a:ext uri="{FF2B5EF4-FFF2-40B4-BE49-F238E27FC236}">
                  <a16:creationId xmlns:a16="http://schemas.microsoft.com/office/drawing/2014/main" id="{D5A100C6-3A55-0C12-2E7F-B0DFAB72BA4C}"/>
                </a:ext>
              </a:extLst>
            </p:cNvPr>
            <p:cNvSpPr>
              <a:spLocks/>
            </p:cNvSpPr>
            <p:nvPr/>
          </p:nvSpPr>
          <p:spPr bwMode="auto">
            <a:xfrm rot="5094805">
              <a:off x="2315441" y="6408333"/>
              <a:ext cx="45700" cy="20565"/>
            </a:xfrm>
            <a:custGeom>
              <a:avLst/>
              <a:gdLst>
                <a:gd name="T0" fmla="*/ 8 w 19"/>
                <a:gd name="T1" fmla="*/ 1 h 8"/>
                <a:gd name="T2" fmla="*/ 18 w 19"/>
                <a:gd name="T3" fmla="*/ 2 h 8"/>
                <a:gd name="T4" fmla="*/ 10 w 19"/>
                <a:gd name="T5" fmla="*/ 7 h 8"/>
                <a:gd name="T6" fmla="*/ 1 w 19"/>
                <a:gd name="T7" fmla="*/ 6 h 8"/>
                <a:gd name="T8" fmla="*/ 8 w 19"/>
                <a:gd name="T9" fmla="*/ 1 h 8"/>
              </a:gdLst>
              <a:ahLst/>
              <a:cxnLst>
                <a:cxn ang="0">
                  <a:pos x="T0" y="T1"/>
                </a:cxn>
                <a:cxn ang="0">
                  <a:pos x="T2" y="T3"/>
                </a:cxn>
                <a:cxn ang="0">
                  <a:pos x="T4" y="T5"/>
                </a:cxn>
                <a:cxn ang="0">
                  <a:pos x="T6" y="T7"/>
                </a:cxn>
                <a:cxn ang="0">
                  <a:pos x="T8" y="T9"/>
                </a:cxn>
              </a:cxnLst>
              <a:rect l="0" t="0" r="r" b="b"/>
              <a:pathLst>
                <a:path w="19" h="8">
                  <a:moveTo>
                    <a:pt x="8" y="1"/>
                  </a:moveTo>
                  <a:cubicBezTo>
                    <a:pt x="13" y="0"/>
                    <a:pt x="18" y="0"/>
                    <a:pt x="18" y="2"/>
                  </a:cubicBezTo>
                  <a:cubicBezTo>
                    <a:pt x="19" y="4"/>
                    <a:pt x="15" y="6"/>
                    <a:pt x="10" y="7"/>
                  </a:cubicBezTo>
                  <a:cubicBezTo>
                    <a:pt x="6" y="8"/>
                    <a:pt x="2" y="8"/>
                    <a:pt x="1" y="6"/>
                  </a:cubicBezTo>
                  <a:cubicBezTo>
                    <a:pt x="0" y="5"/>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1" name="Freeform 2162">
              <a:extLst>
                <a:ext uri="{FF2B5EF4-FFF2-40B4-BE49-F238E27FC236}">
                  <a16:creationId xmlns:a16="http://schemas.microsoft.com/office/drawing/2014/main" id="{21D8E1C7-D020-9CD5-FA9F-15261589714F}"/>
                </a:ext>
              </a:extLst>
            </p:cNvPr>
            <p:cNvSpPr>
              <a:spLocks/>
            </p:cNvSpPr>
            <p:nvPr/>
          </p:nvSpPr>
          <p:spPr bwMode="auto">
            <a:xfrm rot="5094805">
              <a:off x="2385009" y="6597132"/>
              <a:ext cx="45700" cy="20565"/>
            </a:xfrm>
            <a:custGeom>
              <a:avLst/>
              <a:gdLst>
                <a:gd name="T0" fmla="*/ 17 w 18"/>
                <a:gd name="T1" fmla="*/ 1 h 8"/>
                <a:gd name="T2" fmla="*/ 10 w 18"/>
                <a:gd name="T3" fmla="*/ 7 h 8"/>
                <a:gd name="T4" fmla="*/ 0 w 18"/>
                <a:gd name="T5" fmla="*/ 6 h 8"/>
                <a:gd name="T6" fmla="*/ 7 w 18"/>
                <a:gd name="T7" fmla="*/ 1 h 8"/>
                <a:gd name="T8" fmla="*/ 17 w 18"/>
                <a:gd name="T9" fmla="*/ 1 h 8"/>
              </a:gdLst>
              <a:ahLst/>
              <a:cxnLst>
                <a:cxn ang="0">
                  <a:pos x="T0" y="T1"/>
                </a:cxn>
                <a:cxn ang="0">
                  <a:pos x="T2" y="T3"/>
                </a:cxn>
                <a:cxn ang="0">
                  <a:pos x="T4" y="T5"/>
                </a:cxn>
                <a:cxn ang="0">
                  <a:pos x="T6" y="T7"/>
                </a:cxn>
                <a:cxn ang="0">
                  <a:pos x="T8" y="T9"/>
                </a:cxn>
              </a:cxnLst>
              <a:rect l="0" t="0" r="r" b="b"/>
              <a:pathLst>
                <a:path w="18" h="8">
                  <a:moveTo>
                    <a:pt x="17" y="1"/>
                  </a:moveTo>
                  <a:cubicBezTo>
                    <a:pt x="18" y="3"/>
                    <a:pt x="14" y="5"/>
                    <a:pt x="10" y="7"/>
                  </a:cubicBezTo>
                  <a:cubicBezTo>
                    <a:pt x="5" y="8"/>
                    <a:pt x="0" y="8"/>
                    <a:pt x="0" y="6"/>
                  </a:cubicBezTo>
                  <a:cubicBezTo>
                    <a:pt x="0" y="5"/>
                    <a:pt x="3" y="3"/>
                    <a:pt x="7" y="1"/>
                  </a:cubicBezTo>
                  <a:cubicBezTo>
                    <a:pt x="12" y="0"/>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2" name="Freeform 2163">
              <a:extLst>
                <a:ext uri="{FF2B5EF4-FFF2-40B4-BE49-F238E27FC236}">
                  <a16:creationId xmlns:a16="http://schemas.microsoft.com/office/drawing/2014/main" id="{8CFB1C58-537E-FB8C-9C98-A8777FB623A8}"/>
                </a:ext>
              </a:extLst>
            </p:cNvPr>
            <p:cNvSpPr>
              <a:spLocks/>
            </p:cNvSpPr>
            <p:nvPr/>
          </p:nvSpPr>
          <p:spPr bwMode="auto">
            <a:xfrm rot="5094805">
              <a:off x="2465754" y="6780356"/>
              <a:ext cx="45700" cy="25135"/>
            </a:xfrm>
            <a:custGeom>
              <a:avLst/>
              <a:gdLst>
                <a:gd name="T0" fmla="*/ 17 w 18"/>
                <a:gd name="T1" fmla="*/ 1 h 10"/>
                <a:gd name="T2" fmla="*/ 10 w 18"/>
                <a:gd name="T3" fmla="*/ 8 h 10"/>
                <a:gd name="T4" fmla="*/ 0 w 18"/>
                <a:gd name="T5" fmla="*/ 8 h 10"/>
                <a:gd name="T6" fmla="*/ 7 w 18"/>
                <a:gd name="T7" fmla="*/ 2 h 10"/>
                <a:gd name="T8" fmla="*/ 17 w 18"/>
                <a:gd name="T9" fmla="*/ 1 h 10"/>
              </a:gdLst>
              <a:ahLst/>
              <a:cxnLst>
                <a:cxn ang="0">
                  <a:pos x="T0" y="T1"/>
                </a:cxn>
                <a:cxn ang="0">
                  <a:pos x="T2" y="T3"/>
                </a:cxn>
                <a:cxn ang="0">
                  <a:pos x="T4" y="T5"/>
                </a:cxn>
                <a:cxn ang="0">
                  <a:pos x="T6" y="T7"/>
                </a:cxn>
                <a:cxn ang="0">
                  <a:pos x="T8" y="T9"/>
                </a:cxn>
              </a:cxnLst>
              <a:rect l="0" t="0" r="r" b="b"/>
              <a:pathLst>
                <a:path w="18" h="10">
                  <a:moveTo>
                    <a:pt x="17" y="1"/>
                  </a:moveTo>
                  <a:cubicBezTo>
                    <a:pt x="18" y="3"/>
                    <a:pt x="15" y="6"/>
                    <a:pt x="10" y="8"/>
                  </a:cubicBezTo>
                  <a:cubicBezTo>
                    <a:pt x="5" y="9"/>
                    <a:pt x="0" y="10"/>
                    <a:pt x="0" y="8"/>
                  </a:cubicBezTo>
                  <a:cubicBezTo>
                    <a:pt x="0" y="6"/>
                    <a:pt x="3" y="4"/>
                    <a:pt x="7" y="2"/>
                  </a:cubicBezTo>
                  <a:cubicBezTo>
                    <a:pt x="12" y="0"/>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3" name="Freeform 2164">
              <a:extLst>
                <a:ext uri="{FF2B5EF4-FFF2-40B4-BE49-F238E27FC236}">
                  <a16:creationId xmlns:a16="http://schemas.microsoft.com/office/drawing/2014/main" id="{4CCCC546-39E9-90AC-4EBF-661984EE286E}"/>
                </a:ext>
              </a:extLst>
            </p:cNvPr>
            <p:cNvSpPr>
              <a:spLocks/>
            </p:cNvSpPr>
            <p:nvPr/>
          </p:nvSpPr>
          <p:spPr bwMode="auto">
            <a:xfrm rot="5094805">
              <a:off x="868482" y="1563838"/>
              <a:ext cx="43415" cy="31990"/>
            </a:xfrm>
            <a:custGeom>
              <a:avLst/>
              <a:gdLst>
                <a:gd name="T0" fmla="*/ 11 w 18"/>
                <a:gd name="T1" fmla="*/ 11 h 13"/>
                <a:gd name="T2" fmla="*/ 1 w 18"/>
                <a:gd name="T3" fmla="*/ 2 h 13"/>
                <a:gd name="T4" fmla="*/ 8 w 18"/>
                <a:gd name="T5" fmla="*/ 2 h 13"/>
                <a:gd name="T6" fmla="*/ 18 w 18"/>
                <a:gd name="T7" fmla="*/ 11 h 13"/>
                <a:gd name="T8" fmla="*/ 11 w 18"/>
                <a:gd name="T9" fmla="*/ 11 h 13"/>
              </a:gdLst>
              <a:ahLst/>
              <a:cxnLst>
                <a:cxn ang="0">
                  <a:pos x="T0" y="T1"/>
                </a:cxn>
                <a:cxn ang="0">
                  <a:pos x="T2" y="T3"/>
                </a:cxn>
                <a:cxn ang="0">
                  <a:pos x="T4" y="T5"/>
                </a:cxn>
                <a:cxn ang="0">
                  <a:pos x="T6" y="T7"/>
                </a:cxn>
                <a:cxn ang="0">
                  <a:pos x="T8" y="T9"/>
                </a:cxn>
              </a:cxnLst>
              <a:rect l="0" t="0" r="r" b="b"/>
              <a:pathLst>
                <a:path w="18" h="13">
                  <a:moveTo>
                    <a:pt x="11" y="11"/>
                  </a:moveTo>
                  <a:cubicBezTo>
                    <a:pt x="6" y="9"/>
                    <a:pt x="1" y="5"/>
                    <a:pt x="1" y="2"/>
                  </a:cubicBezTo>
                  <a:cubicBezTo>
                    <a:pt x="0" y="0"/>
                    <a:pt x="3" y="0"/>
                    <a:pt x="8" y="2"/>
                  </a:cubicBezTo>
                  <a:cubicBezTo>
                    <a:pt x="12" y="4"/>
                    <a:pt x="17" y="8"/>
                    <a:pt x="18" y="11"/>
                  </a:cubicBezTo>
                  <a:cubicBezTo>
                    <a:pt x="18" y="13"/>
                    <a:pt x="15" y="13"/>
                    <a:pt x="1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4" name="Freeform 2165">
              <a:extLst>
                <a:ext uri="{FF2B5EF4-FFF2-40B4-BE49-F238E27FC236}">
                  <a16:creationId xmlns:a16="http://schemas.microsoft.com/office/drawing/2014/main" id="{2C9985C4-C84C-E277-B9DD-A42B6CA49ECF}"/>
                </a:ext>
              </a:extLst>
            </p:cNvPr>
            <p:cNvSpPr>
              <a:spLocks/>
            </p:cNvSpPr>
            <p:nvPr/>
          </p:nvSpPr>
          <p:spPr bwMode="auto">
            <a:xfrm rot="5094805">
              <a:off x="791557" y="1771504"/>
              <a:ext cx="41130" cy="27420"/>
            </a:xfrm>
            <a:custGeom>
              <a:avLst/>
              <a:gdLst>
                <a:gd name="T0" fmla="*/ 10 w 17"/>
                <a:gd name="T1" fmla="*/ 9 h 11"/>
                <a:gd name="T2" fmla="*/ 0 w 17"/>
                <a:gd name="T3" fmla="*/ 1 h 11"/>
                <a:gd name="T4" fmla="*/ 8 w 17"/>
                <a:gd name="T5" fmla="*/ 2 h 11"/>
                <a:gd name="T6" fmla="*/ 17 w 17"/>
                <a:gd name="T7" fmla="*/ 9 h 11"/>
                <a:gd name="T8" fmla="*/ 10 w 17"/>
                <a:gd name="T9" fmla="*/ 9 h 11"/>
              </a:gdLst>
              <a:ahLst/>
              <a:cxnLst>
                <a:cxn ang="0">
                  <a:pos x="T0" y="T1"/>
                </a:cxn>
                <a:cxn ang="0">
                  <a:pos x="T2" y="T3"/>
                </a:cxn>
                <a:cxn ang="0">
                  <a:pos x="T4" y="T5"/>
                </a:cxn>
                <a:cxn ang="0">
                  <a:pos x="T6" y="T7"/>
                </a:cxn>
                <a:cxn ang="0">
                  <a:pos x="T8" y="T9"/>
                </a:cxn>
              </a:cxnLst>
              <a:rect l="0" t="0" r="r" b="b"/>
              <a:pathLst>
                <a:path w="17" h="11">
                  <a:moveTo>
                    <a:pt x="10" y="9"/>
                  </a:moveTo>
                  <a:cubicBezTo>
                    <a:pt x="5" y="7"/>
                    <a:pt x="0" y="3"/>
                    <a:pt x="0" y="1"/>
                  </a:cubicBezTo>
                  <a:cubicBezTo>
                    <a:pt x="0" y="0"/>
                    <a:pt x="4" y="0"/>
                    <a:pt x="8" y="2"/>
                  </a:cubicBezTo>
                  <a:cubicBezTo>
                    <a:pt x="12" y="4"/>
                    <a:pt x="17" y="7"/>
                    <a:pt x="17" y="9"/>
                  </a:cubicBezTo>
                  <a:cubicBezTo>
                    <a:pt x="17" y="11"/>
                    <a:pt x="14" y="10"/>
                    <a:pt x="1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5" name="Freeform 2166">
              <a:extLst>
                <a:ext uri="{FF2B5EF4-FFF2-40B4-BE49-F238E27FC236}">
                  <a16:creationId xmlns:a16="http://schemas.microsoft.com/office/drawing/2014/main" id="{3F186ADC-529D-BA4D-1CA1-28E3CACA5B70}"/>
                </a:ext>
              </a:extLst>
            </p:cNvPr>
            <p:cNvSpPr>
              <a:spLocks/>
            </p:cNvSpPr>
            <p:nvPr/>
          </p:nvSpPr>
          <p:spPr bwMode="auto">
            <a:xfrm rot="5094805">
              <a:off x="724962" y="1979092"/>
              <a:ext cx="45700" cy="22850"/>
            </a:xfrm>
            <a:custGeom>
              <a:avLst/>
              <a:gdLst>
                <a:gd name="T0" fmla="*/ 17 w 18"/>
                <a:gd name="T1" fmla="*/ 7 h 9"/>
                <a:gd name="T2" fmla="*/ 11 w 18"/>
                <a:gd name="T3" fmla="*/ 8 h 9"/>
                <a:gd name="T4" fmla="*/ 0 w 18"/>
                <a:gd name="T5" fmla="*/ 2 h 9"/>
                <a:gd name="T6" fmla="*/ 8 w 18"/>
                <a:gd name="T7" fmla="*/ 2 h 9"/>
                <a:gd name="T8" fmla="*/ 17 w 18"/>
                <a:gd name="T9" fmla="*/ 7 h 9"/>
              </a:gdLst>
              <a:ahLst/>
              <a:cxnLst>
                <a:cxn ang="0">
                  <a:pos x="T0" y="T1"/>
                </a:cxn>
                <a:cxn ang="0">
                  <a:pos x="T2" y="T3"/>
                </a:cxn>
                <a:cxn ang="0">
                  <a:pos x="T4" y="T5"/>
                </a:cxn>
                <a:cxn ang="0">
                  <a:pos x="T6" y="T7"/>
                </a:cxn>
                <a:cxn ang="0">
                  <a:pos x="T8" y="T9"/>
                </a:cxn>
              </a:cxnLst>
              <a:rect l="0" t="0" r="r" b="b"/>
              <a:pathLst>
                <a:path w="18" h="9">
                  <a:moveTo>
                    <a:pt x="17" y="7"/>
                  </a:moveTo>
                  <a:cubicBezTo>
                    <a:pt x="18" y="9"/>
                    <a:pt x="15" y="9"/>
                    <a:pt x="11" y="8"/>
                  </a:cubicBezTo>
                  <a:cubicBezTo>
                    <a:pt x="6" y="6"/>
                    <a:pt x="1" y="3"/>
                    <a:pt x="0" y="2"/>
                  </a:cubicBezTo>
                  <a:cubicBezTo>
                    <a:pt x="0" y="0"/>
                    <a:pt x="3" y="0"/>
                    <a:pt x="8" y="2"/>
                  </a:cubicBezTo>
                  <a:cubicBezTo>
                    <a:pt x="12" y="3"/>
                    <a:pt x="16" y="6"/>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6" name="Freeform 2167">
              <a:extLst>
                <a:ext uri="{FF2B5EF4-FFF2-40B4-BE49-F238E27FC236}">
                  <a16:creationId xmlns:a16="http://schemas.microsoft.com/office/drawing/2014/main" id="{90E72BA0-01EE-94A5-13BF-A6D1CE5ADF59}"/>
                </a:ext>
              </a:extLst>
            </p:cNvPr>
            <p:cNvSpPr>
              <a:spLocks/>
            </p:cNvSpPr>
            <p:nvPr/>
          </p:nvSpPr>
          <p:spPr bwMode="auto">
            <a:xfrm rot="5094805">
              <a:off x="684357" y="2183622"/>
              <a:ext cx="41130" cy="15995"/>
            </a:xfrm>
            <a:custGeom>
              <a:avLst/>
              <a:gdLst>
                <a:gd name="T0" fmla="*/ 9 w 17"/>
                <a:gd name="T1" fmla="*/ 1 h 7"/>
                <a:gd name="T2" fmla="*/ 17 w 17"/>
                <a:gd name="T3" fmla="*/ 6 h 7"/>
                <a:gd name="T4" fmla="*/ 9 w 17"/>
                <a:gd name="T5" fmla="*/ 6 h 7"/>
                <a:gd name="T6" fmla="*/ 0 w 17"/>
                <a:gd name="T7" fmla="*/ 1 h 7"/>
                <a:gd name="T8" fmla="*/ 9 w 17"/>
                <a:gd name="T9" fmla="*/ 1 h 7"/>
              </a:gdLst>
              <a:ahLst/>
              <a:cxnLst>
                <a:cxn ang="0">
                  <a:pos x="T0" y="T1"/>
                </a:cxn>
                <a:cxn ang="0">
                  <a:pos x="T2" y="T3"/>
                </a:cxn>
                <a:cxn ang="0">
                  <a:pos x="T4" y="T5"/>
                </a:cxn>
                <a:cxn ang="0">
                  <a:pos x="T6" y="T7"/>
                </a:cxn>
                <a:cxn ang="0">
                  <a:pos x="T8" y="T9"/>
                </a:cxn>
              </a:cxnLst>
              <a:rect l="0" t="0" r="r" b="b"/>
              <a:pathLst>
                <a:path w="17" h="7">
                  <a:moveTo>
                    <a:pt x="9" y="1"/>
                  </a:moveTo>
                  <a:cubicBezTo>
                    <a:pt x="13" y="2"/>
                    <a:pt x="17" y="5"/>
                    <a:pt x="17" y="6"/>
                  </a:cubicBezTo>
                  <a:cubicBezTo>
                    <a:pt x="17" y="7"/>
                    <a:pt x="13" y="7"/>
                    <a:pt x="9" y="6"/>
                  </a:cubicBezTo>
                  <a:cubicBezTo>
                    <a:pt x="4" y="4"/>
                    <a:pt x="1" y="3"/>
                    <a:pt x="0" y="1"/>
                  </a:cubicBezTo>
                  <a:cubicBezTo>
                    <a:pt x="0" y="0"/>
                    <a:pt x="4"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7" name="Freeform 2168">
              <a:extLst>
                <a:ext uri="{FF2B5EF4-FFF2-40B4-BE49-F238E27FC236}">
                  <a16:creationId xmlns:a16="http://schemas.microsoft.com/office/drawing/2014/main" id="{20125CDF-F855-99BE-8643-B8DF6D946A8C}"/>
                </a:ext>
              </a:extLst>
            </p:cNvPr>
            <p:cNvSpPr>
              <a:spLocks/>
            </p:cNvSpPr>
            <p:nvPr/>
          </p:nvSpPr>
          <p:spPr bwMode="auto">
            <a:xfrm rot="5094805">
              <a:off x="667631" y="2384477"/>
              <a:ext cx="45700" cy="11425"/>
            </a:xfrm>
            <a:custGeom>
              <a:avLst/>
              <a:gdLst>
                <a:gd name="T0" fmla="*/ 9 w 18"/>
                <a:gd name="T1" fmla="*/ 0 h 5"/>
                <a:gd name="T2" fmla="*/ 17 w 18"/>
                <a:gd name="T3" fmla="*/ 4 h 5"/>
                <a:gd name="T4" fmla="*/ 9 w 18"/>
                <a:gd name="T5" fmla="*/ 5 h 5"/>
                <a:gd name="T6" fmla="*/ 1 w 18"/>
                <a:gd name="T7" fmla="*/ 2 h 5"/>
                <a:gd name="T8" fmla="*/ 9 w 18"/>
                <a:gd name="T9" fmla="*/ 0 h 5"/>
              </a:gdLst>
              <a:ahLst/>
              <a:cxnLst>
                <a:cxn ang="0">
                  <a:pos x="T0" y="T1"/>
                </a:cxn>
                <a:cxn ang="0">
                  <a:pos x="T2" y="T3"/>
                </a:cxn>
                <a:cxn ang="0">
                  <a:pos x="T4" y="T5"/>
                </a:cxn>
                <a:cxn ang="0">
                  <a:pos x="T6" y="T7"/>
                </a:cxn>
                <a:cxn ang="0">
                  <a:pos x="T8" y="T9"/>
                </a:cxn>
              </a:cxnLst>
              <a:rect l="0" t="0" r="r" b="b"/>
              <a:pathLst>
                <a:path w="18" h="5">
                  <a:moveTo>
                    <a:pt x="9" y="0"/>
                  </a:moveTo>
                  <a:cubicBezTo>
                    <a:pt x="14" y="1"/>
                    <a:pt x="18" y="2"/>
                    <a:pt x="17" y="4"/>
                  </a:cubicBezTo>
                  <a:cubicBezTo>
                    <a:pt x="17" y="5"/>
                    <a:pt x="13" y="5"/>
                    <a:pt x="9" y="5"/>
                  </a:cubicBezTo>
                  <a:cubicBezTo>
                    <a:pt x="5" y="4"/>
                    <a:pt x="1" y="3"/>
                    <a:pt x="1" y="2"/>
                  </a:cubicBezTo>
                  <a:cubicBezTo>
                    <a:pt x="0" y="0"/>
                    <a:pt x="4"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8" name="Freeform 2169">
              <a:extLst>
                <a:ext uri="{FF2B5EF4-FFF2-40B4-BE49-F238E27FC236}">
                  <a16:creationId xmlns:a16="http://schemas.microsoft.com/office/drawing/2014/main" id="{DE422EC7-DF95-8273-04DC-2DE24FB7CBFF}"/>
                </a:ext>
              </a:extLst>
            </p:cNvPr>
            <p:cNvSpPr>
              <a:spLocks/>
            </p:cNvSpPr>
            <p:nvPr/>
          </p:nvSpPr>
          <p:spPr bwMode="auto">
            <a:xfrm rot="5094805">
              <a:off x="690646" y="2578668"/>
              <a:ext cx="43415" cy="11425"/>
            </a:xfrm>
            <a:custGeom>
              <a:avLst/>
              <a:gdLst>
                <a:gd name="T0" fmla="*/ 11 w 18"/>
                <a:gd name="T1" fmla="*/ 4 h 5"/>
                <a:gd name="T2" fmla="*/ 1 w 18"/>
                <a:gd name="T3" fmla="*/ 3 h 5"/>
                <a:gd name="T4" fmla="*/ 7 w 18"/>
                <a:gd name="T5" fmla="*/ 0 h 5"/>
                <a:gd name="T6" fmla="*/ 17 w 18"/>
                <a:gd name="T7" fmla="*/ 1 h 5"/>
                <a:gd name="T8" fmla="*/ 11 w 18"/>
                <a:gd name="T9" fmla="*/ 4 h 5"/>
              </a:gdLst>
              <a:ahLst/>
              <a:cxnLst>
                <a:cxn ang="0">
                  <a:pos x="T0" y="T1"/>
                </a:cxn>
                <a:cxn ang="0">
                  <a:pos x="T2" y="T3"/>
                </a:cxn>
                <a:cxn ang="0">
                  <a:pos x="T4" y="T5"/>
                </a:cxn>
                <a:cxn ang="0">
                  <a:pos x="T6" y="T7"/>
                </a:cxn>
                <a:cxn ang="0">
                  <a:pos x="T8" y="T9"/>
                </a:cxn>
              </a:cxnLst>
              <a:rect l="0" t="0" r="r" b="b"/>
              <a:pathLst>
                <a:path w="18" h="5">
                  <a:moveTo>
                    <a:pt x="11" y="4"/>
                  </a:moveTo>
                  <a:cubicBezTo>
                    <a:pt x="6" y="5"/>
                    <a:pt x="1" y="5"/>
                    <a:pt x="1" y="3"/>
                  </a:cubicBezTo>
                  <a:cubicBezTo>
                    <a:pt x="0" y="2"/>
                    <a:pt x="3" y="1"/>
                    <a:pt x="7" y="0"/>
                  </a:cubicBezTo>
                  <a:cubicBezTo>
                    <a:pt x="12" y="0"/>
                    <a:pt x="17" y="0"/>
                    <a:pt x="17" y="1"/>
                  </a:cubicBezTo>
                  <a:cubicBezTo>
                    <a:pt x="18" y="3"/>
                    <a:pt x="15" y="4"/>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9" name="Freeform 2170">
              <a:extLst>
                <a:ext uri="{FF2B5EF4-FFF2-40B4-BE49-F238E27FC236}">
                  <a16:creationId xmlns:a16="http://schemas.microsoft.com/office/drawing/2014/main" id="{80AB153F-7820-6EAC-9834-AD967878DF9E}"/>
                </a:ext>
              </a:extLst>
            </p:cNvPr>
            <p:cNvSpPr>
              <a:spLocks/>
            </p:cNvSpPr>
            <p:nvPr/>
          </p:nvSpPr>
          <p:spPr bwMode="auto">
            <a:xfrm rot="5094805">
              <a:off x="737357" y="2767314"/>
              <a:ext cx="41130" cy="13710"/>
            </a:xfrm>
            <a:custGeom>
              <a:avLst/>
              <a:gdLst>
                <a:gd name="T0" fmla="*/ 17 w 17"/>
                <a:gd name="T1" fmla="*/ 2 h 6"/>
                <a:gd name="T2" fmla="*/ 10 w 17"/>
                <a:gd name="T3" fmla="*/ 5 h 6"/>
                <a:gd name="T4" fmla="*/ 0 w 17"/>
                <a:gd name="T5" fmla="*/ 4 h 6"/>
                <a:gd name="T6" fmla="*/ 7 w 17"/>
                <a:gd name="T7" fmla="*/ 1 h 6"/>
                <a:gd name="T8" fmla="*/ 17 w 17"/>
                <a:gd name="T9" fmla="*/ 2 h 6"/>
              </a:gdLst>
              <a:ahLst/>
              <a:cxnLst>
                <a:cxn ang="0">
                  <a:pos x="T0" y="T1"/>
                </a:cxn>
                <a:cxn ang="0">
                  <a:pos x="T2" y="T3"/>
                </a:cxn>
                <a:cxn ang="0">
                  <a:pos x="T4" y="T5"/>
                </a:cxn>
                <a:cxn ang="0">
                  <a:pos x="T6" y="T7"/>
                </a:cxn>
                <a:cxn ang="0">
                  <a:pos x="T8" y="T9"/>
                </a:cxn>
              </a:cxnLst>
              <a:rect l="0" t="0" r="r" b="b"/>
              <a:pathLst>
                <a:path w="17" h="6">
                  <a:moveTo>
                    <a:pt x="17" y="2"/>
                  </a:moveTo>
                  <a:cubicBezTo>
                    <a:pt x="17" y="3"/>
                    <a:pt x="14" y="4"/>
                    <a:pt x="10" y="5"/>
                  </a:cubicBezTo>
                  <a:cubicBezTo>
                    <a:pt x="5" y="6"/>
                    <a:pt x="1" y="6"/>
                    <a:pt x="0" y="4"/>
                  </a:cubicBezTo>
                  <a:cubicBezTo>
                    <a:pt x="0" y="3"/>
                    <a:pt x="3" y="2"/>
                    <a:pt x="7"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0" name="Freeform 2171">
              <a:extLst>
                <a:ext uri="{FF2B5EF4-FFF2-40B4-BE49-F238E27FC236}">
                  <a16:creationId xmlns:a16="http://schemas.microsoft.com/office/drawing/2014/main" id="{4295A1BC-BBEF-F222-879F-06FA99EC9373}"/>
                </a:ext>
              </a:extLst>
            </p:cNvPr>
            <p:cNvSpPr>
              <a:spLocks/>
            </p:cNvSpPr>
            <p:nvPr/>
          </p:nvSpPr>
          <p:spPr bwMode="auto">
            <a:xfrm rot="5094805">
              <a:off x="794407" y="2956084"/>
              <a:ext cx="41130" cy="15995"/>
            </a:xfrm>
            <a:custGeom>
              <a:avLst/>
              <a:gdLst>
                <a:gd name="T0" fmla="*/ 9 w 16"/>
                <a:gd name="T1" fmla="*/ 5 h 7"/>
                <a:gd name="T2" fmla="*/ 0 w 16"/>
                <a:gd name="T3" fmla="*/ 5 h 7"/>
                <a:gd name="T4" fmla="*/ 7 w 16"/>
                <a:gd name="T5" fmla="*/ 1 h 7"/>
                <a:gd name="T6" fmla="*/ 16 w 16"/>
                <a:gd name="T7" fmla="*/ 1 h 7"/>
                <a:gd name="T8" fmla="*/ 9 w 16"/>
                <a:gd name="T9" fmla="*/ 5 h 7"/>
              </a:gdLst>
              <a:ahLst/>
              <a:cxnLst>
                <a:cxn ang="0">
                  <a:pos x="T0" y="T1"/>
                </a:cxn>
                <a:cxn ang="0">
                  <a:pos x="T2" y="T3"/>
                </a:cxn>
                <a:cxn ang="0">
                  <a:pos x="T4" y="T5"/>
                </a:cxn>
                <a:cxn ang="0">
                  <a:pos x="T6" y="T7"/>
                </a:cxn>
                <a:cxn ang="0">
                  <a:pos x="T8" y="T9"/>
                </a:cxn>
              </a:cxnLst>
              <a:rect l="0" t="0" r="r" b="b"/>
              <a:pathLst>
                <a:path w="16" h="7">
                  <a:moveTo>
                    <a:pt x="9" y="5"/>
                  </a:moveTo>
                  <a:cubicBezTo>
                    <a:pt x="5" y="7"/>
                    <a:pt x="0" y="7"/>
                    <a:pt x="0" y="5"/>
                  </a:cubicBezTo>
                  <a:cubicBezTo>
                    <a:pt x="0" y="4"/>
                    <a:pt x="3" y="2"/>
                    <a:pt x="7" y="1"/>
                  </a:cubicBezTo>
                  <a:cubicBezTo>
                    <a:pt x="11" y="0"/>
                    <a:pt x="16" y="0"/>
                    <a:pt x="16" y="1"/>
                  </a:cubicBezTo>
                  <a:cubicBezTo>
                    <a:pt x="16" y="3"/>
                    <a:pt x="13" y="4"/>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1" name="Freeform 2172">
              <a:extLst>
                <a:ext uri="{FF2B5EF4-FFF2-40B4-BE49-F238E27FC236}">
                  <a16:creationId xmlns:a16="http://schemas.microsoft.com/office/drawing/2014/main" id="{88365A99-799C-D4D1-E8A0-CFEBBE3030B9}"/>
                </a:ext>
              </a:extLst>
            </p:cNvPr>
            <p:cNvSpPr>
              <a:spLocks/>
            </p:cNvSpPr>
            <p:nvPr/>
          </p:nvSpPr>
          <p:spPr bwMode="auto">
            <a:xfrm rot="5094805">
              <a:off x="865007" y="3143542"/>
              <a:ext cx="43415" cy="15995"/>
            </a:xfrm>
            <a:custGeom>
              <a:avLst/>
              <a:gdLst>
                <a:gd name="T0" fmla="*/ 8 w 18"/>
                <a:gd name="T1" fmla="*/ 1 h 7"/>
                <a:gd name="T2" fmla="*/ 18 w 18"/>
                <a:gd name="T3" fmla="*/ 2 h 7"/>
                <a:gd name="T4" fmla="*/ 10 w 18"/>
                <a:gd name="T5" fmla="*/ 6 h 7"/>
                <a:gd name="T6" fmla="*/ 1 w 18"/>
                <a:gd name="T7" fmla="*/ 6 h 7"/>
                <a:gd name="T8" fmla="*/ 8 w 18"/>
                <a:gd name="T9" fmla="*/ 1 h 7"/>
              </a:gdLst>
              <a:ahLst/>
              <a:cxnLst>
                <a:cxn ang="0">
                  <a:pos x="T0" y="T1"/>
                </a:cxn>
                <a:cxn ang="0">
                  <a:pos x="T2" y="T3"/>
                </a:cxn>
                <a:cxn ang="0">
                  <a:pos x="T4" y="T5"/>
                </a:cxn>
                <a:cxn ang="0">
                  <a:pos x="T6" y="T7"/>
                </a:cxn>
                <a:cxn ang="0">
                  <a:pos x="T8" y="T9"/>
                </a:cxn>
              </a:cxnLst>
              <a:rect l="0" t="0" r="r" b="b"/>
              <a:pathLst>
                <a:path w="18" h="7">
                  <a:moveTo>
                    <a:pt x="8" y="1"/>
                  </a:moveTo>
                  <a:cubicBezTo>
                    <a:pt x="13" y="0"/>
                    <a:pt x="17" y="0"/>
                    <a:pt x="18" y="2"/>
                  </a:cubicBezTo>
                  <a:cubicBezTo>
                    <a:pt x="18" y="3"/>
                    <a:pt x="14" y="5"/>
                    <a:pt x="10" y="6"/>
                  </a:cubicBezTo>
                  <a:cubicBezTo>
                    <a:pt x="6" y="7"/>
                    <a:pt x="2" y="7"/>
                    <a:pt x="1" y="6"/>
                  </a:cubicBezTo>
                  <a:cubicBezTo>
                    <a:pt x="0" y="5"/>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2" name="Freeform 2173">
              <a:extLst>
                <a:ext uri="{FF2B5EF4-FFF2-40B4-BE49-F238E27FC236}">
                  <a16:creationId xmlns:a16="http://schemas.microsoft.com/office/drawing/2014/main" id="{E91F39C4-9FE8-4A65-AD76-F60DA09E6CF5}"/>
                </a:ext>
              </a:extLst>
            </p:cNvPr>
            <p:cNvSpPr>
              <a:spLocks/>
            </p:cNvSpPr>
            <p:nvPr/>
          </p:nvSpPr>
          <p:spPr bwMode="auto">
            <a:xfrm rot="5094805">
              <a:off x="945857" y="3329149"/>
              <a:ext cx="41130" cy="18280"/>
            </a:xfrm>
            <a:custGeom>
              <a:avLst/>
              <a:gdLst>
                <a:gd name="T0" fmla="*/ 17 w 17"/>
                <a:gd name="T1" fmla="*/ 1 h 8"/>
                <a:gd name="T2" fmla="*/ 11 w 17"/>
                <a:gd name="T3" fmla="*/ 6 h 8"/>
                <a:gd name="T4" fmla="*/ 0 w 17"/>
                <a:gd name="T5" fmla="*/ 7 h 8"/>
                <a:gd name="T6" fmla="*/ 8 w 17"/>
                <a:gd name="T7" fmla="*/ 2 h 8"/>
                <a:gd name="T8" fmla="*/ 17 w 17"/>
                <a:gd name="T9" fmla="*/ 1 h 8"/>
              </a:gdLst>
              <a:ahLst/>
              <a:cxnLst>
                <a:cxn ang="0">
                  <a:pos x="T0" y="T1"/>
                </a:cxn>
                <a:cxn ang="0">
                  <a:pos x="T2" y="T3"/>
                </a:cxn>
                <a:cxn ang="0">
                  <a:pos x="T4" y="T5"/>
                </a:cxn>
                <a:cxn ang="0">
                  <a:pos x="T6" y="T7"/>
                </a:cxn>
                <a:cxn ang="0">
                  <a:pos x="T8" y="T9"/>
                </a:cxn>
              </a:cxnLst>
              <a:rect l="0" t="0" r="r" b="b"/>
              <a:pathLst>
                <a:path w="17" h="8">
                  <a:moveTo>
                    <a:pt x="17" y="1"/>
                  </a:moveTo>
                  <a:cubicBezTo>
                    <a:pt x="17" y="2"/>
                    <a:pt x="15" y="4"/>
                    <a:pt x="11" y="6"/>
                  </a:cubicBezTo>
                  <a:cubicBezTo>
                    <a:pt x="6" y="8"/>
                    <a:pt x="1" y="8"/>
                    <a:pt x="0" y="7"/>
                  </a:cubicBezTo>
                  <a:cubicBezTo>
                    <a:pt x="0" y="6"/>
                    <a:pt x="3" y="3"/>
                    <a:pt x="8" y="2"/>
                  </a:cubicBezTo>
                  <a:cubicBezTo>
                    <a:pt x="12" y="0"/>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3" name="Freeform 2174">
              <a:extLst>
                <a:ext uri="{FF2B5EF4-FFF2-40B4-BE49-F238E27FC236}">
                  <a16:creationId xmlns:a16="http://schemas.microsoft.com/office/drawing/2014/main" id="{523CFA72-9B5A-FD82-4E60-8FCDA29D0C95}"/>
                </a:ext>
              </a:extLst>
            </p:cNvPr>
            <p:cNvSpPr>
              <a:spLocks/>
            </p:cNvSpPr>
            <p:nvPr/>
          </p:nvSpPr>
          <p:spPr bwMode="auto">
            <a:xfrm rot="5094805">
              <a:off x="1032389" y="3512904"/>
              <a:ext cx="43415" cy="22850"/>
            </a:xfrm>
            <a:custGeom>
              <a:avLst/>
              <a:gdLst>
                <a:gd name="T0" fmla="*/ 17 w 17"/>
                <a:gd name="T1" fmla="*/ 1 h 9"/>
                <a:gd name="T2" fmla="*/ 11 w 17"/>
                <a:gd name="T3" fmla="*/ 6 h 9"/>
                <a:gd name="T4" fmla="*/ 0 w 17"/>
                <a:gd name="T5" fmla="*/ 7 h 9"/>
                <a:gd name="T6" fmla="*/ 8 w 17"/>
                <a:gd name="T7" fmla="*/ 2 h 9"/>
                <a:gd name="T8" fmla="*/ 17 w 17"/>
                <a:gd name="T9" fmla="*/ 1 h 9"/>
              </a:gdLst>
              <a:ahLst/>
              <a:cxnLst>
                <a:cxn ang="0">
                  <a:pos x="T0" y="T1"/>
                </a:cxn>
                <a:cxn ang="0">
                  <a:pos x="T2" y="T3"/>
                </a:cxn>
                <a:cxn ang="0">
                  <a:pos x="T4" y="T5"/>
                </a:cxn>
                <a:cxn ang="0">
                  <a:pos x="T6" y="T7"/>
                </a:cxn>
                <a:cxn ang="0">
                  <a:pos x="T8" y="T9"/>
                </a:cxn>
              </a:cxnLst>
              <a:rect l="0" t="0" r="r" b="b"/>
              <a:pathLst>
                <a:path w="17" h="9">
                  <a:moveTo>
                    <a:pt x="17" y="1"/>
                  </a:moveTo>
                  <a:cubicBezTo>
                    <a:pt x="17" y="2"/>
                    <a:pt x="15" y="4"/>
                    <a:pt x="11" y="6"/>
                  </a:cubicBezTo>
                  <a:cubicBezTo>
                    <a:pt x="6" y="8"/>
                    <a:pt x="1" y="9"/>
                    <a:pt x="0" y="7"/>
                  </a:cubicBezTo>
                  <a:cubicBezTo>
                    <a:pt x="0" y="6"/>
                    <a:pt x="3" y="3"/>
                    <a:pt x="8" y="2"/>
                  </a:cubicBezTo>
                  <a:cubicBezTo>
                    <a:pt x="12" y="0"/>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4" name="Freeform 2175">
              <a:extLst>
                <a:ext uri="{FF2B5EF4-FFF2-40B4-BE49-F238E27FC236}">
                  <a16:creationId xmlns:a16="http://schemas.microsoft.com/office/drawing/2014/main" id="{3BFFB1E3-FB8E-A125-A2B5-AE437FBFB828}"/>
                </a:ext>
              </a:extLst>
            </p:cNvPr>
            <p:cNvSpPr>
              <a:spLocks/>
            </p:cNvSpPr>
            <p:nvPr/>
          </p:nvSpPr>
          <p:spPr bwMode="auto">
            <a:xfrm rot="5094805">
              <a:off x="1129065" y="3696995"/>
              <a:ext cx="43415" cy="22850"/>
            </a:xfrm>
            <a:custGeom>
              <a:avLst/>
              <a:gdLst>
                <a:gd name="T0" fmla="*/ 8 w 17"/>
                <a:gd name="T1" fmla="*/ 2 h 10"/>
                <a:gd name="T2" fmla="*/ 17 w 17"/>
                <a:gd name="T3" fmla="*/ 2 h 10"/>
                <a:gd name="T4" fmla="*/ 8 w 17"/>
                <a:gd name="T5" fmla="*/ 8 h 10"/>
                <a:gd name="T6" fmla="*/ 0 w 17"/>
                <a:gd name="T7" fmla="*/ 9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13" y="1"/>
                    <a:pt x="17" y="0"/>
                    <a:pt x="17" y="2"/>
                  </a:cubicBezTo>
                  <a:cubicBezTo>
                    <a:pt x="16" y="4"/>
                    <a:pt x="13" y="6"/>
                    <a:pt x="8" y="8"/>
                  </a:cubicBezTo>
                  <a:cubicBezTo>
                    <a:pt x="4" y="9"/>
                    <a:pt x="1" y="10"/>
                    <a:pt x="0" y="9"/>
                  </a:cubicBezTo>
                  <a:cubicBezTo>
                    <a:pt x="0" y="7"/>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5" name="Freeform 2176">
              <a:extLst>
                <a:ext uri="{FF2B5EF4-FFF2-40B4-BE49-F238E27FC236}">
                  <a16:creationId xmlns:a16="http://schemas.microsoft.com/office/drawing/2014/main" id="{0625F4FA-7D00-3689-EE54-B41B3137CF3A}"/>
                </a:ext>
              </a:extLst>
            </p:cNvPr>
            <p:cNvSpPr>
              <a:spLocks/>
            </p:cNvSpPr>
            <p:nvPr/>
          </p:nvSpPr>
          <p:spPr bwMode="auto">
            <a:xfrm rot="5094805">
              <a:off x="1230400" y="3880778"/>
              <a:ext cx="41130" cy="25135"/>
            </a:xfrm>
            <a:custGeom>
              <a:avLst/>
              <a:gdLst>
                <a:gd name="T0" fmla="*/ 16 w 17"/>
                <a:gd name="T1" fmla="*/ 1 h 10"/>
                <a:gd name="T2" fmla="*/ 10 w 17"/>
                <a:gd name="T3" fmla="*/ 7 h 10"/>
                <a:gd name="T4" fmla="*/ 0 w 17"/>
                <a:gd name="T5" fmla="*/ 9 h 10"/>
                <a:gd name="T6" fmla="*/ 8 w 17"/>
                <a:gd name="T7" fmla="*/ 2 h 10"/>
                <a:gd name="T8" fmla="*/ 16 w 17"/>
                <a:gd name="T9" fmla="*/ 1 h 10"/>
              </a:gdLst>
              <a:ahLst/>
              <a:cxnLst>
                <a:cxn ang="0">
                  <a:pos x="T0" y="T1"/>
                </a:cxn>
                <a:cxn ang="0">
                  <a:pos x="T2" y="T3"/>
                </a:cxn>
                <a:cxn ang="0">
                  <a:pos x="T4" y="T5"/>
                </a:cxn>
                <a:cxn ang="0">
                  <a:pos x="T6" y="T7"/>
                </a:cxn>
                <a:cxn ang="0">
                  <a:pos x="T8" y="T9"/>
                </a:cxn>
              </a:cxnLst>
              <a:rect l="0" t="0" r="r" b="b"/>
              <a:pathLst>
                <a:path w="17" h="10">
                  <a:moveTo>
                    <a:pt x="16" y="1"/>
                  </a:moveTo>
                  <a:cubicBezTo>
                    <a:pt x="17" y="3"/>
                    <a:pt x="14" y="5"/>
                    <a:pt x="10" y="7"/>
                  </a:cubicBezTo>
                  <a:cubicBezTo>
                    <a:pt x="5" y="9"/>
                    <a:pt x="1" y="10"/>
                    <a:pt x="0" y="9"/>
                  </a:cubicBezTo>
                  <a:cubicBezTo>
                    <a:pt x="0" y="7"/>
                    <a:pt x="3" y="4"/>
                    <a:pt x="8" y="2"/>
                  </a:cubicBezTo>
                  <a:cubicBezTo>
                    <a:pt x="12" y="1"/>
                    <a:pt x="16" y="0"/>
                    <a:pt x="1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6" name="Freeform 2177">
              <a:extLst>
                <a:ext uri="{FF2B5EF4-FFF2-40B4-BE49-F238E27FC236}">
                  <a16:creationId xmlns:a16="http://schemas.microsoft.com/office/drawing/2014/main" id="{B20A688A-CB42-8276-EA40-E8477F69A1F5}"/>
                </a:ext>
              </a:extLst>
            </p:cNvPr>
            <p:cNvSpPr>
              <a:spLocks/>
            </p:cNvSpPr>
            <p:nvPr/>
          </p:nvSpPr>
          <p:spPr bwMode="auto">
            <a:xfrm rot="5094805">
              <a:off x="1334946" y="4063124"/>
              <a:ext cx="38845" cy="25135"/>
            </a:xfrm>
            <a:custGeom>
              <a:avLst/>
              <a:gdLst>
                <a:gd name="T0" fmla="*/ 16 w 16"/>
                <a:gd name="T1" fmla="*/ 1 h 10"/>
                <a:gd name="T2" fmla="*/ 9 w 16"/>
                <a:gd name="T3" fmla="*/ 7 h 10"/>
                <a:gd name="T4" fmla="*/ 0 w 16"/>
                <a:gd name="T5" fmla="*/ 8 h 10"/>
                <a:gd name="T6" fmla="*/ 7 w 16"/>
                <a:gd name="T7" fmla="*/ 2 h 10"/>
                <a:gd name="T8" fmla="*/ 16 w 16"/>
                <a:gd name="T9" fmla="*/ 1 h 10"/>
              </a:gdLst>
              <a:ahLst/>
              <a:cxnLst>
                <a:cxn ang="0">
                  <a:pos x="T0" y="T1"/>
                </a:cxn>
                <a:cxn ang="0">
                  <a:pos x="T2" y="T3"/>
                </a:cxn>
                <a:cxn ang="0">
                  <a:pos x="T4" y="T5"/>
                </a:cxn>
                <a:cxn ang="0">
                  <a:pos x="T6" y="T7"/>
                </a:cxn>
                <a:cxn ang="0">
                  <a:pos x="T8" y="T9"/>
                </a:cxn>
              </a:cxnLst>
              <a:rect l="0" t="0" r="r" b="b"/>
              <a:pathLst>
                <a:path w="16" h="10">
                  <a:moveTo>
                    <a:pt x="16" y="1"/>
                  </a:moveTo>
                  <a:cubicBezTo>
                    <a:pt x="16" y="2"/>
                    <a:pt x="13" y="5"/>
                    <a:pt x="9" y="7"/>
                  </a:cubicBezTo>
                  <a:cubicBezTo>
                    <a:pt x="4" y="9"/>
                    <a:pt x="0" y="10"/>
                    <a:pt x="0" y="8"/>
                  </a:cubicBezTo>
                  <a:cubicBezTo>
                    <a:pt x="0" y="7"/>
                    <a:pt x="3" y="4"/>
                    <a:pt x="7" y="2"/>
                  </a:cubicBezTo>
                  <a:cubicBezTo>
                    <a:pt x="12" y="0"/>
                    <a:pt x="16" y="0"/>
                    <a:pt x="1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7" name="Freeform 2178">
              <a:extLst>
                <a:ext uri="{FF2B5EF4-FFF2-40B4-BE49-F238E27FC236}">
                  <a16:creationId xmlns:a16="http://schemas.microsoft.com/office/drawing/2014/main" id="{A9FA28BF-72F9-D37E-6289-78897991DE99}"/>
                </a:ext>
              </a:extLst>
            </p:cNvPr>
            <p:cNvSpPr>
              <a:spLocks/>
            </p:cNvSpPr>
            <p:nvPr/>
          </p:nvSpPr>
          <p:spPr bwMode="auto">
            <a:xfrm rot="5094805">
              <a:off x="950903" y="1354735"/>
              <a:ext cx="41130" cy="34275"/>
            </a:xfrm>
            <a:custGeom>
              <a:avLst/>
              <a:gdLst>
                <a:gd name="T0" fmla="*/ 9 w 17"/>
                <a:gd name="T1" fmla="*/ 11 h 14"/>
                <a:gd name="T2" fmla="*/ 1 w 17"/>
                <a:gd name="T3" fmla="*/ 2 h 14"/>
                <a:gd name="T4" fmla="*/ 9 w 17"/>
                <a:gd name="T5" fmla="*/ 3 h 14"/>
                <a:gd name="T6" fmla="*/ 17 w 17"/>
                <a:gd name="T7" fmla="*/ 12 h 14"/>
                <a:gd name="T8" fmla="*/ 9 w 17"/>
                <a:gd name="T9" fmla="*/ 11 h 14"/>
              </a:gdLst>
              <a:ahLst/>
              <a:cxnLst>
                <a:cxn ang="0">
                  <a:pos x="T0" y="T1"/>
                </a:cxn>
                <a:cxn ang="0">
                  <a:pos x="T2" y="T3"/>
                </a:cxn>
                <a:cxn ang="0">
                  <a:pos x="T4" y="T5"/>
                </a:cxn>
                <a:cxn ang="0">
                  <a:pos x="T6" y="T7"/>
                </a:cxn>
                <a:cxn ang="0">
                  <a:pos x="T8" y="T9"/>
                </a:cxn>
              </a:cxnLst>
              <a:rect l="0" t="0" r="r" b="b"/>
              <a:pathLst>
                <a:path w="17" h="14">
                  <a:moveTo>
                    <a:pt x="9" y="11"/>
                  </a:moveTo>
                  <a:cubicBezTo>
                    <a:pt x="4" y="8"/>
                    <a:pt x="0" y="4"/>
                    <a:pt x="1" y="2"/>
                  </a:cubicBezTo>
                  <a:cubicBezTo>
                    <a:pt x="1" y="0"/>
                    <a:pt x="5" y="0"/>
                    <a:pt x="9" y="3"/>
                  </a:cubicBezTo>
                  <a:cubicBezTo>
                    <a:pt x="13" y="5"/>
                    <a:pt x="17" y="9"/>
                    <a:pt x="17" y="12"/>
                  </a:cubicBezTo>
                  <a:cubicBezTo>
                    <a:pt x="17" y="14"/>
                    <a:pt x="13" y="13"/>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8" name="Freeform 2179">
              <a:extLst>
                <a:ext uri="{FF2B5EF4-FFF2-40B4-BE49-F238E27FC236}">
                  <a16:creationId xmlns:a16="http://schemas.microsoft.com/office/drawing/2014/main" id="{A245696F-C799-8A1C-915F-F635BABD1B48}"/>
                </a:ext>
              </a:extLst>
            </p:cNvPr>
            <p:cNvSpPr>
              <a:spLocks/>
            </p:cNvSpPr>
            <p:nvPr/>
          </p:nvSpPr>
          <p:spPr bwMode="auto">
            <a:xfrm rot="5094805">
              <a:off x="1032582" y="1151225"/>
              <a:ext cx="43415" cy="34275"/>
            </a:xfrm>
            <a:custGeom>
              <a:avLst/>
              <a:gdLst>
                <a:gd name="T0" fmla="*/ 17 w 18"/>
                <a:gd name="T1" fmla="*/ 11 h 14"/>
                <a:gd name="T2" fmla="*/ 10 w 18"/>
                <a:gd name="T3" fmla="*/ 12 h 14"/>
                <a:gd name="T4" fmla="*/ 0 w 18"/>
                <a:gd name="T5" fmla="*/ 3 h 14"/>
                <a:gd name="T6" fmla="*/ 9 w 18"/>
                <a:gd name="T7" fmla="*/ 2 h 14"/>
                <a:gd name="T8" fmla="*/ 17 w 18"/>
                <a:gd name="T9" fmla="*/ 11 h 14"/>
              </a:gdLst>
              <a:ahLst/>
              <a:cxnLst>
                <a:cxn ang="0">
                  <a:pos x="T0" y="T1"/>
                </a:cxn>
                <a:cxn ang="0">
                  <a:pos x="T2" y="T3"/>
                </a:cxn>
                <a:cxn ang="0">
                  <a:pos x="T4" y="T5"/>
                </a:cxn>
                <a:cxn ang="0">
                  <a:pos x="T6" y="T7"/>
                </a:cxn>
                <a:cxn ang="0">
                  <a:pos x="T8" y="T9"/>
                </a:cxn>
              </a:cxnLst>
              <a:rect l="0" t="0" r="r" b="b"/>
              <a:pathLst>
                <a:path w="18" h="14">
                  <a:moveTo>
                    <a:pt x="17" y="11"/>
                  </a:moveTo>
                  <a:cubicBezTo>
                    <a:pt x="18" y="14"/>
                    <a:pt x="15" y="14"/>
                    <a:pt x="10" y="12"/>
                  </a:cubicBezTo>
                  <a:cubicBezTo>
                    <a:pt x="6" y="10"/>
                    <a:pt x="1" y="6"/>
                    <a:pt x="0" y="3"/>
                  </a:cubicBezTo>
                  <a:cubicBezTo>
                    <a:pt x="0" y="0"/>
                    <a:pt x="4" y="0"/>
                    <a:pt x="9" y="2"/>
                  </a:cubicBezTo>
                  <a:cubicBezTo>
                    <a:pt x="13" y="4"/>
                    <a:pt x="16" y="8"/>
                    <a:pt x="1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9" name="Freeform 2180">
              <a:extLst>
                <a:ext uri="{FF2B5EF4-FFF2-40B4-BE49-F238E27FC236}">
                  <a16:creationId xmlns:a16="http://schemas.microsoft.com/office/drawing/2014/main" id="{F6263BA5-8174-9E58-413B-F24637F16A58}"/>
                </a:ext>
              </a:extLst>
            </p:cNvPr>
            <p:cNvSpPr>
              <a:spLocks/>
            </p:cNvSpPr>
            <p:nvPr/>
          </p:nvSpPr>
          <p:spPr bwMode="auto">
            <a:xfrm rot="5094805">
              <a:off x="1103720" y="943029"/>
              <a:ext cx="43415" cy="38845"/>
            </a:xfrm>
            <a:custGeom>
              <a:avLst/>
              <a:gdLst>
                <a:gd name="T0" fmla="*/ 9 w 17"/>
                <a:gd name="T1" fmla="*/ 13 h 15"/>
                <a:gd name="T2" fmla="*/ 0 w 17"/>
                <a:gd name="T3" fmla="*/ 3 h 15"/>
                <a:gd name="T4" fmla="*/ 8 w 17"/>
                <a:gd name="T5" fmla="*/ 2 h 15"/>
                <a:gd name="T6" fmla="*/ 17 w 17"/>
                <a:gd name="T7" fmla="*/ 12 h 15"/>
                <a:gd name="T8" fmla="*/ 9 w 17"/>
                <a:gd name="T9" fmla="*/ 13 h 15"/>
              </a:gdLst>
              <a:ahLst/>
              <a:cxnLst>
                <a:cxn ang="0">
                  <a:pos x="T0" y="T1"/>
                </a:cxn>
                <a:cxn ang="0">
                  <a:pos x="T2" y="T3"/>
                </a:cxn>
                <a:cxn ang="0">
                  <a:pos x="T4" y="T5"/>
                </a:cxn>
                <a:cxn ang="0">
                  <a:pos x="T6" y="T7"/>
                </a:cxn>
                <a:cxn ang="0">
                  <a:pos x="T8" y="T9"/>
                </a:cxn>
              </a:cxnLst>
              <a:rect l="0" t="0" r="r" b="b"/>
              <a:pathLst>
                <a:path w="17" h="15">
                  <a:moveTo>
                    <a:pt x="9" y="13"/>
                  </a:moveTo>
                  <a:cubicBezTo>
                    <a:pt x="4" y="11"/>
                    <a:pt x="0" y="6"/>
                    <a:pt x="0" y="3"/>
                  </a:cubicBezTo>
                  <a:cubicBezTo>
                    <a:pt x="0" y="1"/>
                    <a:pt x="4" y="0"/>
                    <a:pt x="8" y="2"/>
                  </a:cubicBezTo>
                  <a:cubicBezTo>
                    <a:pt x="13" y="4"/>
                    <a:pt x="17" y="9"/>
                    <a:pt x="17" y="12"/>
                  </a:cubicBezTo>
                  <a:cubicBezTo>
                    <a:pt x="17" y="14"/>
                    <a:pt x="13" y="15"/>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0" name="Freeform 2181">
              <a:extLst>
                <a:ext uri="{FF2B5EF4-FFF2-40B4-BE49-F238E27FC236}">
                  <a16:creationId xmlns:a16="http://schemas.microsoft.com/office/drawing/2014/main" id="{0D0D13C9-E9BA-315C-9431-85CC8E6021CC}"/>
                </a:ext>
              </a:extLst>
            </p:cNvPr>
            <p:cNvSpPr>
              <a:spLocks/>
            </p:cNvSpPr>
            <p:nvPr/>
          </p:nvSpPr>
          <p:spPr bwMode="auto">
            <a:xfrm rot="5094805">
              <a:off x="1159129" y="743097"/>
              <a:ext cx="43415" cy="34275"/>
            </a:xfrm>
            <a:custGeom>
              <a:avLst/>
              <a:gdLst>
                <a:gd name="T0" fmla="*/ 11 w 18"/>
                <a:gd name="T1" fmla="*/ 13 h 14"/>
                <a:gd name="T2" fmla="*/ 1 w 18"/>
                <a:gd name="T3" fmla="*/ 4 h 14"/>
                <a:gd name="T4" fmla="*/ 7 w 18"/>
                <a:gd name="T5" fmla="*/ 1 h 14"/>
                <a:gd name="T6" fmla="*/ 17 w 18"/>
                <a:gd name="T7" fmla="*/ 10 h 14"/>
                <a:gd name="T8" fmla="*/ 11 w 18"/>
                <a:gd name="T9" fmla="*/ 13 h 14"/>
              </a:gdLst>
              <a:ahLst/>
              <a:cxnLst>
                <a:cxn ang="0">
                  <a:pos x="T0" y="T1"/>
                </a:cxn>
                <a:cxn ang="0">
                  <a:pos x="T2" y="T3"/>
                </a:cxn>
                <a:cxn ang="0">
                  <a:pos x="T4" y="T5"/>
                </a:cxn>
                <a:cxn ang="0">
                  <a:pos x="T6" y="T7"/>
                </a:cxn>
                <a:cxn ang="0">
                  <a:pos x="T8" y="T9"/>
                </a:cxn>
              </a:cxnLst>
              <a:rect l="0" t="0" r="r" b="b"/>
              <a:pathLst>
                <a:path w="18" h="14">
                  <a:moveTo>
                    <a:pt x="11" y="13"/>
                  </a:moveTo>
                  <a:cubicBezTo>
                    <a:pt x="6" y="12"/>
                    <a:pt x="1" y="8"/>
                    <a:pt x="1" y="4"/>
                  </a:cubicBezTo>
                  <a:cubicBezTo>
                    <a:pt x="0" y="1"/>
                    <a:pt x="3" y="0"/>
                    <a:pt x="7" y="1"/>
                  </a:cubicBezTo>
                  <a:cubicBezTo>
                    <a:pt x="12" y="2"/>
                    <a:pt x="17" y="6"/>
                    <a:pt x="17" y="10"/>
                  </a:cubicBezTo>
                  <a:cubicBezTo>
                    <a:pt x="18" y="13"/>
                    <a:pt x="15" y="14"/>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1" name="Freeform 2182">
              <a:extLst>
                <a:ext uri="{FF2B5EF4-FFF2-40B4-BE49-F238E27FC236}">
                  <a16:creationId xmlns:a16="http://schemas.microsoft.com/office/drawing/2014/main" id="{A8069A6A-24D6-7094-EAC1-17C540EC8D11}"/>
                </a:ext>
              </a:extLst>
            </p:cNvPr>
            <p:cNvSpPr>
              <a:spLocks/>
            </p:cNvSpPr>
            <p:nvPr/>
          </p:nvSpPr>
          <p:spPr bwMode="auto">
            <a:xfrm rot="5094805">
              <a:off x="1191778" y="540621"/>
              <a:ext cx="43415" cy="38845"/>
            </a:xfrm>
            <a:custGeom>
              <a:avLst/>
              <a:gdLst>
                <a:gd name="T0" fmla="*/ 17 w 17"/>
                <a:gd name="T1" fmla="*/ 9 h 15"/>
                <a:gd name="T2" fmla="*/ 10 w 17"/>
                <a:gd name="T3" fmla="*/ 14 h 15"/>
                <a:gd name="T4" fmla="*/ 0 w 17"/>
                <a:gd name="T5" fmla="*/ 6 h 15"/>
                <a:gd name="T6" fmla="*/ 7 w 17"/>
                <a:gd name="T7" fmla="*/ 1 h 15"/>
                <a:gd name="T8" fmla="*/ 17 w 17"/>
                <a:gd name="T9" fmla="*/ 9 h 15"/>
              </a:gdLst>
              <a:ahLst/>
              <a:cxnLst>
                <a:cxn ang="0">
                  <a:pos x="T0" y="T1"/>
                </a:cxn>
                <a:cxn ang="0">
                  <a:pos x="T2" y="T3"/>
                </a:cxn>
                <a:cxn ang="0">
                  <a:pos x="T4" y="T5"/>
                </a:cxn>
                <a:cxn ang="0">
                  <a:pos x="T6" y="T7"/>
                </a:cxn>
                <a:cxn ang="0">
                  <a:pos x="T8" y="T9"/>
                </a:cxn>
              </a:cxnLst>
              <a:rect l="0" t="0" r="r" b="b"/>
              <a:pathLst>
                <a:path w="17" h="15">
                  <a:moveTo>
                    <a:pt x="17" y="9"/>
                  </a:moveTo>
                  <a:cubicBezTo>
                    <a:pt x="17" y="13"/>
                    <a:pt x="14" y="15"/>
                    <a:pt x="10" y="14"/>
                  </a:cubicBezTo>
                  <a:cubicBezTo>
                    <a:pt x="5" y="13"/>
                    <a:pt x="1" y="9"/>
                    <a:pt x="0" y="6"/>
                  </a:cubicBezTo>
                  <a:cubicBezTo>
                    <a:pt x="0" y="2"/>
                    <a:pt x="3" y="0"/>
                    <a:pt x="7" y="1"/>
                  </a:cubicBezTo>
                  <a:cubicBezTo>
                    <a:pt x="12" y="2"/>
                    <a:pt x="17" y="6"/>
                    <a:pt x="1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2" name="Freeform 2183">
              <a:extLst>
                <a:ext uri="{FF2B5EF4-FFF2-40B4-BE49-F238E27FC236}">
                  <a16:creationId xmlns:a16="http://schemas.microsoft.com/office/drawing/2014/main" id="{F1181B53-6521-44B9-4C38-3EBFEFAFF91C}"/>
                </a:ext>
              </a:extLst>
            </p:cNvPr>
            <p:cNvSpPr>
              <a:spLocks/>
            </p:cNvSpPr>
            <p:nvPr/>
          </p:nvSpPr>
          <p:spPr bwMode="auto">
            <a:xfrm rot="5094805">
              <a:off x="1196083" y="346486"/>
              <a:ext cx="41130" cy="34275"/>
            </a:xfrm>
            <a:custGeom>
              <a:avLst/>
              <a:gdLst>
                <a:gd name="T0" fmla="*/ 9 w 17"/>
                <a:gd name="T1" fmla="*/ 13 h 14"/>
                <a:gd name="T2" fmla="*/ 1 w 17"/>
                <a:gd name="T3" fmla="*/ 6 h 14"/>
                <a:gd name="T4" fmla="*/ 8 w 17"/>
                <a:gd name="T5" fmla="*/ 0 h 14"/>
                <a:gd name="T6" fmla="*/ 17 w 17"/>
                <a:gd name="T7" fmla="*/ 8 h 14"/>
                <a:gd name="T8" fmla="*/ 9 w 17"/>
                <a:gd name="T9" fmla="*/ 13 h 14"/>
              </a:gdLst>
              <a:ahLst/>
              <a:cxnLst>
                <a:cxn ang="0">
                  <a:pos x="T0" y="T1"/>
                </a:cxn>
                <a:cxn ang="0">
                  <a:pos x="T2" y="T3"/>
                </a:cxn>
                <a:cxn ang="0">
                  <a:pos x="T4" y="T5"/>
                </a:cxn>
                <a:cxn ang="0">
                  <a:pos x="T6" y="T7"/>
                </a:cxn>
                <a:cxn ang="0">
                  <a:pos x="T8" y="T9"/>
                </a:cxn>
              </a:cxnLst>
              <a:rect l="0" t="0" r="r" b="b"/>
              <a:pathLst>
                <a:path w="17" h="14">
                  <a:moveTo>
                    <a:pt x="9" y="13"/>
                  </a:moveTo>
                  <a:cubicBezTo>
                    <a:pt x="4" y="13"/>
                    <a:pt x="0" y="9"/>
                    <a:pt x="1" y="6"/>
                  </a:cubicBezTo>
                  <a:cubicBezTo>
                    <a:pt x="1" y="2"/>
                    <a:pt x="4" y="0"/>
                    <a:pt x="8" y="0"/>
                  </a:cubicBezTo>
                  <a:cubicBezTo>
                    <a:pt x="13" y="1"/>
                    <a:pt x="17" y="4"/>
                    <a:pt x="17" y="8"/>
                  </a:cubicBezTo>
                  <a:cubicBezTo>
                    <a:pt x="17" y="11"/>
                    <a:pt x="13" y="14"/>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3" name="Freeform 2184">
              <a:extLst>
                <a:ext uri="{FF2B5EF4-FFF2-40B4-BE49-F238E27FC236}">
                  <a16:creationId xmlns:a16="http://schemas.microsoft.com/office/drawing/2014/main" id="{2244692E-4B29-AD76-6518-EB07F3B541BE}"/>
                </a:ext>
              </a:extLst>
            </p:cNvPr>
            <p:cNvSpPr>
              <a:spLocks/>
            </p:cNvSpPr>
            <p:nvPr/>
          </p:nvSpPr>
          <p:spPr bwMode="auto">
            <a:xfrm rot="5094805">
              <a:off x="1166548" y="155276"/>
              <a:ext cx="41130" cy="36560"/>
            </a:xfrm>
            <a:custGeom>
              <a:avLst/>
              <a:gdLst>
                <a:gd name="T0" fmla="*/ 10 w 17"/>
                <a:gd name="T1" fmla="*/ 13 h 15"/>
                <a:gd name="T2" fmla="*/ 1 w 17"/>
                <a:gd name="T3" fmla="*/ 9 h 15"/>
                <a:gd name="T4" fmla="*/ 7 w 17"/>
                <a:gd name="T5" fmla="*/ 1 h 15"/>
                <a:gd name="T6" fmla="*/ 17 w 17"/>
                <a:gd name="T7" fmla="*/ 6 h 15"/>
                <a:gd name="T8" fmla="*/ 10 w 17"/>
                <a:gd name="T9" fmla="*/ 13 h 15"/>
              </a:gdLst>
              <a:ahLst/>
              <a:cxnLst>
                <a:cxn ang="0">
                  <a:pos x="T0" y="T1"/>
                </a:cxn>
                <a:cxn ang="0">
                  <a:pos x="T2" y="T3"/>
                </a:cxn>
                <a:cxn ang="0">
                  <a:pos x="T4" y="T5"/>
                </a:cxn>
                <a:cxn ang="0">
                  <a:pos x="T6" y="T7"/>
                </a:cxn>
                <a:cxn ang="0">
                  <a:pos x="T8" y="T9"/>
                </a:cxn>
              </a:cxnLst>
              <a:rect l="0" t="0" r="r" b="b"/>
              <a:pathLst>
                <a:path w="17" h="15">
                  <a:moveTo>
                    <a:pt x="10" y="13"/>
                  </a:moveTo>
                  <a:cubicBezTo>
                    <a:pt x="6" y="15"/>
                    <a:pt x="1" y="12"/>
                    <a:pt x="1" y="9"/>
                  </a:cubicBezTo>
                  <a:cubicBezTo>
                    <a:pt x="0" y="5"/>
                    <a:pt x="3" y="2"/>
                    <a:pt x="7" y="1"/>
                  </a:cubicBezTo>
                  <a:cubicBezTo>
                    <a:pt x="11" y="0"/>
                    <a:pt x="16" y="2"/>
                    <a:pt x="17" y="6"/>
                  </a:cubicBezTo>
                  <a:cubicBezTo>
                    <a:pt x="17" y="9"/>
                    <a:pt x="15" y="12"/>
                    <a:pt x="1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4" name="Freeform 2185">
              <a:extLst>
                <a:ext uri="{FF2B5EF4-FFF2-40B4-BE49-F238E27FC236}">
                  <a16:creationId xmlns:a16="http://schemas.microsoft.com/office/drawing/2014/main" id="{18445C7B-5BAE-3ACC-3CA0-F68299DF4506}"/>
                </a:ext>
              </a:extLst>
            </p:cNvPr>
            <p:cNvSpPr>
              <a:spLocks/>
            </p:cNvSpPr>
            <p:nvPr/>
          </p:nvSpPr>
          <p:spPr bwMode="auto">
            <a:xfrm rot="5094805">
              <a:off x="1095004" y="-31150"/>
              <a:ext cx="43415" cy="38845"/>
            </a:xfrm>
            <a:custGeom>
              <a:avLst/>
              <a:gdLst>
                <a:gd name="T0" fmla="*/ 8 w 18"/>
                <a:gd name="T1" fmla="*/ 2 h 16"/>
                <a:gd name="T2" fmla="*/ 17 w 18"/>
                <a:gd name="T3" fmla="*/ 4 h 16"/>
                <a:gd name="T4" fmla="*/ 11 w 18"/>
                <a:gd name="T5" fmla="*/ 14 h 16"/>
                <a:gd name="T6" fmla="*/ 1 w 18"/>
                <a:gd name="T7" fmla="*/ 13 h 16"/>
                <a:gd name="T8" fmla="*/ 8 w 18"/>
                <a:gd name="T9" fmla="*/ 2 h 16"/>
              </a:gdLst>
              <a:ahLst/>
              <a:cxnLst>
                <a:cxn ang="0">
                  <a:pos x="T0" y="T1"/>
                </a:cxn>
                <a:cxn ang="0">
                  <a:pos x="T2" y="T3"/>
                </a:cxn>
                <a:cxn ang="0">
                  <a:pos x="T4" y="T5"/>
                </a:cxn>
                <a:cxn ang="0">
                  <a:pos x="T6" y="T7"/>
                </a:cxn>
                <a:cxn ang="0">
                  <a:pos x="T8" y="T9"/>
                </a:cxn>
              </a:cxnLst>
              <a:rect l="0" t="0" r="r" b="b"/>
              <a:pathLst>
                <a:path w="18" h="16">
                  <a:moveTo>
                    <a:pt x="8" y="2"/>
                  </a:moveTo>
                  <a:cubicBezTo>
                    <a:pt x="12" y="0"/>
                    <a:pt x="16" y="1"/>
                    <a:pt x="17" y="4"/>
                  </a:cubicBezTo>
                  <a:cubicBezTo>
                    <a:pt x="18" y="7"/>
                    <a:pt x="15" y="12"/>
                    <a:pt x="11" y="14"/>
                  </a:cubicBezTo>
                  <a:cubicBezTo>
                    <a:pt x="7" y="16"/>
                    <a:pt x="2" y="15"/>
                    <a:pt x="1" y="13"/>
                  </a:cubicBezTo>
                  <a:cubicBezTo>
                    <a:pt x="0" y="9"/>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5" name="Freeform 2206">
              <a:extLst>
                <a:ext uri="{FF2B5EF4-FFF2-40B4-BE49-F238E27FC236}">
                  <a16:creationId xmlns:a16="http://schemas.microsoft.com/office/drawing/2014/main" id="{C1ED162A-C6FB-D4EF-47AB-BC91ED61F5C4}"/>
                </a:ext>
              </a:extLst>
            </p:cNvPr>
            <p:cNvSpPr>
              <a:spLocks/>
            </p:cNvSpPr>
            <p:nvPr/>
          </p:nvSpPr>
          <p:spPr bwMode="auto">
            <a:xfrm rot="5094805">
              <a:off x="1441961" y="4247341"/>
              <a:ext cx="41130" cy="25135"/>
            </a:xfrm>
            <a:custGeom>
              <a:avLst/>
              <a:gdLst>
                <a:gd name="T0" fmla="*/ 16 w 16"/>
                <a:gd name="T1" fmla="*/ 2 h 10"/>
                <a:gd name="T2" fmla="*/ 9 w 16"/>
                <a:gd name="T3" fmla="*/ 8 h 10"/>
                <a:gd name="T4" fmla="*/ 0 w 16"/>
                <a:gd name="T5" fmla="*/ 9 h 10"/>
                <a:gd name="T6" fmla="*/ 7 w 16"/>
                <a:gd name="T7" fmla="*/ 3 h 10"/>
                <a:gd name="T8" fmla="*/ 16 w 16"/>
                <a:gd name="T9" fmla="*/ 2 h 10"/>
              </a:gdLst>
              <a:ahLst/>
              <a:cxnLst>
                <a:cxn ang="0">
                  <a:pos x="T0" y="T1"/>
                </a:cxn>
                <a:cxn ang="0">
                  <a:pos x="T2" y="T3"/>
                </a:cxn>
                <a:cxn ang="0">
                  <a:pos x="T4" y="T5"/>
                </a:cxn>
                <a:cxn ang="0">
                  <a:pos x="T6" y="T7"/>
                </a:cxn>
                <a:cxn ang="0">
                  <a:pos x="T8" y="T9"/>
                </a:cxn>
              </a:cxnLst>
              <a:rect l="0" t="0" r="r" b="b"/>
              <a:pathLst>
                <a:path w="16" h="10">
                  <a:moveTo>
                    <a:pt x="16" y="2"/>
                  </a:moveTo>
                  <a:cubicBezTo>
                    <a:pt x="16" y="3"/>
                    <a:pt x="13" y="6"/>
                    <a:pt x="9" y="8"/>
                  </a:cubicBezTo>
                  <a:cubicBezTo>
                    <a:pt x="5" y="10"/>
                    <a:pt x="0" y="10"/>
                    <a:pt x="0" y="9"/>
                  </a:cubicBezTo>
                  <a:cubicBezTo>
                    <a:pt x="0" y="8"/>
                    <a:pt x="3" y="5"/>
                    <a:pt x="7" y="3"/>
                  </a:cubicBezTo>
                  <a:cubicBezTo>
                    <a:pt x="11" y="1"/>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6" name="Freeform 2207">
              <a:extLst>
                <a:ext uri="{FF2B5EF4-FFF2-40B4-BE49-F238E27FC236}">
                  <a16:creationId xmlns:a16="http://schemas.microsoft.com/office/drawing/2014/main" id="{DAB42A6C-6062-B513-63ED-B683201375E3}"/>
                </a:ext>
              </a:extLst>
            </p:cNvPr>
            <p:cNvSpPr>
              <a:spLocks/>
            </p:cNvSpPr>
            <p:nvPr/>
          </p:nvSpPr>
          <p:spPr bwMode="auto">
            <a:xfrm rot="5094805">
              <a:off x="1547636" y="4428240"/>
              <a:ext cx="43415" cy="27420"/>
            </a:xfrm>
            <a:custGeom>
              <a:avLst/>
              <a:gdLst>
                <a:gd name="T0" fmla="*/ 17 w 17"/>
                <a:gd name="T1" fmla="*/ 2 h 11"/>
                <a:gd name="T2" fmla="*/ 10 w 17"/>
                <a:gd name="T3" fmla="*/ 8 h 11"/>
                <a:gd name="T4" fmla="*/ 1 w 17"/>
                <a:gd name="T5" fmla="*/ 9 h 11"/>
                <a:gd name="T6" fmla="*/ 7 w 17"/>
                <a:gd name="T7" fmla="*/ 3 h 11"/>
                <a:gd name="T8" fmla="*/ 17 w 17"/>
                <a:gd name="T9" fmla="*/ 2 h 11"/>
              </a:gdLst>
              <a:ahLst/>
              <a:cxnLst>
                <a:cxn ang="0">
                  <a:pos x="T0" y="T1"/>
                </a:cxn>
                <a:cxn ang="0">
                  <a:pos x="T2" y="T3"/>
                </a:cxn>
                <a:cxn ang="0">
                  <a:pos x="T4" y="T5"/>
                </a:cxn>
                <a:cxn ang="0">
                  <a:pos x="T6" y="T7"/>
                </a:cxn>
                <a:cxn ang="0">
                  <a:pos x="T8" y="T9"/>
                </a:cxn>
              </a:cxnLst>
              <a:rect l="0" t="0" r="r" b="b"/>
              <a:pathLst>
                <a:path w="17" h="11">
                  <a:moveTo>
                    <a:pt x="17" y="2"/>
                  </a:moveTo>
                  <a:cubicBezTo>
                    <a:pt x="17" y="3"/>
                    <a:pt x="14" y="6"/>
                    <a:pt x="10" y="8"/>
                  </a:cubicBezTo>
                  <a:cubicBezTo>
                    <a:pt x="5" y="10"/>
                    <a:pt x="1" y="11"/>
                    <a:pt x="1" y="9"/>
                  </a:cubicBezTo>
                  <a:cubicBezTo>
                    <a:pt x="0" y="8"/>
                    <a:pt x="3" y="5"/>
                    <a:pt x="7" y="3"/>
                  </a:cubicBezTo>
                  <a:cubicBezTo>
                    <a:pt x="12" y="1"/>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7" name="Freeform 2208">
              <a:extLst>
                <a:ext uri="{FF2B5EF4-FFF2-40B4-BE49-F238E27FC236}">
                  <a16:creationId xmlns:a16="http://schemas.microsoft.com/office/drawing/2014/main" id="{FB0E0D63-FF1D-F159-12FB-080E652810CF}"/>
                </a:ext>
              </a:extLst>
            </p:cNvPr>
            <p:cNvSpPr>
              <a:spLocks/>
            </p:cNvSpPr>
            <p:nvPr/>
          </p:nvSpPr>
          <p:spPr bwMode="auto">
            <a:xfrm rot="5094805">
              <a:off x="1654660" y="4612659"/>
              <a:ext cx="41130" cy="27420"/>
            </a:xfrm>
            <a:custGeom>
              <a:avLst/>
              <a:gdLst>
                <a:gd name="T0" fmla="*/ 9 w 17"/>
                <a:gd name="T1" fmla="*/ 8 h 11"/>
                <a:gd name="T2" fmla="*/ 0 w 17"/>
                <a:gd name="T3" fmla="*/ 9 h 11"/>
                <a:gd name="T4" fmla="*/ 8 w 17"/>
                <a:gd name="T5" fmla="*/ 3 h 11"/>
                <a:gd name="T6" fmla="*/ 17 w 17"/>
                <a:gd name="T7" fmla="*/ 2 h 11"/>
                <a:gd name="T8" fmla="*/ 9 w 17"/>
                <a:gd name="T9" fmla="*/ 8 h 11"/>
              </a:gdLst>
              <a:ahLst/>
              <a:cxnLst>
                <a:cxn ang="0">
                  <a:pos x="T0" y="T1"/>
                </a:cxn>
                <a:cxn ang="0">
                  <a:pos x="T2" y="T3"/>
                </a:cxn>
                <a:cxn ang="0">
                  <a:pos x="T4" y="T5"/>
                </a:cxn>
                <a:cxn ang="0">
                  <a:pos x="T6" y="T7"/>
                </a:cxn>
                <a:cxn ang="0">
                  <a:pos x="T8" y="T9"/>
                </a:cxn>
              </a:cxnLst>
              <a:rect l="0" t="0" r="r" b="b"/>
              <a:pathLst>
                <a:path w="17" h="11">
                  <a:moveTo>
                    <a:pt x="9" y="8"/>
                  </a:moveTo>
                  <a:cubicBezTo>
                    <a:pt x="5" y="10"/>
                    <a:pt x="0" y="11"/>
                    <a:pt x="0" y="9"/>
                  </a:cubicBezTo>
                  <a:cubicBezTo>
                    <a:pt x="0" y="8"/>
                    <a:pt x="4" y="5"/>
                    <a:pt x="8" y="3"/>
                  </a:cubicBezTo>
                  <a:cubicBezTo>
                    <a:pt x="12" y="1"/>
                    <a:pt x="16" y="0"/>
                    <a:pt x="17" y="2"/>
                  </a:cubicBezTo>
                  <a:cubicBezTo>
                    <a:pt x="17" y="3"/>
                    <a:pt x="13" y="6"/>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8" name="Freeform 2209">
              <a:extLst>
                <a:ext uri="{FF2B5EF4-FFF2-40B4-BE49-F238E27FC236}">
                  <a16:creationId xmlns:a16="http://schemas.microsoft.com/office/drawing/2014/main" id="{C55C6B10-B143-B5AF-0BCF-AA43A34B61B3}"/>
                </a:ext>
              </a:extLst>
            </p:cNvPr>
            <p:cNvSpPr>
              <a:spLocks/>
            </p:cNvSpPr>
            <p:nvPr/>
          </p:nvSpPr>
          <p:spPr bwMode="auto">
            <a:xfrm rot="5094805">
              <a:off x="1758165" y="4798428"/>
              <a:ext cx="41130" cy="22850"/>
            </a:xfrm>
            <a:custGeom>
              <a:avLst/>
              <a:gdLst>
                <a:gd name="T0" fmla="*/ 8 w 17"/>
                <a:gd name="T1" fmla="*/ 3 h 10"/>
                <a:gd name="T2" fmla="*/ 17 w 17"/>
                <a:gd name="T3" fmla="*/ 2 h 10"/>
                <a:gd name="T4" fmla="*/ 9 w 17"/>
                <a:gd name="T5" fmla="*/ 8 h 10"/>
                <a:gd name="T6" fmla="*/ 0 w 17"/>
                <a:gd name="T7" fmla="*/ 9 h 10"/>
                <a:gd name="T8" fmla="*/ 8 w 17"/>
                <a:gd name="T9" fmla="*/ 3 h 10"/>
              </a:gdLst>
              <a:ahLst/>
              <a:cxnLst>
                <a:cxn ang="0">
                  <a:pos x="T0" y="T1"/>
                </a:cxn>
                <a:cxn ang="0">
                  <a:pos x="T2" y="T3"/>
                </a:cxn>
                <a:cxn ang="0">
                  <a:pos x="T4" y="T5"/>
                </a:cxn>
                <a:cxn ang="0">
                  <a:pos x="T6" y="T7"/>
                </a:cxn>
                <a:cxn ang="0">
                  <a:pos x="T8" y="T9"/>
                </a:cxn>
              </a:cxnLst>
              <a:rect l="0" t="0" r="r" b="b"/>
              <a:pathLst>
                <a:path w="17" h="10">
                  <a:moveTo>
                    <a:pt x="8" y="3"/>
                  </a:moveTo>
                  <a:cubicBezTo>
                    <a:pt x="12" y="1"/>
                    <a:pt x="17" y="0"/>
                    <a:pt x="17" y="2"/>
                  </a:cubicBezTo>
                  <a:cubicBezTo>
                    <a:pt x="17" y="4"/>
                    <a:pt x="13" y="7"/>
                    <a:pt x="9" y="8"/>
                  </a:cubicBezTo>
                  <a:cubicBezTo>
                    <a:pt x="5" y="10"/>
                    <a:pt x="1" y="10"/>
                    <a:pt x="0" y="9"/>
                  </a:cubicBezTo>
                  <a:cubicBezTo>
                    <a:pt x="0" y="8"/>
                    <a:pt x="3" y="4"/>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9" name="Freeform 2210">
              <a:extLst>
                <a:ext uri="{FF2B5EF4-FFF2-40B4-BE49-F238E27FC236}">
                  <a16:creationId xmlns:a16="http://schemas.microsoft.com/office/drawing/2014/main" id="{7DE88846-DE11-042B-CE25-22AFC0647128}"/>
                </a:ext>
              </a:extLst>
            </p:cNvPr>
            <p:cNvSpPr>
              <a:spLocks/>
            </p:cNvSpPr>
            <p:nvPr/>
          </p:nvSpPr>
          <p:spPr bwMode="auto">
            <a:xfrm rot="5094805">
              <a:off x="1853694" y="4981276"/>
              <a:ext cx="45700" cy="25135"/>
            </a:xfrm>
            <a:custGeom>
              <a:avLst/>
              <a:gdLst>
                <a:gd name="T0" fmla="*/ 8 w 18"/>
                <a:gd name="T1" fmla="*/ 2 h 10"/>
                <a:gd name="T2" fmla="*/ 17 w 18"/>
                <a:gd name="T3" fmla="*/ 1 h 10"/>
                <a:gd name="T4" fmla="*/ 11 w 18"/>
                <a:gd name="T5" fmla="*/ 8 h 10"/>
                <a:gd name="T6" fmla="*/ 1 w 18"/>
                <a:gd name="T7" fmla="*/ 9 h 10"/>
                <a:gd name="T8" fmla="*/ 8 w 18"/>
                <a:gd name="T9" fmla="*/ 2 h 10"/>
              </a:gdLst>
              <a:ahLst/>
              <a:cxnLst>
                <a:cxn ang="0">
                  <a:pos x="T0" y="T1"/>
                </a:cxn>
                <a:cxn ang="0">
                  <a:pos x="T2" y="T3"/>
                </a:cxn>
                <a:cxn ang="0">
                  <a:pos x="T4" y="T5"/>
                </a:cxn>
                <a:cxn ang="0">
                  <a:pos x="T6" y="T7"/>
                </a:cxn>
                <a:cxn ang="0">
                  <a:pos x="T8" y="T9"/>
                </a:cxn>
              </a:cxnLst>
              <a:rect l="0" t="0" r="r" b="b"/>
              <a:pathLst>
                <a:path w="18" h="10">
                  <a:moveTo>
                    <a:pt x="8" y="2"/>
                  </a:moveTo>
                  <a:cubicBezTo>
                    <a:pt x="12" y="1"/>
                    <a:pt x="16" y="0"/>
                    <a:pt x="17" y="1"/>
                  </a:cubicBezTo>
                  <a:cubicBezTo>
                    <a:pt x="18" y="3"/>
                    <a:pt x="15" y="6"/>
                    <a:pt x="11" y="8"/>
                  </a:cubicBezTo>
                  <a:cubicBezTo>
                    <a:pt x="7" y="9"/>
                    <a:pt x="2" y="10"/>
                    <a:pt x="1" y="9"/>
                  </a:cubicBezTo>
                  <a:cubicBezTo>
                    <a:pt x="0" y="8"/>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0" name="Freeform 2211">
              <a:extLst>
                <a:ext uri="{FF2B5EF4-FFF2-40B4-BE49-F238E27FC236}">
                  <a16:creationId xmlns:a16="http://schemas.microsoft.com/office/drawing/2014/main" id="{6FEDAD8D-4F49-ED4D-14EC-2658CA669A9D}"/>
                </a:ext>
              </a:extLst>
            </p:cNvPr>
            <p:cNvSpPr>
              <a:spLocks/>
            </p:cNvSpPr>
            <p:nvPr/>
          </p:nvSpPr>
          <p:spPr bwMode="auto">
            <a:xfrm rot="5094805">
              <a:off x="1950583" y="5167846"/>
              <a:ext cx="41130" cy="25135"/>
            </a:xfrm>
            <a:custGeom>
              <a:avLst/>
              <a:gdLst>
                <a:gd name="T0" fmla="*/ 8 w 17"/>
                <a:gd name="T1" fmla="*/ 2 h 10"/>
                <a:gd name="T2" fmla="*/ 16 w 17"/>
                <a:gd name="T3" fmla="*/ 3 h 10"/>
                <a:gd name="T4" fmla="*/ 8 w 17"/>
                <a:gd name="T5" fmla="*/ 8 h 10"/>
                <a:gd name="T6" fmla="*/ 0 w 17"/>
                <a:gd name="T7" fmla="*/ 8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13" y="0"/>
                    <a:pt x="17" y="1"/>
                    <a:pt x="16" y="3"/>
                  </a:cubicBezTo>
                  <a:cubicBezTo>
                    <a:pt x="16" y="4"/>
                    <a:pt x="13" y="7"/>
                    <a:pt x="8" y="8"/>
                  </a:cubicBezTo>
                  <a:cubicBezTo>
                    <a:pt x="4" y="10"/>
                    <a:pt x="0" y="10"/>
                    <a:pt x="0" y="8"/>
                  </a:cubicBezTo>
                  <a:cubicBezTo>
                    <a:pt x="0" y="6"/>
                    <a:pt x="4"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1" name="Freeform 2212">
              <a:extLst>
                <a:ext uri="{FF2B5EF4-FFF2-40B4-BE49-F238E27FC236}">
                  <a16:creationId xmlns:a16="http://schemas.microsoft.com/office/drawing/2014/main" id="{51AE4B90-1B87-1C1D-C58F-47AC1A9AE95F}"/>
                </a:ext>
              </a:extLst>
            </p:cNvPr>
            <p:cNvSpPr>
              <a:spLocks/>
            </p:cNvSpPr>
            <p:nvPr/>
          </p:nvSpPr>
          <p:spPr bwMode="auto">
            <a:xfrm rot="5094805">
              <a:off x="2035879" y="5352950"/>
              <a:ext cx="41130" cy="25135"/>
            </a:xfrm>
            <a:custGeom>
              <a:avLst/>
              <a:gdLst>
                <a:gd name="T0" fmla="*/ 9 w 17"/>
                <a:gd name="T1" fmla="*/ 8 h 10"/>
                <a:gd name="T2" fmla="*/ 0 w 17"/>
                <a:gd name="T3" fmla="*/ 7 h 10"/>
                <a:gd name="T4" fmla="*/ 8 w 17"/>
                <a:gd name="T5" fmla="*/ 2 h 10"/>
                <a:gd name="T6" fmla="*/ 17 w 17"/>
                <a:gd name="T7" fmla="*/ 3 h 10"/>
                <a:gd name="T8" fmla="*/ 9 w 17"/>
                <a:gd name="T9" fmla="*/ 8 h 10"/>
              </a:gdLst>
              <a:ahLst/>
              <a:cxnLst>
                <a:cxn ang="0">
                  <a:pos x="T0" y="T1"/>
                </a:cxn>
                <a:cxn ang="0">
                  <a:pos x="T2" y="T3"/>
                </a:cxn>
                <a:cxn ang="0">
                  <a:pos x="T4" y="T5"/>
                </a:cxn>
                <a:cxn ang="0">
                  <a:pos x="T6" y="T7"/>
                </a:cxn>
                <a:cxn ang="0">
                  <a:pos x="T8" y="T9"/>
                </a:cxn>
              </a:cxnLst>
              <a:rect l="0" t="0" r="r" b="b"/>
              <a:pathLst>
                <a:path w="17" h="10">
                  <a:moveTo>
                    <a:pt x="9" y="8"/>
                  </a:moveTo>
                  <a:cubicBezTo>
                    <a:pt x="4" y="10"/>
                    <a:pt x="0" y="9"/>
                    <a:pt x="0" y="7"/>
                  </a:cubicBezTo>
                  <a:cubicBezTo>
                    <a:pt x="1" y="5"/>
                    <a:pt x="4" y="3"/>
                    <a:pt x="8" y="2"/>
                  </a:cubicBezTo>
                  <a:cubicBezTo>
                    <a:pt x="13" y="0"/>
                    <a:pt x="17" y="1"/>
                    <a:pt x="17" y="3"/>
                  </a:cubicBezTo>
                  <a:cubicBezTo>
                    <a:pt x="17" y="4"/>
                    <a:pt x="13"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2" name="Freeform 2213">
              <a:extLst>
                <a:ext uri="{FF2B5EF4-FFF2-40B4-BE49-F238E27FC236}">
                  <a16:creationId xmlns:a16="http://schemas.microsoft.com/office/drawing/2014/main" id="{B504DCB3-C645-4E87-591A-2FFF99323175}"/>
                </a:ext>
              </a:extLst>
            </p:cNvPr>
            <p:cNvSpPr>
              <a:spLocks/>
            </p:cNvSpPr>
            <p:nvPr/>
          </p:nvSpPr>
          <p:spPr bwMode="auto">
            <a:xfrm rot="5094805">
              <a:off x="2113210" y="5539907"/>
              <a:ext cx="41130" cy="22850"/>
            </a:xfrm>
            <a:custGeom>
              <a:avLst/>
              <a:gdLst>
                <a:gd name="T0" fmla="*/ 17 w 17"/>
                <a:gd name="T1" fmla="*/ 2 h 9"/>
                <a:gd name="T2" fmla="*/ 11 w 17"/>
                <a:gd name="T3" fmla="*/ 7 h 9"/>
                <a:gd name="T4" fmla="*/ 1 w 17"/>
                <a:gd name="T5" fmla="*/ 7 h 9"/>
                <a:gd name="T6" fmla="*/ 8 w 17"/>
                <a:gd name="T7" fmla="*/ 1 h 9"/>
                <a:gd name="T8" fmla="*/ 17 w 17"/>
                <a:gd name="T9" fmla="*/ 2 h 9"/>
              </a:gdLst>
              <a:ahLst/>
              <a:cxnLst>
                <a:cxn ang="0">
                  <a:pos x="T0" y="T1"/>
                </a:cxn>
                <a:cxn ang="0">
                  <a:pos x="T2" y="T3"/>
                </a:cxn>
                <a:cxn ang="0">
                  <a:pos x="T4" y="T5"/>
                </a:cxn>
                <a:cxn ang="0">
                  <a:pos x="T6" y="T7"/>
                </a:cxn>
                <a:cxn ang="0">
                  <a:pos x="T8" y="T9"/>
                </a:cxn>
              </a:cxnLst>
              <a:rect l="0" t="0" r="r" b="b"/>
              <a:pathLst>
                <a:path w="17" h="9">
                  <a:moveTo>
                    <a:pt x="17" y="2"/>
                  </a:moveTo>
                  <a:cubicBezTo>
                    <a:pt x="17" y="3"/>
                    <a:pt x="15" y="6"/>
                    <a:pt x="11" y="7"/>
                  </a:cubicBezTo>
                  <a:cubicBezTo>
                    <a:pt x="6" y="9"/>
                    <a:pt x="1" y="9"/>
                    <a:pt x="1" y="7"/>
                  </a:cubicBezTo>
                  <a:cubicBezTo>
                    <a:pt x="0" y="5"/>
                    <a:pt x="4" y="2"/>
                    <a:pt x="8"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3" name="Freeform 2214">
              <a:extLst>
                <a:ext uri="{FF2B5EF4-FFF2-40B4-BE49-F238E27FC236}">
                  <a16:creationId xmlns:a16="http://schemas.microsoft.com/office/drawing/2014/main" id="{42B0A89E-C6DD-85D1-6567-E598C7A8EC36}"/>
                </a:ext>
              </a:extLst>
            </p:cNvPr>
            <p:cNvSpPr>
              <a:spLocks/>
            </p:cNvSpPr>
            <p:nvPr/>
          </p:nvSpPr>
          <p:spPr bwMode="auto">
            <a:xfrm rot="5094805">
              <a:off x="2180396" y="5728811"/>
              <a:ext cx="43415" cy="20565"/>
            </a:xfrm>
            <a:custGeom>
              <a:avLst/>
              <a:gdLst>
                <a:gd name="T0" fmla="*/ 8 w 17"/>
                <a:gd name="T1" fmla="*/ 1 h 9"/>
                <a:gd name="T2" fmla="*/ 17 w 17"/>
                <a:gd name="T3" fmla="*/ 4 h 9"/>
                <a:gd name="T4" fmla="*/ 10 w 17"/>
                <a:gd name="T5" fmla="*/ 8 h 9"/>
                <a:gd name="T6" fmla="*/ 1 w 17"/>
                <a:gd name="T7" fmla="*/ 7 h 9"/>
                <a:gd name="T8" fmla="*/ 8 w 17"/>
                <a:gd name="T9" fmla="*/ 1 h 9"/>
              </a:gdLst>
              <a:ahLst/>
              <a:cxnLst>
                <a:cxn ang="0">
                  <a:pos x="T0" y="T1"/>
                </a:cxn>
                <a:cxn ang="0">
                  <a:pos x="T2" y="T3"/>
                </a:cxn>
                <a:cxn ang="0">
                  <a:pos x="T4" y="T5"/>
                </a:cxn>
                <a:cxn ang="0">
                  <a:pos x="T6" y="T7"/>
                </a:cxn>
                <a:cxn ang="0">
                  <a:pos x="T8" y="T9"/>
                </a:cxn>
              </a:cxnLst>
              <a:rect l="0" t="0" r="r" b="b"/>
              <a:pathLst>
                <a:path w="17" h="9">
                  <a:moveTo>
                    <a:pt x="8" y="1"/>
                  </a:moveTo>
                  <a:cubicBezTo>
                    <a:pt x="13" y="0"/>
                    <a:pt x="17" y="1"/>
                    <a:pt x="17" y="4"/>
                  </a:cubicBezTo>
                  <a:cubicBezTo>
                    <a:pt x="17" y="5"/>
                    <a:pt x="14" y="7"/>
                    <a:pt x="10" y="8"/>
                  </a:cubicBezTo>
                  <a:cubicBezTo>
                    <a:pt x="6" y="9"/>
                    <a:pt x="2" y="9"/>
                    <a:pt x="1" y="7"/>
                  </a:cubicBezTo>
                  <a:cubicBezTo>
                    <a:pt x="0" y="5"/>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4" name="Freeform 2216">
              <a:extLst>
                <a:ext uri="{FF2B5EF4-FFF2-40B4-BE49-F238E27FC236}">
                  <a16:creationId xmlns:a16="http://schemas.microsoft.com/office/drawing/2014/main" id="{FBB1D2D4-87DE-9D10-89D3-21139D89B255}"/>
                </a:ext>
              </a:extLst>
            </p:cNvPr>
            <p:cNvSpPr>
              <a:spLocks/>
            </p:cNvSpPr>
            <p:nvPr/>
          </p:nvSpPr>
          <p:spPr bwMode="auto">
            <a:xfrm rot="5094805">
              <a:off x="2236413" y="5918922"/>
              <a:ext cx="41130" cy="22850"/>
            </a:xfrm>
            <a:custGeom>
              <a:avLst/>
              <a:gdLst>
                <a:gd name="T0" fmla="*/ 10 w 17"/>
                <a:gd name="T1" fmla="*/ 8 h 9"/>
                <a:gd name="T2" fmla="*/ 0 w 17"/>
                <a:gd name="T3" fmla="*/ 6 h 9"/>
                <a:gd name="T4" fmla="*/ 8 w 17"/>
                <a:gd name="T5" fmla="*/ 1 h 9"/>
                <a:gd name="T6" fmla="*/ 17 w 17"/>
                <a:gd name="T7" fmla="*/ 3 h 9"/>
                <a:gd name="T8" fmla="*/ 10 w 17"/>
                <a:gd name="T9" fmla="*/ 8 h 9"/>
              </a:gdLst>
              <a:ahLst/>
              <a:cxnLst>
                <a:cxn ang="0">
                  <a:pos x="T0" y="T1"/>
                </a:cxn>
                <a:cxn ang="0">
                  <a:pos x="T2" y="T3"/>
                </a:cxn>
                <a:cxn ang="0">
                  <a:pos x="T4" y="T5"/>
                </a:cxn>
                <a:cxn ang="0">
                  <a:pos x="T6" y="T7"/>
                </a:cxn>
                <a:cxn ang="0">
                  <a:pos x="T8" y="T9"/>
                </a:cxn>
              </a:cxnLst>
              <a:rect l="0" t="0" r="r" b="b"/>
              <a:pathLst>
                <a:path w="17" h="9">
                  <a:moveTo>
                    <a:pt x="10" y="8"/>
                  </a:moveTo>
                  <a:cubicBezTo>
                    <a:pt x="5" y="9"/>
                    <a:pt x="0" y="8"/>
                    <a:pt x="0" y="6"/>
                  </a:cubicBezTo>
                  <a:cubicBezTo>
                    <a:pt x="0" y="4"/>
                    <a:pt x="4" y="2"/>
                    <a:pt x="8" y="1"/>
                  </a:cubicBezTo>
                  <a:cubicBezTo>
                    <a:pt x="12" y="0"/>
                    <a:pt x="17" y="1"/>
                    <a:pt x="17" y="3"/>
                  </a:cubicBezTo>
                  <a:cubicBezTo>
                    <a:pt x="17" y="5"/>
                    <a:pt x="14" y="7"/>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5" name="Freeform 2217">
              <a:extLst>
                <a:ext uri="{FF2B5EF4-FFF2-40B4-BE49-F238E27FC236}">
                  <a16:creationId xmlns:a16="http://schemas.microsoft.com/office/drawing/2014/main" id="{1966A7DB-33F8-1198-60D4-4FFD0620CA67}"/>
                </a:ext>
              </a:extLst>
            </p:cNvPr>
            <p:cNvSpPr>
              <a:spLocks/>
            </p:cNvSpPr>
            <p:nvPr/>
          </p:nvSpPr>
          <p:spPr bwMode="auto">
            <a:xfrm rot="5094805">
              <a:off x="2278669" y="6112437"/>
              <a:ext cx="41130" cy="18280"/>
            </a:xfrm>
            <a:custGeom>
              <a:avLst/>
              <a:gdLst>
                <a:gd name="T0" fmla="*/ 10 w 17"/>
                <a:gd name="T1" fmla="*/ 8 h 8"/>
                <a:gd name="T2" fmla="*/ 0 w 17"/>
                <a:gd name="T3" fmla="*/ 5 h 8"/>
                <a:gd name="T4" fmla="*/ 7 w 17"/>
                <a:gd name="T5" fmla="*/ 1 h 8"/>
                <a:gd name="T6" fmla="*/ 17 w 17"/>
                <a:gd name="T7" fmla="*/ 4 h 8"/>
                <a:gd name="T8" fmla="*/ 10 w 17"/>
                <a:gd name="T9" fmla="*/ 8 h 8"/>
              </a:gdLst>
              <a:ahLst/>
              <a:cxnLst>
                <a:cxn ang="0">
                  <a:pos x="T0" y="T1"/>
                </a:cxn>
                <a:cxn ang="0">
                  <a:pos x="T2" y="T3"/>
                </a:cxn>
                <a:cxn ang="0">
                  <a:pos x="T4" y="T5"/>
                </a:cxn>
                <a:cxn ang="0">
                  <a:pos x="T6" y="T7"/>
                </a:cxn>
                <a:cxn ang="0">
                  <a:pos x="T8" y="T9"/>
                </a:cxn>
              </a:cxnLst>
              <a:rect l="0" t="0" r="r" b="b"/>
              <a:pathLst>
                <a:path w="17" h="8">
                  <a:moveTo>
                    <a:pt x="10" y="8"/>
                  </a:moveTo>
                  <a:cubicBezTo>
                    <a:pt x="5" y="8"/>
                    <a:pt x="1" y="7"/>
                    <a:pt x="0" y="5"/>
                  </a:cubicBezTo>
                  <a:cubicBezTo>
                    <a:pt x="0" y="3"/>
                    <a:pt x="3" y="1"/>
                    <a:pt x="7" y="1"/>
                  </a:cubicBezTo>
                  <a:cubicBezTo>
                    <a:pt x="11" y="0"/>
                    <a:pt x="16" y="1"/>
                    <a:pt x="17" y="4"/>
                  </a:cubicBezTo>
                  <a:cubicBezTo>
                    <a:pt x="17" y="5"/>
                    <a:pt x="14" y="7"/>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6" name="Freeform 2218">
              <a:extLst>
                <a:ext uri="{FF2B5EF4-FFF2-40B4-BE49-F238E27FC236}">
                  <a16:creationId xmlns:a16="http://schemas.microsoft.com/office/drawing/2014/main" id="{332BFEC0-D978-AB79-36EC-8904F56BACB9}"/>
                </a:ext>
              </a:extLst>
            </p:cNvPr>
            <p:cNvSpPr>
              <a:spLocks/>
            </p:cNvSpPr>
            <p:nvPr/>
          </p:nvSpPr>
          <p:spPr bwMode="auto">
            <a:xfrm rot="5094805">
              <a:off x="2322053" y="6302220"/>
              <a:ext cx="45700" cy="20565"/>
            </a:xfrm>
            <a:custGeom>
              <a:avLst/>
              <a:gdLst>
                <a:gd name="T0" fmla="*/ 17 w 18"/>
                <a:gd name="T1" fmla="*/ 3 h 9"/>
                <a:gd name="T2" fmla="*/ 11 w 18"/>
                <a:gd name="T3" fmla="*/ 8 h 9"/>
                <a:gd name="T4" fmla="*/ 1 w 18"/>
                <a:gd name="T5" fmla="*/ 6 h 9"/>
                <a:gd name="T6" fmla="*/ 8 w 18"/>
                <a:gd name="T7" fmla="*/ 1 h 9"/>
                <a:gd name="T8" fmla="*/ 17 w 18"/>
                <a:gd name="T9" fmla="*/ 3 h 9"/>
              </a:gdLst>
              <a:ahLst/>
              <a:cxnLst>
                <a:cxn ang="0">
                  <a:pos x="T0" y="T1"/>
                </a:cxn>
                <a:cxn ang="0">
                  <a:pos x="T2" y="T3"/>
                </a:cxn>
                <a:cxn ang="0">
                  <a:pos x="T4" y="T5"/>
                </a:cxn>
                <a:cxn ang="0">
                  <a:pos x="T6" y="T7"/>
                </a:cxn>
                <a:cxn ang="0">
                  <a:pos x="T8" y="T9"/>
                </a:cxn>
              </a:cxnLst>
              <a:rect l="0" t="0" r="r" b="b"/>
              <a:pathLst>
                <a:path w="18" h="9">
                  <a:moveTo>
                    <a:pt x="17" y="3"/>
                  </a:moveTo>
                  <a:cubicBezTo>
                    <a:pt x="18" y="4"/>
                    <a:pt x="15" y="7"/>
                    <a:pt x="11" y="8"/>
                  </a:cubicBezTo>
                  <a:cubicBezTo>
                    <a:pt x="6" y="9"/>
                    <a:pt x="1" y="8"/>
                    <a:pt x="1" y="6"/>
                  </a:cubicBezTo>
                  <a:cubicBezTo>
                    <a:pt x="0" y="4"/>
                    <a:pt x="4" y="1"/>
                    <a:pt x="8" y="1"/>
                  </a:cubicBezTo>
                  <a:cubicBezTo>
                    <a:pt x="12" y="0"/>
                    <a:pt x="16" y="1"/>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7" name="Freeform 2219">
              <a:extLst>
                <a:ext uri="{FF2B5EF4-FFF2-40B4-BE49-F238E27FC236}">
                  <a16:creationId xmlns:a16="http://schemas.microsoft.com/office/drawing/2014/main" id="{6CB12C3B-4D3F-0CAB-EA2F-F603AD86E25E}"/>
                </a:ext>
              </a:extLst>
            </p:cNvPr>
            <p:cNvSpPr>
              <a:spLocks/>
            </p:cNvSpPr>
            <p:nvPr/>
          </p:nvSpPr>
          <p:spPr bwMode="auto">
            <a:xfrm rot="5094805">
              <a:off x="2386875" y="6487066"/>
              <a:ext cx="41130" cy="25135"/>
            </a:xfrm>
            <a:custGeom>
              <a:avLst/>
              <a:gdLst>
                <a:gd name="T0" fmla="*/ 9 w 17"/>
                <a:gd name="T1" fmla="*/ 9 h 10"/>
                <a:gd name="T2" fmla="*/ 1 w 17"/>
                <a:gd name="T3" fmla="*/ 7 h 10"/>
                <a:gd name="T4" fmla="*/ 8 w 17"/>
                <a:gd name="T5" fmla="*/ 1 h 10"/>
                <a:gd name="T6" fmla="*/ 17 w 17"/>
                <a:gd name="T7" fmla="*/ 3 h 10"/>
                <a:gd name="T8" fmla="*/ 9 w 17"/>
                <a:gd name="T9" fmla="*/ 9 h 10"/>
              </a:gdLst>
              <a:ahLst/>
              <a:cxnLst>
                <a:cxn ang="0">
                  <a:pos x="T0" y="T1"/>
                </a:cxn>
                <a:cxn ang="0">
                  <a:pos x="T2" y="T3"/>
                </a:cxn>
                <a:cxn ang="0">
                  <a:pos x="T4" y="T5"/>
                </a:cxn>
                <a:cxn ang="0">
                  <a:pos x="T6" y="T7"/>
                </a:cxn>
                <a:cxn ang="0">
                  <a:pos x="T8" y="T9"/>
                </a:cxn>
              </a:cxnLst>
              <a:rect l="0" t="0" r="r" b="b"/>
              <a:pathLst>
                <a:path w="17" h="10">
                  <a:moveTo>
                    <a:pt x="9" y="9"/>
                  </a:moveTo>
                  <a:cubicBezTo>
                    <a:pt x="5" y="10"/>
                    <a:pt x="0" y="9"/>
                    <a:pt x="1" y="7"/>
                  </a:cubicBezTo>
                  <a:cubicBezTo>
                    <a:pt x="1" y="5"/>
                    <a:pt x="5" y="2"/>
                    <a:pt x="8" y="1"/>
                  </a:cubicBezTo>
                  <a:cubicBezTo>
                    <a:pt x="13" y="0"/>
                    <a:pt x="17" y="1"/>
                    <a:pt x="17" y="3"/>
                  </a:cubicBezTo>
                  <a:cubicBezTo>
                    <a:pt x="17" y="5"/>
                    <a:pt x="13" y="8"/>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8" name="Freeform 2220">
              <a:extLst>
                <a:ext uri="{FF2B5EF4-FFF2-40B4-BE49-F238E27FC236}">
                  <a16:creationId xmlns:a16="http://schemas.microsoft.com/office/drawing/2014/main" id="{F12C084A-4DB8-025C-B606-0AA3C3071F74}"/>
                </a:ext>
              </a:extLst>
            </p:cNvPr>
            <p:cNvSpPr>
              <a:spLocks/>
            </p:cNvSpPr>
            <p:nvPr/>
          </p:nvSpPr>
          <p:spPr bwMode="auto">
            <a:xfrm rot="5094805">
              <a:off x="2464206" y="6671737"/>
              <a:ext cx="41130" cy="27420"/>
            </a:xfrm>
            <a:custGeom>
              <a:avLst/>
              <a:gdLst>
                <a:gd name="T0" fmla="*/ 17 w 17"/>
                <a:gd name="T1" fmla="*/ 3 h 11"/>
                <a:gd name="T2" fmla="*/ 10 w 17"/>
                <a:gd name="T3" fmla="*/ 9 h 11"/>
                <a:gd name="T4" fmla="*/ 1 w 17"/>
                <a:gd name="T5" fmla="*/ 8 h 11"/>
                <a:gd name="T6" fmla="*/ 9 w 17"/>
                <a:gd name="T7" fmla="*/ 2 h 11"/>
                <a:gd name="T8" fmla="*/ 17 w 17"/>
                <a:gd name="T9" fmla="*/ 3 h 11"/>
              </a:gdLst>
              <a:ahLst/>
              <a:cxnLst>
                <a:cxn ang="0">
                  <a:pos x="T0" y="T1"/>
                </a:cxn>
                <a:cxn ang="0">
                  <a:pos x="T2" y="T3"/>
                </a:cxn>
                <a:cxn ang="0">
                  <a:pos x="T4" y="T5"/>
                </a:cxn>
                <a:cxn ang="0">
                  <a:pos x="T6" y="T7"/>
                </a:cxn>
                <a:cxn ang="0">
                  <a:pos x="T8" y="T9"/>
                </a:cxn>
              </a:cxnLst>
              <a:rect l="0" t="0" r="r" b="b"/>
              <a:pathLst>
                <a:path w="17" h="11">
                  <a:moveTo>
                    <a:pt x="17" y="3"/>
                  </a:moveTo>
                  <a:cubicBezTo>
                    <a:pt x="17" y="5"/>
                    <a:pt x="15" y="7"/>
                    <a:pt x="10" y="9"/>
                  </a:cubicBezTo>
                  <a:cubicBezTo>
                    <a:pt x="6" y="11"/>
                    <a:pt x="1" y="11"/>
                    <a:pt x="1" y="8"/>
                  </a:cubicBezTo>
                  <a:cubicBezTo>
                    <a:pt x="0" y="6"/>
                    <a:pt x="4" y="3"/>
                    <a:pt x="9" y="2"/>
                  </a:cubicBezTo>
                  <a:cubicBezTo>
                    <a:pt x="13" y="0"/>
                    <a:pt x="16" y="1"/>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9" name="Freeform 2221">
              <a:extLst>
                <a:ext uri="{FF2B5EF4-FFF2-40B4-BE49-F238E27FC236}">
                  <a16:creationId xmlns:a16="http://schemas.microsoft.com/office/drawing/2014/main" id="{69F78D0F-5A88-6316-AC26-EDB9E40EBF4D}"/>
                </a:ext>
              </a:extLst>
            </p:cNvPr>
            <p:cNvSpPr>
              <a:spLocks/>
            </p:cNvSpPr>
            <p:nvPr/>
          </p:nvSpPr>
          <p:spPr bwMode="auto">
            <a:xfrm rot="5094805">
              <a:off x="2549494" y="6856638"/>
              <a:ext cx="45700" cy="27420"/>
            </a:xfrm>
            <a:custGeom>
              <a:avLst/>
              <a:gdLst>
                <a:gd name="T0" fmla="*/ 8 w 18"/>
                <a:gd name="T1" fmla="*/ 2 h 11"/>
                <a:gd name="T2" fmla="*/ 17 w 18"/>
                <a:gd name="T3" fmla="*/ 2 h 11"/>
                <a:gd name="T4" fmla="*/ 11 w 18"/>
                <a:gd name="T5" fmla="*/ 9 h 11"/>
                <a:gd name="T6" fmla="*/ 1 w 18"/>
                <a:gd name="T7" fmla="*/ 9 h 11"/>
                <a:gd name="T8" fmla="*/ 8 w 18"/>
                <a:gd name="T9" fmla="*/ 2 h 11"/>
              </a:gdLst>
              <a:ahLst/>
              <a:cxnLst>
                <a:cxn ang="0">
                  <a:pos x="T0" y="T1"/>
                </a:cxn>
                <a:cxn ang="0">
                  <a:pos x="T2" y="T3"/>
                </a:cxn>
                <a:cxn ang="0">
                  <a:pos x="T4" y="T5"/>
                </a:cxn>
                <a:cxn ang="0">
                  <a:pos x="T6" y="T7"/>
                </a:cxn>
                <a:cxn ang="0">
                  <a:pos x="T8" y="T9"/>
                </a:cxn>
              </a:cxnLst>
              <a:rect l="0" t="0" r="r" b="b"/>
              <a:pathLst>
                <a:path w="18" h="11">
                  <a:moveTo>
                    <a:pt x="8" y="2"/>
                  </a:moveTo>
                  <a:cubicBezTo>
                    <a:pt x="12" y="0"/>
                    <a:pt x="16" y="0"/>
                    <a:pt x="17" y="2"/>
                  </a:cubicBezTo>
                  <a:cubicBezTo>
                    <a:pt x="18" y="4"/>
                    <a:pt x="15" y="7"/>
                    <a:pt x="11" y="9"/>
                  </a:cubicBezTo>
                  <a:cubicBezTo>
                    <a:pt x="7" y="11"/>
                    <a:pt x="2" y="11"/>
                    <a:pt x="1" y="9"/>
                  </a:cubicBezTo>
                  <a:cubicBezTo>
                    <a:pt x="0" y="8"/>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0" name="Freeform 2222">
              <a:extLst>
                <a:ext uri="{FF2B5EF4-FFF2-40B4-BE49-F238E27FC236}">
                  <a16:creationId xmlns:a16="http://schemas.microsoft.com/office/drawing/2014/main" id="{B8B880C2-E48D-E46E-4505-1AE84767A850}"/>
                </a:ext>
              </a:extLst>
            </p:cNvPr>
            <p:cNvSpPr>
              <a:spLocks/>
            </p:cNvSpPr>
            <p:nvPr/>
          </p:nvSpPr>
          <p:spPr bwMode="auto">
            <a:xfrm rot="5094805">
              <a:off x="872969" y="1654048"/>
              <a:ext cx="43415" cy="29705"/>
            </a:xfrm>
            <a:custGeom>
              <a:avLst/>
              <a:gdLst>
                <a:gd name="T0" fmla="*/ 7 w 17"/>
                <a:gd name="T1" fmla="*/ 2 h 12"/>
                <a:gd name="T2" fmla="*/ 16 w 17"/>
                <a:gd name="T3" fmla="*/ 10 h 12"/>
                <a:gd name="T4" fmla="*/ 10 w 17"/>
                <a:gd name="T5" fmla="*/ 10 h 12"/>
                <a:gd name="T6" fmla="*/ 0 w 17"/>
                <a:gd name="T7" fmla="*/ 2 h 12"/>
                <a:gd name="T8" fmla="*/ 7 w 17"/>
                <a:gd name="T9" fmla="*/ 2 h 12"/>
              </a:gdLst>
              <a:ahLst/>
              <a:cxnLst>
                <a:cxn ang="0">
                  <a:pos x="T0" y="T1"/>
                </a:cxn>
                <a:cxn ang="0">
                  <a:pos x="T2" y="T3"/>
                </a:cxn>
                <a:cxn ang="0">
                  <a:pos x="T4" y="T5"/>
                </a:cxn>
                <a:cxn ang="0">
                  <a:pos x="T6" y="T7"/>
                </a:cxn>
                <a:cxn ang="0">
                  <a:pos x="T8" y="T9"/>
                </a:cxn>
              </a:cxnLst>
              <a:rect l="0" t="0" r="r" b="b"/>
              <a:pathLst>
                <a:path w="17" h="12">
                  <a:moveTo>
                    <a:pt x="7" y="2"/>
                  </a:moveTo>
                  <a:cubicBezTo>
                    <a:pt x="11" y="4"/>
                    <a:pt x="16" y="8"/>
                    <a:pt x="16" y="10"/>
                  </a:cubicBezTo>
                  <a:cubicBezTo>
                    <a:pt x="17" y="12"/>
                    <a:pt x="14" y="12"/>
                    <a:pt x="10" y="10"/>
                  </a:cubicBezTo>
                  <a:cubicBezTo>
                    <a:pt x="6" y="8"/>
                    <a:pt x="1" y="5"/>
                    <a:pt x="0" y="2"/>
                  </a:cubicBezTo>
                  <a:cubicBezTo>
                    <a:pt x="0" y="0"/>
                    <a:pt x="2"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1" name="Freeform 2223">
              <a:extLst>
                <a:ext uri="{FF2B5EF4-FFF2-40B4-BE49-F238E27FC236}">
                  <a16:creationId xmlns:a16="http://schemas.microsoft.com/office/drawing/2014/main" id="{5E9072BD-A709-7977-FA26-81D772365D3D}"/>
                </a:ext>
              </a:extLst>
            </p:cNvPr>
            <p:cNvSpPr>
              <a:spLocks/>
            </p:cNvSpPr>
            <p:nvPr/>
          </p:nvSpPr>
          <p:spPr bwMode="auto">
            <a:xfrm rot="5094805">
              <a:off x="797182" y="1860470"/>
              <a:ext cx="41130" cy="27420"/>
            </a:xfrm>
            <a:custGeom>
              <a:avLst/>
              <a:gdLst>
                <a:gd name="T0" fmla="*/ 1 w 17"/>
                <a:gd name="T1" fmla="*/ 2 h 11"/>
                <a:gd name="T2" fmla="*/ 8 w 17"/>
                <a:gd name="T3" fmla="*/ 3 h 11"/>
                <a:gd name="T4" fmla="*/ 17 w 17"/>
                <a:gd name="T5" fmla="*/ 10 h 11"/>
                <a:gd name="T6" fmla="*/ 9 w 17"/>
                <a:gd name="T7" fmla="*/ 9 h 11"/>
                <a:gd name="T8" fmla="*/ 1 w 17"/>
                <a:gd name="T9" fmla="*/ 2 h 11"/>
              </a:gdLst>
              <a:ahLst/>
              <a:cxnLst>
                <a:cxn ang="0">
                  <a:pos x="T0" y="T1"/>
                </a:cxn>
                <a:cxn ang="0">
                  <a:pos x="T2" y="T3"/>
                </a:cxn>
                <a:cxn ang="0">
                  <a:pos x="T4" y="T5"/>
                </a:cxn>
                <a:cxn ang="0">
                  <a:pos x="T6" y="T7"/>
                </a:cxn>
                <a:cxn ang="0">
                  <a:pos x="T8" y="T9"/>
                </a:cxn>
              </a:cxnLst>
              <a:rect l="0" t="0" r="r" b="b"/>
              <a:pathLst>
                <a:path w="17" h="11">
                  <a:moveTo>
                    <a:pt x="1" y="2"/>
                  </a:moveTo>
                  <a:cubicBezTo>
                    <a:pt x="0" y="0"/>
                    <a:pt x="4" y="1"/>
                    <a:pt x="8" y="3"/>
                  </a:cubicBezTo>
                  <a:cubicBezTo>
                    <a:pt x="13" y="5"/>
                    <a:pt x="17" y="8"/>
                    <a:pt x="17" y="10"/>
                  </a:cubicBezTo>
                  <a:cubicBezTo>
                    <a:pt x="17" y="11"/>
                    <a:pt x="13" y="11"/>
                    <a:pt x="9" y="9"/>
                  </a:cubicBezTo>
                  <a:cubicBezTo>
                    <a:pt x="5" y="7"/>
                    <a:pt x="1" y="4"/>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2" name="Freeform 2224">
              <a:extLst>
                <a:ext uri="{FF2B5EF4-FFF2-40B4-BE49-F238E27FC236}">
                  <a16:creationId xmlns:a16="http://schemas.microsoft.com/office/drawing/2014/main" id="{0CBCFEE0-A5C6-9DEC-BCD9-2F1C70958245}"/>
                </a:ext>
              </a:extLst>
            </p:cNvPr>
            <p:cNvSpPr>
              <a:spLocks/>
            </p:cNvSpPr>
            <p:nvPr/>
          </p:nvSpPr>
          <p:spPr bwMode="auto">
            <a:xfrm rot="5094805">
              <a:off x="733904" y="2066718"/>
              <a:ext cx="43415" cy="22850"/>
            </a:xfrm>
            <a:custGeom>
              <a:avLst/>
              <a:gdLst>
                <a:gd name="T0" fmla="*/ 17 w 17"/>
                <a:gd name="T1" fmla="*/ 7 h 9"/>
                <a:gd name="T2" fmla="*/ 10 w 17"/>
                <a:gd name="T3" fmla="*/ 8 h 9"/>
                <a:gd name="T4" fmla="*/ 1 w 17"/>
                <a:gd name="T5" fmla="*/ 2 h 9"/>
                <a:gd name="T6" fmla="*/ 8 w 17"/>
                <a:gd name="T7" fmla="*/ 1 h 9"/>
                <a:gd name="T8" fmla="*/ 17 w 17"/>
                <a:gd name="T9" fmla="*/ 7 h 9"/>
              </a:gdLst>
              <a:ahLst/>
              <a:cxnLst>
                <a:cxn ang="0">
                  <a:pos x="T0" y="T1"/>
                </a:cxn>
                <a:cxn ang="0">
                  <a:pos x="T2" y="T3"/>
                </a:cxn>
                <a:cxn ang="0">
                  <a:pos x="T4" y="T5"/>
                </a:cxn>
                <a:cxn ang="0">
                  <a:pos x="T6" y="T7"/>
                </a:cxn>
                <a:cxn ang="0">
                  <a:pos x="T8" y="T9"/>
                </a:cxn>
              </a:cxnLst>
              <a:rect l="0" t="0" r="r" b="b"/>
              <a:pathLst>
                <a:path w="17" h="9">
                  <a:moveTo>
                    <a:pt x="17" y="7"/>
                  </a:moveTo>
                  <a:cubicBezTo>
                    <a:pt x="17" y="9"/>
                    <a:pt x="14" y="9"/>
                    <a:pt x="10" y="8"/>
                  </a:cubicBezTo>
                  <a:cubicBezTo>
                    <a:pt x="6" y="6"/>
                    <a:pt x="1" y="4"/>
                    <a:pt x="1" y="2"/>
                  </a:cubicBezTo>
                  <a:cubicBezTo>
                    <a:pt x="0" y="0"/>
                    <a:pt x="3" y="0"/>
                    <a:pt x="8" y="1"/>
                  </a:cubicBezTo>
                  <a:cubicBezTo>
                    <a:pt x="12" y="3"/>
                    <a:pt x="16" y="5"/>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3" name="Freeform 2225">
              <a:extLst>
                <a:ext uri="{FF2B5EF4-FFF2-40B4-BE49-F238E27FC236}">
                  <a16:creationId xmlns:a16="http://schemas.microsoft.com/office/drawing/2014/main" id="{89013EF2-08A5-29A1-7A04-77A7E71D078F}"/>
                </a:ext>
              </a:extLst>
            </p:cNvPr>
            <p:cNvSpPr>
              <a:spLocks/>
            </p:cNvSpPr>
            <p:nvPr/>
          </p:nvSpPr>
          <p:spPr bwMode="auto">
            <a:xfrm rot="5094805">
              <a:off x="701361" y="2271576"/>
              <a:ext cx="41130" cy="15995"/>
            </a:xfrm>
            <a:custGeom>
              <a:avLst/>
              <a:gdLst>
                <a:gd name="T0" fmla="*/ 16 w 17"/>
                <a:gd name="T1" fmla="*/ 5 h 7"/>
                <a:gd name="T2" fmla="*/ 9 w 17"/>
                <a:gd name="T3" fmla="*/ 6 h 7"/>
                <a:gd name="T4" fmla="*/ 0 w 17"/>
                <a:gd name="T5" fmla="*/ 2 h 7"/>
                <a:gd name="T6" fmla="*/ 8 w 17"/>
                <a:gd name="T7" fmla="*/ 1 h 7"/>
                <a:gd name="T8" fmla="*/ 16 w 17"/>
                <a:gd name="T9" fmla="*/ 5 h 7"/>
              </a:gdLst>
              <a:ahLst/>
              <a:cxnLst>
                <a:cxn ang="0">
                  <a:pos x="T0" y="T1"/>
                </a:cxn>
                <a:cxn ang="0">
                  <a:pos x="T2" y="T3"/>
                </a:cxn>
                <a:cxn ang="0">
                  <a:pos x="T4" y="T5"/>
                </a:cxn>
                <a:cxn ang="0">
                  <a:pos x="T6" y="T7"/>
                </a:cxn>
                <a:cxn ang="0">
                  <a:pos x="T8" y="T9"/>
                </a:cxn>
              </a:cxnLst>
              <a:rect l="0" t="0" r="r" b="b"/>
              <a:pathLst>
                <a:path w="17" h="7">
                  <a:moveTo>
                    <a:pt x="16" y="5"/>
                  </a:moveTo>
                  <a:cubicBezTo>
                    <a:pt x="16" y="6"/>
                    <a:pt x="13" y="7"/>
                    <a:pt x="9" y="6"/>
                  </a:cubicBezTo>
                  <a:cubicBezTo>
                    <a:pt x="4" y="5"/>
                    <a:pt x="1" y="3"/>
                    <a:pt x="0" y="2"/>
                  </a:cubicBezTo>
                  <a:cubicBezTo>
                    <a:pt x="0" y="0"/>
                    <a:pt x="4" y="0"/>
                    <a:pt x="8" y="1"/>
                  </a:cubicBezTo>
                  <a:cubicBezTo>
                    <a:pt x="13" y="2"/>
                    <a:pt x="17" y="4"/>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4" name="Freeform 2226">
              <a:extLst>
                <a:ext uri="{FF2B5EF4-FFF2-40B4-BE49-F238E27FC236}">
                  <a16:creationId xmlns:a16="http://schemas.microsoft.com/office/drawing/2014/main" id="{1D044160-0251-DAFD-FF39-63455243502B}"/>
                </a:ext>
              </a:extLst>
            </p:cNvPr>
            <p:cNvSpPr>
              <a:spLocks/>
            </p:cNvSpPr>
            <p:nvPr/>
          </p:nvSpPr>
          <p:spPr bwMode="auto">
            <a:xfrm rot="5094805">
              <a:off x="702852" y="2468728"/>
              <a:ext cx="41130" cy="15995"/>
            </a:xfrm>
            <a:custGeom>
              <a:avLst/>
              <a:gdLst>
                <a:gd name="T0" fmla="*/ 8 w 16"/>
                <a:gd name="T1" fmla="*/ 6 h 6"/>
                <a:gd name="T2" fmla="*/ 0 w 16"/>
                <a:gd name="T3" fmla="*/ 3 h 6"/>
                <a:gd name="T4" fmla="*/ 7 w 16"/>
                <a:gd name="T5" fmla="*/ 0 h 6"/>
                <a:gd name="T6" fmla="*/ 16 w 16"/>
                <a:gd name="T7" fmla="*/ 3 h 6"/>
                <a:gd name="T8" fmla="*/ 8 w 16"/>
                <a:gd name="T9" fmla="*/ 6 h 6"/>
              </a:gdLst>
              <a:ahLst/>
              <a:cxnLst>
                <a:cxn ang="0">
                  <a:pos x="T0" y="T1"/>
                </a:cxn>
                <a:cxn ang="0">
                  <a:pos x="T2" y="T3"/>
                </a:cxn>
                <a:cxn ang="0">
                  <a:pos x="T4" y="T5"/>
                </a:cxn>
                <a:cxn ang="0">
                  <a:pos x="T6" y="T7"/>
                </a:cxn>
                <a:cxn ang="0">
                  <a:pos x="T8" y="T9"/>
                </a:cxn>
              </a:cxnLst>
              <a:rect l="0" t="0" r="r" b="b"/>
              <a:pathLst>
                <a:path w="16" h="6">
                  <a:moveTo>
                    <a:pt x="8" y="6"/>
                  </a:moveTo>
                  <a:cubicBezTo>
                    <a:pt x="4" y="6"/>
                    <a:pt x="0" y="4"/>
                    <a:pt x="0" y="3"/>
                  </a:cubicBezTo>
                  <a:cubicBezTo>
                    <a:pt x="0" y="1"/>
                    <a:pt x="3" y="0"/>
                    <a:pt x="7" y="0"/>
                  </a:cubicBezTo>
                  <a:cubicBezTo>
                    <a:pt x="12" y="0"/>
                    <a:pt x="16" y="2"/>
                    <a:pt x="16" y="3"/>
                  </a:cubicBezTo>
                  <a:cubicBezTo>
                    <a:pt x="16" y="4"/>
                    <a:pt x="12" y="6"/>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5" name="Freeform 2227">
              <a:extLst>
                <a:ext uri="{FF2B5EF4-FFF2-40B4-BE49-F238E27FC236}">
                  <a16:creationId xmlns:a16="http://schemas.microsoft.com/office/drawing/2014/main" id="{394104DA-9FFD-E152-6CC7-587871682558}"/>
                </a:ext>
              </a:extLst>
            </p:cNvPr>
            <p:cNvSpPr>
              <a:spLocks/>
            </p:cNvSpPr>
            <p:nvPr/>
          </p:nvSpPr>
          <p:spPr bwMode="auto">
            <a:xfrm rot="5094805">
              <a:off x="740556" y="2660363"/>
              <a:ext cx="41130" cy="15995"/>
            </a:xfrm>
            <a:custGeom>
              <a:avLst/>
              <a:gdLst>
                <a:gd name="T0" fmla="*/ 8 w 17"/>
                <a:gd name="T1" fmla="*/ 0 h 6"/>
                <a:gd name="T2" fmla="*/ 16 w 17"/>
                <a:gd name="T3" fmla="*/ 2 h 6"/>
                <a:gd name="T4" fmla="*/ 9 w 17"/>
                <a:gd name="T5" fmla="*/ 5 h 6"/>
                <a:gd name="T6" fmla="*/ 0 w 17"/>
                <a:gd name="T7" fmla="*/ 4 h 6"/>
                <a:gd name="T8" fmla="*/ 8 w 17"/>
                <a:gd name="T9" fmla="*/ 0 h 6"/>
              </a:gdLst>
              <a:ahLst/>
              <a:cxnLst>
                <a:cxn ang="0">
                  <a:pos x="T0" y="T1"/>
                </a:cxn>
                <a:cxn ang="0">
                  <a:pos x="T2" y="T3"/>
                </a:cxn>
                <a:cxn ang="0">
                  <a:pos x="T4" y="T5"/>
                </a:cxn>
                <a:cxn ang="0">
                  <a:pos x="T6" y="T7"/>
                </a:cxn>
                <a:cxn ang="0">
                  <a:pos x="T8" y="T9"/>
                </a:cxn>
              </a:cxnLst>
              <a:rect l="0" t="0" r="r" b="b"/>
              <a:pathLst>
                <a:path w="17" h="6">
                  <a:moveTo>
                    <a:pt x="8" y="0"/>
                  </a:moveTo>
                  <a:cubicBezTo>
                    <a:pt x="12" y="0"/>
                    <a:pt x="16" y="0"/>
                    <a:pt x="16" y="2"/>
                  </a:cubicBezTo>
                  <a:cubicBezTo>
                    <a:pt x="17" y="3"/>
                    <a:pt x="13" y="5"/>
                    <a:pt x="9" y="5"/>
                  </a:cubicBezTo>
                  <a:cubicBezTo>
                    <a:pt x="5" y="6"/>
                    <a:pt x="1" y="5"/>
                    <a:pt x="0" y="4"/>
                  </a:cubicBezTo>
                  <a:cubicBezTo>
                    <a:pt x="0" y="3"/>
                    <a:pt x="3" y="1"/>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6" name="Freeform 2228">
              <a:extLst>
                <a:ext uri="{FF2B5EF4-FFF2-40B4-BE49-F238E27FC236}">
                  <a16:creationId xmlns:a16="http://schemas.microsoft.com/office/drawing/2014/main" id="{A6CEFB6D-EF41-E455-0405-65C8EF5D5EB0}"/>
                </a:ext>
              </a:extLst>
            </p:cNvPr>
            <p:cNvSpPr>
              <a:spLocks/>
            </p:cNvSpPr>
            <p:nvPr/>
          </p:nvSpPr>
          <p:spPr bwMode="auto">
            <a:xfrm rot="5094805">
              <a:off x="794095" y="2848400"/>
              <a:ext cx="38845" cy="18280"/>
            </a:xfrm>
            <a:custGeom>
              <a:avLst/>
              <a:gdLst>
                <a:gd name="T0" fmla="*/ 9 w 16"/>
                <a:gd name="T1" fmla="*/ 6 h 7"/>
                <a:gd name="T2" fmla="*/ 0 w 16"/>
                <a:gd name="T3" fmla="*/ 5 h 7"/>
                <a:gd name="T4" fmla="*/ 7 w 16"/>
                <a:gd name="T5" fmla="*/ 1 h 7"/>
                <a:gd name="T6" fmla="*/ 16 w 16"/>
                <a:gd name="T7" fmla="*/ 2 h 7"/>
                <a:gd name="T8" fmla="*/ 9 w 16"/>
                <a:gd name="T9" fmla="*/ 6 h 7"/>
              </a:gdLst>
              <a:ahLst/>
              <a:cxnLst>
                <a:cxn ang="0">
                  <a:pos x="T0" y="T1"/>
                </a:cxn>
                <a:cxn ang="0">
                  <a:pos x="T2" y="T3"/>
                </a:cxn>
                <a:cxn ang="0">
                  <a:pos x="T4" y="T5"/>
                </a:cxn>
                <a:cxn ang="0">
                  <a:pos x="T6" y="T7"/>
                </a:cxn>
                <a:cxn ang="0">
                  <a:pos x="T8" y="T9"/>
                </a:cxn>
              </a:cxnLst>
              <a:rect l="0" t="0" r="r" b="b"/>
              <a:pathLst>
                <a:path w="16" h="7">
                  <a:moveTo>
                    <a:pt x="9" y="6"/>
                  </a:moveTo>
                  <a:cubicBezTo>
                    <a:pt x="4" y="7"/>
                    <a:pt x="1" y="7"/>
                    <a:pt x="0" y="5"/>
                  </a:cubicBezTo>
                  <a:cubicBezTo>
                    <a:pt x="0" y="4"/>
                    <a:pt x="3" y="2"/>
                    <a:pt x="7" y="1"/>
                  </a:cubicBezTo>
                  <a:cubicBezTo>
                    <a:pt x="11" y="0"/>
                    <a:pt x="16" y="0"/>
                    <a:pt x="16" y="2"/>
                  </a:cubicBezTo>
                  <a:cubicBezTo>
                    <a:pt x="16" y="3"/>
                    <a:pt x="13" y="5"/>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7" name="Freeform 2229">
              <a:extLst>
                <a:ext uri="{FF2B5EF4-FFF2-40B4-BE49-F238E27FC236}">
                  <a16:creationId xmlns:a16="http://schemas.microsoft.com/office/drawing/2014/main" id="{FDD84726-4274-C3F1-05F7-07696BC83457}"/>
                </a:ext>
              </a:extLst>
            </p:cNvPr>
            <p:cNvSpPr>
              <a:spLocks/>
            </p:cNvSpPr>
            <p:nvPr/>
          </p:nvSpPr>
          <p:spPr bwMode="auto">
            <a:xfrm rot="5094805">
              <a:off x="856825" y="3037604"/>
              <a:ext cx="43415" cy="18280"/>
            </a:xfrm>
            <a:custGeom>
              <a:avLst/>
              <a:gdLst>
                <a:gd name="T0" fmla="*/ 16 w 17"/>
                <a:gd name="T1" fmla="*/ 2 h 8"/>
                <a:gd name="T2" fmla="*/ 10 w 17"/>
                <a:gd name="T3" fmla="*/ 7 h 8"/>
                <a:gd name="T4" fmla="*/ 1 w 17"/>
                <a:gd name="T5" fmla="*/ 7 h 8"/>
                <a:gd name="T6" fmla="*/ 7 w 17"/>
                <a:gd name="T7" fmla="*/ 2 h 8"/>
                <a:gd name="T8" fmla="*/ 16 w 17"/>
                <a:gd name="T9" fmla="*/ 2 h 8"/>
              </a:gdLst>
              <a:ahLst/>
              <a:cxnLst>
                <a:cxn ang="0">
                  <a:pos x="T0" y="T1"/>
                </a:cxn>
                <a:cxn ang="0">
                  <a:pos x="T2" y="T3"/>
                </a:cxn>
                <a:cxn ang="0">
                  <a:pos x="T4" y="T5"/>
                </a:cxn>
                <a:cxn ang="0">
                  <a:pos x="T6" y="T7"/>
                </a:cxn>
                <a:cxn ang="0">
                  <a:pos x="T8" y="T9"/>
                </a:cxn>
              </a:cxnLst>
              <a:rect l="0" t="0" r="r" b="b"/>
              <a:pathLst>
                <a:path w="17" h="8">
                  <a:moveTo>
                    <a:pt x="16" y="2"/>
                  </a:moveTo>
                  <a:cubicBezTo>
                    <a:pt x="17" y="3"/>
                    <a:pt x="14" y="5"/>
                    <a:pt x="10" y="7"/>
                  </a:cubicBezTo>
                  <a:cubicBezTo>
                    <a:pt x="6" y="8"/>
                    <a:pt x="1" y="8"/>
                    <a:pt x="1" y="7"/>
                  </a:cubicBezTo>
                  <a:cubicBezTo>
                    <a:pt x="0" y="5"/>
                    <a:pt x="3" y="3"/>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8" name="Freeform 2230">
              <a:extLst>
                <a:ext uri="{FF2B5EF4-FFF2-40B4-BE49-F238E27FC236}">
                  <a16:creationId xmlns:a16="http://schemas.microsoft.com/office/drawing/2014/main" id="{85308DD5-62DE-C23E-6662-9B273D5BF965}"/>
                </a:ext>
              </a:extLst>
            </p:cNvPr>
            <p:cNvSpPr>
              <a:spLocks/>
            </p:cNvSpPr>
            <p:nvPr/>
          </p:nvSpPr>
          <p:spPr bwMode="auto">
            <a:xfrm rot="5094805">
              <a:off x="933018" y="3223519"/>
              <a:ext cx="43415" cy="18280"/>
            </a:xfrm>
            <a:custGeom>
              <a:avLst/>
              <a:gdLst>
                <a:gd name="T0" fmla="*/ 7 w 17"/>
                <a:gd name="T1" fmla="*/ 2 h 8"/>
                <a:gd name="T2" fmla="*/ 16 w 17"/>
                <a:gd name="T3" fmla="*/ 2 h 8"/>
                <a:gd name="T4" fmla="*/ 10 w 17"/>
                <a:gd name="T5" fmla="*/ 7 h 8"/>
                <a:gd name="T6" fmla="*/ 1 w 17"/>
                <a:gd name="T7" fmla="*/ 7 h 8"/>
                <a:gd name="T8" fmla="*/ 7 w 17"/>
                <a:gd name="T9" fmla="*/ 2 h 8"/>
              </a:gdLst>
              <a:ahLst/>
              <a:cxnLst>
                <a:cxn ang="0">
                  <a:pos x="T0" y="T1"/>
                </a:cxn>
                <a:cxn ang="0">
                  <a:pos x="T2" y="T3"/>
                </a:cxn>
                <a:cxn ang="0">
                  <a:pos x="T4" y="T5"/>
                </a:cxn>
                <a:cxn ang="0">
                  <a:pos x="T6" y="T7"/>
                </a:cxn>
                <a:cxn ang="0">
                  <a:pos x="T8" y="T9"/>
                </a:cxn>
              </a:cxnLst>
              <a:rect l="0" t="0" r="r" b="b"/>
              <a:pathLst>
                <a:path w="17" h="8">
                  <a:moveTo>
                    <a:pt x="7" y="2"/>
                  </a:moveTo>
                  <a:cubicBezTo>
                    <a:pt x="12" y="0"/>
                    <a:pt x="16" y="0"/>
                    <a:pt x="16" y="2"/>
                  </a:cubicBezTo>
                  <a:cubicBezTo>
                    <a:pt x="17" y="3"/>
                    <a:pt x="14" y="5"/>
                    <a:pt x="10" y="7"/>
                  </a:cubicBezTo>
                  <a:cubicBezTo>
                    <a:pt x="6" y="8"/>
                    <a:pt x="2" y="8"/>
                    <a:pt x="1" y="7"/>
                  </a:cubicBezTo>
                  <a:cubicBezTo>
                    <a:pt x="0" y="6"/>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9" name="Freeform 2231">
              <a:extLst>
                <a:ext uri="{FF2B5EF4-FFF2-40B4-BE49-F238E27FC236}">
                  <a16:creationId xmlns:a16="http://schemas.microsoft.com/office/drawing/2014/main" id="{6F1685D1-465B-7D57-8725-27EF0B8479D4}"/>
                </a:ext>
              </a:extLst>
            </p:cNvPr>
            <p:cNvSpPr>
              <a:spLocks/>
            </p:cNvSpPr>
            <p:nvPr/>
          </p:nvSpPr>
          <p:spPr bwMode="auto">
            <a:xfrm rot="5094805">
              <a:off x="1019559" y="3407476"/>
              <a:ext cx="41130" cy="22850"/>
            </a:xfrm>
            <a:custGeom>
              <a:avLst/>
              <a:gdLst>
                <a:gd name="T0" fmla="*/ 8 w 17"/>
                <a:gd name="T1" fmla="*/ 2 h 9"/>
                <a:gd name="T2" fmla="*/ 17 w 17"/>
                <a:gd name="T3" fmla="*/ 2 h 9"/>
                <a:gd name="T4" fmla="*/ 9 w 17"/>
                <a:gd name="T5" fmla="*/ 8 h 9"/>
                <a:gd name="T6" fmla="*/ 1 w 17"/>
                <a:gd name="T7" fmla="*/ 8 h 9"/>
                <a:gd name="T8" fmla="*/ 8 w 17"/>
                <a:gd name="T9" fmla="*/ 2 h 9"/>
              </a:gdLst>
              <a:ahLst/>
              <a:cxnLst>
                <a:cxn ang="0">
                  <a:pos x="T0" y="T1"/>
                </a:cxn>
                <a:cxn ang="0">
                  <a:pos x="T2" y="T3"/>
                </a:cxn>
                <a:cxn ang="0">
                  <a:pos x="T4" y="T5"/>
                </a:cxn>
                <a:cxn ang="0">
                  <a:pos x="T6" y="T7"/>
                </a:cxn>
                <a:cxn ang="0">
                  <a:pos x="T8" y="T9"/>
                </a:cxn>
              </a:cxnLst>
              <a:rect l="0" t="0" r="r" b="b"/>
              <a:pathLst>
                <a:path w="17" h="9">
                  <a:moveTo>
                    <a:pt x="8" y="2"/>
                  </a:moveTo>
                  <a:cubicBezTo>
                    <a:pt x="12" y="0"/>
                    <a:pt x="16" y="0"/>
                    <a:pt x="17" y="2"/>
                  </a:cubicBezTo>
                  <a:cubicBezTo>
                    <a:pt x="17" y="3"/>
                    <a:pt x="13" y="6"/>
                    <a:pt x="9" y="8"/>
                  </a:cubicBezTo>
                  <a:cubicBezTo>
                    <a:pt x="5" y="9"/>
                    <a:pt x="1" y="9"/>
                    <a:pt x="1" y="8"/>
                  </a:cubicBezTo>
                  <a:cubicBezTo>
                    <a:pt x="0" y="6"/>
                    <a:pt x="4"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0" name="Freeform 2232">
              <a:extLst>
                <a:ext uri="{FF2B5EF4-FFF2-40B4-BE49-F238E27FC236}">
                  <a16:creationId xmlns:a16="http://schemas.microsoft.com/office/drawing/2014/main" id="{3BB9D181-E80B-6549-0FED-9C4122A7CA4F}"/>
                </a:ext>
              </a:extLst>
            </p:cNvPr>
            <p:cNvSpPr>
              <a:spLocks/>
            </p:cNvSpPr>
            <p:nvPr/>
          </p:nvSpPr>
          <p:spPr bwMode="auto">
            <a:xfrm rot="5094805">
              <a:off x="1110545" y="3590932"/>
              <a:ext cx="41130" cy="25135"/>
            </a:xfrm>
            <a:custGeom>
              <a:avLst/>
              <a:gdLst>
                <a:gd name="T0" fmla="*/ 10 w 17"/>
                <a:gd name="T1" fmla="*/ 8 h 10"/>
                <a:gd name="T2" fmla="*/ 1 w 17"/>
                <a:gd name="T3" fmla="*/ 8 h 10"/>
                <a:gd name="T4" fmla="*/ 8 w 17"/>
                <a:gd name="T5" fmla="*/ 2 h 10"/>
                <a:gd name="T6" fmla="*/ 16 w 17"/>
                <a:gd name="T7" fmla="*/ 2 h 10"/>
                <a:gd name="T8" fmla="*/ 10 w 17"/>
                <a:gd name="T9" fmla="*/ 8 h 10"/>
              </a:gdLst>
              <a:ahLst/>
              <a:cxnLst>
                <a:cxn ang="0">
                  <a:pos x="T0" y="T1"/>
                </a:cxn>
                <a:cxn ang="0">
                  <a:pos x="T2" y="T3"/>
                </a:cxn>
                <a:cxn ang="0">
                  <a:pos x="T4" y="T5"/>
                </a:cxn>
                <a:cxn ang="0">
                  <a:pos x="T6" y="T7"/>
                </a:cxn>
                <a:cxn ang="0">
                  <a:pos x="T8" y="T9"/>
                </a:cxn>
              </a:cxnLst>
              <a:rect l="0" t="0" r="r" b="b"/>
              <a:pathLst>
                <a:path w="17" h="10">
                  <a:moveTo>
                    <a:pt x="10" y="8"/>
                  </a:moveTo>
                  <a:cubicBezTo>
                    <a:pt x="5" y="9"/>
                    <a:pt x="1" y="10"/>
                    <a:pt x="1" y="8"/>
                  </a:cubicBezTo>
                  <a:cubicBezTo>
                    <a:pt x="0" y="7"/>
                    <a:pt x="3" y="4"/>
                    <a:pt x="8" y="2"/>
                  </a:cubicBezTo>
                  <a:cubicBezTo>
                    <a:pt x="12" y="0"/>
                    <a:pt x="16" y="0"/>
                    <a:pt x="16" y="2"/>
                  </a:cubicBezTo>
                  <a:cubicBezTo>
                    <a:pt x="17" y="3"/>
                    <a:pt x="14" y="6"/>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1" name="Freeform 2233">
              <a:extLst>
                <a:ext uri="{FF2B5EF4-FFF2-40B4-BE49-F238E27FC236}">
                  <a16:creationId xmlns:a16="http://schemas.microsoft.com/office/drawing/2014/main" id="{DECD16C0-FEB4-6E4E-8A55-C276E9A37020}"/>
                </a:ext>
              </a:extLst>
            </p:cNvPr>
            <p:cNvSpPr>
              <a:spLocks/>
            </p:cNvSpPr>
            <p:nvPr/>
          </p:nvSpPr>
          <p:spPr bwMode="auto">
            <a:xfrm rot="5094805">
              <a:off x="1209498" y="3774821"/>
              <a:ext cx="41130" cy="25135"/>
            </a:xfrm>
            <a:custGeom>
              <a:avLst/>
              <a:gdLst>
                <a:gd name="T0" fmla="*/ 1 w 16"/>
                <a:gd name="T1" fmla="*/ 8 h 10"/>
                <a:gd name="T2" fmla="*/ 8 w 16"/>
                <a:gd name="T3" fmla="*/ 2 h 10"/>
                <a:gd name="T4" fmla="*/ 16 w 16"/>
                <a:gd name="T5" fmla="*/ 1 h 10"/>
                <a:gd name="T6" fmla="*/ 9 w 16"/>
                <a:gd name="T7" fmla="*/ 8 h 10"/>
                <a:gd name="T8" fmla="*/ 1 w 16"/>
                <a:gd name="T9" fmla="*/ 8 h 10"/>
              </a:gdLst>
              <a:ahLst/>
              <a:cxnLst>
                <a:cxn ang="0">
                  <a:pos x="T0" y="T1"/>
                </a:cxn>
                <a:cxn ang="0">
                  <a:pos x="T2" y="T3"/>
                </a:cxn>
                <a:cxn ang="0">
                  <a:pos x="T4" y="T5"/>
                </a:cxn>
                <a:cxn ang="0">
                  <a:pos x="T6" y="T7"/>
                </a:cxn>
                <a:cxn ang="0">
                  <a:pos x="T8" y="T9"/>
                </a:cxn>
              </a:cxnLst>
              <a:rect l="0" t="0" r="r" b="b"/>
              <a:pathLst>
                <a:path w="16" h="10">
                  <a:moveTo>
                    <a:pt x="1" y="8"/>
                  </a:moveTo>
                  <a:cubicBezTo>
                    <a:pt x="0" y="6"/>
                    <a:pt x="4" y="3"/>
                    <a:pt x="8" y="2"/>
                  </a:cubicBezTo>
                  <a:cubicBezTo>
                    <a:pt x="12" y="0"/>
                    <a:pt x="16" y="0"/>
                    <a:pt x="16" y="1"/>
                  </a:cubicBezTo>
                  <a:cubicBezTo>
                    <a:pt x="16" y="3"/>
                    <a:pt x="13" y="6"/>
                    <a:pt x="9" y="8"/>
                  </a:cubicBezTo>
                  <a:cubicBezTo>
                    <a:pt x="5" y="9"/>
                    <a:pt x="1" y="10"/>
                    <a:pt x="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2" name="Freeform 2234">
              <a:extLst>
                <a:ext uri="{FF2B5EF4-FFF2-40B4-BE49-F238E27FC236}">
                  <a16:creationId xmlns:a16="http://schemas.microsoft.com/office/drawing/2014/main" id="{37680573-D998-28B6-8B27-F60919F6ADFA}"/>
                </a:ext>
              </a:extLst>
            </p:cNvPr>
            <p:cNvSpPr>
              <a:spLocks/>
            </p:cNvSpPr>
            <p:nvPr/>
          </p:nvSpPr>
          <p:spPr bwMode="auto">
            <a:xfrm rot="5094805">
              <a:off x="1314343" y="3959337"/>
              <a:ext cx="41130" cy="27420"/>
            </a:xfrm>
            <a:custGeom>
              <a:avLst/>
              <a:gdLst>
                <a:gd name="T0" fmla="*/ 9 w 17"/>
                <a:gd name="T1" fmla="*/ 8 h 11"/>
                <a:gd name="T2" fmla="*/ 1 w 17"/>
                <a:gd name="T3" fmla="*/ 9 h 11"/>
                <a:gd name="T4" fmla="*/ 8 w 17"/>
                <a:gd name="T5" fmla="*/ 3 h 11"/>
                <a:gd name="T6" fmla="*/ 16 w 17"/>
                <a:gd name="T7" fmla="*/ 2 h 11"/>
                <a:gd name="T8" fmla="*/ 9 w 17"/>
                <a:gd name="T9" fmla="*/ 8 h 11"/>
              </a:gdLst>
              <a:ahLst/>
              <a:cxnLst>
                <a:cxn ang="0">
                  <a:pos x="T0" y="T1"/>
                </a:cxn>
                <a:cxn ang="0">
                  <a:pos x="T2" y="T3"/>
                </a:cxn>
                <a:cxn ang="0">
                  <a:pos x="T4" y="T5"/>
                </a:cxn>
                <a:cxn ang="0">
                  <a:pos x="T6" y="T7"/>
                </a:cxn>
                <a:cxn ang="0">
                  <a:pos x="T8" y="T9"/>
                </a:cxn>
              </a:cxnLst>
              <a:rect l="0" t="0" r="r" b="b"/>
              <a:pathLst>
                <a:path w="17" h="11">
                  <a:moveTo>
                    <a:pt x="9" y="8"/>
                  </a:moveTo>
                  <a:cubicBezTo>
                    <a:pt x="5" y="10"/>
                    <a:pt x="1" y="11"/>
                    <a:pt x="1" y="9"/>
                  </a:cubicBezTo>
                  <a:cubicBezTo>
                    <a:pt x="0" y="8"/>
                    <a:pt x="3" y="5"/>
                    <a:pt x="8" y="3"/>
                  </a:cubicBezTo>
                  <a:cubicBezTo>
                    <a:pt x="12" y="1"/>
                    <a:pt x="16" y="0"/>
                    <a:pt x="16" y="2"/>
                  </a:cubicBezTo>
                  <a:cubicBezTo>
                    <a:pt x="17" y="3"/>
                    <a:pt x="13"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3" name="Freeform 2235">
              <a:extLst>
                <a:ext uri="{FF2B5EF4-FFF2-40B4-BE49-F238E27FC236}">
                  <a16:creationId xmlns:a16="http://schemas.microsoft.com/office/drawing/2014/main" id="{59E5E3C4-4D5A-6BAA-9089-0787E90721AB}"/>
                </a:ext>
              </a:extLst>
            </p:cNvPr>
            <p:cNvSpPr>
              <a:spLocks/>
            </p:cNvSpPr>
            <p:nvPr/>
          </p:nvSpPr>
          <p:spPr bwMode="auto">
            <a:xfrm rot="5094805">
              <a:off x="1421165" y="4143765"/>
              <a:ext cx="38845" cy="22850"/>
            </a:xfrm>
            <a:custGeom>
              <a:avLst/>
              <a:gdLst>
                <a:gd name="T0" fmla="*/ 16 w 16"/>
                <a:gd name="T1" fmla="*/ 2 h 10"/>
                <a:gd name="T2" fmla="*/ 8 w 16"/>
                <a:gd name="T3" fmla="*/ 8 h 10"/>
                <a:gd name="T4" fmla="*/ 0 w 16"/>
                <a:gd name="T5" fmla="*/ 9 h 10"/>
                <a:gd name="T6" fmla="*/ 8 w 16"/>
                <a:gd name="T7" fmla="*/ 2 h 10"/>
                <a:gd name="T8" fmla="*/ 16 w 16"/>
                <a:gd name="T9" fmla="*/ 2 h 10"/>
              </a:gdLst>
              <a:ahLst/>
              <a:cxnLst>
                <a:cxn ang="0">
                  <a:pos x="T0" y="T1"/>
                </a:cxn>
                <a:cxn ang="0">
                  <a:pos x="T2" y="T3"/>
                </a:cxn>
                <a:cxn ang="0">
                  <a:pos x="T4" y="T5"/>
                </a:cxn>
                <a:cxn ang="0">
                  <a:pos x="T6" y="T7"/>
                </a:cxn>
                <a:cxn ang="0">
                  <a:pos x="T8" y="T9"/>
                </a:cxn>
              </a:cxnLst>
              <a:rect l="0" t="0" r="r" b="b"/>
              <a:pathLst>
                <a:path w="16" h="10">
                  <a:moveTo>
                    <a:pt x="16" y="2"/>
                  </a:moveTo>
                  <a:cubicBezTo>
                    <a:pt x="16" y="3"/>
                    <a:pt x="13" y="7"/>
                    <a:pt x="8" y="8"/>
                  </a:cubicBezTo>
                  <a:cubicBezTo>
                    <a:pt x="4" y="10"/>
                    <a:pt x="1" y="10"/>
                    <a:pt x="0" y="9"/>
                  </a:cubicBezTo>
                  <a:cubicBezTo>
                    <a:pt x="0" y="7"/>
                    <a:pt x="3" y="4"/>
                    <a:pt x="8" y="2"/>
                  </a:cubicBezTo>
                  <a:cubicBezTo>
                    <a:pt x="12" y="0"/>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4" name="Freeform 2236">
              <a:extLst>
                <a:ext uri="{FF2B5EF4-FFF2-40B4-BE49-F238E27FC236}">
                  <a16:creationId xmlns:a16="http://schemas.microsoft.com/office/drawing/2014/main" id="{6B485E29-BAA2-4AF0-9CCB-0255299CD839}"/>
                </a:ext>
              </a:extLst>
            </p:cNvPr>
            <p:cNvSpPr>
              <a:spLocks/>
            </p:cNvSpPr>
            <p:nvPr/>
          </p:nvSpPr>
          <p:spPr bwMode="auto">
            <a:xfrm rot="5094805">
              <a:off x="959942" y="1444540"/>
              <a:ext cx="41130" cy="31990"/>
            </a:xfrm>
            <a:custGeom>
              <a:avLst/>
              <a:gdLst>
                <a:gd name="T0" fmla="*/ 8 w 17"/>
                <a:gd name="T1" fmla="*/ 3 h 13"/>
                <a:gd name="T2" fmla="*/ 17 w 17"/>
                <a:gd name="T3" fmla="*/ 11 h 13"/>
                <a:gd name="T4" fmla="*/ 10 w 17"/>
                <a:gd name="T5" fmla="*/ 11 h 13"/>
                <a:gd name="T6" fmla="*/ 1 w 17"/>
                <a:gd name="T7" fmla="*/ 2 h 13"/>
                <a:gd name="T8" fmla="*/ 8 w 17"/>
                <a:gd name="T9" fmla="*/ 3 h 13"/>
              </a:gdLst>
              <a:ahLst/>
              <a:cxnLst>
                <a:cxn ang="0">
                  <a:pos x="T0" y="T1"/>
                </a:cxn>
                <a:cxn ang="0">
                  <a:pos x="T2" y="T3"/>
                </a:cxn>
                <a:cxn ang="0">
                  <a:pos x="T4" y="T5"/>
                </a:cxn>
                <a:cxn ang="0">
                  <a:pos x="T6" y="T7"/>
                </a:cxn>
                <a:cxn ang="0">
                  <a:pos x="T8" y="T9"/>
                </a:cxn>
              </a:cxnLst>
              <a:rect l="0" t="0" r="r" b="b"/>
              <a:pathLst>
                <a:path w="17" h="13">
                  <a:moveTo>
                    <a:pt x="8" y="3"/>
                  </a:moveTo>
                  <a:cubicBezTo>
                    <a:pt x="12" y="5"/>
                    <a:pt x="17" y="9"/>
                    <a:pt x="17" y="11"/>
                  </a:cubicBezTo>
                  <a:cubicBezTo>
                    <a:pt x="17" y="13"/>
                    <a:pt x="14" y="13"/>
                    <a:pt x="10" y="11"/>
                  </a:cubicBezTo>
                  <a:cubicBezTo>
                    <a:pt x="5" y="9"/>
                    <a:pt x="1" y="5"/>
                    <a:pt x="1" y="2"/>
                  </a:cubicBezTo>
                  <a:cubicBezTo>
                    <a:pt x="0" y="0"/>
                    <a:pt x="3" y="0"/>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5" name="Freeform 2237">
              <a:extLst>
                <a:ext uri="{FF2B5EF4-FFF2-40B4-BE49-F238E27FC236}">
                  <a16:creationId xmlns:a16="http://schemas.microsoft.com/office/drawing/2014/main" id="{8C35537F-F81C-400B-B93C-AFC274EC3557}"/>
                </a:ext>
              </a:extLst>
            </p:cNvPr>
            <p:cNvSpPr>
              <a:spLocks/>
            </p:cNvSpPr>
            <p:nvPr/>
          </p:nvSpPr>
          <p:spPr bwMode="auto">
            <a:xfrm rot="5094805">
              <a:off x="1050628" y="1238041"/>
              <a:ext cx="41130" cy="34275"/>
            </a:xfrm>
            <a:custGeom>
              <a:avLst/>
              <a:gdLst>
                <a:gd name="T0" fmla="*/ 17 w 17"/>
                <a:gd name="T1" fmla="*/ 12 h 14"/>
                <a:gd name="T2" fmla="*/ 9 w 17"/>
                <a:gd name="T3" fmla="*/ 12 h 14"/>
                <a:gd name="T4" fmla="*/ 0 w 17"/>
                <a:gd name="T5" fmla="*/ 3 h 14"/>
                <a:gd name="T6" fmla="*/ 8 w 17"/>
                <a:gd name="T7" fmla="*/ 3 h 14"/>
                <a:gd name="T8" fmla="*/ 17 w 17"/>
                <a:gd name="T9" fmla="*/ 12 h 14"/>
              </a:gdLst>
              <a:ahLst/>
              <a:cxnLst>
                <a:cxn ang="0">
                  <a:pos x="T0" y="T1"/>
                </a:cxn>
                <a:cxn ang="0">
                  <a:pos x="T2" y="T3"/>
                </a:cxn>
                <a:cxn ang="0">
                  <a:pos x="T4" y="T5"/>
                </a:cxn>
                <a:cxn ang="0">
                  <a:pos x="T6" y="T7"/>
                </a:cxn>
                <a:cxn ang="0">
                  <a:pos x="T8" y="T9"/>
                </a:cxn>
              </a:cxnLst>
              <a:rect l="0" t="0" r="r" b="b"/>
              <a:pathLst>
                <a:path w="17" h="14">
                  <a:moveTo>
                    <a:pt x="17" y="12"/>
                  </a:moveTo>
                  <a:cubicBezTo>
                    <a:pt x="17" y="14"/>
                    <a:pt x="13" y="14"/>
                    <a:pt x="9" y="12"/>
                  </a:cubicBezTo>
                  <a:cubicBezTo>
                    <a:pt x="5" y="10"/>
                    <a:pt x="1" y="6"/>
                    <a:pt x="0" y="3"/>
                  </a:cubicBezTo>
                  <a:cubicBezTo>
                    <a:pt x="0" y="0"/>
                    <a:pt x="4" y="0"/>
                    <a:pt x="8" y="3"/>
                  </a:cubicBezTo>
                  <a:cubicBezTo>
                    <a:pt x="12" y="5"/>
                    <a:pt x="17" y="10"/>
                    <a:pt x="1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6" name="Freeform 2238">
              <a:extLst>
                <a:ext uri="{FF2B5EF4-FFF2-40B4-BE49-F238E27FC236}">
                  <a16:creationId xmlns:a16="http://schemas.microsoft.com/office/drawing/2014/main" id="{C7FC1054-9981-F31B-90F4-B68C97AFD73F}"/>
                </a:ext>
              </a:extLst>
            </p:cNvPr>
            <p:cNvSpPr>
              <a:spLocks/>
            </p:cNvSpPr>
            <p:nvPr/>
          </p:nvSpPr>
          <p:spPr bwMode="auto">
            <a:xfrm rot="5094805">
              <a:off x="1132008" y="1030075"/>
              <a:ext cx="41130" cy="36560"/>
            </a:xfrm>
            <a:custGeom>
              <a:avLst/>
              <a:gdLst>
                <a:gd name="T0" fmla="*/ 16 w 17"/>
                <a:gd name="T1" fmla="*/ 11 h 15"/>
                <a:gd name="T2" fmla="*/ 9 w 17"/>
                <a:gd name="T3" fmla="*/ 13 h 15"/>
                <a:gd name="T4" fmla="*/ 0 w 17"/>
                <a:gd name="T5" fmla="*/ 4 h 15"/>
                <a:gd name="T6" fmla="*/ 7 w 17"/>
                <a:gd name="T7" fmla="*/ 2 h 15"/>
                <a:gd name="T8" fmla="*/ 16 w 17"/>
                <a:gd name="T9" fmla="*/ 11 h 15"/>
              </a:gdLst>
              <a:ahLst/>
              <a:cxnLst>
                <a:cxn ang="0">
                  <a:pos x="T0" y="T1"/>
                </a:cxn>
                <a:cxn ang="0">
                  <a:pos x="T2" y="T3"/>
                </a:cxn>
                <a:cxn ang="0">
                  <a:pos x="T4" y="T5"/>
                </a:cxn>
                <a:cxn ang="0">
                  <a:pos x="T6" y="T7"/>
                </a:cxn>
                <a:cxn ang="0">
                  <a:pos x="T8" y="T9"/>
                </a:cxn>
              </a:cxnLst>
              <a:rect l="0" t="0" r="r" b="b"/>
              <a:pathLst>
                <a:path w="17" h="15">
                  <a:moveTo>
                    <a:pt x="16" y="11"/>
                  </a:moveTo>
                  <a:cubicBezTo>
                    <a:pt x="17" y="14"/>
                    <a:pt x="14" y="15"/>
                    <a:pt x="9" y="13"/>
                  </a:cubicBezTo>
                  <a:cubicBezTo>
                    <a:pt x="5" y="11"/>
                    <a:pt x="1" y="7"/>
                    <a:pt x="0" y="4"/>
                  </a:cubicBezTo>
                  <a:cubicBezTo>
                    <a:pt x="0" y="1"/>
                    <a:pt x="3" y="0"/>
                    <a:pt x="7" y="2"/>
                  </a:cubicBezTo>
                  <a:cubicBezTo>
                    <a:pt x="12" y="4"/>
                    <a:pt x="16" y="9"/>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7" name="Freeform 2239">
              <a:extLst>
                <a:ext uri="{FF2B5EF4-FFF2-40B4-BE49-F238E27FC236}">
                  <a16:creationId xmlns:a16="http://schemas.microsoft.com/office/drawing/2014/main" id="{5C54128E-B03D-53AF-07C9-02D1FE11F091}"/>
                </a:ext>
              </a:extLst>
            </p:cNvPr>
            <p:cNvSpPr>
              <a:spLocks/>
            </p:cNvSpPr>
            <p:nvPr/>
          </p:nvSpPr>
          <p:spPr bwMode="auto">
            <a:xfrm rot="5094805">
              <a:off x="1202211" y="827684"/>
              <a:ext cx="41130" cy="34275"/>
            </a:xfrm>
            <a:custGeom>
              <a:avLst/>
              <a:gdLst>
                <a:gd name="T0" fmla="*/ 16 w 17"/>
                <a:gd name="T1" fmla="*/ 11 h 14"/>
                <a:gd name="T2" fmla="*/ 9 w 17"/>
                <a:gd name="T3" fmla="*/ 13 h 14"/>
                <a:gd name="T4" fmla="*/ 0 w 17"/>
                <a:gd name="T5" fmla="*/ 4 h 14"/>
                <a:gd name="T6" fmla="*/ 8 w 17"/>
                <a:gd name="T7" fmla="*/ 2 h 14"/>
                <a:gd name="T8" fmla="*/ 16 w 17"/>
                <a:gd name="T9" fmla="*/ 11 h 14"/>
              </a:gdLst>
              <a:ahLst/>
              <a:cxnLst>
                <a:cxn ang="0">
                  <a:pos x="T0" y="T1"/>
                </a:cxn>
                <a:cxn ang="0">
                  <a:pos x="T2" y="T3"/>
                </a:cxn>
                <a:cxn ang="0">
                  <a:pos x="T4" y="T5"/>
                </a:cxn>
                <a:cxn ang="0">
                  <a:pos x="T6" y="T7"/>
                </a:cxn>
                <a:cxn ang="0">
                  <a:pos x="T8" y="T9"/>
                </a:cxn>
              </a:cxnLst>
              <a:rect l="0" t="0" r="r" b="b"/>
              <a:pathLst>
                <a:path w="17" h="14">
                  <a:moveTo>
                    <a:pt x="16" y="11"/>
                  </a:moveTo>
                  <a:cubicBezTo>
                    <a:pt x="17" y="14"/>
                    <a:pt x="13" y="14"/>
                    <a:pt x="9" y="13"/>
                  </a:cubicBezTo>
                  <a:cubicBezTo>
                    <a:pt x="4" y="11"/>
                    <a:pt x="1" y="7"/>
                    <a:pt x="0" y="4"/>
                  </a:cubicBezTo>
                  <a:cubicBezTo>
                    <a:pt x="0" y="1"/>
                    <a:pt x="3" y="0"/>
                    <a:pt x="8" y="2"/>
                  </a:cubicBezTo>
                  <a:cubicBezTo>
                    <a:pt x="12" y="4"/>
                    <a:pt x="16" y="8"/>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8" name="Freeform 2240">
              <a:extLst>
                <a:ext uri="{FF2B5EF4-FFF2-40B4-BE49-F238E27FC236}">
                  <a16:creationId xmlns:a16="http://schemas.microsoft.com/office/drawing/2014/main" id="{492B99E6-C12D-53E6-EA63-F7FE84C68EBF}"/>
                </a:ext>
              </a:extLst>
            </p:cNvPr>
            <p:cNvSpPr>
              <a:spLocks/>
            </p:cNvSpPr>
            <p:nvPr/>
          </p:nvSpPr>
          <p:spPr bwMode="auto">
            <a:xfrm rot="5094805">
              <a:off x="1250791" y="626075"/>
              <a:ext cx="41130" cy="34275"/>
            </a:xfrm>
            <a:custGeom>
              <a:avLst/>
              <a:gdLst>
                <a:gd name="T0" fmla="*/ 16 w 16"/>
                <a:gd name="T1" fmla="*/ 10 h 14"/>
                <a:gd name="T2" fmla="*/ 8 w 16"/>
                <a:gd name="T3" fmla="*/ 13 h 14"/>
                <a:gd name="T4" fmla="*/ 0 w 16"/>
                <a:gd name="T5" fmla="*/ 5 h 14"/>
                <a:gd name="T6" fmla="*/ 7 w 16"/>
                <a:gd name="T7" fmla="*/ 1 h 14"/>
                <a:gd name="T8" fmla="*/ 16 w 16"/>
                <a:gd name="T9" fmla="*/ 10 h 14"/>
              </a:gdLst>
              <a:ahLst/>
              <a:cxnLst>
                <a:cxn ang="0">
                  <a:pos x="T0" y="T1"/>
                </a:cxn>
                <a:cxn ang="0">
                  <a:pos x="T2" y="T3"/>
                </a:cxn>
                <a:cxn ang="0">
                  <a:pos x="T4" y="T5"/>
                </a:cxn>
                <a:cxn ang="0">
                  <a:pos x="T6" y="T7"/>
                </a:cxn>
                <a:cxn ang="0">
                  <a:pos x="T8" y="T9"/>
                </a:cxn>
              </a:cxnLst>
              <a:rect l="0" t="0" r="r" b="b"/>
              <a:pathLst>
                <a:path w="16" h="14">
                  <a:moveTo>
                    <a:pt x="16" y="10"/>
                  </a:moveTo>
                  <a:cubicBezTo>
                    <a:pt x="16" y="13"/>
                    <a:pt x="12" y="14"/>
                    <a:pt x="8" y="13"/>
                  </a:cubicBezTo>
                  <a:cubicBezTo>
                    <a:pt x="4" y="11"/>
                    <a:pt x="0" y="8"/>
                    <a:pt x="0" y="5"/>
                  </a:cubicBezTo>
                  <a:cubicBezTo>
                    <a:pt x="0" y="1"/>
                    <a:pt x="3" y="0"/>
                    <a:pt x="7" y="1"/>
                  </a:cubicBezTo>
                  <a:cubicBezTo>
                    <a:pt x="12" y="3"/>
                    <a:pt x="16" y="7"/>
                    <a:pt x="1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9" name="Freeform 2241">
              <a:extLst>
                <a:ext uri="{FF2B5EF4-FFF2-40B4-BE49-F238E27FC236}">
                  <a16:creationId xmlns:a16="http://schemas.microsoft.com/office/drawing/2014/main" id="{86730396-E6DD-D708-16E6-11496B05344E}"/>
                </a:ext>
              </a:extLst>
            </p:cNvPr>
            <p:cNvSpPr>
              <a:spLocks/>
            </p:cNvSpPr>
            <p:nvPr/>
          </p:nvSpPr>
          <p:spPr bwMode="auto">
            <a:xfrm rot="5094805">
              <a:off x="1273198" y="425653"/>
              <a:ext cx="41130" cy="36560"/>
            </a:xfrm>
            <a:custGeom>
              <a:avLst/>
              <a:gdLst>
                <a:gd name="T0" fmla="*/ 17 w 17"/>
                <a:gd name="T1" fmla="*/ 8 h 14"/>
                <a:gd name="T2" fmla="*/ 9 w 17"/>
                <a:gd name="T3" fmla="*/ 13 h 14"/>
                <a:gd name="T4" fmla="*/ 1 w 17"/>
                <a:gd name="T5" fmla="*/ 6 h 14"/>
                <a:gd name="T6" fmla="*/ 8 w 17"/>
                <a:gd name="T7" fmla="*/ 1 h 14"/>
                <a:gd name="T8" fmla="*/ 17 w 17"/>
                <a:gd name="T9" fmla="*/ 8 h 14"/>
              </a:gdLst>
              <a:ahLst/>
              <a:cxnLst>
                <a:cxn ang="0">
                  <a:pos x="T0" y="T1"/>
                </a:cxn>
                <a:cxn ang="0">
                  <a:pos x="T2" y="T3"/>
                </a:cxn>
                <a:cxn ang="0">
                  <a:pos x="T4" y="T5"/>
                </a:cxn>
                <a:cxn ang="0">
                  <a:pos x="T6" y="T7"/>
                </a:cxn>
                <a:cxn ang="0">
                  <a:pos x="T8" y="T9"/>
                </a:cxn>
              </a:cxnLst>
              <a:rect l="0" t="0" r="r" b="b"/>
              <a:pathLst>
                <a:path w="17" h="14">
                  <a:moveTo>
                    <a:pt x="17" y="8"/>
                  </a:moveTo>
                  <a:cubicBezTo>
                    <a:pt x="17" y="12"/>
                    <a:pt x="13" y="14"/>
                    <a:pt x="9" y="13"/>
                  </a:cubicBezTo>
                  <a:cubicBezTo>
                    <a:pt x="5" y="13"/>
                    <a:pt x="1" y="9"/>
                    <a:pt x="1" y="6"/>
                  </a:cubicBezTo>
                  <a:cubicBezTo>
                    <a:pt x="0" y="3"/>
                    <a:pt x="4" y="0"/>
                    <a:pt x="8" y="1"/>
                  </a:cubicBezTo>
                  <a:cubicBezTo>
                    <a:pt x="12" y="2"/>
                    <a:pt x="17" y="5"/>
                    <a:pt x="1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0" name="Freeform 2242">
              <a:extLst>
                <a:ext uri="{FF2B5EF4-FFF2-40B4-BE49-F238E27FC236}">
                  <a16:creationId xmlns:a16="http://schemas.microsoft.com/office/drawing/2014/main" id="{BA9D1172-6373-5894-295C-1696C2ADF740}"/>
                </a:ext>
              </a:extLst>
            </p:cNvPr>
            <p:cNvSpPr>
              <a:spLocks/>
            </p:cNvSpPr>
            <p:nvPr/>
          </p:nvSpPr>
          <p:spPr bwMode="auto">
            <a:xfrm rot="5094805">
              <a:off x="1260733" y="236351"/>
              <a:ext cx="41130" cy="31990"/>
            </a:xfrm>
            <a:custGeom>
              <a:avLst/>
              <a:gdLst>
                <a:gd name="T0" fmla="*/ 9 w 17"/>
                <a:gd name="T1" fmla="*/ 12 h 13"/>
                <a:gd name="T2" fmla="*/ 0 w 17"/>
                <a:gd name="T3" fmla="*/ 7 h 13"/>
                <a:gd name="T4" fmla="*/ 7 w 17"/>
                <a:gd name="T5" fmla="*/ 0 h 13"/>
                <a:gd name="T6" fmla="*/ 16 w 17"/>
                <a:gd name="T7" fmla="*/ 5 h 13"/>
                <a:gd name="T8" fmla="*/ 9 w 17"/>
                <a:gd name="T9" fmla="*/ 12 h 13"/>
              </a:gdLst>
              <a:ahLst/>
              <a:cxnLst>
                <a:cxn ang="0">
                  <a:pos x="T0" y="T1"/>
                </a:cxn>
                <a:cxn ang="0">
                  <a:pos x="T2" y="T3"/>
                </a:cxn>
                <a:cxn ang="0">
                  <a:pos x="T4" y="T5"/>
                </a:cxn>
                <a:cxn ang="0">
                  <a:pos x="T6" y="T7"/>
                </a:cxn>
                <a:cxn ang="0">
                  <a:pos x="T8" y="T9"/>
                </a:cxn>
              </a:cxnLst>
              <a:rect l="0" t="0" r="r" b="b"/>
              <a:pathLst>
                <a:path w="17" h="13">
                  <a:moveTo>
                    <a:pt x="9" y="12"/>
                  </a:moveTo>
                  <a:cubicBezTo>
                    <a:pt x="5" y="13"/>
                    <a:pt x="1" y="10"/>
                    <a:pt x="0" y="7"/>
                  </a:cubicBezTo>
                  <a:cubicBezTo>
                    <a:pt x="0" y="3"/>
                    <a:pt x="3" y="0"/>
                    <a:pt x="7" y="0"/>
                  </a:cubicBezTo>
                  <a:cubicBezTo>
                    <a:pt x="11" y="0"/>
                    <a:pt x="16" y="2"/>
                    <a:pt x="16" y="5"/>
                  </a:cubicBezTo>
                  <a:cubicBezTo>
                    <a:pt x="17" y="9"/>
                    <a:pt x="13" y="12"/>
                    <a:pt x="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1" name="Freeform 2243">
              <a:extLst>
                <a:ext uri="{FF2B5EF4-FFF2-40B4-BE49-F238E27FC236}">
                  <a16:creationId xmlns:a16="http://schemas.microsoft.com/office/drawing/2014/main" id="{DB5E0FD4-0978-B16E-3925-C4A5C9BBA6B8}"/>
                </a:ext>
              </a:extLst>
            </p:cNvPr>
            <p:cNvSpPr>
              <a:spLocks/>
            </p:cNvSpPr>
            <p:nvPr/>
          </p:nvSpPr>
          <p:spPr bwMode="auto">
            <a:xfrm rot="5094805">
              <a:off x="1208332" y="44784"/>
              <a:ext cx="43415" cy="36560"/>
            </a:xfrm>
            <a:custGeom>
              <a:avLst/>
              <a:gdLst>
                <a:gd name="T0" fmla="*/ 16 w 17"/>
                <a:gd name="T1" fmla="*/ 5 h 14"/>
                <a:gd name="T2" fmla="*/ 9 w 17"/>
                <a:gd name="T3" fmla="*/ 13 h 14"/>
                <a:gd name="T4" fmla="*/ 1 w 17"/>
                <a:gd name="T5" fmla="*/ 9 h 14"/>
                <a:gd name="T6" fmla="*/ 8 w 17"/>
                <a:gd name="T7" fmla="*/ 1 h 14"/>
                <a:gd name="T8" fmla="*/ 16 w 17"/>
                <a:gd name="T9" fmla="*/ 5 h 14"/>
              </a:gdLst>
              <a:ahLst/>
              <a:cxnLst>
                <a:cxn ang="0">
                  <a:pos x="T0" y="T1"/>
                </a:cxn>
                <a:cxn ang="0">
                  <a:pos x="T2" y="T3"/>
                </a:cxn>
                <a:cxn ang="0">
                  <a:pos x="T4" y="T5"/>
                </a:cxn>
                <a:cxn ang="0">
                  <a:pos x="T6" y="T7"/>
                </a:cxn>
                <a:cxn ang="0">
                  <a:pos x="T8" y="T9"/>
                </a:cxn>
              </a:cxnLst>
              <a:rect l="0" t="0" r="r" b="b"/>
              <a:pathLst>
                <a:path w="17" h="14">
                  <a:moveTo>
                    <a:pt x="16" y="5"/>
                  </a:moveTo>
                  <a:cubicBezTo>
                    <a:pt x="17" y="9"/>
                    <a:pt x="13" y="12"/>
                    <a:pt x="9" y="13"/>
                  </a:cubicBezTo>
                  <a:cubicBezTo>
                    <a:pt x="5" y="14"/>
                    <a:pt x="1" y="13"/>
                    <a:pt x="1" y="9"/>
                  </a:cubicBezTo>
                  <a:cubicBezTo>
                    <a:pt x="0" y="6"/>
                    <a:pt x="4" y="2"/>
                    <a:pt x="8" y="1"/>
                  </a:cubicBezTo>
                  <a:cubicBezTo>
                    <a:pt x="12" y="0"/>
                    <a:pt x="16" y="2"/>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2" name="Freeform 2264">
              <a:extLst>
                <a:ext uri="{FF2B5EF4-FFF2-40B4-BE49-F238E27FC236}">
                  <a16:creationId xmlns:a16="http://schemas.microsoft.com/office/drawing/2014/main" id="{4ED7DA89-D029-6F8A-E92F-6C232BED8543}"/>
                </a:ext>
              </a:extLst>
            </p:cNvPr>
            <p:cNvSpPr>
              <a:spLocks/>
            </p:cNvSpPr>
            <p:nvPr/>
          </p:nvSpPr>
          <p:spPr bwMode="auto">
            <a:xfrm rot="5094805">
              <a:off x="1528083" y="4325802"/>
              <a:ext cx="38845" cy="25135"/>
            </a:xfrm>
            <a:custGeom>
              <a:avLst/>
              <a:gdLst>
                <a:gd name="T0" fmla="*/ 8 w 16"/>
                <a:gd name="T1" fmla="*/ 9 h 11"/>
                <a:gd name="T2" fmla="*/ 0 w 16"/>
                <a:gd name="T3" fmla="*/ 9 h 11"/>
                <a:gd name="T4" fmla="*/ 8 w 16"/>
                <a:gd name="T5" fmla="*/ 2 h 11"/>
                <a:gd name="T6" fmla="*/ 16 w 16"/>
                <a:gd name="T7" fmla="*/ 2 h 11"/>
                <a:gd name="T8" fmla="*/ 8 w 16"/>
                <a:gd name="T9" fmla="*/ 9 h 11"/>
              </a:gdLst>
              <a:ahLst/>
              <a:cxnLst>
                <a:cxn ang="0">
                  <a:pos x="T0" y="T1"/>
                </a:cxn>
                <a:cxn ang="0">
                  <a:pos x="T2" y="T3"/>
                </a:cxn>
                <a:cxn ang="0">
                  <a:pos x="T4" y="T5"/>
                </a:cxn>
                <a:cxn ang="0">
                  <a:pos x="T6" y="T7"/>
                </a:cxn>
                <a:cxn ang="0">
                  <a:pos x="T8" y="T9"/>
                </a:cxn>
              </a:cxnLst>
              <a:rect l="0" t="0" r="r" b="b"/>
              <a:pathLst>
                <a:path w="16" h="11">
                  <a:moveTo>
                    <a:pt x="8" y="9"/>
                  </a:moveTo>
                  <a:cubicBezTo>
                    <a:pt x="4" y="11"/>
                    <a:pt x="0" y="11"/>
                    <a:pt x="0" y="9"/>
                  </a:cubicBezTo>
                  <a:cubicBezTo>
                    <a:pt x="0" y="7"/>
                    <a:pt x="3" y="4"/>
                    <a:pt x="8" y="2"/>
                  </a:cubicBezTo>
                  <a:cubicBezTo>
                    <a:pt x="12" y="0"/>
                    <a:pt x="16" y="0"/>
                    <a:pt x="16" y="2"/>
                  </a:cubicBezTo>
                  <a:cubicBezTo>
                    <a:pt x="16" y="4"/>
                    <a:pt x="12" y="7"/>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3" name="Freeform 2265">
              <a:extLst>
                <a:ext uri="{FF2B5EF4-FFF2-40B4-BE49-F238E27FC236}">
                  <a16:creationId xmlns:a16="http://schemas.microsoft.com/office/drawing/2014/main" id="{EDDDF5EE-574B-3DB0-2AAC-18883A29AC67}"/>
                </a:ext>
              </a:extLst>
            </p:cNvPr>
            <p:cNvSpPr>
              <a:spLocks/>
            </p:cNvSpPr>
            <p:nvPr/>
          </p:nvSpPr>
          <p:spPr bwMode="auto">
            <a:xfrm rot="5094805">
              <a:off x="1632717" y="4507840"/>
              <a:ext cx="43415" cy="27420"/>
            </a:xfrm>
            <a:custGeom>
              <a:avLst/>
              <a:gdLst>
                <a:gd name="T0" fmla="*/ 8 w 17"/>
                <a:gd name="T1" fmla="*/ 3 h 11"/>
                <a:gd name="T2" fmla="*/ 17 w 17"/>
                <a:gd name="T3" fmla="*/ 2 h 11"/>
                <a:gd name="T4" fmla="*/ 10 w 17"/>
                <a:gd name="T5" fmla="*/ 9 h 11"/>
                <a:gd name="T6" fmla="*/ 1 w 17"/>
                <a:gd name="T7" fmla="*/ 9 h 11"/>
                <a:gd name="T8" fmla="*/ 8 w 17"/>
                <a:gd name="T9" fmla="*/ 3 h 11"/>
              </a:gdLst>
              <a:ahLst/>
              <a:cxnLst>
                <a:cxn ang="0">
                  <a:pos x="T0" y="T1"/>
                </a:cxn>
                <a:cxn ang="0">
                  <a:pos x="T2" y="T3"/>
                </a:cxn>
                <a:cxn ang="0">
                  <a:pos x="T4" y="T5"/>
                </a:cxn>
                <a:cxn ang="0">
                  <a:pos x="T6" y="T7"/>
                </a:cxn>
                <a:cxn ang="0">
                  <a:pos x="T8" y="T9"/>
                </a:cxn>
              </a:cxnLst>
              <a:rect l="0" t="0" r="r" b="b"/>
              <a:pathLst>
                <a:path w="17" h="11">
                  <a:moveTo>
                    <a:pt x="8" y="3"/>
                  </a:moveTo>
                  <a:cubicBezTo>
                    <a:pt x="12" y="1"/>
                    <a:pt x="16" y="0"/>
                    <a:pt x="17" y="2"/>
                  </a:cubicBezTo>
                  <a:cubicBezTo>
                    <a:pt x="17" y="3"/>
                    <a:pt x="14" y="7"/>
                    <a:pt x="10" y="9"/>
                  </a:cubicBezTo>
                  <a:cubicBezTo>
                    <a:pt x="6" y="11"/>
                    <a:pt x="2" y="11"/>
                    <a:pt x="1" y="9"/>
                  </a:cubicBezTo>
                  <a:cubicBezTo>
                    <a:pt x="0" y="8"/>
                    <a:pt x="3"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4" name="Freeform 2266">
              <a:extLst>
                <a:ext uri="{FF2B5EF4-FFF2-40B4-BE49-F238E27FC236}">
                  <a16:creationId xmlns:a16="http://schemas.microsoft.com/office/drawing/2014/main" id="{D1320E46-C0A8-0CC2-248D-94A438D3C3F5}"/>
                </a:ext>
              </a:extLst>
            </p:cNvPr>
            <p:cNvSpPr>
              <a:spLocks/>
            </p:cNvSpPr>
            <p:nvPr/>
          </p:nvSpPr>
          <p:spPr bwMode="auto">
            <a:xfrm rot="5094805">
              <a:off x="1739741" y="4692259"/>
              <a:ext cx="41130" cy="27420"/>
            </a:xfrm>
            <a:custGeom>
              <a:avLst/>
              <a:gdLst>
                <a:gd name="T0" fmla="*/ 8 w 17"/>
                <a:gd name="T1" fmla="*/ 2 h 11"/>
                <a:gd name="T2" fmla="*/ 17 w 17"/>
                <a:gd name="T3" fmla="*/ 2 h 11"/>
                <a:gd name="T4" fmla="*/ 9 w 17"/>
                <a:gd name="T5" fmla="*/ 9 h 11"/>
                <a:gd name="T6" fmla="*/ 1 w 17"/>
                <a:gd name="T7" fmla="*/ 9 h 11"/>
                <a:gd name="T8" fmla="*/ 8 w 17"/>
                <a:gd name="T9" fmla="*/ 2 h 11"/>
              </a:gdLst>
              <a:ahLst/>
              <a:cxnLst>
                <a:cxn ang="0">
                  <a:pos x="T0" y="T1"/>
                </a:cxn>
                <a:cxn ang="0">
                  <a:pos x="T2" y="T3"/>
                </a:cxn>
                <a:cxn ang="0">
                  <a:pos x="T4" y="T5"/>
                </a:cxn>
                <a:cxn ang="0">
                  <a:pos x="T6" y="T7"/>
                </a:cxn>
                <a:cxn ang="0">
                  <a:pos x="T8" y="T9"/>
                </a:cxn>
              </a:cxnLst>
              <a:rect l="0" t="0" r="r" b="b"/>
              <a:pathLst>
                <a:path w="17" h="11">
                  <a:moveTo>
                    <a:pt x="8" y="2"/>
                  </a:moveTo>
                  <a:cubicBezTo>
                    <a:pt x="12" y="0"/>
                    <a:pt x="16" y="0"/>
                    <a:pt x="17" y="2"/>
                  </a:cubicBezTo>
                  <a:cubicBezTo>
                    <a:pt x="17" y="4"/>
                    <a:pt x="13" y="7"/>
                    <a:pt x="9" y="9"/>
                  </a:cubicBezTo>
                  <a:cubicBezTo>
                    <a:pt x="5" y="11"/>
                    <a:pt x="1" y="11"/>
                    <a:pt x="1" y="9"/>
                  </a:cubicBezTo>
                  <a:cubicBezTo>
                    <a:pt x="0" y="7"/>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5" name="Freeform 2267">
              <a:extLst>
                <a:ext uri="{FF2B5EF4-FFF2-40B4-BE49-F238E27FC236}">
                  <a16:creationId xmlns:a16="http://schemas.microsoft.com/office/drawing/2014/main" id="{38F31843-95FC-D1A0-AE60-5C6CE83FC797}"/>
                </a:ext>
              </a:extLst>
            </p:cNvPr>
            <p:cNvSpPr>
              <a:spLocks/>
            </p:cNvSpPr>
            <p:nvPr/>
          </p:nvSpPr>
          <p:spPr bwMode="auto">
            <a:xfrm rot="5094805">
              <a:off x="1843246" y="4875743"/>
              <a:ext cx="41130" cy="27420"/>
            </a:xfrm>
            <a:custGeom>
              <a:avLst/>
              <a:gdLst>
                <a:gd name="T0" fmla="*/ 7 w 17"/>
                <a:gd name="T1" fmla="*/ 3 h 11"/>
                <a:gd name="T2" fmla="*/ 16 w 17"/>
                <a:gd name="T3" fmla="*/ 2 h 11"/>
                <a:gd name="T4" fmla="*/ 10 w 17"/>
                <a:gd name="T5" fmla="*/ 9 h 11"/>
                <a:gd name="T6" fmla="*/ 1 w 17"/>
                <a:gd name="T7" fmla="*/ 9 h 11"/>
                <a:gd name="T8" fmla="*/ 7 w 17"/>
                <a:gd name="T9" fmla="*/ 3 h 11"/>
              </a:gdLst>
              <a:ahLst/>
              <a:cxnLst>
                <a:cxn ang="0">
                  <a:pos x="T0" y="T1"/>
                </a:cxn>
                <a:cxn ang="0">
                  <a:pos x="T2" y="T3"/>
                </a:cxn>
                <a:cxn ang="0">
                  <a:pos x="T4" y="T5"/>
                </a:cxn>
                <a:cxn ang="0">
                  <a:pos x="T6" y="T7"/>
                </a:cxn>
                <a:cxn ang="0">
                  <a:pos x="T8" y="T9"/>
                </a:cxn>
              </a:cxnLst>
              <a:rect l="0" t="0" r="r" b="b"/>
              <a:pathLst>
                <a:path w="17" h="11">
                  <a:moveTo>
                    <a:pt x="7" y="3"/>
                  </a:moveTo>
                  <a:cubicBezTo>
                    <a:pt x="11" y="1"/>
                    <a:pt x="15" y="0"/>
                    <a:pt x="16" y="2"/>
                  </a:cubicBezTo>
                  <a:cubicBezTo>
                    <a:pt x="17" y="4"/>
                    <a:pt x="14" y="7"/>
                    <a:pt x="10" y="9"/>
                  </a:cubicBezTo>
                  <a:cubicBezTo>
                    <a:pt x="6" y="11"/>
                    <a:pt x="2" y="11"/>
                    <a:pt x="1" y="9"/>
                  </a:cubicBezTo>
                  <a:cubicBezTo>
                    <a:pt x="0" y="8"/>
                    <a:pt x="3" y="5"/>
                    <a:pt x="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6" name="Freeform 2268">
              <a:extLst>
                <a:ext uri="{FF2B5EF4-FFF2-40B4-BE49-F238E27FC236}">
                  <a16:creationId xmlns:a16="http://schemas.microsoft.com/office/drawing/2014/main" id="{392AB0A5-2ADF-96AB-5830-AD9CBECF0AA5}"/>
                </a:ext>
              </a:extLst>
            </p:cNvPr>
            <p:cNvSpPr>
              <a:spLocks/>
            </p:cNvSpPr>
            <p:nvPr/>
          </p:nvSpPr>
          <p:spPr bwMode="auto">
            <a:xfrm rot="5094805">
              <a:off x="1941061" y="5060876"/>
              <a:ext cx="41130" cy="25135"/>
            </a:xfrm>
            <a:custGeom>
              <a:avLst/>
              <a:gdLst>
                <a:gd name="T0" fmla="*/ 8 w 17"/>
                <a:gd name="T1" fmla="*/ 2 h 10"/>
                <a:gd name="T2" fmla="*/ 16 w 17"/>
                <a:gd name="T3" fmla="*/ 2 h 10"/>
                <a:gd name="T4" fmla="*/ 9 w 17"/>
                <a:gd name="T5" fmla="*/ 8 h 10"/>
                <a:gd name="T6" fmla="*/ 1 w 17"/>
                <a:gd name="T7" fmla="*/ 8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12" y="0"/>
                    <a:pt x="16" y="0"/>
                    <a:pt x="16" y="2"/>
                  </a:cubicBezTo>
                  <a:cubicBezTo>
                    <a:pt x="17" y="3"/>
                    <a:pt x="13" y="7"/>
                    <a:pt x="9" y="8"/>
                  </a:cubicBezTo>
                  <a:cubicBezTo>
                    <a:pt x="5" y="10"/>
                    <a:pt x="1" y="10"/>
                    <a:pt x="1" y="8"/>
                  </a:cubicBezTo>
                  <a:cubicBezTo>
                    <a:pt x="0" y="6"/>
                    <a:pt x="3"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7" name="Freeform 2269">
              <a:extLst>
                <a:ext uri="{FF2B5EF4-FFF2-40B4-BE49-F238E27FC236}">
                  <a16:creationId xmlns:a16="http://schemas.microsoft.com/office/drawing/2014/main" id="{DC8E0857-35CF-AAB8-6965-9321EE8443CA}"/>
                </a:ext>
              </a:extLst>
            </p:cNvPr>
            <p:cNvSpPr>
              <a:spLocks/>
            </p:cNvSpPr>
            <p:nvPr/>
          </p:nvSpPr>
          <p:spPr bwMode="auto">
            <a:xfrm rot="5094805">
              <a:off x="2029868" y="5246713"/>
              <a:ext cx="43415" cy="25135"/>
            </a:xfrm>
            <a:custGeom>
              <a:avLst/>
              <a:gdLst>
                <a:gd name="T0" fmla="*/ 9 w 17"/>
                <a:gd name="T1" fmla="*/ 8 h 10"/>
                <a:gd name="T2" fmla="*/ 1 w 17"/>
                <a:gd name="T3" fmla="*/ 8 h 10"/>
                <a:gd name="T4" fmla="*/ 8 w 17"/>
                <a:gd name="T5" fmla="*/ 1 h 10"/>
                <a:gd name="T6" fmla="*/ 17 w 17"/>
                <a:gd name="T7" fmla="*/ 2 h 10"/>
                <a:gd name="T8" fmla="*/ 9 w 17"/>
                <a:gd name="T9" fmla="*/ 8 h 10"/>
              </a:gdLst>
              <a:ahLst/>
              <a:cxnLst>
                <a:cxn ang="0">
                  <a:pos x="T0" y="T1"/>
                </a:cxn>
                <a:cxn ang="0">
                  <a:pos x="T2" y="T3"/>
                </a:cxn>
                <a:cxn ang="0">
                  <a:pos x="T4" y="T5"/>
                </a:cxn>
                <a:cxn ang="0">
                  <a:pos x="T6" y="T7"/>
                </a:cxn>
                <a:cxn ang="0">
                  <a:pos x="T8" y="T9"/>
                </a:cxn>
              </a:cxnLst>
              <a:rect l="0" t="0" r="r" b="b"/>
              <a:pathLst>
                <a:path w="17" h="10">
                  <a:moveTo>
                    <a:pt x="9" y="8"/>
                  </a:moveTo>
                  <a:cubicBezTo>
                    <a:pt x="5" y="10"/>
                    <a:pt x="1" y="10"/>
                    <a:pt x="1" y="8"/>
                  </a:cubicBezTo>
                  <a:cubicBezTo>
                    <a:pt x="0" y="6"/>
                    <a:pt x="3" y="3"/>
                    <a:pt x="8" y="1"/>
                  </a:cubicBezTo>
                  <a:cubicBezTo>
                    <a:pt x="12" y="0"/>
                    <a:pt x="16" y="0"/>
                    <a:pt x="17" y="2"/>
                  </a:cubicBezTo>
                  <a:cubicBezTo>
                    <a:pt x="17" y="4"/>
                    <a:pt x="13"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8" name="Freeform 2270">
              <a:extLst>
                <a:ext uri="{FF2B5EF4-FFF2-40B4-BE49-F238E27FC236}">
                  <a16:creationId xmlns:a16="http://schemas.microsoft.com/office/drawing/2014/main" id="{6FC5EBFC-221C-AEE7-D064-E1D8DFF79B0A}"/>
                </a:ext>
              </a:extLst>
            </p:cNvPr>
            <p:cNvSpPr>
              <a:spLocks/>
            </p:cNvSpPr>
            <p:nvPr/>
          </p:nvSpPr>
          <p:spPr bwMode="auto">
            <a:xfrm rot="5094805">
              <a:off x="2114133" y="5433158"/>
              <a:ext cx="41130" cy="25135"/>
            </a:xfrm>
            <a:custGeom>
              <a:avLst/>
              <a:gdLst>
                <a:gd name="T0" fmla="*/ 17 w 17"/>
                <a:gd name="T1" fmla="*/ 2 h 10"/>
                <a:gd name="T2" fmla="*/ 9 w 17"/>
                <a:gd name="T3" fmla="*/ 8 h 10"/>
                <a:gd name="T4" fmla="*/ 1 w 17"/>
                <a:gd name="T5" fmla="*/ 7 h 10"/>
                <a:gd name="T6" fmla="*/ 8 w 17"/>
                <a:gd name="T7" fmla="*/ 1 h 10"/>
                <a:gd name="T8" fmla="*/ 17 w 17"/>
                <a:gd name="T9" fmla="*/ 2 h 10"/>
              </a:gdLst>
              <a:ahLst/>
              <a:cxnLst>
                <a:cxn ang="0">
                  <a:pos x="T0" y="T1"/>
                </a:cxn>
                <a:cxn ang="0">
                  <a:pos x="T2" y="T3"/>
                </a:cxn>
                <a:cxn ang="0">
                  <a:pos x="T4" y="T5"/>
                </a:cxn>
                <a:cxn ang="0">
                  <a:pos x="T6" y="T7"/>
                </a:cxn>
                <a:cxn ang="0">
                  <a:pos x="T8" y="T9"/>
                </a:cxn>
              </a:cxnLst>
              <a:rect l="0" t="0" r="r" b="b"/>
              <a:pathLst>
                <a:path w="17" h="10">
                  <a:moveTo>
                    <a:pt x="17" y="2"/>
                  </a:moveTo>
                  <a:cubicBezTo>
                    <a:pt x="17" y="4"/>
                    <a:pt x="13" y="7"/>
                    <a:pt x="9" y="8"/>
                  </a:cubicBezTo>
                  <a:cubicBezTo>
                    <a:pt x="5" y="10"/>
                    <a:pt x="1" y="9"/>
                    <a:pt x="1" y="7"/>
                  </a:cubicBezTo>
                  <a:cubicBezTo>
                    <a:pt x="0" y="5"/>
                    <a:pt x="3" y="2"/>
                    <a:pt x="8"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9" name="Freeform 2271">
              <a:extLst>
                <a:ext uri="{FF2B5EF4-FFF2-40B4-BE49-F238E27FC236}">
                  <a16:creationId xmlns:a16="http://schemas.microsoft.com/office/drawing/2014/main" id="{E5C592A6-7D8A-1AF1-851C-0741940D5688}"/>
                </a:ext>
              </a:extLst>
            </p:cNvPr>
            <p:cNvSpPr>
              <a:spLocks/>
            </p:cNvSpPr>
            <p:nvPr/>
          </p:nvSpPr>
          <p:spPr bwMode="auto">
            <a:xfrm rot="5094805">
              <a:off x="2191569" y="5620211"/>
              <a:ext cx="38845" cy="25135"/>
            </a:xfrm>
            <a:custGeom>
              <a:avLst/>
              <a:gdLst>
                <a:gd name="T0" fmla="*/ 16 w 16"/>
                <a:gd name="T1" fmla="*/ 4 h 10"/>
                <a:gd name="T2" fmla="*/ 8 w 16"/>
                <a:gd name="T3" fmla="*/ 9 h 10"/>
                <a:gd name="T4" fmla="*/ 0 w 16"/>
                <a:gd name="T5" fmla="*/ 7 h 10"/>
                <a:gd name="T6" fmla="*/ 8 w 16"/>
                <a:gd name="T7" fmla="*/ 1 h 10"/>
                <a:gd name="T8" fmla="*/ 16 w 16"/>
                <a:gd name="T9" fmla="*/ 4 h 10"/>
              </a:gdLst>
              <a:ahLst/>
              <a:cxnLst>
                <a:cxn ang="0">
                  <a:pos x="T0" y="T1"/>
                </a:cxn>
                <a:cxn ang="0">
                  <a:pos x="T2" y="T3"/>
                </a:cxn>
                <a:cxn ang="0">
                  <a:pos x="T4" y="T5"/>
                </a:cxn>
                <a:cxn ang="0">
                  <a:pos x="T6" y="T7"/>
                </a:cxn>
                <a:cxn ang="0">
                  <a:pos x="T8" y="T9"/>
                </a:cxn>
              </a:cxnLst>
              <a:rect l="0" t="0" r="r" b="b"/>
              <a:pathLst>
                <a:path w="16" h="10">
                  <a:moveTo>
                    <a:pt x="16" y="4"/>
                  </a:moveTo>
                  <a:cubicBezTo>
                    <a:pt x="16" y="6"/>
                    <a:pt x="12" y="8"/>
                    <a:pt x="8" y="9"/>
                  </a:cubicBezTo>
                  <a:cubicBezTo>
                    <a:pt x="4" y="10"/>
                    <a:pt x="0" y="10"/>
                    <a:pt x="0" y="7"/>
                  </a:cubicBezTo>
                  <a:cubicBezTo>
                    <a:pt x="0" y="5"/>
                    <a:pt x="3" y="2"/>
                    <a:pt x="8" y="1"/>
                  </a:cubicBezTo>
                  <a:cubicBezTo>
                    <a:pt x="12" y="0"/>
                    <a:pt x="16" y="1"/>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0" name="Freeform 2272">
              <a:extLst>
                <a:ext uri="{FF2B5EF4-FFF2-40B4-BE49-F238E27FC236}">
                  <a16:creationId xmlns:a16="http://schemas.microsoft.com/office/drawing/2014/main" id="{0D5E3F4D-41B0-559A-AE70-EB02371FE34B}"/>
                </a:ext>
              </a:extLst>
            </p:cNvPr>
            <p:cNvSpPr>
              <a:spLocks/>
            </p:cNvSpPr>
            <p:nvPr/>
          </p:nvSpPr>
          <p:spPr bwMode="auto">
            <a:xfrm rot="5094805">
              <a:off x="2253162" y="5810658"/>
              <a:ext cx="43415" cy="22850"/>
            </a:xfrm>
            <a:custGeom>
              <a:avLst/>
              <a:gdLst>
                <a:gd name="T0" fmla="*/ 16 w 17"/>
                <a:gd name="T1" fmla="*/ 3 h 9"/>
                <a:gd name="T2" fmla="*/ 9 w 17"/>
                <a:gd name="T3" fmla="*/ 9 h 9"/>
                <a:gd name="T4" fmla="*/ 1 w 17"/>
                <a:gd name="T5" fmla="*/ 6 h 9"/>
                <a:gd name="T6" fmla="*/ 8 w 17"/>
                <a:gd name="T7" fmla="*/ 1 h 9"/>
                <a:gd name="T8" fmla="*/ 16 w 17"/>
                <a:gd name="T9" fmla="*/ 3 h 9"/>
              </a:gdLst>
              <a:ahLst/>
              <a:cxnLst>
                <a:cxn ang="0">
                  <a:pos x="T0" y="T1"/>
                </a:cxn>
                <a:cxn ang="0">
                  <a:pos x="T2" y="T3"/>
                </a:cxn>
                <a:cxn ang="0">
                  <a:pos x="T4" y="T5"/>
                </a:cxn>
                <a:cxn ang="0">
                  <a:pos x="T6" y="T7"/>
                </a:cxn>
                <a:cxn ang="0">
                  <a:pos x="T8" y="T9"/>
                </a:cxn>
              </a:cxnLst>
              <a:rect l="0" t="0" r="r" b="b"/>
              <a:pathLst>
                <a:path w="17" h="9">
                  <a:moveTo>
                    <a:pt x="16" y="3"/>
                  </a:moveTo>
                  <a:cubicBezTo>
                    <a:pt x="17" y="5"/>
                    <a:pt x="13" y="8"/>
                    <a:pt x="9" y="9"/>
                  </a:cubicBezTo>
                  <a:cubicBezTo>
                    <a:pt x="5" y="9"/>
                    <a:pt x="1" y="8"/>
                    <a:pt x="1" y="6"/>
                  </a:cubicBezTo>
                  <a:cubicBezTo>
                    <a:pt x="0" y="4"/>
                    <a:pt x="3" y="1"/>
                    <a:pt x="8" y="1"/>
                  </a:cubicBezTo>
                  <a:cubicBezTo>
                    <a:pt x="12" y="0"/>
                    <a:pt x="16"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1" name="Freeform 2273">
              <a:extLst>
                <a:ext uri="{FF2B5EF4-FFF2-40B4-BE49-F238E27FC236}">
                  <a16:creationId xmlns:a16="http://schemas.microsoft.com/office/drawing/2014/main" id="{774D8422-8BB9-3860-D44E-961041A84343}"/>
                </a:ext>
              </a:extLst>
            </p:cNvPr>
            <p:cNvSpPr>
              <a:spLocks/>
            </p:cNvSpPr>
            <p:nvPr/>
          </p:nvSpPr>
          <p:spPr bwMode="auto">
            <a:xfrm rot="5094805">
              <a:off x="2306806" y="6001078"/>
              <a:ext cx="38845" cy="22850"/>
            </a:xfrm>
            <a:custGeom>
              <a:avLst/>
              <a:gdLst>
                <a:gd name="T0" fmla="*/ 16 w 16"/>
                <a:gd name="T1" fmla="*/ 4 h 9"/>
                <a:gd name="T2" fmla="*/ 8 w 16"/>
                <a:gd name="T3" fmla="*/ 9 h 9"/>
                <a:gd name="T4" fmla="*/ 0 w 16"/>
                <a:gd name="T5" fmla="*/ 6 h 9"/>
                <a:gd name="T6" fmla="*/ 8 w 16"/>
                <a:gd name="T7" fmla="*/ 1 h 9"/>
                <a:gd name="T8" fmla="*/ 16 w 16"/>
                <a:gd name="T9" fmla="*/ 4 h 9"/>
              </a:gdLst>
              <a:ahLst/>
              <a:cxnLst>
                <a:cxn ang="0">
                  <a:pos x="T0" y="T1"/>
                </a:cxn>
                <a:cxn ang="0">
                  <a:pos x="T2" y="T3"/>
                </a:cxn>
                <a:cxn ang="0">
                  <a:pos x="T4" y="T5"/>
                </a:cxn>
                <a:cxn ang="0">
                  <a:pos x="T6" y="T7"/>
                </a:cxn>
                <a:cxn ang="0">
                  <a:pos x="T8" y="T9"/>
                </a:cxn>
              </a:cxnLst>
              <a:rect l="0" t="0" r="r" b="b"/>
              <a:pathLst>
                <a:path w="16" h="9">
                  <a:moveTo>
                    <a:pt x="16" y="4"/>
                  </a:moveTo>
                  <a:cubicBezTo>
                    <a:pt x="16" y="6"/>
                    <a:pt x="13" y="9"/>
                    <a:pt x="8" y="9"/>
                  </a:cubicBezTo>
                  <a:cubicBezTo>
                    <a:pt x="4" y="9"/>
                    <a:pt x="1" y="8"/>
                    <a:pt x="0" y="6"/>
                  </a:cubicBezTo>
                  <a:cubicBezTo>
                    <a:pt x="0" y="3"/>
                    <a:pt x="3" y="1"/>
                    <a:pt x="8" y="1"/>
                  </a:cubicBezTo>
                  <a:cubicBezTo>
                    <a:pt x="12" y="0"/>
                    <a:pt x="16" y="2"/>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2" name="Freeform 2274">
              <a:extLst>
                <a:ext uri="{FF2B5EF4-FFF2-40B4-BE49-F238E27FC236}">
                  <a16:creationId xmlns:a16="http://schemas.microsoft.com/office/drawing/2014/main" id="{C2A40620-43AA-4B5B-BA11-1B45727BF6D4}"/>
                </a:ext>
              </a:extLst>
            </p:cNvPr>
            <p:cNvSpPr>
              <a:spLocks/>
            </p:cNvSpPr>
            <p:nvPr/>
          </p:nvSpPr>
          <p:spPr bwMode="auto">
            <a:xfrm rot="5094805">
              <a:off x="2347924" y="6191266"/>
              <a:ext cx="38845" cy="25135"/>
            </a:xfrm>
            <a:custGeom>
              <a:avLst/>
              <a:gdLst>
                <a:gd name="T0" fmla="*/ 0 w 16"/>
                <a:gd name="T1" fmla="*/ 6 h 10"/>
                <a:gd name="T2" fmla="*/ 7 w 16"/>
                <a:gd name="T3" fmla="*/ 1 h 10"/>
                <a:gd name="T4" fmla="*/ 16 w 16"/>
                <a:gd name="T5" fmla="*/ 4 h 10"/>
                <a:gd name="T6" fmla="*/ 8 w 16"/>
                <a:gd name="T7" fmla="*/ 9 h 10"/>
                <a:gd name="T8" fmla="*/ 0 w 16"/>
                <a:gd name="T9" fmla="*/ 6 h 10"/>
              </a:gdLst>
              <a:ahLst/>
              <a:cxnLst>
                <a:cxn ang="0">
                  <a:pos x="T0" y="T1"/>
                </a:cxn>
                <a:cxn ang="0">
                  <a:pos x="T2" y="T3"/>
                </a:cxn>
                <a:cxn ang="0">
                  <a:pos x="T4" y="T5"/>
                </a:cxn>
                <a:cxn ang="0">
                  <a:pos x="T6" y="T7"/>
                </a:cxn>
                <a:cxn ang="0">
                  <a:pos x="T8" y="T9"/>
                </a:cxn>
              </a:cxnLst>
              <a:rect l="0" t="0" r="r" b="b"/>
              <a:pathLst>
                <a:path w="16" h="10">
                  <a:moveTo>
                    <a:pt x="0" y="6"/>
                  </a:moveTo>
                  <a:cubicBezTo>
                    <a:pt x="0" y="4"/>
                    <a:pt x="3" y="1"/>
                    <a:pt x="7" y="1"/>
                  </a:cubicBezTo>
                  <a:cubicBezTo>
                    <a:pt x="12" y="0"/>
                    <a:pt x="16" y="2"/>
                    <a:pt x="16" y="4"/>
                  </a:cubicBezTo>
                  <a:cubicBezTo>
                    <a:pt x="16" y="6"/>
                    <a:pt x="12" y="9"/>
                    <a:pt x="8" y="9"/>
                  </a:cubicBezTo>
                  <a:cubicBezTo>
                    <a:pt x="4" y="10"/>
                    <a:pt x="0"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3" name="Freeform 2275">
              <a:extLst>
                <a:ext uri="{FF2B5EF4-FFF2-40B4-BE49-F238E27FC236}">
                  <a16:creationId xmlns:a16="http://schemas.microsoft.com/office/drawing/2014/main" id="{1ABE6994-1FB4-3312-2B2C-990292FEC8AA}"/>
                </a:ext>
              </a:extLst>
            </p:cNvPr>
            <p:cNvSpPr>
              <a:spLocks/>
            </p:cNvSpPr>
            <p:nvPr/>
          </p:nvSpPr>
          <p:spPr bwMode="auto">
            <a:xfrm rot="5094805">
              <a:off x="2400316" y="6380345"/>
              <a:ext cx="41130" cy="25135"/>
            </a:xfrm>
            <a:custGeom>
              <a:avLst/>
              <a:gdLst>
                <a:gd name="T0" fmla="*/ 9 w 16"/>
                <a:gd name="T1" fmla="*/ 9 h 10"/>
                <a:gd name="T2" fmla="*/ 0 w 16"/>
                <a:gd name="T3" fmla="*/ 7 h 10"/>
                <a:gd name="T4" fmla="*/ 7 w 16"/>
                <a:gd name="T5" fmla="*/ 1 h 10"/>
                <a:gd name="T6" fmla="*/ 16 w 16"/>
                <a:gd name="T7" fmla="*/ 3 h 10"/>
                <a:gd name="T8" fmla="*/ 9 w 16"/>
                <a:gd name="T9" fmla="*/ 9 h 10"/>
              </a:gdLst>
              <a:ahLst/>
              <a:cxnLst>
                <a:cxn ang="0">
                  <a:pos x="T0" y="T1"/>
                </a:cxn>
                <a:cxn ang="0">
                  <a:pos x="T2" y="T3"/>
                </a:cxn>
                <a:cxn ang="0">
                  <a:pos x="T4" y="T5"/>
                </a:cxn>
                <a:cxn ang="0">
                  <a:pos x="T6" y="T7"/>
                </a:cxn>
                <a:cxn ang="0">
                  <a:pos x="T8" y="T9"/>
                </a:cxn>
              </a:cxnLst>
              <a:rect l="0" t="0" r="r" b="b"/>
              <a:pathLst>
                <a:path w="16" h="10">
                  <a:moveTo>
                    <a:pt x="9" y="9"/>
                  </a:moveTo>
                  <a:cubicBezTo>
                    <a:pt x="5" y="10"/>
                    <a:pt x="1" y="9"/>
                    <a:pt x="0" y="7"/>
                  </a:cubicBezTo>
                  <a:cubicBezTo>
                    <a:pt x="0" y="4"/>
                    <a:pt x="3" y="2"/>
                    <a:pt x="7" y="1"/>
                  </a:cubicBezTo>
                  <a:cubicBezTo>
                    <a:pt x="11" y="0"/>
                    <a:pt x="15" y="1"/>
                    <a:pt x="16" y="3"/>
                  </a:cubicBezTo>
                  <a:cubicBezTo>
                    <a:pt x="16" y="5"/>
                    <a:pt x="13" y="8"/>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4" name="Freeform 2276">
              <a:extLst>
                <a:ext uri="{FF2B5EF4-FFF2-40B4-BE49-F238E27FC236}">
                  <a16:creationId xmlns:a16="http://schemas.microsoft.com/office/drawing/2014/main" id="{DC7D9038-A60A-4284-4032-4924B6DB67E2}"/>
                </a:ext>
              </a:extLst>
            </p:cNvPr>
            <p:cNvSpPr>
              <a:spLocks/>
            </p:cNvSpPr>
            <p:nvPr/>
          </p:nvSpPr>
          <p:spPr bwMode="auto">
            <a:xfrm rot="5094805">
              <a:off x="2470925" y="6568005"/>
              <a:ext cx="38845" cy="25135"/>
            </a:xfrm>
            <a:custGeom>
              <a:avLst/>
              <a:gdLst>
                <a:gd name="T0" fmla="*/ 16 w 16"/>
                <a:gd name="T1" fmla="*/ 3 h 11"/>
                <a:gd name="T2" fmla="*/ 9 w 16"/>
                <a:gd name="T3" fmla="*/ 9 h 11"/>
                <a:gd name="T4" fmla="*/ 0 w 16"/>
                <a:gd name="T5" fmla="*/ 8 h 11"/>
                <a:gd name="T6" fmla="*/ 7 w 16"/>
                <a:gd name="T7" fmla="*/ 1 h 11"/>
                <a:gd name="T8" fmla="*/ 16 w 16"/>
                <a:gd name="T9" fmla="*/ 3 h 11"/>
              </a:gdLst>
              <a:ahLst/>
              <a:cxnLst>
                <a:cxn ang="0">
                  <a:pos x="T0" y="T1"/>
                </a:cxn>
                <a:cxn ang="0">
                  <a:pos x="T2" y="T3"/>
                </a:cxn>
                <a:cxn ang="0">
                  <a:pos x="T4" y="T5"/>
                </a:cxn>
                <a:cxn ang="0">
                  <a:pos x="T6" y="T7"/>
                </a:cxn>
                <a:cxn ang="0">
                  <a:pos x="T8" y="T9"/>
                </a:cxn>
              </a:cxnLst>
              <a:rect l="0" t="0" r="r" b="b"/>
              <a:pathLst>
                <a:path w="16" h="11">
                  <a:moveTo>
                    <a:pt x="16" y="3"/>
                  </a:moveTo>
                  <a:cubicBezTo>
                    <a:pt x="16" y="5"/>
                    <a:pt x="13" y="8"/>
                    <a:pt x="9" y="9"/>
                  </a:cubicBezTo>
                  <a:cubicBezTo>
                    <a:pt x="5" y="11"/>
                    <a:pt x="1" y="10"/>
                    <a:pt x="0" y="8"/>
                  </a:cubicBezTo>
                  <a:cubicBezTo>
                    <a:pt x="0" y="6"/>
                    <a:pt x="2" y="3"/>
                    <a:pt x="7" y="1"/>
                  </a:cubicBezTo>
                  <a:cubicBezTo>
                    <a:pt x="11" y="0"/>
                    <a:pt x="15" y="0"/>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5" name="Freeform 2277">
              <a:extLst>
                <a:ext uri="{FF2B5EF4-FFF2-40B4-BE49-F238E27FC236}">
                  <a16:creationId xmlns:a16="http://schemas.microsoft.com/office/drawing/2014/main" id="{43C7D00A-9309-6056-B800-A0A440DBD9EA}"/>
                </a:ext>
              </a:extLst>
            </p:cNvPr>
            <p:cNvSpPr>
              <a:spLocks/>
            </p:cNvSpPr>
            <p:nvPr/>
          </p:nvSpPr>
          <p:spPr bwMode="auto">
            <a:xfrm rot="5094805">
              <a:off x="2553840" y="6750931"/>
              <a:ext cx="41130" cy="27420"/>
            </a:xfrm>
            <a:custGeom>
              <a:avLst/>
              <a:gdLst>
                <a:gd name="T0" fmla="*/ 17 w 17"/>
                <a:gd name="T1" fmla="*/ 2 h 11"/>
                <a:gd name="T2" fmla="*/ 10 w 17"/>
                <a:gd name="T3" fmla="*/ 9 h 11"/>
                <a:gd name="T4" fmla="*/ 1 w 17"/>
                <a:gd name="T5" fmla="*/ 8 h 11"/>
                <a:gd name="T6" fmla="*/ 8 w 17"/>
                <a:gd name="T7" fmla="*/ 1 h 11"/>
                <a:gd name="T8" fmla="*/ 17 w 17"/>
                <a:gd name="T9" fmla="*/ 2 h 11"/>
              </a:gdLst>
              <a:ahLst/>
              <a:cxnLst>
                <a:cxn ang="0">
                  <a:pos x="T0" y="T1"/>
                </a:cxn>
                <a:cxn ang="0">
                  <a:pos x="T2" y="T3"/>
                </a:cxn>
                <a:cxn ang="0">
                  <a:pos x="T4" y="T5"/>
                </a:cxn>
                <a:cxn ang="0">
                  <a:pos x="T6" y="T7"/>
                </a:cxn>
                <a:cxn ang="0">
                  <a:pos x="T8" y="T9"/>
                </a:cxn>
              </a:cxnLst>
              <a:rect l="0" t="0" r="r" b="b"/>
              <a:pathLst>
                <a:path w="17" h="11">
                  <a:moveTo>
                    <a:pt x="17" y="2"/>
                  </a:moveTo>
                  <a:cubicBezTo>
                    <a:pt x="17" y="4"/>
                    <a:pt x="14" y="8"/>
                    <a:pt x="10" y="9"/>
                  </a:cubicBezTo>
                  <a:cubicBezTo>
                    <a:pt x="5" y="11"/>
                    <a:pt x="2" y="11"/>
                    <a:pt x="1" y="8"/>
                  </a:cubicBezTo>
                  <a:cubicBezTo>
                    <a:pt x="0" y="6"/>
                    <a:pt x="3" y="3"/>
                    <a:pt x="8"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6" name="Freeform 2278">
              <a:extLst>
                <a:ext uri="{FF2B5EF4-FFF2-40B4-BE49-F238E27FC236}">
                  <a16:creationId xmlns:a16="http://schemas.microsoft.com/office/drawing/2014/main" id="{27DE092E-60FA-A269-8172-3BBF12ACF925}"/>
                </a:ext>
              </a:extLst>
            </p:cNvPr>
            <p:cNvSpPr>
              <a:spLocks/>
            </p:cNvSpPr>
            <p:nvPr/>
          </p:nvSpPr>
          <p:spPr bwMode="auto">
            <a:xfrm rot="5094805">
              <a:off x="966705" y="1532262"/>
              <a:ext cx="41130" cy="34275"/>
            </a:xfrm>
            <a:custGeom>
              <a:avLst/>
              <a:gdLst>
                <a:gd name="T0" fmla="*/ 16 w 17"/>
                <a:gd name="T1" fmla="*/ 12 h 14"/>
                <a:gd name="T2" fmla="*/ 9 w 17"/>
                <a:gd name="T3" fmla="*/ 11 h 14"/>
                <a:gd name="T4" fmla="*/ 1 w 17"/>
                <a:gd name="T5" fmla="*/ 3 h 14"/>
                <a:gd name="T6" fmla="*/ 8 w 17"/>
                <a:gd name="T7" fmla="*/ 3 h 14"/>
                <a:gd name="T8" fmla="*/ 16 w 17"/>
                <a:gd name="T9" fmla="*/ 12 h 14"/>
              </a:gdLst>
              <a:ahLst/>
              <a:cxnLst>
                <a:cxn ang="0">
                  <a:pos x="T0" y="T1"/>
                </a:cxn>
                <a:cxn ang="0">
                  <a:pos x="T2" y="T3"/>
                </a:cxn>
                <a:cxn ang="0">
                  <a:pos x="T4" y="T5"/>
                </a:cxn>
                <a:cxn ang="0">
                  <a:pos x="T6" y="T7"/>
                </a:cxn>
                <a:cxn ang="0">
                  <a:pos x="T8" y="T9"/>
                </a:cxn>
              </a:cxnLst>
              <a:rect l="0" t="0" r="r" b="b"/>
              <a:pathLst>
                <a:path w="17" h="14">
                  <a:moveTo>
                    <a:pt x="16" y="12"/>
                  </a:moveTo>
                  <a:cubicBezTo>
                    <a:pt x="17" y="14"/>
                    <a:pt x="13" y="14"/>
                    <a:pt x="9" y="11"/>
                  </a:cubicBezTo>
                  <a:cubicBezTo>
                    <a:pt x="5" y="8"/>
                    <a:pt x="1" y="5"/>
                    <a:pt x="1" y="3"/>
                  </a:cubicBezTo>
                  <a:cubicBezTo>
                    <a:pt x="0" y="0"/>
                    <a:pt x="4" y="0"/>
                    <a:pt x="8" y="3"/>
                  </a:cubicBezTo>
                  <a:cubicBezTo>
                    <a:pt x="12" y="5"/>
                    <a:pt x="16" y="9"/>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7" name="Freeform 2279">
              <a:extLst>
                <a:ext uri="{FF2B5EF4-FFF2-40B4-BE49-F238E27FC236}">
                  <a16:creationId xmlns:a16="http://schemas.microsoft.com/office/drawing/2014/main" id="{C84DC390-BB81-F1AE-79F4-199C34A09C34}"/>
                </a:ext>
              </a:extLst>
            </p:cNvPr>
            <p:cNvSpPr>
              <a:spLocks/>
            </p:cNvSpPr>
            <p:nvPr/>
          </p:nvSpPr>
          <p:spPr bwMode="auto">
            <a:xfrm rot="5094805">
              <a:off x="878391" y="1740738"/>
              <a:ext cx="43415" cy="29705"/>
            </a:xfrm>
            <a:custGeom>
              <a:avLst/>
              <a:gdLst>
                <a:gd name="T0" fmla="*/ 17 w 17"/>
                <a:gd name="T1" fmla="*/ 10 h 12"/>
                <a:gd name="T2" fmla="*/ 10 w 17"/>
                <a:gd name="T3" fmla="*/ 10 h 12"/>
                <a:gd name="T4" fmla="*/ 1 w 17"/>
                <a:gd name="T5" fmla="*/ 3 h 12"/>
                <a:gd name="T6" fmla="*/ 8 w 17"/>
                <a:gd name="T7" fmla="*/ 2 h 12"/>
                <a:gd name="T8" fmla="*/ 17 w 17"/>
                <a:gd name="T9" fmla="*/ 10 h 12"/>
              </a:gdLst>
              <a:ahLst/>
              <a:cxnLst>
                <a:cxn ang="0">
                  <a:pos x="T0" y="T1"/>
                </a:cxn>
                <a:cxn ang="0">
                  <a:pos x="T2" y="T3"/>
                </a:cxn>
                <a:cxn ang="0">
                  <a:pos x="T4" y="T5"/>
                </a:cxn>
                <a:cxn ang="0">
                  <a:pos x="T6" y="T7"/>
                </a:cxn>
                <a:cxn ang="0">
                  <a:pos x="T8" y="T9"/>
                </a:cxn>
              </a:cxnLst>
              <a:rect l="0" t="0" r="r" b="b"/>
              <a:pathLst>
                <a:path w="17" h="12">
                  <a:moveTo>
                    <a:pt x="17" y="10"/>
                  </a:moveTo>
                  <a:cubicBezTo>
                    <a:pt x="17" y="12"/>
                    <a:pt x="14" y="12"/>
                    <a:pt x="10" y="10"/>
                  </a:cubicBezTo>
                  <a:cubicBezTo>
                    <a:pt x="6" y="8"/>
                    <a:pt x="2" y="5"/>
                    <a:pt x="1" y="3"/>
                  </a:cubicBezTo>
                  <a:cubicBezTo>
                    <a:pt x="0" y="1"/>
                    <a:pt x="3" y="0"/>
                    <a:pt x="8" y="2"/>
                  </a:cubicBezTo>
                  <a:cubicBezTo>
                    <a:pt x="12" y="4"/>
                    <a:pt x="16" y="8"/>
                    <a:pt x="1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8" name="Freeform 2280">
              <a:extLst>
                <a:ext uri="{FF2B5EF4-FFF2-40B4-BE49-F238E27FC236}">
                  <a16:creationId xmlns:a16="http://schemas.microsoft.com/office/drawing/2014/main" id="{E4CDC379-9D8E-0089-AA2D-BD00F8F08D39}"/>
                </a:ext>
              </a:extLst>
            </p:cNvPr>
            <p:cNvSpPr>
              <a:spLocks/>
            </p:cNvSpPr>
            <p:nvPr/>
          </p:nvSpPr>
          <p:spPr bwMode="auto">
            <a:xfrm rot="5094805">
              <a:off x="804986" y="1949339"/>
              <a:ext cx="38845" cy="25135"/>
            </a:xfrm>
            <a:custGeom>
              <a:avLst/>
              <a:gdLst>
                <a:gd name="T0" fmla="*/ 8 w 16"/>
                <a:gd name="T1" fmla="*/ 2 h 10"/>
                <a:gd name="T2" fmla="*/ 16 w 16"/>
                <a:gd name="T3" fmla="*/ 8 h 10"/>
                <a:gd name="T4" fmla="*/ 9 w 16"/>
                <a:gd name="T5" fmla="*/ 8 h 10"/>
                <a:gd name="T6" fmla="*/ 0 w 16"/>
                <a:gd name="T7" fmla="*/ 1 h 10"/>
                <a:gd name="T8" fmla="*/ 8 w 16"/>
                <a:gd name="T9" fmla="*/ 2 h 10"/>
              </a:gdLst>
              <a:ahLst/>
              <a:cxnLst>
                <a:cxn ang="0">
                  <a:pos x="T0" y="T1"/>
                </a:cxn>
                <a:cxn ang="0">
                  <a:pos x="T2" y="T3"/>
                </a:cxn>
                <a:cxn ang="0">
                  <a:pos x="T4" y="T5"/>
                </a:cxn>
                <a:cxn ang="0">
                  <a:pos x="T6" y="T7"/>
                </a:cxn>
                <a:cxn ang="0">
                  <a:pos x="T8" y="T9"/>
                </a:cxn>
              </a:cxnLst>
              <a:rect l="0" t="0" r="r" b="b"/>
              <a:pathLst>
                <a:path w="16" h="10">
                  <a:moveTo>
                    <a:pt x="8" y="2"/>
                  </a:moveTo>
                  <a:cubicBezTo>
                    <a:pt x="13" y="4"/>
                    <a:pt x="16" y="7"/>
                    <a:pt x="16" y="8"/>
                  </a:cubicBezTo>
                  <a:cubicBezTo>
                    <a:pt x="16" y="10"/>
                    <a:pt x="13" y="10"/>
                    <a:pt x="9" y="8"/>
                  </a:cubicBezTo>
                  <a:cubicBezTo>
                    <a:pt x="5" y="6"/>
                    <a:pt x="1" y="3"/>
                    <a:pt x="0" y="1"/>
                  </a:cubicBezTo>
                  <a:cubicBezTo>
                    <a:pt x="0" y="0"/>
                    <a:pt x="4"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9" name="Freeform 2281">
              <a:extLst>
                <a:ext uri="{FF2B5EF4-FFF2-40B4-BE49-F238E27FC236}">
                  <a16:creationId xmlns:a16="http://schemas.microsoft.com/office/drawing/2014/main" id="{11B6CD4C-1242-28DB-3A07-CA92ECA7FD0A}"/>
                </a:ext>
              </a:extLst>
            </p:cNvPr>
            <p:cNvSpPr>
              <a:spLocks/>
            </p:cNvSpPr>
            <p:nvPr/>
          </p:nvSpPr>
          <p:spPr bwMode="auto">
            <a:xfrm rot="5094805">
              <a:off x="750909" y="2156956"/>
              <a:ext cx="43415" cy="18280"/>
            </a:xfrm>
            <a:custGeom>
              <a:avLst/>
              <a:gdLst>
                <a:gd name="T0" fmla="*/ 10 w 17"/>
                <a:gd name="T1" fmla="*/ 7 h 8"/>
                <a:gd name="T2" fmla="*/ 1 w 17"/>
                <a:gd name="T3" fmla="*/ 2 h 8"/>
                <a:gd name="T4" fmla="*/ 8 w 17"/>
                <a:gd name="T5" fmla="*/ 1 h 8"/>
                <a:gd name="T6" fmla="*/ 16 w 17"/>
                <a:gd name="T7" fmla="*/ 6 h 8"/>
                <a:gd name="T8" fmla="*/ 10 w 17"/>
                <a:gd name="T9" fmla="*/ 7 h 8"/>
              </a:gdLst>
              <a:ahLst/>
              <a:cxnLst>
                <a:cxn ang="0">
                  <a:pos x="T0" y="T1"/>
                </a:cxn>
                <a:cxn ang="0">
                  <a:pos x="T2" y="T3"/>
                </a:cxn>
                <a:cxn ang="0">
                  <a:pos x="T4" y="T5"/>
                </a:cxn>
                <a:cxn ang="0">
                  <a:pos x="T6" y="T7"/>
                </a:cxn>
                <a:cxn ang="0">
                  <a:pos x="T8" y="T9"/>
                </a:cxn>
              </a:cxnLst>
              <a:rect l="0" t="0" r="r" b="b"/>
              <a:pathLst>
                <a:path w="17" h="8">
                  <a:moveTo>
                    <a:pt x="10" y="7"/>
                  </a:moveTo>
                  <a:cubicBezTo>
                    <a:pt x="5" y="6"/>
                    <a:pt x="1" y="4"/>
                    <a:pt x="1" y="2"/>
                  </a:cubicBezTo>
                  <a:cubicBezTo>
                    <a:pt x="0" y="0"/>
                    <a:pt x="4" y="0"/>
                    <a:pt x="8" y="1"/>
                  </a:cubicBezTo>
                  <a:cubicBezTo>
                    <a:pt x="11" y="2"/>
                    <a:pt x="15" y="4"/>
                    <a:pt x="16" y="6"/>
                  </a:cubicBezTo>
                  <a:cubicBezTo>
                    <a:pt x="17" y="8"/>
                    <a:pt x="14" y="8"/>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0" name="Freeform 2282">
              <a:extLst>
                <a:ext uri="{FF2B5EF4-FFF2-40B4-BE49-F238E27FC236}">
                  <a16:creationId xmlns:a16="http://schemas.microsoft.com/office/drawing/2014/main" id="{C7EA8BDE-6CD0-AA58-8774-8BB4175BBEB4}"/>
                </a:ext>
              </a:extLst>
            </p:cNvPr>
            <p:cNvSpPr>
              <a:spLocks/>
            </p:cNvSpPr>
            <p:nvPr/>
          </p:nvSpPr>
          <p:spPr bwMode="auto">
            <a:xfrm rot="5094805">
              <a:off x="732957" y="2357078"/>
              <a:ext cx="41130" cy="13710"/>
            </a:xfrm>
            <a:custGeom>
              <a:avLst/>
              <a:gdLst>
                <a:gd name="T0" fmla="*/ 7 w 17"/>
                <a:gd name="T1" fmla="*/ 0 h 6"/>
                <a:gd name="T2" fmla="*/ 16 w 17"/>
                <a:gd name="T3" fmla="*/ 4 h 6"/>
                <a:gd name="T4" fmla="*/ 11 w 17"/>
                <a:gd name="T5" fmla="*/ 6 h 6"/>
                <a:gd name="T6" fmla="*/ 1 w 17"/>
                <a:gd name="T7" fmla="*/ 3 h 6"/>
                <a:gd name="T8" fmla="*/ 7 w 17"/>
                <a:gd name="T9" fmla="*/ 0 h 6"/>
              </a:gdLst>
              <a:ahLst/>
              <a:cxnLst>
                <a:cxn ang="0">
                  <a:pos x="T0" y="T1"/>
                </a:cxn>
                <a:cxn ang="0">
                  <a:pos x="T2" y="T3"/>
                </a:cxn>
                <a:cxn ang="0">
                  <a:pos x="T4" y="T5"/>
                </a:cxn>
                <a:cxn ang="0">
                  <a:pos x="T6" y="T7"/>
                </a:cxn>
                <a:cxn ang="0">
                  <a:pos x="T8" y="T9"/>
                </a:cxn>
              </a:cxnLst>
              <a:rect l="0" t="0" r="r" b="b"/>
              <a:pathLst>
                <a:path w="17" h="6">
                  <a:moveTo>
                    <a:pt x="7" y="0"/>
                  </a:moveTo>
                  <a:cubicBezTo>
                    <a:pt x="11" y="0"/>
                    <a:pt x="16" y="2"/>
                    <a:pt x="16" y="4"/>
                  </a:cubicBezTo>
                  <a:cubicBezTo>
                    <a:pt x="17" y="5"/>
                    <a:pt x="15" y="6"/>
                    <a:pt x="11" y="6"/>
                  </a:cubicBezTo>
                  <a:cubicBezTo>
                    <a:pt x="7" y="6"/>
                    <a:pt x="2" y="4"/>
                    <a:pt x="1" y="3"/>
                  </a:cubicBezTo>
                  <a:cubicBezTo>
                    <a:pt x="0" y="1"/>
                    <a:pt x="3"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1" name="Freeform 2283">
              <a:extLst>
                <a:ext uri="{FF2B5EF4-FFF2-40B4-BE49-F238E27FC236}">
                  <a16:creationId xmlns:a16="http://schemas.microsoft.com/office/drawing/2014/main" id="{8DC8ED61-CAB6-595B-7FA9-28BD83D023E8}"/>
                </a:ext>
              </a:extLst>
            </p:cNvPr>
            <p:cNvSpPr>
              <a:spLocks/>
            </p:cNvSpPr>
            <p:nvPr/>
          </p:nvSpPr>
          <p:spPr bwMode="auto">
            <a:xfrm rot="5094805">
              <a:off x="753591" y="2549090"/>
              <a:ext cx="41130" cy="15995"/>
            </a:xfrm>
            <a:custGeom>
              <a:avLst/>
              <a:gdLst>
                <a:gd name="T0" fmla="*/ 16 w 17"/>
                <a:gd name="T1" fmla="*/ 2 h 7"/>
                <a:gd name="T2" fmla="*/ 10 w 17"/>
                <a:gd name="T3" fmla="*/ 6 h 7"/>
                <a:gd name="T4" fmla="*/ 1 w 17"/>
                <a:gd name="T5" fmla="*/ 5 h 7"/>
                <a:gd name="T6" fmla="*/ 7 w 17"/>
                <a:gd name="T7" fmla="*/ 1 h 7"/>
                <a:gd name="T8" fmla="*/ 16 w 17"/>
                <a:gd name="T9" fmla="*/ 2 h 7"/>
              </a:gdLst>
              <a:ahLst/>
              <a:cxnLst>
                <a:cxn ang="0">
                  <a:pos x="T0" y="T1"/>
                </a:cxn>
                <a:cxn ang="0">
                  <a:pos x="T2" y="T3"/>
                </a:cxn>
                <a:cxn ang="0">
                  <a:pos x="T4" y="T5"/>
                </a:cxn>
                <a:cxn ang="0">
                  <a:pos x="T6" y="T7"/>
                </a:cxn>
                <a:cxn ang="0">
                  <a:pos x="T8" y="T9"/>
                </a:cxn>
              </a:cxnLst>
              <a:rect l="0" t="0" r="r" b="b"/>
              <a:pathLst>
                <a:path w="17" h="7">
                  <a:moveTo>
                    <a:pt x="16" y="2"/>
                  </a:moveTo>
                  <a:cubicBezTo>
                    <a:pt x="17" y="4"/>
                    <a:pt x="14" y="6"/>
                    <a:pt x="10" y="6"/>
                  </a:cubicBezTo>
                  <a:cubicBezTo>
                    <a:pt x="6" y="7"/>
                    <a:pt x="2" y="6"/>
                    <a:pt x="1" y="5"/>
                  </a:cubicBezTo>
                  <a:cubicBezTo>
                    <a:pt x="0" y="3"/>
                    <a:pt x="3" y="1"/>
                    <a:pt x="7" y="1"/>
                  </a:cubicBezTo>
                  <a:cubicBezTo>
                    <a:pt x="11" y="0"/>
                    <a:pt x="15" y="1"/>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2" name="Freeform 2284">
              <a:extLst>
                <a:ext uri="{FF2B5EF4-FFF2-40B4-BE49-F238E27FC236}">
                  <a16:creationId xmlns:a16="http://schemas.microsoft.com/office/drawing/2014/main" id="{602D5050-D50B-4924-D77C-4807CF3AC61A}"/>
                </a:ext>
              </a:extLst>
            </p:cNvPr>
            <p:cNvSpPr>
              <a:spLocks/>
            </p:cNvSpPr>
            <p:nvPr/>
          </p:nvSpPr>
          <p:spPr bwMode="auto">
            <a:xfrm rot="5094805">
              <a:off x="798220" y="2740011"/>
              <a:ext cx="43415" cy="18280"/>
            </a:xfrm>
            <a:custGeom>
              <a:avLst/>
              <a:gdLst>
                <a:gd name="T0" fmla="*/ 10 w 17"/>
                <a:gd name="T1" fmla="*/ 7 h 8"/>
                <a:gd name="T2" fmla="*/ 1 w 17"/>
                <a:gd name="T3" fmla="*/ 5 h 8"/>
                <a:gd name="T4" fmla="*/ 8 w 17"/>
                <a:gd name="T5" fmla="*/ 1 h 8"/>
                <a:gd name="T6" fmla="*/ 16 w 17"/>
                <a:gd name="T7" fmla="*/ 2 h 8"/>
                <a:gd name="T8" fmla="*/ 10 w 17"/>
                <a:gd name="T9" fmla="*/ 7 h 8"/>
              </a:gdLst>
              <a:ahLst/>
              <a:cxnLst>
                <a:cxn ang="0">
                  <a:pos x="T0" y="T1"/>
                </a:cxn>
                <a:cxn ang="0">
                  <a:pos x="T2" y="T3"/>
                </a:cxn>
                <a:cxn ang="0">
                  <a:pos x="T4" y="T5"/>
                </a:cxn>
                <a:cxn ang="0">
                  <a:pos x="T6" y="T7"/>
                </a:cxn>
                <a:cxn ang="0">
                  <a:pos x="T8" y="T9"/>
                </a:cxn>
              </a:cxnLst>
              <a:rect l="0" t="0" r="r" b="b"/>
              <a:pathLst>
                <a:path w="17" h="8">
                  <a:moveTo>
                    <a:pt x="10" y="7"/>
                  </a:moveTo>
                  <a:cubicBezTo>
                    <a:pt x="5" y="8"/>
                    <a:pt x="1" y="7"/>
                    <a:pt x="1" y="5"/>
                  </a:cubicBezTo>
                  <a:cubicBezTo>
                    <a:pt x="0" y="4"/>
                    <a:pt x="4" y="1"/>
                    <a:pt x="8" y="1"/>
                  </a:cubicBezTo>
                  <a:cubicBezTo>
                    <a:pt x="11" y="0"/>
                    <a:pt x="15" y="1"/>
                    <a:pt x="16" y="2"/>
                  </a:cubicBezTo>
                  <a:cubicBezTo>
                    <a:pt x="17" y="4"/>
                    <a:pt x="14" y="6"/>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3" name="Freeform 2285">
              <a:extLst>
                <a:ext uri="{FF2B5EF4-FFF2-40B4-BE49-F238E27FC236}">
                  <a16:creationId xmlns:a16="http://schemas.microsoft.com/office/drawing/2014/main" id="{37EAEE33-36EE-FB34-FA7B-DEE06BC21025}"/>
                </a:ext>
              </a:extLst>
            </p:cNvPr>
            <p:cNvSpPr>
              <a:spLocks/>
            </p:cNvSpPr>
            <p:nvPr/>
          </p:nvSpPr>
          <p:spPr bwMode="auto">
            <a:xfrm rot="5094805">
              <a:off x="859725" y="2926197"/>
              <a:ext cx="41130" cy="22850"/>
            </a:xfrm>
            <a:custGeom>
              <a:avLst/>
              <a:gdLst>
                <a:gd name="T0" fmla="*/ 16 w 17"/>
                <a:gd name="T1" fmla="*/ 3 h 9"/>
                <a:gd name="T2" fmla="*/ 10 w 17"/>
                <a:gd name="T3" fmla="*/ 8 h 9"/>
                <a:gd name="T4" fmla="*/ 1 w 17"/>
                <a:gd name="T5" fmla="*/ 7 h 9"/>
                <a:gd name="T6" fmla="*/ 7 w 17"/>
                <a:gd name="T7" fmla="*/ 2 h 9"/>
                <a:gd name="T8" fmla="*/ 16 w 17"/>
                <a:gd name="T9" fmla="*/ 3 h 9"/>
              </a:gdLst>
              <a:ahLst/>
              <a:cxnLst>
                <a:cxn ang="0">
                  <a:pos x="T0" y="T1"/>
                </a:cxn>
                <a:cxn ang="0">
                  <a:pos x="T2" y="T3"/>
                </a:cxn>
                <a:cxn ang="0">
                  <a:pos x="T4" y="T5"/>
                </a:cxn>
                <a:cxn ang="0">
                  <a:pos x="T6" y="T7"/>
                </a:cxn>
                <a:cxn ang="0">
                  <a:pos x="T8" y="T9"/>
                </a:cxn>
              </a:cxnLst>
              <a:rect l="0" t="0" r="r" b="b"/>
              <a:pathLst>
                <a:path w="17" h="9">
                  <a:moveTo>
                    <a:pt x="16" y="3"/>
                  </a:moveTo>
                  <a:cubicBezTo>
                    <a:pt x="17" y="4"/>
                    <a:pt x="14" y="7"/>
                    <a:pt x="10" y="8"/>
                  </a:cubicBezTo>
                  <a:cubicBezTo>
                    <a:pt x="6" y="9"/>
                    <a:pt x="2" y="8"/>
                    <a:pt x="1" y="7"/>
                  </a:cubicBezTo>
                  <a:cubicBezTo>
                    <a:pt x="0" y="6"/>
                    <a:pt x="3" y="3"/>
                    <a:pt x="7" y="2"/>
                  </a:cubicBezTo>
                  <a:cubicBezTo>
                    <a:pt x="11" y="0"/>
                    <a:pt x="16"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4" name="Freeform 2286">
              <a:extLst>
                <a:ext uri="{FF2B5EF4-FFF2-40B4-BE49-F238E27FC236}">
                  <a16:creationId xmlns:a16="http://schemas.microsoft.com/office/drawing/2014/main" id="{A4063409-F55A-F6F0-644A-D0811D6423E2}"/>
                </a:ext>
              </a:extLst>
            </p:cNvPr>
            <p:cNvSpPr>
              <a:spLocks/>
            </p:cNvSpPr>
            <p:nvPr/>
          </p:nvSpPr>
          <p:spPr bwMode="auto">
            <a:xfrm rot="5094805">
              <a:off x="931471" y="3114899"/>
              <a:ext cx="38845" cy="20565"/>
            </a:xfrm>
            <a:custGeom>
              <a:avLst/>
              <a:gdLst>
                <a:gd name="T0" fmla="*/ 16 w 16"/>
                <a:gd name="T1" fmla="*/ 2 h 9"/>
                <a:gd name="T2" fmla="*/ 9 w 16"/>
                <a:gd name="T3" fmla="*/ 8 h 9"/>
                <a:gd name="T4" fmla="*/ 1 w 16"/>
                <a:gd name="T5" fmla="*/ 8 h 9"/>
                <a:gd name="T6" fmla="*/ 7 w 16"/>
                <a:gd name="T7" fmla="*/ 2 h 9"/>
                <a:gd name="T8" fmla="*/ 16 w 16"/>
                <a:gd name="T9" fmla="*/ 2 h 9"/>
              </a:gdLst>
              <a:ahLst/>
              <a:cxnLst>
                <a:cxn ang="0">
                  <a:pos x="T0" y="T1"/>
                </a:cxn>
                <a:cxn ang="0">
                  <a:pos x="T2" y="T3"/>
                </a:cxn>
                <a:cxn ang="0">
                  <a:pos x="T4" y="T5"/>
                </a:cxn>
                <a:cxn ang="0">
                  <a:pos x="T6" y="T7"/>
                </a:cxn>
                <a:cxn ang="0">
                  <a:pos x="T8" y="T9"/>
                </a:cxn>
              </a:cxnLst>
              <a:rect l="0" t="0" r="r" b="b"/>
              <a:pathLst>
                <a:path w="16" h="9">
                  <a:moveTo>
                    <a:pt x="16" y="2"/>
                  </a:moveTo>
                  <a:cubicBezTo>
                    <a:pt x="16" y="4"/>
                    <a:pt x="13" y="7"/>
                    <a:pt x="9" y="8"/>
                  </a:cubicBezTo>
                  <a:cubicBezTo>
                    <a:pt x="5" y="9"/>
                    <a:pt x="2" y="9"/>
                    <a:pt x="1" y="8"/>
                  </a:cubicBezTo>
                  <a:cubicBezTo>
                    <a:pt x="0" y="6"/>
                    <a:pt x="2" y="3"/>
                    <a:pt x="7" y="2"/>
                  </a:cubicBezTo>
                  <a:cubicBezTo>
                    <a:pt x="11" y="0"/>
                    <a:pt x="15" y="1"/>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5" name="Freeform 2287">
              <a:extLst>
                <a:ext uri="{FF2B5EF4-FFF2-40B4-BE49-F238E27FC236}">
                  <a16:creationId xmlns:a16="http://schemas.microsoft.com/office/drawing/2014/main" id="{EC572B4D-D3DC-6821-3772-3DF32E7CDDEA}"/>
                </a:ext>
              </a:extLst>
            </p:cNvPr>
            <p:cNvSpPr>
              <a:spLocks/>
            </p:cNvSpPr>
            <p:nvPr/>
          </p:nvSpPr>
          <p:spPr bwMode="auto">
            <a:xfrm rot="5094805">
              <a:off x="1012313" y="3300303"/>
              <a:ext cx="41130" cy="22850"/>
            </a:xfrm>
            <a:custGeom>
              <a:avLst/>
              <a:gdLst>
                <a:gd name="T0" fmla="*/ 16 w 16"/>
                <a:gd name="T1" fmla="*/ 2 h 9"/>
                <a:gd name="T2" fmla="*/ 9 w 16"/>
                <a:gd name="T3" fmla="*/ 8 h 9"/>
                <a:gd name="T4" fmla="*/ 1 w 16"/>
                <a:gd name="T5" fmla="*/ 8 h 9"/>
                <a:gd name="T6" fmla="*/ 7 w 16"/>
                <a:gd name="T7" fmla="*/ 2 h 9"/>
                <a:gd name="T8" fmla="*/ 16 w 16"/>
                <a:gd name="T9" fmla="*/ 2 h 9"/>
              </a:gdLst>
              <a:ahLst/>
              <a:cxnLst>
                <a:cxn ang="0">
                  <a:pos x="T0" y="T1"/>
                </a:cxn>
                <a:cxn ang="0">
                  <a:pos x="T2" y="T3"/>
                </a:cxn>
                <a:cxn ang="0">
                  <a:pos x="T4" y="T5"/>
                </a:cxn>
                <a:cxn ang="0">
                  <a:pos x="T6" y="T7"/>
                </a:cxn>
                <a:cxn ang="0">
                  <a:pos x="T8" y="T9"/>
                </a:cxn>
              </a:cxnLst>
              <a:rect l="0" t="0" r="r" b="b"/>
              <a:pathLst>
                <a:path w="16" h="9">
                  <a:moveTo>
                    <a:pt x="16" y="2"/>
                  </a:moveTo>
                  <a:cubicBezTo>
                    <a:pt x="16" y="4"/>
                    <a:pt x="14" y="6"/>
                    <a:pt x="9" y="8"/>
                  </a:cubicBezTo>
                  <a:cubicBezTo>
                    <a:pt x="6" y="9"/>
                    <a:pt x="2" y="9"/>
                    <a:pt x="1" y="8"/>
                  </a:cubicBezTo>
                  <a:cubicBezTo>
                    <a:pt x="0" y="7"/>
                    <a:pt x="2" y="4"/>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6" name="Freeform 2288">
              <a:extLst>
                <a:ext uri="{FF2B5EF4-FFF2-40B4-BE49-F238E27FC236}">
                  <a16:creationId xmlns:a16="http://schemas.microsoft.com/office/drawing/2014/main" id="{F5520082-6419-4F65-7445-717FE3F5CC9D}"/>
                </a:ext>
              </a:extLst>
            </p:cNvPr>
            <p:cNvSpPr>
              <a:spLocks/>
            </p:cNvSpPr>
            <p:nvPr/>
          </p:nvSpPr>
          <p:spPr bwMode="auto">
            <a:xfrm rot="5094805">
              <a:off x="1101226" y="3486237"/>
              <a:ext cx="41130" cy="25135"/>
            </a:xfrm>
            <a:custGeom>
              <a:avLst/>
              <a:gdLst>
                <a:gd name="T0" fmla="*/ 16 w 17"/>
                <a:gd name="T1" fmla="*/ 2 h 10"/>
                <a:gd name="T2" fmla="*/ 9 w 17"/>
                <a:gd name="T3" fmla="*/ 8 h 10"/>
                <a:gd name="T4" fmla="*/ 1 w 17"/>
                <a:gd name="T5" fmla="*/ 9 h 10"/>
                <a:gd name="T6" fmla="*/ 7 w 17"/>
                <a:gd name="T7" fmla="*/ 2 h 10"/>
                <a:gd name="T8" fmla="*/ 16 w 17"/>
                <a:gd name="T9" fmla="*/ 2 h 10"/>
              </a:gdLst>
              <a:ahLst/>
              <a:cxnLst>
                <a:cxn ang="0">
                  <a:pos x="T0" y="T1"/>
                </a:cxn>
                <a:cxn ang="0">
                  <a:pos x="T2" y="T3"/>
                </a:cxn>
                <a:cxn ang="0">
                  <a:pos x="T4" y="T5"/>
                </a:cxn>
                <a:cxn ang="0">
                  <a:pos x="T6" y="T7"/>
                </a:cxn>
                <a:cxn ang="0">
                  <a:pos x="T8" y="T9"/>
                </a:cxn>
              </a:cxnLst>
              <a:rect l="0" t="0" r="r" b="b"/>
              <a:pathLst>
                <a:path w="17" h="10">
                  <a:moveTo>
                    <a:pt x="16" y="2"/>
                  </a:moveTo>
                  <a:cubicBezTo>
                    <a:pt x="17" y="4"/>
                    <a:pt x="14" y="7"/>
                    <a:pt x="9" y="8"/>
                  </a:cubicBezTo>
                  <a:cubicBezTo>
                    <a:pt x="6" y="10"/>
                    <a:pt x="2" y="10"/>
                    <a:pt x="1" y="9"/>
                  </a:cubicBezTo>
                  <a:cubicBezTo>
                    <a:pt x="0" y="7"/>
                    <a:pt x="2" y="4"/>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7" name="Freeform 2289">
              <a:extLst>
                <a:ext uri="{FF2B5EF4-FFF2-40B4-BE49-F238E27FC236}">
                  <a16:creationId xmlns:a16="http://schemas.microsoft.com/office/drawing/2014/main" id="{06BB4856-D37D-C785-3E8D-7253C241BDE2}"/>
                </a:ext>
              </a:extLst>
            </p:cNvPr>
            <p:cNvSpPr>
              <a:spLocks/>
            </p:cNvSpPr>
            <p:nvPr/>
          </p:nvSpPr>
          <p:spPr bwMode="auto">
            <a:xfrm rot="5094805">
              <a:off x="1198944" y="3669191"/>
              <a:ext cx="38845" cy="25135"/>
            </a:xfrm>
            <a:custGeom>
              <a:avLst/>
              <a:gdLst>
                <a:gd name="T0" fmla="*/ 16 w 16"/>
                <a:gd name="T1" fmla="*/ 2 h 10"/>
                <a:gd name="T2" fmla="*/ 8 w 16"/>
                <a:gd name="T3" fmla="*/ 8 h 10"/>
                <a:gd name="T4" fmla="*/ 1 w 16"/>
                <a:gd name="T5" fmla="*/ 8 h 10"/>
                <a:gd name="T6" fmla="*/ 8 w 16"/>
                <a:gd name="T7" fmla="*/ 1 h 10"/>
                <a:gd name="T8" fmla="*/ 16 w 16"/>
                <a:gd name="T9" fmla="*/ 2 h 10"/>
              </a:gdLst>
              <a:ahLst/>
              <a:cxnLst>
                <a:cxn ang="0">
                  <a:pos x="T0" y="T1"/>
                </a:cxn>
                <a:cxn ang="0">
                  <a:pos x="T2" y="T3"/>
                </a:cxn>
                <a:cxn ang="0">
                  <a:pos x="T4" y="T5"/>
                </a:cxn>
                <a:cxn ang="0">
                  <a:pos x="T6" y="T7"/>
                </a:cxn>
                <a:cxn ang="0">
                  <a:pos x="T8" y="T9"/>
                </a:cxn>
              </a:cxnLst>
              <a:rect l="0" t="0" r="r" b="b"/>
              <a:pathLst>
                <a:path w="16" h="10">
                  <a:moveTo>
                    <a:pt x="16" y="2"/>
                  </a:moveTo>
                  <a:cubicBezTo>
                    <a:pt x="16" y="4"/>
                    <a:pt x="13" y="7"/>
                    <a:pt x="8" y="8"/>
                  </a:cubicBezTo>
                  <a:cubicBezTo>
                    <a:pt x="4" y="10"/>
                    <a:pt x="1" y="10"/>
                    <a:pt x="1" y="8"/>
                  </a:cubicBezTo>
                  <a:cubicBezTo>
                    <a:pt x="0" y="6"/>
                    <a:pt x="4" y="3"/>
                    <a:pt x="8" y="1"/>
                  </a:cubicBezTo>
                  <a:cubicBezTo>
                    <a:pt x="12" y="0"/>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8" name="Freeform 2290">
              <a:extLst>
                <a:ext uri="{FF2B5EF4-FFF2-40B4-BE49-F238E27FC236}">
                  <a16:creationId xmlns:a16="http://schemas.microsoft.com/office/drawing/2014/main" id="{4AB3EDE1-1DC8-006E-D2ED-2332B1F6E1C7}"/>
                </a:ext>
              </a:extLst>
            </p:cNvPr>
            <p:cNvSpPr>
              <a:spLocks/>
            </p:cNvSpPr>
            <p:nvPr/>
          </p:nvSpPr>
          <p:spPr bwMode="auto">
            <a:xfrm rot="5094805">
              <a:off x="1299035" y="3851836"/>
              <a:ext cx="38845" cy="27420"/>
            </a:xfrm>
            <a:custGeom>
              <a:avLst/>
              <a:gdLst>
                <a:gd name="T0" fmla="*/ 9 w 16"/>
                <a:gd name="T1" fmla="*/ 8 h 11"/>
                <a:gd name="T2" fmla="*/ 1 w 16"/>
                <a:gd name="T3" fmla="*/ 9 h 11"/>
                <a:gd name="T4" fmla="*/ 8 w 16"/>
                <a:gd name="T5" fmla="*/ 2 h 11"/>
                <a:gd name="T6" fmla="*/ 15 w 16"/>
                <a:gd name="T7" fmla="*/ 1 h 11"/>
                <a:gd name="T8" fmla="*/ 9 w 16"/>
                <a:gd name="T9" fmla="*/ 8 h 11"/>
              </a:gdLst>
              <a:ahLst/>
              <a:cxnLst>
                <a:cxn ang="0">
                  <a:pos x="T0" y="T1"/>
                </a:cxn>
                <a:cxn ang="0">
                  <a:pos x="T2" y="T3"/>
                </a:cxn>
                <a:cxn ang="0">
                  <a:pos x="T4" y="T5"/>
                </a:cxn>
                <a:cxn ang="0">
                  <a:pos x="T6" y="T7"/>
                </a:cxn>
                <a:cxn ang="0">
                  <a:pos x="T8" y="T9"/>
                </a:cxn>
              </a:cxnLst>
              <a:rect l="0" t="0" r="r" b="b"/>
              <a:pathLst>
                <a:path w="16" h="11">
                  <a:moveTo>
                    <a:pt x="9" y="8"/>
                  </a:moveTo>
                  <a:cubicBezTo>
                    <a:pt x="5" y="10"/>
                    <a:pt x="1" y="11"/>
                    <a:pt x="1" y="9"/>
                  </a:cubicBezTo>
                  <a:cubicBezTo>
                    <a:pt x="0" y="7"/>
                    <a:pt x="4" y="3"/>
                    <a:pt x="8" y="2"/>
                  </a:cubicBezTo>
                  <a:cubicBezTo>
                    <a:pt x="11" y="0"/>
                    <a:pt x="15" y="0"/>
                    <a:pt x="15" y="1"/>
                  </a:cubicBezTo>
                  <a:cubicBezTo>
                    <a:pt x="16" y="3"/>
                    <a:pt x="14" y="6"/>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9" name="Freeform 2291">
              <a:extLst>
                <a:ext uri="{FF2B5EF4-FFF2-40B4-BE49-F238E27FC236}">
                  <a16:creationId xmlns:a16="http://schemas.microsoft.com/office/drawing/2014/main" id="{D7904056-F25A-9389-4566-946BA29FD3E7}"/>
                </a:ext>
              </a:extLst>
            </p:cNvPr>
            <p:cNvSpPr>
              <a:spLocks/>
            </p:cNvSpPr>
            <p:nvPr/>
          </p:nvSpPr>
          <p:spPr bwMode="auto">
            <a:xfrm rot="5094805">
              <a:off x="1403774" y="4036255"/>
              <a:ext cx="41130" cy="27420"/>
            </a:xfrm>
            <a:custGeom>
              <a:avLst/>
              <a:gdLst>
                <a:gd name="T0" fmla="*/ 15 w 16"/>
                <a:gd name="T1" fmla="*/ 1 h 11"/>
                <a:gd name="T2" fmla="*/ 9 w 16"/>
                <a:gd name="T3" fmla="*/ 8 h 11"/>
                <a:gd name="T4" fmla="*/ 1 w 16"/>
                <a:gd name="T5" fmla="*/ 9 h 11"/>
                <a:gd name="T6" fmla="*/ 6 w 16"/>
                <a:gd name="T7" fmla="*/ 2 h 11"/>
                <a:gd name="T8" fmla="*/ 15 w 16"/>
                <a:gd name="T9" fmla="*/ 1 h 11"/>
              </a:gdLst>
              <a:ahLst/>
              <a:cxnLst>
                <a:cxn ang="0">
                  <a:pos x="T0" y="T1"/>
                </a:cxn>
                <a:cxn ang="0">
                  <a:pos x="T2" y="T3"/>
                </a:cxn>
                <a:cxn ang="0">
                  <a:pos x="T4" y="T5"/>
                </a:cxn>
                <a:cxn ang="0">
                  <a:pos x="T6" y="T7"/>
                </a:cxn>
                <a:cxn ang="0">
                  <a:pos x="T8" y="T9"/>
                </a:cxn>
              </a:cxnLst>
              <a:rect l="0" t="0" r="r" b="b"/>
              <a:pathLst>
                <a:path w="16" h="11">
                  <a:moveTo>
                    <a:pt x="15" y="1"/>
                  </a:moveTo>
                  <a:cubicBezTo>
                    <a:pt x="16" y="3"/>
                    <a:pt x="13" y="6"/>
                    <a:pt x="9" y="8"/>
                  </a:cubicBezTo>
                  <a:cubicBezTo>
                    <a:pt x="5" y="10"/>
                    <a:pt x="2" y="11"/>
                    <a:pt x="1" y="9"/>
                  </a:cubicBezTo>
                  <a:cubicBezTo>
                    <a:pt x="0" y="8"/>
                    <a:pt x="2" y="4"/>
                    <a:pt x="6" y="2"/>
                  </a:cubicBezTo>
                  <a:cubicBezTo>
                    <a:pt x="10" y="0"/>
                    <a:pt x="15" y="0"/>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0" name="Freeform 2292">
              <a:extLst>
                <a:ext uri="{FF2B5EF4-FFF2-40B4-BE49-F238E27FC236}">
                  <a16:creationId xmlns:a16="http://schemas.microsoft.com/office/drawing/2014/main" id="{2A25E3FA-E7F8-D749-9163-6021E40AE81D}"/>
                </a:ext>
              </a:extLst>
            </p:cNvPr>
            <p:cNvSpPr>
              <a:spLocks/>
            </p:cNvSpPr>
            <p:nvPr/>
          </p:nvSpPr>
          <p:spPr bwMode="auto">
            <a:xfrm rot="5094805">
              <a:off x="1059455" y="1323081"/>
              <a:ext cx="45700" cy="36560"/>
            </a:xfrm>
            <a:custGeom>
              <a:avLst/>
              <a:gdLst>
                <a:gd name="T0" fmla="*/ 17 w 18"/>
                <a:gd name="T1" fmla="*/ 11 h 15"/>
                <a:gd name="T2" fmla="*/ 10 w 18"/>
                <a:gd name="T3" fmla="*/ 12 h 15"/>
                <a:gd name="T4" fmla="*/ 2 w 18"/>
                <a:gd name="T5" fmla="*/ 4 h 15"/>
                <a:gd name="T6" fmla="*/ 7 w 18"/>
                <a:gd name="T7" fmla="*/ 2 h 15"/>
                <a:gd name="T8" fmla="*/ 17 w 18"/>
                <a:gd name="T9" fmla="*/ 11 h 15"/>
              </a:gdLst>
              <a:ahLst/>
              <a:cxnLst>
                <a:cxn ang="0">
                  <a:pos x="T0" y="T1"/>
                </a:cxn>
                <a:cxn ang="0">
                  <a:pos x="T2" y="T3"/>
                </a:cxn>
                <a:cxn ang="0">
                  <a:pos x="T4" y="T5"/>
                </a:cxn>
                <a:cxn ang="0">
                  <a:pos x="T6" y="T7"/>
                </a:cxn>
                <a:cxn ang="0">
                  <a:pos x="T8" y="T9"/>
                </a:cxn>
              </a:cxnLst>
              <a:rect l="0" t="0" r="r" b="b"/>
              <a:pathLst>
                <a:path w="18" h="15">
                  <a:moveTo>
                    <a:pt x="17" y="11"/>
                  </a:moveTo>
                  <a:cubicBezTo>
                    <a:pt x="18" y="14"/>
                    <a:pt x="15" y="15"/>
                    <a:pt x="10" y="12"/>
                  </a:cubicBezTo>
                  <a:cubicBezTo>
                    <a:pt x="6" y="10"/>
                    <a:pt x="3" y="6"/>
                    <a:pt x="2" y="4"/>
                  </a:cubicBezTo>
                  <a:cubicBezTo>
                    <a:pt x="0" y="1"/>
                    <a:pt x="3" y="0"/>
                    <a:pt x="7" y="2"/>
                  </a:cubicBezTo>
                  <a:cubicBezTo>
                    <a:pt x="12" y="4"/>
                    <a:pt x="16" y="9"/>
                    <a:pt x="1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1" name="Freeform 2293">
              <a:extLst>
                <a:ext uri="{FF2B5EF4-FFF2-40B4-BE49-F238E27FC236}">
                  <a16:creationId xmlns:a16="http://schemas.microsoft.com/office/drawing/2014/main" id="{BC58288E-3D18-A558-D357-865301B8BBB4}"/>
                </a:ext>
              </a:extLst>
            </p:cNvPr>
            <p:cNvSpPr>
              <a:spLocks/>
            </p:cNvSpPr>
            <p:nvPr/>
          </p:nvSpPr>
          <p:spPr bwMode="auto">
            <a:xfrm rot="5094805">
              <a:off x="1155638" y="1115144"/>
              <a:ext cx="41130" cy="36560"/>
            </a:xfrm>
            <a:custGeom>
              <a:avLst/>
              <a:gdLst>
                <a:gd name="T0" fmla="*/ 16 w 17"/>
                <a:gd name="T1" fmla="*/ 11 h 15"/>
                <a:gd name="T2" fmla="*/ 10 w 17"/>
                <a:gd name="T3" fmla="*/ 13 h 15"/>
                <a:gd name="T4" fmla="*/ 1 w 17"/>
                <a:gd name="T5" fmla="*/ 4 h 15"/>
                <a:gd name="T6" fmla="*/ 7 w 17"/>
                <a:gd name="T7" fmla="*/ 2 h 15"/>
                <a:gd name="T8" fmla="*/ 16 w 17"/>
                <a:gd name="T9" fmla="*/ 11 h 15"/>
              </a:gdLst>
              <a:ahLst/>
              <a:cxnLst>
                <a:cxn ang="0">
                  <a:pos x="T0" y="T1"/>
                </a:cxn>
                <a:cxn ang="0">
                  <a:pos x="T2" y="T3"/>
                </a:cxn>
                <a:cxn ang="0">
                  <a:pos x="T4" y="T5"/>
                </a:cxn>
                <a:cxn ang="0">
                  <a:pos x="T6" y="T7"/>
                </a:cxn>
                <a:cxn ang="0">
                  <a:pos x="T8" y="T9"/>
                </a:cxn>
              </a:cxnLst>
              <a:rect l="0" t="0" r="r" b="b"/>
              <a:pathLst>
                <a:path w="17" h="15">
                  <a:moveTo>
                    <a:pt x="16" y="11"/>
                  </a:moveTo>
                  <a:cubicBezTo>
                    <a:pt x="17" y="15"/>
                    <a:pt x="14" y="15"/>
                    <a:pt x="10" y="13"/>
                  </a:cubicBezTo>
                  <a:cubicBezTo>
                    <a:pt x="6" y="11"/>
                    <a:pt x="2" y="7"/>
                    <a:pt x="1" y="4"/>
                  </a:cubicBezTo>
                  <a:cubicBezTo>
                    <a:pt x="0" y="1"/>
                    <a:pt x="3" y="0"/>
                    <a:pt x="7" y="2"/>
                  </a:cubicBezTo>
                  <a:cubicBezTo>
                    <a:pt x="11" y="4"/>
                    <a:pt x="15" y="8"/>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2" name="Freeform 2294">
              <a:extLst>
                <a:ext uri="{FF2B5EF4-FFF2-40B4-BE49-F238E27FC236}">
                  <a16:creationId xmlns:a16="http://schemas.microsoft.com/office/drawing/2014/main" id="{F6D46210-03FF-703E-FC59-795BEB1EB6CA}"/>
                </a:ext>
              </a:extLst>
            </p:cNvPr>
            <p:cNvSpPr>
              <a:spLocks/>
            </p:cNvSpPr>
            <p:nvPr/>
          </p:nvSpPr>
          <p:spPr bwMode="auto">
            <a:xfrm rot="5094805">
              <a:off x="1234839" y="909561"/>
              <a:ext cx="43415" cy="36560"/>
            </a:xfrm>
            <a:custGeom>
              <a:avLst/>
              <a:gdLst>
                <a:gd name="T0" fmla="*/ 10 w 17"/>
                <a:gd name="T1" fmla="*/ 13 h 15"/>
                <a:gd name="T2" fmla="*/ 1 w 17"/>
                <a:gd name="T3" fmla="*/ 4 h 15"/>
                <a:gd name="T4" fmla="*/ 8 w 17"/>
                <a:gd name="T5" fmla="*/ 2 h 15"/>
                <a:gd name="T6" fmla="*/ 16 w 17"/>
                <a:gd name="T7" fmla="*/ 10 h 15"/>
                <a:gd name="T8" fmla="*/ 10 w 17"/>
                <a:gd name="T9" fmla="*/ 13 h 15"/>
              </a:gdLst>
              <a:ahLst/>
              <a:cxnLst>
                <a:cxn ang="0">
                  <a:pos x="T0" y="T1"/>
                </a:cxn>
                <a:cxn ang="0">
                  <a:pos x="T2" y="T3"/>
                </a:cxn>
                <a:cxn ang="0">
                  <a:pos x="T4" y="T5"/>
                </a:cxn>
                <a:cxn ang="0">
                  <a:pos x="T6" y="T7"/>
                </a:cxn>
                <a:cxn ang="0">
                  <a:pos x="T8" y="T9"/>
                </a:cxn>
              </a:cxnLst>
              <a:rect l="0" t="0" r="r" b="b"/>
              <a:pathLst>
                <a:path w="17" h="15">
                  <a:moveTo>
                    <a:pt x="10" y="13"/>
                  </a:moveTo>
                  <a:cubicBezTo>
                    <a:pt x="5" y="11"/>
                    <a:pt x="1" y="7"/>
                    <a:pt x="1" y="4"/>
                  </a:cubicBezTo>
                  <a:cubicBezTo>
                    <a:pt x="0" y="1"/>
                    <a:pt x="4" y="0"/>
                    <a:pt x="8" y="2"/>
                  </a:cubicBezTo>
                  <a:cubicBezTo>
                    <a:pt x="11" y="3"/>
                    <a:pt x="15" y="7"/>
                    <a:pt x="16" y="10"/>
                  </a:cubicBezTo>
                  <a:cubicBezTo>
                    <a:pt x="17" y="14"/>
                    <a:pt x="14" y="15"/>
                    <a:pt x="1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3" name="Freeform 2295">
              <a:extLst>
                <a:ext uri="{FF2B5EF4-FFF2-40B4-BE49-F238E27FC236}">
                  <a16:creationId xmlns:a16="http://schemas.microsoft.com/office/drawing/2014/main" id="{4D2CC3CA-15EC-54C0-B3D4-52DF736994C1}"/>
                </a:ext>
              </a:extLst>
            </p:cNvPr>
            <p:cNvSpPr>
              <a:spLocks/>
            </p:cNvSpPr>
            <p:nvPr/>
          </p:nvSpPr>
          <p:spPr bwMode="auto">
            <a:xfrm rot="5094805">
              <a:off x="1300393" y="705396"/>
              <a:ext cx="41130" cy="36560"/>
            </a:xfrm>
            <a:custGeom>
              <a:avLst/>
              <a:gdLst>
                <a:gd name="T0" fmla="*/ 16 w 17"/>
                <a:gd name="T1" fmla="*/ 9 h 14"/>
                <a:gd name="T2" fmla="*/ 10 w 17"/>
                <a:gd name="T3" fmla="*/ 13 h 14"/>
                <a:gd name="T4" fmla="*/ 1 w 17"/>
                <a:gd name="T5" fmla="*/ 5 h 14"/>
                <a:gd name="T6" fmla="*/ 7 w 17"/>
                <a:gd name="T7" fmla="*/ 1 h 14"/>
                <a:gd name="T8" fmla="*/ 16 w 17"/>
                <a:gd name="T9" fmla="*/ 9 h 14"/>
              </a:gdLst>
              <a:ahLst/>
              <a:cxnLst>
                <a:cxn ang="0">
                  <a:pos x="T0" y="T1"/>
                </a:cxn>
                <a:cxn ang="0">
                  <a:pos x="T2" y="T3"/>
                </a:cxn>
                <a:cxn ang="0">
                  <a:pos x="T4" y="T5"/>
                </a:cxn>
                <a:cxn ang="0">
                  <a:pos x="T6" y="T7"/>
                </a:cxn>
                <a:cxn ang="0">
                  <a:pos x="T8" y="T9"/>
                </a:cxn>
              </a:cxnLst>
              <a:rect l="0" t="0" r="r" b="b"/>
              <a:pathLst>
                <a:path w="17" h="14">
                  <a:moveTo>
                    <a:pt x="16" y="9"/>
                  </a:moveTo>
                  <a:cubicBezTo>
                    <a:pt x="17" y="13"/>
                    <a:pt x="14" y="14"/>
                    <a:pt x="10" y="13"/>
                  </a:cubicBezTo>
                  <a:cubicBezTo>
                    <a:pt x="6" y="11"/>
                    <a:pt x="2" y="8"/>
                    <a:pt x="1" y="5"/>
                  </a:cubicBezTo>
                  <a:cubicBezTo>
                    <a:pt x="0" y="2"/>
                    <a:pt x="3" y="0"/>
                    <a:pt x="7" y="1"/>
                  </a:cubicBezTo>
                  <a:cubicBezTo>
                    <a:pt x="11" y="2"/>
                    <a:pt x="15" y="6"/>
                    <a:pt x="1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4" name="Freeform 2296">
              <a:extLst>
                <a:ext uri="{FF2B5EF4-FFF2-40B4-BE49-F238E27FC236}">
                  <a16:creationId xmlns:a16="http://schemas.microsoft.com/office/drawing/2014/main" id="{B30D08D9-13BC-FA69-6FB1-57A7B94A08AC}"/>
                </a:ext>
              </a:extLst>
            </p:cNvPr>
            <p:cNvSpPr>
              <a:spLocks/>
            </p:cNvSpPr>
            <p:nvPr/>
          </p:nvSpPr>
          <p:spPr bwMode="auto">
            <a:xfrm rot="5094805">
              <a:off x="1341219" y="508117"/>
              <a:ext cx="36560" cy="34275"/>
            </a:xfrm>
            <a:custGeom>
              <a:avLst/>
              <a:gdLst>
                <a:gd name="T0" fmla="*/ 15 w 15"/>
                <a:gd name="T1" fmla="*/ 10 h 14"/>
                <a:gd name="T2" fmla="*/ 7 w 15"/>
                <a:gd name="T3" fmla="*/ 12 h 14"/>
                <a:gd name="T4" fmla="*/ 0 w 15"/>
                <a:gd name="T5" fmla="*/ 5 h 14"/>
                <a:gd name="T6" fmla="*/ 7 w 15"/>
                <a:gd name="T7" fmla="*/ 1 h 14"/>
                <a:gd name="T8" fmla="*/ 15 w 15"/>
                <a:gd name="T9" fmla="*/ 10 h 14"/>
              </a:gdLst>
              <a:ahLst/>
              <a:cxnLst>
                <a:cxn ang="0">
                  <a:pos x="T0" y="T1"/>
                </a:cxn>
                <a:cxn ang="0">
                  <a:pos x="T2" y="T3"/>
                </a:cxn>
                <a:cxn ang="0">
                  <a:pos x="T4" y="T5"/>
                </a:cxn>
                <a:cxn ang="0">
                  <a:pos x="T6" y="T7"/>
                </a:cxn>
                <a:cxn ang="0">
                  <a:pos x="T8" y="T9"/>
                </a:cxn>
              </a:cxnLst>
              <a:rect l="0" t="0" r="r" b="b"/>
              <a:pathLst>
                <a:path w="15" h="14">
                  <a:moveTo>
                    <a:pt x="15" y="10"/>
                  </a:moveTo>
                  <a:cubicBezTo>
                    <a:pt x="15" y="13"/>
                    <a:pt x="11" y="14"/>
                    <a:pt x="7" y="12"/>
                  </a:cubicBezTo>
                  <a:cubicBezTo>
                    <a:pt x="3" y="11"/>
                    <a:pt x="0" y="8"/>
                    <a:pt x="0" y="5"/>
                  </a:cubicBezTo>
                  <a:cubicBezTo>
                    <a:pt x="0" y="2"/>
                    <a:pt x="3" y="0"/>
                    <a:pt x="7" y="1"/>
                  </a:cubicBezTo>
                  <a:cubicBezTo>
                    <a:pt x="12" y="3"/>
                    <a:pt x="15" y="6"/>
                    <a:pt x="1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5" name="Freeform 2297">
              <a:extLst>
                <a:ext uri="{FF2B5EF4-FFF2-40B4-BE49-F238E27FC236}">
                  <a16:creationId xmlns:a16="http://schemas.microsoft.com/office/drawing/2014/main" id="{8F2BAEAD-2494-6C36-F988-3A3B3B11CC4E}"/>
                </a:ext>
              </a:extLst>
            </p:cNvPr>
            <p:cNvSpPr>
              <a:spLocks/>
            </p:cNvSpPr>
            <p:nvPr/>
          </p:nvSpPr>
          <p:spPr bwMode="auto">
            <a:xfrm rot="5094805">
              <a:off x="1345506" y="313577"/>
              <a:ext cx="43415" cy="29705"/>
            </a:xfrm>
            <a:custGeom>
              <a:avLst/>
              <a:gdLst>
                <a:gd name="T0" fmla="*/ 16 w 17"/>
                <a:gd name="T1" fmla="*/ 6 h 12"/>
                <a:gd name="T2" fmla="*/ 10 w 17"/>
                <a:gd name="T3" fmla="*/ 12 h 12"/>
                <a:gd name="T4" fmla="*/ 1 w 17"/>
                <a:gd name="T5" fmla="*/ 7 h 12"/>
                <a:gd name="T6" fmla="*/ 7 w 17"/>
                <a:gd name="T7" fmla="*/ 0 h 12"/>
                <a:gd name="T8" fmla="*/ 16 w 17"/>
                <a:gd name="T9" fmla="*/ 6 h 12"/>
              </a:gdLst>
              <a:ahLst/>
              <a:cxnLst>
                <a:cxn ang="0">
                  <a:pos x="T0" y="T1"/>
                </a:cxn>
                <a:cxn ang="0">
                  <a:pos x="T2" y="T3"/>
                </a:cxn>
                <a:cxn ang="0">
                  <a:pos x="T4" y="T5"/>
                </a:cxn>
                <a:cxn ang="0">
                  <a:pos x="T6" y="T7"/>
                </a:cxn>
                <a:cxn ang="0">
                  <a:pos x="T8" y="T9"/>
                </a:cxn>
              </a:cxnLst>
              <a:rect l="0" t="0" r="r" b="b"/>
              <a:pathLst>
                <a:path w="17" h="12">
                  <a:moveTo>
                    <a:pt x="16" y="6"/>
                  </a:moveTo>
                  <a:cubicBezTo>
                    <a:pt x="17" y="10"/>
                    <a:pt x="14" y="12"/>
                    <a:pt x="10" y="12"/>
                  </a:cubicBezTo>
                  <a:cubicBezTo>
                    <a:pt x="6" y="12"/>
                    <a:pt x="2" y="10"/>
                    <a:pt x="1" y="7"/>
                  </a:cubicBezTo>
                  <a:cubicBezTo>
                    <a:pt x="0" y="4"/>
                    <a:pt x="3" y="1"/>
                    <a:pt x="7" y="0"/>
                  </a:cubicBezTo>
                  <a:cubicBezTo>
                    <a:pt x="11" y="0"/>
                    <a:pt x="15" y="3"/>
                    <a:pt x="1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6" name="Freeform 2298">
              <a:extLst>
                <a:ext uri="{FF2B5EF4-FFF2-40B4-BE49-F238E27FC236}">
                  <a16:creationId xmlns:a16="http://schemas.microsoft.com/office/drawing/2014/main" id="{C3EA6569-AAB4-4A9C-4EAB-8C6CC1D355AB}"/>
                </a:ext>
              </a:extLst>
            </p:cNvPr>
            <p:cNvSpPr>
              <a:spLocks/>
            </p:cNvSpPr>
            <p:nvPr/>
          </p:nvSpPr>
          <p:spPr bwMode="auto">
            <a:xfrm rot="5094805">
              <a:off x="1314736" y="121431"/>
              <a:ext cx="41130" cy="31990"/>
            </a:xfrm>
            <a:custGeom>
              <a:avLst/>
              <a:gdLst>
                <a:gd name="T0" fmla="*/ 7 w 17"/>
                <a:gd name="T1" fmla="*/ 1 h 13"/>
                <a:gd name="T2" fmla="*/ 16 w 17"/>
                <a:gd name="T3" fmla="*/ 5 h 13"/>
                <a:gd name="T4" fmla="*/ 11 w 17"/>
                <a:gd name="T5" fmla="*/ 12 h 13"/>
                <a:gd name="T6" fmla="*/ 1 w 17"/>
                <a:gd name="T7" fmla="*/ 9 h 13"/>
                <a:gd name="T8" fmla="*/ 7 w 17"/>
                <a:gd name="T9" fmla="*/ 1 h 13"/>
              </a:gdLst>
              <a:ahLst/>
              <a:cxnLst>
                <a:cxn ang="0">
                  <a:pos x="T0" y="T1"/>
                </a:cxn>
                <a:cxn ang="0">
                  <a:pos x="T2" y="T3"/>
                </a:cxn>
                <a:cxn ang="0">
                  <a:pos x="T4" y="T5"/>
                </a:cxn>
                <a:cxn ang="0">
                  <a:pos x="T6" y="T7"/>
                </a:cxn>
                <a:cxn ang="0">
                  <a:pos x="T8" y="T9"/>
                </a:cxn>
              </a:cxnLst>
              <a:rect l="0" t="0" r="r" b="b"/>
              <a:pathLst>
                <a:path w="17" h="13">
                  <a:moveTo>
                    <a:pt x="7" y="1"/>
                  </a:moveTo>
                  <a:cubicBezTo>
                    <a:pt x="11" y="0"/>
                    <a:pt x="15" y="2"/>
                    <a:pt x="16" y="5"/>
                  </a:cubicBezTo>
                  <a:cubicBezTo>
                    <a:pt x="17" y="8"/>
                    <a:pt x="14" y="11"/>
                    <a:pt x="11" y="12"/>
                  </a:cubicBezTo>
                  <a:cubicBezTo>
                    <a:pt x="7" y="13"/>
                    <a:pt x="2" y="12"/>
                    <a:pt x="1" y="9"/>
                  </a:cubicBezTo>
                  <a:cubicBezTo>
                    <a:pt x="0" y="6"/>
                    <a:pt x="3"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7" name="Freeform 2299">
              <a:extLst>
                <a:ext uri="{FF2B5EF4-FFF2-40B4-BE49-F238E27FC236}">
                  <a16:creationId xmlns:a16="http://schemas.microsoft.com/office/drawing/2014/main" id="{AAAA76FE-3F97-3BC8-FA7E-6563D19FD32A}"/>
                </a:ext>
              </a:extLst>
            </p:cNvPr>
            <p:cNvSpPr>
              <a:spLocks/>
            </p:cNvSpPr>
            <p:nvPr/>
          </p:nvSpPr>
          <p:spPr bwMode="auto">
            <a:xfrm rot="5094805">
              <a:off x="1237511" y="-65428"/>
              <a:ext cx="38845" cy="36560"/>
            </a:xfrm>
            <a:custGeom>
              <a:avLst/>
              <a:gdLst>
                <a:gd name="T0" fmla="*/ 8 w 16"/>
                <a:gd name="T1" fmla="*/ 2 h 15"/>
                <a:gd name="T2" fmla="*/ 16 w 16"/>
                <a:gd name="T3" fmla="*/ 5 h 15"/>
                <a:gd name="T4" fmla="*/ 10 w 16"/>
                <a:gd name="T5" fmla="*/ 13 h 15"/>
                <a:gd name="T6" fmla="*/ 1 w 16"/>
                <a:gd name="T7" fmla="*/ 11 h 15"/>
                <a:gd name="T8" fmla="*/ 8 w 16"/>
                <a:gd name="T9" fmla="*/ 2 h 15"/>
              </a:gdLst>
              <a:ahLst/>
              <a:cxnLst>
                <a:cxn ang="0">
                  <a:pos x="T0" y="T1"/>
                </a:cxn>
                <a:cxn ang="0">
                  <a:pos x="T2" y="T3"/>
                </a:cxn>
                <a:cxn ang="0">
                  <a:pos x="T4" y="T5"/>
                </a:cxn>
                <a:cxn ang="0">
                  <a:pos x="T6" y="T7"/>
                </a:cxn>
                <a:cxn ang="0">
                  <a:pos x="T8" y="T9"/>
                </a:cxn>
              </a:cxnLst>
              <a:rect l="0" t="0" r="r" b="b"/>
              <a:pathLst>
                <a:path w="16" h="15">
                  <a:moveTo>
                    <a:pt x="8" y="2"/>
                  </a:moveTo>
                  <a:cubicBezTo>
                    <a:pt x="12" y="0"/>
                    <a:pt x="16" y="2"/>
                    <a:pt x="16" y="5"/>
                  </a:cubicBezTo>
                  <a:cubicBezTo>
                    <a:pt x="16" y="8"/>
                    <a:pt x="13" y="11"/>
                    <a:pt x="10" y="13"/>
                  </a:cubicBezTo>
                  <a:cubicBezTo>
                    <a:pt x="5" y="15"/>
                    <a:pt x="1" y="14"/>
                    <a:pt x="1" y="11"/>
                  </a:cubicBezTo>
                  <a:cubicBezTo>
                    <a:pt x="0" y="8"/>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8" name="Freeform 2320">
              <a:extLst>
                <a:ext uri="{FF2B5EF4-FFF2-40B4-BE49-F238E27FC236}">
                  <a16:creationId xmlns:a16="http://schemas.microsoft.com/office/drawing/2014/main" id="{06ADCC4B-8FEC-5139-4414-F5AD330051C4}"/>
                </a:ext>
              </a:extLst>
            </p:cNvPr>
            <p:cNvSpPr>
              <a:spLocks/>
            </p:cNvSpPr>
            <p:nvPr/>
          </p:nvSpPr>
          <p:spPr bwMode="auto">
            <a:xfrm rot="5094805">
              <a:off x="1512969" y="4218090"/>
              <a:ext cx="41130" cy="29705"/>
            </a:xfrm>
            <a:custGeom>
              <a:avLst/>
              <a:gdLst>
                <a:gd name="T0" fmla="*/ 16 w 17"/>
                <a:gd name="T1" fmla="*/ 2 h 12"/>
                <a:gd name="T2" fmla="*/ 10 w 17"/>
                <a:gd name="T3" fmla="*/ 10 h 12"/>
                <a:gd name="T4" fmla="*/ 1 w 17"/>
                <a:gd name="T5" fmla="*/ 10 h 12"/>
                <a:gd name="T6" fmla="*/ 7 w 17"/>
                <a:gd name="T7" fmla="*/ 3 h 12"/>
                <a:gd name="T8" fmla="*/ 16 w 17"/>
                <a:gd name="T9" fmla="*/ 2 h 12"/>
              </a:gdLst>
              <a:ahLst/>
              <a:cxnLst>
                <a:cxn ang="0">
                  <a:pos x="T0" y="T1"/>
                </a:cxn>
                <a:cxn ang="0">
                  <a:pos x="T2" y="T3"/>
                </a:cxn>
                <a:cxn ang="0">
                  <a:pos x="T4" y="T5"/>
                </a:cxn>
                <a:cxn ang="0">
                  <a:pos x="T6" y="T7"/>
                </a:cxn>
                <a:cxn ang="0">
                  <a:pos x="T8" y="T9"/>
                </a:cxn>
              </a:cxnLst>
              <a:rect l="0" t="0" r="r" b="b"/>
              <a:pathLst>
                <a:path w="17" h="12">
                  <a:moveTo>
                    <a:pt x="16" y="2"/>
                  </a:moveTo>
                  <a:cubicBezTo>
                    <a:pt x="17" y="4"/>
                    <a:pt x="14" y="8"/>
                    <a:pt x="10" y="10"/>
                  </a:cubicBezTo>
                  <a:cubicBezTo>
                    <a:pt x="6" y="11"/>
                    <a:pt x="2" y="12"/>
                    <a:pt x="1" y="10"/>
                  </a:cubicBezTo>
                  <a:cubicBezTo>
                    <a:pt x="0" y="9"/>
                    <a:pt x="3" y="5"/>
                    <a:pt x="7" y="3"/>
                  </a:cubicBezTo>
                  <a:cubicBezTo>
                    <a:pt x="11" y="1"/>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9" name="Freeform 2321">
              <a:extLst>
                <a:ext uri="{FF2B5EF4-FFF2-40B4-BE49-F238E27FC236}">
                  <a16:creationId xmlns:a16="http://schemas.microsoft.com/office/drawing/2014/main" id="{95D21622-21C3-D415-4106-477EC80EC5AE}"/>
                </a:ext>
              </a:extLst>
            </p:cNvPr>
            <p:cNvSpPr>
              <a:spLocks/>
            </p:cNvSpPr>
            <p:nvPr/>
          </p:nvSpPr>
          <p:spPr bwMode="auto">
            <a:xfrm rot="5094805">
              <a:off x="1622163" y="4402209"/>
              <a:ext cx="41130" cy="27420"/>
            </a:xfrm>
            <a:custGeom>
              <a:avLst/>
              <a:gdLst>
                <a:gd name="T0" fmla="*/ 16 w 17"/>
                <a:gd name="T1" fmla="*/ 2 h 11"/>
                <a:gd name="T2" fmla="*/ 9 w 17"/>
                <a:gd name="T3" fmla="*/ 9 h 11"/>
                <a:gd name="T4" fmla="*/ 1 w 17"/>
                <a:gd name="T5" fmla="*/ 10 h 11"/>
                <a:gd name="T6" fmla="*/ 7 w 17"/>
                <a:gd name="T7" fmla="*/ 2 h 11"/>
                <a:gd name="T8" fmla="*/ 16 w 17"/>
                <a:gd name="T9" fmla="*/ 2 h 11"/>
              </a:gdLst>
              <a:ahLst/>
              <a:cxnLst>
                <a:cxn ang="0">
                  <a:pos x="T0" y="T1"/>
                </a:cxn>
                <a:cxn ang="0">
                  <a:pos x="T2" y="T3"/>
                </a:cxn>
                <a:cxn ang="0">
                  <a:pos x="T4" y="T5"/>
                </a:cxn>
                <a:cxn ang="0">
                  <a:pos x="T6" y="T7"/>
                </a:cxn>
                <a:cxn ang="0">
                  <a:pos x="T8" y="T9"/>
                </a:cxn>
              </a:cxnLst>
              <a:rect l="0" t="0" r="r" b="b"/>
              <a:pathLst>
                <a:path w="17" h="11">
                  <a:moveTo>
                    <a:pt x="16" y="2"/>
                  </a:moveTo>
                  <a:cubicBezTo>
                    <a:pt x="17" y="4"/>
                    <a:pt x="14" y="7"/>
                    <a:pt x="9" y="9"/>
                  </a:cubicBezTo>
                  <a:cubicBezTo>
                    <a:pt x="6" y="11"/>
                    <a:pt x="2" y="11"/>
                    <a:pt x="1" y="10"/>
                  </a:cubicBezTo>
                  <a:cubicBezTo>
                    <a:pt x="0" y="8"/>
                    <a:pt x="3" y="5"/>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0" name="Freeform 2322">
              <a:extLst>
                <a:ext uri="{FF2B5EF4-FFF2-40B4-BE49-F238E27FC236}">
                  <a16:creationId xmlns:a16="http://schemas.microsoft.com/office/drawing/2014/main" id="{085E6FA4-E827-617B-20BA-3085DFB09575}"/>
                </a:ext>
              </a:extLst>
            </p:cNvPr>
            <p:cNvSpPr>
              <a:spLocks/>
            </p:cNvSpPr>
            <p:nvPr/>
          </p:nvSpPr>
          <p:spPr bwMode="auto">
            <a:xfrm rot="5094805">
              <a:off x="1731463" y="4586426"/>
              <a:ext cx="38845" cy="27420"/>
            </a:xfrm>
            <a:custGeom>
              <a:avLst/>
              <a:gdLst>
                <a:gd name="T0" fmla="*/ 9 w 16"/>
                <a:gd name="T1" fmla="*/ 9 h 11"/>
                <a:gd name="T2" fmla="*/ 0 w 16"/>
                <a:gd name="T3" fmla="*/ 9 h 11"/>
                <a:gd name="T4" fmla="*/ 7 w 16"/>
                <a:gd name="T5" fmla="*/ 2 h 11"/>
                <a:gd name="T6" fmla="*/ 15 w 16"/>
                <a:gd name="T7" fmla="*/ 2 h 11"/>
                <a:gd name="T8" fmla="*/ 9 w 16"/>
                <a:gd name="T9" fmla="*/ 9 h 11"/>
              </a:gdLst>
              <a:ahLst/>
              <a:cxnLst>
                <a:cxn ang="0">
                  <a:pos x="T0" y="T1"/>
                </a:cxn>
                <a:cxn ang="0">
                  <a:pos x="T2" y="T3"/>
                </a:cxn>
                <a:cxn ang="0">
                  <a:pos x="T4" y="T5"/>
                </a:cxn>
                <a:cxn ang="0">
                  <a:pos x="T6" y="T7"/>
                </a:cxn>
                <a:cxn ang="0">
                  <a:pos x="T8" y="T9"/>
                </a:cxn>
              </a:cxnLst>
              <a:rect l="0" t="0" r="r" b="b"/>
              <a:pathLst>
                <a:path w="16" h="11">
                  <a:moveTo>
                    <a:pt x="9" y="9"/>
                  </a:moveTo>
                  <a:cubicBezTo>
                    <a:pt x="4" y="11"/>
                    <a:pt x="0" y="11"/>
                    <a:pt x="0" y="9"/>
                  </a:cubicBezTo>
                  <a:cubicBezTo>
                    <a:pt x="0" y="7"/>
                    <a:pt x="3" y="3"/>
                    <a:pt x="7" y="2"/>
                  </a:cubicBezTo>
                  <a:cubicBezTo>
                    <a:pt x="11" y="0"/>
                    <a:pt x="14" y="0"/>
                    <a:pt x="15" y="2"/>
                  </a:cubicBezTo>
                  <a:cubicBezTo>
                    <a:pt x="16" y="4"/>
                    <a:pt x="13" y="7"/>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1" name="Freeform 2323">
              <a:extLst>
                <a:ext uri="{FF2B5EF4-FFF2-40B4-BE49-F238E27FC236}">
                  <a16:creationId xmlns:a16="http://schemas.microsoft.com/office/drawing/2014/main" id="{2A952CED-6BA0-8A06-2A4D-0441715DEB45}"/>
                </a:ext>
              </a:extLst>
            </p:cNvPr>
            <p:cNvSpPr>
              <a:spLocks/>
            </p:cNvSpPr>
            <p:nvPr/>
          </p:nvSpPr>
          <p:spPr bwMode="auto">
            <a:xfrm rot="5094805">
              <a:off x="1836000" y="4768569"/>
              <a:ext cx="41130" cy="27420"/>
            </a:xfrm>
            <a:custGeom>
              <a:avLst/>
              <a:gdLst>
                <a:gd name="T0" fmla="*/ 16 w 16"/>
                <a:gd name="T1" fmla="*/ 2 h 11"/>
                <a:gd name="T2" fmla="*/ 9 w 16"/>
                <a:gd name="T3" fmla="*/ 10 h 11"/>
                <a:gd name="T4" fmla="*/ 1 w 16"/>
                <a:gd name="T5" fmla="*/ 10 h 11"/>
                <a:gd name="T6" fmla="*/ 7 w 16"/>
                <a:gd name="T7" fmla="*/ 2 h 11"/>
                <a:gd name="T8" fmla="*/ 16 w 16"/>
                <a:gd name="T9" fmla="*/ 2 h 11"/>
              </a:gdLst>
              <a:ahLst/>
              <a:cxnLst>
                <a:cxn ang="0">
                  <a:pos x="T0" y="T1"/>
                </a:cxn>
                <a:cxn ang="0">
                  <a:pos x="T2" y="T3"/>
                </a:cxn>
                <a:cxn ang="0">
                  <a:pos x="T4" y="T5"/>
                </a:cxn>
                <a:cxn ang="0">
                  <a:pos x="T6" y="T7"/>
                </a:cxn>
                <a:cxn ang="0">
                  <a:pos x="T8" y="T9"/>
                </a:cxn>
              </a:cxnLst>
              <a:rect l="0" t="0" r="r" b="b"/>
              <a:pathLst>
                <a:path w="16" h="11">
                  <a:moveTo>
                    <a:pt x="16" y="2"/>
                  </a:moveTo>
                  <a:cubicBezTo>
                    <a:pt x="16" y="4"/>
                    <a:pt x="13" y="8"/>
                    <a:pt x="9" y="10"/>
                  </a:cubicBezTo>
                  <a:cubicBezTo>
                    <a:pt x="5" y="11"/>
                    <a:pt x="2" y="11"/>
                    <a:pt x="1" y="10"/>
                  </a:cubicBezTo>
                  <a:cubicBezTo>
                    <a:pt x="0" y="8"/>
                    <a:pt x="3" y="4"/>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2" name="Freeform 2324">
              <a:extLst>
                <a:ext uri="{FF2B5EF4-FFF2-40B4-BE49-F238E27FC236}">
                  <a16:creationId xmlns:a16="http://schemas.microsoft.com/office/drawing/2014/main" id="{E52018A2-B9D0-1590-E051-C309B2238911}"/>
                </a:ext>
              </a:extLst>
            </p:cNvPr>
            <p:cNvSpPr>
              <a:spLocks/>
            </p:cNvSpPr>
            <p:nvPr/>
          </p:nvSpPr>
          <p:spPr bwMode="auto">
            <a:xfrm rot="5094805">
              <a:off x="1939611" y="4952150"/>
              <a:ext cx="38845" cy="29705"/>
            </a:xfrm>
            <a:custGeom>
              <a:avLst/>
              <a:gdLst>
                <a:gd name="T0" fmla="*/ 16 w 16"/>
                <a:gd name="T1" fmla="*/ 3 h 12"/>
                <a:gd name="T2" fmla="*/ 9 w 16"/>
                <a:gd name="T3" fmla="*/ 10 h 12"/>
                <a:gd name="T4" fmla="*/ 1 w 16"/>
                <a:gd name="T5" fmla="*/ 10 h 12"/>
                <a:gd name="T6" fmla="*/ 7 w 16"/>
                <a:gd name="T7" fmla="*/ 3 h 12"/>
                <a:gd name="T8" fmla="*/ 16 w 16"/>
                <a:gd name="T9" fmla="*/ 3 h 12"/>
              </a:gdLst>
              <a:ahLst/>
              <a:cxnLst>
                <a:cxn ang="0">
                  <a:pos x="T0" y="T1"/>
                </a:cxn>
                <a:cxn ang="0">
                  <a:pos x="T2" y="T3"/>
                </a:cxn>
                <a:cxn ang="0">
                  <a:pos x="T4" y="T5"/>
                </a:cxn>
                <a:cxn ang="0">
                  <a:pos x="T6" y="T7"/>
                </a:cxn>
                <a:cxn ang="0">
                  <a:pos x="T8" y="T9"/>
                </a:cxn>
              </a:cxnLst>
              <a:rect l="0" t="0" r="r" b="b"/>
              <a:pathLst>
                <a:path w="16" h="12">
                  <a:moveTo>
                    <a:pt x="16" y="3"/>
                  </a:moveTo>
                  <a:cubicBezTo>
                    <a:pt x="16" y="5"/>
                    <a:pt x="13" y="8"/>
                    <a:pt x="9" y="10"/>
                  </a:cubicBezTo>
                  <a:cubicBezTo>
                    <a:pt x="5" y="12"/>
                    <a:pt x="2" y="12"/>
                    <a:pt x="1" y="10"/>
                  </a:cubicBezTo>
                  <a:cubicBezTo>
                    <a:pt x="0" y="8"/>
                    <a:pt x="3" y="5"/>
                    <a:pt x="7" y="3"/>
                  </a:cubicBezTo>
                  <a:cubicBezTo>
                    <a:pt x="11" y="0"/>
                    <a:pt x="15"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3" name="Freeform 2325">
              <a:extLst>
                <a:ext uri="{FF2B5EF4-FFF2-40B4-BE49-F238E27FC236}">
                  <a16:creationId xmlns:a16="http://schemas.microsoft.com/office/drawing/2014/main" id="{027C6628-4F90-A476-D996-96EF45CC6C1D}"/>
                </a:ext>
              </a:extLst>
            </p:cNvPr>
            <p:cNvSpPr>
              <a:spLocks/>
            </p:cNvSpPr>
            <p:nvPr/>
          </p:nvSpPr>
          <p:spPr bwMode="auto">
            <a:xfrm rot="5094805">
              <a:off x="2036287" y="5136241"/>
              <a:ext cx="38845" cy="29705"/>
            </a:xfrm>
            <a:custGeom>
              <a:avLst/>
              <a:gdLst>
                <a:gd name="T0" fmla="*/ 16 w 16"/>
                <a:gd name="T1" fmla="*/ 3 h 12"/>
                <a:gd name="T2" fmla="*/ 8 w 16"/>
                <a:gd name="T3" fmla="*/ 10 h 12"/>
                <a:gd name="T4" fmla="*/ 1 w 16"/>
                <a:gd name="T5" fmla="*/ 9 h 12"/>
                <a:gd name="T6" fmla="*/ 7 w 16"/>
                <a:gd name="T7" fmla="*/ 2 h 12"/>
                <a:gd name="T8" fmla="*/ 16 w 16"/>
                <a:gd name="T9" fmla="*/ 3 h 12"/>
              </a:gdLst>
              <a:ahLst/>
              <a:cxnLst>
                <a:cxn ang="0">
                  <a:pos x="T0" y="T1"/>
                </a:cxn>
                <a:cxn ang="0">
                  <a:pos x="T2" y="T3"/>
                </a:cxn>
                <a:cxn ang="0">
                  <a:pos x="T4" y="T5"/>
                </a:cxn>
                <a:cxn ang="0">
                  <a:pos x="T6" y="T7"/>
                </a:cxn>
                <a:cxn ang="0">
                  <a:pos x="T8" y="T9"/>
                </a:cxn>
              </a:cxnLst>
              <a:rect l="0" t="0" r="r" b="b"/>
              <a:pathLst>
                <a:path w="16" h="12">
                  <a:moveTo>
                    <a:pt x="16" y="3"/>
                  </a:moveTo>
                  <a:cubicBezTo>
                    <a:pt x="16" y="6"/>
                    <a:pt x="13" y="9"/>
                    <a:pt x="8" y="10"/>
                  </a:cubicBezTo>
                  <a:cubicBezTo>
                    <a:pt x="5" y="12"/>
                    <a:pt x="1" y="11"/>
                    <a:pt x="1" y="9"/>
                  </a:cubicBezTo>
                  <a:cubicBezTo>
                    <a:pt x="0" y="7"/>
                    <a:pt x="3" y="3"/>
                    <a:pt x="7" y="2"/>
                  </a:cubicBezTo>
                  <a:cubicBezTo>
                    <a:pt x="11" y="0"/>
                    <a:pt x="15"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4" name="Freeform 2326">
              <a:extLst>
                <a:ext uri="{FF2B5EF4-FFF2-40B4-BE49-F238E27FC236}">
                  <a16:creationId xmlns:a16="http://schemas.microsoft.com/office/drawing/2014/main" id="{D958A1EE-0334-1BD4-EA3B-F489F95E55F6}"/>
                </a:ext>
              </a:extLst>
            </p:cNvPr>
            <p:cNvSpPr>
              <a:spLocks/>
            </p:cNvSpPr>
            <p:nvPr/>
          </p:nvSpPr>
          <p:spPr bwMode="auto">
            <a:xfrm rot="5094805">
              <a:off x="2124998" y="5322184"/>
              <a:ext cx="38845" cy="27420"/>
            </a:xfrm>
            <a:custGeom>
              <a:avLst/>
              <a:gdLst>
                <a:gd name="T0" fmla="*/ 8 w 16"/>
                <a:gd name="T1" fmla="*/ 1 h 11"/>
                <a:gd name="T2" fmla="*/ 16 w 16"/>
                <a:gd name="T3" fmla="*/ 3 h 11"/>
                <a:gd name="T4" fmla="*/ 10 w 16"/>
                <a:gd name="T5" fmla="*/ 10 h 11"/>
                <a:gd name="T6" fmla="*/ 1 w 16"/>
                <a:gd name="T7" fmla="*/ 8 h 11"/>
                <a:gd name="T8" fmla="*/ 8 w 16"/>
                <a:gd name="T9" fmla="*/ 1 h 11"/>
              </a:gdLst>
              <a:ahLst/>
              <a:cxnLst>
                <a:cxn ang="0">
                  <a:pos x="T0" y="T1"/>
                </a:cxn>
                <a:cxn ang="0">
                  <a:pos x="T2" y="T3"/>
                </a:cxn>
                <a:cxn ang="0">
                  <a:pos x="T4" y="T5"/>
                </a:cxn>
                <a:cxn ang="0">
                  <a:pos x="T6" y="T7"/>
                </a:cxn>
                <a:cxn ang="0">
                  <a:pos x="T8" y="T9"/>
                </a:cxn>
              </a:cxnLst>
              <a:rect l="0" t="0" r="r" b="b"/>
              <a:pathLst>
                <a:path w="16" h="11">
                  <a:moveTo>
                    <a:pt x="8" y="1"/>
                  </a:moveTo>
                  <a:cubicBezTo>
                    <a:pt x="12" y="0"/>
                    <a:pt x="16" y="1"/>
                    <a:pt x="16" y="3"/>
                  </a:cubicBezTo>
                  <a:cubicBezTo>
                    <a:pt x="16" y="6"/>
                    <a:pt x="13" y="8"/>
                    <a:pt x="10" y="10"/>
                  </a:cubicBezTo>
                  <a:cubicBezTo>
                    <a:pt x="5" y="11"/>
                    <a:pt x="1" y="11"/>
                    <a:pt x="1" y="8"/>
                  </a:cubicBezTo>
                  <a:cubicBezTo>
                    <a:pt x="0" y="6"/>
                    <a:pt x="4"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5" name="Freeform 2327">
              <a:extLst>
                <a:ext uri="{FF2B5EF4-FFF2-40B4-BE49-F238E27FC236}">
                  <a16:creationId xmlns:a16="http://schemas.microsoft.com/office/drawing/2014/main" id="{A5939D85-EC7E-F371-B5E2-87928CA09E85}"/>
                </a:ext>
              </a:extLst>
            </p:cNvPr>
            <p:cNvSpPr>
              <a:spLocks/>
            </p:cNvSpPr>
            <p:nvPr/>
          </p:nvSpPr>
          <p:spPr bwMode="auto">
            <a:xfrm rot="5094805">
              <a:off x="2204702" y="5508832"/>
              <a:ext cx="41130" cy="27420"/>
            </a:xfrm>
            <a:custGeom>
              <a:avLst/>
              <a:gdLst>
                <a:gd name="T0" fmla="*/ 16 w 16"/>
                <a:gd name="T1" fmla="*/ 4 h 11"/>
                <a:gd name="T2" fmla="*/ 8 w 16"/>
                <a:gd name="T3" fmla="*/ 10 h 11"/>
                <a:gd name="T4" fmla="*/ 1 w 16"/>
                <a:gd name="T5" fmla="*/ 8 h 11"/>
                <a:gd name="T6" fmla="*/ 8 w 16"/>
                <a:gd name="T7" fmla="*/ 1 h 11"/>
                <a:gd name="T8" fmla="*/ 16 w 16"/>
                <a:gd name="T9" fmla="*/ 4 h 11"/>
              </a:gdLst>
              <a:ahLst/>
              <a:cxnLst>
                <a:cxn ang="0">
                  <a:pos x="T0" y="T1"/>
                </a:cxn>
                <a:cxn ang="0">
                  <a:pos x="T2" y="T3"/>
                </a:cxn>
                <a:cxn ang="0">
                  <a:pos x="T4" y="T5"/>
                </a:cxn>
                <a:cxn ang="0">
                  <a:pos x="T6" y="T7"/>
                </a:cxn>
                <a:cxn ang="0">
                  <a:pos x="T8" y="T9"/>
                </a:cxn>
              </a:cxnLst>
              <a:rect l="0" t="0" r="r" b="b"/>
              <a:pathLst>
                <a:path w="16" h="11">
                  <a:moveTo>
                    <a:pt x="16" y="4"/>
                  </a:moveTo>
                  <a:cubicBezTo>
                    <a:pt x="16" y="6"/>
                    <a:pt x="13" y="9"/>
                    <a:pt x="8" y="10"/>
                  </a:cubicBezTo>
                  <a:cubicBezTo>
                    <a:pt x="5" y="11"/>
                    <a:pt x="1" y="10"/>
                    <a:pt x="1" y="8"/>
                  </a:cubicBezTo>
                  <a:cubicBezTo>
                    <a:pt x="0" y="6"/>
                    <a:pt x="4" y="2"/>
                    <a:pt x="8" y="1"/>
                  </a:cubicBezTo>
                  <a:cubicBezTo>
                    <a:pt x="12" y="0"/>
                    <a:pt x="16" y="1"/>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6" name="Freeform 2328">
              <a:extLst>
                <a:ext uri="{FF2B5EF4-FFF2-40B4-BE49-F238E27FC236}">
                  <a16:creationId xmlns:a16="http://schemas.microsoft.com/office/drawing/2014/main" id="{0CC32A9A-A094-0E56-203E-C657D4835B24}"/>
                </a:ext>
              </a:extLst>
            </p:cNvPr>
            <p:cNvSpPr>
              <a:spLocks/>
            </p:cNvSpPr>
            <p:nvPr/>
          </p:nvSpPr>
          <p:spPr bwMode="auto">
            <a:xfrm rot="5094805">
              <a:off x="2277789" y="5698566"/>
              <a:ext cx="38845" cy="27420"/>
            </a:xfrm>
            <a:custGeom>
              <a:avLst/>
              <a:gdLst>
                <a:gd name="T0" fmla="*/ 15 w 16"/>
                <a:gd name="T1" fmla="*/ 4 h 11"/>
                <a:gd name="T2" fmla="*/ 8 w 16"/>
                <a:gd name="T3" fmla="*/ 10 h 11"/>
                <a:gd name="T4" fmla="*/ 0 w 16"/>
                <a:gd name="T5" fmla="*/ 8 h 11"/>
                <a:gd name="T6" fmla="*/ 7 w 16"/>
                <a:gd name="T7" fmla="*/ 1 h 11"/>
                <a:gd name="T8" fmla="*/ 15 w 16"/>
                <a:gd name="T9" fmla="*/ 4 h 11"/>
              </a:gdLst>
              <a:ahLst/>
              <a:cxnLst>
                <a:cxn ang="0">
                  <a:pos x="T0" y="T1"/>
                </a:cxn>
                <a:cxn ang="0">
                  <a:pos x="T2" y="T3"/>
                </a:cxn>
                <a:cxn ang="0">
                  <a:pos x="T4" y="T5"/>
                </a:cxn>
                <a:cxn ang="0">
                  <a:pos x="T6" y="T7"/>
                </a:cxn>
                <a:cxn ang="0">
                  <a:pos x="T8" y="T9"/>
                </a:cxn>
              </a:cxnLst>
              <a:rect l="0" t="0" r="r" b="b"/>
              <a:pathLst>
                <a:path w="16" h="11">
                  <a:moveTo>
                    <a:pt x="15" y="4"/>
                  </a:moveTo>
                  <a:cubicBezTo>
                    <a:pt x="16" y="6"/>
                    <a:pt x="13" y="9"/>
                    <a:pt x="8" y="10"/>
                  </a:cubicBezTo>
                  <a:cubicBezTo>
                    <a:pt x="4" y="11"/>
                    <a:pt x="1" y="10"/>
                    <a:pt x="0" y="8"/>
                  </a:cubicBezTo>
                  <a:cubicBezTo>
                    <a:pt x="0" y="6"/>
                    <a:pt x="3" y="2"/>
                    <a:pt x="7" y="1"/>
                  </a:cubicBezTo>
                  <a:cubicBezTo>
                    <a:pt x="11" y="0"/>
                    <a:pt x="15" y="1"/>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7" name="Freeform 2329">
              <a:extLst>
                <a:ext uri="{FF2B5EF4-FFF2-40B4-BE49-F238E27FC236}">
                  <a16:creationId xmlns:a16="http://schemas.microsoft.com/office/drawing/2014/main" id="{431C38B0-EE88-1D0A-DFFD-A87C24D3776F}"/>
                </a:ext>
              </a:extLst>
            </p:cNvPr>
            <p:cNvSpPr>
              <a:spLocks/>
            </p:cNvSpPr>
            <p:nvPr/>
          </p:nvSpPr>
          <p:spPr bwMode="auto">
            <a:xfrm rot="5094805">
              <a:off x="2335871" y="5885996"/>
              <a:ext cx="41130" cy="29705"/>
            </a:xfrm>
            <a:custGeom>
              <a:avLst/>
              <a:gdLst>
                <a:gd name="T0" fmla="*/ 16 w 17"/>
                <a:gd name="T1" fmla="*/ 5 h 12"/>
                <a:gd name="T2" fmla="*/ 9 w 17"/>
                <a:gd name="T3" fmla="*/ 11 h 12"/>
                <a:gd name="T4" fmla="*/ 1 w 17"/>
                <a:gd name="T5" fmla="*/ 9 h 12"/>
                <a:gd name="T6" fmla="*/ 7 w 17"/>
                <a:gd name="T7" fmla="*/ 2 h 12"/>
                <a:gd name="T8" fmla="*/ 16 w 17"/>
                <a:gd name="T9" fmla="*/ 5 h 12"/>
              </a:gdLst>
              <a:ahLst/>
              <a:cxnLst>
                <a:cxn ang="0">
                  <a:pos x="T0" y="T1"/>
                </a:cxn>
                <a:cxn ang="0">
                  <a:pos x="T2" y="T3"/>
                </a:cxn>
                <a:cxn ang="0">
                  <a:pos x="T4" y="T5"/>
                </a:cxn>
                <a:cxn ang="0">
                  <a:pos x="T6" y="T7"/>
                </a:cxn>
                <a:cxn ang="0">
                  <a:pos x="T8" y="T9"/>
                </a:cxn>
              </a:cxnLst>
              <a:rect l="0" t="0" r="r" b="b"/>
              <a:pathLst>
                <a:path w="17" h="12">
                  <a:moveTo>
                    <a:pt x="16" y="5"/>
                  </a:moveTo>
                  <a:cubicBezTo>
                    <a:pt x="17" y="7"/>
                    <a:pt x="14" y="10"/>
                    <a:pt x="9" y="11"/>
                  </a:cubicBezTo>
                  <a:cubicBezTo>
                    <a:pt x="6" y="12"/>
                    <a:pt x="2" y="11"/>
                    <a:pt x="1" y="9"/>
                  </a:cubicBezTo>
                  <a:cubicBezTo>
                    <a:pt x="0" y="6"/>
                    <a:pt x="2" y="3"/>
                    <a:pt x="7" y="2"/>
                  </a:cubicBezTo>
                  <a:cubicBezTo>
                    <a:pt x="11" y="0"/>
                    <a:pt x="15" y="2"/>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8" name="Freeform 2330">
              <a:extLst>
                <a:ext uri="{FF2B5EF4-FFF2-40B4-BE49-F238E27FC236}">
                  <a16:creationId xmlns:a16="http://schemas.microsoft.com/office/drawing/2014/main" id="{61CC3E2B-08BC-F897-ADBB-3BF4FF24D015}"/>
                </a:ext>
              </a:extLst>
            </p:cNvPr>
            <p:cNvSpPr>
              <a:spLocks/>
            </p:cNvSpPr>
            <p:nvPr/>
          </p:nvSpPr>
          <p:spPr bwMode="auto">
            <a:xfrm rot="5094805">
              <a:off x="2381540" y="6078064"/>
              <a:ext cx="41130" cy="27420"/>
            </a:xfrm>
            <a:custGeom>
              <a:avLst/>
              <a:gdLst>
                <a:gd name="T0" fmla="*/ 7 w 16"/>
                <a:gd name="T1" fmla="*/ 0 h 11"/>
                <a:gd name="T2" fmla="*/ 16 w 16"/>
                <a:gd name="T3" fmla="*/ 5 h 11"/>
                <a:gd name="T4" fmla="*/ 9 w 16"/>
                <a:gd name="T5" fmla="*/ 10 h 11"/>
                <a:gd name="T6" fmla="*/ 0 w 16"/>
                <a:gd name="T7" fmla="*/ 6 h 11"/>
                <a:gd name="T8" fmla="*/ 7 w 16"/>
                <a:gd name="T9" fmla="*/ 0 h 11"/>
              </a:gdLst>
              <a:ahLst/>
              <a:cxnLst>
                <a:cxn ang="0">
                  <a:pos x="T0" y="T1"/>
                </a:cxn>
                <a:cxn ang="0">
                  <a:pos x="T2" y="T3"/>
                </a:cxn>
                <a:cxn ang="0">
                  <a:pos x="T4" y="T5"/>
                </a:cxn>
                <a:cxn ang="0">
                  <a:pos x="T6" y="T7"/>
                </a:cxn>
                <a:cxn ang="0">
                  <a:pos x="T8" y="T9"/>
                </a:cxn>
              </a:cxnLst>
              <a:rect l="0" t="0" r="r" b="b"/>
              <a:pathLst>
                <a:path w="16" h="11">
                  <a:moveTo>
                    <a:pt x="7" y="0"/>
                  </a:moveTo>
                  <a:cubicBezTo>
                    <a:pt x="11" y="0"/>
                    <a:pt x="15" y="2"/>
                    <a:pt x="16" y="5"/>
                  </a:cubicBezTo>
                  <a:cubicBezTo>
                    <a:pt x="16" y="7"/>
                    <a:pt x="13" y="9"/>
                    <a:pt x="9" y="10"/>
                  </a:cubicBezTo>
                  <a:cubicBezTo>
                    <a:pt x="5" y="11"/>
                    <a:pt x="1" y="9"/>
                    <a:pt x="0" y="6"/>
                  </a:cubicBezTo>
                  <a:cubicBezTo>
                    <a:pt x="0" y="4"/>
                    <a:pt x="3"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9" name="Freeform 2331">
              <a:extLst>
                <a:ext uri="{FF2B5EF4-FFF2-40B4-BE49-F238E27FC236}">
                  <a16:creationId xmlns:a16="http://schemas.microsoft.com/office/drawing/2014/main" id="{6722A62E-0F0E-B5D8-356E-C73EBDDA1F2E}"/>
                </a:ext>
              </a:extLst>
            </p:cNvPr>
            <p:cNvSpPr>
              <a:spLocks/>
            </p:cNvSpPr>
            <p:nvPr/>
          </p:nvSpPr>
          <p:spPr bwMode="auto">
            <a:xfrm rot="5094805">
              <a:off x="2430633" y="6268889"/>
              <a:ext cx="36560" cy="27420"/>
            </a:xfrm>
            <a:custGeom>
              <a:avLst/>
              <a:gdLst>
                <a:gd name="T0" fmla="*/ 15 w 15"/>
                <a:gd name="T1" fmla="*/ 5 h 11"/>
                <a:gd name="T2" fmla="*/ 7 w 15"/>
                <a:gd name="T3" fmla="*/ 11 h 11"/>
                <a:gd name="T4" fmla="*/ 0 w 15"/>
                <a:gd name="T5" fmla="*/ 7 h 11"/>
                <a:gd name="T6" fmla="*/ 8 w 15"/>
                <a:gd name="T7" fmla="*/ 1 h 11"/>
                <a:gd name="T8" fmla="*/ 15 w 15"/>
                <a:gd name="T9" fmla="*/ 5 h 11"/>
              </a:gdLst>
              <a:ahLst/>
              <a:cxnLst>
                <a:cxn ang="0">
                  <a:pos x="T0" y="T1"/>
                </a:cxn>
                <a:cxn ang="0">
                  <a:pos x="T2" y="T3"/>
                </a:cxn>
                <a:cxn ang="0">
                  <a:pos x="T4" y="T5"/>
                </a:cxn>
                <a:cxn ang="0">
                  <a:pos x="T6" y="T7"/>
                </a:cxn>
                <a:cxn ang="0">
                  <a:pos x="T8" y="T9"/>
                </a:cxn>
              </a:cxnLst>
              <a:rect l="0" t="0" r="r" b="b"/>
              <a:pathLst>
                <a:path w="15" h="11">
                  <a:moveTo>
                    <a:pt x="15" y="5"/>
                  </a:moveTo>
                  <a:cubicBezTo>
                    <a:pt x="15" y="8"/>
                    <a:pt x="11" y="11"/>
                    <a:pt x="7" y="11"/>
                  </a:cubicBezTo>
                  <a:cubicBezTo>
                    <a:pt x="3" y="11"/>
                    <a:pt x="0" y="9"/>
                    <a:pt x="0" y="7"/>
                  </a:cubicBezTo>
                  <a:cubicBezTo>
                    <a:pt x="0" y="4"/>
                    <a:pt x="3" y="1"/>
                    <a:pt x="8" y="1"/>
                  </a:cubicBezTo>
                  <a:cubicBezTo>
                    <a:pt x="12" y="0"/>
                    <a:pt x="15" y="2"/>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0" name="Freeform 2332">
              <a:extLst>
                <a:ext uri="{FF2B5EF4-FFF2-40B4-BE49-F238E27FC236}">
                  <a16:creationId xmlns:a16="http://schemas.microsoft.com/office/drawing/2014/main" id="{33701D14-9174-66BF-9851-26D39837E67A}"/>
                </a:ext>
              </a:extLst>
            </p:cNvPr>
            <p:cNvSpPr>
              <a:spLocks/>
            </p:cNvSpPr>
            <p:nvPr/>
          </p:nvSpPr>
          <p:spPr bwMode="auto">
            <a:xfrm rot="5094805">
              <a:off x="2492023" y="6454775"/>
              <a:ext cx="41130" cy="29705"/>
            </a:xfrm>
            <a:custGeom>
              <a:avLst/>
              <a:gdLst>
                <a:gd name="T0" fmla="*/ 16 w 17"/>
                <a:gd name="T1" fmla="*/ 4 h 12"/>
                <a:gd name="T2" fmla="*/ 10 w 17"/>
                <a:gd name="T3" fmla="*/ 11 h 12"/>
                <a:gd name="T4" fmla="*/ 1 w 17"/>
                <a:gd name="T5" fmla="*/ 9 h 12"/>
                <a:gd name="T6" fmla="*/ 7 w 17"/>
                <a:gd name="T7" fmla="*/ 2 h 12"/>
                <a:gd name="T8" fmla="*/ 16 w 17"/>
                <a:gd name="T9" fmla="*/ 4 h 12"/>
              </a:gdLst>
              <a:ahLst/>
              <a:cxnLst>
                <a:cxn ang="0">
                  <a:pos x="T0" y="T1"/>
                </a:cxn>
                <a:cxn ang="0">
                  <a:pos x="T2" y="T3"/>
                </a:cxn>
                <a:cxn ang="0">
                  <a:pos x="T4" y="T5"/>
                </a:cxn>
                <a:cxn ang="0">
                  <a:pos x="T6" y="T7"/>
                </a:cxn>
                <a:cxn ang="0">
                  <a:pos x="T8" y="T9"/>
                </a:cxn>
              </a:cxnLst>
              <a:rect l="0" t="0" r="r" b="b"/>
              <a:pathLst>
                <a:path w="17" h="12">
                  <a:moveTo>
                    <a:pt x="16" y="4"/>
                  </a:moveTo>
                  <a:cubicBezTo>
                    <a:pt x="17" y="7"/>
                    <a:pt x="14" y="10"/>
                    <a:pt x="10" y="11"/>
                  </a:cubicBezTo>
                  <a:cubicBezTo>
                    <a:pt x="6" y="12"/>
                    <a:pt x="2" y="12"/>
                    <a:pt x="1" y="9"/>
                  </a:cubicBezTo>
                  <a:cubicBezTo>
                    <a:pt x="0" y="7"/>
                    <a:pt x="3" y="3"/>
                    <a:pt x="7" y="2"/>
                  </a:cubicBezTo>
                  <a:cubicBezTo>
                    <a:pt x="11" y="0"/>
                    <a:pt x="15" y="2"/>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1" name="Freeform 2333">
              <a:extLst>
                <a:ext uri="{FF2B5EF4-FFF2-40B4-BE49-F238E27FC236}">
                  <a16:creationId xmlns:a16="http://schemas.microsoft.com/office/drawing/2014/main" id="{B84238D4-2965-D237-14EB-8C19121383FA}"/>
                </a:ext>
              </a:extLst>
            </p:cNvPr>
            <p:cNvSpPr>
              <a:spLocks/>
            </p:cNvSpPr>
            <p:nvPr/>
          </p:nvSpPr>
          <p:spPr bwMode="auto">
            <a:xfrm rot="5094805">
              <a:off x="2564899" y="6642031"/>
              <a:ext cx="43415" cy="29705"/>
            </a:xfrm>
            <a:custGeom>
              <a:avLst/>
              <a:gdLst>
                <a:gd name="T0" fmla="*/ 16 w 17"/>
                <a:gd name="T1" fmla="*/ 3 h 12"/>
                <a:gd name="T2" fmla="*/ 10 w 17"/>
                <a:gd name="T3" fmla="*/ 11 h 12"/>
                <a:gd name="T4" fmla="*/ 1 w 17"/>
                <a:gd name="T5" fmla="*/ 10 h 12"/>
                <a:gd name="T6" fmla="*/ 7 w 17"/>
                <a:gd name="T7" fmla="*/ 1 h 12"/>
                <a:gd name="T8" fmla="*/ 16 w 17"/>
                <a:gd name="T9" fmla="*/ 3 h 12"/>
              </a:gdLst>
              <a:ahLst/>
              <a:cxnLst>
                <a:cxn ang="0">
                  <a:pos x="T0" y="T1"/>
                </a:cxn>
                <a:cxn ang="0">
                  <a:pos x="T2" y="T3"/>
                </a:cxn>
                <a:cxn ang="0">
                  <a:pos x="T4" y="T5"/>
                </a:cxn>
                <a:cxn ang="0">
                  <a:pos x="T6" y="T7"/>
                </a:cxn>
                <a:cxn ang="0">
                  <a:pos x="T8" y="T9"/>
                </a:cxn>
              </a:cxnLst>
              <a:rect l="0" t="0" r="r" b="b"/>
              <a:pathLst>
                <a:path w="17" h="12">
                  <a:moveTo>
                    <a:pt x="16" y="3"/>
                  </a:moveTo>
                  <a:cubicBezTo>
                    <a:pt x="17" y="6"/>
                    <a:pt x="14" y="10"/>
                    <a:pt x="10" y="11"/>
                  </a:cubicBezTo>
                  <a:cubicBezTo>
                    <a:pt x="6" y="12"/>
                    <a:pt x="2" y="12"/>
                    <a:pt x="1" y="10"/>
                  </a:cubicBezTo>
                  <a:cubicBezTo>
                    <a:pt x="0" y="8"/>
                    <a:pt x="3" y="3"/>
                    <a:pt x="7" y="1"/>
                  </a:cubicBezTo>
                  <a:cubicBezTo>
                    <a:pt x="11" y="0"/>
                    <a:pt x="15" y="0"/>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2" name="Freeform 2334">
              <a:extLst>
                <a:ext uri="{FF2B5EF4-FFF2-40B4-BE49-F238E27FC236}">
                  <a16:creationId xmlns:a16="http://schemas.microsoft.com/office/drawing/2014/main" id="{45D20F76-8CE1-98DA-66C3-951161780488}"/>
                </a:ext>
              </a:extLst>
            </p:cNvPr>
            <p:cNvSpPr>
              <a:spLocks/>
            </p:cNvSpPr>
            <p:nvPr/>
          </p:nvSpPr>
          <p:spPr bwMode="auto">
            <a:xfrm rot="5094805">
              <a:off x="2658170" y="6825486"/>
              <a:ext cx="38845" cy="31990"/>
            </a:xfrm>
            <a:custGeom>
              <a:avLst/>
              <a:gdLst>
                <a:gd name="T0" fmla="*/ 16 w 16"/>
                <a:gd name="T1" fmla="*/ 4 h 13"/>
                <a:gd name="T2" fmla="*/ 7 w 16"/>
                <a:gd name="T3" fmla="*/ 12 h 13"/>
                <a:gd name="T4" fmla="*/ 0 w 16"/>
                <a:gd name="T5" fmla="*/ 9 h 13"/>
                <a:gd name="T6" fmla="*/ 8 w 16"/>
                <a:gd name="T7" fmla="*/ 1 h 13"/>
                <a:gd name="T8" fmla="*/ 16 w 16"/>
                <a:gd name="T9" fmla="*/ 4 h 13"/>
              </a:gdLst>
              <a:ahLst/>
              <a:cxnLst>
                <a:cxn ang="0">
                  <a:pos x="T0" y="T1"/>
                </a:cxn>
                <a:cxn ang="0">
                  <a:pos x="T2" y="T3"/>
                </a:cxn>
                <a:cxn ang="0">
                  <a:pos x="T4" y="T5"/>
                </a:cxn>
                <a:cxn ang="0">
                  <a:pos x="T6" y="T7"/>
                </a:cxn>
                <a:cxn ang="0">
                  <a:pos x="T8" y="T9"/>
                </a:cxn>
              </a:cxnLst>
              <a:rect l="0" t="0" r="r" b="b"/>
              <a:pathLst>
                <a:path w="16" h="13">
                  <a:moveTo>
                    <a:pt x="16" y="4"/>
                  </a:moveTo>
                  <a:cubicBezTo>
                    <a:pt x="15" y="8"/>
                    <a:pt x="12" y="11"/>
                    <a:pt x="7" y="12"/>
                  </a:cubicBezTo>
                  <a:cubicBezTo>
                    <a:pt x="3" y="13"/>
                    <a:pt x="0" y="12"/>
                    <a:pt x="0" y="9"/>
                  </a:cubicBezTo>
                  <a:cubicBezTo>
                    <a:pt x="0" y="6"/>
                    <a:pt x="4" y="2"/>
                    <a:pt x="8" y="1"/>
                  </a:cubicBezTo>
                  <a:cubicBezTo>
                    <a:pt x="12" y="0"/>
                    <a:pt x="16" y="1"/>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3" name="Freeform 2335">
              <a:extLst>
                <a:ext uri="{FF2B5EF4-FFF2-40B4-BE49-F238E27FC236}">
                  <a16:creationId xmlns:a16="http://schemas.microsoft.com/office/drawing/2014/main" id="{4C8E9F6D-3320-6706-46D6-BD2DCF82C530}"/>
                </a:ext>
              </a:extLst>
            </p:cNvPr>
            <p:cNvSpPr>
              <a:spLocks/>
            </p:cNvSpPr>
            <p:nvPr/>
          </p:nvSpPr>
          <p:spPr bwMode="auto">
            <a:xfrm rot="5094805">
              <a:off x="974606" y="1621025"/>
              <a:ext cx="41130" cy="34275"/>
            </a:xfrm>
            <a:custGeom>
              <a:avLst/>
              <a:gdLst>
                <a:gd name="T0" fmla="*/ 16 w 17"/>
                <a:gd name="T1" fmla="*/ 11 h 14"/>
                <a:gd name="T2" fmla="*/ 9 w 17"/>
                <a:gd name="T3" fmla="*/ 12 h 14"/>
                <a:gd name="T4" fmla="*/ 1 w 17"/>
                <a:gd name="T5" fmla="*/ 3 h 14"/>
                <a:gd name="T6" fmla="*/ 8 w 17"/>
                <a:gd name="T7" fmla="*/ 3 h 14"/>
                <a:gd name="T8" fmla="*/ 16 w 17"/>
                <a:gd name="T9" fmla="*/ 11 h 14"/>
              </a:gdLst>
              <a:ahLst/>
              <a:cxnLst>
                <a:cxn ang="0">
                  <a:pos x="T0" y="T1"/>
                </a:cxn>
                <a:cxn ang="0">
                  <a:pos x="T2" y="T3"/>
                </a:cxn>
                <a:cxn ang="0">
                  <a:pos x="T4" y="T5"/>
                </a:cxn>
                <a:cxn ang="0">
                  <a:pos x="T6" y="T7"/>
                </a:cxn>
                <a:cxn ang="0">
                  <a:pos x="T8" y="T9"/>
                </a:cxn>
              </a:cxnLst>
              <a:rect l="0" t="0" r="r" b="b"/>
              <a:pathLst>
                <a:path w="17" h="14">
                  <a:moveTo>
                    <a:pt x="16" y="11"/>
                  </a:moveTo>
                  <a:cubicBezTo>
                    <a:pt x="17" y="14"/>
                    <a:pt x="13" y="14"/>
                    <a:pt x="9" y="12"/>
                  </a:cubicBezTo>
                  <a:cubicBezTo>
                    <a:pt x="6" y="10"/>
                    <a:pt x="2" y="6"/>
                    <a:pt x="1" y="3"/>
                  </a:cubicBezTo>
                  <a:cubicBezTo>
                    <a:pt x="0" y="1"/>
                    <a:pt x="3" y="0"/>
                    <a:pt x="8" y="3"/>
                  </a:cubicBezTo>
                  <a:cubicBezTo>
                    <a:pt x="11" y="5"/>
                    <a:pt x="15" y="9"/>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4" name="Freeform 2336">
              <a:extLst>
                <a:ext uri="{FF2B5EF4-FFF2-40B4-BE49-F238E27FC236}">
                  <a16:creationId xmlns:a16="http://schemas.microsoft.com/office/drawing/2014/main" id="{1A2E9803-290B-7F08-16BC-EFDFB112C54B}"/>
                </a:ext>
              </a:extLst>
            </p:cNvPr>
            <p:cNvSpPr>
              <a:spLocks/>
            </p:cNvSpPr>
            <p:nvPr/>
          </p:nvSpPr>
          <p:spPr bwMode="auto">
            <a:xfrm rot="5094805">
              <a:off x="887536" y="1830639"/>
              <a:ext cx="41130" cy="29705"/>
            </a:xfrm>
            <a:custGeom>
              <a:avLst/>
              <a:gdLst>
                <a:gd name="T0" fmla="*/ 8 w 16"/>
                <a:gd name="T1" fmla="*/ 10 h 12"/>
                <a:gd name="T2" fmla="*/ 1 w 16"/>
                <a:gd name="T3" fmla="*/ 2 h 12"/>
                <a:gd name="T4" fmla="*/ 8 w 16"/>
                <a:gd name="T5" fmla="*/ 2 h 12"/>
                <a:gd name="T6" fmla="*/ 16 w 16"/>
                <a:gd name="T7" fmla="*/ 10 h 12"/>
                <a:gd name="T8" fmla="*/ 8 w 16"/>
                <a:gd name="T9" fmla="*/ 10 h 12"/>
              </a:gdLst>
              <a:ahLst/>
              <a:cxnLst>
                <a:cxn ang="0">
                  <a:pos x="T0" y="T1"/>
                </a:cxn>
                <a:cxn ang="0">
                  <a:pos x="T2" y="T3"/>
                </a:cxn>
                <a:cxn ang="0">
                  <a:pos x="T4" y="T5"/>
                </a:cxn>
                <a:cxn ang="0">
                  <a:pos x="T6" y="T7"/>
                </a:cxn>
                <a:cxn ang="0">
                  <a:pos x="T8" y="T9"/>
                </a:cxn>
              </a:cxnLst>
              <a:rect l="0" t="0" r="r" b="b"/>
              <a:pathLst>
                <a:path w="16" h="12">
                  <a:moveTo>
                    <a:pt x="8" y="10"/>
                  </a:moveTo>
                  <a:cubicBezTo>
                    <a:pt x="4" y="7"/>
                    <a:pt x="0" y="3"/>
                    <a:pt x="1" y="2"/>
                  </a:cubicBezTo>
                  <a:cubicBezTo>
                    <a:pt x="1" y="0"/>
                    <a:pt x="4" y="0"/>
                    <a:pt x="8" y="2"/>
                  </a:cubicBezTo>
                  <a:cubicBezTo>
                    <a:pt x="12" y="4"/>
                    <a:pt x="15" y="8"/>
                    <a:pt x="16" y="10"/>
                  </a:cubicBezTo>
                  <a:cubicBezTo>
                    <a:pt x="16" y="12"/>
                    <a:pt x="12" y="12"/>
                    <a:pt x="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5" name="Freeform 2337">
              <a:extLst>
                <a:ext uri="{FF2B5EF4-FFF2-40B4-BE49-F238E27FC236}">
                  <a16:creationId xmlns:a16="http://schemas.microsoft.com/office/drawing/2014/main" id="{40E022F6-6E91-88FA-E876-45A5FD4F246C}"/>
                </a:ext>
              </a:extLst>
            </p:cNvPr>
            <p:cNvSpPr>
              <a:spLocks/>
            </p:cNvSpPr>
            <p:nvPr/>
          </p:nvSpPr>
          <p:spPr bwMode="auto">
            <a:xfrm rot="5094805">
              <a:off x="822097" y="2037389"/>
              <a:ext cx="36560" cy="27420"/>
            </a:xfrm>
            <a:custGeom>
              <a:avLst/>
              <a:gdLst>
                <a:gd name="T0" fmla="*/ 6 w 15"/>
                <a:gd name="T1" fmla="*/ 2 h 11"/>
                <a:gd name="T2" fmla="*/ 15 w 15"/>
                <a:gd name="T3" fmla="*/ 9 h 11"/>
                <a:gd name="T4" fmla="*/ 8 w 15"/>
                <a:gd name="T5" fmla="*/ 9 h 11"/>
                <a:gd name="T6" fmla="*/ 0 w 15"/>
                <a:gd name="T7" fmla="*/ 3 h 11"/>
                <a:gd name="T8" fmla="*/ 6 w 15"/>
                <a:gd name="T9" fmla="*/ 2 h 11"/>
              </a:gdLst>
              <a:ahLst/>
              <a:cxnLst>
                <a:cxn ang="0">
                  <a:pos x="T0" y="T1"/>
                </a:cxn>
                <a:cxn ang="0">
                  <a:pos x="T2" y="T3"/>
                </a:cxn>
                <a:cxn ang="0">
                  <a:pos x="T4" y="T5"/>
                </a:cxn>
                <a:cxn ang="0">
                  <a:pos x="T6" y="T7"/>
                </a:cxn>
                <a:cxn ang="0">
                  <a:pos x="T8" y="T9"/>
                </a:cxn>
              </a:cxnLst>
              <a:rect l="0" t="0" r="r" b="b"/>
              <a:pathLst>
                <a:path w="15" h="11">
                  <a:moveTo>
                    <a:pt x="6" y="2"/>
                  </a:moveTo>
                  <a:cubicBezTo>
                    <a:pt x="11" y="3"/>
                    <a:pt x="15" y="7"/>
                    <a:pt x="15" y="9"/>
                  </a:cubicBezTo>
                  <a:cubicBezTo>
                    <a:pt x="15" y="10"/>
                    <a:pt x="11" y="11"/>
                    <a:pt x="8" y="9"/>
                  </a:cubicBezTo>
                  <a:cubicBezTo>
                    <a:pt x="4" y="8"/>
                    <a:pt x="0" y="5"/>
                    <a:pt x="0" y="3"/>
                  </a:cubicBezTo>
                  <a:cubicBezTo>
                    <a:pt x="0" y="1"/>
                    <a:pt x="3" y="0"/>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6" name="Freeform 2338">
              <a:extLst>
                <a:ext uri="{FF2B5EF4-FFF2-40B4-BE49-F238E27FC236}">
                  <a16:creationId xmlns:a16="http://schemas.microsoft.com/office/drawing/2014/main" id="{E8357FC4-0FD0-C634-8140-1B55B2975801}"/>
                </a:ext>
              </a:extLst>
            </p:cNvPr>
            <p:cNvSpPr>
              <a:spLocks/>
            </p:cNvSpPr>
            <p:nvPr/>
          </p:nvSpPr>
          <p:spPr bwMode="auto">
            <a:xfrm rot="5094805">
              <a:off x="781376" y="2239335"/>
              <a:ext cx="38845" cy="22850"/>
            </a:xfrm>
            <a:custGeom>
              <a:avLst/>
              <a:gdLst>
                <a:gd name="T0" fmla="*/ 9 w 16"/>
                <a:gd name="T1" fmla="*/ 8 h 9"/>
                <a:gd name="T2" fmla="*/ 1 w 16"/>
                <a:gd name="T3" fmla="*/ 4 h 9"/>
                <a:gd name="T4" fmla="*/ 7 w 16"/>
                <a:gd name="T5" fmla="*/ 1 h 9"/>
                <a:gd name="T6" fmla="*/ 15 w 16"/>
                <a:gd name="T7" fmla="*/ 6 h 9"/>
                <a:gd name="T8" fmla="*/ 9 w 16"/>
                <a:gd name="T9" fmla="*/ 8 h 9"/>
              </a:gdLst>
              <a:ahLst/>
              <a:cxnLst>
                <a:cxn ang="0">
                  <a:pos x="T0" y="T1"/>
                </a:cxn>
                <a:cxn ang="0">
                  <a:pos x="T2" y="T3"/>
                </a:cxn>
                <a:cxn ang="0">
                  <a:pos x="T4" y="T5"/>
                </a:cxn>
                <a:cxn ang="0">
                  <a:pos x="T6" y="T7"/>
                </a:cxn>
                <a:cxn ang="0">
                  <a:pos x="T8" y="T9"/>
                </a:cxn>
              </a:cxnLst>
              <a:rect l="0" t="0" r="r" b="b"/>
              <a:pathLst>
                <a:path w="16" h="9">
                  <a:moveTo>
                    <a:pt x="9" y="8"/>
                  </a:moveTo>
                  <a:cubicBezTo>
                    <a:pt x="5" y="8"/>
                    <a:pt x="2" y="6"/>
                    <a:pt x="1" y="4"/>
                  </a:cubicBezTo>
                  <a:cubicBezTo>
                    <a:pt x="0" y="1"/>
                    <a:pt x="3" y="0"/>
                    <a:pt x="7" y="1"/>
                  </a:cubicBezTo>
                  <a:cubicBezTo>
                    <a:pt x="11" y="2"/>
                    <a:pt x="15" y="4"/>
                    <a:pt x="15" y="6"/>
                  </a:cubicBezTo>
                  <a:cubicBezTo>
                    <a:pt x="16" y="8"/>
                    <a:pt x="13" y="9"/>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7" name="Freeform 2339">
              <a:extLst>
                <a:ext uri="{FF2B5EF4-FFF2-40B4-BE49-F238E27FC236}">
                  <a16:creationId xmlns:a16="http://schemas.microsoft.com/office/drawing/2014/main" id="{3759851F-7264-3DBB-C9F4-07D541D9FD01}"/>
                </a:ext>
              </a:extLst>
            </p:cNvPr>
            <p:cNvSpPr>
              <a:spLocks/>
            </p:cNvSpPr>
            <p:nvPr/>
          </p:nvSpPr>
          <p:spPr bwMode="auto">
            <a:xfrm rot="5094805">
              <a:off x="782973" y="2438869"/>
              <a:ext cx="36560" cy="20565"/>
            </a:xfrm>
            <a:custGeom>
              <a:avLst/>
              <a:gdLst>
                <a:gd name="T0" fmla="*/ 15 w 15"/>
                <a:gd name="T1" fmla="*/ 4 h 8"/>
                <a:gd name="T2" fmla="*/ 7 w 15"/>
                <a:gd name="T3" fmla="*/ 8 h 8"/>
                <a:gd name="T4" fmla="*/ 0 w 15"/>
                <a:gd name="T5" fmla="*/ 4 h 8"/>
                <a:gd name="T6" fmla="*/ 6 w 15"/>
                <a:gd name="T7" fmla="*/ 1 h 8"/>
                <a:gd name="T8" fmla="*/ 15 w 15"/>
                <a:gd name="T9" fmla="*/ 4 h 8"/>
              </a:gdLst>
              <a:ahLst/>
              <a:cxnLst>
                <a:cxn ang="0">
                  <a:pos x="T0" y="T1"/>
                </a:cxn>
                <a:cxn ang="0">
                  <a:pos x="T2" y="T3"/>
                </a:cxn>
                <a:cxn ang="0">
                  <a:pos x="T4" y="T5"/>
                </a:cxn>
                <a:cxn ang="0">
                  <a:pos x="T6" y="T7"/>
                </a:cxn>
                <a:cxn ang="0">
                  <a:pos x="T8" y="T9"/>
                </a:cxn>
              </a:cxnLst>
              <a:rect l="0" t="0" r="r" b="b"/>
              <a:pathLst>
                <a:path w="15" h="8">
                  <a:moveTo>
                    <a:pt x="15" y="4"/>
                  </a:moveTo>
                  <a:cubicBezTo>
                    <a:pt x="15" y="6"/>
                    <a:pt x="11" y="8"/>
                    <a:pt x="7" y="8"/>
                  </a:cubicBezTo>
                  <a:cubicBezTo>
                    <a:pt x="4" y="8"/>
                    <a:pt x="0" y="6"/>
                    <a:pt x="0" y="4"/>
                  </a:cubicBezTo>
                  <a:cubicBezTo>
                    <a:pt x="0" y="2"/>
                    <a:pt x="2" y="1"/>
                    <a:pt x="6" y="1"/>
                  </a:cubicBezTo>
                  <a:cubicBezTo>
                    <a:pt x="10" y="0"/>
                    <a:pt x="14" y="2"/>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8" name="Freeform 2340">
              <a:extLst>
                <a:ext uri="{FF2B5EF4-FFF2-40B4-BE49-F238E27FC236}">
                  <a16:creationId xmlns:a16="http://schemas.microsoft.com/office/drawing/2014/main" id="{597F52C6-840E-14A5-CE41-408F1C3ABD47}"/>
                </a:ext>
              </a:extLst>
            </p:cNvPr>
            <p:cNvSpPr>
              <a:spLocks/>
            </p:cNvSpPr>
            <p:nvPr/>
          </p:nvSpPr>
          <p:spPr bwMode="auto">
            <a:xfrm rot="5094805">
              <a:off x="820580" y="2630609"/>
              <a:ext cx="34275" cy="18280"/>
            </a:xfrm>
            <a:custGeom>
              <a:avLst/>
              <a:gdLst>
                <a:gd name="T0" fmla="*/ 6 w 14"/>
                <a:gd name="T1" fmla="*/ 0 h 8"/>
                <a:gd name="T2" fmla="*/ 14 w 14"/>
                <a:gd name="T3" fmla="*/ 3 h 8"/>
                <a:gd name="T4" fmla="*/ 8 w 14"/>
                <a:gd name="T5" fmla="*/ 7 h 8"/>
                <a:gd name="T6" fmla="*/ 0 w 14"/>
                <a:gd name="T7" fmla="*/ 5 h 8"/>
                <a:gd name="T8" fmla="*/ 6 w 14"/>
                <a:gd name="T9" fmla="*/ 0 h 8"/>
              </a:gdLst>
              <a:ahLst/>
              <a:cxnLst>
                <a:cxn ang="0">
                  <a:pos x="T0" y="T1"/>
                </a:cxn>
                <a:cxn ang="0">
                  <a:pos x="T2" y="T3"/>
                </a:cxn>
                <a:cxn ang="0">
                  <a:pos x="T4" y="T5"/>
                </a:cxn>
                <a:cxn ang="0">
                  <a:pos x="T6" y="T7"/>
                </a:cxn>
                <a:cxn ang="0">
                  <a:pos x="T8" y="T9"/>
                </a:cxn>
              </a:cxnLst>
              <a:rect l="0" t="0" r="r" b="b"/>
              <a:pathLst>
                <a:path w="14" h="8">
                  <a:moveTo>
                    <a:pt x="6" y="0"/>
                  </a:moveTo>
                  <a:cubicBezTo>
                    <a:pt x="10" y="0"/>
                    <a:pt x="14" y="1"/>
                    <a:pt x="14" y="3"/>
                  </a:cubicBezTo>
                  <a:cubicBezTo>
                    <a:pt x="14" y="5"/>
                    <a:pt x="11" y="7"/>
                    <a:pt x="8" y="7"/>
                  </a:cubicBezTo>
                  <a:cubicBezTo>
                    <a:pt x="4" y="8"/>
                    <a:pt x="0" y="7"/>
                    <a:pt x="0" y="5"/>
                  </a:cubicBezTo>
                  <a:cubicBezTo>
                    <a:pt x="0" y="3"/>
                    <a:pt x="2"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9" name="Freeform 2341">
              <a:extLst>
                <a:ext uri="{FF2B5EF4-FFF2-40B4-BE49-F238E27FC236}">
                  <a16:creationId xmlns:a16="http://schemas.microsoft.com/office/drawing/2014/main" id="{B0BBB764-389C-9910-E0F9-986989A2D5A6}"/>
                </a:ext>
              </a:extLst>
            </p:cNvPr>
            <p:cNvSpPr>
              <a:spLocks/>
            </p:cNvSpPr>
            <p:nvPr/>
          </p:nvSpPr>
          <p:spPr bwMode="auto">
            <a:xfrm rot="5094805">
              <a:off x="872972" y="2817403"/>
              <a:ext cx="36560" cy="22850"/>
            </a:xfrm>
            <a:custGeom>
              <a:avLst/>
              <a:gdLst>
                <a:gd name="T0" fmla="*/ 0 w 15"/>
                <a:gd name="T1" fmla="*/ 6 h 10"/>
                <a:gd name="T2" fmla="*/ 7 w 15"/>
                <a:gd name="T3" fmla="*/ 1 h 10"/>
                <a:gd name="T4" fmla="*/ 15 w 15"/>
                <a:gd name="T5" fmla="*/ 4 h 10"/>
                <a:gd name="T6" fmla="*/ 8 w 15"/>
                <a:gd name="T7" fmla="*/ 9 h 10"/>
                <a:gd name="T8" fmla="*/ 0 w 15"/>
                <a:gd name="T9" fmla="*/ 6 h 10"/>
              </a:gdLst>
              <a:ahLst/>
              <a:cxnLst>
                <a:cxn ang="0">
                  <a:pos x="T0" y="T1"/>
                </a:cxn>
                <a:cxn ang="0">
                  <a:pos x="T2" y="T3"/>
                </a:cxn>
                <a:cxn ang="0">
                  <a:pos x="T4" y="T5"/>
                </a:cxn>
                <a:cxn ang="0">
                  <a:pos x="T6" y="T7"/>
                </a:cxn>
                <a:cxn ang="0">
                  <a:pos x="T8" y="T9"/>
                </a:cxn>
              </a:cxnLst>
              <a:rect l="0" t="0" r="r" b="b"/>
              <a:pathLst>
                <a:path w="15" h="10">
                  <a:moveTo>
                    <a:pt x="0" y="6"/>
                  </a:moveTo>
                  <a:cubicBezTo>
                    <a:pt x="0" y="4"/>
                    <a:pt x="3" y="2"/>
                    <a:pt x="7" y="1"/>
                  </a:cubicBezTo>
                  <a:cubicBezTo>
                    <a:pt x="11" y="0"/>
                    <a:pt x="15" y="2"/>
                    <a:pt x="15" y="4"/>
                  </a:cubicBezTo>
                  <a:cubicBezTo>
                    <a:pt x="15" y="6"/>
                    <a:pt x="12" y="8"/>
                    <a:pt x="8" y="9"/>
                  </a:cubicBezTo>
                  <a:cubicBezTo>
                    <a:pt x="4" y="10"/>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0" name="Freeform 2342">
              <a:extLst>
                <a:ext uri="{FF2B5EF4-FFF2-40B4-BE49-F238E27FC236}">
                  <a16:creationId xmlns:a16="http://schemas.microsoft.com/office/drawing/2014/main" id="{4AF5BE53-7887-4567-6ECB-85765CD067E5}"/>
                </a:ext>
              </a:extLst>
            </p:cNvPr>
            <p:cNvSpPr>
              <a:spLocks/>
            </p:cNvSpPr>
            <p:nvPr/>
          </p:nvSpPr>
          <p:spPr bwMode="auto">
            <a:xfrm rot="5094805">
              <a:off x="936840" y="3005363"/>
              <a:ext cx="41130" cy="25135"/>
            </a:xfrm>
            <a:custGeom>
              <a:avLst/>
              <a:gdLst>
                <a:gd name="T0" fmla="*/ 15 w 16"/>
                <a:gd name="T1" fmla="*/ 3 h 10"/>
                <a:gd name="T2" fmla="*/ 8 w 16"/>
                <a:gd name="T3" fmla="*/ 9 h 10"/>
                <a:gd name="T4" fmla="*/ 1 w 16"/>
                <a:gd name="T5" fmla="*/ 7 h 10"/>
                <a:gd name="T6" fmla="*/ 6 w 16"/>
                <a:gd name="T7" fmla="*/ 2 h 10"/>
                <a:gd name="T8" fmla="*/ 15 w 16"/>
                <a:gd name="T9" fmla="*/ 3 h 10"/>
              </a:gdLst>
              <a:ahLst/>
              <a:cxnLst>
                <a:cxn ang="0">
                  <a:pos x="T0" y="T1"/>
                </a:cxn>
                <a:cxn ang="0">
                  <a:pos x="T2" y="T3"/>
                </a:cxn>
                <a:cxn ang="0">
                  <a:pos x="T4" y="T5"/>
                </a:cxn>
                <a:cxn ang="0">
                  <a:pos x="T6" y="T7"/>
                </a:cxn>
                <a:cxn ang="0">
                  <a:pos x="T8" y="T9"/>
                </a:cxn>
              </a:cxnLst>
              <a:rect l="0" t="0" r="r" b="b"/>
              <a:pathLst>
                <a:path w="16" h="10">
                  <a:moveTo>
                    <a:pt x="15" y="3"/>
                  </a:moveTo>
                  <a:cubicBezTo>
                    <a:pt x="16" y="5"/>
                    <a:pt x="12" y="8"/>
                    <a:pt x="8" y="9"/>
                  </a:cubicBezTo>
                  <a:cubicBezTo>
                    <a:pt x="4" y="10"/>
                    <a:pt x="1" y="9"/>
                    <a:pt x="1" y="7"/>
                  </a:cubicBezTo>
                  <a:cubicBezTo>
                    <a:pt x="0" y="5"/>
                    <a:pt x="3" y="3"/>
                    <a:pt x="6" y="2"/>
                  </a:cubicBezTo>
                  <a:cubicBezTo>
                    <a:pt x="11" y="0"/>
                    <a:pt x="15"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1" name="Freeform 2343">
              <a:extLst>
                <a:ext uri="{FF2B5EF4-FFF2-40B4-BE49-F238E27FC236}">
                  <a16:creationId xmlns:a16="http://schemas.microsoft.com/office/drawing/2014/main" id="{0D37E528-B33F-2C8B-2F18-3BD968A8ACEF}"/>
                </a:ext>
              </a:extLst>
            </p:cNvPr>
            <p:cNvSpPr>
              <a:spLocks/>
            </p:cNvSpPr>
            <p:nvPr/>
          </p:nvSpPr>
          <p:spPr bwMode="auto">
            <a:xfrm rot="5094805">
              <a:off x="1017700" y="3191172"/>
              <a:ext cx="34275" cy="27420"/>
            </a:xfrm>
            <a:custGeom>
              <a:avLst/>
              <a:gdLst>
                <a:gd name="T0" fmla="*/ 6 w 14"/>
                <a:gd name="T1" fmla="*/ 2 h 11"/>
                <a:gd name="T2" fmla="*/ 14 w 14"/>
                <a:gd name="T3" fmla="*/ 4 h 11"/>
                <a:gd name="T4" fmla="*/ 8 w 14"/>
                <a:gd name="T5" fmla="*/ 10 h 11"/>
                <a:gd name="T6" fmla="*/ 0 w 14"/>
                <a:gd name="T7" fmla="*/ 8 h 11"/>
                <a:gd name="T8" fmla="*/ 6 w 14"/>
                <a:gd name="T9" fmla="*/ 2 h 11"/>
              </a:gdLst>
              <a:ahLst/>
              <a:cxnLst>
                <a:cxn ang="0">
                  <a:pos x="T0" y="T1"/>
                </a:cxn>
                <a:cxn ang="0">
                  <a:pos x="T2" y="T3"/>
                </a:cxn>
                <a:cxn ang="0">
                  <a:pos x="T4" y="T5"/>
                </a:cxn>
                <a:cxn ang="0">
                  <a:pos x="T6" y="T7"/>
                </a:cxn>
                <a:cxn ang="0">
                  <a:pos x="T8" y="T9"/>
                </a:cxn>
              </a:cxnLst>
              <a:rect l="0" t="0" r="r" b="b"/>
              <a:pathLst>
                <a:path w="14" h="11">
                  <a:moveTo>
                    <a:pt x="6" y="2"/>
                  </a:moveTo>
                  <a:cubicBezTo>
                    <a:pt x="10" y="0"/>
                    <a:pt x="14" y="1"/>
                    <a:pt x="14" y="4"/>
                  </a:cubicBezTo>
                  <a:cubicBezTo>
                    <a:pt x="14" y="6"/>
                    <a:pt x="11" y="8"/>
                    <a:pt x="8" y="10"/>
                  </a:cubicBezTo>
                  <a:cubicBezTo>
                    <a:pt x="4" y="11"/>
                    <a:pt x="0" y="10"/>
                    <a:pt x="0" y="8"/>
                  </a:cubicBezTo>
                  <a:cubicBezTo>
                    <a:pt x="0" y="6"/>
                    <a:pt x="3"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2" name="Freeform 2344">
              <a:extLst>
                <a:ext uri="{FF2B5EF4-FFF2-40B4-BE49-F238E27FC236}">
                  <a16:creationId xmlns:a16="http://schemas.microsoft.com/office/drawing/2014/main" id="{562A1F96-93D6-1769-0268-6945ED62E852}"/>
                </a:ext>
              </a:extLst>
            </p:cNvPr>
            <p:cNvSpPr>
              <a:spLocks/>
            </p:cNvSpPr>
            <p:nvPr/>
          </p:nvSpPr>
          <p:spPr bwMode="auto">
            <a:xfrm rot="5094805">
              <a:off x="1101955" y="3377414"/>
              <a:ext cx="36560" cy="27420"/>
            </a:xfrm>
            <a:custGeom>
              <a:avLst/>
              <a:gdLst>
                <a:gd name="T0" fmla="*/ 15 w 15"/>
                <a:gd name="T1" fmla="*/ 3 h 11"/>
                <a:gd name="T2" fmla="*/ 7 w 15"/>
                <a:gd name="T3" fmla="*/ 10 h 11"/>
                <a:gd name="T4" fmla="*/ 0 w 15"/>
                <a:gd name="T5" fmla="*/ 8 h 11"/>
                <a:gd name="T6" fmla="*/ 6 w 15"/>
                <a:gd name="T7" fmla="*/ 2 h 11"/>
                <a:gd name="T8" fmla="*/ 15 w 15"/>
                <a:gd name="T9" fmla="*/ 3 h 11"/>
              </a:gdLst>
              <a:ahLst/>
              <a:cxnLst>
                <a:cxn ang="0">
                  <a:pos x="T0" y="T1"/>
                </a:cxn>
                <a:cxn ang="0">
                  <a:pos x="T2" y="T3"/>
                </a:cxn>
                <a:cxn ang="0">
                  <a:pos x="T4" y="T5"/>
                </a:cxn>
                <a:cxn ang="0">
                  <a:pos x="T6" y="T7"/>
                </a:cxn>
                <a:cxn ang="0">
                  <a:pos x="T8" y="T9"/>
                </a:cxn>
              </a:cxnLst>
              <a:rect l="0" t="0" r="r" b="b"/>
              <a:pathLst>
                <a:path w="15" h="11">
                  <a:moveTo>
                    <a:pt x="15" y="3"/>
                  </a:moveTo>
                  <a:cubicBezTo>
                    <a:pt x="15" y="5"/>
                    <a:pt x="11" y="8"/>
                    <a:pt x="7" y="10"/>
                  </a:cubicBezTo>
                  <a:cubicBezTo>
                    <a:pt x="4" y="11"/>
                    <a:pt x="0" y="10"/>
                    <a:pt x="0" y="8"/>
                  </a:cubicBezTo>
                  <a:cubicBezTo>
                    <a:pt x="0" y="6"/>
                    <a:pt x="2" y="3"/>
                    <a:pt x="6" y="2"/>
                  </a:cubicBezTo>
                  <a:cubicBezTo>
                    <a:pt x="10"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3" name="Freeform 2345">
              <a:extLst>
                <a:ext uri="{FF2B5EF4-FFF2-40B4-BE49-F238E27FC236}">
                  <a16:creationId xmlns:a16="http://schemas.microsoft.com/office/drawing/2014/main" id="{FDE45C95-5B7D-DB4E-58BF-F43E5EED4725}"/>
                </a:ext>
              </a:extLst>
            </p:cNvPr>
            <p:cNvSpPr>
              <a:spLocks/>
            </p:cNvSpPr>
            <p:nvPr/>
          </p:nvSpPr>
          <p:spPr bwMode="auto">
            <a:xfrm rot="5094805">
              <a:off x="1194071" y="3561709"/>
              <a:ext cx="41130" cy="27420"/>
            </a:xfrm>
            <a:custGeom>
              <a:avLst/>
              <a:gdLst>
                <a:gd name="T0" fmla="*/ 15 w 16"/>
                <a:gd name="T1" fmla="*/ 2 h 11"/>
                <a:gd name="T2" fmla="*/ 9 w 16"/>
                <a:gd name="T3" fmla="*/ 9 h 11"/>
                <a:gd name="T4" fmla="*/ 1 w 16"/>
                <a:gd name="T5" fmla="*/ 8 h 11"/>
                <a:gd name="T6" fmla="*/ 7 w 16"/>
                <a:gd name="T7" fmla="*/ 1 h 11"/>
                <a:gd name="T8" fmla="*/ 15 w 16"/>
                <a:gd name="T9" fmla="*/ 2 h 11"/>
              </a:gdLst>
              <a:ahLst/>
              <a:cxnLst>
                <a:cxn ang="0">
                  <a:pos x="T0" y="T1"/>
                </a:cxn>
                <a:cxn ang="0">
                  <a:pos x="T2" y="T3"/>
                </a:cxn>
                <a:cxn ang="0">
                  <a:pos x="T4" y="T5"/>
                </a:cxn>
                <a:cxn ang="0">
                  <a:pos x="T6" y="T7"/>
                </a:cxn>
                <a:cxn ang="0">
                  <a:pos x="T8" y="T9"/>
                </a:cxn>
              </a:cxnLst>
              <a:rect l="0" t="0" r="r" b="b"/>
              <a:pathLst>
                <a:path w="16" h="11">
                  <a:moveTo>
                    <a:pt x="15" y="2"/>
                  </a:moveTo>
                  <a:cubicBezTo>
                    <a:pt x="16" y="4"/>
                    <a:pt x="13" y="7"/>
                    <a:pt x="9" y="9"/>
                  </a:cubicBezTo>
                  <a:cubicBezTo>
                    <a:pt x="5" y="11"/>
                    <a:pt x="2" y="10"/>
                    <a:pt x="1" y="8"/>
                  </a:cubicBezTo>
                  <a:cubicBezTo>
                    <a:pt x="0" y="6"/>
                    <a:pt x="3" y="3"/>
                    <a:pt x="7" y="1"/>
                  </a:cubicBezTo>
                  <a:cubicBezTo>
                    <a:pt x="11" y="0"/>
                    <a:pt x="15" y="0"/>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4" name="Freeform 2346">
              <a:extLst>
                <a:ext uri="{FF2B5EF4-FFF2-40B4-BE49-F238E27FC236}">
                  <a16:creationId xmlns:a16="http://schemas.microsoft.com/office/drawing/2014/main" id="{55AE59F9-BCF8-2AB3-0782-689250F1DDA8}"/>
                </a:ext>
              </a:extLst>
            </p:cNvPr>
            <p:cNvSpPr>
              <a:spLocks/>
            </p:cNvSpPr>
            <p:nvPr/>
          </p:nvSpPr>
          <p:spPr bwMode="auto">
            <a:xfrm rot="5094805">
              <a:off x="1298925" y="3746427"/>
              <a:ext cx="36560" cy="29705"/>
            </a:xfrm>
            <a:custGeom>
              <a:avLst/>
              <a:gdLst>
                <a:gd name="T0" fmla="*/ 7 w 15"/>
                <a:gd name="T1" fmla="*/ 11 h 12"/>
                <a:gd name="T2" fmla="*/ 0 w 15"/>
                <a:gd name="T3" fmla="*/ 9 h 12"/>
                <a:gd name="T4" fmla="*/ 7 w 15"/>
                <a:gd name="T5" fmla="*/ 2 h 12"/>
                <a:gd name="T6" fmla="*/ 14 w 15"/>
                <a:gd name="T7" fmla="*/ 3 h 12"/>
                <a:gd name="T8" fmla="*/ 7 w 15"/>
                <a:gd name="T9" fmla="*/ 11 h 12"/>
              </a:gdLst>
              <a:ahLst/>
              <a:cxnLst>
                <a:cxn ang="0">
                  <a:pos x="T0" y="T1"/>
                </a:cxn>
                <a:cxn ang="0">
                  <a:pos x="T2" y="T3"/>
                </a:cxn>
                <a:cxn ang="0">
                  <a:pos x="T4" y="T5"/>
                </a:cxn>
                <a:cxn ang="0">
                  <a:pos x="T6" y="T7"/>
                </a:cxn>
                <a:cxn ang="0">
                  <a:pos x="T8" y="T9"/>
                </a:cxn>
              </a:cxnLst>
              <a:rect l="0" t="0" r="r" b="b"/>
              <a:pathLst>
                <a:path w="15" h="12">
                  <a:moveTo>
                    <a:pt x="7" y="11"/>
                  </a:moveTo>
                  <a:cubicBezTo>
                    <a:pt x="3" y="12"/>
                    <a:pt x="0" y="11"/>
                    <a:pt x="0" y="9"/>
                  </a:cubicBezTo>
                  <a:cubicBezTo>
                    <a:pt x="0" y="6"/>
                    <a:pt x="3" y="3"/>
                    <a:pt x="7" y="2"/>
                  </a:cubicBezTo>
                  <a:cubicBezTo>
                    <a:pt x="11" y="0"/>
                    <a:pt x="14" y="1"/>
                    <a:pt x="14" y="3"/>
                  </a:cubicBezTo>
                  <a:cubicBezTo>
                    <a:pt x="15" y="5"/>
                    <a:pt x="11" y="9"/>
                    <a:pt x="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5" name="Freeform 2347">
              <a:extLst>
                <a:ext uri="{FF2B5EF4-FFF2-40B4-BE49-F238E27FC236}">
                  <a16:creationId xmlns:a16="http://schemas.microsoft.com/office/drawing/2014/main" id="{91D2DA1C-3519-981C-C431-3861BF6495DD}"/>
                </a:ext>
              </a:extLst>
            </p:cNvPr>
            <p:cNvSpPr>
              <a:spLocks/>
            </p:cNvSpPr>
            <p:nvPr/>
          </p:nvSpPr>
          <p:spPr bwMode="auto">
            <a:xfrm rot="5094805">
              <a:off x="1401186" y="3926488"/>
              <a:ext cx="38845" cy="34275"/>
            </a:xfrm>
            <a:custGeom>
              <a:avLst/>
              <a:gdLst>
                <a:gd name="T0" fmla="*/ 8 w 16"/>
                <a:gd name="T1" fmla="*/ 11 h 13"/>
                <a:gd name="T2" fmla="*/ 1 w 16"/>
                <a:gd name="T3" fmla="*/ 9 h 13"/>
                <a:gd name="T4" fmla="*/ 8 w 16"/>
                <a:gd name="T5" fmla="*/ 2 h 13"/>
                <a:gd name="T6" fmla="*/ 15 w 16"/>
                <a:gd name="T7" fmla="*/ 3 h 13"/>
                <a:gd name="T8" fmla="*/ 8 w 16"/>
                <a:gd name="T9" fmla="*/ 11 h 13"/>
              </a:gdLst>
              <a:ahLst/>
              <a:cxnLst>
                <a:cxn ang="0">
                  <a:pos x="T0" y="T1"/>
                </a:cxn>
                <a:cxn ang="0">
                  <a:pos x="T2" y="T3"/>
                </a:cxn>
                <a:cxn ang="0">
                  <a:pos x="T4" y="T5"/>
                </a:cxn>
                <a:cxn ang="0">
                  <a:pos x="T6" y="T7"/>
                </a:cxn>
                <a:cxn ang="0">
                  <a:pos x="T8" y="T9"/>
                </a:cxn>
              </a:cxnLst>
              <a:rect l="0" t="0" r="r" b="b"/>
              <a:pathLst>
                <a:path w="16" h="13">
                  <a:moveTo>
                    <a:pt x="8" y="11"/>
                  </a:moveTo>
                  <a:cubicBezTo>
                    <a:pt x="4" y="13"/>
                    <a:pt x="0" y="12"/>
                    <a:pt x="1" y="9"/>
                  </a:cubicBezTo>
                  <a:cubicBezTo>
                    <a:pt x="1" y="6"/>
                    <a:pt x="4" y="3"/>
                    <a:pt x="8" y="2"/>
                  </a:cubicBezTo>
                  <a:cubicBezTo>
                    <a:pt x="11" y="0"/>
                    <a:pt x="15" y="1"/>
                    <a:pt x="15" y="3"/>
                  </a:cubicBezTo>
                  <a:cubicBezTo>
                    <a:pt x="16" y="5"/>
                    <a:pt x="12" y="9"/>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6" name="Freeform 2348">
              <a:extLst>
                <a:ext uri="{FF2B5EF4-FFF2-40B4-BE49-F238E27FC236}">
                  <a16:creationId xmlns:a16="http://schemas.microsoft.com/office/drawing/2014/main" id="{0886681F-64FA-F38F-AC49-2C02E9D9EC56}"/>
                </a:ext>
              </a:extLst>
            </p:cNvPr>
            <p:cNvSpPr>
              <a:spLocks/>
            </p:cNvSpPr>
            <p:nvPr/>
          </p:nvSpPr>
          <p:spPr bwMode="auto">
            <a:xfrm rot="5094805">
              <a:off x="1511422" y="4111755"/>
              <a:ext cx="36560" cy="27420"/>
            </a:xfrm>
            <a:custGeom>
              <a:avLst/>
              <a:gdLst>
                <a:gd name="T0" fmla="*/ 15 w 15"/>
                <a:gd name="T1" fmla="*/ 3 h 12"/>
                <a:gd name="T2" fmla="*/ 8 w 15"/>
                <a:gd name="T3" fmla="*/ 11 h 12"/>
                <a:gd name="T4" fmla="*/ 1 w 15"/>
                <a:gd name="T5" fmla="*/ 10 h 12"/>
                <a:gd name="T6" fmla="*/ 6 w 15"/>
                <a:gd name="T7" fmla="*/ 2 h 12"/>
                <a:gd name="T8" fmla="*/ 15 w 15"/>
                <a:gd name="T9" fmla="*/ 3 h 12"/>
              </a:gdLst>
              <a:ahLst/>
              <a:cxnLst>
                <a:cxn ang="0">
                  <a:pos x="T0" y="T1"/>
                </a:cxn>
                <a:cxn ang="0">
                  <a:pos x="T2" y="T3"/>
                </a:cxn>
                <a:cxn ang="0">
                  <a:pos x="T4" y="T5"/>
                </a:cxn>
                <a:cxn ang="0">
                  <a:pos x="T6" y="T7"/>
                </a:cxn>
                <a:cxn ang="0">
                  <a:pos x="T8" y="T9"/>
                </a:cxn>
              </a:cxnLst>
              <a:rect l="0" t="0" r="r" b="b"/>
              <a:pathLst>
                <a:path w="15" h="12">
                  <a:moveTo>
                    <a:pt x="15" y="3"/>
                  </a:moveTo>
                  <a:cubicBezTo>
                    <a:pt x="15" y="5"/>
                    <a:pt x="12" y="9"/>
                    <a:pt x="8" y="11"/>
                  </a:cubicBezTo>
                  <a:cubicBezTo>
                    <a:pt x="4" y="12"/>
                    <a:pt x="1" y="12"/>
                    <a:pt x="1" y="10"/>
                  </a:cubicBezTo>
                  <a:cubicBezTo>
                    <a:pt x="0" y="7"/>
                    <a:pt x="3" y="4"/>
                    <a:pt x="6" y="2"/>
                  </a:cubicBezTo>
                  <a:cubicBezTo>
                    <a:pt x="11" y="0"/>
                    <a:pt x="15"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7" name="Freeform 2349">
              <a:extLst>
                <a:ext uri="{FF2B5EF4-FFF2-40B4-BE49-F238E27FC236}">
                  <a16:creationId xmlns:a16="http://schemas.microsoft.com/office/drawing/2014/main" id="{A0A72F68-EBC3-DB7D-B2BA-A635A8A46C22}"/>
                </a:ext>
              </a:extLst>
            </p:cNvPr>
            <p:cNvSpPr>
              <a:spLocks/>
            </p:cNvSpPr>
            <p:nvPr/>
          </p:nvSpPr>
          <p:spPr bwMode="auto">
            <a:xfrm rot="5094805">
              <a:off x="1073055" y="1412683"/>
              <a:ext cx="41130" cy="34275"/>
            </a:xfrm>
            <a:custGeom>
              <a:avLst/>
              <a:gdLst>
                <a:gd name="T0" fmla="*/ 9 w 16"/>
                <a:gd name="T1" fmla="*/ 12 h 14"/>
                <a:gd name="T2" fmla="*/ 1 w 16"/>
                <a:gd name="T3" fmla="*/ 3 h 14"/>
                <a:gd name="T4" fmla="*/ 7 w 16"/>
                <a:gd name="T5" fmla="*/ 3 h 14"/>
                <a:gd name="T6" fmla="*/ 15 w 16"/>
                <a:gd name="T7" fmla="*/ 11 h 14"/>
                <a:gd name="T8" fmla="*/ 9 w 16"/>
                <a:gd name="T9" fmla="*/ 12 h 14"/>
              </a:gdLst>
              <a:ahLst/>
              <a:cxnLst>
                <a:cxn ang="0">
                  <a:pos x="T0" y="T1"/>
                </a:cxn>
                <a:cxn ang="0">
                  <a:pos x="T2" y="T3"/>
                </a:cxn>
                <a:cxn ang="0">
                  <a:pos x="T4" y="T5"/>
                </a:cxn>
                <a:cxn ang="0">
                  <a:pos x="T6" y="T7"/>
                </a:cxn>
                <a:cxn ang="0">
                  <a:pos x="T8" y="T9"/>
                </a:cxn>
              </a:cxnLst>
              <a:rect l="0" t="0" r="r" b="b"/>
              <a:pathLst>
                <a:path w="16" h="14">
                  <a:moveTo>
                    <a:pt x="9" y="12"/>
                  </a:moveTo>
                  <a:cubicBezTo>
                    <a:pt x="5" y="10"/>
                    <a:pt x="1" y="6"/>
                    <a:pt x="1" y="3"/>
                  </a:cubicBezTo>
                  <a:cubicBezTo>
                    <a:pt x="0" y="0"/>
                    <a:pt x="3" y="0"/>
                    <a:pt x="7" y="3"/>
                  </a:cubicBezTo>
                  <a:cubicBezTo>
                    <a:pt x="11" y="5"/>
                    <a:pt x="15" y="9"/>
                    <a:pt x="15" y="11"/>
                  </a:cubicBezTo>
                  <a:cubicBezTo>
                    <a:pt x="16" y="14"/>
                    <a:pt x="13" y="14"/>
                    <a:pt x="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8" name="Freeform 2350">
              <a:extLst>
                <a:ext uri="{FF2B5EF4-FFF2-40B4-BE49-F238E27FC236}">
                  <a16:creationId xmlns:a16="http://schemas.microsoft.com/office/drawing/2014/main" id="{9BBB2265-AF69-D706-89B1-BEDD26DF3CC9}"/>
                </a:ext>
              </a:extLst>
            </p:cNvPr>
            <p:cNvSpPr>
              <a:spLocks/>
            </p:cNvSpPr>
            <p:nvPr/>
          </p:nvSpPr>
          <p:spPr bwMode="auto">
            <a:xfrm rot="5094805">
              <a:off x="1174928" y="1203097"/>
              <a:ext cx="36560" cy="36560"/>
            </a:xfrm>
            <a:custGeom>
              <a:avLst/>
              <a:gdLst>
                <a:gd name="T0" fmla="*/ 15 w 15"/>
                <a:gd name="T1" fmla="*/ 12 h 15"/>
                <a:gd name="T2" fmla="*/ 7 w 15"/>
                <a:gd name="T3" fmla="*/ 12 h 15"/>
                <a:gd name="T4" fmla="*/ 0 w 15"/>
                <a:gd name="T5" fmla="*/ 3 h 15"/>
                <a:gd name="T6" fmla="*/ 6 w 15"/>
                <a:gd name="T7" fmla="*/ 2 h 15"/>
                <a:gd name="T8" fmla="*/ 15 w 15"/>
                <a:gd name="T9" fmla="*/ 12 h 15"/>
              </a:gdLst>
              <a:ahLst/>
              <a:cxnLst>
                <a:cxn ang="0">
                  <a:pos x="T0" y="T1"/>
                </a:cxn>
                <a:cxn ang="0">
                  <a:pos x="T2" y="T3"/>
                </a:cxn>
                <a:cxn ang="0">
                  <a:pos x="T4" y="T5"/>
                </a:cxn>
                <a:cxn ang="0">
                  <a:pos x="T6" y="T7"/>
                </a:cxn>
                <a:cxn ang="0">
                  <a:pos x="T8" y="T9"/>
                </a:cxn>
              </a:cxnLst>
              <a:rect l="0" t="0" r="r" b="b"/>
              <a:pathLst>
                <a:path w="15" h="15">
                  <a:moveTo>
                    <a:pt x="15" y="12"/>
                  </a:moveTo>
                  <a:cubicBezTo>
                    <a:pt x="15" y="15"/>
                    <a:pt x="11" y="15"/>
                    <a:pt x="7" y="12"/>
                  </a:cubicBezTo>
                  <a:cubicBezTo>
                    <a:pt x="4" y="10"/>
                    <a:pt x="0" y="6"/>
                    <a:pt x="0" y="3"/>
                  </a:cubicBezTo>
                  <a:cubicBezTo>
                    <a:pt x="0" y="1"/>
                    <a:pt x="2" y="0"/>
                    <a:pt x="6" y="2"/>
                  </a:cubicBezTo>
                  <a:cubicBezTo>
                    <a:pt x="10" y="5"/>
                    <a:pt x="15" y="9"/>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9" name="Freeform 2351">
              <a:extLst>
                <a:ext uri="{FF2B5EF4-FFF2-40B4-BE49-F238E27FC236}">
                  <a16:creationId xmlns:a16="http://schemas.microsoft.com/office/drawing/2014/main" id="{6E474D1C-FAC5-441D-775D-0FDB95F8ECEB}"/>
                </a:ext>
              </a:extLst>
            </p:cNvPr>
            <p:cNvSpPr>
              <a:spLocks/>
            </p:cNvSpPr>
            <p:nvPr/>
          </p:nvSpPr>
          <p:spPr bwMode="auto">
            <a:xfrm rot="5094805">
              <a:off x="1265403" y="994119"/>
              <a:ext cx="41130" cy="38845"/>
            </a:xfrm>
            <a:custGeom>
              <a:avLst/>
              <a:gdLst>
                <a:gd name="T0" fmla="*/ 6 w 16"/>
                <a:gd name="T1" fmla="*/ 2 h 15"/>
                <a:gd name="T2" fmla="*/ 16 w 16"/>
                <a:gd name="T3" fmla="*/ 12 h 15"/>
                <a:gd name="T4" fmla="*/ 10 w 16"/>
                <a:gd name="T5" fmla="*/ 13 h 15"/>
                <a:gd name="T6" fmla="*/ 1 w 16"/>
                <a:gd name="T7" fmla="*/ 4 h 15"/>
                <a:gd name="T8" fmla="*/ 6 w 16"/>
                <a:gd name="T9" fmla="*/ 2 h 15"/>
              </a:gdLst>
              <a:ahLst/>
              <a:cxnLst>
                <a:cxn ang="0">
                  <a:pos x="T0" y="T1"/>
                </a:cxn>
                <a:cxn ang="0">
                  <a:pos x="T2" y="T3"/>
                </a:cxn>
                <a:cxn ang="0">
                  <a:pos x="T4" y="T5"/>
                </a:cxn>
                <a:cxn ang="0">
                  <a:pos x="T6" y="T7"/>
                </a:cxn>
                <a:cxn ang="0">
                  <a:pos x="T8" y="T9"/>
                </a:cxn>
              </a:cxnLst>
              <a:rect l="0" t="0" r="r" b="b"/>
              <a:pathLst>
                <a:path w="16" h="15">
                  <a:moveTo>
                    <a:pt x="6" y="2"/>
                  </a:moveTo>
                  <a:cubicBezTo>
                    <a:pt x="11" y="4"/>
                    <a:pt x="15" y="9"/>
                    <a:pt x="16" y="12"/>
                  </a:cubicBezTo>
                  <a:cubicBezTo>
                    <a:pt x="16" y="14"/>
                    <a:pt x="13" y="15"/>
                    <a:pt x="10" y="13"/>
                  </a:cubicBezTo>
                  <a:cubicBezTo>
                    <a:pt x="6" y="12"/>
                    <a:pt x="1" y="7"/>
                    <a:pt x="1" y="4"/>
                  </a:cubicBezTo>
                  <a:cubicBezTo>
                    <a:pt x="0" y="1"/>
                    <a:pt x="3" y="0"/>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0" name="Freeform 2352">
              <a:extLst>
                <a:ext uri="{FF2B5EF4-FFF2-40B4-BE49-F238E27FC236}">
                  <a16:creationId xmlns:a16="http://schemas.microsoft.com/office/drawing/2014/main" id="{9098E8AB-3E24-3E69-2B60-CD4734C0C9B3}"/>
                </a:ext>
              </a:extLst>
            </p:cNvPr>
            <p:cNvSpPr>
              <a:spLocks/>
            </p:cNvSpPr>
            <p:nvPr/>
          </p:nvSpPr>
          <p:spPr bwMode="auto">
            <a:xfrm rot="5094805">
              <a:off x="1345750" y="789780"/>
              <a:ext cx="38845" cy="36560"/>
            </a:xfrm>
            <a:custGeom>
              <a:avLst/>
              <a:gdLst>
                <a:gd name="T0" fmla="*/ 16 w 16"/>
                <a:gd name="T1" fmla="*/ 11 h 15"/>
                <a:gd name="T2" fmla="*/ 8 w 16"/>
                <a:gd name="T3" fmla="*/ 13 h 15"/>
                <a:gd name="T4" fmla="*/ 1 w 16"/>
                <a:gd name="T5" fmla="*/ 4 h 15"/>
                <a:gd name="T6" fmla="*/ 7 w 16"/>
                <a:gd name="T7" fmla="*/ 2 h 15"/>
                <a:gd name="T8" fmla="*/ 16 w 16"/>
                <a:gd name="T9" fmla="*/ 11 h 15"/>
              </a:gdLst>
              <a:ahLst/>
              <a:cxnLst>
                <a:cxn ang="0">
                  <a:pos x="T0" y="T1"/>
                </a:cxn>
                <a:cxn ang="0">
                  <a:pos x="T2" y="T3"/>
                </a:cxn>
                <a:cxn ang="0">
                  <a:pos x="T4" y="T5"/>
                </a:cxn>
                <a:cxn ang="0">
                  <a:pos x="T6" y="T7"/>
                </a:cxn>
                <a:cxn ang="0">
                  <a:pos x="T8" y="T9"/>
                </a:cxn>
              </a:cxnLst>
              <a:rect l="0" t="0" r="r" b="b"/>
              <a:pathLst>
                <a:path w="16" h="15">
                  <a:moveTo>
                    <a:pt x="16" y="11"/>
                  </a:moveTo>
                  <a:cubicBezTo>
                    <a:pt x="16" y="14"/>
                    <a:pt x="12" y="15"/>
                    <a:pt x="8" y="13"/>
                  </a:cubicBezTo>
                  <a:cubicBezTo>
                    <a:pt x="4" y="11"/>
                    <a:pt x="1" y="7"/>
                    <a:pt x="1" y="4"/>
                  </a:cubicBezTo>
                  <a:cubicBezTo>
                    <a:pt x="0" y="1"/>
                    <a:pt x="3" y="0"/>
                    <a:pt x="7" y="2"/>
                  </a:cubicBezTo>
                  <a:cubicBezTo>
                    <a:pt x="11" y="3"/>
                    <a:pt x="15" y="8"/>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1" name="Freeform 2353">
              <a:extLst>
                <a:ext uri="{FF2B5EF4-FFF2-40B4-BE49-F238E27FC236}">
                  <a16:creationId xmlns:a16="http://schemas.microsoft.com/office/drawing/2014/main" id="{5F8BDE34-B84F-BBC4-FF3A-9909D00748EC}"/>
                </a:ext>
              </a:extLst>
            </p:cNvPr>
            <p:cNvSpPr>
              <a:spLocks/>
            </p:cNvSpPr>
            <p:nvPr/>
          </p:nvSpPr>
          <p:spPr bwMode="auto">
            <a:xfrm rot="5094805">
              <a:off x="1398980" y="589944"/>
              <a:ext cx="41130" cy="34275"/>
            </a:xfrm>
            <a:custGeom>
              <a:avLst/>
              <a:gdLst>
                <a:gd name="T0" fmla="*/ 16 w 17"/>
                <a:gd name="T1" fmla="*/ 9 h 14"/>
                <a:gd name="T2" fmla="*/ 9 w 17"/>
                <a:gd name="T3" fmla="*/ 13 h 14"/>
                <a:gd name="T4" fmla="*/ 1 w 17"/>
                <a:gd name="T5" fmla="*/ 5 h 14"/>
                <a:gd name="T6" fmla="*/ 8 w 17"/>
                <a:gd name="T7" fmla="*/ 1 h 14"/>
                <a:gd name="T8" fmla="*/ 16 w 17"/>
                <a:gd name="T9" fmla="*/ 9 h 14"/>
              </a:gdLst>
              <a:ahLst/>
              <a:cxnLst>
                <a:cxn ang="0">
                  <a:pos x="T0" y="T1"/>
                </a:cxn>
                <a:cxn ang="0">
                  <a:pos x="T2" y="T3"/>
                </a:cxn>
                <a:cxn ang="0">
                  <a:pos x="T4" y="T5"/>
                </a:cxn>
                <a:cxn ang="0">
                  <a:pos x="T6" y="T7"/>
                </a:cxn>
                <a:cxn ang="0">
                  <a:pos x="T8" y="T9"/>
                </a:cxn>
              </a:cxnLst>
              <a:rect l="0" t="0" r="r" b="b"/>
              <a:pathLst>
                <a:path w="17" h="14">
                  <a:moveTo>
                    <a:pt x="16" y="9"/>
                  </a:moveTo>
                  <a:cubicBezTo>
                    <a:pt x="17" y="12"/>
                    <a:pt x="13" y="14"/>
                    <a:pt x="9" y="13"/>
                  </a:cubicBezTo>
                  <a:cubicBezTo>
                    <a:pt x="6" y="12"/>
                    <a:pt x="2" y="9"/>
                    <a:pt x="1" y="5"/>
                  </a:cubicBezTo>
                  <a:cubicBezTo>
                    <a:pt x="0" y="2"/>
                    <a:pt x="3" y="0"/>
                    <a:pt x="8" y="1"/>
                  </a:cubicBezTo>
                  <a:cubicBezTo>
                    <a:pt x="11" y="2"/>
                    <a:pt x="15" y="6"/>
                    <a:pt x="1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2" name="Freeform 2354">
              <a:extLst>
                <a:ext uri="{FF2B5EF4-FFF2-40B4-BE49-F238E27FC236}">
                  <a16:creationId xmlns:a16="http://schemas.microsoft.com/office/drawing/2014/main" id="{73D16BEF-6607-AD6F-3B64-ECF6CB543335}"/>
                </a:ext>
              </a:extLst>
            </p:cNvPr>
            <p:cNvSpPr>
              <a:spLocks/>
            </p:cNvSpPr>
            <p:nvPr/>
          </p:nvSpPr>
          <p:spPr bwMode="auto">
            <a:xfrm rot="5094805">
              <a:off x="1425842" y="389223"/>
              <a:ext cx="38845" cy="34275"/>
            </a:xfrm>
            <a:custGeom>
              <a:avLst/>
              <a:gdLst>
                <a:gd name="T0" fmla="*/ 16 w 16"/>
                <a:gd name="T1" fmla="*/ 7 h 13"/>
                <a:gd name="T2" fmla="*/ 9 w 16"/>
                <a:gd name="T3" fmla="*/ 13 h 13"/>
                <a:gd name="T4" fmla="*/ 1 w 16"/>
                <a:gd name="T5" fmla="*/ 7 h 13"/>
                <a:gd name="T6" fmla="*/ 8 w 16"/>
                <a:gd name="T7" fmla="*/ 1 h 13"/>
                <a:gd name="T8" fmla="*/ 16 w 16"/>
                <a:gd name="T9" fmla="*/ 7 h 13"/>
              </a:gdLst>
              <a:ahLst/>
              <a:cxnLst>
                <a:cxn ang="0">
                  <a:pos x="T0" y="T1"/>
                </a:cxn>
                <a:cxn ang="0">
                  <a:pos x="T2" y="T3"/>
                </a:cxn>
                <a:cxn ang="0">
                  <a:pos x="T4" y="T5"/>
                </a:cxn>
                <a:cxn ang="0">
                  <a:pos x="T6" y="T7"/>
                </a:cxn>
                <a:cxn ang="0">
                  <a:pos x="T8" y="T9"/>
                </a:cxn>
              </a:cxnLst>
              <a:rect l="0" t="0" r="r" b="b"/>
              <a:pathLst>
                <a:path w="16" h="13">
                  <a:moveTo>
                    <a:pt x="16" y="7"/>
                  </a:moveTo>
                  <a:cubicBezTo>
                    <a:pt x="16" y="11"/>
                    <a:pt x="13" y="13"/>
                    <a:pt x="9" y="13"/>
                  </a:cubicBezTo>
                  <a:cubicBezTo>
                    <a:pt x="6" y="13"/>
                    <a:pt x="2" y="10"/>
                    <a:pt x="1" y="7"/>
                  </a:cubicBezTo>
                  <a:cubicBezTo>
                    <a:pt x="0" y="3"/>
                    <a:pt x="3" y="0"/>
                    <a:pt x="8" y="1"/>
                  </a:cubicBezTo>
                  <a:cubicBezTo>
                    <a:pt x="11" y="1"/>
                    <a:pt x="15" y="5"/>
                    <a:pt x="1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3" name="Freeform 2355">
              <a:extLst>
                <a:ext uri="{FF2B5EF4-FFF2-40B4-BE49-F238E27FC236}">
                  <a16:creationId xmlns:a16="http://schemas.microsoft.com/office/drawing/2014/main" id="{2DC49DE1-FEF2-B4C5-70E2-8D041AC3A66D}"/>
                </a:ext>
              </a:extLst>
            </p:cNvPr>
            <p:cNvSpPr>
              <a:spLocks/>
            </p:cNvSpPr>
            <p:nvPr/>
          </p:nvSpPr>
          <p:spPr bwMode="auto">
            <a:xfrm rot="5094805">
              <a:off x="1414524" y="198880"/>
              <a:ext cx="34275" cy="31990"/>
            </a:xfrm>
            <a:custGeom>
              <a:avLst/>
              <a:gdLst>
                <a:gd name="T0" fmla="*/ 6 w 14"/>
                <a:gd name="T1" fmla="*/ 0 h 13"/>
                <a:gd name="T2" fmla="*/ 14 w 14"/>
                <a:gd name="T3" fmla="*/ 6 h 13"/>
                <a:gd name="T4" fmla="*/ 8 w 14"/>
                <a:gd name="T5" fmla="*/ 12 h 13"/>
                <a:gd name="T6" fmla="*/ 0 w 14"/>
                <a:gd name="T7" fmla="*/ 6 h 13"/>
                <a:gd name="T8" fmla="*/ 6 w 14"/>
                <a:gd name="T9" fmla="*/ 0 h 13"/>
              </a:gdLst>
              <a:ahLst/>
              <a:cxnLst>
                <a:cxn ang="0">
                  <a:pos x="T0" y="T1"/>
                </a:cxn>
                <a:cxn ang="0">
                  <a:pos x="T2" y="T3"/>
                </a:cxn>
                <a:cxn ang="0">
                  <a:pos x="T4" y="T5"/>
                </a:cxn>
                <a:cxn ang="0">
                  <a:pos x="T6" y="T7"/>
                </a:cxn>
                <a:cxn ang="0">
                  <a:pos x="T8" y="T9"/>
                </a:cxn>
              </a:cxnLst>
              <a:rect l="0" t="0" r="r" b="b"/>
              <a:pathLst>
                <a:path w="14" h="13">
                  <a:moveTo>
                    <a:pt x="6" y="0"/>
                  </a:moveTo>
                  <a:cubicBezTo>
                    <a:pt x="10" y="0"/>
                    <a:pt x="14" y="3"/>
                    <a:pt x="14" y="6"/>
                  </a:cubicBezTo>
                  <a:cubicBezTo>
                    <a:pt x="14" y="9"/>
                    <a:pt x="11" y="12"/>
                    <a:pt x="8" y="12"/>
                  </a:cubicBezTo>
                  <a:cubicBezTo>
                    <a:pt x="4" y="13"/>
                    <a:pt x="0" y="10"/>
                    <a:pt x="0" y="6"/>
                  </a:cubicBezTo>
                  <a:cubicBezTo>
                    <a:pt x="0" y="3"/>
                    <a:pt x="2"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4" name="Freeform 2356">
              <a:extLst>
                <a:ext uri="{FF2B5EF4-FFF2-40B4-BE49-F238E27FC236}">
                  <a16:creationId xmlns:a16="http://schemas.microsoft.com/office/drawing/2014/main" id="{39AEA46D-06D3-EDBE-4E8A-D7D42244974D}"/>
                </a:ext>
              </a:extLst>
            </p:cNvPr>
            <p:cNvSpPr>
              <a:spLocks/>
            </p:cNvSpPr>
            <p:nvPr/>
          </p:nvSpPr>
          <p:spPr bwMode="auto">
            <a:xfrm rot="5094805">
              <a:off x="1354359" y="11441"/>
              <a:ext cx="36560" cy="34275"/>
            </a:xfrm>
            <a:custGeom>
              <a:avLst/>
              <a:gdLst>
                <a:gd name="T0" fmla="*/ 6 w 15"/>
                <a:gd name="T1" fmla="*/ 1 h 14"/>
                <a:gd name="T2" fmla="*/ 15 w 15"/>
                <a:gd name="T3" fmla="*/ 5 h 14"/>
                <a:gd name="T4" fmla="*/ 8 w 15"/>
                <a:gd name="T5" fmla="*/ 13 h 14"/>
                <a:gd name="T6" fmla="*/ 0 w 15"/>
                <a:gd name="T7" fmla="*/ 9 h 14"/>
                <a:gd name="T8" fmla="*/ 6 w 15"/>
                <a:gd name="T9" fmla="*/ 1 h 14"/>
              </a:gdLst>
              <a:ahLst/>
              <a:cxnLst>
                <a:cxn ang="0">
                  <a:pos x="T0" y="T1"/>
                </a:cxn>
                <a:cxn ang="0">
                  <a:pos x="T2" y="T3"/>
                </a:cxn>
                <a:cxn ang="0">
                  <a:pos x="T4" y="T5"/>
                </a:cxn>
                <a:cxn ang="0">
                  <a:pos x="T6" y="T7"/>
                </a:cxn>
                <a:cxn ang="0">
                  <a:pos x="T8" y="T9"/>
                </a:cxn>
              </a:cxnLst>
              <a:rect l="0" t="0" r="r" b="b"/>
              <a:pathLst>
                <a:path w="15" h="14">
                  <a:moveTo>
                    <a:pt x="6" y="1"/>
                  </a:moveTo>
                  <a:cubicBezTo>
                    <a:pt x="11" y="0"/>
                    <a:pt x="15" y="2"/>
                    <a:pt x="15" y="5"/>
                  </a:cubicBezTo>
                  <a:cubicBezTo>
                    <a:pt x="15" y="8"/>
                    <a:pt x="12" y="11"/>
                    <a:pt x="8" y="13"/>
                  </a:cubicBezTo>
                  <a:cubicBezTo>
                    <a:pt x="4" y="14"/>
                    <a:pt x="0" y="12"/>
                    <a:pt x="0" y="9"/>
                  </a:cubicBezTo>
                  <a:cubicBezTo>
                    <a:pt x="0" y="6"/>
                    <a:pt x="3"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5" name="Freeform 2376">
              <a:extLst>
                <a:ext uri="{FF2B5EF4-FFF2-40B4-BE49-F238E27FC236}">
                  <a16:creationId xmlns:a16="http://schemas.microsoft.com/office/drawing/2014/main" id="{C12B11C8-1A1E-F6EB-C95E-AD3E39907037}"/>
                </a:ext>
              </a:extLst>
            </p:cNvPr>
            <p:cNvSpPr>
              <a:spLocks/>
            </p:cNvSpPr>
            <p:nvPr/>
          </p:nvSpPr>
          <p:spPr bwMode="auto">
            <a:xfrm rot="5094805">
              <a:off x="2766947" y="6901825"/>
              <a:ext cx="38845" cy="29705"/>
            </a:xfrm>
            <a:custGeom>
              <a:avLst/>
              <a:gdLst>
                <a:gd name="T0" fmla="*/ 0 w 15"/>
                <a:gd name="T1" fmla="*/ 9 h 12"/>
                <a:gd name="T2" fmla="*/ 7 w 15"/>
                <a:gd name="T3" fmla="*/ 2 h 12"/>
                <a:gd name="T4" fmla="*/ 15 w 15"/>
                <a:gd name="T5" fmla="*/ 4 h 12"/>
                <a:gd name="T6" fmla="*/ 8 w 15"/>
                <a:gd name="T7" fmla="*/ 11 h 12"/>
                <a:gd name="T8" fmla="*/ 0 w 15"/>
                <a:gd name="T9" fmla="*/ 9 h 12"/>
              </a:gdLst>
              <a:ahLst/>
              <a:cxnLst>
                <a:cxn ang="0">
                  <a:pos x="T0" y="T1"/>
                </a:cxn>
                <a:cxn ang="0">
                  <a:pos x="T2" y="T3"/>
                </a:cxn>
                <a:cxn ang="0">
                  <a:pos x="T4" y="T5"/>
                </a:cxn>
                <a:cxn ang="0">
                  <a:pos x="T6" y="T7"/>
                </a:cxn>
                <a:cxn ang="0">
                  <a:pos x="T8" y="T9"/>
                </a:cxn>
              </a:cxnLst>
              <a:rect l="0" t="0" r="r" b="b"/>
              <a:pathLst>
                <a:path w="15" h="12">
                  <a:moveTo>
                    <a:pt x="0" y="9"/>
                  </a:moveTo>
                  <a:cubicBezTo>
                    <a:pt x="0" y="6"/>
                    <a:pt x="3" y="4"/>
                    <a:pt x="7" y="2"/>
                  </a:cubicBezTo>
                  <a:cubicBezTo>
                    <a:pt x="11" y="0"/>
                    <a:pt x="15" y="1"/>
                    <a:pt x="15" y="4"/>
                  </a:cubicBezTo>
                  <a:cubicBezTo>
                    <a:pt x="15" y="6"/>
                    <a:pt x="12" y="9"/>
                    <a:pt x="8" y="11"/>
                  </a:cubicBezTo>
                  <a:cubicBezTo>
                    <a:pt x="4" y="12"/>
                    <a:pt x="0" y="11"/>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6" name="Freeform 2377">
              <a:extLst>
                <a:ext uri="{FF2B5EF4-FFF2-40B4-BE49-F238E27FC236}">
                  <a16:creationId xmlns:a16="http://schemas.microsoft.com/office/drawing/2014/main" id="{E3386CCA-3F6A-CD12-E4DB-9AFB15D56F08}"/>
                </a:ext>
              </a:extLst>
            </p:cNvPr>
            <p:cNvSpPr>
              <a:spLocks/>
            </p:cNvSpPr>
            <p:nvPr/>
          </p:nvSpPr>
          <p:spPr bwMode="auto">
            <a:xfrm rot="5094805">
              <a:off x="1618534" y="4293581"/>
              <a:ext cx="41130" cy="34275"/>
            </a:xfrm>
            <a:custGeom>
              <a:avLst/>
              <a:gdLst>
                <a:gd name="T0" fmla="*/ 15 w 16"/>
                <a:gd name="T1" fmla="*/ 3 h 13"/>
                <a:gd name="T2" fmla="*/ 8 w 16"/>
                <a:gd name="T3" fmla="*/ 11 h 13"/>
                <a:gd name="T4" fmla="*/ 1 w 16"/>
                <a:gd name="T5" fmla="*/ 10 h 13"/>
                <a:gd name="T6" fmla="*/ 7 w 16"/>
                <a:gd name="T7" fmla="*/ 2 h 13"/>
                <a:gd name="T8" fmla="*/ 15 w 16"/>
                <a:gd name="T9" fmla="*/ 3 h 13"/>
              </a:gdLst>
              <a:ahLst/>
              <a:cxnLst>
                <a:cxn ang="0">
                  <a:pos x="T0" y="T1"/>
                </a:cxn>
                <a:cxn ang="0">
                  <a:pos x="T2" y="T3"/>
                </a:cxn>
                <a:cxn ang="0">
                  <a:pos x="T4" y="T5"/>
                </a:cxn>
                <a:cxn ang="0">
                  <a:pos x="T6" y="T7"/>
                </a:cxn>
                <a:cxn ang="0">
                  <a:pos x="T8" y="T9"/>
                </a:cxn>
              </a:cxnLst>
              <a:rect l="0" t="0" r="r" b="b"/>
              <a:pathLst>
                <a:path w="16" h="13">
                  <a:moveTo>
                    <a:pt x="15" y="3"/>
                  </a:moveTo>
                  <a:cubicBezTo>
                    <a:pt x="16" y="5"/>
                    <a:pt x="12" y="9"/>
                    <a:pt x="8" y="11"/>
                  </a:cubicBezTo>
                  <a:cubicBezTo>
                    <a:pt x="5" y="13"/>
                    <a:pt x="1" y="12"/>
                    <a:pt x="1" y="10"/>
                  </a:cubicBezTo>
                  <a:cubicBezTo>
                    <a:pt x="0" y="8"/>
                    <a:pt x="3" y="4"/>
                    <a:pt x="7" y="2"/>
                  </a:cubicBezTo>
                  <a:cubicBezTo>
                    <a:pt x="10"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7" name="Freeform 2378">
              <a:extLst>
                <a:ext uri="{FF2B5EF4-FFF2-40B4-BE49-F238E27FC236}">
                  <a16:creationId xmlns:a16="http://schemas.microsoft.com/office/drawing/2014/main" id="{EEA235E6-BB84-7F34-F839-AC99CE8A7EF5}"/>
                </a:ext>
              </a:extLst>
            </p:cNvPr>
            <p:cNvSpPr>
              <a:spLocks/>
            </p:cNvSpPr>
            <p:nvPr/>
          </p:nvSpPr>
          <p:spPr bwMode="auto">
            <a:xfrm rot="5094805">
              <a:off x="1728770" y="4478847"/>
              <a:ext cx="38845" cy="27420"/>
            </a:xfrm>
            <a:custGeom>
              <a:avLst/>
              <a:gdLst>
                <a:gd name="T0" fmla="*/ 9 w 16"/>
                <a:gd name="T1" fmla="*/ 10 h 12"/>
                <a:gd name="T2" fmla="*/ 1 w 16"/>
                <a:gd name="T3" fmla="*/ 10 h 12"/>
                <a:gd name="T4" fmla="*/ 8 w 16"/>
                <a:gd name="T5" fmla="*/ 1 h 12"/>
                <a:gd name="T6" fmla="*/ 16 w 16"/>
                <a:gd name="T7" fmla="*/ 2 h 12"/>
                <a:gd name="T8" fmla="*/ 9 w 16"/>
                <a:gd name="T9" fmla="*/ 10 h 12"/>
              </a:gdLst>
              <a:ahLst/>
              <a:cxnLst>
                <a:cxn ang="0">
                  <a:pos x="T0" y="T1"/>
                </a:cxn>
                <a:cxn ang="0">
                  <a:pos x="T2" y="T3"/>
                </a:cxn>
                <a:cxn ang="0">
                  <a:pos x="T4" y="T5"/>
                </a:cxn>
                <a:cxn ang="0">
                  <a:pos x="T6" y="T7"/>
                </a:cxn>
                <a:cxn ang="0">
                  <a:pos x="T8" y="T9"/>
                </a:cxn>
              </a:cxnLst>
              <a:rect l="0" t="0" r="r" b="b"/>
              <a:pathLst>
                <a:path w="16" h="12">
                  <a:moveTo>
                    <a:pt x="9" y="10"/>
                  </a:moveTo>
                  <a:cubicBezTo>
                    <a:pt x="6" y="12"/>
                    <a:pt x="2" y="12"/>
                    <a:pt x="1" y="10"/>
                  </a:cubicBezTo>
                  <a:cubicBezTo>
                    <a:pt x="0" y="7"/>
                    <a:pt x="3" y="3"/>
                    <a:pt x="8" y="1"/>
                  </a:cubicBezTo>
                  <a:cubicBezTo>
                    <a:pt x="11" y="0"/>
                    <a:pt x="15" y="0"/>
                    <a:pt x="16" y="2"/>
                  </a:cubicBezTo>
                  <a:cubicBezTo>
                    <a:pt x="16" y="4"/>
                    <a:pt x="13" y="8"/>
                    <a:pt x="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8" name="Freeform 2379">
              <a:extLst>
                <a:ext uri="{FF2B5EF4-FFF2-40B4-BE49-F238E27FC236}">
                  <a16:creationId xmlns:a16="http://schemas.microsoft.com/office/drawing/2014/main" id="{2808F0E6-6FEF-4A5A-2D15-FAE49F91B212}"/>
                </a:ext>
              </a:extLst>
            </p:cNvPr>
            <p:cNvSpPr>
              <a:spLocks/>
            </p:cNvSpPr>
            <p:nvPr/>
          </p:nvSpPr>
          <p:spPr bwMode="auto">
            <a:xfrm rot="5094805">
              <a:off x="1839102" y="4659438"/>
              <a:ext cx="38845" cy="31990"/>
            </a:xfrm>
            <a:custGeom>
              <a:avLst/>
              <a:gdLst>
                <a:gd name="T0" fmla="*/ 9 w 16"/>
                <a:gd name="T1" fmla="*/ 11 h 13"/>
                <a:gd name="T2" fmla="*/ 1 w 16"/>
                <a:gd name="T3" fmla="*/ 10 h 13"/>
                <a:gd name="T4" fmla="*/ 7 w 16"/>
                <a:gd name="T5" fmla="*/ 2 h 13"/>
                <a:gd name="T6" fmla="*/ 15 w 16"/>
                <a:gd name="T7" fmla="*/ 3 h 13"/>
                <a:gd name="T8" fmla="*/ 9 w 16"/>
                <a:gd name="T9" fmla="*/ 11 h 13"/>
              </a:gdLst>
              <a:ahLst/>
              <a:cxnLst>
                <a:cxn ang="0">
                  <a:pos x="T0" y="T1"/>
                </a:cxn>
                <a:cxn ang="0">
                  <a:pos x="T2" y="T3"/>
                </a:cxn>
                <a:cxn ang="0">
                  <a:pos x="T4" y="T5"/>
                </a:cxn>
                <a:cxn ang="0">
                  <a:pos x="T6" y="T7"/>
                </a:cxn>
                <a:cxn ang="0">
                  <a:pos x="T8" y="T9"/>
                </a:cxn>
              </a:cxnLst>
              <a:rect l="0" t="0" r="r" b="b"/>
              <a:pathLst>
                <a:path w="16" h="13">
                  <a:moveTo>
                    <a:pt x="9" y="11"/>
                  </a:moveTo>
                  <a:cubicBezTo>
                    <a:pt x="6" y="13"/>
                    <a:pt x="2" y="12"/>
                    <a:pt x="1" y="10"/>
                  </a:cubicBezTo>
                  <a:cubicBezTo>
                    <a:pt x="0" y="8"/>
                    <a:pt x="3" y="4"/>
                    <a:pt x="7" y="2"/>
                  </a:cubicBezTo>
                  <a:cubicBezTo>
                    <a:pt x="11" y="0"/>
                    <a:pt x="15" y="1"/>
                    <a:pt x="15" y="3"/>
                  </a:cubicBezTo>
                  <a:cubicBezTo>
                    <a:pt x="16" y="5"/>
                    <a:pt x="13" y="9"/>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9" name="Freeform 2380">
              <a:extLst>
                <a:ext uri="{FF2B5EF4-FFF2-40B4-BE49-F238E27FC236}">
                  <a16:creationId xmlns:a16="http://schemas.microsoft.com/office/drawing/2014/main" id="{5076CC1C-C7FE-8E11-B06B-75163F64166E}"/>
                </a:ext>
              </a:extLst>
            </p:cNvPr>
            <p:cNvSpPr>
              <a:spLocks/>
            </p:cNvSpPr>
            <p:nvPr/>
          </p:nvSpPr>
          <p:spPr bwMode="auto">
            <a:xfrm rot="5094805">
              <a:off x="1942607" y="4842922"/>
              <a:ext cx="38845" cy="31990"/>
            </a:xfrm>
            <a:custGeom>
              <a:avLst/>
              <a:gdLst>
                <a:gd name="T0" fmla="*/ 9 w 16"/>
                <a:gd name="T1" fmla="*/ 11 h 13"/>
                <a:gd name="T2" fmla="*/ 1 w 16"/>
                <a:gd name="T3" fmla="*/ 10 h 13"/>
                <a:gd name="T4" fmla="*/ 7 w 16"/>
                <a:gd name="T5" fmla="*/ 2 h 13"/>
                <a:gd name="T6" fmla="*/ 15 w 16"/>
                <a:gd name="T7" fmla="*/ 3 h 13"/>
                <a:gd name="T8" fmla="*/ 9 w 16"/>
                <a:gd name="T9" fmla="*/ 11 h 13"/>
              </a:gdLst>
              <a:ahLst/>
              <a:cxnLst>
                <a:cxn ang="0">
                  <a:pos x="T0" y="T1"/>
                </a:cxn>
                <a:cxn ang="0">
                  <a:pos x="T2" y="T3"/>
                </a:cxn>
                <a:cxn ang="0">
                  <a:pos x="T4" y="T5"/>
                </a:cxn>
                <a:cxn ang="0">
                  <a:pos x="T6" y="T7"/>
                </a:cxn>
                <a:cxn ang="0">
                  <a:pos x="T8" y="T9"/>
                </a:cxn>
              </a:cxnLst>
              <a:rect l="0" t="0" r="r" b="b"/>
              <a:pathLst>
                <a:path w="16" h="13">
                  <a:moveTo>
                    <a:pt x="9" y="11"/>
                  </a:moveTo>
                  <a:cubicBezTo>
                    <a:pt x="6" y="13"/>
                    <a:pt x="2" y="12"/>
                    <a:pt x="1" y="10"/>
                  </a:cubicBezTo>
                  <a:cubicBezTo>
                    <a:pt x="0" y="8"/>
                    <a:pt x="3" y="4"/>
                    <a:pt x="7" y="2"/>
                  </a:cubicBezTo>
                  <a:cubicBezTo>
                    <a:pt x="11" y="0"/>
                    <a:pt x="14" y="1"/>
                    <a:pt x="15" y="3"/>
                  </a:cubicBezTo>
                  <a:cubicBezTo>
                    <a:pt x="16" y="5"/>
                    <a:pt x="13" y="9"/>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0" name="Freeform 2381">
              <a:extLst>
                <a:ext uri="{FF2B5EF4-FFF2-40B4-BE49-F238E27FC236}">
                  <a16:creationId xmlns:a16="http://schemas.microsoft.com/office/drawing/2014/main" id="{FD911141-4D55-BA3F-01EB-CBA3F2E25BED}"/>
                </a:ext>
              </a:extLst>
            </p:cNvPr>
            <p:cNvSpPr>
              <a:spLocks/>
            </p:cNvSpPr>
            <p:nvPr/>
          </p:nvSpPr>
          <p:spPr bwMode="auto">
            <a:xfrm rot="5094805">
              <a:off x="2046323" y="5028884"/>
              <a:ext cx="34275" cy="31990"/>
            </a:xfrm>
            <a:custGeom>
              <a:avLst/>
              <a:gdLst>
                <a:gd name="T0" fmla="*/ 0 w 14"/>
                <a:gd name="T1" fmla="*/ 9 h 13"/>
                <a:gd name="T2" fmla="*/ 6 w 14"/>
                <a:gd name="T3" fmla="*/ 2 h 13"/>
                <a:gd name="T4" fmla="*/ 14 w 14"/>
                <a:gd name="T5" fmla="*/ 4 h 13"/>
                <a:gd name="T6" fmla="*/ 8 w 14"/>
                <a:gd name="T7" fmla="*/ 11 h 13"/>
                <a:gd name="T8" fmla="*/ 0 w 14"/>
                <a:gd name="T9" fmla="*/ 9 h 13"/>
              </a:gdLst>
              <a:ahLst/>
              <a:cxnLst>
                <a:cxn ang="0">
                  <a:pos x="T0" y="T1"/>
                </a:cxn>
                <a:cxn ang="0">
                  <a:pos x="T2" y="T3"/>
                </a:cxn>
                <a:cxn ang="0">
                  <a:pos x="T4" y="T5"/>
                </a:cxn>
                <a:cxn ang="0">
                  <a:pos x="T6" y="T7"/>
                </a:cxn>
                <a:cxn ang="0">
                  <a:pos x="T8" y="T9"/>
                </a:cxn>
              </a:cxnLst>
              <a:rect l="0" t="0" r="r" b="b"/>
              <a:pathLst>
                <a:path w="14" h="13">
                  <a:moveTo>
                    <a:pt x="0" y="9"/>
                  </a:moveTo>
                  <a:cubicBezTo>
                    <a:pt x="0" y="6"/>
                    <a:pt x="2" y="3"/>
                    <a:pt x="6" y="2"/>
                  </a:cubicBezTo>
                  <a:cubicBezTo>
                    <a:pt x="10" y="0"/>
                    <a:pt x="14" y="1"/>
                    <a:pt x="14" y="4"/>
                  </a:cubicBezTo>
                  <a:cubicBezTo>
                    <a:pt x="14" y="6"/>
                    <a:pt x="11" y="10"/>
                    <a:pt x="8" y="11"/>
                  </a:cubicBezTo>
                  <a:cubicBezTo>
                    <a:pt x="4" y="13"/>
                    <a:pt x="0" y="12"/>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1" name="Freeform 2382">
              <a:extLst>
                <a:ext uri="{FF2B5EF4-FFF2-40B4-BE49-F238E27FC236}">
                  <a16:creationId xmlns:a16="http://schemas.microsoft.com/office/drawing/2014/main" id="{1A244BF7-0A47-FE98-804E-6CAA0848A73C}"/>
                </a:ext>
              </a:extLst>
            </p:cNvPr>
            <p:cNvSpPr>
              <a:spLocks/>
            </p:cNvSpPr>
            <p:nvPr/>
          </p:nvSpPr>
          <p:spPr bwMode="auto">
            <a:xfrm rot="5094805">
              <a:off x="2139577" y="5214220"/>
              <a:ext cx="38845" cy="29705"/>
            </a:xfrm>
            <a:custGeom>
              <a:avLst/>
              <a:gdLst>
                <a:gd name="T0" fmla="*/ 15 w 16"/>
                <a:gd name="T1" fmla="*/ 3 h 12"/>
                <a:gd name="T2" fmla="*/ 9 w 16"/>
                <a:gd name="T3" fmla="*/ 11 h 12"/>
                <a:gd name="T4" fmla="*/ 1 w 16"/>
                <a:gd name="T5" fmla="*/ 9 h 12"/>
                <a:gd name="T6" fmla="*/ 7 w 16"/>
                <a:gd name="T7" fmla="*/ 1 h 12"/>
                <a:gd name="T8" fmla="*/ 15 w 16"/>
                <a:gd name="T9" fmla="*/ 3 h 12"/>
              </a:gdLst>
              <a:ahLst/>
              <a:cxnLst>
                <a:cxn ang="0">
                  <a:pos x="T0" y="T1"/>
                </a:cxn>
                <a:cxn ang="0">
                  <a:pos x="T2" y="T3"/>
                </a:cxn>
                <a:cxn ang="0">
                  <a:pos x="T4" y="T5"/>
                </a:cxn>
                <a:cxn ang="0">
                  <a:pos x="T6" y="T7"/>
                </a:cxn>
                <a:cxn ang="0">
                  <a:pos x="T8" y="T9"/>
                </a:cxn>
              </a:cxnLst>
              <a:rect l="0" t="0" r="r" b="b"/>
              <a:pathLst>
                <a:path w="16" h="12">
                  <a:moveTo>
                    <a:pt x="15" y="3"/>
                  </a:moveTo>
                  <a:cubicBezTo>
                    <a:pt x="16" y="5"/>
                    <a:pt x="13" y="9"/>
                    <a:pt x="9" y="11"/>
                  </a:cubicBezTo>
                  <a:cubicBezTo>
                    <a:pt x="5" y="12"/>
                    <a:pt x="2" y="11"/>
                    <a:pt x="1" y="9"/>
                  </a:cubicBezTo>
                  <a:cubicBezTo>
                    <a:pt x="0" y="6"/>
                    <a:pt x="3" y="2"/>
                    <a:pt x="7" y="1"/>
                  </a:cubicBezTo>
                  <a:cubicBezTo>
                    <a:pt x="11" y="0"/>
                    <a:pt x="15"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2" name="Freeform 2383">
              <a:extLst>
                <a:ext uri="{FF2B5EF4-FFF2-40B4-BE49-F238E27FC236}">
                  <a16:creationId xmlns:a16="http://schemas.microsoft.com/office/drawing/2014/main" id="{4938F675-170A-3EFD-D288-5A0D3FC502FF}"/>
                </a:ext>
              </a:extLst>
            </p:cNvPr>
            <p:cNvSpPr>
              <a:spLocks/>
            </p:cNvSpPr>
            <p:nvPr/>
          </p:nvSpPr>
          <p:spPr bwMode="auto">
            <a:xfrm rot="5094805">
              <a:off x="2227255" y="5399218"/>
              <a:ext cx="36560" cy="31990"/>
            </a:xfrm>
            <a:custGeom>
              <a:avLst/>
              <a:gdLst>
                <a:gd name="T0" fmla="*/ 6 w 15"/>
                <a:gd name="T1" fmla="*/ 1 h 13"/>
                <a:gd name="T2" fmla="*/ 15 w 15"/>
                <a:gd name="T3" fmla="*/ 4 h 13"/>
                <a:gd name="T4" fmla="*/ 8 w 15"/>
                <a:gd name="T5" fmla="*/ 11 h 13"/>
                <a:gd name="T6" fmla="*/ 0 w 15"/>
                <a:gd name="T7" fmla="*/ 8 h 13"/>
                <a:gd name="T8" fmla="*/ 6 w 15"/>
                <a:gd name="T9" fmla="*/ 1 h 13"/>
              </a:gdLst>
              <a:ahLst/>
              <a:cxnLst>
                <a:cxn ang="0">
                  <a:pos x="T0" y="T1"/>
                </a:cxn>
                <a:cxn ang="0">
                  <a:pos x="T2" y="T3"/>
                </a:cxn>
                <a:cxn ang="0">
                  <a:pos x="T4" y="T5"/>
                </a:cxn>
                <a:cxn ang="0">
                  <a:pos x="T6" y="T7"/>
                </a:cxn>
                <a:cxn ang="0">
                  <a:pos x="T8" y="T9"/>
                </a:cxn>
              </a:cxnLst>
              <a:rect l="0" t="0" r="r" b="b"/>
              <a:pathLst>
                <a:path w="15" h="13">
                  <a:moveTo>
                    <a:pt x="6" y="1"/>
                  </a:moveTo>
                  <a:cubicBezTo>
                    <a:pt x="10" y="0"/>
                    <a:pt x="14" y="1"/>
                    <a:pt x="15" y="4"/>
                  </a:cubicBezTo>
                  <a:cubicBezTo>
                    <a:pt x="15" y="7"/>
                    <a:pt x="11" y="10"/>
                    <a:pt x="8" y="11"/>
                  </a:cubicBezTo>
                  <a:cubicBezTo>
                    <a:pt x="4" y="13"/>
                    <a:pt x="0" y="11"/>
                    <a:pt x="0" y="8"/>
                  </a:cubicBezTo>
                  <a:cubicBezTo>
                    <a:pt x="0" y="6"/>
                    <a:pt x="2"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3" name="Freeform 2384">
              <a:extLst>
                <a:ext uri="{FF2B5EF4-FFF2-40B4-BE49-F238E27FC236}">
                  <a16:creationId xmlns:a16="http://schemas.microsoft.com/office/drawing/2014/main" id="{268335EF-771D-26BB-6BB4-19DE04DA5184}"/>
                </a:ext>
              </a:extLst>
            </p:cNvPr>
            <p:cNvSpPr>
              <a:spLocks/>
            </p:cNvSpPr>
            <p:nvPr/>
          </p:nvSpPr>
          <p:spPr bwMode="auto">
            <a:xfrm rot="5094805">
              <a:off x="2304683" y="5586069"/>
              <a:ext cx="38845" cy="31990"/>
            </a:xfrm>
            <a:custGeom>
              <a:avLst/>
              <a:gdLst>
                <a:gd name="T0" fmla="*/ 6 w 15"/>
                <a:gd name="T1" fmla="*/ 2 h 13"/>
                <a:gd name="T2" fmla="*/ 15 w 15"/>
                <a:gd name="T3" fmla="*/ 5 h 13"/>
                <a:gd name="T4" fmla="*/ 8 w 15"/>
                <a:gd name="T5" fmla="*/ 11 h 13"/>
                <a:gd name="T6" fmla="*/ 0 w 15"/>
                <a:gd name="T7" fmla="*/ 8 h 13"/>
                <a:gd name="T8" fmla="*/ 6 w 15"/>
                <a:gd name="T9" fmla="*/ 2 h 13"/>
              </a:gdLst>
              <a:ahLst/>
              <a:cxnLst>
                <a:cxn ang="0">
                  <a:pos x="T0" y="T1"/>
                </a:cxn>
                <a:cxn ang="0">
                  <a:pos x="T2" y="T3"/>
                </a:cxn>
                <a:cxn ang="0">
                  <a:pos x="T4" y="T5"/>
                </a:cxn>
                <a:cxn ang="0">
                  <a:pos x="T6" y="T7"/>
                </a:cxn>
                <a:cxn ang="0">
                  <a:pos x="T8" y="T9"/>
                </a:cxn>
              </a:cxnLst>
              <a:rect l="0" t="0" r="r" b="b"/>
              <a:pathLst>
                <a:path w="15" h="13">
                  <a:moveTo>
                    <a:pt x="6" y="2"/>
                  </a:moveTo>
                  <a:cubicBezTo>
                    <a:pt x="11" y="0"/>
                    <a:pt x="15" y="2"/>
                    <a:pt x="15" y="5"/>
                  </a:cubicBezTo>
                  <a:cubicBezTo>
                    <a:pt x="15" y="7"/>
                    <a:pt x="12" y="10"/>
                    <a:pt x="8" y="11"/>
                  </a:cubicBezTo>
                  <a:cubicBezTo>
                    <a:pt x="4" y="13"/>
                    <a:pt x="0" y="11"/>
                    <a:pt x="0" y="8"/>
                  </a:cubicBezTo>
                  <a:cubicBezTo>
                    <a:pt x="0" y="5"/>
                    <a:pt x="3"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4" name="Freeform 2385">
              <a:extLst>
                <a:ext uri="{FF2B5EF4-FFF2-40B4-BE49-F238E27FC236}">
                  <a16:creationId xmlns:a16="http://schemas.microsoft.com/office/drawing/2014/main" id="{93FC47D6-074F-4881-295D-619983AA95EB}"/>
                </a:ext>
              </a:extLst>
            </p:cNvPr>
            <p:cNvSpPr>
              <a:spLocks/>
            </p:cNvSpPr>
            <p:nvPr/>
          </p:nvSpPr>
          <p:spPr bwMode="auto">
            <a:xfrm rot="5094805">
              <a:off x="2373112" y="5776111"/>
              <a:ext cx="38845" cy="29705"/>
            </a:xfrm>
            <a:custGeom>
              <a:avLst/>
              <a:gdLst>
                <a:gd name="T0" fmla="*/ 15 w 16"/>
                <a:gd name="T1" fmla="*/ 4 h 12"/>
                <a:gd name="T2" fmla="*/ 8 w 16"/>
                <a:gd name="T3" fmla="*/ 11 h 12"/>
                <a:gd name="T4" fmla="*/ 1 w 16"/>
                <a:gd name="T5" fmla="*/ 8 h 12"/>
                <a:gd name="T6" fmla="*/ 7 w 16"/>
                <a:gd name="T7" fmla="*/ 1 h 12"/>
                <a:gd name="T8" fmla="*/ 15 w 16"/>
                <a:gd name="T9" fmla="*/ 4 h 12"/>
              </a:gdLst>
              <a:ahLst/>
              <a:cxnLst>
                <a:cxn ang="0">
                  <a:pos x="T0" y="T1"/>
                </a:cxn>
                <a:cxn ang="0">
                  <a:pos x="T2" y="T3"/>
                </a:cxn>
                <a:cxn ang="0">
                  <a:pos x="T4" y="T5"/>
                </a:cxn>
                <a:cxn ang="0">
                  <a:pos x="T6" y="T7"/>
                </a:cxn>
                <a:cxn ang="0">
                  <a:pos x="T8" y="T9"/>
                </a:cxn>
              </a:cxnLst>
              <a:rect l="0" t="0" r="r" b="b"/>
              <a:pathLst>
                <a:path w="16" h="12">
                  <a:moveTo>
                    <a:pt x="15" y="4"/>
                  </a:moveTo>
                  <a:cubicBezTo>
                    <a:pt x="16" y="7"/>
                    <a:pt x="12" y="10"/>
                    <a:pt x="8" y="11"/>
                  </a:cubicBezTo>
                  <a:cubicBezTo>
                    <a:pt x="5" y="12"/>
                    <a:pt x="1" y="10"/>
                    <a:pt x="1" y="8"/>
                  </a:cubicBezTo>
                  <a:cubicBezTo>
                    <a:pt x="0" y="5"/>
                    <a:pt x="3" y="2"/>
                    <a:pt x="7" y="1"/>
                  </a:cubicBezTo>
                  <a:cubicBezTo>
                    <a:pt x="10" y="0"/>
                    <a:pt x="14" y="2"/>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5" name="Freeform 2386">
              <a:extLst>
                <a:ext uri="{FF2B5EF4-FFF2-40B4-BE49-F238E27FC236}">
                  <a16:creationId xmlns:a16="http://schemas.microsoft.com/office/drawing/2014/main" id="{38286447-F77C-27FC-B35D-0D2A2018D87F}"/>
                </a:ext>
              </a:extLst>
            </p:cNvPr>
            <p:cNvSpPr>
              <a:spLocks/>
            </p:cNvSpPr>
            <p:nvPr/>
          </p:nvSpPr>
          <p:spPr bwMode="auto">
            <a:xfrm rot="5094805">
              <a:off x="2427683" y="5965093"/>
              <a:ext cx="38845" cy="27420"/>
            </a:xfrm>
            <a:custGeom>
              <a:avLst/>
              <a:gdLst>
                <a:gd name="T0" fmla="*/ 15 w 16"/>
                <a:gd name="T1" fmla="*/ 4 h 11"/>
                <a:gd name="T2" fmla="*/ 9 w 16"/>
                <a:gd name="T3" fmla="*/ 11 h 11"/>
                <a:gd name="T4" fmla="*/ 1 w 16"/>
                <a:gd name="T5" fmla="*/ 7 h 11"/>
                <a:gd name="T6" fmla="*/ 6 w 16"/>
                <a:gd name="T7" fmla="*/ 1 h 11"/>
                <a:gd name="T8" fmla="*/ 15 w 16"/>
                <a:gd name="T9" fmla="*/ 4 h 11"/>
              </a:gdLst>
              <a:ahLst/>
              <a:cxnLst>
                <a:cxn ang="0">
                  <a:pos x="T0" y="T1"/>
                </a:cxn>
                <a:cxn ang="0">
                  <a:pos x="T2" y="T3"/>
                </a:cxn>
                <a:cxn ang="0">
                  <a:pos x="T4" y="T5"/>
                </a:cxn>
                <a:cxn ang="0">
                  <a:pos x="T6" y="T7"/>
                </a:cxn>
                <a:cxn ang="0">
                  <a:pos x="T8" y="T9"/>
                </a:cxn>
              </a:cxnLst>
              <a:rect l="0" t="0" r="r" b="b"/>
              <a:pathLst>
                <a:path w="16" h="11">
                  <a:moveTo>
                    <a:pt x="15" y="4"/>
                  </a:moveTo>
                  <a:cubicBezTo>
                    <a:pt x="16" y="7"/>
                    <a:pt x="13" y="10"/>
                    <a:pt x="9" y="11"/>
                  </a:cubicBezTo>
                  <a:cubicBezTo>
                    <a:pt x="5" y="11"/>
                    <a:pt x="2" y="10"/>
                    <a:pt x="1" y="7"/>
                  </a:cubicBezTo>
                  <a:cubicBezTo>
                    <a:pt x="0" y="5"/>
                    <a:pt x="2" y="2"/>
                    <a:pt x="6" y="1"/>
                  </a:cubicBezTo>
                  <a:cubicBezTo>
                    <a:pt x="10" y="0"/>
                    <a:pt x="15" y="1"/>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6" name="Freeform 2387">
              <a:extLst>
                <a:ext uri="{FF2B5EF4-FFF2-40B4-BE49-F238E27FC236}">
                  <a16:creationId xmlns:a16="http://schemas.microsoft.com/office/drawing/2014/main" id="{2DD89928-905F-16BD-B5FE-97FEB32035FE}"/>
                </a:ext>
              </a:extLst>
            </p:cNvPr>
            <p:cNvSpPr>
              <a:spLocks/>
            </p:cNvSpPr>
            <p:nvPr/>
          </p:nvSpPr>
          <p:spPr bwMode="auto">
            <a:xfrm rot="5094805">
              <a:off x="2468898" y="6157461"/>
              <a:ext cx="41130" cy="27420"/>
            </a:xfrm>
            <a:custGeom>
              <a:avLst/>
              <a:gdLst>
                <a:gd name="T0" fmla="*/ 9 w 16"/>
                <a:gd name="T1" fmla="*/ 10 h 11"/>
                <a:gd name="T2" fmla="*/ 1 w 16"/>
                <a:gd name="T3" fmla="*/ 7 h 11"/>
                <a:gd name="T4" fmla="*/ 7 w 16"/>
                <a:gd name="T5" fmla="*/ 0 h 11"/>
                <a:gd name="T6" fmla="*/ 15 w 16"/>
                <a:gd name="T7" fmla="*/ 4 h 11"/>
                <a:gd name="T8" fmla="*/ 9 w 16"/>
                <a:gd name="T9" fmla="*/ 10 h 11"/>
              </a:gdLst>
              <a:ahLst/>
              <a:cxnLst>
                <a:cxn ang="0">
                  <a:pos x="T0" y="T1"/>
                </a:cxn>
                <a:cxn ang="0">
                  <a:pos x="T2" y="T3"/>
                </a:cxn>
                <a:cxn ang="0">
                  <a:pos x="T4" y="T5"/>
                </a:cxn>
                <a:cxn ang="0">
                  <a:pos x="T6" y="T7"/>
                </a:cxn>
                <a:cxn ang="0">
                  <a:pos x="T8" y="T9"/>
                </a:cxn>
              </a:cxnLst>
              <a:rect l="0" t="0" r="r" b="b"/>
              <a:pathLst>
                <a:path w="16" h="11">
                  <a:moveTo>
                    <a:pt x="9" y="10"/>
                  </a:moveTo>
                  <a:cubicBezTo>
                    <a:pt x="5" y="11"/>
                    <a:pt x="2" y="9"/>
                    <a:pt x="1" y="7"/>
                  </a:cubicBezTo>
                  <a:cubicBezTo>
                    <a:pt x="0" y="4"/>
                    <a:pt x="3" y="1"/>
                    <a:pt x="7" y="0"/>
                  </a:cubicBezTo>
                  <a:cubicBezTo>
                    <a:pt x="11" y="0"/>
                    <a:pt x="14" y="1"/>
                    <a:pt x="15" y="4"/>
                  </a:cubicBezTo>
                  <a:cubicBezTo>
                    <a:pt x="16" y="6"/>
                    <a:pt x="13" y="10"/>
                    <a:pt x="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7" name="Freeform 2388">
              <a:extLst>
                <a:ext uri="{FF2B5EF4-FFF2-40B4-BE49-F238E27FC236}">
                  <a16:creationId xmlns:a16="http://schemas.microsoft.com/office/drawing/2014/main" id="{6176B874-6D67-6011-E7BA-0C714DF51C89}"/>
                </a:ext>
              </a:extLst>
            </p:cNvPr>
            <p:cNvSpPr>
              <a:spLocks/>
            </p:cNvSpPr>
            <p:nvPr/>
          </p:nvSpPr>
          <p:spPr bwMode="auto">
            <a:xfrm rot="5094805">
              <a:off x="2523575" y="6346539"/>
              <a:ext cx="38845" cy="27420"/>
            </a:xfrm>
            <a:custGeom>
              <a:avLst/>
              <a:gdLst>
                <a:gd name="T0" fmla="*/ 9 w 16"/>
                <a:gd name="T1" fmla="*/ 11 h 11"/>
                <a:gd name="T2" fmla="*/ 1 w 16"/>
                <a:gd name="T3" fmla="*/ 8 h 11"/>
                <a:gd name="T4" fmla="*/ 7 w 16"/>
                <a:gd name="T5" fmla="*/ 1 h 11"/>
                <a:gd name="T6" fmla="*/ 15 w 16"/>
                <a:gd name="T7" fmla="*/ 3 h 11"/>
                <a:gd name="T8" fmla="*/ 9 w 16"/>
                <a:gd name="T9" fmla="*/ 11 h 11"/>
              </a:gdLst>
              <a:ahLst/>
              <a:cxnLst>
                <a:cxn ang="0">
                  <a:pos x="T0" y="T1"/>
                </a:cxn>
                <a:cxn ang="0">
                  <a:pos x="T2" y="T3"/>
                </a:cxn>
                <a:cxn ang="0">
                  <a:pos x="T4" y="T5"/>
                </a:cxn>
                <a:cxn ang="0">
                  <a:pos x="T6" y="T7"/>
                </a:cxn>
                <a:cxn ang="0">
                  <a:pos x="T8" y="T9"/>
                </a:cxn>
              </a:cxnLst>
              <a:rect l="0" t="0" r="r" b="b"/>
              <a:pathLst>
                <a:path w="16" h="11">
                  <a:moveTo>
                    <a:pt x="9" y="11"/>
                  </a:moveTo>
                  <a:cubicBezTo>
                    <a:pt x="6" y="11"/>
                    <a:pt x="2" y="10"/>
                    <a:pt x="1" y="8"/>
                  </a:cubicBezTo>
                  <a:cubicBezTo>
                    <a:pt x="0" y="5"/>
                    <a:pt x="3" y="2"/>
                    <a:pt x="7" y="1"/>
                  </a:cubicBezTo>
                  <a:cubicBezTo>
                    <a:pt x="11" y="0"/>
                    <a:pt x="15" y="1"/>
                    <a:pt x="15" y="3"/>
                  </a:cubicBezTo>
                  <a:cubicBezTo>
                    <a:pt x="16" y="6"/>
                    <a:pt x="13" y="10"/>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8" name="Freeform 2389">
              <a:extLst>
                <a:ext uri="{FF2B5EF4-FFF2-40B4-BE49-F238E27FC236}">
                  <a16:creationId xmlns:a16="http://schemas.microsoft.com/office/drawing/2014/main" id="{76B60F59-42EA-3785-4595-4601B50B5DB8}"/>
                </a:ext>
              </a:extLst>
            </p:cNvPr>
            <p:cNvSpPr>
              <a:spLocks/>
            </p:cNvSpPr>
            <p:nvPr/>
          </p:nvSpPr>
          <p:spPr bwMode="auto">
            <a:xfrm rot="5094805">
              <a:off x="2590664" y="6533265"/>
              <a:ext cx="38845" cy="27420"/>
            </a:xfrm>
            <a:custGeom>
              <a:avLst/>
              <a:gdLst>
                <a:gd name="T0" fmla="*/ 15 w 16"/>
                <a:gd name="T1" fmla="*/ 3 h 12"/>
                <a:gd name="T2" fmla="*/ 9 w 16"/>
                <a:gd name="T3" fmla="*/ 11 h 12"/>
                <a:gd name="T4" fmla="*/ 1 w 16"/>
                <a:gd name="T5" fmla="*/ 8 h 12"/>
                <a:gd name="T6" fmla="*/ 8 w 16"/>
                <a:gd name="T7" fmla="*/ 1 h 12"/>
                <a:gd name="T8" fmla="*/ 15 w 16"/>
                <a:gd name="T9" fmla="*/ 3 h 12"/>
              </a:gdLst>
              <a:ahLst/>
              <a:cxnLst>
                <a:cxn ang="0">
                  <a:pos x="T0" y="T1"/>
                </a:cxn>
                <a:cxn ang="0">
                  <a:pos x="T2" y="T3"/>
                </a:cxn>
                <a:cxn ang="0">
                  <a:pos x="T4" y="T5"/>
                </a:cxn>
                <a:cxn ang="0">
                  <a:pos x="T6" y="T7"/>
                </a:cxn>
                <a:cxn ang="0">
                  <a:pos x="T8" y="T9"/>
                </a:cxn>
              </a:cxnLst>
              <a:rect l="0" t="0" r="r" b="b"/>
              <a:pathLst>
                <a:path w="16" h="12">
                  <a:moveTo>
                    <a:pt x="15" y="3"/>
                  </a:moveTo>
                  <a:cubicBezTo>
                    <a:pt x="16" y="6"/>
                    <a:pt x="13" y="9"/>
                    <a:pt x="9" y="11"/>
                  </a:cubicBezTo>
                  <a:cubicBezTo>
                    <a:pt x="5" y="12"/>
                    <a:pt x="2" y="10"/>
                    <a:pt x="1" y="8"/>
                  </a:cubicBezTo>
                  <a:cubicBezTo>
                    <a:pt x="0" y="5"/>
                    <a:pt x="3" y="2"/>
                    <a:pt x="8" y="1"/>
                  </a:cubicBezTo>
                  <a:cubicBezTo>
                    <a:pt x="11" y="0"/>
                    <a:pt x="15"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9" name="Freeform 2390">
              <a:extLst>
                <a:ext uri="{FF2B5EF4-FFF2-40B4-BE49-F238E27FC236}">
                  <a16:creationId xmlns:a16="http://schemas.microsoft.com/office/drawing/2014/main" id="{3E4EC4B0-B1C5-5F35-BCFA-8F6E649616F6}"/>
                </a:ext>
              </a:extLst>
            </p:cNvPr>
            <p:cNvSpPr>
              <a:spLocks/>
            </p:cNvSpPr>
            <p:nvPr/>
          </p:nvSpPr>
          <p:spPr bwMode="auto">
            <a:xfrm rot="5094805">
              <a:off x="2674823" y="6717328"/>
              <a:ext cx="38845" cy="29705"/>
            </a:xfrm>
            <a:custGeom>
              <a:avLst/>
              <a:gdLst>
                <a:gd name="T0" fmla="*/ 15 w 16"/>
                <a:gd name="T1" fmla="*/ 3 h 12"/>
                <a:gd name="T2" fmla="*/ 9 w 16"/>
                <a:gd name="T3" fmla="*/ 11 h 12"/>
                <a:gd name="T4" fmla="*/ 1 w 16"/>
                <a:gd name="T5" fmla="*/ 9 h 12"/>
                <a:gd name="T6" fmla="*/ 7 w 16"/>
                <a:gd name="T7" fmla="*/ 2 h 12"/>
                <a:gd name="T8" fmla="*/ 15 w 16"/>
                <a:gd name="T9" fmla="*/ 3 h 12"/>
              </a:gdLst>
              <a:ahLst/>
              <a:cxnLst>
                <a:cxn ang="0">
                  <a:pos x="T0" y="T1"/>
                </a:cxn>
                <a:cxn ang="0">
                  <a:pos x="T2" y="T3"/>
                </a:cxn>
                <a:cxn ang="0">
                  <a:pos x="T4" y="T5"/>
                </a:cxn>
                <a:cxn ang="0">
                  <a:pos x="T6" y="T7"/>
                </a:cxn>
                <a:cxn ang="0">
                  <a:pos x="T8" y="T9"/>
                </a:cxn>
              </a:cxnLst>
              <a:rect l="0" t="0" r="r" b="b"/>
              <a:pathLst>
                <a:path w="16" h="12">
                  <a:moveTo>
                    <a:pt x="15" y="3"/>
                  </a:moveTo>
                  <a:cubicBezTo>
                    <a:pt x="16" y="5"/>
                    <a:pt x="13" y="9"/>
                    <a:pt x="9" y="11"/>
                  </a:cubicBezTo>
                  <a:cubicBezTo>
                    <a:pt x="5" y="12"/>
                    <a:pt x="2" y="11"/>
                    <a:pt x="1" y="9"/>
                  </a:cubicBezTo>
                  <a:cubicBezTo>
                    <a:pt x="0" y="7"/>
                    <a:pt x="3" y="3"/>
                    <a:pt x="7" y="2"/>
                  </a:cubicBezTo>
                  <a:cubicBezTo>
                    <a:pt x="11"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0" name="Freeform 2391">
              <a:extLst>
                <a:ext uri="{FF2B5EF4-FFF2-40B4-BE49-F238E27FC236}">
                  <a16:creationId xmlns:a16="http://schemas.microsoft.com/office/drawing/2014/main" id="{3BCB50C8-5418-2254-427F-61D58957CF97}"/>
                </a:ext>
              </a:extLst>
            </p:cNvPr>
            <p:cNvSpPr>
              <a:spLocks/>
            </p:cNvSpPr>
            <p:nvPr/>
          </p:nvSpPr>
          <p:spPr bwMode="auto">
            <a:xfrm rot="5094805">
              <a:off x="1085315" y="1498968"/>
              <a:ext cx="36560" cy="34275"/>
            </a:xfrm>
            <a:custGeom>
              <a:avLst/>
              <a:gdLst>
                <a:gd name="T0" fmla="*/ 15 w 15"/>
                <a:gd name="T1" fmla="*/ 11 h 14"/>
                <a:gd name="T2" fmla="*/ 8 w 15"/>
                <a:gd name="T3" fmla="*/ 11 h 14"/>
                <a:gd name="T4" fmla="*/ 0 w 15"/>
                <a:gd name="T5" fmla="*/ 2 h 14"/>
                <a:gd name="T6" fmla="*/ 7 w 15"/>
                <a:gd name="T7" fmla="*/ 2 h 14"/>
                <a:gd name="T8" fmla="*/ 15 w 15"/>
                <a:gd name="T9" fmla="*/ 11 h 14"/>
              </a:gdLst>
              <a:ahLst/>
              <a:cxnLst>
                <a:cxn ang="0">
                  <a:pos x="T0" y="T1"/>
                </a:cxn>
                <a:cxn ang="0">
                  <a:pos x="T2" y="T3"/>
                </a:cxn>
                <a:cxn ang="0">
                  <a:pos x="T4" y="T5"/>
                </a:cxn>
                <a:cxn ang="0">
                  <a:pos x="T6" y="T7"/>
                </a:cxn>
                <a:cxn ang="0">
                  <a:pos x="T8" y="T9"/>
                </a:cxn>
              </a:cxnLst>
              <a:rect l="0" t="0" r="r" b="b"/>
              <a:pathLst>
                <a:path w="15" h="14">
                  <a:moveTo>
                    <a:pt x="15" y="11"/>
                  </a:moveTo>
                  <a:cubicBezTo>
                    <a:pt x="15" y="14"/>
                    <a:pt x="12" y="14"/>
                    <a:pt x="8" y="11"/>
                  </a:cubicBezTo>
                  <a:cubicBezTo>
                    <a:pt x="4" y="8"/>
                    <a:pt x="0" y="4"/>
                    <a:pt x="0" y="2"/>
                  </a:cubicBezTo>
                  <a:cubicBezTo>
                    <a:pt x="0" y="0"/>
                    <a:pt x="3" y="0"/>
                    <a:pt x="7" y="2"/>
                  </a:cubicBezTo>
                  <a:cubicBezTo>
                    <a:pt x="11" y="5"/>
                    <a:pt x="15" y="9"/>
                    <a:pt x="1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1" name="Freeform 2392">
              <a:extLst>
                <a:ext uri="{FF2B5EF4-FFF2-40B4-BE49-F238E27FC236}">
                  <a16:creationId xmlns:a16="http://schemas.microsoft.com/office/drawing/2014/main" id="{0BD44008-0F54-97AD-4D3E-4471C1643D42}"/>
                </a:ext>
              </a:extLst>
            </p:cNvPr>
            <p:cNvSpPr>
              <a:spLocks/>
            </p:cNvSpPr>
            <p:nvPr/>
          </p:nvSpPr>
          <p:spPr bwMode="auto">
            <a:xfrm rot="5094805">
              <a:off x="989344" y="1709383"/>
              <a:ext cx="36560" cy="34275"/>
            </a:xfrm>
            <a:custGeom>
              <a:avLst/>
              <a:gdLst>
                <a:gd name="T0" fmla="*/ 14 w 15"/>
                <a:gd name="T1" fmla="*/ 11 h 13"/>
                <a:gd name="T2" fmla="*/ 8 w 15"/>
                <a:gd name="T3" fmla="*/ 11 h 13"/>
                <a:gd name="T4" fmla="*/ 0 w 15"/>
                <a:gd name="T5" fmla="*/ 3 h 13"/>
                <a:gd name="T6" fmla="*/ 7 w 15"/>
                <a:gd name="T7" fmla="*/ 2 h 13"/>
                <a:gd name="T8" fmla="*/ 14 w 15"/>
                <a:gd name="T9" fmla="*/ 11 h 13"/>
              </a:gdLst>
              <a:ahLst/>
              <a:cxnLst>
                <a:cxn ang="0">
                  <a:pos x="T0" y="T1"/>
                </a:cxn>
                <a:cxn ang="0">
                  <a:pos x="T2" y="T3"/>
                </a:cxn>
                <a:cxn ang="0">
                  <a:pos x="T4" y="T5"/>
                </a:cxn>
                <a:cxn ang="0">
                  <a:pos x="T6" y="T7"/>
                </a:cxn>
                <a:cxn ang="0">
                  <a:pos x="T8" y="T9"/>
                </a:cxn>
              </a:cxnLst>
              <a:rect l="0" t="0" r="r" b="b"/>
              <a:pathLst>
                <a:path w="15" h="13">
                  <a:moveTo>
                    <a:pt x="14" y="11"/>
                  </a:moveTo>
                  <a:cubicBezTo>
                    <a:pt x="15" y="13"/>
                    <a:pt x="12" y="13"/>
                    <a:pt x="8" y="11"/>
                  </a:cubicBezTo>
                  <a:cubicBezTo>
                    <a:pt x="4" y="9"/>
                    <a:pt x="0" y="5"/>
                    <a:pt x="0" y="3"/>
                  </a:cubicBezTo>
                  <a:cubicBezTo>
                    <a:pt x="0" y="0"/>
                    <a:pt x="3" y="0"/>
                    <a:pt x="7" y="2"/>
                  </a:cubicBezTo>
                  <a:cubicBezTo>
                    <a:pt x="10" y="5"/>
                    <a:pt x="14" y="9"/>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2" name="Freeform 2393">
              <a:extLst>
                <a:ext uri="{FF2B5EF4-FFF2-40B4-BE49-F238E27FC236}">
                  <a16:creationId xmlns:a16="http://schemas.microsoft.com/office/drawing/2014/main" id="{1F25AD5E-0A36-1927-F558-2166139CBC1C}"/>
                </a:ext>
              </a:extLst>
            </p:cNvPr>
            <p:cNvSpPr>
              <a:spLocks/>
            </p:cNvSpPr>
            <p:nvPr/>
          </p:nvSpPr>
          <p:spPr bwMode="auto">
            <a:xfrm rot="5094805">
              <a:off x="905485" y="1917560"/>
              <a:ext cx="36560" cy="27420"/>
            </a:xfrm>
            <a:custGeom>
              <a:avLst/>
              <a:gdLst>
                <a:gd name="T0" fmla="*/ 8 w 15"/>
                <a:gd name="T1" fmla="*/ 9 h 11"/>
                <a:gd name="T2" fmla="*/ 0 w 15"/>
                <a:gd name="T3" fmla="*/ 2 h 11"/>
                <a:gd name="T4" fmla="*/ 8 w 15"/>
                <a:gd name="T5" fmla="*/ 2 h 11"/>
                <a:gd name="T6" fmla="*/ 15 w 15"/>
                <a:gd name="T7" fmla="*/ 9 h 11"/>
                <a:gd name="T8" fmla="*/ 8 w 15"/>
                <a:gd name="T9" fmla="*/ 9 h 11"/>
              </a:gdLst>
              <a:ahLst/>
              <a:cxnLst>
                <a:cxn ang="0">
                  <a:pos x="T0" y="T1"/>
                </a:cxn>
                <a:cxn ang="0">
                  <a:pos x="T2" y="T3"/>
                </a:cxn>
                <a:cxn ang="0">
                  <a:pos x="T4" y="T5"/>
                </a:cxn>
                <a:cxn ang="0">
                  <a:pos x="T6" y="T7"/>
                </a:cxn>
                <a:cxn ang="0">
                  <a:pos x="T8" y="T9"/>
                </a:cxn>
              </a:cxnLst>
              <a:rect l="0" t="0" r="r" b="b"/>
              <a:pathLst>
                <a:path w="15" h="11">
                  <a:moveTo>
                    <a:pt x="8" y="9"/>
                  </a:moveTo>
                  <a:cubicBezTo>
                    <a:pt x="4" y="7"/>
                    <a:pt x="0" y="4"/>
                    <a:pt x="0" y="2"/>
                  </a:cubicBezTo>
                  <a:cubicBezTo>
                    <a:pt x="0" y="0"/>
                    <a:pt x="4" y="0"/>
                    <a:pt x="8" y="2"/>
                  </a:cubicBezTo>
                  <a:cubicBezTo>
                    <a:pt x="12" y="4"/>
                    <a:pt x="15" y="7"/>
                    <a:pt x="15" y="9"/>
                  </a:cubicBezTo>
                  <a:cubicBezTo>
                    <a:pt x="15" y="11"/>
                    <a:pt x="12" y="11"/>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3" name="Freeform 2394">
              <a:extLst>
                <a:ext uri="{FF2B5EF4-FFF2-40B4-BE49-F238E27FC236}">
                  <a16:creationId xmlns:a16="http://schemas.microsoft.com/office/drawing/2014/main" id="{4B6C8F7E-8457-C837-A0CD-315082649347}"/>
                </a:ext>
              </a:extLst>
            </p:cNvPr>
            <p:cNvSpPr>
              <a:spLocks/>
            </p:cNvSpPr>
            <p:nvPr/>
          </p:nvSpPr>
          <p:spPr bwMode="auto">
            <a:xfrm rot="5094805">
              <a:off x="849141" y="2123297"/>
              <a:ext cx="36560" cy="25135"/>
            </a:xfrm>
            <a:custGeom>
              <a:avLst/>
              <a:gdLst>
                <a:gd name="T0" fmla="*/ 8 w 15"/>
                <a:gd name="T1" fmla="*/ 8 h 10"/>
                <a:gd name="T2" fmla="*/ 0 w 15"/>
                <a:gd name="T3" fmla="*/ 2 h 10"/>
                <a:gd name="T4" fmla="*/ 8 w 15"/>
                <a:gd name="T5" fmla="*/ 1 h 10"/>
                <a:gd name="T6" fmla="*/ 15 w 15"/>
                <a:gd name="T7" fmla="*/ 7 h 10"/>
                <a:gd name="T8" fmla="*/ 8 w 15"/>
                <a:gd name="T9" fmla="*/ 8 h 10"/>
              </a:gdLst>
              <a:ahLst/>
              <a:cxnLst>
                <a:cxn ang="0">
                  <a:pos x="T0" y="T1"/>
                </a:cxn>
                <a:cxn ang="0">
                  <a:pos x="T2" y="T3"/>
                </a:cxn>
                <a:cxn ang="0">
                  <a:pos x="T4" y="T5"/>
                </a:cxn>
                <a:cxn ang="0">
                  <a:pos x="T6" y="T7"/>
                </a:cxn>
                <a:cxn ang="0">
                  <a:pos x="T8" y="T9"/>
                </a:cxn>
              </a:cxnLst>
              <a:rect l="0" t="0" r="r" b="b"/>
              <a:pathLst>
                <a:path w="15" h="10">
                  <a:moveTo>
                    <a:pt x="8" y="8"/>
                  </a:moveTo>
                  <a:cubicBezTo>
                    <a:pt x="4" y="7"/>
                    <a:pt x="0" y="4"/>
                    <a:pt x="0" y="2"/>
                  </a:cubicBezTo>
                  <a:cubicBezTo>
                    <a:pt x="0" y="0"/>
                    <a:pt x="4" y="0"/>
                    <a:pt x="8" y="1"/>
                  </a:cubicBezTo>
                  <a:cubicBezTo>
                    <a:pt x="12" y="2"/>
                    <a:pt x="15" y="5"/>
                    <a:pt x="15" y="7"/>
                  </a:cubicBezTo>
                  <a:cubicBezTo>
                    <a:pt x="15" y="9"/>
                    <a:pt x="12" y="10"/>
                    <a:pt x="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4" name="Freeform 2395">
              <a:extLst>
                <a:ext uri="{FF2B5EF4-FFF2-40B4-BE49-F238E27FC236}">
                  <a16:creationId xmlns:a16="http://schemas.microsoft.com/office/drawing/2014/main" id="{91683DB7-49FB-2209-3734-2F011EC425BF}"/>
                </a:ext>
              </a:extLst>
            </p:cNvPr>
            <p:cNvSpPr>
              <a:spLocks/>
            </p:cNvSpPr>
            <p:nvPr/>
          </p:nvSpPr>
          <p:spPr bwMode="auto">
            <a:xfrm rot="5094805">
              <a:off x="826734" y="2326003"/>
              <a:ext cx="36560" cy="18280"/>
            </a:xfrm>
            <a:custGeom>
              <a:avLst/>
              <a:gdLst>
                <a:gd name="T0" fmla="*/ 14 w 15"/>
                <a:gd name="T1" fmla="*/ 5 h 8"/>
                <a:gd name="T2" fmla="*/ 8 w 15"/>
                <a:gd name="T3" fmla="*/ 8 h 8"/>
                <a:gd name="T4" fmla="*/ 0 w 15"/>
                <a:gd name="T5" fmla="*/ 3 h 8"/>
                <a:gd name="T6" fmla="*/ 6 w 15"/>
                <a:gd name="T7" fmla="*/ 0 h 8"/>
                <a:gd name="T8" fmla="*/ 14 w 15"/>
                <a:gd name="T9" fmla="*/ 5 h 8"/>
              </a:gdLst>
              <a:ahLst/>
              <a:cxnLst>
                <a:cxn ang="0">
                  <a:pos x="T0" y="T1"/>
                </a:cxn>
                <a:cxn ang="0">
                  <a:pos x="T2" y="T3"/>
                </a:cxn>
                <a:cxn ang="0">
                  <a:pos x="T4" y="T5"/>
                </a:cxn>
                <a:cxn ang="0">
                  <a:pos x="T6" y="T7"/>
                </a:cxn>
                <a:cxn ang="0">
                  <a:pos x="T8" y="T9"/>
                </a:cxn>
              </a:cxnLst>
              <a:rect l="0" t="0" r="r" b="b"/>
              <a:pathLst>
                <a:path w="15" h="8">
                  <a:moveTo>
                    <a:pt x="14" y="5"/>
                  </a:moveTo>
                  <a:cubicBezTo>
                    <a:pt x="15" y="7"/>
                    <a:pt x="12" y="8"/>
                    <a:pt x="8" y="8"/>
                  </a:cubicBezTo>
                  <a:cubicBezTo>
                    <a:pt x="4" y="8"/>
                    <a:pt x="1" y="5"/>
                    <a:pt x="0" y="3"/>
                  </a:cubicBezTo>
                  <a:cubicBezTo>
                    <a:pt x="0" y="1"/>
                    <a:pt x="3" y="0"/>
                    <a:pt x="6" y="0"/>
                  </a:cubicBezTo>
                  <a:cubicBezTo>
                    <a:pt x="10" y="0"/>
                    <a:pt x="14" y="2"/>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5" name="Freeform 2396">
              <a:extLst>
                <a:ext uri="{FF2B5EF4-FFF2-40B4-BE49-F238E27FC236}">
                  <a16:creationId xmlns:a16="http://schemas.microsoft.com/office/drawing/2014/main" id="{B478DAEA-A5A7-AF03-9820-B64C9F5865FB}"/>
                </a:ext>
              </a:extLst>
            </p:cNvPr>
            <p:cNvSpPr>
              <a:spLocks/>
            </p:cNvSpPr>
            <p:nvPr/>
          </p:nvSpPr>
          <p:spPr bwMode="auto">
            <a:xfrm rot="5094805">
              <a:off x="848506" y="2519056"/>
              <a:ext cx="36560" cy="18280"/>
            </a:xfrm>
            <a:custGeom>
              <a:avLst/>
              <a:gdLst>
                <a:gd name="T0" fmla="*/ 7 w 14"/>
                <a:gd name="T1" fmla="*/ 8 h 8"/>
                <a:gd name="T2" fmla="*/ 0 w 14"/>
                <a:gd name="T3" fmla="*/ 5 h 8"/>
                <a:gd name="T4" fmla="*/ 7 w 14"/>
                <a:gd name="T5" fmla="*/ 0 h 8"/>
                <a:gd name="T6" fmla="*/ 14 w 14"/>
                <a:gd name="T7" fmla="*/ 4 h 8"/>
                <a:gd name="T8" fmla="*/ 7 w 14"/>
                <a:gd name="T9" fmla="*/ 8 h 8"/>
              </a:gdLst>
              <a:ahLst/>
              <a:cxnLst>
                <a:cxn ang="0">
                  <a:pos x="T0" y="T1"/>
                </a:cxn>
                <a:cxn ang="0">
                  <a:pos x="T2" y="T3"/>
                </a:cxn>
                <a:cxn ang="0">
                  <a:pos x="T4" y="T5"/>
                </a:cxn>
                <a:cxn ang="0">
                  <a:pos x="T6" y="T7"/>
                </a:cxn>
                <a:cxn ang="0">
                  <a:pos x="T8" y="T9"/>
                </a:cxn>
              </a:cxnLst>
              <a:rect l="0" t="0" r="r" b="b"/>
              <a:pathLst>
                <a:path w="14" h="8">
                  <a:moveTo>
                    <a:pt x="7" y="8"/>
                  </a:moveTo>
                  <a:cubicBezTo>
                    <a:pt x="3" y="8"/>
                    <a:pt x="0" y="7"/>
                    <a:pt x="0" y="5"/>
                  </a:cubicBezTo>
                  <a:cubicBezTo>
                    <a:pt x="0" y="3"/>
                    <a:pt x="3" y="0"/>
                    <a:pt x="7" y="0"/>
                  </a:cubicBezTo>
                  <a:cubicBezTo>
                    <a:pt x="11" y="0"/>
                    <a:pt x="14" y="2"/>
                    <a:pt x="14" y="4"/>
                  </a:cubicBezTo>
                  <a:cubicBezTo>
                    <a:pt x="14" y="6"/>
                    <a:pt x="11" y="8"/>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6" name="Freeform 2397">
              <a:extLst>
                <a:ext uri="{FF2B5EF4-FFF2-40B4-BE49-F238E27FC236}">
                  <a16:creationId xmlns:a16="http://schemas.microsoft.com/office/drawing/2014/main" id="{4FBDF509-8073-F211-9F97-C593BCB98C23}"/>
                </a:ext>
              </a:extLst>
            </p:cNvPr>
            <p:cNvSpPr>
              <a:spLocks/>
            </p:cNvSpPr>
            <p:nvPr/>
          </p:nvSpPr>
          <p:spPr bwMode="auto">
            <a:xfrm rot="5094805">
              <a:off x="895314" y="2707596"/>
              <a:ext cx="36560" cy="22850"/>
            </a:xfrm>
            <a:custGeom>
              <a:avLst/>
              <a:gdLst>
                <a:gd name="T0" fmla="*/ 9 w 15"/>
                <a:gd name="T1" fmla="*/ 9 h 10"/>
                <a:gd name="T2" fmla="*/ 1 w 15"/>
                <a:gd name="T3" fmla="*/ 6 h 10"/>
                <a:gd name="T4" fmla="*/ 7 w 15"/>
                <a:gd name="T5" fmla="*/ 1 h 10"/>
                <a:gd name="T6" fmla="*/ 15 w 15"/>
                <a:gd name="T7" fmla="*/ 3 h 10"/>
                <a:gd name="T8" fmla="*/ 9 w 15"/>
                <a:gd name="T9" fmla="*/ 9 h 10"/>
              </a:gdLst>
              <a:ahLst/>
              <a:cxnLst>
                <a:cxn ang="0">
                  <a:pos x="T0" y="T1"/>
                </a:cxn>
                <a:cxn ang="0">
                  <a:pos x="T2" y="T3"/>
                </a:cxn>
                <a:cxn ang="0">
                  <a:pos x="T4" y="T5"/>
                </a:cxn>
                <a:cxn ang="0">
                  <a:pos x="T6" y="T7"/>
                </a:cxn>
                <a:cxn ang="0">
                  <a:pos x="T8" y="T9"/>
                </a:cxn>
              </a:cxnLst>
              <a:rect l="0" t="0" r="r" b="b"/>
              <a:pathLst>
                <a:path w="15" h="10">
                  <a:moveTo>
                    <a:pt x="9" y="9"/>
                  </a:moveTo>
                  <a:cubicBezTo>
                    <a:pt x="5" y="10"/>
                    <a:pt x="1" y="8"/>
                    <a:pt x="1" y="6"/>
                  </a:cubicBezTo>
                  <a:cubicBezTo>
                    <a:pt x="0" y="4"/>
                    <a:pt x="3" y="2"/>
                    <a:pt x="7" y="1"/>
                  </a:cubicBezTo>
                  <a:cubicBezTo>
                    <a:pt x="11" y="0"/>
                    <a:pt x="14" y="1"/>
                    <a:pt x="15" y="3"/>
                  </a:cubicBezTo>
                  <a:cubicBezTo>
                    <a:pt x="15" y="6"/>
                    <a:pt x="13" y="8"/>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7" name="Freeform 2398">
              <a:extLst>
                <a:ext uri="{FF2B5EF4-FFF2-40B4-BE49-F238E27FC236}">
                  <a16:creationId xmlns:a16="http://schemas.microsoft.com/office/drawing/2014/main" id="{F8FA7878-4575-CEE6-29BB-9DEBE2EA14F1}"/>
                </a:ext>
              </a:extLst>
            </p:cNvPr>
            <p:cNvSpPr>
              <a:spLocks/>
            </p:cNvSpPr>
            <p:nvPr/>
          </p:nvSpPr>
          <p:spPr bwMode="auto">
            <a:xfrm rot="5094805">
              <a:off x="956915" y="2895961"/>
              <a:ext cx="36560" cy="25135"/>
            </a:xfrm>
            <a:custGeom>
              <a:avLst/>
              <a:gdLst>
                <a:gd name="T0" fmla="*/ 7 w 15"/>
                <a:gd name="T1" fmla="*/ 1 h 10"/>
                <a:gd name="T2" fmla="*/ 14 w 15"/>
                <a:gd name="T3" fmla="*/ 3 h 10"/>
                <a:gd name="T4" fmla="*/ 8 w 15"/>
                <a:gd name="T5" fmla="*/ 9 h 10"/>
                <a:gd name="T6" fmla="*/ 0 w 15"/>
                <a:gd name="T7" fmla="*/ 7 h 10"/>
                <a:gd name="T8" fmla="*/ 7 w 15"/>
                <a:gd name="T9" fmla="*/ 1 h 10"/>
              </a:gdLst>
              <a:ahLst/>
              <a:cxnLst>
                <a:cxn ang="0">
                  <a:pos x="T0" y="T1"/>
                </a:cxn>
                <a:cxn ang="0">
                  <a:pos x="T2" y="T3"/>
                </a:cxn>
                <a:cxn ang="0">
                  <a:pos x="T4" y="T5"/>
                </a:cxn>
                <a:cxn ang="0">
                  <a:pos x="T6" y="T7"/>
                </a:cxn>
                <a:cxn ang="0">
                  <a:pos x="T8" y="T9"/>
                </a:cxn>
              </a:cxnLst>
              <a:rect l="0" t="0" r="r" b="b"/>
              <a:pathLst>
                <a:path w="15" h="10">
                  <a:moveTo>
                    <a:pt x="7" y="1"/>
                  </a:moveTo>
                  <a:cubicBezTo>
                    <a:pt x="11" y="0"/>
                    <a:pt x="14" y="1"/>
                    <a:pt x="14" y="3"/>
                  </a:cubicBezTo>
                  <a:cubicBezTo>
                    <a:pt x="15" y="6"/>
                    <a:pt x="12" y="8"/>
                    <a:pt x="8" y="9"/>
                  </a:cubicBezTo>
                  <a:cubicBezTo>
                    <a:pt x="4" y="10"/>
                    <a:pt x="0" y="9"/>
                    <a:pt x="0" y="7"/>
                  </a:cubicBezTo>
                  <a:cubicBezTo>
                    <a:pt x="0" y="4"/>
                    <a:pt x="3"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8" name="Freeform 2399">
              <a:extLst>
                <a:ext uri="{FF2B5EF4-FFF2-40B4-BE49-F238E27FC236}">
                  <a16:creationId xmlns:a16="http://schemas.microsoft.com/office/drawing/2014/main" id="{7C7D870B-3659-B770-E72A-99CE11E30B08}"/>
                </a:ext>
              </a:extLst>
            </p:cNvPr>
            <p:cNvSpPr>
              <a:spLocks/>
            </p:cNvSpPr>
            <p:nvPr/>
          </p:nvSpPr>
          <p:spPr bwMode="auto">
            <a:xfrm rot="5094805">
              <a:off x="1028653" y="3082175"/>
              <a:ext cx="38845" cy="27420"/>
            </a:xfrm>
            <a:custGeom>
              <a:avLst/>
              <a:gdLst>
                <a:gd name="T0" fmla="*/ 15 w 15"/>
                <a:gd name="T1" fmla="*/ 3 h 11"/>
                <a:gd name="T2" fmla="*/ 8 w 15"/>
                <a:gd name="T3" fmla="*/ 10 h 11"/>
                <a:gd name="T4" fmla="*/ 0 w 15"/>
                <a:gd name="T5" fmla="*/ 7 h 11"/>
                <a:gd name="T6" fmla="*/ 7 w 15"/>
                <a:gd name="T7" fmla="*/ 1 h 11"/>
                <a:gd name="T8" fmla="*/ 15 w 15"/>
                <a:gd name="T9" fmla="*/ 3 h 11"/>
              </a:gdLst>
              <a:ahLst/>
              <a:cxnLst>
                <a:cxn ang="0">
                  <a:pos x="T0" y="T1"/>
                </a:cxn>
                <a:cxn ang="0">
                  <a:pos x="T2" y="T3"/>
                </a:cxn>
                <a:cxn ang="0">
                  <a:pos x="T4" y="T5"/>
                </a:cxn>
                <a:cxn ang="0">
                  <a:pos x="T6" y="T7"/>
                </a:cxn>
                <a:cxn ang="0">
                  <a:pos x="T8" y="T9"/>
                </a:cxn>
              </a:cxnLst>
              <a:rect l="0" t="0" r="r" b="b"/>
              <a:pathLst>
                <a:path w="15" h="11">
                  <a:moveTo>
                    <a:pt x="15" y="3"/>
                  </a:moveTo>
                  <a:cubicBezTo>
                    <a:pt x="15" y="6"/>
                    <a:pt x="12" y="8"/>
                    <a:pt x="8" y="10"/>
                  </a:cubicBezTo>
                  <a:cubicBezTo>
                    <a:pt x="4" y="11"/>
                    <a:pt x="1" y="10"/>
                    <a:pt x="0" y="7"/>
                  </a:cubicBezTo>
                  <a:cubicBezTo>
                    <a:pt x="0" y="5"/>
                    <a:pt x="3" y="2"/>
                    <a:pt x="7" y="1"/>
                  </a:cubicBezTo>
                  <a:cubicBezTo>
                    <a:pt x="11"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9" name="Freeform 2400">
              <a:extLst>
                <a:ext uri="{FF2B5EF4-FFF2-40B4-BE49-F238E27FC236}">
                  <a16:creationId xmlns:a16="http://schemas.microsoft.com/office/drawing/2014/main" id="{02C6CE0D-649D-EF2B-F3D1-DA67B68ABCC7}"/>
                </a:ext>
              </a:extLst>
            </p:cNvPr>
            <p:cNvSpPr>
              <a:spLocks/>
            </p:cNvSpPr>
            <p:nvPr/>
          </p:nvSpPr>
          <p:spPr bwMode="auto">
            <a:xfrm rot="5094805">
              <a:off x="1112918" y="3268620"/>
              <a:ext cx="36560" cy="27420"/>
            </a:xfrm>
            <a:custGeom>
              <a:avLst/>
              <a:gdLst>
                <a:gd name="T0" fmla="*/ 6 w 15"/>
                <a:gd name="T1" fmla="*/ 2 h 11"/>
                <a:gd name="T2" fmla="*/ 15 w 15"/>
                <a:gd name="T3" fmla="*/ 3 h 11"/>
                <a:gd name="T4" fmla="*/ 9 w 15"/>
                <a:gd name="T5" fmla="*/ 10 h 11"/>
                <a:gd name="T6" fmla="*/ 1 w 15"/>
                <a:gd name="T7" fmla="*/ 9 h 11"/>
                <a:gd name="T8" fmla="*/ 6 w 15"/>
                <a:gd name="T9" fmla="*/ 2 h 11"/>
              </a:gdLst>
              <a:ahLst/>
              <a:cxnLst>
                <a:cxn ang="0">
                  <a:pos x="T0" y="T1"/>
                </a:cxn>
                <a:cxn ang="0">
                  <a:pos x="T2" y="T3"/>
                </a:cxn>
                <a:cxn ang="0">
                  <a:pos x="T4" y="T5"/>
                </a:cxn>
                <a:cxn ang="0">
                  <a:pos x="T6" y="T7"/>
                </a:cxn>
                <a:cxn ang="0">
                  <a:pos x="T8" y="T9"/>
                </a:cxn>
              </a:cxnLst>
              <a:rect l="0" t="0" r="r" b="b"/>
              <a:pathLst>
                <a:path w="15" h="11">
                  <a:moveTo>
                    <a:pt x="6" y="2"/>
                  </a:moveTo>
                  <a:cubicBezTo>
                    <a:pt x="10" y="0"/>
                    <a:pt x="14" y="0"/>
                    <a:pt x="15" y="3"/>
                  </a:cubicBezTo>
                  <a:cubicBezTo>
                    <a:pt x="15" y="5"/>
                    <a:pt x="13" y="8"/>
                    <a:pt x="9" y="10"/>
                  </a:cubicBezTo>
                  <a:cubicBezTo>
                    <a:pt x="5" y="11"/>
                    <a:pt x="2" y="11"/>
                    <a:pt x="1" y="9"/>
                  </a:cubicBezTo>
                  <a:cubicBezTo>
                    <a:pt x="0" y="7"/>
                    <a:pt x="2"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0" name="Freeform 2401">
              <a:extLst>
                <a:ext uri="{FF2B5EF4-FFF2-40B4-BE49-F238E27FC236}">
                  <a16:creationId xmlns:a16="http://schemas.microsoft.com/office/drawing/2014/main" id="{6ED6201F-4C30-910F-9EA9-1C8283B173B8}"/>
                </a:ext>
              </a:extLst>
            </p:cNvPr>
            <p:cNvSpPr>
              <a:spLocks/>
            </p:cNvSpPr>
            <p:nvPr/>
          </p:nvSpPr>
          <p:spPr bwMode="auto">
            <a:xfrm rot="5094805">
              <a:off x="1203904" y="3452076"/>
              <a:ext cx="36560" cy="29705"/>
            </a:xfrm>
            <a:custGeom>
              <a:avLst/>
              <a:gdLst>
                <a:gd name="T0" fmla="*/ 15 w 15"/>
                <a:gd name="T1" fmla="*/ 4 h 12"/>
                <a:gd name="T2" fmla="*/ 8 w 15"/>
                <a:gd name="T3" fmla="*/ 11 h 12"/>
                <a:gd name="T4" fmla="*/ 1 w 15"/>
                <a:gd name="T5" fmla="*/ 9 h 12"/>
                <a:gd name="T6" fmla="*/ 7 w 15"/>
                <a:gd name="T7" fmla="*/ 2 h 12"/>
                <a:gd name="T8" fmla="*/ 15 w 15"/>
                <a:gd name="T9" fmla="*/ 4 h 12"/>
              </a:gdLst>
              <a:ahLst/>
              <a:cxnLst>
                <a:cxn ang="0">
                  <a:pos x="T0" y="T1"/>
                </a:cxn>
                <a:cxn ang="0">
                  <a:pos x="T2" y="T3"/>
                </a:cxn>
                <a:cxn ang="0">
                  <a:pos x="T4" y="T5"/>
                </a:cxn>
                <a:cxn ang="0">
                  <a:pos x="T6" y="T7"/>
                </a:cxn>
                <a:cxn ang="0">
                  <a:pos x="T8" y="T9"/>
                </a:cxn>
              </a:cxnLst>
              <a:rect l="0" t="0" r="r" b="b"/>
              <a:pathLst>
                <a:path w="15" h="12">
                  <a:moveTo>
                    <a:pt x="15" y="4"/>
                  </a:moveTo>
                  <a:cubicBezTo>
                    <a:pt x="15" y="6"/>
                    <a:pt x="12" y="9"/>
                    <a:pt x="8" y="11"/>
                  </a:cubicBezTo>
                  <a:cubicBezTo>
                    <a:pt x="4" y="12"/>
                    <a:pt x="1" y="11"/>
                    <a:pt x="1" y="9"/>
                  </a:cubicBezTo>
                  <a:cubicBezTo>
                    <a:pt x="0" y="7"/>
                    <a:pt x="4" y="3"/>
                    <a:pt x="7" y="2"/>
                  </a:cubicBezTo>
                  <a:cubicBezTo>
                    <a:pt x="11" y="0"/>
                    <a:pt x="15" y="1"/>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1" name="Freeform 2402">
              <a:extLst>
                <a:ext uri="{FF2B5EF4-FFF2-40B4-BE49-F238E27FC236}">
                  <a16:creationId xmlns:a16="http://schemas.microsoft.com/office/drawing/2014/main" id="{1246DEC6-CC17-766E-E44B-C9181B8A6D0B}"/>
                </a:ext>
              </a:extLst>
            </p:cNvPr>
            <p:cNvSpPr>
              <a:spLocks/>
            </p:cNvSpPr>
            <p:nvPr/>
          </p:nvSpPr>
          <p:spPr bwMode="auto">
            <a:xfrm rot="5094805">
              <a:off x="1302857" y="3635965"/>
              <a:ext cx="36560" cy="29705"/>
            </a:xfrm>
            <a:custGeom>
              <a:avLst/>
              <a:gdLst>
                <a:gd name="T0" fmla="*/ 7 w 15"/>
                <a:gd name="T1" fmla="*/ 2 h 12"/>
                <a:gd name="T2" fmla="*/ 15 w 15"/>
                <a:gd name="T3" fmla="*/ 3 h 12"/>
                <a:gd name="T4" fmla="*/ 8 w 15"/>
                <a:gd name="T5" fmla="*/ 11 h 12"/>
                <a:gd name="T6" fmla="*/ 1 w 15"/>
                <a:gd name="T7" fmla="*/ 9 h 12"/>
                <a:gd name="T8" fmla="*/ 7 w 15"/>
                <a:gd name="T9" fmla="*/ 2 h 12"/>
              </a:gdLst>
              <a:ahLst/>
              <a:cxnLst>
                <a:cxn ang="0">
                  <a:pos x="T0" y="T1"/>
                </a:cxn>
                <a:cxn ang="0">
                  <a:pos x="T2" y="T3"/>
                </a:cxn>
                <a:cxn ang="0">
                  <a:pos x="T4" y="T5"/>
                </a:cxn>
                <a:cxn ang="0">
                  <a:pos x="T6" y="T7"/>
                </a:cxn>
                <a:cxn ang="0">
                  <a:pos x="T8" y="T9"/>
                </a:cxn>
              </a:cxnLst>
              <a:rect l="0" t="0" r="r" b="b"/>
              <a:pathLst>
                <a:path w="15" h="12">
                  <a:moveTo>
                    <a:pt x="7" y="2"/>
                  </a:moveTo>
                  <a:cubicBezTo>
                    <a:pt x="11" y="0"/>
                    <a:pt x="14" y="1"/>
                    <a:pt x="15" y="3"/>
                  </a:cubicBezTo>
                  <a:cubicBezTo>
                    <a:pt x="15" y="6"/>
                    <a:pt x="12" y="9"/>
                    <a:pt x="8" y="11"/>
                  </a:cubicBezTo>
                  <a:cubicBezTo>
                    <a:pt x="5" y="12"/>
                    <a:pt x="1" y="12"/>
                    <a:pt x="1" y="9"/>
                  </a:cubicBezTo>
                  <a:cubicBezTo>
                    <a:pt x="0" y="7"/>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2" name="Freeform 2403">
              <a:extLst>
                <a:ext uri="{FF2B5EF4-FFF2-40B4-BE49-F238E27FC236}">
                  <a16:creationId xmlns:a16="http://schemas.microsoft.com/office/drawing/2014/main" id="{AAE2CADE-44E1-82ED-BB18-F1F7DA4CBCA6}"/>
                </a:ext>
              </a:extLst>
            </p:cNvPr>
            <p:cNvSpPr>
              <a:spLocks/>
            </p:cNvSpPr>
            <p:nvPr/>
          </p:nvSpPr>
          <p:spPr bwMode="auto">
            <a:xfrm rot="5094805">
              <a:off x="1406458" y="3819343"/>
              <a:ext cx="38845" cy="31990"/>
            </a:xfrm>
            <a:custGeom>
              <a:avLst/>
              <a:gdLst>
                <a:gd name="T0" fmla="*/ 14 w 15"/>
                <a:gd name="T1" fmla="*/ 3 h 13"/>
                <a:gd name="T2" fmla="*/ 9 w 15"/>
                <a:gd name="T3" fmla="*/ 11 h 13"/>
                <a:gd name="T4" fmla="*/ 1 w 15"/>
                <a:gd name="T5" fmla="*/ 10 h 13"/>
                <a:gd name="T6" fmla="*/ 6 w 15"/>
                <a:gd name="T7" fmla="*/ 2 h 13"/>
                <a:gd name="T8" fmla="*/ 14 w 15"/>
                <a:gd name="T9" fmla="*/ 3 h 13"/>
              </a:gdLst>
              <a:ahLst/>
              <a:cxnLst>
                <a:cxn ang="0">
                  <a:pos x="T0" y="T1"/>
                </a:cxn>
                <a:cxn ang="0">
                  <a:pos x="T2" y="T3"/>
                </a:cxn>
                <a:cxn ang="0">
                  <a:pos x="T4" y="T5"/>
                </a:cxn>
                <a:cxn ang="0">
                  <a:pos x="T6" y="T7"/>
                </a:cxn>
                <a:cxn ang="0">
                  <a:pos x="T8" y="T9"/>
                </a:cxn>
              </a:cxnLst>
              <a:rect l="0" t="0" r="r" b="b"/>
              <a:pathLst>
                <a:path w="15" h="13">
                  <a:moveTo>
                    <a:pt x="14" y="3"/>
                  </a:moveTo>
                  <a:cubicBezTo>
                    <a:pt x="15" y="6"/>
                    <a:pt x="12" y="9"/>
                    <a:pt x="9" y="11"/>
                  </a:cubicBezTo>
                  <a:cubicBezTo>
                    <a:pt x="5" y="13"/>
                    <a:pt x="1" y="13"/>
                    <a:pt x="1" y="10"/>
                  </a:cubicBezTo>
                  <a:cubicBezTo>
                    <a:pt x="0" y="8"/>
                    <a:pt x="3" y="4"/>
                    <a:pt x="6" y="2"/>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3" name="Freeform 2404">
              <a:extLst>
                <a:ext uri="{FF2B5EF4-FFF2-40B4-BE49-F238E27FC236}">
                  <a16:creationId xmlns:a16="http://schemas.microsoft.com/office/drawing/2014/main" id="{A3F190CF-B3D2-E3E0-B05F-C1B4A8FB88E1}"/>
                </a:ext>
              </a:extLst>
            </p:cNvPr>
            <p:cNvSpPr>
              <a:spLocks/>
            </p:cNvSpPr>
            <p:nvPr/>
          </p:nvSpPr>
          <p:spPr bwMode="auto">
            <a:xfrm rot="5094805">
              <a:off x="1515759" y="4003559"/>
              <a:ext cx="36560" cy="31990"/>
            </a:xfrm>
            <a:custGeom>
              <a:avLst/>
              <a:gdLst>
                <a:gd name="T0" fmla="*/ 14 w 15"/>
                <a:gd name="T1" fmla="*/ 3 h 13"/>
                <a:gd name="T2" fmla="*/ 8 w 15"/>
                <a:gd name="T3" fmla="*/ 11 h 13"/>
                <a:gd name="T4" fmla="*/ 0 w 15"/>
                <a:gd name="T5" fmla="*/ 10 h 13"/>
                <a:gd name="T6" fmla="*/ 6 w 15"/>
                <a:gd name="T7" fmla="*/ 2 h 13"/>
                <a:gd name="T8" fmla="*/ 14 w 15"/>
                <a:gd name="T9" fmla="*/ 3 h 13"/>
              </a:gdLst>
              <a:ahLst/>
              <a:cxnLst>
                <a:cxn ang="0">
                  <a:pos x="T0" y="T1"/>
                </a:cxn>
                <a:cxn ang="0">
                  <a:pos x="T2" y="T3"/>
                </a:cxn>
                <a:cxn ang="0">
                  <a:pos x="T4" y="T5"/>
                </a:cxn>
                <a:cxn ang="0">
                  <a:pos x="T6" y="T7"/>
                </a:cxn>
                <a:cxn ang="0">
                  <a:pos x="T8" y="T9"/>
                </a:cxn>
              </a:cxnLst>
              <a:rect l="0" t="0" r="r" b="b"/>
              <a:pathLst>
                <a:path w="15" h="13">
                  <a:moveTo>
                    <a:pt x="14" y="3"/>
                  </a:moveTo>
                  <a:cubicBezTo>
                    <a:pt x="15" y="6"/>
                    <a:pt x="12" y="9"/>
                    <a:pt x="8" y="11"/>
                  </a:cubicBezTo>
                  <a:cubicBezTo>
                    <a:pt x="5" y="13"/>
                    <a:pt x="1" y="13"/>
                    <a:pt x="0" y="10"/>
                  </a:cubicBezTo>
                  <a:cubicBezTo>
                    <a:pt x="0" y="8"/>
                    <a:pt x="3" y="4"/>
                    <a:pt x="6" y="2"/>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4" name="Freeform 2405">
              <a:extLst>
                <a:ext uri="{FF2B5EF4-FFF2-40B4-BE49-F238E27FC236}">
                  <a16:creationId xmlns:a16="http://schemas.microsoft.com/office/drawing/2014/main" id="{0C9AA506-2B82-3DE9-2603-25529B71DB0E}"/>
                </a:ext>
              </a:extLst>
            </p:cNvPr>
            <p:cNvSpPr>
              <a:spLocks/>
            </p:cNvSpPr>
            <p:nvPr/>
          </p:nvSpPr>
          <p:spPr bwMode="auto">
            <a:xfrm rot="5094805">
              <a:off x="1190592" y="1290018"/>
              <a:ext cx="36560" cy="34275"/>
            </a:xfrm>
            <a:custGeom>
              <a:avLst/>
              <a:gdLst>
                <a:gd name="T0" fmla="*/ 15 w 15"/>
                <a:gd name="T1" fmla="*/ 12 h 14"/>
                <a:gd name="T2" fmla="*/ 8 w 15"/>
                <a:gd name="T3" fmla="*/ 12 h 14"/>
                <a:gd name="T4" fmla="*/ 1 w 15"/>
                <a:gd name="T5" fmla="*/ 2 h 14"/>
                <a:gd name="T6" fmla="*/ 8 w 15"/>
                <a:gd name="T7" fmla="*/ 2 h 14"/>
                <a:gd name="T8" fmla="*/ 15 w 15"/>
                <a:gd name="T9" fmla="*/ 12 h 14"/>
              </a:gdLst>
              <a:ahLst/>
              <a:cxnLst>
                <a:cxn ang="0">
                  <a:pos x="T0" y="T1"/>
                </a:cxn>
                <a:cxn ang="0">
                  <a:pos x="T2" y="T3"/>
                </a:cxn>
                <a:cxn ang="0">
                  <a:pos x="T4" y="T5"/>
                </a:cxn>
                <a:cxn ang="0">
                  <a:pos x="T6" y="T7"/>
                </a:cxn>
                <a:cxn ang="0">
                  <a:pos x="T8" y="T9"/>
                </a:cxn>
              </a:cxnLst>
              <a:rect l="0" t="0" r="r" b="b"/>
              <a:pathLst>
                <a:path w="15" h="14">
                  <a:moveTo>
                    <a:pt x="15" y="12"/>
                  </a:moveTo>
                  <a:cubicBezTo>
                    <a:pt x="15" y="14"/>
                    <a:pt x="13" y="14"/>
                    <a:pt x="8" y="12"/>
                  </a:cubicBezTo>
                  <a:cubicBezTo>
                    <a:pt x="5" y="9"/>
                    <a:pt x="1" y="5"/>
                    <a:pt x="1" y="2"/>
                  </a:cubicBezTo>
                  <a:cubicBezTo>
                    <a:pt x="0" y="0"/>
                    <a:pt x="4" y="0"/>
                    <a:pt x="8" y="2"/>
                  </a:cubicBezTo>
                  <a:cubicBezTo>
                    <a:pt x="11" y="5"/>
                    <a:pt x="15" y="9"/>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5" name="Freeform 2406">
              <a:extLst>
                <a:ext uri="{FF2B5EF4-FFF2-40B4-BE49-F238E27FC236}">
                  <a16:creationId xmlns:a16="http://schemas.microsoft.com/office/drawing/2014/main" id="{3D661AC2-26FA-BA25-8AA0-469CB12D72CA}"/>
                </a:ext>
              </a:extLst>
            </p:cNvPr>
            <p:cNvSpPr>
              <a:spLocks/>
            </p:cNvSpPr>
            <p:nvPr/>
          </p:nvSpPr>
          <p:spPr bwMode="auto">
            <a:xfrm rot="5094805">
              <a:off x="1292456" y="1080229"/>
              <a:ext cx="36560" cy="36560"/>
            </a:xfrm>
            <a:custGeom>
              <a:avLst/>
              <a:gdLst>
                <a:gd name="T0" fmla="*/ 15 w 15"/>
                <a:gd name="T1" fmla="*/ 11 h 15"/>
                <a:gd name="T2" fmla="*/ 9 w 15"/>
                <a:gd name="T3" fmla="*/ 13 h 15"/>
                <a:gd name="T4" fmla="*/ 0 w 15"/>
                <a:gd name="T5" fmla="*/ 4 h 15"/>
                <a:gd name="T6" fmla="*/ 6 w 15"/>
                <a:gd name="T7" fmla="*/ 2 h 15"/>
                <a:gd name="T8" fmla="*/ 15 w 15"/>
                <a:gd name="T9" fmla="*/ 11 h 15"/>
              </a:gdLst>
              <a:ahLst/>
              <a:cxnLst>
                <a:cxn ang="0">
                  <a:pos x="T0" y="T1"/>
                </a:cxn>
                <a:cxn ang="0">
                  <a:pos x="T2" y="T3"/>
                </a:cxn>
                <a:cxn ang="0">
                  <a:pos x="T4" y="T5"/>
                </a:cxn>
                <a:cxn ang="0">
                  <a:pos x="T6" y="T7"/>
                </a:cxn>
                <a:cxn ang="0">
                  <a:pos x="T8" y="T9"/>
                </a:cxn>
              </a:cxnLst>
              <a:rect l="0" t="0" r="r" b="b"/>
              <a:pathLst>
                <a:path w="15" h="15">
                  <a:moveTo>
                    <a:pt x="15" y="11"/>
                  </a:moveTo>
                  <a:cubicBezTo>
                    <a:pt x="15" y="15"/>
                    <a:pt x="13" y="15"/>
                    <a:pt x="9" y="13"/>
                  </a:cubicBezTo>
                  <a:cubicBezTo>
                    <a:pt x="5" y="11"/>
                    <a:pt x="1" y="7"/>
                    <a:pt x="0" y="4"/>
                  </a:cubicBezTo>
                  <a:cubicBezTo>
                    <a:pt x="0" y="1"/>
                    <a:pt x="2" y="0"/>
                    <a:pt x="6" y="2"/>
                  </a:cubicBezTo>
                  <a:cubicBezTo>
                    <a:pt x="10" y="4"/>
                    <a:pt x="14" y="9"/>
                    <a:pt x="1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6" name="Freeform 2407">
              <a:extLst>
                <a:ext uri="{FF2B5EF4-FFF2-40B4-BE49-F238E27FC236}">
                  <a16:creationId xmlns:a16="http://schemas.microsoft.com/office/drawing/2014/main" id="{14E4FFCC-7CF4-F943-2010-F9AD35CBDC4B}"/>
                </a:ext>
              </a:extLst>
            </p:cNvPr>
            <p:cNvSpPr>
              <a:spLocks/>
            </p:cNvSpPr>
            <p:nvPr/>
          </p:nvSpPr>
          <p:spPr bwMode="auto">
            <a:xfrm rot="5094805">
              <a:off x="1383142" y="876015"/>
              <a:ext cx="36560" cy="34275"/>
            </a:xfrm>
            <a:custGeom>
              <a:avLst/>
              <a:gdLst>
                <a:gd name="T0" fmla="*/ 14 w 15"/>
                <a:gd name="T1" fmla="*/ 11 h 14"/>
                <a:gd name="T2" fmla="*/ 7 w 15"/>
                <a:gd name="T3" fmla="*/ 12 h 14"/>
                <a:gd name="T4" fmla="*/ 0 w 15"/>
                <a:gd name="T5" fmla="*/ 3 h 14"/>
                <a:gd name="T6" fmla="*/ 7 w 15"/>
                <a:gd name="T7" fmla="*/ 2 h 14"/>
                <a:gd name="T8" fmla="*/ 14 w 15"/>
                <a:gd name="T9" fmla="*/ 11 h 14"/>
              </a:gdLst>
              <a:ahLst/>
              <a:cxnLst>
                <a:cxn ang="0">
                  <a:pos x="T0" y="T1"/>
                </a:cxn>
                <a:cxn ang="0">
                  <a:pos x="T2" y="T3"/>
                </a:cxn>
                <a:cxn ang="0">
                  <a:pos x="T4" y="T5"/>
                </a:cxn>
                <a:cxn ang="0">
                  <a:pos x="T6" y="T7"/>
                </a:cxn>
                <a:cxn ang="0">
                  <a:pos x="T8" y="T9"/>
                </a:cxn>
              </a:cxnLst>
              <a:rect l="0" t="0" r="r" b="b"/>
              <a:pathLst>
                <a:path w="15" h="14">
                  <a:moveTo>
                    <a:pt x="14" y="11"/>
                  </a:moveTo>
                  <a:cubicBezTo>
                    <a:pt x="15" y="14"/>
                    <a:pt x="11" y="14"/>
                    <a:pt x="7" y="12"/>
                  </a:cubicBezTo>
                  <a:cubicBezTo>
                    <a:pt x="3" y="10"/>
                    <a:pt x="0" y="5"/>
                    <a:pt x="0" y="3"/>
                  </a:cubicBezTo>
                  <a:cubicBezTo>
                    <a:pt x="0" y="0"/>
                    <a:pt x="3" y="0"/>
                    <a:pt x="7" y="2"/>
                  </a:cubicBezTo>
                  <a:cubicBezTo>
                    <a:pt x="11" y="4"/>
                    <a:pt x="14" y="8"/>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7" name="Freeform 2408">
              <a:extLst>
                <a:ext uri="{FF2B5EF4-FFF2-40B4-BE49-F238E27FC236}">
                  <a16:creationId xmlns:a16="http://schemas.microsoft.com/office/drawing/2014/main" id="{FF816B2C-51EA-EA67-F725-2FF6CD8A9955}"/>
                </a:ext>
              </a:extLst>
            </p:cNvPr>
            <p:cNvSpPr>
              <a:spLocks/>
            </p:cNvSpPr>
            <p:nvPr/>
          </p:nvSpPr>
          <p:spPr bwMode="auto">
            <a:xfrm rot="5094805">
              <a:off x="1452101" y="670201"/>
              <a:ext cx="38845" cy="36560"/>
            </a:xfrm>
            <a:custGeom>
              <a:avLst/>
              <a:gdLst>
                <a:gd name="T0" fmla="*/ 15 w 15"/>
                <a:gd name="T1" fmla="*/ 10 h 14"/>
                <a:gd name="T2" fmla="*/ 7 w 15"/>
                <a:gd name="T3" fmla="*/ 12 h 14"/>
                <a:gd name="T4" fmla="*/ 0 w 15"/>
                <a:gd name="T5" fmla="*/ 4 h 14"/>
                <a:gd name="T6" fmla="*/ 7 w 15"/>
                <a:gd name="T7" fmla="*/ 2 h 14"/>
                <a:gd name="T8" fmla="*/ 15 w 15"/>
                <a:gd name="T9" fmla="*/ 10 h 14"/>
              </a:gdLst>
              <a:ahLst/>
              <a:cxnLst>
                <a:cxn ang="0">
                  <a:pos x="T0" y="T1"/>
                </a:cxn>
                <a:cxn ang="0">
                  <a:pos x="T2" y="T3"/>
                </a:cxn>
                <a:cxn ang="0">
                  <a:pos x="T4" y="T5"/>
                </a:cxn>
                <a:cxn ang="0">
                  <a:pos x="T6" y="T7"/>
                </a:cxn>
                <a:cxn ang="0">
                  <a:pos x="T8" y="T9"/>
                </a:cxn>
              </a:cxnLst>
              <a:rect l="0" t="0" r="r" b="b"/>
              <a:pathLst>
                <a:path w="15" h="14">
                  <a:moveTo>
                    <a:pt x="15" y="10"/>
                  </a:moveTo>
                  <a:cubicBezTo>
                    <a:pt x="15" y="13"/>
                    <a:pt x="12" y="14"/>
                    <a:pt x="7" y="12"/>
                  </a:cubicBezTo>
                  <a:cubicBezTo>
                    <a:pt x="4" y="11"/>
                    <a:pt x="0" y="7"/>
                    <a:pt x="0" y="4"/>
                  </a:cubicBezTo>
                  <a:cubicBezTo>
                    <a:pt x="0" y="1"/>
                    <a:pt x="3" y="0"/>
                    <a:pt x="7" y="2"/>
                  </a:cubicBezTo>
                  <a:cubicBezTo>
                    <a:pt x="11" y="4"/>
                    <a:pt x="15" y="8"/>
                    <a:pt x="1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8" name="Freeform 2409">
              <a:extLst>
                <a:ext uri="{FF2B5EF4-FFF2-40B4-BE49-F238E27FC236}">
                  <a16:creationId xmlns:a16="http://schemas.microsoft.com/office/drawing/2014/main" id="{30FE1CBD-A67F-CFAF-F0DF-553339F388E7}"/>
                </a:ext>
              </a:extLst>
            </p:cNvPr>
            <p:cNvSpPr>
              <a:spLocks/>
            </p:cNvSpPr>
            <p:nvPr/>
          </p:nvSpPr>
          <p:spPr bwMode="auto">
            <a:xfrm rot="5094805">
              <a:off x="1494992" y="470240"/>
              <a:ext cx="38845" cy="34275"/>
            </a:xfrm>
            <a:custGeom>
              <a:avLst/>
              <a:gdLst>
                <a:gd name="T0" fmla="*/ 15 w 16"/>
                <a:gd name="T1" fmla="*/ 8 h 13"/>
                <a:gd name="T2" fmla="*/ 9 w 16"/>
                <a:gd name="T3" fmla="*/ 12 h 13"/>
                <a:gd name="T4" fmla="*/ 1 w 16"/>
                <a:gd name="T5" fmla="*/ 5 h 13"/>
                <a:gd name="T6" fmla="*/ 7 w 16"/>
                <a:gd name="T7" fmla="*/ 1 h 13"/>
                <a:gd name="T8" fmla="*/ 15 w 16"/>
                <a:gd name="T9" fmla="*/ 8 h 13"/>
              </a:gdLst>
              <a:ahLst/>
              <a:cxnLst>
                <a:cxn ang="0">
                  <a:pos x="T0" y="T1"/>
                </a:cxn>
                <a:cxn ang="0">
                  <a:pos x="T2" y="T3"/>
                </a:cxn>
                <a:cxn ang="0">
                  <a:pos x="T4" y="T5"/>
                </a:cxn>
                <a:cxn ang="0">
                  <a:pos x="T6" y="T7"/>
                </a:cxn>
                <a:cxn ang="0">
                  <a:pos x="T8" y="T9"/>
                </a:cxn>
              </a:cxnLst>
              <a:rect l="0" t="0" r="r" b="b"/>
              <a:pathLst>
                <a:path w="16" h="13">
                  <a:moveTo>
                    <a:pt x="15" y="8"/>
                  </a:moveTo>
                  <a:cubicBezTo>
                    <a:pt x="16" y="11"/>
                    <a:pt x="13" y="13"/>
                    <a:pt x="9" y="12"/>
                  </a:cubicBezTo>
                  <a:cubicBezTo>
                    <a:pt x="5" y="12"/>
                    <a:pt x="2" y="8"/>
                    <a:pt x="1" y="5"/>
                  </a:cubicBezTo>
                  <a:cubicBezTo>
                    <a:pt x="0" y="2"/>
                    <a:pt x="3" y="0"/>
                    <a:pt x="7" y="1"/>
                  </a:cubicBezTo>
                  <a:cubicBezTo>
                    <a:pt x="11" y="2"/>
                    <a:pt x="15" y="5"/>
                    <a:pt x="1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9" name="Freeform 2410">
              <a:extLst>
                <a:ext uri="{FF2B5EF4-FFF2-40B4-BE49-F238E27FC236}">
                  <a16:creationId xmlns:a16="http://schemas.microsoft.com/office/drawing/2014/main" id="{0A2E071F-5128-840E-2FED-D8216522E07E}"/>
                </a:ext>
              </a:extLst>
            </p:cNvPr>
            <p:cNvSpPr>
              <a:spLocks/>
            </p:cNvSpPr>
            <p:nvPr/>
          </p:nvSpPr>
          <p:spPr bwMode="auto">
            <a:xfrm rot="5094805">
              <a:off x="1501775" y="278179"/>
              <a:ext cx="36560" cy="29705"/>
            </a:xfrm>
            <a:custGeom>
              <a:avLst/>
              <a:gdLst>
                <a:gd name="T0" fmla="*/ 8 w 15"/>
                <a:gd name="T1" fmla="*/ 12 h 12"/>
                <a:gd name="T2" fmla="*/ 0 w 15"/>
                <a:gd name="T3" fmla="*/ 6 h 12"/>
                <a:gd name="T4" fmla="*/ 7 w 15"/>
                <a:gd name="T5" fmla="*/ 1 h 12"/>
                <a:gd name="T6" fmla="*/ 14 w 15"/>
                <a:gd name="T7" fmla="*/ 7 h 12"/>
                <a:gd name="T8" fmla="*/ 8 w 15"/>
                <a:gd name="T9" fmla="*/ 12 h 12"/>
              </a:gdLst>
              <a:ahLst/>
              <a:cxnLst>
                <a:cxn ang="0">
                  <a:pos x="T0" y="T1"/>
                </a:cxn>
                <a:cxn ang="0">
                  <a:pos x="T2" y="T3"/>
                </a:cxn>
                <a:cxn ang="0">
                  <a:pos x="T4" y="T5"/>
                </a:cxn>
                <a:cxn ang="0">
                  <a:pos x="T6" y="T7"/>
                </a:cxn>
                <a:cxn ang="0">
                  <a:pos x="T8" y="T9"/>
                </a:cxn>
              </a:cxnLst>
              <a:rect l="0" t="0" r="r" b="b"/>
              <a:pathLst>
                <a:path w="15" h="12">
                  <a:moveTo>
                    <a:pt x="8" y="12"/>
                  </a:moveTo>
                  <a:cubicBezTo>
                    <a:pt x="4" y="11"/>
                    <a:pt x="0" y="9"/>
                    <a:pt x="0" y="6"/>
                  </a:cubicBezTo>
                  <a:cubicBezTo>
                    <a:pt x="0" y="3"/>
                    <a:pt x="3" y="0"/>
                    <a:pt x="7" y="1"/>
                  </a:cubicBezTo>
                  <a:cubicBezTo>
                    <a:pt x="11" y="1"/>
                    <a:pt x="14" y="4"/>
                    <a:pt x="14" y="7"/>
                  </a:cubicBezTo>
                  <a:cubicBezTo>
                    <a:pt x="15" y="10"/>
                    <a:pt x="12" y="12"/>
                    <a:pt x="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0" name="Freeform 2411">
              <a:extLst>
                <a:ext uri="{FF2B5EF4-FFF2-40B4-BE49-F238E27FC236}">
                  <a16:creationId xmlns:a16="http://schemas.microsoft.com/office/drawing/2014/main" id="{0A2626BF-1275-95FE-EBA6-6052AFB4D334}"/>
                </a:ext>
              </a:extLst>
            </p:cNvPr>
            <p:cNvSpPr>
              <a:spLocks/>
            </p:cNvSpPr>
            <p:nvPr/>
          </p:nvSpPr>
          <p:spPr bwMode="auto">
            <a:xfrm rot="5094805">
              <a:off x="1464168" y="86439"/>
              <a:ext cx="38845" cy="31990"/>
            </a:xfrm>
            <a:custGeom>
              <a:avLst/>
              <a:gdLst>
                <a:gd name="T0" fmla="*/ 14 w 15"/>
                <a:gd name="T1" fmla="*/ 5 h 13"/>
                <a:gd name="T2" fmla="*/ 8 w 15"/>
                <a:gd name="T3" fmla="*/ 12 h 13"/>
                <a:gd name="T4" fmla="*/ 0 w 15"/>
                <a:gd name="T5" fmla="*/ 8 h 13"/>
                <a:gd name="T6" fmla="*/ 6 w 15"/>
                <a:gd name="T7" fmla="*/ 1 h 13"/>
                <a:gd name="T8" fmla="*/ 14 w 15"/>
                <a:gd name="T9" fmla="*/ 5 h 13"/>
              </a:gdLst>
              <a:ahLst/>
              <a:cxnLst>
                <a:cxn ang="0">
                  <a:pos x="T0" y="T1"/>
                </a:cxn>
                <a:cxn ang="0">
                  <a:pos x="T2" y="T3"/>
                </a:cxn>
                <a:cxn ang="0">
                  <a:pos x="T4" y="T5"/>
                </a:cxn>
                <a:cxn ang="0">
                  <a:pos x="T6" y="T7"/>
                </a:cxn>
                <a:cxn ang="0">
                  <a:pos x="T8" y="T9"/>
                </a:cxn>
              </a:cxnLst>
              <a:rect l="0" t="0" r="r" b="b"/>
              <a:pathLst>
                <a:path w="15" h="13">
                  <a:moveTo>
                    <a:pt x="14" y="5"/>
                  </a:moveTo>
                  <a:cubicBezTo>
                    <a:pt x="15" y="8"/>
                    <a:pt x="12" y="11"/>
                    <a:pt x="8" y="12"/>
                  </a:cubicBezTo>
                  <a:cubicBezTo>
                    <a:pt x="5" y="13"/>
                    <a:pt x="1" y="11"/>
                    <a:pt x="0" y="8"/>
                  </a:cubicBezTo>
                  <a:cubicBezTo>
                    <a:pt x="0" y="6"/>
                    <a:pt x="3" y="2"/>
                    <a:pt x="6" y="1"/>
                  </a:cubicBezTo>
                  <a:cubicBezTo>
                    <a:pt x="10" y="0"/>
                    <a:pt x="14" y="2"/>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1" name="Freeform 2434">
              <a:extLst>
                <a:ext uri="{FF2B5EF4-FFF2-40B4-BE49-F238E27FC236}">
                  <a16:creationId xmlns:a16="http://schemas.microsoft.com/office/drawing/2014/main" id="{C90B121B-E068-83BA-C967-294FADABB277}"/>
                </a:ext>
              </a:extLst>
            </p:cNvPr>
            <p:cNvSpPr>
              <a:spLocks/>
            </p:cNvSpPr>
            <p:nvPr/>
          </p:nvSpPr>
          <p:spPr bwMode="auto">
            <a:xfrm rot="5094805">
              <a:off x="1625994" y="4186540"/>
              <a:ext cx="34275" cy="29705"/>
            </a:xfrm>
            <a:custGeom>
              <a:avLst/>
              <a:gdLst>
                <a:gd name="T0" fmla="*/ 7 w 14"/>
                <a:gd name="T1" fmla="*/ 10 h 12"/>
                <a:gd name="T2" fmla="*/ 0 w 14"/>
                <a:gd name="T3" fmla="*/ 9 h 12"/>
                <a:gd name="T4" fmla="*/ 7 w 14"/>
                <a:gd name="T5" fmla="*/ 2 h 12"/>
                <a:gd name="T6" fmla="*/ 14 w 14"/>
                <a:gd name="T7" fmla="*/ 3 h 12"/>
                <a:gd name="T8" fmla="*/ 7 w 14"/>
                <a:gd name="T9" fmla="*/ 10 h 12"/>
              </a:gdLst>
              <a:ahLst/>
              <a:cxnLst>
                <a:cxn ang="0">
                  <a:pos x="T0" y="T1"/>
                </a:cxn>
                <a:cxn ang="0">
                  <a:pos x="T2" y="T3"/>
                </a:cxn>
                <a:cxn ang="0">
                  <a:pos x="T4" y="T5"/>
                </a:cxn>
                <a:cxn ang="0">
                  <a:pos x="T6" y="T7"/>
                </a:cxn>
                <a:cxn ang="0">
                  <a:pos x="T8" y="T9"/>
                </a:cxn>
              </a:cxnLst>
              <a:rect l="0" t="0" r="r" b="b"/>
              <a:pathLst>
                <a:path w="14" h="12">
                  <a:moveTo>
                    <a:pt x="7" y="10"/>
                  </a:moveTo>
                  <a:cubicBezTo>
                    <a:pt x="4" y="12"/>
                    <a:pt x="0" y="11"/>
                    <a:pt x="0" y="9"/>
                  </a:cubicBezTo>
                  <a:cubicBezTo>
                    <a:pt x="0" y="7"/>
                    <a:pt x="3" y="3"/>
                    <a:pt x="7" y="2"/>
                  </a:cubicBezTo>
                  <a:cubicBezTo>
                    <a:pt x="11" y="0"/>
                    <a:pt x="14" y="0"/>
                    <a:pt x="14" y="3"/>
                  </a:cubicBezTo>
                  <a:cubicBezTo>
                    <a:pt x="14" y="5"/>
                    <a:pt x="11" y="9"/>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2" name="Freeform 2435">
              <a:extLst>
                <a:ext uri="{FF2B5EF4-FFF2-40B4-BE49-F238E27FC236}">
                  <a16:creationId xmlns:a16="http://schemas.microsoft.com/office/drawing/2014/main" id="{3555ADA8-D41B-41D1-5C1C-4B35E6F9999C}"/>
                </a:ext>
              </a:extLst>
            </p:cNvPr>
            <p:cNvSpPr>
              <a:spLocks/>
            </p:cNvSpPr>
            <p:nvPr/>
          </p:nvSpPr>
          <p:spPr bwMode="auto">
            <a:xfrm rot="5094805">
              <a:off x="1735189" y="4370659"/>
              <a:ext cx="34275" cy="27420"/>
            </a:xfrm>
            <a:custGeom>
              <a:avLst/>
              <a:gdLst>
                <a:gd name="T0" fmla="*/ 7 w 14"/>
                <a:gd name="T1" fmla="*/ 9 h 11"/>
                <a:gd name="T2" fmla="*/ 0 w 14"/>
                <a:gd name="T3" fmla="*/ 8 h 11"/>
                <a:gd name="T4" fmla="*/ 7 w 14"/>
                <a:gd name="T5" fmla="*/ 1 h 11"/>
                <a:gd name="T6" fmla="*/ 14 w 14"/>
                <a:gd name="T7" fmla="*/ 2 h 11"/>
                <a:gd name="T8" fmla="*/ 7 w 14"/>
                <a:gd name="T9" fmla="*/ 9 h 11"/>
              </a:gdLst>
              <a:ahLst/>
              <a:cxnLst>
                <a:cxn ang="0">
                  <a:pos x="T0" y="T1"/>
                </a:cxn>
                <a:cxn ang="0">
                  <a:pos x="T2" y="T3"/>
                </a:cxn>
                <a:cxn ang="0">
                  <a:pos x="T4" y="T5"/>
                </a:cxn>
                <a:cxn ang="0">
                  <a:pos x="T6" y="T7"/>
                </a:cxn>
                <a:cxn ang="0">
                  <a:pos x="T8" y="T9"/>
                </a:cxn>
              </a:cxnLst>
              <a:rect l="0" t="0" r="r" b="b"/>
              <a:pathLst>
                <a:path w="14" h="11">
                  <a:moveTo>
                    <a:pt x="7" y="9"/>
                  </a:moveTo>
                  <a:cubicBezTo>
                    <a:pt x="3" y="11"/>
                    <a:pt x="0" y="10"/>
                    <a:pt x="0" y="8"/>
                  </a:cubicBezTo>
                  <a:cubicBezTo>
                    <a:pt x="0" y="6"/>
                    <a:pt x="3" y="3"/>
                    <a:pt x="7" y="1"/>
                  </a:cubicBezTo>
                  <a:cubicBezTo>
                    <a:pt x="11" y="0"/>
                    <a:pt x="14" y="0"/>
                    <a:pt x="14" y="2"/>
                  </a:cubicBezTo>
                  <a:cubicBezTo>
                    <a:pt x="14" y="4"/>
                    <a:pt x="11" y="8"/>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3" name="Freeform 2436">
              <a:extLst>
                <a:ext uri="{FF2B5EF4-FFF2-40B4-BE49-F238E27FC236}">
                  <a16:creationId xmlns:a16="http://schemas.microsoft.com/office/drawing/2014/main" id="{8296DAA4-E996-9244-7060-734EC63BF9C4}"/>
                </a:ext>
              </a:extLst>
            </p:cNvPr>
            <p:cNvSpPr>
              <a:spLocks/>
            </p:cNvSpPr>
            <p:nvPr/>
          </p:nvSpPr>
          <p:spPr bwMode="auto">
            <a:xfrm rot="5094805">
              <a:off x="1843448" y="4556014"/>
              <a:ext cx="34275" cy="27420"/>
            </a:xfrm>
            <a:custGeom>
              <a:avLst/>
              <a:gdLst>
                <a:gd name="T0" fmla="*/ 7 w 14"/>
                <a:gd name="T1" fmla="*/ 9 h 11"/>
                <a:gd name="T2" fmla="*/ 0 w 14"/>
                <a:gd name="T3" fmla="*/ 8 h 11"/>
                <a:gd name="T4" fmla="*/ 7 w 14"/>
                <a:gd name="T5" fmla="*/ 1 h 11"/>
                <a:gd name="T6" fmla="*/ 14 w 14"/>
                <a:gd name="T7" fmla="*/ 2 h 11"/>
                <a:gd name="T8" fmla="*/ 7 w 14"/>
                <a:gd name="T9" fmla="*/ 9 h 11"/>
              </a:gdLst>
              <a:ahLst/>
              <a:cxnLst>
                <a:cxn ang="0">
                  <a:pos x="T0" y="T1"/>
                </a:cxn>
                <a:cxn ang="0">
                  <a:pos x="T2" y="T3"/>
                </a:cxn>
                <a:cxn ang="0">
                  <a:pos x="T4" y="T5"/>
                </a:cxn>
                <a:cxn ang="0">
                  <a:pos x="T6" y="T7"/>
                </a:cxn>
                <a:cxn ang="0">
                  <a:pos x="T8" y="T9"/>
                </a:cxn>
              </a:cxnLst>
              <a:rect l="0" t="0" r="r" b="b"/>
              <a:pathLst>
                <a:path w="14" h="11">
                  <a:moveTo>
                    <a:pt x="7" y="9"/>
                  </a:moveTo>
                  <a:cubicBezTo>
                    <a:pt x="3" y="11"/>
                    <a:pt x="0" y="10"/>
                    <a:pt x="0" y="8"/>
                  </a:cubicBezTo>
                  <a:cubicBezTo>
                    <a:pt x="0" y="6"/>
                    <a:pt x="3" y="3"/>
                    <a:pt x="7" y="1"/>
                  </a:cubicBezTo>
                  <a:cubicBezTo>
                    <a:pt x="11" y="0"/>
                    <a:pt x="14" y="0"/>
                    <a:pt x="14" y="2"/>
                  </a:cubicBezTo>
                  <a:cubicBezTo>
                    <a:pt x="14" y="4"/>
                    <a:pt x="11" y="7"/>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4" name="Freeform 2437">
              <a:extLst>
                <a:ext uri="{FF2B5EF4-FFF2-40B4-BE49-F238E27FC236}">
                  <a16:creationId xmlns:a16="http://schemas.microsoft.com/office/drawing/2014/main" id="{AD58D0E7-B0D0-A5FA-80D1-6BF73A168563}"/>
                </a:ext>
              </a:extLst>
            </p:cNvPr>
            <p:cNvSpPr>
              <a:spLocks/>
            </p:cNvSpPr>
            <p:nvPr/>
          </p:nvSpPr>
          <p:spPr bwMode="auto">
            <a:xfrm rot="5094805">
              <a:off x="1949123" y="4739198"/>
              <a:ext cx="36560" cy="25135"/>
            </a:xfrm>
            <a:custGeom>
              <a:avLst/>
              <a:gdLst>
                <a:gd name="T0" fmla="*/ 15 w 15"/>
                <a:gd name="T1" fmla="*/ 2 h 10"/>
                <a:gd name="T2" fmla="*/ 8 w 15"/>
                <a:gd name="T3" fmla="*/ 9 h 10"/>
                <a:gd name="T4" fmla="*/ 1 w 15"/>
                <a:gd name="T5" fmla="*/ 8 h 10"/>
                <a:gd name="T6" fmla="*/ 7 w 15"/>
                <a:gd name="T7" fmla="*/ 2 h 10"/>
                <a:gd name="T8" fmla="*/ 15 w 15"/>
                <a:gd name="T9" fmla="*/ 2 h 10"/>
              </a:gdLst>
              <a:ahLst/>
              <a:cxnLst>
                <a:cxn ang="0">
                  <a:pos x="T0" y="T1"/>
                </a:cxn>
                <a:cxn ang="0">
                  <a:pos x="T2" y="T3"/>
                </a:cxn>
                <a:cxn ang="0">
                  <a:pos x="T4" y="T5"/>
                </a:cxn>
                <a:cxn ang="0">
                  <a:pos x="T6" y="T7"/>
                </a:cxn>
                <a:cxn ang="0">
                  <a:pos x="T8" y="T9"/>
                </a:cxn>
              </a:cxnLst>
              <a:rect l="0" t="0" r="r" b="b"/>
              <a:pathLst>
                <a:path w="15" h="10">
                  <a:moveTo>
                    <a:pt x="15" y="2"/>
                  </a:moveTo>
                  <a:cubicBezTo>
                    <a:pt x="15" y="4"/>
                    <a:pt x="12" y="7"/>
                    <a:pt x="8" y="9"/>
                  </a:cubicBezTo>
                  <a:cubicBezTo>
                    <a:pt x="5" y="10"/>
                    <a:pt x="1" y="10"/>
                    <a:pt x="1" y="8"/>
                  </a:cubicBezTo>
                  <a:cubicBezTo>
                    <a:pt x="0" y="6"/>
                    <a:pt x="3" y="3"/>
                    <a:pt x="7" y="2"/>
                  </a:cubicBezTo>
                  <a:cubicBezTo>
                    <a:pt x="11" y="0"/>
                    <a:pt x="14" y="0"/>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5" name="Freeform 2438">
              <a:extLst>
                <a:ext uri="{FF2B5EF4-FFF2-40B4-BE49-F238E27FC236}">
                  <a16:creationId xmlns:a16="http://schemas.microsoft.com/office/drawing/2014/main" id="{2CEFFE82-379F-39D3-18C1-F9B66E4714FE}"/>
                </a:ext>
              </a:extLst>
            </p:cNvPr>
            <p:cNvSpPr>
              <a:spLocks/>
            </p:cNvSpPr>
            <p:nvPr/>
          </p:nvSpPr>
          <p:spPr bwMode="auto">
            <a:xfrm rot="5094805">
              <a:off x="2053871" y="4923820"/>
              <a:ext cx="34275" cy="25135"/>
            </a:xfrm>
            <a:custGeom>
              <a:avLst/>
              <a:gdLst>
                <a:gd name="T0" fmla="*/ 14 w 14"/>
                <a:gd name="T1" fmla="*/ 3 h 10"/>
                <a:gd name="T2" fmla="*/ 7 w 14"/>
                <a:gd name="T3" fmla="*/ 9 h 10"/>
                <a:gd name="T4" fmla="*/ 0 w 14"/>
                <a:gd name="T5" fmla="*/ 8 h 10"/>
                <a:gd name="T6" fmla="*/ 7 w 14"/>
                <a:gd name="T7" fmla="*/ 2 h 10"/>
                <a:gd name="T8" fmla="*/ 14 w 14"/>
                <a:gd name="T9" fmla="*/ 3 h 10"/>
              </a:gdLst>
              <a:ahLst/>
              <a:cxnLst>
                <a:cxn ang="0">
                  <a:pos x="T0" y="T1"/>
                </a:cxn>
                <a:cxn ang="0">
                  <a:pos x="T2" y="T3"/>
                </a:cxn>
                <a:cxn ang="0">
                  <a:pos x="T4" y="T5"/>
                </a:cxn>
                <a:cxn ang="0">
                  <a:pos x="T6" y="T7"/>
                </a:cxn>
                <a:cxn ang="0">
                  <a:pos x="T8" y="T9"/>
                </a:cxn>
              </a:cxnLst>
              <a:rect l="0" t="0" r="r" b="b"/>
              <a:pathLst>
                <a:path w="14" h="10">
                  <a:moveTo>
                    <a:pt x="14" y="3"/>
                  </a:moveTo>
                  <a:cubicBezTo>
                    <a:pt x="14" y="5"/>
                    <a:pt x="11" y="7"/>
                    <a:pt x="7" y="9"/>
                  </a:cubicBezTo>
                  <a:cubicBezTo>
                    <a:pt x="3" y="10"/>
                    <a:pt x="0" y="10"/>
                    <a:pt x="0" y="8"/>
                  </a:cubicBezTo>
                  <a:cubicBezTo>
                    <a:pt x="0" y="6"/>
                    <a:pt x="3" y="3"/>
                    <a:pt x="7" y="2"/>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6" name="Freeform 2439">
              <a:extLst>
                <a:ext uri="{FF2B5EF4-FFF2-40B4-BE49-F238E27FC236}">
                  <a16:creationId xmlns:a16="http://schemas.microsoft.com/office/drawing/2014/main" id="{5F3D2ACC-A153-4D76-9870-E833CF3755A1}"/>
                </a:ext>
              </a:extLst>
            </p:cNvPr>
            <p:cNvSpPr>
              <a:spLocks/>
            </p:cNvSpPr>
            <p:nvPr/>
          </p:nvSpPr>
          <p:spPr bwMode="auto">
            <a:xfrm rot="5094805">
              <a:off x="2149304" y="5106774"/>
              <a:ext cx="36560" cy="25135"/>
            </a:xfrm>
            <a:custGeom>
              <a:avLst/>
              <a:gdLst>
                <a:gd name="T0" fmla="*/ 7 w 15"/>
                <a:gd name="T1" fmla="*/ 2 h 10"/>
                <a:gd name="T2" fmla="*/ 15 w 15"/>
                <a:gd name="T3" fmla="*/ 3 h 10"/>
                <a:gd name="T4" fmla="*/ 8 w 15"/>
                <a:gd name="T5" fmla="*/ 9 h 10"/>
                <a:gd name="T6" fmla="*/ 1 w 15"/>
                <a:gd name="T7" fmla="*/ 8 h 10"/>
                <a:gd name="T8" fmla="*/ 7 w 15"/>
                <a:gd name="T9" fmla="*/ 2 h 10"/>
              </a:gdLst>
              <a:ahLst/>
              <a:cxnLst>
                <a:cxn ang="0">
                  <a:pos x="T0" y="T1"/>
                </a:cxn>
                <a:cxn ang="0">
                  <a:pos x="T2" y="T3"/>
                </a:cxn>
                <a:cxn ang="0">
                  <a:pos x="T4" y="T5"/>
                </a:cxn>
                <a:cxn ang="0">
                  <a:pos x="T6" y="T7"/>
                </a:cxn>
                <a:cxn ang="0">
                  <a:pos x="T8" y="T9"/>
                </a:cxn>
              </a:cxnLst>
              <a:rect l="0" t="0" r="r" b="b"/>
              <a:pathLst>
                <a:path w="15" h="10">
                  <a:moveTo>
                    <a:pt x="7" y="2"/>
                  </a:moveTo>
                  <a:cubicBezTo>
                    <a:pt x="11" y="0"/>
                    <a:pt x="14" y="1"/>
                    <a:pt x="15" y="3"/>
                  </a:cubicBezTo>
                  <a:cubicBezTo>
                    <a:pt x="15" y="5"/>
                    <a:pt x="12" y="7"/>
                    <a:pt x="8" y="9"/>
                  </a:cubicBezTo>
                  <a:cubicBezTo>
                    <a:pt x="5" y="10"/>
                    <a:pt x="1" y="10"/>
                    <a:pt x="1" y="8"/>
                  </a:cubicBezTo>
                  <a:cubicBezTo>
                    <a:pt x="0" y="6"/>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7" name="Freeform 2440">
              <a:extLst>
                <a:ext uri="{FF2B5EF4-FFF2-40B4-BE49-F238E27FC236}">
                  <a16:creationId xmlns:a16="http://schemas.microsoft.com/office/drawing/2014/main" id="{6258C218-1F96-17B2-9AE2-62C807366B1D}"/>
                </a:ext>
              </a:extLst>
            </p:cNvPr>
            <p:cNvSpPr>
              <a:spLocks/>
            </p:cNvSpPr>
            <p:nvPr/>
          </p:nvSpPr>
          <p:spPr bwMode="auto">
            <a:xfrm rot="5094805">
              <a:off x="2242875" y="5294684"/>
              <a:ext cx="34275" cy="25135"/>
            </a:xfrm>
            <a:custGeom>
              <a:avLst/>
              <a:gdLst>
                <a:gd name="T0" fmla="*/ 7 w 14"/>
                <a:gd name="T1" fmla="*/ 9 h 10"/>
                <a:gd name="T2" fmla="*/ 0 w 14"/>
                <a:gd name="T3" fmla="*/ 7 h 10"/>
                <a:gd name="T4" fmla="*/ 6 w 14"/>
                <a:gd name="T5" fmla="*/ 1 h 10"/>
                <a:gd name="T6" fmla="*/ 14 w 14"/>
                <a:gd name="T7" fmla="*/ 3 h 10"/>
                <a:gd name="T8" fmla="*/ 7 w 14"/>
                <a:gd name="T9" fmla="*/ 9 h 10"/>
              </a:gdLst>
              <a:ahLst/>
              <a:cxnLst>
                <a:cxn ang="0">
                  <a:pos x="T0" y="T1"/>
                </a:cxn>
                <a:cxn ang="0">
                  <a:pos x="T2" y="T3"/>
                </a:cxn>
                <a:cxn ang="0">
                  <a:pos x="T4" y="T5"/>
                </a:cxn>
                <a:cxn ang="0">
                  <a:pos x="T6" y="T7"/>
                </a:cxn>
                <a:cxn ang="0">
                  <a:pos x="T8" y="T9"/>
                </a:cxn>
              </a:cxnLst>
              <a:rect l="0" t="0" r="r" b="b"/>
              <a:pathLst>
                <a:path w="14" h="10">
                  <a:moveTo>
                    <a:pt x="7" y="9"/>
                  </a:moveTo>
                  <a:cubicBezTo>
                    <a:pt x="3" y="10"/>
                    <a:pt x="0" y="9"/>
                    <a:pt x="0" y="7"/>
                  </a:cubicBezTo>
                  <a:cubicBezTo>
                    <a:pt x="0" y="5"/>
                    <a:pt x="3" y="3"/>
                    <a:pt x="6" y="1"/>
                  </a:cubicBezTo>
                  <a:cubicBezTo>
                    <a:pt x="10" y="0"/>
                    <a:pt x="14" y="1"/>
                    <a:pt x="14" y="3"/>
                  </a:cubicBezTo>
                  <a:cubicBezTo>
                    <a:pt x="14" y="5"/>
                    <a:pt x="11" y="8"/>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8" name="Freeform 2441">
              <a:extLst>
                <a:ext uri="{FF2B5EF4-FFF2-40B4-BE49-F238E27FC236}">
                  <a16:creationId xmlns:a16="http://schemas.microsoft.com/office/drawing/2014/main" id="{620F0987-0D29-4563-78CA-EFB2B7867119}"/>
                </a:ext>
              </a:extLst>
            </p:cNvPr>
            <p:cNvSpPr>
              <a:spLocks/>
            </p:cNvSpPr>
            <p:nvPr/>
          </p:nvSpPr>
          <p:spPr bwMode="auto">
            <a:xfrm rot="5094805">
              <a:off x="2324652" y="5478853"/>
              <a:ext cx="36560" cy="25135"/>
            </a:xfrm>
            <a:custGeom>
              <a:avLst/>
              <a:gdLst>
                <a:gd name="T0" fmla="*/ 7 w 15"/>
                <a:gd name="T1" fmla="*/ 1 h 10"/>
                <a:gd name="T2" fmla="*/ 15 w 15"/>
                <a:gd name="T3" fmla="*/ 3 h 10"/>
                <a:gd name="T4" fmla="*/ 8 w 15"/>
                <a:gd name="T5" fmla="*/ 9 h 10"/>
                <a:gd name="T6" fmla="*/ 1 w 15"/>
                <a:gd name="T7" fmla="*/ 7 h 10"/>
                <a:gd name="T8" fmla="*/ 7 w 15"/>
                <a:gd name="T9" fmla="*/ 1 h 10"/>
              </a:gdLst>
              <a:ahLst/>
              <a:cxnLst>
                <a:cxn ang="0">
                  <a:pos x="T0" y="T1"/>
                </a:cxn>
                <a:cxn ang="0">
                  <a:pos x="T2" y="T3"/>
                </a:cxn>
                <a:cxn ang="0">
                  <a:pos x="T4" y="T5"/>
                </a:cxn>
                <a:cxn ang="0">
                  <a:pos x="T6" y="T7"/>
                </a:cxn>
                <a:cxn ang="0">
                  <a:pos x="T8" y="T9"/>
                </a:cxn>
              </a:cxnLst>
              <a:rect l="0" t="0" r="r" b="b"/>
              <a:pathLst>
                <a:path w="15" h="10">
                  <a:moveTo>
                    <a:pt x="7" y="1"/>
                  </a:moveTo>
                  <a:cubicBezTo>
                    <a:pt x="11" y="0"/>
                    <a:pt x="15" y="0"/>
                    <a:pt x="15" y="3"/>
                  </a:cubicBezTo>
                  <a:cubicBezTo>
                    <a:pt x="15" y="5"/>
                    <a:pt x="12" y="7"/>
                    <a:pt x="8" y="9"/>
                  </a:cubicBezTo>
                  <a:cubicBezTo>
                    <a:pt x="5" y="10"/>
                    <a:pt x="1" y="9"/>
                    <a:pt x="1" y="7"/>
                  </a:cubicBezTo>
                  <a:cubicBezTo>
                    <a:pt x="0" y="5"/>
                    <a:pt x="4"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9" name="Freeform 2442">
              <a:extLst>
                <a:ext uri="{FF2B5EF4-FFF2-40B4-BE49-F238E27FC236}">
                  <a16:creationId xmlns:a16="http://schemas.microsoft.com/office/drawing/2014/main" id="{04AB8552-E6D0-31AB-4214-58B56F1DC37F}"/>
                </a:ext>
              </a:extLst>
            </p:cNvPr>
            <p:cNvSpPr>
              <a:spLocks/>
            </p:cNvSpPr>
            <p:nvPr/>
          </p:nvSpPr>
          <p:spPr bwMode="auto">
            <a:xfrm rot="5094805">
              <a:off x="2400951" y="5667150"/>
              <a:ext cx="34275" cy="22850"/>
            </a:xfrm>
            <a:custGeom>
              <a:avLst/>
              <a:gdLst>
                <a:gd name="T0" fmla="*/ 7 w 14"/>
                <a:gd name="T1" fmla="*/ 8 h 9"/>
                <a:gd name="T2" fmla="*/ 0 w 14"/>
                <a:gd name="T3" fmla="*/ 6 h 9"/>
                <a:gd name="T4" fmla="*/ 7 w 14"/>
                <a:gd name="T5" fmla="*/ 0 h 9"/>
                <a:gd name="T6" fmla="*/ 14 w 14"/>
                <a:gd name="T7" fmla="*/ 3 h 9"/>
                <a:gd name="T8" fmla="*/ 7 w 14"/>
                <a:gd name="T9" fmla="*/ 8 h 9"/>
              </a:gdLst>
              <a:ahLst/>
              <a:cxnLst>
                <a:cxn ang="0">
                  <a:pos x="T0" y="T1"/>
                </a:cxn>
                <a:cxn ang="0">
                  <a:pos x="T2" y="T3"/>
                </a:cxn>
                <a:cxn ang="0">
                  <a:pos x="T4" y="T5"/>
                </a:cxn>
                <a:cxn ang="0">
                  <a:pos x="T6" y="T7"/>
                </a:cxn>
                <a:cxn ang="0">
                  <a:pos x="T8" y="T9"/>
                </a:cxn>
              </a:cxnLst>
              <a:rect l="0" t="0" r="r" b="b"/>
              <a:pathLst>
                <a:path w="14" h="9">
                  <a:moveTo>
                    <a:pt x="7" y="8"/>
                  </a:moveTo>
                  <a:cubicBezTo>
                    <a:pt x="3" y="9"/>
                    <a:pt x="0" y="8"/>
                    <a:pt x="0" y="6"/>
                  </a:cubicBezTo>
                  <a:cubicBezTo>
                    <a:pt x="0" y="4"/>
                    <a:pt x="3" y="1"/>
                    <a:pt x="7" y="0"/>
                  </a:cubicBezTo>
                  <a:cubicBezTo>
                    <a:pt x="11" y="0"/>
                    <a:pt x="14" y="1"/>
                    <a:pt x="14" y="3"/>
                  </a:cubicBezTo>
                  <a:cubicBezTo>
                    <a:pt x="14" y="5"/>
                    <a:pt x="11" y="8"/>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0" name="Freeform 2443">
              <a:extLst>
                <a:ext uri="{FF2B5EF4-FFF2-40B4-BE49-F238E27FC236}">
                  <a16:creationId xmlns:a16="http://schemas.microsoft.com/office/drawing/2014/main" id="{1E11044A-625E-A512-EF8C-7FBD6CC9AD06}"/>
                </a:ext>
              </a:extLst>
            </p:cNvPr>
            <p:cNvSpPr>
              <a:spLocks/>
            </p:cNvSpPr>
            <p:nvPr/>
          </p:nvSpPr>
          <p:spPr bwMode="auto">
            <a:xfrm rot="5094805">
              <a:off x="2460267" y="5855515"/>
              <a:ext cx="38845" cy="25135"/>
            </a:xfrm>
            <a:custGeom>
              <a:avLst/>
              <a:gdLst>
                <a:gd name="T0" fmla="*/ 14 w 15"/>
                <a:gd name="T1" fmla="*/ 3 h 10"/>
                <a:gd name="T2" fmla="*/ 8 w 15"/>
                <a:gd name="T3" fmla="*/ 9 h 10"/>
                <a:gd name="T4" fmla="*/ 0 w 15"/>
                <a:gd name="T5" fmla="*/ 6 h 10"/>
                <a:gd name="T6" fmla="*/ 7 w 15"/>
                <a:gd name="T7" fmla="*/ 1 h 10"/>
                <a:gd name="T8" fmla="*/ 14 w 15"/>
                <a:gd name="T9" fmla="*/ 3 h 10"/>
              </a:gdLst>
              <a:ahLst/>
              <a:cxnLst>
                <a:cxn ang="0">
                  <a:pos x="T0" y="T1"/>
                </a:cxn>
                <a:cxn ang="0">
                  <a:pos x="T2" y="T3"/>
                </a:cxn>
                <a:cxn ang="0">
                  <a:pos x="T4" y="T5"/>
                </a:cxn>
                <a:cxn ang="0">
                  <a:pos x="T6" y="T7"/>
                </a:cxn>
                <a:cxn ang="0">
                  <a:pos x="T8" y="T9"/>
                </a:cxn>
              </a:cxnLst>
              <a:rect l="0" t="0" r="r" b="b"/>
              <a:pathLst>
                <a:path w="15" h="10">
                  <a:moveTo>
                    <a:pt x="14" y="3"/>
                  </a:moveTo>
                  <a:cubicBezTo>
                    <a:pt x="15" y="5"/>
                    <a:pt x="12" y="8"/>
                    <a:pt x="8" y="9"/>
                  </a:cubicBezTo>
                  <a:cubicBezTo>
                    <a:pt x="5" y="10"/>
                    <a:pt x="1" y="9"/>
                    <a:pt x="0" y="6"/>
                  </a:cubicBezTo>
                  <a:cubicBezTo>
                    <a:pt x="0" y="4"/>
                    <a:pt x="3" y="2"/>
                    <a:pt x="7" y="1"/>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1" name="Freeform 2444">
              <a:extLst>
                <a:ext uri="{FF2B5EF4-FFF2-40B4-BE49-F238E27FC236}">
                  <a16:creationId xmlns:a16="http://schemas.microsoft.com/office/drawing/2014/main" id="{6AC9957E-1821-6414-2A4C-F17C6CE64992}"/>
                </a:ext>
              </a:extLst>
            </p:cNvPr>
            <p:cNvSpPr>
              <a:spLocks/>
            </p:cNvSpPr>
            <p:nvPr/>
          </p:nvSpPr>
          <p:spPr bwMode="auto">
            <a:xfrm rot="5094805">
              <a:off x="2511733" y="6048316"/>
              <a:ext cx="36560" cy="22850"/>
            </a:xfrm>
            <a:custGeom>
              <a:avLst/>
              <a:gdLst>
                <a:gd name="T0" fmla="*/ 14 w 15"/>
                <a:gd name="T1" fmla="*/ 4 h 9"/>
                <a:gd name="T2" fmla="*/ 8 w 15"/>
                <a:gd name="T3" fmla="*/ 9 h 9"/>
                <a:gd name="T4" fmla="*/ 0 w 15"/>
                <a:gd name="T5" fmla="*/ 6 h 9"/>
                <a:gd name="T6" fmla="*/ 6 w 15"/>
                <a:gd name="T7" fmla="*/ 1 h 9"/>
                <a:gd name="T8" fmla="*/ 14 w 15"/>
                <a:gd name="T9" fmla="*/ 4 h 9"/>
              </a:gdLst>
              <a:ahLst/>
              <a:cxnLst>
                <a:cxn ang="0">
                  <a:pos x="T0" y="T1"/>
                </a:cxn>
                <a:cxn ang="0">
                  <a:pos x="T2" y="T3"/>
                </a:cxn>
                <a:cxn ang="0">
                  <a:pos x="T4" y="T5"/>
                </a:cxn>
                <a:cxn ang="0">
                  <a:pos x="T6" y="T7"/>
                </a:cxn>
                <a:cxn ang="0">
                  <a:pos x="T8" y="T9"/>
                </a:cxn>
              </a:cxnLst>
              <a:rect l="0" t="0" r="r" b="b"/>
              <a:pathLst>
                <a:path w="15" h="9">
                  <a:moveTo>
                    <a:pt x="14" y="4"/>
                  </a:moveTo>
                  <a:cubicBezTo>
                    <a:pt x="15" y="6"/>
                    <a:pt x="12" y="8"/>
                    <a:pt x="8" y="9"/>
                  </a:cubicBezTo>
                  <a:cubicBezTo>
                    <a:pt x="4" y="9"/>
                    <a:pt x="0" y="8"/>
                    <a:pt x="0" y="6"/>
                  </a:cubicBezTo>
                  <a:cubicBezTo>
                    <a:pt x="0" y="4"/>
                    <a:pt x="3" y="1"/>
                    <a:pt x="6" y="1"/>
                  </a:cubicBezTo>
                  <a:cubicBezTo>
                    <a:pt x="10" y="0"/>
                    <a:pt x="14" y="2"/>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2" name="Freeform 2445">
              <a:extLst>
                <a:ext uri="{FF2B5EF4-FFF2-40B4-BE49-F238E27FC236}">
                  <a16:creationId xmlns:a16="http://schemas.microsoft.com/office/drawing/2014/main" id="{7E846DAD-A9E2-B6DD-5C8A-00C844FD97C2}"/>
                </a:ext>
              </a:extLst>
            </p:cNvPr>
            <p:cNvSpPr>
              <a:spLocks/>
            </p:cNvSpPr>
            <p:nvPr/>
          </p:nvSpPr>
          <p:spPr bwMode="auto">
            <a:xfrm rot="5094805">
              <a:off x="2554924" y="6236026"/>
              <a:ext cx="36560" cy="25135"/>
            </a:xfrm>
            <a:custGeom>
              <a:avLst/>
              <a:gdLst>
                <a:gd name="T0" fmla="*/ 6 w 15"/>
                <a:gd name="T1" fmla="*/ 1 h 10"/>
                <a:gd name="T2" fmla="*/ 15 w 15"/>
                <a:gd name="T3" fmla="*/ 3 h 10"/>
                <a:gd name="T4" fmla="*/ 9 w 15"/>
                <a:gd name="T5" fmla="*/ 9 h 10"/>
                <a:gd name="T6" fmla="*/ 1 w 15"/>
                <a:gd name="T7" fmla="*/ 6 h 10"/>
                <a:gd name="T8" fmla="*/ 6 w 15"/>
                <a:gd name="T9" fmla="*/ 1 h 10"/>
              </a:gdLst>
              <a:ahLst/>
              <a:cxnLst>
                <a:cxn ang="0">
                  <a:pos x="T0" y="T1"/>
                </a:cxn>
                <a:cxn ang="0">
                  <a:pos x="T2" y="T3"/>
                </a:cxn>
                <a:cxn ang="0">
                  <a:pos x="T4" y="T5"/>
                </a:cxn>
                <a:cxn ang="0">
                  <a:pos x="T6" y="T7"/>
                </a:cxn>
                <a:cxn ang="0">
                  <a:pos x="T8" y="T9"/>
                </a:cxn>
              </a:cxnLst>
              <a:rect l="0" t="0" r="r" b="b"/>
              <a:pathLst>
                <a:path w="15" h="10">
                  <a:moveTo>
                    <a:pt x="6" y="1"/>
                  </a:moveTo>
                  <a:cubicBezTo>
                    <a:pt x="10" y="0"/>
                    <a:pt x="14" y="1"/>
                    <a:pt x="15" y="3"/>
                  </a:cubicBezTo>
                  <a:cubicBezTo>
                    <a:pt x="15" y="5"/>
                    <a:pt x="13" y="8"/>
                    <a:pt x="9" y="9"/>
                  </a:cubicBezTo>
                  <a:cubicBezTo>
                    <a:pt x="5" y="10"/>
                    <a:pt x="1" y="9"/>
                    <a:pt x="1" y="6"/>
                  </a:cubicBezTo>
                  <a:cubicBezTo>
                    <a:pt x="0" y="4"/>
                    <a:pt x="2"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3" name="Freeform 2446">
              <a:extLst>
                <a:ext uri="{FF2B5EF4-FFF2-40B4-BE49-F238E27FC236}">
                  <a16:creationId xmlns:a16="http://schemas.microsoft.com/office/drawing/2014/main" id="{FE7E4FE5-99D0-79BE-6153-0D1DF009701E}"/>
                </a:ext>
              </a:extLst>
            </p:cNvPr>
            <p:cNvSpPr>
              <a:spLocks/>
            </p:cNvSpPr>
            <p:nvPr/>
          </p:nvSpPr>
          <p:spPr bwMode="auto">
            <a:xfrm rot="5094805">
              <a:off x="2614250" y="6426879"/>
              <a:ext cx="36560" cy="22850"/>
            </a:xfrm>
            <a:custGeom>
              <a:avLst/>
              <a:gdLst>
                <a:gd name="T0" fmla="*/ 6 w 14"/>
                <a:gd name="T1" fmla="*/ 1 h 10"/>
                <a:gd name="T2" fmla="*/ 14 w 14"/>
                <a:gd name="T3" fmla="*/ 3 h 10"/>
                <a:gd name="T4" fmla="*/ 7 w 14"/>
                <a:gd name="T5" fmla="*/ 9 h 10"/>
                <a:gd name="T6" fmla="*/ 0 w 14"/>
                <a:gd name="T7" fmla="*/ 6 h 10"/>
                <a:gd name="T8" fmla="*/ 6 w 14"/>
                <a:gd name="T9" fmla="*/ 1 h 10"/>
              </a:gdLst>
              <a:ahLst/>
              <a:cxnLst>
                <a:cxn ang="0">
                  <a:pos x="T0" y="T1"/>
                </a:cxn>
                <a:cxn ang="0">
                  <a:pos x="T2" y="T3"/>
                </a:cxn>
                <a:cxn ang="0">
                  <a:pos x="T4" y="T5"/>
                </a:cxn>
                <a:cxn ang="0">
                  <a:pos x="T6" y="T7"/>
                </a:cxn>
                <a:cxn ang="0">
                  <a:pos x="T8" y="T9"/>
                </a:cxn>
              </a:cxnLst>
              <a:rect l="0" t="0" r="r" b="b"/>
              <a:pathLst>
                <a:path w="14" h="10">
                  <a:moveTo>
                    <a:pt x="6" y="1"/>
                  </a:moveTo>
                  <a:cubicBezTo>
                    <a:pt x="10" y="0"/>
                    <a:pt x="14" y="1"/>
                    <a:pt x="14" y="3"/>
                  </a:cubicBezTo>
                  <a:cubicBezTo>
                    <a:pt x="14" y="5"/>
                    <a:pt x="11" y="8"/>
                    <a:pt x="7" y="9"/>
                  </a:cubicBezTo>
                  <a:cubicBezTo>
                    <a:pt x="4" y="10"/>
                    <a:pt x="0" y="8"/>
                    <a:pt x="0" y="6"/>
                  </a:cubicBezTo>
                  <a:cubicBezTo>
                    <a:pt x="0" y="4"/>
                    <a:pt x="3"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4" name="Freeform 2447">
              <a:extLst>
                <a:ext uri="{FF2B5EF4-FFF2-40B4-BE49-F238E27FC236}">
                  <a16:creationId xmlns:a16="http://schemas.microsoft.com/office/drawing/2014/main" id="{6B191766-FD2D-6B7D-0872-ED8AE286D11E}"/>
                </a:ext>
              </a:extLst>
            </p:cNvPr>
            <p:cNvSpPr>
              <a:spLocks/>
            </p:cNvSpPr>
            <p:nvPr/>
          </p:nvSpPr>
          <p:spPr bwMode="auto">
            <a:xfrm rot="5094805">
              <a:off x="2687028" y="6611955"/>
              <a:ext cx="36560" cy="25135"/>
            </a:xfrm>
            <a:custGeom>
              <a:avLst/>
              <a:gdLst>
                <a:gd name="T0" fmla="*/ 15 w 15"/>
                <a:gd name="T1" fmla="*/ 2 h 10"/>
                <a:gd name="T2" fmla="*/ 9 w 15"/>
                <a:gd name="T3" fmla="*/ 8 h 10"/>
                <a:gd name="T4" fmla="*/ 1 w 15"/>
                <a:gd name="T5" fmla="*/ 7 h 10"/>
                <a:gd name="T6" fmla="*/ 7 w 15"/>
                <a:gd name="T7" fmla="*/ 1 h 10"/>
                <a:gd name="T8" fmla="*/ 15 w 15"/>
                <a:gd name="T9" fmla="*/ 2 h 10"/>
              </a:gdLst>
              <a:ahLst/>
              <a:cxnLst>
                <a:cxn ang="0">
                  <a:pos x="T0" y="T1"/>
                </a:cxn>
                <a:cxn ang="0">
                  <a:pos x="T2" y="T3"/>
                </a:cxn>
                <a:cxn ang="0">
                  <a:pos x="T4" y="T5"/>
                </a:cxn>
                <a:cxn ang="0">
                  <a:pos x="T6" y="T7"/>
                </a:cxn>
                <a:cxn ang="0">
                  <a:pos x="T8" y="T9"/>
                </a:cxn>
              </a:cxnLst>
              <a:rect l="0" t="0" r="r" b="b"/>
              <a:pathLst>
                <a:path w="15" h="10">
                  <a:moveTo>
                    <a:pt x="15" y="2"/>
                  </a:moveTo>
                  <a:cubicBezTo>
                    <a:pt x="15" y="4"/>
                    <a:pt x="13" y="7"/>
                    <a:pt x="9" y="8"/>
                  </a:cubicBezTo>
                  <a:cubicBezTo>
                    <a:pt x="5" y="10"/>
                    <a:pt x="2" y="9"/>
                    <a:pt x="1" y="7"/>
                  </a:cubicBezTo>
                  <a:cubicBezTo>
                    <a:pt x="0" y="5"/>
                    <a:pt x="3" y="2"/>
                    <a:pt x="7" y="1"/>
                  </a:cubicBezTo>
                  <a:cubicBezTo>
                    <a:pt x="10" y="0"/>
                    <a:pt x="14" y="0"/>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5" name="Freeform 2448">
              <a:extLst>
                <a:ext uri="{FF2B5EF4-FFF2-40B4-BE49-F238E27FC236}">
                  <a16:creationId xmlns:a16="http://schemas.microsoft.com/office/drawing/2014/main" id="{E71633FD-0EF6-9833-6555-AAC1760C982E}"/>
                </a:ext>
              </a:extLst>
            </p:cNvPr>
            <p:cNvSpPr>
              <a:spLocks/>
            </p:cNvSpPr>
            <p:nvPr/>
          </p:nvSpPr>
          <p:spPr bwMode="auto">
            <a:xfrm rot="5094805">
              <a:off x="2774601" y="6796857"/>
              <a:ext cx="36560" cy="25135"/>
            </a:xfrm>
            <a:custGeom>
              <a:avLst/>
              <a:gdLst>
                <a:gd name="T0" fmla="*/ 14 w 15"/>
                <a:gd name="T1" fmla="*/ 2 h 10"/>
                <a:gd name="T2" fmla="*/ 8 w 15"/>
                <a:gd name="T3" fmla="*/ 9 h 10"/>
                <a:gd name="T4" fmla="*/ 0 w 15"/>
                <a:gd name="T5" fmla="*/ 8 h 10"/>
                <a:gd name="T6" fmla="*/ 6 w 15"/>
                <a:gd name="T7" fmla="*/ 2 h 10"/>
                <a:gd name="T8" fmla="*/ 14 w 15"/>
                <a:gd name="T9" fmla="*/ 2 h 10"/>
              </a:gdLst>
              <a:ahLst/>
              <a:cxnLst>
                <a:cxn ang="0">
                  <a:pos x="T0" y="T1"/>
                </a:cxn>
                <a:cxn ang="0">
                  <a:pos x="T2" y="T3"/>
                </a:cxn>
                <a:cxn ang="0">
                  <a:pos x="T4" y="T5"/>
                </a:cxn>
                <a:cxn ang="0">
                  <a:pos x="T6" y="T7"/>
                </a:cxn>
                <a:cxn ang="0">
                  <a:pos x="T8" y="T9"/>
                </a:cxn>
              </a:cxnLst>
              <a:rect l="0" t="0" r="r" b="b"/>
              <a:pathLst>
                <a:path w="15" h="10">
                  <a:moveTo>
                    <a:pt x="14" y="2"/>
                  </a:moveTo>
                  <a:cubicBezTo>
                    <a:pt x="15" y="4"/>
                    <a:pt x="12" y="7"/>
                    <a:pt x="8" y="9"/>
                  </a:cubicBezTo>
                  <a:cubicBezTo>
                    <a:pt x="5" y="10"/>
                    <a:pt x="1" y="10"/>
                    <a:pt x="0" y="8"/>
                  </a:cubicBezTo>
                  <a:cubicBezTo>
                    <a:pt x="0" y="6"/>
                    <a:pt x="3" y="3"/>
                    <a:pt x="6" y="2"/>
                  </a:cubicBezTo>
                  <a:cubicBezTo>
                    <a:pt x="10" y="0"/>
                    <a:pt x="14" y="0"/>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6" name="Freeform 2449">
              <a:extLst>
                <a:ext uri="{FF2B5EF4-FFF2-40B4-BE49-F238E27FC236}">
                  <a16:creationId xmlns:a16="http://schemas.microsoft.com/office/drawing/2014/main" id="{EAA58592-C8A1-9305-79B0-A148B5BA328D}"/>
                </a:ext>
              </a:extLst>
            </p:cNvPr>
            <p:cNvSpPr>
              <a:spLocks/>
            </p:cNvSpPr>
            <p:nvPr/>
          </p:nvSpPr>
          <p:spPr bwMode="auto">
            <a:xfrm rot="5094805">
              <a:off x="1102223" y="1584740"/>
              <a:ext cx="34275" cy="36560"/>
            </a:xfrm>
            <a:custGeom>
              <a:avLst/>
              <a:gdLst>
                <a:gd name="T0" fmla="*/ 14 w 14"/>
                <a:gd name="T1" fmla="*/ 11 h 14"/>
                <a:gd name="T2" fmla="*/ 8 w 14"/>
                <a:gd name="T3" fmla="*/ 11 h 14"/>
                <a:gd name="T4" fmla="*/ 1 w 14"/>
                <a:gd name="T5" fmla="*/ 3 h 14"/>
                <a:gd name="T6" fmla="*/ 6 w 14"/>
                <a:gd name="T7" fmla="*/ 2 h 14"/>
                <a:gd name="T8" fmla="*/ 14 w 14"/>
                <a:gd name="T9" fmla="*/ 11 h 14"/>
              </a:gdLst>
              <a:ahLst/>
              <a:cxnLst>
                <a:cxn ang="0">
                  <a:pos x="T0" y="T1"/>
                </a:cxn>
                <a:cxn ang="0">
                  <a:pos x="T2" y="T3"/>
                </a:cxn>
                <a:cxn ang="0">
                  <a:pos x="T4" y="T5"/>
                </a:cxn>
                <a:cxn ang="0">
                  <a:pos x="T6" y="T7"/>
                </a:cxn>
                <a:cxn ang="0">
                  <a:pos x="T8" y="T9"/>
                </a:cxn>
              </a:cxnLst>
              <a:rect l="0" t="0" r="r" b="b"/>
              <a:pathLst>
                <a:path w="14" h="14">
                  <a:moveTo>
                    <a:pt x="14" y="11"/>
                  </a:moveTo>
                  <a:cubicBezTo>
                    <a:pt x="14" y="13"/>
                    <a:pt x="11" y="14"/>
                    <a:pt x="8" y="11"/>
                  </a:cubicBezTo>
                  <a:cubicBezTo>
                    <a:pt x="4" y="9"/>
                    <a:pt x="2" y="6"/>
                    <a:pt x="1" y="3"/>
                  </a:cubicBezTo>
                  <a:cubicBezTo>
                    <a:pt x="0" y="1"/>
                    <a:pt x="2" y="0"/>
                    <a:pt x="6" y="2"/>
                  </a:cubicBezTo>
                  <a:cubicBezTo>
                    <a:pt x="9" y="3"/>
                    <a:pt x="13" y="8"/>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7" name="Freeform 2450">
              <a:extLst>
                <a:ext uri="{FF2B5EF4-FFF2-40B4-BE49-F238E27FC236}">
                  <a16:creationId xmlns:a16="http://schemas.microsoft.com/office/drawing/2014/main" id="{F78E3252-4B97-0593-EA36-25C507AC042A}"/>
                </a:ext>
              </a:extLst>
            </p:cNvPr>
            <p:cNvSpPr>
              <a:spLocks/>
            </p:cNvSpPr>
            <p:nvPr/>
          </p:nvSpPr>
          <p:spPr bwMode="auto">
            <a:xfrm rot="5094805">
              <a:off x="1008528" y="1797238"/>
              <a:ext cx="34275" cy="31990"/>
            </a:xfrm>
            <a:custGeom>
              <a:avLst/>
              <a:gdLst>
                <a:gd name="T0" fmla="*/ 13 w 14"/>
                <a:gd name="T1" fmla="*/ 10 h 13"/>
                <a:gd name="T2" fmla="*/ 7 w 14"/>
                <a:gd name="T3" fmla="*/ 11 h 13"/>
                <a:gd name="T4" fmla="*/ 0 w 14"/>
                <a:gd name="T5" fmla="*/ 3 h 13"/>
                <a:gd name="T6" fmla="*/ 6 w 14"/>
                <a:gd name="T7" fmla="*/ 2 h 13"/>
                <a:gd name="T8" fmla="*/ 13 w 14"/>
                <a:gd name="T9" fmla="*/ 10 h 13"/>
              </a:gdLst>
              <a:ahLst/>
              <a:cxnLst>
                <a:cxn ang="0">
                  <a:pos x="T0" y="T1"/>
                </a:cxn>
                <a:cxn ang="0">
                  <a:pos x="T2" y="T3"/>
                </a:cxn>
                <a:cxn ang="0">
                  <a:pos x="T4" y="T5"/>
                </a:cxn>
                <a:cxn ang="0">
                  <a:pos x="T6" y="T7"/>
                </a:cxn>
                <a:cxn ang="0">
                  <a:pos x="T8" y="T9"/>
                </a:cxn>
              </a:cxnLst>
              <a:rect l="0" t="0" r="r" b="b"/>
              <a:pathLst>
                <a:path w="14" h="13">
                  <a:moveTo>
                    <a:pt x="13" y="10"/>
                  </a:moveTo>
                  <a:cubicBezTo>
                    <a:pt x="14" y="12"/>
                    <a:pt x="11" y="13"/>
                    <a:pt x="7" y="11"/>
                  </a:cubicBezTo>
                  <a:cubicBezTo>
                    <a:pt x="4" y="9"/>
                    <a:pt x="1" y="6"/>
                    <a:pt x="0" y="3"/>
                  </a:cubicBezTo>
                  <a:cubicBezTo>
                    <a:pt x="0" y="1"/>
                    <a:pt x="2" y="0"/>
                    <a:pt x="6" y="2"/>
                  </a:cubicBezTo>
                  <a:cubicBezTo>
                    <a:pt x="9" y="3"/>
                    <a:pt x="13" y="7"/>
                    <a:pt x="1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8" name="Freeform 2451">
              <a:extLst>
                <a:ext uri="{FF2B5EF4-FFF2-40B4-BE49-F238E27FC236}">
                  <a16:creationId xmlns:a16="http://schemas.microsoft.com/office/drawing/2014/main" id="{F7E69417-808F-B328-2C36-D148DDE89472}"/>
                </a:ext>
              </a:extLst>
            </p:cNvPr>
            <p:cNvSpPr>
              <a:spLocks/>
            </p:cNvSpPr>
            <p:nvPr/>
          </p:nvSpPr>
          <p:spPr bwMode="auto">
            <a:xfrm rot="5094805">
              <a:off x="934911" y="2003360"/>
              <a:ext cx="34275" cy="27420"/>
            </a:xfrm>
            <a:custGeom>
              <a:avLst/>
              <a:gdLst>
                <a:gd name="T0" fmla="*/ 14 w 14"/>
                <a:gd name="T1" fmla="*/ 8 h 11"/>
                <a:gd name="T2" fmla="*/ 8 w 14"/>
                <a:gd name="T3" fmla="*/ 10 h 11"/>
                <a:gd name="T4" fmla="*/ 1 w 14"/>
                <a:gd name="T5" fmla="*/ 3 h 11"/>
                <a:gd name="T6" fmla="*/ 6 w 14"/>
                <a:gd name="T7" fmla="*/ 1 h 11"/>
                <a:gd name="T8" fmla="*/ 14 w 14"/>
                <a:gd name="T9" fmla="*/ 8 h 11"/>
              </a:gdLst>
              <a:ahLst/>
              <a:cxnLst>
                <a:cxn ang="0">
                  <a:pos x="T0" y="T1"/>
                </a:cxn>
                <a:cxn ang="0">
                  <a:pos x="T2" y="T3"/>
                </a:cxn>
                <a:cxn ang="0">
                  <a:pos x="T4" y="T5"/>
                </a:cxn>
                <a:cxn ang="0">
                  <a:pos x="T6" y="T7"/>
                </a:cxn>
                <a:cxn ang="0">
                  <a:pos x="T8" y="T9"/>
                </a:cxn>
              </a:cxnLst>
              <a:rect l="0" t="0" r="r" b="b"/>
              <a:pathLst>
                <a:path w="14" h="11">
                  <a:moveTo>
                    <a:pt x="14" y="8"/>
                  </a:moveTo>
                  <a:cubicBezTo>
                    <a:pt x="14" y="10"/>
                    <a:pt x="11" y="11"/>
                    <a:pt x="8" y="10"/>
                  </a:cubicBezTo>
                  <a:cubicBezTo>
                    <a:pt x="4" y="8"/>
                    <a:pt x="2" y="6"/>
                    <a:pt x="1" y="3"/>
                  </a:cubicBezTo>
                  <a:cubicBezTo>
                    <a:pt x="0" y="1"/>
                    <a:pt x="2" y="0"/>
                    <a:pt x="6" y="1"/>
                  </a:cubicBezTo>
                  <a:cubicBezTo>
                    <a:pt x="9" y="2"/>
                    <a:pt x="13" y="5"/>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9" name="Freeform 2452">
              <a:extLst>
                <a:ext uri="{FF2B5EF4-FFF2-40B4-BE49-F238E27FC236}">
                  <a16:creationId xmlns:a16="http://schemas.microsoft.com/office/drawing/2014/main" id="{DF7AA298-CB86-10D9-D4F3-6E9AE41A31F0}"/>
                </a:ext>
              </a:extLst>
            </p:cNvPr>
            <p:cNvSpPr>
              <a:spLocks/>
            </p:cNvSpPr>
            <p:nvPr/>
          </p:nvSpPr>
          <p:spPr bwMode="auto">
            <a:xfrm rot="5094805">
              <a:off x="893361" y="2206638"/>
              <a:ext cx="34275" cy="27420"/>
            </a:xfrm>
            <a:custGeom>
              <a:avLst/>
              <a:gdLst>
                <a:gd name="T0" fmla="*/ 14 w 14"/>
                <a:gd name="T1" fmla="*/ 7 h 11"/>
                <a:gd name="T2" fmla="*/ 7 w 14"/>
                <a:gd name="T3" fmla="*/ 10 h 11"/>
                <a:gd name="T4" fmla="*/ 0 w 14"/>
                <a:gd name="T5" fmla="*/ 4 h 11"/>
                <a:gd name="T6" fmla="*/ 7 w 14"/>
                <a:gd name="T7" fmla="*/ 1 h 11"/>
                <a:gd name="T8" fmla="*/ 14 w 14"/>
                <a:gd name="T9" fmla="*/ 7 h 11"/>
              </a:gdLst>
              <a:ahLst/>
              <a:cxnLst>
                <a:cxn ang="0">
                  <a:pos x="T0" y="T1"/>
                </a:cxn>
                <a:cxn ang="0">
                  <a:pos x="T2" y="T3"/>
                </a:cxn>
                <a:cxn ang="0">
                  <a:pos x="T4" y="T5"/>
                </a:cxn>
                <a:cxn ang="0">
                  <a:pos x="T6" y="T7"/>
                </a:cxn>
                <a:cxn ang="0">
                  <a:pos x="T8" y="T9"/>
                </a:cxn>
              </a:cxnLst>
              <a:rect l="0" t="0" r="r" b="b"/>
              <a:pathLst>
                <a:path w="14" h="11">
                  <a:moveTo>
                    <a:pt x="14" y="7"/>
                  </a:moveTo>
                  <a:cubicBezTo>
                    <a:pt x="14" y="10"/>
                    <a:pt x="10" y="11"/>
                    <a:pt x="7" y="10"/>
                  </a:cubicBezTo>
                  <a:cubicBezTo>
                    <a:pt x="4" y="9"/>
                    <a:pt x="1" y="6"/>
                    <a:pt x="0" y="4"/>
                  </a:cubicBezTo>
                  <a:cubicBezTo>
                    <a:pt x="0" y="2"/>
                    <a:pt x="3" y="0"/>
                    <a:pt x="7" y="1"/>
                  </a:cubicBezTo>
                  <a:cubicBezTo>
                    <a:pt x="10" y="2"/>
                    <a:pt x="13" y="5"/>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0" name="Freeform 2453">
              <a:extLst>
                <a:ext uri="{FF2B5EF4-FFF2-40B4-BE49-F238E27FC236}">
                  <a16:creationId xmlns:a16="http://schemas.microsoft.com/office/drawing/2014/main" id="{42DE3833-904A-A994-8DFE-BA9D643F7786}"/>
                </a:ext>
              </a:extLst>
            </p:cNvPr>
            <p:cNvSpPr>
              <a:spLocks/>
            </p:cNvSpPr>
            <p:nvPr/>
          </p:nvSpPr>
          <p:spPr bwMode="auto">
            <a:xfrm rot="5094805">
              <a:off x="891235" y="2402960"/>
              <a:ext cx="34275" cy="25135"/>
            </a:xfrm>
            <a:custGeom>
              <a:avLst/>
              <a:gdLst>
                <a:gd name="T0" fmla="*/ 1 w 14"/>
                <a:gd name="T1" fmla="*/ 6 h 10"/>
                <a:gd name="T2" fmla="*/ 6 w 14"/>
                <a:gd name="T3" fmla="*/ 1 h 10"/>
                <a:gd name="T4" fmla="*/ 14 w 14"/>
                <a:gd name="T5" fmla="*/ 5 h 10"/>
                <a:gd name="T6" fmla="*/ 9 w 14"/>
                <a:gd name="T7" fmla="*/ 9 h 10"/>
                <a:gd name="T8" fmla="*/ 1 w 14"/>
                <a:gd name="T9" fmla="*/ 6 h 10"/>
              </a:gdLst>
              <a:ahLst/>
              <a:cxnLst>
                <a:cxn ang="0">
                  <a:pos x="T0" y="T1"/>
                </a:cxn>
                <a:cxn ang="0">
                  <a:pos x="T2" y="T3"/>
                </a:cxn>
                <a:cxn ang="0">
                  <a:pos x="T4" y="T5"/>
                </a:cxn>
                <a:cxn ang="0">
                  <a:pos x="T6" y="T7"/>
                </a:cxn>
                <a:cxn ang="0">
                  <a:pos x="T8" y="T9"/>
                </a:cxn>
              </a:cxnLst>
              <a:rect l="0" t="0" r="r" b="b"/>
              <a:pathLst>
                <a:path w="14" h="10">
                  <a:moveTo>
                    <a:pt x="1" y="6"/>
                  </a:moveTo>
                  <a:cubicBezTo>
                    <a:pt x="0" y="3"/>
                    <a:pt x="3" y="1"/>
                    <a:pt x="6" y="1"/>
                  </a:cubicBezTo>
                  <a:cubicBezTo>
                    <a:pt x="9" y="0"/>
                    <a:pt x="13" y="2"/>
                    <a:pt x="14" y="5"/>
                  </a:cubicBezTo>
                  <a:cubicBezTo>
                    <a:pt x="14" y="7"/>
                    <a:pt x="12" y="9"/>
                    <a:pt x="9" y="9"/>
                  </a:cubicBezTo>
                  <a:cubicBezTo>
                    <a:pt x="6" y="10"/>
                    <a:pt x="2" y="8"/>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1" name="Freeform 2454">
              <a:extLst>
                <a:ext uri="{FF2B5EF4-FFF2-40B4-BE49-F238E27FC236}">
                  <a16:creationId xmlns:a16="http://schemas.microsoft.com/office/drawing/2014/main" id="{81F0ADB1-99D9-4DA8-0F09-E4693C57B4C9}"/>
                </a:ext>
              </a:extLst>
            </p:cNvPr>
            <p:cNvSpPr>
              <a:spLocks/>
            </p:cNvSpPr>
            <p:nvPr/>
          </p:nvSpPr>
          <p:spPr bwMode="auto">
            <a:xfrm rot="5094805">
              <a:off x="931215" y="2594392"/>
              <a:ext cx="34275" cy="25135"/>
            </a:xfrm>
            <a:custGeom>
              <a:avLst/>
              <a:gdLst>
                <a:gd name="T0" fmla="*/ 8 w 14"/>
                <a:gd name="T1" fmla="*/ 9 h 10"/>
                <a:gd name="T2" fmla="*/ 0 w 14"/>
                <a:gd name="T3" fmla="*/ 6 h 10"/>
                <a:gd name="T4" fmla="*/ 7 w 14"/>
                <a:gd name="T5" fmla="*/ 0 h 10"/>
                <a:gd name="T6" fmla="*/ 13 w 14"/>
                <a:gd name="T7" fmla="*/ 3 h 10"/>
                <a:gd name="T8" fmla="*/ 8 w 14"/>
                <a:gd name="T9" fmla="*/ 9 h 10"/>
              </a:gdLst>
              <a:ahLst/>
              <a:cxnLst>
                <a:cxn ang="0">
                  <a:pos x="T0" y="T1"/>
                </a:cxn>
                <a:cxn ang="0">
                  <a:pos x="T2" y="T3"/>
                </a:cxn>
                <a:cxn ang="0">
                  <a:pos x="T4" y="T5"/>
                </a:cxn>
                <a:cxn ang="0">
                  <a:pos x="T6" y="T7"/>
                </a:cxn>
                <a:cxn ang="0">
                  <a:pos x="T8" y="T9"/>
                </a:cxn>
              </a:cxnLst>
              <a:rect l="0" t="0" r="r" b="b"/>
              <a:pathLst>
                <a:path w="14" h="10">
                  <a:moveTo>
                    <a:pt x="8" y="9"/>
                  </a:moveTo>
                  <a:cubicBezTo>
                    <a:pt x="5" y="10"/>
                    <a:pt x="1" y="8"/>
                    <a:pt x="0" y="6"/>
                  </a:cubicBezTo>
                  <a:cubicBezTo>
                    <a:pt x="0" y="3"/>
                    <a:pt x="3" y="0"/>
                    <a:pt x="7" y="0"/>
                  </a:cubicBezTo>
                  <a:cubicBezTo>
                    <a:pt x="10" y="0"/>
                    <a:pt x="12" y="1"/>
                    <a:pt x="13" y="3"/>
                  </a:cubicBezTo>
                  <a:cubicBezTo>
                    <a:pt x="14" y="6"/>
                    <a:pt x="12" y="9"/>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2" name="Freeform 2455">
              <a:extLst>
                <a:ext uri="{FF2B5EF4-FFF2-40B4-BE49-F238E27FC236}">
                  <a16:creationId xmlns:a16="http://schemas.microsoft.com/office/drawing/2014/main" id="{54FC959B-0848-A53B-BE41-F88370EDCEEC}"/>
                </a:ext>
              </a:extLst>
            </p:cNvPr>
            <p:cNvSpPr>
              <a:spLocks/>
            </p:cNvSpPr>
            <p:nvPr/>
          </p:nvSpPr>
          <p:spPr bwMode="auto">
            <a:xfrm rot="5094805">
              <a:off x="989508" y="2784301"/>
              <a:ext cx="31990" cy="27420"/>
            </a:xfrm>
            <a:custGeom>
              <a:avLst/>
              <a:gdLst>
                <a:gd name="T0" fmla="*/ 13 w 13"/>
                <a:gd name="T1" fmla="*/ 5 h 11"/>
                <a:gd name="T2" fmla="*/ 6 w 13"/>
                <a:gd name="T3" fmla="*/ 11 h 11"/>
                <a:gd name="T4" fmla="*/ 0 w 13"/>
                <a:gd name="T5" fmla="*/ 8 h 11"/>
                <a:gd name="T6" fmla="*/ 6 w 13"/>
                <a:gd name="T7" fmla="*/ 1 h 11"/>
                <a:gd name="T8" fmla="*/ 13 w 13"/>
                <a:gd name="T9" fmla="*/ 5 h 11"/>
              </a:gdLst>
              <a:ahLst/>
              <a:cxnLst>
                <a:cxn ang="0">
                  <a:pos x="T0" y="T1"/>
                </a:cxn>
                <a:cxn ang="0">
                  <a:pos x="T2" y="T3"/>
                </a:cxn>
                <a:cxn ang="0">
                  <a:pos x="T4" y="T5"/>
                </a:cxn>
                <a:cxn ang="0">
                  <a:pos x="T6" y="T7"/>
                </a:cxn>
                <a:cxn ang="0">
                  <a:pos x="T8" y="T9"/>
                </a:cxn>
              </a:cxnLst>
              <a:rect l="0" t="0" r="r" b="b"/>
              <a:pathLst>
                <a:path w="13" h="11">
                  <a:moveTo>
                    <a:pt x="13" y="5"/>
                  </a:moveTo>
                  <a:cubicBezTo>
                    <a:pt x="13" y="8"/>
                    <a:pt x="10" y="11"/>
                    <a:pt x="6" y="11"/>
                  </a:cubicBezTo>
                  <a:cubicBezTo>
                    <a:pt x="3" y="11"/>
                    <a:pt x="0" y="10"/>
                    <a:pt x="0" y="8"/>
                  </a:cubicBezTo>
                  <a:cubicBezTo>
                    <a:pt x="0" y="5"/>
                    <a:pt x="3" y="2"/>
                    <a:pt x="6" y="1"/>
                  </a:cubicBezTo>
                  <a:cubicBezTo>
                    <a:pt x="10" y="0"/>
                    <a:pt x="13" y="3"/>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3" name="Freeform 2456">
              <a:extLst>
                <a:ext uri="{FF2B5EF4-FFF2-40B4-BE49-F238E27FC236}">
                  <a16:creationId xmlns:a16="http://schemas.microsoft.com/office/drawing/2014/main" id="{C8DBE6F4-69DB-85F2-F15B-0EC700C00A46}"/>
                </a:ext>
              </a:extLst>
            </p:cNvPr>
            <p:cNvSpPr>
              <a:spLocks/>
            </p:cNvSpPr>
            <p:nvPr/>
          </p:nvSpPr>
          <p:spPr bwMode="auto">
            <a:xfrm rot="5094805">
              <a:off x="1056694" y="2970920"/>
              <a:ext cx="34275" cy="29705"/>
            </a:xfrm>
            <a:custGeom>
              <a:avLst/>
              <a:gdLst>
                <a:gd name="T0" fmla="*/ 8 w 14"/>
                <a:gd name="T1" fmla="*/ 11 h 12"/>
                <a:gd name="T2" fmla="*/ 0 w 14"/>
                <a:gd name="T3" fmla="*/ 8 h 12"/>
                <a:gd name="T4" fmla="*/ 6 w 14"/>
                <a:gd name="T5" fmla="*/ 1 h 12"/>
                <a:gd name="T6" fmla="*/ 13 w 14"/>
                <a:gd name="T7" fmla="*/ 4 h 12"/>
                <a:gd name="T8" fmla="*/ 8 w 14"/>
                <a:gd name="T9" fmla="*/ 11 h 12"/>
              </a:gdLst>
              <a:ahLst/>
              <a:cxnLst>
                <a:cxn ang="0">
                  <a:pos x="T0" y="T1"/>
                </a:cxn>
                <a:cxn ang="0">
                  <a:pos x="T2" y="T3"/>
                </a:cxn>
                <a:cxn ang="0">
                  <a:pos x="T4" y="T5"/>
                </a:cxn>
                <a:cxn ang="0">
                  <a:pos x="T6" y="T7"/>
                </a:cxn>
                <a:cxn ang="0">
                  <a:pos x="T8" y="T9"/>
                </a:cxn>
              </a:cxnLst>
              <a:rect l="0" t="0" r="r" b="b"/>
              <a:pathLst>
                <a:path w="14" h="12">
                  <a:moveTo>
                    <a:pt x="8" y="11"/>
                  </a:moveTo>
                  <a:cubicBezTo>
                    <a:pt x="4" y="12"/>
                    <a:pt x="1" y="11"/>
                    <a:pt x="0" y="8"/>
                  </a:cubicBezTo>
                  <a:cubicBezTo>
                    <a:pt x="0" y="5"/>
                    <a:pt x="3" y="1"/>
                    <a:pt x="6" y="1"/>
                  </a:cubicBezTo>
                  <a:cubicBezTo>
                    <a:pt x="10" y="0"/>
                    <a:pt x="12" y="1"/>
                    <a:pt x="13" y="4"/>
                  </a:cubicBezTo>
                  <a:cubicBezTo>
                    <a:pt x="14" y="7"/>
                    <a:pt x="12" y="10"/>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4" name="Freeform 2457">
              <a:extLst>
                <a:ext uri="{FF2B5EF4-FFF2-40B4-BE49-F238E27FC236}">
                  <a16:creationId xmlns:a16="http://schemas.microsoft.com/office/drawing/2014/main" id="{7B4D5D77-2B21-9E9D-0EB4-7A705352512A}"/>
                </a:ext>
              </a:extLst>
            </p:cNvPr>
            <p:cNvSpPr>
              <a:spLocks/>
            </p:cNvSpPr>
            <p:nvPr/>
          </p:nvSpPr>
          <p:spPr bwMode="auto">
            <a:xfrm rot="5094805">
              <a:off x="1137342" y="3154251"/>
              <a:ext cx="31990" cy="31990"/>
            </a:xfrm>
            <a:custGeom>
              <a:avLst/>
              <a:gdLst>
                <a:gd name="T0" fmla="*/ 13 w 13"/>
                <a:gd name="T1" fmla="*/ 5 h 13"/>
                <a:gd name="T2" fmla="*/ 7 w 13"/>
                <a:gd name="T3" fmla="*/ 12 h 13"/>
                <a:gd name="T4" fmla="*/ 0 w 13"/>
                <a:gd name="T5" fmla="*/ 9 h 13"/>
                <a:gd name="T6" fmla="*/ 7 w 13"/>
                <a:gd name="T7" fmla="*/ 1 h 13"/>
                <a:gd name="T8" fmla="*/ 13 w 13"/>
                <a:gd name="T9" fmla="*/ 5 h 13"/>
              </a:gdLst>
              <a:ahLst/>
              <a:cxnLst>
                <a:cxn ang="0">
                  <a:pos x="T0" y="T1"/>
                </a:cxn>
                <a:cxn ang="0">
                  <a:pos x="T2" y="T3"/>
                </a:cxn>
                <a:cxn ang="0">
                  <a:pos x="T4" y="T5"/>
                </a:cxn>
                <a:cxn ang="0">
                  <a:pos x="T6" y="T7"/>
                </a:cxn>
                <a:cxn ang="0">
                  <a:pos x="T8" y="T9"/>
                </a:cxn>
              </a:cxnLst>
              <a:rect l="0" t="0" r="r" b="b"/>
              <a:pathLst>
                <a:path w="13" h="13">
                  <a:moveTo>
                    <a:pt x="13" y="5"/>
                  </a:moveTo>
                  <a:cubicBezTo>
                    <a:pt x="13" y="8"/>
                    <a:pt x="10" y="11"/>
                    <a:pt x="7" y="12"/>
                  </a:cubicBezTo>
                  <a:cubicBezTo>
                    <a:pt x="4" y="13"/>
                    <a:pt x="1" y="11"/>
                    <a:pt x="0" y="9"/>
                  </a:cubicBezTo>
                  <a:cubicBezTo>
                    <a:pt x="0" y="6"/>
                    <a:pt x="3" y="2"/>
                    <a:pt x="7" y="1"/>
                  </a:cubicBezTo>
                  <a:cubicBezTo>
                    <a:pt x="10" y="0"/>
                    <a:pt x="13" y="2"/>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5" name="Freeform 2458">
              <a:extLst>
                <a:ext uri="{FF2B5EF4-FFF2-40B4-BE49-F238E27FC236}">
                  <a16:creationId xmlns:a16="http://schemas.microsoft.com/office/drawing/2014/main" id="{D6A9E0D3-85BB-E094-A794-20C36D593987}"/>
                </a:ext>
              </a:extLst>
            </p:cNvPr>
            <p:cNvSpPr>
              <a:spLocks/>
            </p:cNvSpPr>
            <p:nvPr/>
          </p:nvSpPr>
          <p:spPr bwMode="auto">
            <a:xfrm rot="5094805">
              <a:off x="1221694" y="3342672"/>
              <a:ext cx="36560" cy="29705"/>
            </a:xfrm>
            <a:custGeom>
              <a:avLst/>
              <a:gdLst>
                <a:gd name="T0" fmla="*/ 14 w 14"/>
                <a:gd name="T1" fmla="*/ 4 h 12"/>
                <a:gd name="T2" fmla="*/ 8 w 14"/>
                <a:gd name="T3" fmla="*/ 11 h 12"/>
                <a:gd name="T4" fmla="*/ 1 w 14"/>
                <a:gd name="T5" fmla="*/ 9 h 12"/>
                <a:gd name="T6" fmla="*/ 6 w 14"/>
                <a:gd name="T7" fmla="*/ 2 h 12"/>
                <a:gd name="T8" fmla="*/ 14 w 14"/>
                <a:gd name="T9" fmla="*/ 4 h 12"/>
              </a:gdLst>
              <a:ahLst/>
              <a:cxnLst>
                <a:cxn ang="0">
                  <a:pos x="T0" y="T1"/>
                </a:cxn>
                <a:cxn ang="0">
                  <a:pos x="T2" y="T3"/>
                </a:cxn>
                <a:cxn ang="0">
                  <a:pos x="T4" y="T5"/>
                </a:cxn>
                <a:cxn ang="0">
                  <a:pos x="T6" y="T7"/>
                </a:cxn>
                <a:cxn ang="0">
                  <a:pos x="T8" y="T9"/>
                </a:cxn>
              </a:cxnLst>
              <a:rect l="0" t="0" r="r" b="b"/>
              <a:pathLst>
                <a:path w="14" h="12">
                  <a:moveTo>
                    <a:pt x="14" y="4"/>
                  </a:moveTo>
                  <a:cubicBezTo>
                    <a:pt x="14" y="6"/>
                    <a:pt x="11" y="10"/>
                    <a:pt x="8" y="11"/>
                  </a:cubicBezTo>
                  <a:cubicBezTo>
                    <a:pt x="4" y="12"/>
                    <a:pt x="2" y="12"/>
                    <a:pt x="1" y="9"/>
                  </a:cubicBezTo>
                  <a:cubicBezTo>
                    <a:pt x="0" y="7"/>
                    <a:pt x="2" y="3"/>
                    <a:pt x="6" y="2"/>
                  </a:cubicBezTo>
                  <a:cubicBezTo>
                    <a:pt x="9" y="0"/>
                    <a:pt x="13" y="1"/>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6" name="Freeform 2459">
              <a:extLst>
                <a:ext uri="{FF2B5EF4-FFF2-40B4-BE49-F238E27FC236}">
                  <a16:creationId xmlns:a16="http://schemas.microsoft.com/office/drawing/2014/main" id="{348F9AEB-FB7E-6F27-6DF0-AB2217332977}"/>
                </a:ext>
              </a:extLst>
            </p:cNvPr>
            <p:cNvSpPr>
              <a:spLocks/>
            </p:cNvSpPr>
            <p:nvPr/>
          </p:nvSpPr>
          <p:spPr bwMode="auto">
            <a:xfrm rot="5094805">
              <a:off x="1316201" y="3529348"/>
              <a:ext cx="34275" cy="27420"/>
            </a:xfrm>
            <a:custGeom>
              <a:avLst/>
              <a:gdLst>
                <a:gd name="T0" fmla="*/ 6 w 14"/>
                <a:gd name="T1" fmla="*/ 1 h 11"/>
                <a:gd name="T2" fmla="*/ 14 w 14"/>
                <a:gd name="T3" fmla="*/ 3 h 11"/>
                <a:gd name="T4" fmla="*/ 9 w 14"/>
                <a:gd name="T5" fmla="*/ 9 h 11"/>
                <a:gd name="T6" fmla="*/ 1 w 14"/>
                <a:gd name="T7" fmla="*/ 8 h 11"/>
                <a:gd name="T8" fmla="*/ 6 w 14"/>
                <a:gd name="T9" fmla="*/ 1 h 11"/>
              </a:gdLst>
              <a:ahLst/>
              <a:cxnLst>
                <a:cxn ang="0">
                  <a:pos x="T0" y="T1"/>
                </a:cxn>
                <a:cxn ang="0">
                  <a:pos x="T2" y="T3"/>
                </a:cxn>
                <a:cxn ang="0">
                  <a:pos x="T4" y="T5"/>
                </a:cxn>
                <a:cxn ang="0">
                  <a:pos x="T6" y="T7"/>
                </a:cxn>
                <a:cxn ang="0">
                  <a:pos x="T8" y="T9"/>
                </a:cxn>
              </a:cxnLst>
              <a:rect l="0" t="0" r="r" b="b"/>
              <a:pathLst>
                <a:path w="14" h="11">
                  <a:moveTo>
                    <a:pt x="6" y="1"/>
                  </a:moveTo>
                  <a:cubicBezTo>
                    <a:pt x="9" y="0"/>
                    <a:pt x="13" y="0"/>
                    <a:pt x="14" y="3"/>
                  </a:cubicBezTo>
                  <a:cubicBezTo>
                    <a:pt x="14" y="4"/>
                    <a:pt x="12" y="8"/>
                    <a:pt x="9" y="9"/>
                  </a:cubicBezTo>
                  <a:cubicBezTo>
                    <a:pt x="6" y="11"/>
                    <a:pt x="2" y="10"/>
                    <a:pt x="1" y="8"/>
                  </a:cubicBezTo>
                  <a:cubicBezTo>
                    <a:pt x="0" y="6"/>
                    <a:pt x="3"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7" name="Freeform 2460">
              <a:extLst>
                <a:ext uri="{FF2B5EF4-FFF2-40B4-BE49-F238E27FC236}">
                  <a16:creationId xmlns:a16="http://schemas.microsoft.com/office/drawing/2014/main" id="{A250B4EA-7156-5F14-4EED-333808337EE2}"/>
                </a:ext>
              </a:extLst>
            </p:cNvPr>
            <p:cNvSpPr>
              <a:spLocks/>
            </p:cNvSpPr>
            <p:nvPr/>
          </p:nvSpPr>
          <p:spPr bwMode="auto">
            <a:xfrm rot="5094805">
              <a:off x="1415153" y="3715522"/>
              <a:ext cx="34275" cy="22850"/>
            </a:xfrm>
            <a:custGeom>
              <a:avLst/>
              <a:gdLst>
                <a:gd name="T0" fmla="*/ 8 w 14"/>
                <a:gd name="T1" fmla="*/ 9 h 10"/>
                <a:gd name="T2" fmla="*/ 1 w 14"/>
                <a:gd name="T3" fmla="*/ 8 h 10"/>
                <a:gd name="T4" fmla="*/ 7 w 14"/>
                <a:gd name="T5" fmla="*/ 1 h 10"/>
                <a:gd name="T6" fmla="*/ 13 w 14"/>
                <a:gd name="T7" fmla="*/ 2 h 10"/>
                <a:gd name="T8" fmla="*/ 8 w 14"/>
                <a:gd name="T9" fmla="*/ 9 h 10"/>
              </a:gdLst>
              <a:ahLst/>
              <a:cxnLst>
                <a:cxn ang="0">
                  <a:pos x="T0" y="T1"/>
                </a:cxn>
                <a:cxn ang="0">
                  <a:pos x="T2" y="T3"/>
                </a:cxn>
                <a:cxn ang="0">
                  <a:pos x="T4" y="T5"/>
                </a:cxn>
                <a:cxn ang="0">
                  <a:pos x="T6" y="T7"/>
                </a:cxn>
                <a:cxn ang="0">
                  <a:pos x="T8" y="T9"/>
                </a:cxn>
              </a:cxnLst>
              <a:rect l="0" t="0" r="r" b="b"/>
              <a:pathLst>
                <a:path w="14" h="10">
                  <a:moveTo>
                    <a:pt x="8" y="9"/>
                  </a:moveTo>
                  <a:cubicBezTo>
                    <a:pt x="5" y="10"/>
                    <a:pt x="1" y="10"/>
                    <a:pt x="1" y="8"/>
                  </a:cubicBezTo>
                  <a:cubicBezTo>
                    <a:pt x="0" y="6"/>
                    <a:pt x="3" y="2"/>
                    <a:pt x="7" y="1"/>
                  </a:cubicBezTo>
                  <a:cubicBezTo>
                    <a:pt x="10" y="0"/>
                    <a:pt x="13" y="0"/>
                    <a:pt x="13" y="2"/>
                  </a:cubicBezTo>
                  <a:cubicBezTo>
                    <a:pt x="14" y="4"/>
                    <a:pt x="12" y="7"/>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8" name="Freeform 2461">
              <a:extLst>
                <a:ext uri="{FF2B5EF4-FFF2-40B4-BE49-F238E27FC236}">
                  <a16:creationId xmlns:a16="http://schemas.microsoft.com/office/drawing/2014/main" id="{14745929-C6A5-8BED-1FE4-67A48DE675CA}"/>
                </a:ext>
              </a:extLst>
            </p:cNvPr>
            <p:cNvSpPr>
              <a:spLocks/>
            </p:cNvSpPr>
            <p:nvPr/>
          </p:nvSpPr>
          <p:spPr bwMode="auto">
            <a:xfrm rot="5094805">
              <a:off x="1519699" y="3897868"/>
              <a:ext cx="31990" cy="22850"/>
            </a:xfrm>
            <a:custGeom>
              <a:avLst/>
              <a:gdLst>
                <a:gd name="T0" fmla="*/ 13 w 13"/>
                <a:gd name="T1" fmla="*/ 2 h 9"/>
                <a:gd name="T2" fmla="*/ 7 w 13"/>
                <a:gd name="T3" fmla="*/ 9 h 9"/>
                <a:gd name="T4" fmla="*/ 1 w 13"/>
                <a:gd name="T5" fmla="*/ 7 h 9"/>
                <a:gd name="T6" fmla="*/ 7 w 13"/>
                <a:gd name="T7" fmla="*/ 1 h 9"/>
                <a:gd name="T8" fmla="*/ 13 w 13"/>
                <a:gd name="T9" fmla="*/ 2 h 9"/>
              </a:gdLst>
              <a:ahLst/>
              <a:cxnLst>
                <a:cxn ang="0">
                  <a:pos x="T0" y="T1"/>
                </a:cxn>
                <a:cxn ang="0">
                  <a:pos x="T2" y="T3"/>
                </a:cxn>
                <a:cxn ang="0">
                  <a:pos x="T4" y="T5"/>
                </a:cxn>
                <a:cxn ang="0">
                  <a:pos x="T6" y="T7"/>
                </a:cxn>
                <a:cxn ang="0">
                  <a:pos x="T8" y="T9"/>
                </a:cxn>
              </a:cxnLst>
              <a:rect l="0" t="0" r="r" b="b"/>
              <a:pathLst>
                <a:path w="13" h="9">
                  <a:moveTo>
                    <a:pt x="13" y="2"/>
                  </a:moveTo>
                  <a:cubicBezTo>
                    <a:pt x="13" y="4"/>
                    <a:pt x="10" y="7"/>
                    <a:pt x="7" y="9"/>
                  </a:cubicBezTo>
                  <a:cubicBezTo>
                    <a:pt x="4" y="9"/>
                    <a:pt x="1" y="9"/>
                    <a:pt x="1" y="7"/>
                  </a:cubicBezTo>
                  <a:cubicBezTo>
                    <a:pt x="0" y="6"/>
                    <a:pt x="3" y="3"/>
                    <a:pt x="7" y="1"/>
                  </a:cubicBezTo>
                  <a:cubicBezTo>
                    <a:pt x="10" y="0"/>
                    <a:pt x="13" y="0"/>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9" name="Freeform 2462">
              <a:extLst>
                <a:ext uri="{FF2B5EF4-FFF2-40B4-BE49-F238E27FC236}">
                  <a16:creationId xmlns:a16="http://schemas.microsoft.com/office/drawing/2014/main" id="{CC1C078F-8905-F315-192C-7395E467584A}"/>
                </a:ext>
              </a:extLst>
            </p:cNvPr>
            <p:cNvSpPr>
              <a:spLocks/>
            </p:cNvSpPr>
            <p:nvPr/>
          </p:nvSpPr>
          <p:spPr bwMode="auto">
            <a:xfrm rot="5094805">
              <a:off x="1621227" y="4083724"/>
              <a:ext cx="34275" cy="25135"/>
            </a:xfrm>
            <a:custGeom>
              <a:avLst/>
              <a:gdLst>
                <a:gd name="T0" fmla="*/ 9 w 14"/>
                <a:gd name="T1" fmla="*/ 7 h 10"/>
                <a:gd name="T2" fmla="*/ 1 w 14"/>
                <a:gd name="T3" fmla="*/ 8 h 10"/>
                <a:gd name="T4" fmla="*/ 8 w 14"/>
                <a:gd name="T5" fmla="*/ 2 h 10"/>
                <a:gd name="T6" fmla="*/ 13 w 14"/>
                <a:gd name="T7" fmla="*/ 3 h 10"/>
                <a:gd name="T8" fmla="*/ 9 w 14"/>
                <a:gd name="T9" fmla="*/ 7 h 10"/>
              </a:gdLst>
              <a:ahLst/>
              <a:cxnLst>
                <a:cxn ang="0">
                  <a:pos x="T0" y="T1"/>
                </a:cxn>
                <a:cxn ang="0">
                  <a:pos x="T2" y="T3"/>
                </a:cxn>
                <a:cxn ang="0">
                  <a:pos x="T4" y="T5"/>
                </a:cxn>
                <a:cxn ang="0">
                  <a:pos x="T6" y="T7"/>
                </a:cxn>
                <a:cxn ang="0">
                  <a:pos x="T8" y="T9"/>
                </a:cxn>
              </a:cxnLst>
              <a:rect l="0" t="0" r="r" b="b"/>
              <a:pathLst>
                <a:path w="14" h="10">
                  <a:moveTo>
                    <a:pt x="9" y="7"/>
                  </a:moveTo>
                  <a:cubicBezTo>
                    <a:pt x="3" y="10"/>
                    <a:pt x="0" y="9"/>
                    <a:pt x="1" y="8"/>
                  </a:cubicBezTo>
                  <a:cubicBezTo>
                    <a:pt x="1" y="6"/>
                    <a:pt x="4" y="3"/>
                    <a:pt x="8" y="2"/>
                  </a:cubicBezTo>
                  <a:cubicBezTo>
                    <a:pt x="11" y="0"/>
                    <a:pt x="14" y="1"/>
                    <a:pt x="13" y="3"/>
                  </a:cubicBezTo>
                  <a:cubicBezTo>
                    <a:pt x="12" y="4"/>
                    <a:pt x="10" y="6"/>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0" name="Freeform 2463">
              <a:extLst>
                <a:ext uri="{FF2B5EF4-FFF2-40B4-BE49-F238E27FC236}">
                  <a16:creationId xmlns:a16="http://schemas.microsoft.com/office/drawing/2014/main" id="{C562EDF1-CA13-B6FE-A92E-D049CD3002A8}"/>
                </a:ext>
              </a:extLst>
            </p:cNvPr>
            <p:cNvSpPr>
              <a:spLocks/>
            </p:cNvSpPr>
            <p:nvPr/>
          </p:nvSpPr>
          <p:spPr bwMode="auto">
            <a:xfrm rot="5094805">
              <a:off x="1211117" y="1378905"/>
              <a:ext cx="34275" cy="34275"/>
            </a:xfrm>
            <a:custGeom>
              <a:avLst/>
              <a:gdLst>
                <a:gd name="T0" fmla="*/ 8 w 14"/>
                <a:gd name="T1" fmla="*/ 13 h 14"/>
                <a:gd name="T2" fmla="*/ 0 w 14"/>
                <a:gd name="T3" fmla="*/ 3 h 14"/>
                <a:gd name="T4" fmla="*/ 7 w 14"/>
                <a:gd name="T5" fmla="*/ 3 h 14"/>
                <a:gd name="T6" fmla="*/ 13 w 14"/>
                <a:gd name="T7" fmla="*/ 13 h 14"/>
                <a:gd name="T8" fmla="*/ 8 w 14"/>
                <a:gd name="T9" fmla="*/ 13 h 14"/>
              </a:gdLst>
              <a:ahLst/>
              <a:cxnLst>
                <a:cxn ang="0">
                  <a:pos x="T0" y="T1"/>
                </a:cxn>
                <a:cxn ang="0">
                  <a:pos x="T2" y="T3"/>
                </a:cxn>
                <a:cxn ang="0">
                  <a:pos x="T4" y="T5"/>
                </a:cxn>
                <a:cxn ang="0">
                  <a:pos x="T6" y="T7"/>
                </a:cxn>
                <a:cxn ang="0">
                  <a:pos x="T8" y="T9"/>
                </a:cxn>
              </a:cxnLst>
              <a:rect l="0" t="0" r="r" b="b"/>
              <a:pathLst>
                <a:path w="14" h="14">
                  <a:moveTo>
                    <a:pt x="8" y="13"/>
                  </a:moveTo>
                  <a:cubicBezTo>
                    <a:pt x="3" y="9"/>
                    <a:pt x="0" y="5"/>
                    <a:pt x="0" y="3"/>
                  </a:cubicBezTo>
                  <a:cubicBezTo>
                    <a:pt x="0" y="0"/>
                    <a:pt x="4" y="1"/>
                    <a:pt x="7" y="3"/>
                  </a:cubicBezTo>
                  <a:cubicBezTo>
                    <a:pt x="11" y="6"/>
                    <a:pt x="14" y="11"/>
                    <a:pt x="13" y="13"/>
                  </a:cubicBezTo>
                  <a:cubicBezTo>
                    <a:pt x="12" y="14"/>
                    <a:pt x="10" y="13"/>
                    <a:pt x="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1" name="Freeform 2464">
              <a:extLst>
                <a:ext uri="{FF2B5EF4-FFF2-40B4-BE49-F238E27FC236}">
                  <a16:creationId xmlns:a16="http://schemas.microsoft.com/office/drawing/2014/main" id="{07B92F24-5934-8FE9-6780-CC56E4E83D70}"/>
                </a:ext>
              </a:extLst>
            </p:cNvPr>
            <p:cNvSpPr>
              <a:spLocks/>
            </p:cNvSpPr>
            <p:nvPr/>
          </p:nvSpPr>
          <p:spPr bwMode="auto">
            <a:xfrm rot="5094805">
              <a:off x="1317330" y="1166435"/>
              <a:ext cx="34275" cy="36560"/>
            </a:xfrm>
            <a:custGeom>
              <a:avLst/>
              <a:gdLst>
                <a:gd name="T0" fmla="*/ 14 w 14"/>
                <a:gd name="T1" fmla="*/ 12 h 15"/>
                <a:gd name="T2" fmla="*/ 7 w 14"/>
                <a:gd name="T3" fmla="*/ 12 h 15"/>
                <a:gd name="T4" fmla="*/ 0 w 14"/>
                <a:gd name="T5" fmla="*/ 4 h 15"/>
                <a:gd name="T6" fmla="*/ 6 w 14"/>
                <a:gd name="T7" fmla="*/ 2 h 15"/>
                <a:gd name="T8" fmla="*/ 14 w 14"/>
                <a:gd name="T9" fmla="*/ 12 h 15"/>
              </a:gdLst>
              <a:ahLst/>
              <a:cxnLst>
                <a:cxn ang="0">
                  <a:pos x="T0" y="T1"/>
                </a:cxn>
                <a:cxn ang="0">
                  <a:pos x="T2" y="T3"/>
                </a:cxn>
                <a:cxn ang="0">
                  <a:pos x="T4" y="T5"/>
                </a:cxn>
                <a:cxn ang="0">
                  <a:pos x="T6" y="T7"/>
                </a:cxn>
                <a:cxn ang="0">
                  <a:pos x="T8" y="T9"/>
                </a:cxn>
              </a:cxnLst>
              <a:rect l="0" t="0" r="r" b="b"/>
              <a:pathLst>
                <a:path w="14" h="15">
                  <a:moveTo>
                    <a:pt x="14" y="12"/>
                  </a:moveTo>
                  <a:cubicBezTo>
                    <a:pt x="14" y="15"/>
                    <a:pt x="11" y="15"/>
                    <a:pt x="7" y="12"/>
                  </a:cubicBezTo>
                  <a:cubicBezTo>
                    <a:pt x="4" y="10"/>
                    <a:pt x="1" y="7"/>
                    <a:pt x="0" y="4"/>
                  </a:cubicBezTo>
                  <a:cubicBezTo>
                    <a:pt x="0" y="1"/>
                    <a:pt x="2" y="0"/>
                    <a:pt x="6" y="2"/>
                  </a:cubicBezTo>
                  <a:cubicBezTo>
                    <a:pt x="9" y="4"/>
                    <a:pt x="13" y="9"/>
                    <a:pt x="1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2" name="Freeform 2465">
              <a:extLst>
                <a:ext uri="{FF2B5EF4-FFF2-40B4-BE49-F238E27FC236}">
                  <a16:creationId xmlns:a16="http://schemas.microsoft.com/office/drawing/2014/main" id="{37713C5E-7EBE-BA2E-78C7-A4A8FEB1F5DE}"/>
                </a:ext>
              </a:extLst>
            </p:cNvPr>
            <p:cNvSpPr>
              <a:spLocks/>
            </p:cNvSpPr>
            <p:nvPr/>
          </p:nvSpPr>
          <p:spPr bwMode="auto">
            <a:xfrm rot="5094805">
              <a:off x="1419299" y="959028"/>
              <a:ext cx="31990" cy="36560"/>
            </a:xfrm>
            <a:custGeom>
              <a:avLst/>
              <a:gdLst>
                <a:gd name="T0" fmla="*/ 13 w 13"/>
                <a:gd name="T1" fmla="*/ 13 h 14"/>
                <a:gd name="T2" fmla="*/ 7 w 13"/>
                <a:gd name="T3" fmla="*/ 12 h 14"/>
                <a:gd name="T4" fmla="*/ 0 w 13"/>
                <a:gd name="T5" fmla="*/ 3 h 14"/>
                <a:gd name="T6" fmla="*/ 7 w 13"/>
                <a:gd name="T7" fmla="*/ 3 h 14"/>
                <a:gd name="T8" fmla="*/ 13 w 13"/>
                <a:gd name="T9" fmla="*/ 13 h 14"/>
              </a:gdLst>
              <a:ahLst/>
              <a:cxnLst>
                <a:cxn ang="0">
                  <a:pos x="T0" y="T1"/>
                </a:cxn>
                <a:cxn ang="0">
                  <a:pos x="T2" y="T3"/>
                </a:cxn>
                <a:cxn ang="0">
                  <a:pos x="T4" y="T5"/>
                </a:cxn>
                <a:cxn ang="0">
                  <a:pos x="T6" y="T7"/>
                </a:cxn>
                <a:cxn ang="0">
                  <a:pos x="T8" y="T9"/>
                </a:cxn>
              </a:cxnLst>
              <a:rect l="0" t="0" r="r" b="b"/>
              <a:pathLst>
                <a:path w="13" h="14">
                  <a:moveTo>
                    <a:pt x="13" y="13"/>
                  </a:moveTo>
                  <a:cubicBezTo>
                    <a:pt x="11" y="13"/>
                    <a:pt x="9" y="14"/>
                    <a:pt x="7" y="12"/>
                  </a:cubicBezTo>
                  <a:cubicBezTo>
                    <a:pt x="3" y="11"/>
                    <a:pt x="0" y="6"/>
                    <a:pt x="0" y="3"/>
                  </a:cubicBezTo>
                  <a:cubicBezTo>
                    <a:pt x="0" y="1"/>
                    <a:pt x="3" y="0"/>
                    <a:pt x="7" y="3"/>
                  </a:cubicBezTo>
                  <a:cubicBezTo>
                    <a:pt x="10" y="5"/>
                    <a:pt x="13" y="10"/>
                    <a:pt x="13"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3" name="Freeform 2466">
              <a:extLst>
                <a:ext uri="{FF2B5EF4-FFF2-40B4-BE49-F238E27FC236}">
                  <a16:creationId xmlns:a16="http://schemas.microsoft.com/office/drawing/2014/main" id="{87FCE55F-6492-C60D-01E6-AC0AEC221EFD}"/>
                </a:ext>
              </a:extLst>
            </p:cNvPr>
            <p:cNvSpPr>
              <a:spLocks/>
            </p:cNvSpPr>
            <p:nvPr/>
          </p:nvSpPr>
          <p:spPr bwMode="auto">
            <a:xfrm rot="5094805">
              <a:off x="1501711" y="752007"/>
              <a:ext cx="34275" cy="34275"/>
            </a:xfrm>
            <a:custGeom>
              <a:avLst/>
              <a:gdLst>
                <a:gd name="T0" fmla="*/ 14 w 14"/>
                <a:gd name="T1" fmla="*/ 11 h 14"/>
                <a:gd name="T2" fmla="*/ 7 w 14"/>
                <a:gd name="T3" fmla="*/ 12 h 14"/>
                <a:gd name="T4" fmla="*/ 1 w 14"/>
                <a:gd name="T5" fmla="*/ 4 h 14"/>
                <a:gd name="T6" fmla="*/ 7 w 14"/>
                <a:gd name="T7" fmla="*/ 2 h 14"/>
                <a:gd name="T8" fmla="*/ 14 w 14"/>
                <a:gd name="T9" fmla="*/ 11 h 14"/>
              </a:gdLst>
              <a:ahLst/>
              <a:cxnLst>
                <a:cxn ang="0">
                  <a:pos x="T0" y="T1"/>
                </a:cxn>
                <a:cxn ang="0">
                  <a:pos x="T2" y="T3"/>
                </a:cxn>
                <a:cxn ang="0">
                  <a:pos x="T4" y="T5"/>
                </a:cxn>
                <a:cxn ang="0">
                  <a:pos x="T6" y="T7"/>
                </a:cxn>
                <a:cxn ang="0">
                  <a:pos x="T8" y="T9"/>
                </a:cxn>
              </a:cxnLst>
              <a:rect l="0" t="0" r="r" b="b"/>
              <a:pathLst>
                <a:path w="14" h="14">
                  <a:moveTo>
                    <a:pt x="14" y="11"/>
                  </a:moveTo>
                  <a:cubicBezTo>
                    <a:pt x="14" y="14"/>
                    <a:pt x="11" y="14"/>
                    <a:pt x="7" y="12"/>
                  </a:cubicBezTo>
                  <a:cubicBezTo>
                    <a:pt x="4" y="10"/>
                    <a:pt x="1" y="7"/>
                    <a:pt x="1" y="4"/>
                  </a:cubicBezTo>
                  <a:cubicBezTo>
                    <a:pt x="0" y="1"/>
                    <a:pt x="4" y="0"/>
                    <a:pt x="7" y="2"/>
                  </a:cubicBezTo>
                  <a:cubicBezTo>
                    <a:pt x="11" y="4"/>
                    <a:pt x="14" y="8"/>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4" name="Freeform 2467">
              <a:extLst>
                <a:ext uri="{FF2B5EF4-FFF2-40B4-BE49-F238E27FC236}">
                  <a16:creationId xmlns:a16="http://schemas.microsoft.com/office/drawing/2014/main" id="{856B7386-4AFA-FEE0-F712-6EB228DED5FC}"/>
                </a:ext>
              </a:extLst>
            </p:cNvPr>
            <p:cNvSpPr>
              <a:spLocks/>
            </p:cNvSpPr>
            <p:nvPr/>
          </p:nvSpPr>
          <p:spPr bwMode="auto">
            <a:xfrm rot="5094805">
              <a:off x="1560737" y="552905"/>
              <a:ext cx="34275" cy="31990"/>
            </a:xfrm>
            <a:custGeom>
              <a:avLst/>
              <a:gdLst>
                <a:gd name="T0" fmla="*/ 13 w 14"/>
                <a:gd name="T1" fmla="*/ 12 h 13"/>
                <a:gd name="T2" fmla="*/ 7 w 14"/>
                <a:gd name="T3" fmla="*/ 13 h 13"/>
                <a:gd name="T4" fmla="*/ 0 w 14"/>
                <a:gd name="T5" fmla="*/ 5 h 13"/>
                <a:gd name="T6" fmla="*/ 7 w 14"/>
                <a:gd name="T7" fmla="*/ 2 h 13"/>
                <a:gd name="T8" fmla="*/ 13 w 14"/>
                <a:gd name="T9" fmla="*/ 12 h 13"/>
              </a:gdLst>
              <a:ahLst/>
              <a:cxnLst>
                <a:cxn ang="0">
                  <a:pos x="T0" y="T1"/>
                </a:cxn>
                <a:cxn ang="0">
                  <a:pos x="T2" y="T3"/>
                </a:cxn>
                <a:cxn ang="0">
                  <a:pos x="T4" y="T5"/>
                </a:cxn>
                <a:cxn ang="0">
                  <a:pos x="T6" y="T7"/>
                </a:cxn>
                <a:cxn ang="0">
                  <a:pos x="T8" y="T9"/>
                </a:cxn>
              </a:cxnLst>
              <a:rect l="0" t="0" r="r" b="b"/>
              <a:pathLst>
                <a:path w="14" h="13">
                  <a:moveTo>
                    <a:pt x="13" y="12"/>
                  </a:moveTo>
                  <a:cubicBezTo>
                    <a:pt x="12" y="12"/>
                    <a:pt x="10" y="13"/>
                    <a:pt x="7" y="13"/>
                  </a:cubicBezTo>
                  <a:cubicBezTo>
                    <a:pt x="3" y="12"/>
                    <a:pt x="0" y="8"/>
                    <a:pt x="0" y="5"/>
                  </a:cubicBezTo>
                  <a:cubicBezTo>
                    <a:pt x="0" y="2"/>
                    <a:pt x="4" y="0"/>
                    <a:pt x="7" y="2"/>
                  </a:cubicBezTo>
                  <a:cubicBezTo>
                    <a:pt x="11" y="4"/>
                    <a:pt x="14" y="8"/>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5" name="Freeform 2468">
              <a:extLst>
                <a:ext uri="{FF2B5EF4-FFF2-40B4-BE49-F238E27FC236}">
                  <a16:creationId xmlns:a16="http://schemas.microsoft.com/office/drawing/2014/main" id="{AD51A5FB-F2C4-B57C-96CB-B73EA4127F5D}"/>
                </a:ext>
              </a:extLst>
            </p:cNvPr>
            <p:cNvSpPr>
              <a:spLocks/>
            </p:cNvSpPr>
            <p:nvPr/>
          </p:nvSpPr>
          <p:spPr bwMode="auto">
            <a:xfrm rot="5094805">
              <a:off x="1585622" y="356842"/>
              <a:ext cx="34275" cy="29705"/>
            </a:xfrm>
            <a:custGeom>
              <a:avLst/>
              <a:gdLst>
                <a:gd name="T0" fmla="*/ 13 w 14"/>
                <a:gd name="T1" fmla="*/ 7 h 12"/>
                <a:gd name="T2" fmla="*/ 7 w 14"/>
                <a:gd name="T3" fmla="*/ 12 h 12"/>
                <a:gd name="T4" fmla="*/ 0 w 14"/>
                <a:gd name="T5" fmla="*/ 6 h 12"/>
                <a:gd name="T6" fmla="*/ 6 w 14"/>
                <a:gd name="T7" fmla="*/ 1 h 12"/>
                <a:gd name="T8" fmla="*/ 13 w 14"/>
                <a:gd name="T9" fmla="*/ 7 h 12"/>
              </a:gdLst>
              <a:ahLst/>
              <a:cxnLst>
                <a:cxn ang="0">
                  <a:pos x="T0" y="T1"/>
                </a:cxn>
                <a:cxn ang="0">
                  <a:pos x="T2" y="T3"/>
                </a:cxn>
                <a:cxn ang="0">
                  <a:pos x="T4" y="T5"/>
                </a:cxn>
                <a:cxn ang="0">
                  <a:pos x="T6" y="T7"/>
                </a:cxn>
                <a:cxn ang="0">
                  <a:pos x="T8" y="T9"/>
                </a:cxn>
              </a:cxnLst>
              <a:rect l="0" t="0" r="r" b="b"/>
              <a:pathLst>
                <a:path w="14" h="12">
                  <a:moveTo>
                    <a:pt x="13" y="7"/>
                  </a:moveTo>
                  <a:cubicBezTo>
                    <a:pt x="14" y="10"/>
                    <a:pt x="11" y="12"/>
                    <a:pt x="7" y="12"/>
                  </a:cubicBezTo>
                  <a:cubicBezTo>
                    <a:pt x="4" y="11"/>
                    <a:pt x="1" y="9"/>
                    <a:pt x="0" y="6"/>
                  </a:cubicBezTo>
                  <a:cubicBezTo>
                    <a:pt x="0" y="3"/>
                    <a:pt x="2" y="0"/>
                    <a:pt x="6" y="1"/>
                  </a:cubicBezTo>
                  <a:cubicBezTo>
                    <a:pt x="9" y="1"/>
                    <a:pt x="13" y="4"/>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6" name="Freeform 2469">
              <a:extLst>
                <a:ext uri="{FF2B5EF4-FFF2-40B4-BE49-F238E27FC236}">
                  <a16:creationId xmlns:a16="http://schemas.microsoft.com/office/drawing/2014/main" id="{7FE810EF-05F1-EFE3-A35B-1B4ACDD0FC2C}"/>
                </a:ext>
              </a:extLst>
            </p:cNvPr>
            <p:cNvSpPr>
              <a:spLocks/>
            </p:cNvSpPr>
            <p:nvPr/>
          </p:nvSpPr>
          <p:spPr bwMode="auto">
            <a:xfrm rot="5094805">
              <a:off x="1569338" y="162149"/>
              <a:ext cx="34275" cy="27420"/>
            </a:xfrm>
            <a:custGeom>
              <a:avLst/>
              <a:gdLst>
                <a:gd name="T0" fmla="*/ 14 w 14"/>
                <a:gd name="T1" fmla="*/ 5 h 11"/>
                <a:gd name="T2" fmla="*/ 8 w 14"/>
                <a:gd name="T3" fmla="*/ 11 h 11"/>
                <a:gd name="T4" fmla="*/ 1 w 14"/>
                <a:gd name="T5" fmla="*/ 8 h 11"/>
                <a:gd name="T6" fmla="*/ 6 w 14"/>
                <a:gd name="T7" fmla="*/ 1 h 11"/>
                <a:gd name="T8" fmla="*/ 14 w 14"/>
                <a:gd name="T9" fmla="*/ 5 h 11"/>
              </a:gdLst>
              <a:ahLst/>
              <a:cxnLst>
                <a:cxn ang="0">
                  <a:pos x="T0" y="T1"/>
                </a:cxn>
                <a:cxn ang="0">
                  <a:pos x="T2" y="T3"/>
                </a:cxn>
                <a:cxn ang="0">
                  <a:pos x="T4" y="T5"/>
                </a:cxn>
                <a:cxn ang="0">
                  <a:pos x="T6" y="T7"/>
                </a:cxn>
                <a:cxn ang="0">
                  <a:pos x="T8" y="T9"/>
                </a:cxn>
              </a:cxnLst>
              <a:rect l="0" t="0" r="r" b="b"/>
              <a:pathLst>
                <a:path w="14" h="11">
                  <a:moveTo>
                    <a:pt x="14" y="5"/>
                  </a:moveTo>
                  <a:cubicBezTo>
                    <a:pt x="14" y="8"/>
                    <a:pt x="12" y="11"/>
                    <a:pt x="8" y="11"/>
                  </a:cubicBezTo>
                  <a:cubicBezTo>
                    <a:pt x="5" y="11"/>
                    <a:pt x="2" y="10"/>
                    <a:pt x="1" y="8"/>
                  </a:cubicBezTo>
                  <a:cubicBezTo>
                    <a:pt x="0" y="5"/>
                    <a:pt x="3" y="1"/>
                    <a:pt x="6" y="1"/>
                  </a:cubicBezTo>
                  <a:cubicBezTo>
                    <a:pt x="10" y="0"/>
                    <a:pt x="13" y="2"/>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7" name="Freeform 2470">
              <a:extLst>
                <a:ext uri="{FF2B5EF4-FFF2-40B4-BE49-F238E27FC236}">
                  <a16:creationId xmlns:a16="http://schemas.microsoft.com/office/drawing/2014/main" id="{ECECAE19-F808-5A6C-8A35-57C4483E8196}"/>
                </a:ext>
              </a:extLst>
            </p:cNvPr>
            <p:cNvSpPr>
              <a:spLocks/>
            </p:cNvSpPr>
            <p:nvPr/>
          </p:nvSpPr>
          <p:spPr bwMode="auto">
            <a:xfrm rot="5094805">
              <a:off x="1501419" y="-23245"/>
              <a:ext cx="31990" cy="31990"/>
            </a:xfrm>
            <a:custGeom>
              <a:avLst/>
              <a:gdLst>
                <a:gd name="T0" fmla="*/ 8 w 13"/>
                <a:gd name="T1" fmla="*/ 11 h 13"/>
                <a:gd name="T2" fmla="*/ 0 w 13"/>
                <a:gd name="T3" fmla="*/ 8 h 13"/>
                <a:gd name="T4" fmla="*/ 7 w 13"/>
                <a:gd name="T5" fmla="*/ 1 h 13"/>
                <a:gd name="T6" fmla="*/ 12 w 13"/>
                <a:gd name="T7" fmla="*/ 5 h 13"/>
                <a:gd name="T8" fmla="*/ 8 w 13"/>
                <a:gd name="T9" fmla="*/ 11 h 13"/>
              </a:gdLst>
              <a:ahLst/>
              <a:cxnLst>
                <a:cxn ang="0">
                  <a:pos x="T0" y="T1"/>
                </a:cxn>
                <a:cxn ang="0">
                  <a:pos x="T2" y="T3"/>
                </a:cxn>
                <a:cxn ang="0">
                  <a:pos x="T4" y="T5"/>
                </a:cxn>
                <a:cxn ang="0">
                  <a:pos x="T6" y="T7"/>
                </a:cxn>
                <a:cxn ang="0">
                  <a:pos x="T8" y="T9"/>
                </a:cxn>
              </a:cxnLst>
              <a:rect l="0" t="0" r="r" b="b"/>
              <a:pathLst>
                <a:path w="13" h="13">
                  <a:moveTo>
                    <a:pt x="8" y="11"/>
                  </a:moveTo>
                  <a:cubicBezTo>
                    <a:pt x="3" y="13"/>
                    <a:pt x="0" y="11"/>
                    <a:pt x="0" y="8"/>
                  </a:cubicBezTo>
                  <a:cubicBezTo>
                    <a:pt x="0" y="5"/>
                    <a:pt x="3" y="2"/>
                    <a:pt x="7" y="1"/>
                  </a:cubicBezTo>
                  <a:cubicBezTo>
                    <a:pt x="10" y="0"/>
                    <a:pt x="13" y="2"/>
                    <a:pt x="12" y="5"/>
                  </a:cubicBezTo>
                  <a:cubicBezTo>
                    <a:pt x="12" y="7"/>
                    <a:pt x="9" y="9"/>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8" name="Freeform 2490">
              <a:extLst>
                <a:ext uri="{FF2B5EF4-FFF2-40B4-BE49-F238E27FC236}">
                  <a16:creationId xmlns:a16="http://schemas.microsoft.com/office/drawing/2014/main" id="{D014F77B-02FB-BFF8-D924-43D9745BB961}"/>
                </a:ext>
              </a:extLst>
            </p:cNvPr>
            <p:cNvSpPr>
              <a:spLocks/>
            </p:cNvSpPr>
            <p:nvPr/>
          </p:nvSpPr>
          <p:spPr bwMode="auto">
            <a:xfrm rot="5094805">
              <a:off x="2864138" y="6876157"/>
              <a:ext cx="34275" cy="22850"/>
            </a:xfrm>
            <a:custGeom>
              <a:avLst/>
              <a:gdLst>
                <a:gd name="T0" fmla="*/ 13 w 14"/>
                <a:gd name="T1" fmla="*/ 2 h 9"/>
                <a:gd name="T2" fmla="*/ 7 w 14"/>
                <a:gd name="T3" fmla="*/ 7 h 9"/>
                <a:gd name="T4" fmla="*/ 1 w 14"/>
                <a:gd name="T5" fmla="*/ 7 h 9"/>
                <a:gd name="T6" fmla="*/ 6 w 14"/>
                <a:gd name="T7" fmla="*/ 2 h 9"/>
                <a:gd name="T8" fmla="*/ 13 w 14"/>
                <a:gd name="T9" fmla="*/ 2 h 9"/>
              </a:gdLst>
              <a:ahLst/>
              <a:cxnLst>
                <a:cxn ang="0">
                  <a:pos x="T0" y="T1"/>
                </a:cxn>
                <a:cxn ang="0">
                  <a:pos x="T2" y="T3"/>
                </a:cxn>
                <a:cxn ang="0">
                  <a:pos x="T4" y="T5"/>
                </a:cxn>
                <a:cxn ang="0">
                  <a:pos x="T6" y="T7"/>
                </a:cxn>
                <a:cxn ang="0">
                  <a:pos x="T8" y="T9"/>
                </a:cxn>
              </a:cxnLst>
              <a:rect l="0" t="0" r="r" b="b"/>
              <a:pathLst>
                <a:path w="14" h="9">
                  <a:moveTo>
                    <a:pt x="13" y="2"/>
                  </a:moveTo>
                  <a:cubicBezTo>
                    <a:pt x="14" y="3"/>
                    <a:pt x="11" y="6"/>
                    <a:pt x="7" y="7"/>
                  </a:cubicBezTo>
                  <a:cubicBezTo>
                    <a:pt x="4" y="8"/>
                    <a:pt x="2" y="9"/>
                    <a:pt x="1" y="7"/>
                  </a:cubicBezTo>
                  <a:cubicBezTo>
                    <a:pt x="0" y="6"/>
                    <a:pt x="3" y="3"/>
                    <a:pt x="6" y="2"/>
                  </a:cubicBezTo>
                  <a:cubicBezTo>
                    <a:pt x="9" y="0"/>
                    <a:pt x="13" y="0"/>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9" name="Freeform 2491">
              <a:extLst>
                <a:ext uri="{FF2B5EF4-FFF2-40B4-BE49-F238E27FC236}">
                  <a16:creationId xmlns:a16="http://schemas.microsoft.com/office/drawing/2014/main" id="{F62C5245-666D-F2C6-26F4-4C1E1E1C702A}"/>
                </a:ext>
              </a:extLst>
            </p:cNvPr>
            <p:cNvSpPr>
              <a:spLocks/>
            </p:cNvSpPr>
            <p:nvPr/>
          </p:nvSpPr>
          <p:spPr bwMode="auto">
            <a:xfrm rot="5094805">
              <a:off x="1725870" y="4268249"/>
              <a:ext cx="34275" cy="22850"/>
            </a:xfrm>
            <a:custGeom>
              <a:avLst/>
              <a:gdLst>
                <a:gd name="T0" fmla="*/ 13 w 14"/>
                <a:gd name="T1" fmla="*/ 3 h 9"/>
                <a:gd name="T2" fmla="*/ 7 w 14"/>
                <a:gd name="T3" fmla="*/ 7 h 9"/>
                <a:gd name="T4" fmla="*/ 1 w 14"/>
                <a:gd name="T5" fmla="*/ 7 h 9"/>
                <a:gd name="T6" fmla="*/ 8 w 14"/>
                <a:gd name="T7" fmla="*/ 1 h 9"/>
                <a:gd name="T8" fmla="*/ 13 w 14"/>
                <a:gd name="T9" fmla="*/ 3 h 9"/>
              </a:gdLst>
              <a:ahLst/>
              <a:cxnLst>
                <a:cxn ang="0">
                  <a:pos x="T0" y="T1"/>
                </a:cxn>
                <a:cxn ang="0">
                  <a:pos x="T2" y="T3"/>
                </a:cxn>
                <a:cxn ang="0">
                  <a:pos x="T4" y="T5"/>
                </a:cxn>
                <a:cxn ang="0">
                  <a:pos x="T6" y="T7"/>
                </a:cxn>
                <a:cxn ang="0">
                  <a:pos x="T8" y="T9"/>
                </a:cxn>
              </a:cxnLst>
              <a:rect l="0" t="0" r="r" b="b"/>
              <a:pathLst>
                <a:path w="14" h="9">
                  <a:moveTo>
                    <a:pt x="13" y="3"/>
                  </a:moveTo>
                  <a:cubicBezTo>
                    <a:pt x="12" y="4"/>
                    <a:pt x="10" y="6"/>
                    <a:pt x="7" y="7"/>
                  </a:cubicBezTo>
                  <a:cubicBezTo>
                    <a:pt x="4" y="9"/>
                    <a:pt x="0" y="9"/>
                    <a:pt x="1" y="7"/>
                  </a:cubicBezTo>
                  <a:cubicBezTo>
                    <a:pt x="1" y="5"/>
                    <a:pt x="4" y="3"/>
                    <a:pt x="8" y="1"/>
                  </a:cubicBezTo>
                  <a:cubicBezTo>
                    <a:pt x="11" y="0"/>
                    <a:pt x="14" y="0"/>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0" name="Freeform 2492">
              <a:extLst>
                <a:ext uri="{FF2B5EF4-FFF2-40B4-BE49-F238E27FC236}">
                  <a16:creationId xmlns:a16="http://schemas.microsoft.com/office/drawing/2014/main" id="{2A124D6F-4E10-B778-A4AF-A08AA29DA30F}"/>
                </a:ext>
              </a:extLst>
            </p:cNvPr>
            <p:cNvSpPr>
              <a:spLocks/>
            </p:cNvSpPr>
            <p:nvPr/>
          </p:nvSpPr>
          <p:spPr bwMode="auto">
            <a:xfrm rot="5094805">
              <a:off x="1832692" y="4450393"/>
              <a:ext cx="31990" cy="22850"/>
            </a:xfrm>
            <a:custGeom>
              <a:avLst/>
              <a:gdLst>
                <a:gd name="T0" fmla="*/ 7 w 13"/>
                <a:gd name="T1" fmla="*/ 2 h 9"/>
                <a:gd name="T2" fmla="*/ 13 w 13"/>
                <a:gd name="T3" fmla="*/ 2 h 9"/>
                <a:gd name="T4" fmla="*/ 8 w 13"/>
                <a:gd name="T5" fmla="*/ 7 h 9"/>
                <a:gd name="T6" fmla="*/ 0 w 13"/>
                <a:gd name="T7" fmla="*/ 7 h 9"/>
                <a:gd name="T8" fmla="*/ 7 w 13"/>
                <a:gd name="T9" fmla="*/ 2 h 9"/>
              </a:gdLst>
              <a:ahLst/>
              <a:cxnLst>
                <a:cxn ang="0">
                  <a:pos x="T0" y="T1"/>
                </a:cxn>
                <a:cxn ang="0">
                  <a:pos x="T2" y="T3"/>
                </a:cxn>
                <a:cxn ang="0">
                  <a:pos x="T4" y="T5"/>
                </a:cxn>
                <a:cxn ang="0">
                  <a:pos x="T6" y="T7"/>
                </a:cxn>
                <a:cxn ang="0">
                  <a:pos x="T8" y="T9"/>
                </a:cxn>
              </a:cxnLst>
              <a:rect l="0" t="0" r="r" b="b"/>
              <a:pathLst>
                <a:path w="13" h="9">
                  <a:moveTo>
                    <a:pt x="7" y="2"/>
                  </a:moveTo>
                  <a:cubicBezTo>
                    <a:pt x="10" y="0"/>
                    <a:pt x="13" y="0"/>
                    <a:pt x="13" y="2"/>
                  </a:cubicBezTo>
                  <a:cubicBezTo>
                    <a:pt x="13" y="3"/>
                    <a:pt x="11" y="5"/>
                    <a:pt x="8" y="7"/>
                  </a:cubicBezTo>
                  <a:cubicBezTo>
                    <a:pt x="4" y="8"/>
                    <a:pt x="1" y="9"/>
                    <a:pt x="0" y="7"/>
                  </a:cubicBezTo>
                  <a:cubicBezTo>
                    <a:pt x="0" y="6"/>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1" name="Freeform 2493">
              <a:extLst>
                <a:ext uri="{FF2B5EF4-FFF2-40B4-BE49-F238E27FC236}">
                  <a16:creationId xmlns:a16="http://schemas.microsoft.com/office/drawing/2014/main" id="{63BA51C1-CC39-2C65-9AC2-69A93AB17533}"/>
                </a:ext>
              </a:extLst>
            </p:cNvPr>
            <p:cNvSpPr>
              <a:spLocks/>
            </p:cNvSpPr>
            <p:nvPr/>
          </p:nvSpPr>
          <p:spPr bwMode="auto">
            <a:xfrm rot="5094805">
              <a:off x="1938569" y="4635853"/>
              <a:ext cx="34275" cy="20565"/>
            </a:xfrm>
            <a:custGeom>
              <a:avLst/>
              <a:gdLst>
                <a:gd name="T0" fmla="*/ 8 w 14"/>
                <a:gd name="T1" fmla="*/ 6 h 8"/>
                <a:gd name="T2" fmla="*/ 0 w 14"/>
                <a:gd name="T3" fmla="*/ 7 h 8"/>
                <a:gd name="T4" fmla="*/ 7 w 14"/>
                <a:gd name="T5" fmla="*/ 1 h 8"/>
                <a:gd name="T6" fmla="*/ 13 w 14"/>
                <a:gd name="T7" fmla="*/ 2 h 8"/>
                <a:gd name="T8" fmla="*/ 8 w 14"/>
                <a:gd name="T9" fmla="*/ 6 h 8"/>
              </a:gdLst>
              <a:ahLst/>
              <a:cxnLst>
                <a:cxn ang="0">
                  <a:pos x="T0" y="T1"/>
                </a:cxn>
                <a:cxn ang="0">
                  <a:pos x="T2" y="T3"/>
                </a:cxn>
                <a:cxn ang="0">
                  <a:pos x="T4" y="T5"/>
                </a:cxn>
                <a:cxn ang="0">
                  <a:pos x="T6" y="T7"/>
                </a:cxn>
                <a:cxn ang="0">
                  <a:pos x="T8" y="T9"/>
                </a:cxn>
              </a:cxnLst>
              <a:rect l="0" t="0" r="r" b="b"/>
              <a:pathLst>
                <a:path w="14" h="8">
                  <a:moveTo>
                    <a:pt x="8" y="6"/>
                  </a:moveTo>
                  <a:cubicBezTo>
                    <a:pt x="3" y="8"/>
                    <a:pt x="0" y="8"/>
                    <a:pt x="0" y="7"/>
                  </a:cubicBezTo>
                  <a:cubicBezTo>
                    <a:pt x="1" y="5"/>
                    <a:pt x="4" y="3"/>
                    <a:pt x="7" y="1"/>
                  </a:cubicBezTo>
                  <a:cubicBezTo>
                    <a:pt x="11" y="0"/>
                    <a:pt x="14" y="0"/>
                    <a:pt x="13" y="2"/>
                  </a:cubicBezTo>
                  <a:cubicBezTo>
                    <a:pt x="12" y="3"/>
                    <a:pt x="10"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2" name="Freeform 2494">
              <a:extLst>
                <a:ext uri="{FF2B5EF4-FFF2-40B4-BE49-F238E27FC236}">
                  <a16:creationId xmlns:a16="http://schemas.microsoft.com/office/drawing/2014/main" id="{6E54B015-6424-690F-9148-3F703C189F6B}"/>
                </a:ext>
              </a:extLst>
            </p:cNvPr>
            <p:cNvSpPr>
              <a:spLocks/>
            </p:cNvSpPr>
            <p:nvPr/>
          </p:nvSpPr>
          <p:spPr bwMode="auto">
            <a:xfrm rot="5094805">
              <a:off x="2041138" y="4822856"/>
              <a:ext cx="34275" cy="18280"/>
            </a:xfrm>
            <a:custGeom>
              <a:avLst/>
              <a:gdLst>
                <a:gd name="T0" fmla="*/ 13 w 14"/>
                <a:gd name="T1" fmla="*/ 1 h 8"/>
                <a:gd name="T2" fmla="*/ 7 w 14"/>
                <a:gd name="T3" fmla="*/ 6 h 8"/>
                <a:gd name="T4" fmla="*/ 0 w 14"/>
                <a:gd name="T5" fmla="*/ 7 h 8"/>
                <a:gd name="T6" fmla="*/ 6 w 14"/>
                <a:gd name="T7" fmla="*/ 2 h 8"/>
                <a:gd name="T8" fmla="*/ 13 w 14"/>
                <a:gd name="T9" fmla="*/ 1 h 8"/>
              </a:gdLst>
              <a:ahLst/>
              <a:cxnLst>
                <a:cxn ang="0">
                  <a:pos x="T0" y="T1"/>
                </a:cxn>
                <a:cxn ang="0">
                  <a:pos x="T2" y="T3"/>
                </a:cxn>
                <a:cxn ang="0">
                  <a:pos x="T4" y="T5"/>
                </a:cxn>
                <a:cxn ang="0">
                  <a:pos x="T6" y="T7"/>
                </a:cxn>
                <a:cxn ang="0">
                  <a:pos x="T8" y="T9"/>
                </a:cxn>
              </a:cxnLst>
              <a:rect l="0" t="0" r="r" b="b"/>
              <a:pathLst>
                <a:path w="14" h="8">
                  <a:moveTo>
                    <a:pt x="13" y="1"/>
                  </a:moveTo>
                  <a:cubicBezTo>
                    <a:pt x="14" y="2"/>
                    <a:pt x="10" y="5"/>
                    <a:pt x="7" y="6"/>
                  </a:cubicBezTo>
                  <a:cubicBezTo>
                    <a:pt x="4" y="8"/>
                    <a:pt x="1" y="8"/>
                    <a:pt x="0" y="7"/>
                  </a:cubicBezTo>
                  <a:cubicBezTo>
                    <a:pt x="0" y="6"/>
                    <a:pt x="2" y="3"/>
                    <a:pt x="6" y="2"/>
                  </a:cubicBezTo>
                  <a:cubicBezTo>
                    <a:pt x="9" y="0"/>
                    <a:pt x="13" y="0"/>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3" name="Freeform 2495">
              <a:extLst>
                <a:ext uri="{FF2B5EF4-FFF2-40B4-BE49-F238E27FC236}">
                  <a16:creationId xmlns:a16="http://schemas.microsoft.com/office/drawing/2014/main" id="{9DF4F2FD-1F94-4FD3-D7D1-A8CE54F41FAC}"/>
                </a:ext>
              </a:extLst>
            </p:cNvPr>
            <p:cNvSpPr>
              <a:spLocks/>
            </p:cNvSpPr>
            <p:nvPr/>
          </p:nvSpPr>
          <p:spPr bwMode="auto">
            <a:xfrm rot="5094805">
              <a:off x="2145684" y="5005202"/>
              <a:ext cx="31990" cy="18280"/>
            </a:xfrm>
            <a:custGeom>
              <a:avLst/>
              <a:gdLst>
                <a:gd name="T0" fmla="*/ 13 w 13"/>
                <a:gd name="T1" fmla="*/ 2 h 8"/>
                <a:gd name="T2" fmla="*/ 6 w 13"/>
                <a:gd name="T3" fmla="*/ 7 h 8"/>
                <a:gd name="T4" fmla="*/ 0 w 13"/>
                <a:gd name="T5" fmla="*/ 7 h 8"/>
                <a:gd name="T6" fmla="*/ 6 w 13"/>
                <a:gd name="T7" fmla="*/ 2 h 8"/>
                <a:gd name="T8" fmla="*/ 13 w 13"/>
                <a:gd name="T9" fmla="*/ 2 h 8"/>
              </a:gdLst>
              <a:ahLst/>
              <a:cxnLst>
                <a:cxn ang="0">
                  <a:pos x="T0" y="T1"/>
                </a:cxn>
                <a:cxn ang="0">
                  <a:pos x="T2" y="T3"/>
                </a:cxn>
                <a:cxn ang="0">
                  <a:pos x="T4" y="T5"/>
                </a:cxn>
                <a:cxn ang="0">
                  <a:pos x="T6" y="T7"/>
                </a:cxn>
                <a:cxn ang="0">
                  <a:pos x="T8" y="T9"/>
                </a:cxn>
              </a:cxnLst>
              <a:rect l="0" t="0" r="r" b="b"/>
              <a:pathLst>
                <a:path w="13" h="8">
                  <a:moveTo>
                    <a:pt x="13" y="2"/>
                  </a:moveTo>
                  <a:cubicBezTo>
                    <a:pt x="13" y="3"/>
                    <a:pt x="10" y="6"/>
                    <a:pt x="6" y="7"/>
                  </a:cubicBezTo>
                  <a:cubicBezTo>
                    <a:pt x="3" y="8"/>
                    <a:pt x="0" y="8"/>
                    <a:pt x="0" y="7"/>
                  </a:cubicBezTo>
                  <a:cubicBezTo>
                    <a:pt x="0" y="6"/>
                    <a:pt x="3" y="3"/>
                    <a:pt x="6" y="2"/>
                  </a:cubicBezTo>
                  <a:cubicBezTo>
                    <a:pt x="10" y="0"/>
                    <a:pt x="13" y="0"/>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4" name="Freeform 2496">
              <a:extLst>
                <a:ext uri="{FF2B5EF4-FFF2-40B4-BE49-F238E27FC236}">
                  <a16:creationId xmlns:a16="http://schemas.microsoft.com/office/drawing/2014/main" id="{175BFA50-8450-A104-CC54-2F50A792430B}"/>
                </a:ext>
              </a:extLst>
            </p:cNvPr>
            <p:cNvSpPr>
              <a:spLocks/>
            </p:cNvSpPr>
            <p:nvPr/>
          </p:nvSpPr>
          <p:spPr bwMode="auto">
            <a:xfrm rot="5094805">
              <a:off x="2239979" y="5187115"/>
              <a:ext cx="34275" cy="20565"/>
            </a:xfrm>
            <a:custGeom>
              <a:avLst/>
              <a:gdLst>
                <a:gd name="T0" fmla="*/ 14 w 14"/>
                <a:gd name="T1" fmla="*/ 1 h 8"/>
                <a:gd name="T2" fmla="*/ 8 w 14"/>
                <a:gd name="T3" fmla="*/ 7 h 8"/>
                <a:gd name="T4" fmla="*/ 1 w 14"/>
                <a:gd name="T5" fmla="*/ 7 h 8"/>
                <a:gd name="T6" fmla="*/ 6 w 14"/>
                <a:gd name="T7" fmla="*/ 1 h 8"/>
                <a:gd name="T8" fmla="*/ 14 w 14"/>
                <a:gd name="T9" fmla="*/ 1 h 8"/>
              </a:gdLst>
              <a:ahLst/>
              <a:cxnLst>
                <a:cxn ang="0">
                  <a:pos x="T0" y="T1"/>
                </a:cxn>
                <a:cxn ang="0">
                  <a:pos x="T2" y="T3"/>
                </a:cxn>
                <a:cxn ang="0">
                  <a:pos x="T4" y="T5"/>
                </a:cxn>
                <a:cxn ang="0">
                  <a:pos x="T6" y="T7"/>
                </a:cxn>
                <a:cxn ang="0">
                  <a:pos x="T8" y="T9"/>
                </a:cxn>
              </a:cxnLst>
              <a:rect l="0" t="0" r="r" b="b"/>
              <a:pathLst>
                <a:path w="14" h="8">
                  <a:moveTo>
                    <a:pt x="14" y="1"/>
                  </a:moveTo>
                  <a:cubicBezTo>
                    <a:pt x="14" y="3"/>
                    <a:pt x="11" y="5"/>
                    <a:pt x="8" y="7"/>
                  </a:cubicBezTo>
                  <a:cubicBezTo>
                    <a:pt x="5" y="8"/>
                    <a:pt x="2" y="8"/>
                    <a:pt x="1" y="7"/>
                  </a:cubicBezTo>
                  <a:cubicBezTo>
                    <a:pt x="0" y="5"/>
                    <a:pt x="3" y="3"/>
                    <a:pt x="6" y="1"/>
                  </a:cubicBezTo>
                  <a:cubicBezTo>
                    <a:pt x="10" y="0"/>
                    <a:pt x="13" y="0"/>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5" name="Freeform 2497">
              <a:extLst>
                <a:ext uri="{FF2B5EF4-FFF2-40B4-BE49-F238E27FC236}">
                  <a16:creationId xmlns:a16="http://schemas.microsoft.com/office/drawing/2014/main" id="{40C7C1B2-C311-E541-96C8-80D0E10E1E7B}"/>
                </a:ext>
              </a:extLst>
            </p:cNvPr>
            <p:cNvSpPr>
              <a:spLocks/>
            </p:cNvSpPr>
            <p:nvPr/>
          </p:nvSpPr>
          <p:spPr bwMode="auto">
            <a:xfrm rot="5094805">
              <a:off x="2333347" y="5372749"/>
              <a:ext cx="31990" cy="20565"/>
            </a:xfrm>
            <a:custGeom>
              <a:avLst/>
              <a:gdLst>
                <a:gd name="T0" fmla="*/ 13 w 13"/>
                <a:gd name="T1" fmla="*/ 3 h 9"/>
                <a:gd name="T2" fmla="*/ 6 w 13"/>
                <a:gd name="T3" fmla="*/ 8 h 9"/>
                <a:gd name="T4" fmla="*/ 0 w 13"/>
                <a:gd name="T5" fmla="*/ 7 h 9"/>
                <a:gd name="T6" fmla="*/ 6 w 13"/>
                <a:gd name="T7" fmla="*/ 2 h 9"/>
                <a:gd name="T8" fmla="*/ 13 w 13"/>
                <a:gd name="T9" fmla="*/ 3 h 9"/>
              </a:gdLst>
              <a:ahLst/>
              <a:cxnLst>
                <a:cxn ang="0">
                  <a:pos x="T0" y="T1"/>
                </a:cxn>
                <a:cxn ang="0">
                  <a:pos x="T2" y="T3"/>
                </a:cxn>
                <a:cxn ang="0">
                  <a:pos x="T4" y="T5"/>
                </a:cxn>
                <a:cxn ang="0">
                  <a:pos x="T6" y="T7"/>
                </a:cxn>
                <a:cxn ang="0">
                  <a:pos x="T8" y="T9"/>
                </a:cxn>
              </a:cxnLst>
              <a:rect l="0" t="0" r="r" b="b"/>
              <a:pathLst>
                <a:path w="13" h="9">
                  <a:moveTo>
                    <a:pt x="13" y="3"/>
                  </a:moveTo>
                  <a:cubicBezTo>
                    <a:pt x="13" y="5"/>
                    <a:pt x="10" y="7"/>
                    <a:pt x="6" y="8"/>
                  </a:cubicBezTo>
                  <a:cubicBezTo>
                    <a:pt x="3" y="9"/>
                    <a:pt x="0" y="8"/>
                    <a:pt x="0" y="7"/>
                  </a:cubicBezTo>
                  <a:cubicBezTo>
                    <a:pt x="0" y="5"/>
                    <a:pt x="3" y="3"/>
                    <a:pt x="6" y="2"/>
                  </a:cubicBezTo>
                  <a:cubicBezTo>
                    <a:pt x="10" y="0"/>
                    <a:pt x="13"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6" name="Freeform 2498">
              <a:extLst>
                <a:ext uri="{FF2B5EF4-FFF2-40B4-BE49-F238E27FC236}">
                  <a16:creationId xmlns:a16="http://schemas.microsoft.com/office/drawing/2014/main" id="{221A11A0-01D4-8143-122C-2B46EF34CC7A}"/>
                </a:ext>
              </a:extLst>
            </p:cNvPr>
            <p:cNvSpPr>
              <a:spLocks/>
            </p:cNvSpPr>
            <p:nvPr/>
          </p:nvSpPr>
          <p:spPr bwMode="auto">
            <a:xfrm rot="5094805">
              <a:off x="2415433" y="5561576"/>
              <a:ext cx="31990" cy="18280"/>
            </a:xfrm>
            <a:custGeom>
              <a:avLst/>
              <a:gdLst>
                <a:gd name="T0" fmla="*/ 6 w 13"/>
                <a:gd name="T1" fmla="*/ 1 h 8"/>
                <a:gd name="T2" fmla="*/ 13 w 13"/>
                <a:gd name="T3" fmla="*/ 2 h 8"/>
                <a:gd name="T4" fmla="*/ 8 w 13"/>
                <a:gd name="T5" fmla="*/ 7 h 8"/>
                <a:gd name="T6" fmla="*/ 0 w 13"/>
                <a:gd name="T7" fmla="*/ 6 h 8"/>
                <a:gd name="T8" fmla="*/ 6 w 13"/>
                <a:gd name="T9" fmla="*/ 1 h 8"/>
              </a:gdLst>
              <a:ahLst/>
              <a:cxnLst>
                <a:cxn ang="0">
                  <a:pos x="T0" y="T1"/>
                </a:cxn>
                <a:cxn ang="0">
                  <a:pos x="T2" y="T3"/>
                </a:cxn>
                <a:cxn ang="0">
                  <a:pos x="T4" y="T5"/>
                </a:cxn>
                <a:cxn ang="0">
                  <a:pos x="T6" y="T7"/>
                </a:cxn>
                <a:cxn ang="0">
                  <a:pos x="T8" y="T9"/>
                </a:cxn>
              </a:cxnLst>
              <a:rect l="0" t="0" r="r" b="b"/>
              <a:pathLst>
                <a:path w="13" h="8">
                  <a:moveTo>
                    <a:pt x="6" y="1"/>
                  </a:moveTo>
                  <a:cubicBezTo>
                    <a:pt x="9" y="0"/>
                    <a:pt x="13" y="0"/>
                    <a:pt x="13" y="2"/>
                  </a:cubicBezTo>
                  <a:cubicBezTo>
                    <a:pt x="13" y="3"/>
                    <a:pt x="11" y="6"/>
                    <a:pt x="8" y="7"/>
                  </a:cubicBezTo>
                  <a:cubicBezTo>
                    <a:pt x="5" y="8"/>
                    <a:pt x="1" y="8"/>
                    <a:pt x="0" y="6"/>
                  </a:cubicBezTo>
                  <a:cubicBezTo>
                    <a:pt x="0" y="5"/>
                    <a:pt x="2"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7" name="Freeform 2499">
              <a:extLst>
                <a:ext uri="{FF2B5EF4-FFF2-40B4-BE49-F238E27FC236}">
                  <a16:creationId xmlns:a16="http://schemas.microsoft.com/office/drawing/2014/main" id="{83082D6F-D189-29A1-96CC-5CAB22697773}"/>
                </a:ext>
              </a:extLst>
            </p:cNvPr>
            <p:cNvSpPr>
              <a:spLocks/>
            </p:cNvSpPr>
            <p:nvPr/>
          </p:nvSpPr>
          <p:spPr bwMode="auto">
            <a:xfrm rot="5094805">
              <a:off x="2485936" y="5746855"/>
              <a:ext cx="31990" cy="20565"/>
            </a:xfrm>
            <a:custGeom>
              <a:avLst/>
              <a:gdLst>
                <a:gd name="T0" fmla="*/ 13 w 13"/>
                <a:gd name="T1" fmla="*/ 3 h 8"/>
                <a:gd name="T2" fmla="*/ 7 w 13"/>
                <a:gd name="T3" fmla="*/ 8 h 8"/>
                <a:gd name="T4" fmla="*/ 0 w 13"/>
                <a:gd name="T5" fmla="*/ 6 h 8"/>
                <a:gd name="T6" fmla="*/ 7 w 13"/>
                <a:gd name="T7" fmla="*/ 0 h 8"/>
                <a:gd name="T8" fmla="*/ 13 w 13"/>
                <a:gd name="T9" fmla="*/ 3 h 8"/>
              </a:gdLst>
              <a:ahLst/>
              <a:cxnLst>
                <a:cxn ang="0">
                  <a:pos x="T0" y="T1"/>
                </a:cxn>
                <a:cxn ang="0">
                  <a:pos x="T2" y="T3"/>
                </a:cxn>
                <a:cxn ang="0">
                  <a:pos x="T4" y="T5"/>
                </a:cxn>
                <a:cxn ang="0">
                  <a:pos x="T6" y="T7"/>
                </a:cxn>
                <a:cxn ang="0">
                  <a:pos x="T8" y="T9"/>
                </a:cxn>
              </a:cxnLst>
              <a:rect l="0" t="0" r="r" b="b"/>
              <a:pathLst>
                <a:path w="13" h="8">
                  <a:moveTo>
                    <a:pt x="13" y="3"/>
                  </a:moveTo>
                  <a:cubicBezTo>
                    <a:pt x="13" y="5"/>
                    <a:pt x="10" y="7"/>
                    <a:pt x="7" y="8"/>
                  </a:cubicBezTo>
                  <a:cubicBezTo>
                    <a:pt x="4" y="8"/>
                    <a:pt x="1" y="7"/>
                    <a:pt x="0" y="6"/>
                  </a:cubicBezTo>
                  <a:cubicBezTo>
                    <a:pt x="0" y="4"/>
                    <a:pt x="3" y="1"/>
                    <a:pt x="7" y="0"/>
                  </a:cubicBezTo>
                  <a:cubicBezTo>
                    <a:pt x="10" y="0"/>
                    <a:pt x="13"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8" name="Freeform 2500">
              <a:extLst>
                <a:ext uri="{FF2B5EF4-FFF2-40B4-BE49-F238E27FC236}">
                  <a16:creationId xmlns:a16="http://schemas.microsoft.com/office/drawing/2014/main" id="{451B6925-6045-4D64-F78E-ABFDA19FEB1E}"/>
                </a:ext>
              </a:extLst>
            </p:cNvPr>
            <p:cNvSpPr>
              <a:spLocks/>
            </p:cNvSpPr>
            <p:nvPr/>
          </p:nvSpPr>
          <p:spPr bwMode="auto">
            <a:xfrm rot="5094805">
              <a:off x="2544017" y="5936570"/>
              <a:ext cx="34275" cy="18280"/>
            </a:xfrm>
            <a:custGeom>
              <a:avLst/>
              <a:gdLst>
                <a:gd name="T0" fmla="*/ 14 w 14"/>
                <a:gd name="T1" fmla="*/ 3 h 8"/>
                <a:gd name="T2" fmla="*/ 8 w 14"/>
                <a:gd name="T3" fmla="*/ 8 h 8"/>
                <a:gd name="T4" fmla="*/ 1 w 14"/>
                <a:gd name="T5" fmla="*/ 6 h 8"/>
                <a:gd name="T6" fmla="*/ 6 w 14"/>
                <a:gd name="T7" fmla="*/ 0 h 8"/>
                <a:gd name="T8" fmla="*/ 14 w 14"/>
                <a:gd name="T9" fmla="*/ 3 h 8"/>
              </a:gdLst>
              <a:ahLst/>
              <a:cxnLst>
                <a:cxn ang="0">
                  <a:pos x="T0" y="T1"/>
                </a:cxn>
                <a:cxn ang="0">
                  <a:pos x="T2" y="T3"/>
                </a:cxn>
                <a:cxn ang="0">
                  <a:pos x="T4" y="T5"/>
                </a:cxn>
                <a:cxn ang="0">
                  <a:pos x="T6" y="T7"/>
                </a:cxn>
                <a:cxn ang="0">
                  <a:pos x="T8" y="T9"/>
                </a:cxn>
              </a:cxnLst>
              <a:rect l="0" t="0" r="r" b="b"/>
              <a:pathLst>
                <a:path w="14" h="8">
                  <a:moveTo>
                    <a:pt x="14" y="3"/>
                  </a:moveTo>
                  <a:cubicBezTo>
                    <a:pt x="14" y="5"/>
                    <a:pt x="11" y="7"/>
                    <a:pt x="8" y="8"/>
                  </a:cubicBezTo>
                  <a:cubicBezTo>
                    <a:pt x="4" y="8"/>
                    <a:pt x="2" y="7"/>
                    <a:pt x="1" y="6"/>
                  </a:cubicBezTo>
                  <a:cubicBezTo>
                    <a:pt x="0" y="4"/>
                    <a:pt x="3" y="1"/>
                    <a:pt x="6" y="0"/>
                  </a:cubicBezTo>
                  <a:cubicBezTo>
                    <a:pt x="10" y="0"/>
                    <a:pt x="13"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9" name="Freeform 2501">
              <a:extLst>
                <a:ext uri="{FF2B5EF4-FFF2-40B4-BE49-F238E27FC236}">
                  <a16:creationId xmlns:a16="http://schemas.microsoft.com/office/drawing/2014/main" id="{1FC933D6-51FB-0748-42B8-E444097F091D}"/>
                </a:ext>
              </a:extLst>
            </p:cNvPr>
            <p:cNvSpPr>
              <a:spLocks/>
            </p:cNvSpPr>
            <p:nvPr/>
          </p:nvSpPr>
          <p:spPr bwMode="auto">
            <a:xfrm rot="5094805">
              <a:off x="2588752" y="6129873"/>
              <a:ext cx="34275" cy="18280"/>
            </a:xfrm>
            <a:custGeom>
              <a:avLst/>
              <a:gdLst>
                <a:gd name="T0" fmla="*/ 9 w 14"/>
                <a:gd name="T1" fmla="*/ 8 h 8"/>
                <a:gd name="T2" fmla="*/ 1 w 14"/>
                <a:gd name="T3" fmla="*/ 5 h 8"/>
                <a:gd name="T4" fmla="*/ 7 w 14"/>
                <a:gd name="T5" fmla="*/ 0 h 8"/>
                <a:gd name="T6" fmla="*/ 13 w 14"/>
                <a:gd name="T7" fmla="*/ 4 h 8"/>
                <a:gd name="T8" fmla="*/ 9 w 14"/>
                <a:gd name="T9" fmla="*/ 8 h 8"/>
              </a:gdLst>
              <a:ahLst/>
              <a:cxnLst>
                <a:cxn ang="0">
                  <a:pos x="T0" y="T1"/>
                </a:cxn>
                <a:cxn ang="0">
                  <a:pos x="T2" y="T3"/>
                </a:cxn>
                <a:cxn ang="0">
                  <a:pos x="T4" y="T5"/>
                </a:cxn>
                <a:cxn ang="0">
                  <a:pos x="T6" y="T7"/>
                </a:cxn>
                <a:cxn ang="0">
                  <a:pos x="T8" y="T9"/>
                </a:cxn>
              </a:cxnLst>
              <a:rect l="0" t="0" r="r" b="b"/>
              <a:pathLst>
                <a:path w="14" h="8">
                  <a:moveTo>
                    <a:pt x="9" y="8"/>
                  </a:moveTo>
                  <a:cubicBezTo>
                    <a:pt x="3" y="8"/>
                    <a:pt x="0" y="7"/>
                    <a:pt x="1" y="5"/>
                  </a:cubicBezTo>
                  <a:cubicBezTo>
                    <a:pt x="1" y="2"/>
                    <a:pt x="4" y="0"/>
                    <a:pt x="7" y="0"/>
                  </a:cubicBezTo>
                  <a:cubicBezTo>
                    <a:pt x="11" y="0"/>
                    <a:pt x="14" y="2"/>
                    <a:pt x="13" y="4"/>
                  </a:cubicBezTo>
                  <a:cubicBezTo>
                    <a:pt x="12" y="6"/>
                    <a:pt x="10"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0" name="Freeform 2502">
              <a:extLst>
                <a:ext uri="{FF2B5EF4-FFF2-40B4-BE49-F238E27FC236}">
                  <a16:creationId xmlns:a16="http://schemas.microsoft.com/office/drawing/2014/main" id="{54A4D7EB-BF70-82D3-B81D-3C0EAAB2947B}"/>
                </a:ext>
              </a:extLst>
            </p:cNvPr>
            <p:cNvSpPr>
              <a:spLocks/>
            </p:cNvSpPr>
            <p:nvPr/>
          </p:nvSpPr>
          <p:spPr bwMode="auto">
            <a:xfrm rot="5094805">
              <a:off x="2638771" y="6316975"/>
              <a:ext cx="34275" cy="20565"/>
            </a:xfrm>
            <a:custGeom>
              <a:avLst/>
              <a:gdLst>
                <a:gd name="T0" fmla="*/ 1 w 14"/>
                <a:gd name="T1" fmla="*/ 6 h 9"/>
                <a:gd name="T2" fmla="*/ 6 w 14"/>
                <a:gd name="T3" fmla="*/ 1 h 9"/>
                <a:gd name="T4" fmla="*/ 14 w 14"/>
                <a:gd name="T5" fmla="*/ 3 h 9"/>
                <a:gd name="T6" fmla="*/ 9 w 14"/>
                <a:gd name="T7" fmla="*/ 8 h 9"/>
                <a:gd name="T8" fmla="*/ 1 w 14"/>
                <a:gd name="T9" fmla="*/ 6 h 9"/>
              </a:gdLst>
              <a:ahLst/>
              <a:cxnLst>
                <a:cxn ang="0">
                  <a:pos x="T0" y="T1"/>
                </a:cxn>
                <a:cxn ang="0">
                  <a:pos x="T2" y="T3"/>
                </a:cxn>
                <a:cxn ang="0">
                  <a:pos x="T4" y="T5"/>
                </a:cxn>
                <a:cxn ang="0">
                  <a:pos x="T6" y="T7"/>
                </a:cxn>
                <a:cxn ang="0">
                  <a:pos x="T8" y="T9"/>
                </a:cxn>
              </a:cxnLst>
              <a:rect l="0" t="0" r="r" b="b"/>
              <a:pathLst>
                <a:path w="14" h="9">
                  <a:moveTo>
                    <a:pt x="1" y="6"/>
                  </a:moveTo>
                  <a:cubicBezTo>
                    <a:pt x="0" y="5"/>
                    <a:pt x="3" y="2"/>
                    <a:pt x="6" y="1"/>
                  </a:cubicBezTo>
                  <a:cubicBezTo>
                    <a:pt x="10" y="0"/>
                    <a:pt x="13" y="1"/>
                    <a:pt x="14" y="3"/>
                  </a:cubicBezTo>
                  <a:cubicBezTo>
                    <a:pt x="14" y="5"/>
                    <a:pt x="12" y="7"/>
                    <a:pt x="9" y="8"/>
                  </a:cubicBezTo>
                  <a:cubicBezTo>
                    <a:pt x="6" y="9"/>
                    <a:pt x="2" y="8"/>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1" name="Freeform 2503">
              <a:extLst>
                <a:ext uri="{FF2B5EF4-FFF2-40B4-BE49-F238E27FC236}">
                  <a16:creationId xmlns:a16="http://schemas.microsoft.com/office/drawing/2014/main" id="{CBE4E0F9-2193-70C9-E575-704B636413DA}"/>
                </a:ext>
              </a:extLst>
            </p:cNvPr>
            <p:cNvSpPr>
              <a:spLocks/>
            </p:cNvSpPr>
            <p:nvPr/>
          </p:nvSpPr>
          <p:spPr bwMode="auto">
            <a:xfrm rot="5094805">
              <a:off x="2703690" y="6503999"/>
              <a:ext cx="31990" cy="22850"/>
            </a:xfrm>
            <a:custGeom>
              <a:avLst/>
              <a:gdLst>
                <a:gd name="T0" fmla="*/ 13 w 13"/>
                <a:gd name="T1" fmla="*/ 3 h 9"/>
                <a:gd name="T2" fmla="*/ 6 w 13"/>
                <a:gd name="T3" fmla="*/ 8 h 9"/>
                <a:gd name="T4" fmla="*/ 0 w 13"/>
                <a:gd name="T5" fmla="*/ 6 h 9"/>
                <a:gd name="T6" fmla="*/ 6 w 13"/>
                <a:gd name="T7" fmla="*/ 1 h 9"/>
                <a:gd name="T8" fmla="*/ 13 w 13"/>
                <a:gd name="T9" fmla="*/ 3 h 9"/>
              </a:gdLst>
              <a:ahLst/>
              <a:cxnLst>
                <a:cxn ang="0">
                  <a:pos x="T0" y="T1"/>
                </a:cxn>
                <a:cxn ang="0">
                  <a:pos x="T2" y="T3"/>
                </a:cxn>
                <a:cxn ang="0">
                  <a:pos x="T4" y="T5"/>
                </a:cxn>
                <a:cxn ang="0">
                  <a:pos x="T6" y="T7"/>
                </a:cxn>
                <a:cxn ang="0">
                  <a:pos x="T8" y="T9"/>
                </a:cxn>
              </a:cxnLst>
              <a:rect l="0" t="0" r="r" b="b"/>
              <a:pathLst>
                <a:path w="13" h="9">
                  <a:moveTo>
                    <a:pt x="13" y="3"/>
                  </a:moveTo>
                  <a:cubicBezTo>
                    <a:pt x="13" y="5"/>
                    <a:pt x="10" y="8"/>
                    <a:pt x="6" y="8"/>
                  </a:cubicBezTo>
                  <a:cubicBezTo>
                    <a:pt x="3" y="9"/>
                    <a:pt x="0" y="8"/>
                    <a:pt x="0" y="6"/>
                  </a:cubicBezTo>
                  <a:cubicBezTo>
                    <a:pt x="0" y="4"/>
                    <a:pt x="3" y="2"/>
                    <a:pt x="6" y="1"/>
                  </a:cubicBezTo>
                  <a:cubicBezTo>
                    <a:pt x="10" y="0"/>
                    <a:pt x="13"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2" name="Freeform 2504">
              <a:extLst>
                <a:ext uri="{FF2B5EF4-FFF2-40B4-BE49-F238E27FC236}">
                  <a16:creationId xmlns:a16="http://schemas.microsoft.com/office/drawing/2014/main" id="{BDE61B98-F364-6534-0956-55BB324ED9DF}"/>
                </a:ext>
              </a:extLst>
            </p:cNvPr>
            <p:cNvSpPr>
              <a:spLocks/>
            </p:cNvSpPr>
            <p:nvPr/>
          </p:nvSpPr>
          <p:spPr bwMode="auto">
            <a:xfrm rot="5094805">
              <a:off x="2777597" y="6689914"/>
              <a:ext cx="36560" cy="22850"/>
            </a:xfrm>
            <a:custGeom>
              <a:avLst/>
              <a:gdLst>
                <a:gd name="T0" fmla="*/ 6 w 14"/>
                <a:gd name="T1" fmla="*/ 2 h 9"/>
                <a:gd name="T2" fmla="*/ 14 w 14"/>
                <a:gd name="T3" fmla="*/ 2 h 9"/>
                <a:gd name="T4" fmla="*/ 9 w 14"/>
                <a:gd name="T5" fmla="*/ 7 h 9"/>
                <a:gd name="T6" fmla="*/ 1 w 14"/>
                <a:gd name="T7" fmla="*/ 7 h 9"/>
                <a:gd name="T8" fmla="*/ 6 w 14"/>
                <a:gd name="T9" fmla="*/ 2 h 9"/>
              </a:gdLst>
              <a:ahLst/>
              <a:cxnLst>
                <a:cxn ang="0">
                  <a:pos x="T0" y="T1"/>
                </a:cxn>
                <a:cxn ang="0">
                  <a:pos x="T2" y="T3"/>
                </a:cxn>
                <a:cxn ang="0">
                  <a:pos x="T4" y="T5"/>
                </a:cxn>
                <a:cxn ang="0">
                  <a:pos x="T6" y="T7"/>
                </a:cxn>
                <a:cxn ang="0">
                  <a:pos x="T8" y="T9"/>
                </a:cxn>
              </a:cxnLst>
              <a:rect l="0" t="0" r="r" b="b"/>
              <a:pathLst>
                <a:path w="14" h="9">
                  <a:moveTo>
                    <a:pt x="6" y="2"/>
                  </a:moveTo>
                  <a:cubicBezTo>
                    <a:pt x="10" y="0"/>
                    <a:pt x="13" y="1"/>
                    <a:pt x="14" y="2"/>
                  </a:cubicBezTo>
                  <a:cubicBezTo>
                    <a:pt x="14" y="4"/>
                    <a:pt x="12" y="6"/>
                    <a:pt x="9" y="7"/>
                  </a:cubicBezTo>
                  <a:cubicBezTo>
                    <a:pt x="6" y="9"/>
                    <a:pt x="2" y="9"/>
                    <a:pt x="1" y="7"/>
                  </a:cubicBezTo>
                  <a:cubicBezTo>
                    <a:pt x="0" y="5"/>
                    <a:pt x="3"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3" name="Freeform 2505">
              <a:extLst>
                <a:ext uri="{FF2B5EF4-FFF2-40B4-BE49-F238E27FC236}">
                  <a16:creationId xmlns:a16="http://schemas.microsoft.com/office/drawing/2014/main" id="{259DE436-B801-5681-5C32-5972AF9AF581}"/>
                </a:ext>
              </a:extLst>
            </p:cNvPr>
            <p:cNvSpPr>
              <a:spLocks/>
            </p:cNvSpPr>
            <p:nvPr/>
          </p:nvSpPr>
          <p:spPr bwMode="auto">
            <a:xfrm rot="5094805">
              <a:off x="2861441" y="6667836"/>
              <a:ext cx="29705" cy="18280"/>
            </a:xfrm>
            <a:custGeom>
              <a:avLst/>
              <a:gdLst>
                <a:gd name="T0" fmla="*/ 11 w 12"/>
                <a:gd name="T1" fmla="*/ 2 h 7"/>
                <a:gd name="T2" fmla="*/ 6 w 12"/>
                <a:gd name="T3" fmla="*/ 6 h 7"/>
                <a:gd name="T4" fmla="*/ 0 w 12"/>
                <a:gd name="T5" fmla="*/ 5 h 7"/>
                <a:gd name="T6" fmla="*/ 5 w 12"/>
                <a:gd name="T7" fmla="*/ 1 h 7"/>
                <a:gd name="T8" fmla="*/ 11 w 12"/>
                <a:gd name="T9" fmla="*/ 2 h 7"/>
              </a:gdLst>
              <a:ahLst/>
              <a:cxnLst>
                <a:cxn ang="0">
                  <a:pos x="T0" y="T1"/>
                </a:cxn>
                <a:cxn ang="0">
                  <a:pos x="T2" y="T3"/>
                </a:cxn>
                <a:cxn ang="0">
                  <a:pos x="T4" y="T5"/>
                </a:cxn>
                <a:cxn ang="0">
                  <a:pos x="T6" y="T7"/>
                </a:cxn>
                <a:cxn ang="0">
                  <a:pos x="T8" y="T9"/>
                </a:cxn>
              </a:cxnLst>
              <a:rect l="0" t="0" r="r" b="b"/>
              <a:pathLst>
                <a:path w="12" h="7">
                  <a:moveTo>
                    <a:pt x="11" y="2"/>
                  </a:moveTo>
                  <a:cubicBezTo>
                    <a:pt x="12" y="3"/>
                    <a:pt x="9" y="5"/>
                    <a:pt x="6" y="6"/>
                  </a:cubicBezTo>
                  <a:cubicBezTo>
                    <a:pt x="2" y="7"/>
                    <a:pt x="0" y="6"/>
                    <a:pt x="0" y="5"/>
                  </a:cubicBezTo>
                  <a:cubicBezTo>
                    <a:pt x="0" y="4"/>
                    <a:pt x="2" y="2"/>
                    <a:pt x="5" y="1"/>
                  </a:cubicBezTo>
                  <a:cubicBezTo>
                    <a:pt x="8" y="0"/>
                    <a:pt x="11"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4" name="Freeform 2506">
              <a:extLst>
                <a:ext uri="{FF2B5EF4-FFF2-40B4-BE49-F238E27FC236}">
                  <a16:creationId xmlns:a16="http://schemas.microsoft.com/office/drawing/2014/main" id="{E841DB1C-0100-21FF-99E9-10CAFB7FBB9E}"/>
                </a:ext>
              </a:extLst>
            </p:cNvPr>
            <p:cNvSpPr>
              <a:spLocks/>
            </p:cNvSpPr>
            <p:nvPr/>
          </p:nvSpPr>
          <p:spPr bwMode="auto">
            <a:xfrm rot="5094805">
              <a:off x="2789694" y="6481419"/>
              <a:ext cx="31990" cy="15995"/>
            </a:xfrm>
            <a:custGeom>
              <a:avLst/>
              <a:gdLst>
                <a:gd name="T0" fmla="*/ 8 w 13"/>
                <a:gd name="T1" fmla="*/ 5 h 6"/>
                <a:gd name="T2" fmla="*/ 1 w 13"/>
                <a:gd name="T3" fmla="*/ 4 h 6"/>
                <a:gd name="T4" fmla="*/ 6 w 13"/>
                <a:gd name="T5" fmla="*/ 1 h 6"/>
                <a:gd name="T6" fmla="*/ 12 w 13"/>
                <a:gd name="T7" fmla="*/ 1 h 6"/>
                <a:gd name="T8" fmla="*/ 8 w 13"/>
                <a:gd name="T9" fmla="*/ 5 h 6"/>
              </a:gdLst>
              <a:ahLst/>
              <a:cxnLst>
                <a:cxn ang="0">
                  <a:pos x="T0" y="T1"/>
                </a:cxn>
                <a:cxn ang="0">
                  <a:pos x="T2" y="T3"/>
                </a:cxn>
                <a:cxn ang="0">
                  <a:pos x="T4" y="T5"/>
                </a:cxn>
                <a:cxn ang="0">
                  <a:pos x="T6" y="T7"/>
                </a:cxn>
                <a:cxn ang="0">
                  <a:pos x="T8" y="T9"/>
                </a:cxn>
              </a:cxnLst>
              <a:rect l="0" t="0" r="r" b="b"/>
              <a:pathLst>
                <a:path w="13" h="6">
                  <a:moveTo>
                    <a:pt x="8" y="5"/>
                  </a:moveTo>
                  <a:cubicBezTo>
                    <a:pt x="4" y="6"/>
                    <a:pt x="1" y="6"/>
                    <a:pt x="1" y="4"/>
                  </a:cubicBezTo>
                  <a:cubicBezTo>
                    <a:pt x="0" y="3"/>
                    <a:pt x="2" y="1"/>
                    <a:pt x="6" y="1"/>
                  </a:cubicBezTo>
                  <a:cubicBezTo>
                    <a:pt x="9" y="0"/>
                    <a:pt x="12" y="0"/>
                    <a:pt x="12" y="1"/>
                  </a:cubicBezTo>
                  <a:cubicBezTo>
                    <a:pt x="13" y="3"/>
                    <a:pt x="11" y="4"/>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5" name="Freeform 2507">
              <a:extLst>
                <a:ext uri="{FF2B5EF4-FFF2-40B4-BE49-F238E27FC236}">
                  <a16:creationId xmlns:a16="http://schemas.microsoft.com/office/drawing/2014/main" id="{9490C896-4A0A-6303-A48A-38F07D6F6189}"/>
                </a:ext>
              </a:extLst>
            </p:cNvPr>
            <p:cNvSpPr>
              <a:spLocks/>
            </p:cNvSpPr>
            <p:nvPr/>
          </p:nvSpPr>
          <p:spPr bwMode="auto">
            <a:xfrm rot="5094805">
              <a:off x="2731410" y="6291714"/>
              <a:ext cx="29705" cy="13710"/>
            </a:xfrm>
            <a:custGeom>
              <a:avLst/>
              <a:gdLst>
                <a:gd name="T0" fmla="*/ 12 w 12"/>
                <a:gd name="T1" fmla="*/ 2 h 6"/>
                <a:gd name="T2" fmla="*/ 7 w 12"/>
                <a:gd name="T3" fmla="*/ 5 h 6"/>
                <a:gd name="T4" fmla="*/ 0 w 12"/>
                <a:gd name="T5" fmla="*/ 4 h 6"/>
                <a:gd name="T6" fmla="*/ 6 w 12"/>
                <a:gd name="T7" fmla="*/ 0 h 6"/>
                <a:gd name="T8" fmla="*/ 12 w 12"/>
                <a:gd name="T9" fmla="*/ 2 h 6"/>
              </a:gdLst>
              <a:ahLst/>
              <a:cxnLst>
                <a:cxn ang="0">
                  <a:pos x="T0" y="T1"/>
                </a:cxn>
                <a:cxn ang="0">
                  <a:pos x="T2" y="T3"/>
                </a:cxn>
                <a:cxn ang="0">
                  <a:pos x="T4" y="T5"/>
                </a:cxn>
                <a:cxn ang="0">
                  <a:pos x="T6" y="T7"/>
                </a:cxn>
                <a:cxn ang="0">
                  <a:pos x="T8" y="T9"/>
                </a:cxn>
              </a:cxnLst>
              <a:rect l="0" t="0" r="r" b="b"/>
              <a:pathLst>
                <a:path w="12" h="6">
                  <a:moveTo>
                    <a:pt x="12" y="2"/>
                  </a:moveTo>
                  <a:cubicBezTo>
                    <a:pt x="12" y="3"/>
                    <a:pt x="10" y="5"/>
                    <a:pt x="7" y="5"/>
                  </a:cubicBezTo>
                  <a:cubicBezTo>
                    <a:pt x="3" y="6"/>
                    <a:pt x="0" y="5"/>
                    <a:pt x="0" y="4"/>
                  </a:cubicBezTo>
                  <a:cubicBezTo>
                    <a:pt x="0" y="2"/>
                    <a:pt x="3" y="1"/>
                    <a:pt x="6" y="0"/>
                  </a:cubicBezTo>
                  <a:cubicBezTo>
                    <a:pt x="9" y="0"/>
                    <a:pt x="12"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6" name="Freeform 2508">
              <a:extLst>
                <a:ext uri="{FF2B5EF4-FFF2-40B4-BE49-F238E27FC236}">
                  <a16:creationId xmlns:a16="http://schemas.microsoft.com/office/drawing/2014/main" id="{088AFC5F-2FD4-42F1-EA7C-B1880F1AE2AE}"/>
                </a:ext>
              </a:extLst>
            </p:cNvPr>
            <p:cNvSpPr>
              <a:spLocks/>
            </p:cNvSpPr>
            <p:nvPr/>
          </p:nvSpPr>
          <p:spPr bwMode="auto">
            <a:xfrm rot="5094805">
              <a:off x="2686975" y="6100581"/>
              <a:ext cx="31990" cy="15995"/>
            </a:xfrm>
            <a:custGeom>
              <a:avLst/>
              <a:gdLst>
                <a:gd name="T0" fmla="*/ 13 w 13"/>
                <a:gd name="T1" fmla="*/ 3 h 6"/>
                <a:gd name="T2" fmla="*/ 8 w 13"/>
                <a:gd name="T3" fmla="*/ 6 h 6"/>
                <a:gd name="T4" fmla="*/ 1 w 13"/>
                <a:gd name="T5" fmla="*/ 4 h 6"/>
                <a:gd name="T6" fmla="*/ 6 w 13"/>
                <a:gd name="T7" fmla="*/ 1 h 6"/>
                <a:gd name="T8" fmla="*/ 13 w 13"/>
                <a:gd name="T9" fmla="*/ 3 h 6"/>
              </a:gdLst>
              <a:ahLst/>
              <a:cxnLst>
                <a:cxn ang="0">
                  <a:pos x="T0" y="T1"/>
                </a:cxn>
                <a:cxn ang="0">
                  <a:pos x="T2" y="T3"/>
                </a:cxn>
                <a:cxn ang="0">
                  <a:pos x="T4" y="T5"/>
                </a:cxn>
                <a:cxn ang="0">
                  <a:pos x="T6" y="T7"/>
                </a:cxn>
                <a:cxn ang="0">
                  <a:pos x="T8" y="T9"/>
                </a:cxn>
              </a:cxnLst>
              <a:rect l="0" t="0" r="r" b="b"/>
              <a:pathLst>
                <a:path w="13" h="6">
                  <a:moveTo>
                    <a:pt x="13" y="3"/>
                  </a:moveTo>
                  <a:cubicBezTo>
                    <a:pt x="13" y="4"/>
                    <a:pt x="11" y="6"/>
                    <a:pt x="8" y="6"/>
                  </a:cubicBezTo>
                  <a:cubicBezTo>
                    <a:pt x="4" y="6"/>
                    <a:pt x="1" y="6"/>
                    <a:pt x="1" y="4"/>
                  </a:cubicBezTo>
                  <a:cubicBezTo>
                    <a:pt x="0" y="3"/>
                    <a:pt x="3" y="1"/>
                    <a:pt x="6" y="1"/>
                  </a:cubicBezTo>
                  <a:cubicBezTo>
                    <a:pt x="9" y="0"/>
                    <a:pt x="12"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7" name="Freeform 2509">
              <a:extLst>
                <a:ext uri="{FF2B5EF4-FFF2-40B4-BE49-F238E27FC236}">
                  <a16:creationId xmlns:a16="http://schemas.microsoft.com/office/drawing/2014/main" id="{D3039A15-1670-C8C6-DA76-651C67F94749}"/>
                </a:ext>
              </a:extLst>
            </p:cNvPr>
            <p:cNvSpPr>
              <a:spLocks/>
            </p:cNvSpPr>
            <p:nvPr/>
          </p:nvSpPr>
          <p:spPr bwMode="auto">
            <a:xfrm rot="5094805">
              <a:off x="2640273" y="5909853"/>
              <a:ext cx="29705" cy="18280"/>
            </a:xfrm>
            <a:custGeom>
              <a:avLst/>
              <a:gdLst>
                <a:gd name="T0" fmla="*/ 0 w 12"/>
                <a:gd name="T1" fmla="*/ 4 h 7"/>
                <a:gd name="T2" fmla="*/ 6 w 12"/>
                <a:gd name="T3" fmla="*/ 1 h 7"/>
                <a:gd name="T4" fmla="*/ 12 w 12"/>
                <a:gd name="T5" fmla="*/ 2 h 7"/>
                <a:gd name="T6" fmla="*/ 6 w 12"/>
                <a:gd name="T7" fmla="*/ 6 h 7"/>
                <a:gd name="T8" fmla="*/ 0 w 12"/>
                <a:gd name="T9" fmla="*/ 4 h 7"/>
              </a:gdLst>
              <a:ahLst/>
              <a:cxnLst>
                <a:cxn ang="0">
                  <a:pos x="T0" y="T1"/>
                </a:cxn>
                <a:cxn ang="0">
                  <a:pos x="T2" y="T3"/>
                </a:cxn>
                <a:cxn ang="0">
                  <a:pos x="T4" y="T5"/>
                </a:cxn>
                <a:cxn ang="0">
                  <a:pos x="T6" y="T7"/>
                </a:cxn>
                <a:cxn ang="0">
                  <a:pos x="T8" y="T9"/>
                </a:cxn>
              </a:cxnLst>
              <a:rect l="0" t="0" r="r" b="b"/>
              <a:pathLst>
                <a:path w="12" h="7">
                  <a:moveTo>
                    <a:pt x="0" y="4"/>
                  </a:moveTo>
                  <a:cubicBezTo>
                    <a:pt x="2" y="3"/>
                    <a:pt x="4" y="2"/>
                    <a:pt x="6" y="1"/>
                  </a:cubicBezTo>
                  <a:cubicBezTo>
                    <a:pt x="9" y="0"/>
                    <a:pt x="12" y="1"/>
                    <a:pt x="12" y="2"/>
                  </a:cubicBezTo>
                  <a:cubicBezTo>
                    <a:pt x="12" y="4"/>
                    <a:pt x="10" y="5"/>
                    <a:pt x="6" y="6"/>
                  </a:cubicBezTo>
                  <a:cubicBezTo>
                    <a:pt x="3" y="7"/>
                    <a:pt x="0"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8" name="Freeform 2510">
              <a:extLst>
                <a:ext uri="{FF2B5EF4-FFF2-40B4-BE49-F238E27FC236}">
                  <a16:creationId xmlns:a16="http://schemas.microsoft.com/office/drawing/2014/main" id="{FABA5826-59CE-1F12-3112-4999C789665C}"/>
                </a:ext>
              </a:extLst>
            </p:cNvPr>
            <p:cNvSpPr>
              <a:spLocks/>
            </p:cNvSpPr>
            <p:nvPr/>
          </p:nvSpPr>
          <p:spPr bwMode="auto">
            <a:xfrm rot="5094805">
              <a:off x="2575257" y="5720649"/>
              <a:ext cx="29705" cy="18280"/>
            </a:xfrm>
            <a:custGeom>
              <a:avLst/>
              <a:gdLst>
                <a:gd name="T0" fmla="*/ 12 w 12"/>
                <a:gd name="T1" fmla="*/ 2 h 7"/>
                <a:gd name="T2" fmla="*/ 7 w 12"/>
                <a:gd name="T3" fmla="*/ 6 h 7"/>
                <a:gd name="T4" fmla="*/ 0 w 12"/>
                <a:gd name="T5" fmla="*/ 5 h 7"/>
                <a:gd name="T6" fmla="*/ 5 w 12"/>
                <a:gd name="T7" fmla="*/ 1 h 7"/>
                <a:gd name="T8" fmla="*/ 12 w 12"/>
                <a:gd name="T9" fmla="*/ 2 h 7"/>
              </a:gdLst>
              <a:ahLst/>
              <a:cxnLst>
                <a:cxn ang="0">
                  <a:pos x="T0" y="T1"/>
                </a:cxn>
                <a:cxn ang="0">
                  <a:pos x="T2" y="T3"/>
                </a:cxn>
                <a:cxn ang="0">
                  <a:pos x="T4" y="T5"/>
                </a:cxn>
                <a:cxn ang="0">
                  <a:pos x="T6" y="T7"/>
                </a:cxn>
                <a:cxn ang="0">
                  <a:pos x="T8" y="T9"/>
                </a:cxn>
              </a:cxnLst>
              <a:rect l="0" t="0" r="r" b="b"/>
              <a:pathLst>
                <a:path w="12" h="7">
                  <a:moveTo>
                    <a:pt x="12" y="2"/>
                  </a:moveTo>
                  <a:cubicBezTo>
                    <a:pt x="12" y="3"/>
                    <a:pt x="10" y="5"/>
                    <a:pt x="7" y="6"/>
                  </a:cubicBezTo>
                  <a:cubicBezTo>
                    <a:pt x="4" y="7"/>
                    <a:pt x="0" y="7"/>
                    <a:pt x="0" y="5"/>
                  </a:cubicBezTo>
                  <a:cubicBezTo>
                    <a:pt x="0" y="4"/>
                    <a:pt x="2" y="2"/>
                    <a:pt x="5" y="1"/>
                  </a:cubicBezTo>
                  <a:cubicBezTo>
                    <a:pt x="8" y="0"/>
                    <a:pt x="11"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9" name="Freeform 2511">
              <a:extLst>
                <a:ext uri="{FF2B5EF4-FFF2-40B4-BE49-F238E27FC236}">
                  <a16:creationId xmlns:a16="http://schemas.microsoft.com/office/drawing/2014/main" id="{D8D27AF6-8C96-22F7-F239-8041504B964F}"/>
                </a:ext>
              </a:extLst>
            </p:cNvPr>
            <p:cNvSpPr>
              <a:spLocks/>
            </p:cNvSpPr>
            <p:nvPr/>
          </p:nvSpPr>
          <p:spPr bwMode="auto">
            <a:xfrm rot="5094805">
              <a:off x="2495545" y="5533799"/>
              <a:ext cx="31990" cy="18280"/>
            </a:xfrm>
            <a:custGeom>
              <a:avLst/>
              <a:gdLst>
                <a:gd name="T0" fmla="*/ 13 w 13"/>
                <a:gd name="T1" fmla="*/ 1 h 7"/>
                <a:gd name="T2" fmla="*/ 8 w 13"/>
                <a:gd name="T3" fmla="*/ 6 h 7"/>
                <a:gd name="T4" fmla="*/ 1 w 13"/>
                <a:gd name="T5" fmla="*/ 6 h 7"/>
                <a:gd name="T6" fmla="*/ 6 w 13"/>
                <a:gd name="T7" fmla="*/ 1 h 7"/>
                <a:gd name="T8" fmla="*/ 13 w 13"/>
                <a:gd name="T9" fmla="*/ 1 h 7"/>
              </a:gdLst>
              <a:ahLst/>
              <a:cxnLst>
                <a:cxn ang="0">
                  <a:pos x="T0" y="T1"/>
                </a:cxn>
                <a:cxn ang="0">
                  <a:pos x="T2" y="T3"/>
                </a:cxn>
                <a:cxn ang="0">
                  <a:pos x="T4" y="T5"/>
                </a:cxn>
                <a:cxn ang="0">
                  <a:pos x="T6" y="T7"/>
                </a:cxn>
                <a:cxn ang="0">
                  <a:pos x="T8" y="T9"/>
                </a:cxn>
              </a:cxnLst>
              <a:rect l="0" t="0" r="r" b="b"/>
              <a:pathLst>
                <a:path w="13" h="7">
                  <a:moveTo>
                    <a:pt x="13" y="1"/>
                  </a:moveTo>
                  <a:cubicBezTo>
                    <a:pt x="13" y="3"/>
                    <a:pt x="11" y="4"/>
                    <a:pt x="8" y="6"/>
                  </a:cubicBezTo>
                  <a:cubicBezTo>
                    <a:pt x="4" y="7"/>
                    <a:pt x="1" y="7"/>
                    <a:pt x="1" y="6"/>
                  </a:cubicBezTo>
                  <a:cubicBezTo>
                    <a:pt x="0" y="5"/>
                    <a:pt x="3" y="3"/>
                    <a:pt x="6" y="1"/>
                  </a:cubicBezTo>
                  <a:cubicBezTo>
                    <a:pt x="9" y="0"/>
                    <a:pt x="12" y="0"/>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0" name="Freeform 2512">
              <a:extLst>
                <a:ext uri="{FF2B5EF4-FFF2-40B4-BE49-F238E27FC236}">
                  <a16:creationId xmlns:a16="http://schemas.microsoft.com/office/drawing/2014/main" id="{C32A5EAF-296B-6864-89A6-0FC466EDB53F}"/>
                </a:ext>
              </a:extLst>
            </p:cNvPr>
            <p:cNvSpPr>
              <a:spLocks/>
            </p:cNvSpPr>
            <p:nvPr/>
          </p:nvSpPr>
          <p:spPr bwMode="auto">
            <a:xfrm rot="5094805">
              <a:off x="2406940" y="5350238"/>
              <a:ext cx="29705" cy="18280"/>
            </a:xfrm>
            <a:custGeom>
              <a:avLst/>
              <a:gdLst>
                <a:gd name="T0" fmla="*/ 7 w 12"/>
                <a:gd name="T1" fmla="*/ 1 h 7"/>
                <a:gd name="T2" fmla="*/ 11 w 12"/>
                <a:gd name="T3" fmla="*/ 1 h 7"/>
                <a:gd name="T4" fmla="*/ 6 w 12"/>
                <a:gd name="T5" fmla="*/ 5 h 7"/>
                <a:gd name="T6" fmla="*/ 0 w 12"/>
                <a:gd name="T7" fmla="*/ 5 h 7"/>
                <a:gd name="T8" fmla="*/ 7 w 12"/>
                <a:gd name="T9" fmla="*/ 1 h 7"/>
              </a:gdLst>
              <a:ahLst/>
              <a:cxnLst>
                <a:cxn ang="0">
                  <a:pos x="T0" y="T1"/>
                </a:cxn>
                <a:cxn ang="0">
                  <a:pos x="T2" y="T3"/>
                </a:cxn>
                <a:cxn ang="0">
                  <a:pos x="T4" y="T5"/>
                </a:cxn>
                <a:cxn ang="0">
                  <a:pos x="T6" y="T7"/>
                </a:cxn>
                <a:cxn ang="0">
                  <a:pos x="T8" y="T9"/>
                </a:cxn>
              </a:cxnLst>
              <a:rect l="0" t="0" r="r" b="b"/>
              <a:pathLst>
                <a:path w="12" h="7">
                  <a:moveTo>
                    <a:pt x="7" y="1"/>
                  </a:moveTo>
                  <a:cubicBezTo>
                    <a:pt x="8" y="1"/>
                    <a:pt x="11" y="0"/>
                    <a:pt x="11" y="1"/>
                  </a:cubicBezTo>
                  <a:cubicBezTo>
                    <a:pt x="12" y="2"/>
                    <a:pt x="9" y="4"/>
                    <a:pt x="6" y="5"/>
                  </a:cubicBezTo>
                  <a:cubicBezTo>
                    <a:pt x="3" y="7"/>
                    <a:pt x="0" y="7"/>
                    <a:pt x="0" y="5"/>
                  </a:cubicBezTo>
                  <a:cubicBezTo>
                    <a:pt x="0" y="4"/>
                    <a:pt x="3"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1" name="Freeform 2513">
              <a:extLst>
                <a:ext uri="{FF2B5EF4-FFF2-40B4-BE49-F238E27FC236}">
                  <a16:creationId xmlns:a16="http://schemas.microsoft.com/office/drawing/2014/main" id="{A86119B5-9152-B3AE-C9B5-3B47C76BB6F9}"/>
                </a:ext>
              </a:extLst>
            </p:cNvPr>
            <p:cNvSpPr>
              <a:spLocks/>
            </p:cNvSpPr>
            <p:nvPr/>
          </p:nvSpPr>
          <p:spPr bwMode="auto">
            <a:xfrm rot="5094805">
              <a:off x="2307987" y="5166349"/>
              <a:ext cx="29705" cy="18280"/>
            </a:xfrm>
            <a:custGeom>
              <a:avLst/>
              <a:gdLst>
                <a:gd name="T0" fmla="*/ 7 w 12"/>
                <a:gd name="T1" fmla="*/ 5 h 7"/>
                <a:gd name="T2" fmla="*/ 0 w 12"/>
                <a:gd name="T3" fmla="*/ 6 h 7"/>
                <a:gd name="T4" fmla="*/ 5 w 12"/>
                <a:gd name="T5" fmla="*/ 2 h 7"/>
                <a:gd name="T6" fmla="*/ 12 w 12"/>
                <a:gd name="T7" fmla="*/ 1 h 7"/>
                <a:gd name="T8" fmla="*/ 7 w 12"/>
                <a:gd name="T9" fmla="*/ 5 h 7"/>
              </a:gdLst>
              <a:ahLst/>
              <a:cxnLst>
                <a:cxn ang="0">
                  <a:pos x="T0" y="T1"/>
                </a:cxn>
                <a:cxn ang="0">
                  <a:pos x="T2" y="T3"/>
                </a:cxn>
                <a:cxn ang="0">
                  <a:pos x="T4" y="T5"/>
                </a:cxn>
                <a:cxn ang="0">
                  <a:pos x="T6" y="T7"/>
                </a:cxn>
                <a:cxn ang="0">
                  <a:pos x="T8" y="T9"/>
                </a:cxn>
              </a:cxnLst>
              <a:rect l="0" t="0" r="r" b="b"/>
              <a:pathLst>
                <a:path w="12" h="7">
                  <a:moveTo>
                    <a:pt x="7" y="5"/>
                  </a:moveTo>
                  <a:cubicBezTo>
                    <a:pt x="4" y="6"/>
                    <a:pt x="1" y="7"/>
                    <a:pt x="0" y="6"/>
                  </a:cubicBezTo>
                  <a:cubicBezTo>
                    <a:pt x="0" y="5"/>
                    <a:pt x="2" y="3"/>
                    <a:pt x="5" y="2"/>
                  </a:cubicBezTo>
                  <a:cubicBezTo>
                    <a:pt x="8" y="0"/>
                    <a:pt x="11" y="0"/>
                    <a:pt x="12" y="1"/>
                  </a:cubicBezTo>
                  <a:cubicBezTo>
                    <a:pt x="12" y="2"/>
                    <a:pt x="10" y="3"/>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2" name="Freeform 2514">
              <a:extLst>
                <a:ext uri="{FF2B5EF4-FFF2-40B4-BE49-F238E27FC236}">
                  <a16:creationId xmlns:a16="http://schemas.microsoft.com/office/drawing/2014/main" id="{0DDDDA4A-EECE-AB0C-F4D4-0E299315300B}"/>
                </a:ext>
              </a:extLst>
            </p:cNvPr>
            <p:cNvSpPr>
              <a:spLocks/>
            </p:cNvSpPr>
            <p:nvPr/>
          </p:nvSpPr>
          <p:spPr bwMode="auto">
            <a:xfrm rot="5094805">
              <a:off x="2204377" y="4982768"/>
              <a:ext cx="31990" cy="15995"/>
            </a:xfrm>
            <a:custGeom>
              <a:avLst/>
              <a:gdLst>
                <a:gd name="T0" fmla="*/ 7 w 13"/>
                <a:gd name="T1" fmla="*/ 5 h 7"/>
                <a:gd name="T2" fmla="*/ 0 w 13"/>
                <a:gd name="T3" fmla="*/ 7 h 7"/>
                <a:gd name="T4" fmla="*/ 5 w 13"/>
                <a:gd name="T5" fmla="*/ 2 h 7"/>
                <a:gd name="T6" fmla="*/ 12 w 13"/>
                <a:gd name="T7" fmla="*/ 1 h 7"/>
                <a:gd name="T8" fmla="*/ 7 w 13"/>
                <a:gd name="T9" fmla="*/ 5 h 7"/>
              </a:gdLst>
              <a:ahLst/>
              <a:cxnLst>
                <a:cxn ang="0">
                  <a:pos x="T0" y="T1"/>
                </a:cxn>
                <a:cxn ang="0">
                  <a:pos x="T2" y="T3"/>
                </a:cxn>
                <a:cxn ang="0">
                  <a:pos x="T4" y="T5"/>
                </a:cxn>
                <a:cxn ang="0">
                  <a:pos x="T6" y="T7"/>
                </a:cxn>
                <a:cxn ang="0">
                  <a:pos x="T8" y="T9"/>
                </a:cxn>
              </a:cxnLst>
              <a:rect l="0" t="0" r="r" b="b"/>
              <a:pathLst>
                <a:path w="13" h="7">
                  <a:moveTo>
                    <a:pt x="7" y="5"/>
                  </a:moveTo>
                  <a:cubicBezTo>
                    <a:pt x="4" y="7"/>
                    <a:pt x="1" y="7"/>
                    <a:pt x="0" y="7"/>
                  </a:cubicBezTo>
                  <a:cubicBezTo>
                    <a:pt x="0" y="6"/>
                    <a:pt x="2" y="4"/>
                    <a:pt x="5" y="2"/>
                  </a:cubicBezTo>
                  <a:cubicBezTo>
                    <a:pt x="8" y="1"/>
                    <a:pt x="11" y="0"/>
                    <a:pt x="12" y="1"/>
                  </a:cubicBezTo>
                  <a:cubicBezTo>
                    <a:pt x="13" y="2"/>
                    <a:pt x="11" y="3"/>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3" name="Freeform 2515">
              <a:extLst>
                <a:ext uri="{FF2B5EF4-FFF2-40B4-BE49-F238E27FC236}">
                  <a16:creationId xmlns:a16="http://schemas.microsoft.com/office/drawing/2014/main" id="{E61C5222-BD92-965F-653E-F192F16AF13C}"/>
                </a:ext>
              </a:extLst>
            </p:cNvPr>
            <p:cNvSpPr>
              <a:spLocks/>
            </p:cNvSpPr>
            <p:nvPr/>
          </p:nvSpPr>
          <p:spPr bwMode="auto">
            <a:xfrm rot="5094805">
              <a:off x="2096320" y="4799690"/>
              <a:ext cx="31990" cy="15995"/>
            </a:xfrm>
            <a:custGeom>
              <a:avLst/>
              <a:gdLst>
                <a:gd name="T0" fmla="*/ 7 w 13"/>
                <a:gd name="T1" fmla="*/ 5 h 7"/>
                <a:gd name="T2" fmla="*/ 1 w 13"/>
                <a:gd name="T3" fmla="*/ 6 h 7"/>
                <a:gd name="T4" fmla="*/ 6 w 13"/>
                <a:gd name="T5" fmla="*/ 2 h 7"/>
                <a:gd name="T6" fmla="*/ 12 w 13"/>
                <a:gd name="T7" fmla="*/ 1 h 7"/>
                <a:gd name="T8" fmla="*/ 7 w 13"/>
                <a:gd name="T9" fmla="*/ 5 h 7"/>
              </a:gdLst>
              <a:ahLst/>
              <a:cxnLst>
                <a:cxn ang="0">
                  <a:pos x="T0" y="T1"/>
                </a:cxn>
                <a:cxn ang="0">
                  <a:pos x="T2" y="T3"/>
                </a:cxn>
                <a:cxn ang="0">
                  <a:pos x="T4" y="T5"/>
                </a:cxn>
                <a:cxn ang="0">
                  <a:pos x="T6" y="T7"/>
                </a:cxn>
                <a:cxn ang="0">
                  <a:pos x="T8" y="T9"/>
                </a:cxn>
              </a:cxnLst>
              <a:rect l="0" t="0" r="r" b="b"/>
              <a:pathLst>
                <a:path w="13" h="7">
                  <a:moveTo>
                    <a:pt x="7" y="5"/>
                  </a:moveTo>
                  <a:cubicBezTo>
                    <a:pt x="4" y="6"/>
                    <a:pt x="1" y="7"/>
                    <a:pt x="1" y="6"/>
                  </a:cubicBezTo>
                  <a:cubicBezTo>
                    <a:pt x="0" y="6"/>
                    <a:pt x="2" y="4"/>
                    <a:pt x="6" y="2"/>
                  </a:cubicBezTo>
                  <a:cubicBezTo>
                    <a:pt x="9" y="1"/>
                    <a:pt x="12" y="0"/>
                    <a:pt x="12" y="1"/>
                  </a:cubicBezTo>
                  <a:cubicBezTo>
                    <a:pt x="13" y="1"/>
                    <a:pt x="11" y="3"/>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4" name="Freeform 2516">
              <a:extLst>
                <a:ext uri="{FF2B5EF4-FFF2-40B4-BE49-F238E27FC236}">
                  <a16:creationId xmlns:a16="http://schemas.microsoft.com/office/drawing/2014/main" id="{F81F1A2B-D6B9-9127-269E-85DD00EFC424}"/>
                </a:ext>
              </a:extLst>
            </p:cNvPr>
            <p:cNvSpPr>
              <a:spLocks/>
            </p:cNvSpPr>
            <p:nvPr/>
          </p:nvSpPr>
          <p:spPr bwMode="auto">
            <a:xfrm rot="5094805">
              <a:off x="1988369" y="4618993"/>
              <a:ext cx="29705" cy="13710"/>
            </a:xfrm>
            <a:custGeom>
              <a:avLst/>
              <a:gdLst>
                <a:gd name="T0" fmla="*/ 7 w 12"/>
                <a:gd name="T1" fmla="*/ 1 h 6"/>
                <a:gd name="T2" fmla="*/ 11 w 12"/>
                <a:gd name="T3" fmla="*/ 0 h 6"/>
                <a:gd name="T4" fmla="*/ 6 w 12"/>
                <a:gd name="T5" fmla="*/ 4 h 6"/>
                <a:gd name="T6" fmla="*/ 0 w 12"/>
                <a:gd name="T7" fmla="*/ 5 h 6"/>
                <a:gd name="T8" fmla="*/ 7 w 12"/>
                <a:gd name="T9" fmla="*/ 1 h 6"/>
              </a:gdLst>
              <a:ahLst/>
              <a:cxnLst>
                <a:cxn ang="0">
                  <a:pos x="T0" y="T1"/>
                </a:cxn>
                <a:cxn ang="0">
                  <a:pos x="T2" y="T3"/>
                </a:cxn>
                <a:cxn ang="0">
                  <a:pos x="T4" y="T5"/>
                </a:cxn>
                <a:cxn ang="0">
                  <a:pos x="T6" y="T7"/>
                </a:cxn>
                <a:cxn ang="0">
                  <a:pos x="T8" y="T9"/>
                </a:cxn>
              </a:cxnLst>
              <a:rect l="0" t="0" r="r" b="b"/>
              <a:pathLst>
                <a:path w="12" h="6">
                  <a:moveTo>
                    <a:pt x="7" y="1"/>
                  </a:moveTo>
                  <a:cubicBezTo>
                    <a:pt x="8" y="0"/>
                    <a:pt x="11" y="0"/>
                    <a:pt x="11" y="0"/>
                  </a:cubicBezTo>
                  <a:cubicBezTo>
                    <a:pt x="12" y="0"/>
                    <a:pt x="9" y="2"/>
                    <a:pt x="6" y="4"/>
                  </a:cubicBezTo>
                  <a:cubicBezTo>
                    <a:pt x="2" y="5"/>
                    <a:pt x="0" y="6"/>
                    <a:pt x="0" y="5"/>
                  </a:cubicBezTo>
                  <a:cubicBezTo>
                    <a:pt x="0" y="5"/>
                    <a:pt x="3" y="3"/>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5" name="Freeform 2517">
              <a:extLst>
                <a:ext uri="{FF2B5EF4-FFF2-40B4-BE49-F238E27FC236}">
                  <a16:creationId xmlns:a16="http://schemas.microsoft.com/office/drawing/2014/main" id="{D3305302-3CB7-82FC-0E4B-F39E4FD56A29}"/>
                </a:ext>
              </a:extLst>
            </p:cNvPr>
            <p:cNvSpPr>
              <a:spLocks/>
            </p:cNvSpPr>
            <p:nvPr/>
          </p:nvSpPr>
          <p:spPr bwMode="auto">
            <a:xfrm rot="5094805">
              <a:off x="1882589" y="4435712"/>
              <a:ext cx="29705" cy="13710"/>
            </a:xfrm>
            <a:custGeom>
              <a:avLst/>
              <a:gdLst>
                <a:gd name="T0" fmla="*/ 12 w 12"/>
                <a:gd name="T1" fmla="*/ 1 h 6"/>
                <a:gd name="T2" fmla="*/ 6 w 12"/>
                <a:gd name="T3" fmla="*/ 4 h 6"/>
                <a:gd name="T4" fmla="*/ 0 w 12"/>
                <a:gd name="T5" fmla="*/ 6 h 6"/>
                <a:gd name="T6" fmla="*/ 6 w 12"/>
                <a:gd name="T7" fmla="*/ 2 h 6"/>
                <a:gd name="T8" fmla="*/ 12 w 12"/>
                <a:gd name="T9" fmla="*/ 1 h 6"/>
              </a:gdLst>
              <a:ahLst/>
              <a:cxnLst>
                <a:cxn ang="0">
                  <a:pos x="T0" y="T1"/>
                </a:cxn>
                <a:cxn ang="0">
                  <a:pos x="T2" y="T3"/>
                </a:cxn>
                <a:cxn ang="0">
                  <a:pos x="T4" y="T5"/>
                </a:cxn>
                <a:cxn ang="0">
                  <a:pos x="T6" y="T7"/>
                </a:cxn>
                <a:cxn ang="0">
                  <a:pos x="T8" y="T9"/>
                </a:cxn>
              </a:cxnLst>
              <a:rect l="0" t="0" r="r" b="b"/>
              <a:pathLst>
                <a:path w="12" h="6">
                  <a:moveTo>
                    <a:pt x="12" y="1"/>
                  </a:moveTo>
                  <a:cubicBezTo>
                    <a:pt x="12" y="1"/>
                    <a:pt x="9" y="3"/>
                    <a:pt x="6" y="4"/>
                  </a:cubicBezTo>
                  <a:cubicBezTo>
                    <a:pt x="3" y="6"/>
                    <a:pt x="0" y="6"/>
                    <a:pt x="0" y="6"/>
                  </a:cubicBezTo>
                  <a:cubicBezTo>
                    <a:pt x="0" y="5"/>
                    <a:pt x="3" y="3"/>
                    <a:pt x="6" y="2"/>
                  </a:cubicBezTo>
                  <a:cubicBezTo>
                    <a:pt x="9" y="0"/>
                    <a:pt x="12"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6" name="Freeform 2518">
              <a:extLst>
                <a:ext uri="{FF2B5EF4-FFF2-40B4-BE49-F238E27FC236}">
                  <a16:creationId xmlns:a16="http://schemas.microsoft.com/office/drawing/2014/main" id="{48031504-B279-CD17-C8D5-87CE534985AF}"/>
                </a:ext>
              </a:extLst>
            </p:cNvPr>
            <p:cNvSpPr>
              <a:spLocks/>
            </p:cNvSpPr>
            <p:nvPr/>
          </p:nvSpPr>
          <p:spPr bwMode="auto">
            <a:xfrm rot="5094805">
              <a:off x="1778882" y="4249952"/>
              <a:ext cx="29705" cy="13710"/>
            </a:xfrm>
            <a:custGeom>
              <a:avLst/>
              <a:gdLst>
                <a:gd name="T0" fmla="*/ 7 w 12"/>
                <a:gd name="T1" fmla="*/ 4 h 6"/>
                <a:gd name="T2" fmla="*/ 0 w 12"/>
                <a:gd name="T3" fmla="*/ 6 h 6"/>
                <a:gd name="T4" fmla="*/ 5 w 12"/>
                <a:gd name="T5" fmla="*/ 2 h 6"/>
                <a:gd name="T6" fmla="*/ 12 w 12"/>
                <a:gd name="T7" fmla="*/ 1 h 6"/>
                <a:gd name="T8" fmla="*/ 7 w 12"/>
                <a:gd name="T9" fmla="*/ 4 h 6"/>
              </a:gdLst>
              <a:ahLst/>
              <a:cxnLst>
                <a:cxn ang="0">
                  <a:pos x="T0" y="T1"/>
                </a:cxn>
                <a:cxn ang="0">
                  <a:pos x="T2" y="T3"/>
                </a:cxn>
                <a:cxn ang="0">
                  <a:pos x="T4" y="T5"/>
                </a:cxn>
                <a:cxn ang="0">
                  <a:pos x="T6" y="T7"/>
                </a:cxn>
                <a:cxn ang="0">
                  <a:pos x="T8" y="T9"/>
                </a:cxn>
              </a:cxnLst>
              <a:rect l="0" t="0" r="r" b="b"/>
              <a:pathLst>
                <a:path w="12" h="6">
                  <a:moveTo>
                    <a:pt x="7" y="4"/>
                  </a:moveTo>
                  <a:cubicBezTo>
                    <a:pt x="4" y="6"/>
                    <a:pt x="1" y="6"/>
                    <a:pt x="0" y="6"/>
                  </a:cubicBezTo>
                  <a:cubicBezTo>
                    <a:pt x="0" y="5"/>
                    <a:pt x="2" y="4"/>
                    <a:pt x="5" y="2"/>
                  </a:cubicBezTo>
                  <a:cubicBezTo>
                    <a:pt x="8" y="1"/>
                    <a:pt x="11" y="0"/>
                    <a:pt x="12" y="1"/>
                  </a:cubicBezTo>
                  <a:cubicBezTo>
                    <a:pt x="12" y="1"/>
                    <a:pt x="10" y="3"/>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7" name="Freeform 2519">
              <a:extLst>
                <a:ext uri="{FF2B5EF4-FFF2-40B4-BE49-F238E27FC236}">
                  <a16:creationId xmlns:a16="http://schemas.microsoft.com/office/drawing/2014/main" id="{FC3667F7-F78B-4155-CDD5-A15611CAD305}"/>
                </a:ext>
              </a:extLst>
            </p:cNvPr>
            <p:cNvSpPr>
              <a:spLocks/>
            </p:cNvSpPr>
            <p:nvPr/>
          </p:nvSpPr>
          <p:spPr bwMode="auto">
            <a:xfrm rot="5094805">
              <a:off x="2937431" y="6853760"/>
              <a:ext cx="29705" cy="13710"/>
            </a:xfrm>
            <a:custGeom>
              <a:avLst/>
              <a:gdLst>
                <a:gd name="T0" fmla="*/ 12 w 12"/>
                <a:gd name="T1" fmla="*/ 1 h 6"/>
                <a:gd name="T2" fmla="*/ 7 w 12"/>
                <a:gd name="T3" fmla="*/ 5 h 6"/>
                <a:gd name="T4" fmla="*/ 0 w 12"/>
                <a:gd name="T5" fmla="*/ 4 h 6"/>
                <a:gd name="T6" fmla="*/ 6 w 12"/>
                <a:gd name="T7" fmla="*/ 1 h 6"/>
                <a:gd name="T8" fmla="*/ 12 w 12"/>
                <a:gd name="T9" fmla="*/ 1 h 6"/>
              </a:gdLst>
              <a:ahLst/>
              <a:cxnLst>
                <a:cxn ang="0">
                  <a:pos x="T0" y="T1"/>
                </a:cxn>
                <a:cxn ang="0">
                  <a:pos x="T2" y="T3"/>
                </a:cxn>
                <a:cxn ang="0">
                  <a:pos x="T4" y="T5"/>
                </a:cxn>
                <a:cxn ang="0">
                  <a:pos x="T6" y="T7"/>
                </a:cxn>
                <a:cxn ang="0">
                  <a:pos x="T8" y="T9"/>
                </a:cxn>
              </a:cxnLst>
              <a:rect l="0" t="0" r="r" b="b"/>
              <a:pathLst>
                <a:path w="12" h="6">
                  <a:moveTo>
                    <a:pt x="12" y="1"/>
                  </a:moveTo>
                  <a:cubicBezTo>
                    <a:pt x="12" y="2"/>
                    <a:pt x="10" y="4"/>
                    <a:pt x="7" y="5"/>
                  </a:cubicBezTo>
                  <a:cubicBezTo>
                    <a:pt x="3" y="6"/>
                    <a:pt x="0" y="6"/>
                    <a:pt x="0" y="4"/>
                  </a:cubicBezTo>
                  <a:cubicBezTo>
                    <a:pt x="0" y="3"/>
                    <a:pt x="3" y="2"/>
                    <a:pt x="6" y="1"/>
                  </a:cubicBezTo>
                  <a:cubicBezTo>
                    <a:pt x="9" y="0"/>
                    <a:pt x="12"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8" name="Freeform 2539">
              <a:extLst>
                <a:ext uri="{FF2B5EF4-FFF2-40B4-BE49-F238E27FC236}">
                  <a16:creationId xmlns:a16="http://schemas.microsoft.com/office/drawing/2014/main" id="{D77E6D4A-958C-57A9-0442-2B39132B1397}"/>
                </a:ext>
              </a:extLst>
            </p:cNvPr>
            <p:cNvSpPr>
              <a:spLocks/>
            </p:cNvSpPr>
            <p:nvPr/>
          </p:nvSpPr>
          <p:spPr bwMode="auto">
            <a:xfrm rot="5094805">
              <a:off x="1647235" y="-59067"/>
              <a:ext cx="29705" cy="29705"/>
            </a:xfrm>
            <a:custGeom>
              <a:avLst/>
              <a:gdLst>
                <a:gd name="T0" fmla="*/ 4 w 12"/>
                <a:gd name="T1" fmla="*/ 2 h 12"/>
                <a:gd name="T2" fmla="*/ 12 w 12"/>
                <a:gd name="T3" fmla="*/ 3 h 12"/>
                <a:gd name="T4" fmla="*/ 7 w 12"/>
                <a:gd name="T5" fmla="*/ 10 h 12"/>
                <a:gd name="T6" fmla="*/ 1 w 12"/>
                <a:gd name="T7" fmla="*/ 9 h 12"/>
                <a:gd name="T8" fmla="*/ 4 w 12"/>
                <a:gd name="T9" fmla="*/ 2 h 12"/>
              </a:gdLst>
              <a:ahLst/>
              <a:cxnLst>
                <a:cxn ang="0">
                  <a:pos x="T0" y="T1"/>
                </a:cxn>
                <a:cxn ang="0">
                  <a:pos x="T2" y="T3"/>
                </a:cxn>
                <a:cxn ang="0">
                  <a:pos x="T4" y="T5"/>
                </a:cxn>
                <a:cxn ang="0">
                  <a:pos x="T6" y="T7"/>
                </a:cxn>
                <a:cxn ang="0">
                  <a:pos x="T8" y="T9"/>
                </a:cxn>
              </a:cxnLst>
              <a:rect l="0" t="0" r="r" b="b"/>
              <a:pathLst>
                <a:path w="12" h="12">
                  <a:moveTo>
                    <a:pt x="4" y="2"/>
                  </a:moveTo>
                  <a:cubicBezTo>
                    <a:pt x="8" y="0"/>
                    <a:pt x="11" y="1"/>
                    <a:pt x="12" y="3"/>
                  </a:cubicBezTo>
                  <a:cubicBezTo>
                    <a:pt x="12" y="5"/>
                    <a:pt x="10" y="8"/>
                    <a:pt x="7" y="10"/>
                  </a:cubicBezTo>
                  <a:cubicBezTo>
                    <a:pt x="4" y="12"/>
                    <a:pt x="0" y="11"/>
                    <a:pt x="1" y="9"/>
                  </a:cubicBezTo>
                  <a:cubicBezTo>
                    <a:pt x="1" y="7"/>
                    <a:pt x="3" y="4"/>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9" name="Freeform 2540">
              <a:extLst>
                <a:ext uri="{FF2B5EF4-FFF2-40B4-BE49-F238E27FC236}">
                  <a16:creationId xmlns:a16="http://schemas.microsoft.com/office/drawing/2014/main" id="{E712E959-ADB8-D4C2-0682-9227C99913FA}"/>
                </a:ext>
              </a:extLst>
            </p:cNvPr>
            <p:cNvSpPr>
              <a:spLocks/>
            </p:cNvSpPr>
            <p:nvPr/>
          </p:nvSpPr>
          <p:spPr bwMode="auto">
            <a:xfrm rot="5094805">
              <a:off x="1726745" y="127792"/>
              <a:ext cx="27420" cy="25135"/>
            </a:xfrm>
            <a:custGeom>
              <a:avLst/>
              <a:gdLst>
                <a:gd name="T0" fmla="*/ 4 w 12"/>
                <a:gd name="T1" fmla="*/ 1 h 10"/>
                <a:gd name="T2" fmla="*/ 12 w 12"/>
                <a:gd name="T3" fmla="*/ 3 h 10"/>
                <a:gd name="T4" fmla="*/ 7 w 12"/>
                <a:gd name="T5" fmla="*/ 9 h 10"/>
                <a:gd name="T6" fmla="*/ 1 w 12"/>
                <a:gd name="T7" fmla="*/ 6 h 10"/>
                <a:gd name="T8" fmla="*/ 4 w 12"/>
                <a:gd name="T9" fmla="*/ 1 h 10"/>
              </a:gdLst>
              <a:ahLst/>
              <a:cxnLst>
                <a:cxn ang="0">
                  <a:pos x="T0" y="T1"/>
                </a:cxn>
                <a:cxn ang="0">
                  <a:pos x="T2" y="T3"/>
                </a:cxn>
                <a:cxn ang="0">
                  <a:pos x="T4" y="T5"/>
                </a:cxn>
                <a:cxn ang="0">
                  <a:pos x="T6" y="T7"/>
                </a:cxn>
                <a:cxn ang="0">
                  <a:pos x="T8" y="T9"/>
                </a:cxn>
              </a:cxnLst>
              <a:rect l="0" t="0" r="r" b="b"/>
              <a:pathLst>
                <a:path w="12" h="10">
                  <a:moveTo>
                    <a:pt x="4" y="1"/>
                  </a:moveTo>
                  <a:cubicBezTo>
                    <a:pt x="8" y="0"/>
                    <a:pt x="11" y="1"/>
                    <a:pt x="12" y="3"/>
                  </a:cubicBezTo>
                  <a:cubicBezTo>
                    <a:pt x="12" y="6"/>
                    <a:pt x="11" y="9"/>
                    <a:pt x="7" y="9"/>
                  </a:cubicBezTo>
                  <a:cubicBezTo>
                    <a:pt x="4" y="10"/>
                    <a:pt x="0" y="8"/>
                    <a:pt x="1" y="6"/>
                  </a:cubicBezTo>
                  <a:cubicBezTo>
                    <a:pt x="1" y="4"/>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0" name="Freeform 2541">
              <a:extLst>
                <a:ext uri="{FF2B5EF4-FFF2-40B4-BE49-F238E27FC236}">
                  <a16:creationId xmlns:a16="http://schemas.microsoft.com/office/drawing/2014/main" id="{15E9F743-E9F5-55EB-3B55-0A186914FF39}"/>
                </a:ext>
              </a:extLst>
            </p:cNvPr>
            <p:cNvSpPr>
              <a:spLocks/>
            </p:cNvSpPr>
            <p:nvPr/>
          </p:nvSpPr>
          <p:spPr bwMode="auto">
            <a:xfrm rot="5094805">
              <a:off x="1748411" y="320748"/>
              <a:ext cx="29705" cy="22850"/>
            </a:xfrm>
            <a:custGeom>
              <a:avLst/>
              <a:gdLst>
                <a:gd name="T0" fmla="*/ 12 w 12"/>
                <a:gd name="T1" fmla="*/ 5 h 9"/>
                <a:gd name="T2" fmla="*/ 7 w 12"/>
                <a:gd name="T3" fmla="*/ 9 h 9"/>
                <a:gd name="T4" fmla="*/ 0 w 12"/>
                <a:gd name="T5" fmla="*/ 3 h 9"/>
                <a:gd name="T6" fmla="*/ 6 w 12"/>
                <a:gd name="T7" fmla="*/ 1 h 9"/>
                <a:gd name="T8" fmla="*/ 12 w 12"/>
                <a:gd name="T9" fmla="*/ 5 h 9"/>
              </a:gdLst>
              <a:ahLst/>
              <a:cxnLst>
                <a:cxn ang="0">
                  <a:pos x="T0" y="T1"/>
                </a:cxn>
                <a:cxn ang="0">
                  <a:pos x="T2" y="T3"/>
                </a:cxn>
                <a:cxn ang="0">
                  <a:pos x="T4" y="T5"/>
                </a:cxn>
                <a:cxn ang="0">
                  <a:pos x="T6" y="T7"/>
                </a:cxn>
                <a:cxn ang="0">
                  <a:pos x="T8" y="T9"/>
                </a:cxn>
              </a:cxnLst>
              <a:rect l="0" t="0" r="r" b="b"/>
              <a:pathLst>
                <a:path w="12" h="9">
                  <a:moveTo>
                    <a:pt x="12" y="5"/>
                  </a:moveTo>
                  <a:cubicBezTo>
                    <a:pt x="12" y="7"/>
                    <a:pt x="10" y="9"/>
                    <a:pt x="7" y="9"/>
                  </a:cubicBezTo>
                  <a:cubicBezTo>
                    <a:pt x="3" y="8"/>
                    <a:pt x="0" y="5"/>
                    <a:pt x="0" y="3"/>
                  </a:cubicBezTo>
                  <a:cubicBezTo>
                    <a:pt x="0" y="2"/>
                    <a:pt x="3" y="0"/>
                    <a:pt x="6" y="1"/>
                  </a:cubicBezTo>
                  <a:cubicBezTo>
                    <a:pt x="9" y="1"/>
                    <a:pt x="12"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1" name="Freeform 2542">
              <a:extLst>
                <a:ext uri="{FF2B5EF4-FFF2-40B4-BE49-F238E27FC236}">
                  <a16:creationId xmlns:a16="http://schemas.microsoft.com/office/drawing/2014/main" id="{535E70C5-79F2-90DE-9445-55B3C65A29BF}"/>
                </a:ext>
              </a:extLst>
            </p:cNvPr>
            <p:cNvSpPr>
              <a:spLocks/>
            </p:cNvSpPr>
            <p:nvPr/>
          </p:nvSpPr>
          <p:spPr bwMode="auto">
            <a:xfrm rot="5094805">
              <a:off x="1723526" y="519097"/>
              <a:ext cx="29705" cy="20565"/>
            </a:xfrm>
            <a:custGeom>
              <a:avLst/>
              <a:gdLst>
                <a:gd name="T0" fmla="*/ 12 w 12"/>
                <a:gd name="T1" fmla="*/ 7 h 9"/>
                <a:gd name="T2" fmla="*/ 6 w 12"/>
                <a:gd name="T3" fmla="*/ 8 h 9"/>
                <a:gd name="T4" fmla="*/ 0 w 12"/>
                <a:gd name="T5" fmla="*/ 3 h 9"/>
                <a:gd name="T6" fmla="*/ 6 w 12"/>
                <a:gd name="T7" fmla="*/ 1 h 9"/>
                <a:gd name="T8" fmla="*/ 12 w 12"/>
                <a:gd name="T9" fmla="*/ 7 h 9"/>
              </a:gdLst>
              <a:ahLst/>
              <a:cxnLst>
                <a:cxn ang="0">
                  <a:pos x="T0" y="T1"/>
                </a:cxn>
                <a:cxn ang="0">
                  <a:pos x="T2" y="T3"/>
                </a:cxn>
                <a:cxn ang="0">
                  <a:pos x="T4" y="T5"/>
                </a:cxn>
                <a:cxn ang="0">
                  <a:pos x="T6" y="T7"/>
                </a:cxn>
                <a:cxn ang="0">
                  <a:pos x="T8" y="T9"/>
                </a:cxn>
              </a:cxnLst>
              <a:rect l="0" t="0" r="r" b="b"/>
              <a:pathLst>
                <a:path w="12" h="9">
                  <a:moveTo>
                    <a:pt x="12" y="7"/>
                  </a:moveTo>
                  <a:cubicBezTo>
                    <a:pt x="12" y="9"/>
                    <a:pt x="10" y="9"/>
                    <a:pt x="6" y="8"/>
                  </a:cubicBezTo>
                  <a:cubicBezTo>
                    <a:pt x="3" y="7"/>
                    <a:pt x="0" y="5"/>
                    <a:pt x="0" y="3"/>
                  </a:cubicBezTo>
                  <a:cubicBezTo>
                    <a:pt x="0" y="1"/>
                    <a:pt x="3" y="0"/>
                    <a:pt x="6" y="1"/>
                  </a:cubicBezTo>
                  <a:cubicBezTo>
                    <a:pt x="9" y="2"/>
                    <a:pt x="12" y="5"/>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2" name="Freeform 2543">
              <a:extLst>
                <a:ext uri="{FF2B5EF4-FFF2-40B4-BE49-F238E27FC236}">
                  <a16:creationId xmlns:a16="http://schemas.microsoft.com/office/drawing/2014/main" id="{49DF163C-BB1B-BA9A-F20B-AEDC145ADF62}"/>
                </a:ext>
              </a:extLst>
            </p:cNvPr>
            <p:cNvSpPr>
              <a:spLocks/>
            </p:cNvSpPr>
            <p:nvPr/>
          </p:nvSpPr>
          <p:spPr bwMode="auto">
            <a:xfrm rot="5094805">
              <a:off x="1662629" y="720669"/>
              <a:ext cx="29705" cy="27420"/>
            </a:xfrm>
            <a:custGeom>
              <a:avLst/>
              <a:gdLst>
                <a:gd name="T0" fmla="*/ 12 w 12"/>
                <a:gd name="T1" fmla="*/ 9 h 11"/>
                <a:gd name="T2" fmla="*/ 6 w 12"/>
                <a:gd name="T3" fmla="*/ 9 h 11"/>
                <a:gd name="T4" fmla="*/ 0 w 12"/>
                <a:gd name="T5" fmla="*/ 3 h 11"/>
                <a:gd name="T6" fmla="*/ 6 w 12"/>
                <a:gd name="T7" fmla="*/ 2 h 11"/>
                <a:gd name="T8" fmla="*/ 12 w 12"/>
                <a:gd name="T9" fmla="*/ 9 h 11"/>
              </a:gdLst>
              <a:ahLst/>
              <a:cxnLst>
                <a:cxn ang="0">
                  <a:pos x="T0" y="T1"/>
                </a:cxn>
                <a:cxn ang="0">
                  <a:pos x="T2" y="T3"/>
                </a:cxn>
                <a:cxn ang="0">
                  <a:pos x="T4" y="T5"/>
                </a:cxn>
                <a:cxn ang="0">
                  <a:pos x="T6" y="T7"/>
                </a:cxn>
                <a:cxn ang="0">
                  <a:pos x="T8" y="T9"/>
                </a:cxn>
              </a:cxnLst>
              <a:rect l="0" t="0" r="r" b="b"/>
              <a:pathLst>
                <a:path w="12" h="11">
                  <a:moveTo>
                    <a:pt x="12" y="9"/>
                  </a:moveTo>
                  <a:cubicBezTo>
                    <a:pt x="12" y="11"/>
                    <a:pt x="10" y="11"/>
                    <a:pt x="6" y="9"/>
                  </a:cubicBezTo>
                  <a:cubicBezTo>
                    <a:pt x="3" y="8"/>
                    <a:pt x="0" y="5"/>
                    <a:pt x="0" y="3"/>
                  </a:cubicBezTo>
                  <a:cubicBezTo>
                    <a:pt x="0" y="1"/>
                    <a:pt x="2" y="0"/>
                    <a:pt x="6" y="2"/>
                  </a:cubicBezTo>
                  <a:cubicBezTo>
                    <a:pt x="9" y="4"/>
                    <a:pt x="11" y="7"/>
                    <a:pt x="1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3" name="Freeform 2544">
              <a:extLst>
                <a:ext uri="{FF2B5EF4-FFF2-40B4-BE49-F238E27FC236}">
                  <a16:creationId xmlns:a16="http://schemas.microsoft.com/office/drawing/2014/main" id="{5613096D-C1EB-DBD3-0B6F-2FC6721EF23A}"/>
                </a:ext>
              </a:extLst>
            </p:cNvPr>
            <p:cNvSpPr>
              <a:spLocks/>
            </p:cNvSpPr>
            <p:nvPr/>
          </p:nvSpPr>
          <p:spPr bwMode="auto">
            <a:xfrm rot="5094805">
              <a:off x="1573072" y="923437"/>
              <a:ext cx="34275" cy="31990"/>
            </a:xfrm>
            <a:custGeom>
              <a:avLst/>
              <a:gdLst>
                <a:gd name="T0" fmla="*/ 8 w 14"/>
                <a:gd name="T1" fmla="*/ 11 h 13"/>
                <a:gd name="T2" fmla="*/ 1 w 14"/>
                <a:gd name="T3" fmla="*/ 3 h 13"/>
                <a:gd name="T4" fmla="*/ 6 w 14"/>
                <a:gd name="T5" fmla="*/ 2 h 13"/>
                <a:gd name="T6" fmla="*/ 13 w 14"/>
                <a:gd name="T7" fmla="*/ 9 h 13"/>
                <a:gd name="T8" fmla="*/ 8 w 14"/>
                <a:gd name="T9" fmla="*/ 11 h 13"/>
              </a:gdLst>
              <a:ahLst/>
              <a:cxnLst>
                <a:cxn ang="0">
                  <a:pos x="T0" y="T1"/>
                </a:cxn>
                <a:cxn ang="0">
                  <a:pos x="T2" y="T3"/>
                </a:cxn>
                <a:cxn ang="0">
                  <a:pos x="T4" y="T5"/>
                </a:cxn>
                <a:cxn ang="0">
                  <a:pos x="T6" y="T7"/>
                </a:cxn>
                <a:cxn ang="0">
                  <a:pos x="T8" y="T9"/>
                </a:cxn>
              </a:cxnLst>
              <a:rect l="0" t="0" r="r" b="b"/>
              <a:pathLst>
                <a:path w="14" h="13">
                  <a:moveTo>
                    <a:pt x="8" y="11"/>
                  </a:moveTo>
                  <a:cubicBezTo>
                    <a:pt x="5" y="9"/>
                    <a:pt x="1" y="5"/>
                    <a:pt x="1" y="3"/>
                  </a:cubicBezTo>
                  <a:cubicBezTo>
                    <a:pt x="0" y="1"/>
                    <a:pt x="3" y="0"/>
                    <a:pt x="6" y="2"/>
                  </a:cubicBezTo>
                  <a:cubicBezTo>
                    <a:pt x="9" y="3"/>
                    <a:pt x="12" y="7"/>
                    <a:pt x="13" y="9"/>
                  </a:cubicBezTo>
                  <a:cubicBezTo>
                    <a:pt x="14" y="12"/>
                    <a:pt x="12" y="13"/>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4" name="Freeform 2545">
              <a:extLst>
                <a:ext uri="{FF2B5EF4-FFF2-40B4-BE49-F238E27FC236}">
                  <a16:creationId xmlns:a16="http://schemas.microsoft.com/office/drawing/2014/main" id="{FA5B20C5-A75F-3557-B074-936ED91D1F97}"/>
                </a:ext>
              </a:extLst>
            </p:cNvPr>
            <p:cNvSpPr>
              <a:spLocks/>
            </p:cNvSpPr>
            <p:nvPr/>
          </p:nvSpPr>
          <p:spPr bwMode="auto">
            <a:xfrm rot="5094805">
              <a:off x="1472250" y="1129802"/>
              <a:ext cx="31990" cy="34275"/>
            </a:xfrm>
            <a:custGeom>
              <a:avLst/>
              <a:gdLst>
                <a:gd name="T0" fmla="*/ 12 w 13"/>
                <a:gd name="T1" fmla="*/ 10 h 14"/>
                <a:gd name="T2" fmla="*/ 8 w 13"/>
                <a:gd name="T3" fmla="*/ 12 h 14"/>
                <a:gd name="T4" fmla="*/ 0 w 13"/>
                <a:gd name="T5" fmla="*/ 3 h 14"/>
                <a:gd name="T6" fmla="*/ 5 w 13"/>
                <a:gd name="T7" fmla="*/ 2 h 14"/>
                <a:gd name="T8" fmla="*/ 12 w 13"/>
                <a:gd name="T9" fmla="*/ 10 h 14"/>
              </a:gdLst>
              <a:ahLst/>
              <a:cxnLst>
                <a:cxn ang="0">
                  <a:pos x="T0" y="T1"/>
                </a:cxn>
                <a:cxn ang="0">
                  <a:pos x="T2" y="T3"/>
                </a:cxn>
                <a:cxn ang="0">
                  <a:pos x="T4" y="T5"/>
                </a:cxn>
                <a:cxn ang="0">
                  <a:pos x="T6" y="T7"/>
                </a:cxn>
                <a:cxn ang="0">
                  <a:pos x="T8" y="T9"/>
                </a:cxn>
              </a:cxnLst>
              <a:rect l="0" t="0" r="r" b="b"/>
              <a:pathLst>
                <a:path w="13" h="14">
                  <a:moveTo>
                    <a:pt x="12" y="10"/>
                  </a:moveTo>
                  <a:cubicBezTo>
                    <a:pt x="13" y="13"/>
                    <a:pt x="11" y="14"/>
                    <a:pt x="8" y="12"/>
                  </a:cubicBezTo>
                  <a:cubicBezTo>
                    <a:pt x="4" y="10"/>
                    <a:pt x="1" y="6"/>
                    <a:pt x="0" y="3"/>
                  </a:cubicBezTo>
                  <a:cubicBezTo>
                    <a:pt x="0" y="0"/>
                    <a:pt x="2" y="0"/>
                    <a:pt x="5" y="2"/>
                  </a:cubicBezTo>
                  <a:cubicBezTo>
                    <a:pt x="8" y="3"/>
                    <a:pt x="12" y="7"/>
                    <a:pt x="1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5" name="Freeform 2546">
              <a:extLst>
                <a:ext uri="{FF2B5EF4-FFF2-40B4-BE49-F238E27FC236}">
                  <a16:creationId xmlns:a16="http://schemas.microsoft.com/office/drawing/2014/main" id="{A9776E9D-EBDA-1C51-BE68-6DD3EFACFBA7}"/>
                </a:ext>
              </a:extLst>
            </p:cNvPr>
            <p:cNvSpPr>
              <a:spLocks/>
            </p:cNvSpPr>
            <p:nvPr/>
          </p:nvSpPr>
          <p:spPr bwMode="auto">
            <a:xfrm rot="5094805">
              <a:off x="1368216" y="1339890"/>
              <a:ext cx="29705" cy="34275"/>
            </a:xfrm>
            <a:custGeom>
              <a:avLst/>
              <a:gdLst>
                <a:gd name="T0" fmla="*/ 12 w 12"/>
                <a:gd name="T1" fmla="*/ 11 h 14"/>
                <a:gd name="T2" fmla="*/ 6 w 12"/>
                <a:gd name="T3" fmla="*/ 12 h 14"/>
                <a:gd name="T4" fmla="*/ 0 w 12"/>
                <a:gd name="T5" fmla="*/ 3 h 14"/>
                <a:gd name="T6" fmla="*/ 6 w 12"/>
                <a:gd name="T7" fmla="*/ 2 h 14"/>
                <a:gd name="T8" fmla="*/ 12 w 12"/>
                <a:gd name="T9" fmla="*/ 11 h 14"/>
              </a:gdLst>
              <a:ahLst/>
              <a:cxnLst>
                <a:cxn ang="0">
                  <a:pos x="T0" y="T1"/>
                </a:cxn>
                <a:cxn ang="0">
                  <a:pos x="T2" y="T3"/>
                </a:cxn>
                <a:cxn ang="0">
                  <a:pos x="T4" y="T5"/>
                </a:cxn>
                <a:cxn ang="0">
                  <a:pos x="T6" y="T7"/>
                </a:cxn>
                <a:cxn ang="0">
                  <a:pos x="T8" y="T9"/>
                </a:cxn>
              </a:cxnLst>
              <a:rect l="0" t="0" r="r" b="b"/>
              <a:pathLst>
                <a:path w="12" h="14">
                  <a:moveTo>
                    <a:pt x="12" y="11"/>
                  </a:moveTo>
                  <a:cubicBezTo>
                    <a:pt x="12" y="14"/>
                    <a:pt x="10" y="14"/>
                    <a:pt x="6" y="12"/>
                  </a:cubicBezTo>
                  <a:cubicBezTo>
                    <a:pt x="3" y="10"/>
                    <a:pt x="0" y="6"/>
                    <a:pt x="0" y="3"/>
                  </a:cubicBezTo>
                  <a:cubicBezTo>
                    <a:pt x="0" y="0"/>
                    <a:pt x="3" y="0"/>
                    <a:pt x="6" y="2"/>
                  </a:cubicBezTo>
                  <a:cubicBezTo>
                    <a:pt x="9" y="4"/>
                    <a:pt x="12" y="8"/>
                    <a:pt x="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6" name="Freeform 2547">
              <a:extLst>
                <a:ext uri="{FF2B5EF4-FFF2-40B4-BE49-F238E27FC236}">
                  <a16:creationId xmlns:a16="http://schemas.microsoft.com/office/drawing/2014/main" id="{4730D1C8-CE6B-EAE3-C48C-21C539426A6A}"/>
                </a:ext>
              </a:extLst>
            </p:cNvPr>
            <p:cNvSpPr>
              <a:spLocks/>
            </p:cNvSpPr>
            <p:nvPr/>
          </p:nvSpPr>
          <p:spPr bwMode="auto">
            <a:xfrm rot="5094805">
              <a:off x="1261994" y="1549872"/>
              <a:ext cx="34275" cy="36560"/>
            </a:xfrm>
            <a:custGeom>
              <a:avLst/>
              <a:gdLst>
                <a:gd name="T0" fmla="*/ 7 w 13"/>
                <a:gd name="T1" fmla="*/ 2 h 15"/>
                <a:gd name="T2" fmla="*/ 12 w 13"/>
                <a:gd name="T3" fmla="*/ 11 h 15"/>
                <a:gd name="T4" fmla="*/ 6 w 13"/>
                <a:gd name="T5" fmla="*/ 12 h 15"/>
                <a:gd name="T6" fmla="*/ 0 w 13"/>
                <a:gd name="T7" fmla="*/ 3 h 15"/>
                <a:gd name="T8" fmla="*/ 7 w 13"/>
                <a:gd name="T9" fmla="*/ 2 h 15"/>
              </a:gdLst>
              <a:ahLst/>
              <a:cxnLst>
                <a:cxn ang="0">
                  <a:pos x="T0" y="T1"/>
                </a:cxn>
                <a:cxn ang="0">
                  <a:pos x="T2" y="T3"/>
                </a:cxn>
                <a:cxn ang="0">
                  <a:pos x="T4" y="T5"/>
                </a:cxn>
                <a:cxn ang="0">
                  <a:pos x="T6" y="T7"/>
                </a:cxn>
                <a:cxn ang="0">
                  <a:pos x="T8" y="T9"/>
                </a:cxn>
              </a:cxnLst>
              <a:rect l="0" t="0" r="r" b="b"/>
              <a:pathLst>
                <a:path w="13" h="15">
                  <a:moveTo>
                    <a:pt x="7" y="2"/>
                  </a:moveTo>
                  <a:cubicBezTo>
                    <a:pt x="8" y="5"/>
                    <a:pt x="11" y="8"/>
                    <a:pt x="12" y="11"/>
                  </a:cubicBezTo>
                  <a:cubicBezTo>
                    <a:pt x="13" y="14"/>
                    <a:pt x="9" y="15"/>
                    <a:pt x="6" y="12"/>
                  </a:cubicBezTo>
                  <a:cubicBezTo>
                    <a:pt x="2" y="10"/>
                    <a:pt x="0" y="6"/>
                    <a:pt x="0" y="3"/>
                  </a:cubicBezTo>
                  <a:cubicBezTo>
                    <a:pt x="0" y="0"/>
                    <a:pt x="2"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7" name="Freeform 2548">
              <a:extLst>
                <a:ext uri="{FF2B5EF4-FFF2-40B4-BE49-F238E27FC236}">
                  <a16:creationId xmlns:a16="http://schemas.microsoft.com/office/drawing/2014/main" id="{44676754-D21D-C9EF-FFF5-0525AA5C693D}"/>
                </a:ext>
              </a:extLst>
            </p:cNvPr>
            <p:cNvSpPr>
              <a:spLocks/>
            </p:cNvSpPr>
            <p:nvPr/>
          </p:nvSpPr>
          <p:spPr bwMode="auto">
            <a:xfrm rot="5094805">
              <a:off x="1173689" y="1756266"/>
              <a:ext cx="31990" cy="36560"/>
            </a:xfrm>
            <a:custGeom>
              <a:avLst/>
              <a:gdLst>
                <a:gd name="T0" fmla="*/ 12 w 13"/>
                <a:gd name="T1" fmla="*/ 11 h 15"/>
                <a:gd name="T2" fmla="*/ 7 w 13"/>
                <a:gd name="T3" fmla="*/ 13 h 15"/>
                <a:gd name="T4" fmla="*/ 0 w 13"/>
                <a:gd name="T5" fmla="*/ 4 h 15"/>
                <a:gd name="T6" fmla="*/ 6 w 13"/>
                <a:gd name="T7" fmla="*/ 2 h 15"/>
                <a:gd name="T8" fmla="*/ 12 w 13"/>
                <a:gd name="T9" fmla="*/ 11 h 15"/>
              </a:gdLst>
              <a:ahLst/>
              <a:cxnLst>
                <a:cxn ang="0">
                  <a:pos x="T0" y="T1"/>
                </a:cxn>
                <a:cxn ang="0">
                  <a:pos x="T2" y="T3"/>
                </a:cxn>
                <a:cxn ang="0">
                  <a:pos x="T4" y="T5"/>
                </a:cxn>
                <a:cxn ang="0">
                  <a:pos x="T6" y="T7"/>
                </a:cxn>
                <a:cxn ang="0">
                  <a:pos x="T8" y="T9"/>
                </a:cxn>
              </a:cxnLst>
              <a:rect l="0" t="0" r="r" b="b"/>
              <a:pathLst>
                <a:path w="13" h="15">
                  <a:moveTo>
                    <a:pt x="12" y="11"/>
                  </a:moveTo>
                  <a:cubicBezTo>
                    <a:pt x="13" y="14"/>
                    <a:pt x="10" y="15"/>
                    <a:pt x="7" y="13"/>
                  </a:cubicBezTo>
                  <a:cubicBezTo>
                    <a:pt x="3" y="11"/>
                    <a:pt x="0" y="7"/>
                    <a:pt x="0" y="4"/>
                  </a:cubicBezTo>
                  <a:cubicBezTo>
                    <a:pt x="0" y="1"/>
                    <a:pt x="3" y="0"/>
                    <a:pt x="6" y="2"/>
                  </a:cubicBezTo>
                  <a:cubicBezTo>
                    <a:pt x="9" y="3"/>
                    <a:pt x="12" y="7"/>
                    <a:pt x="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8" name="Freeform 2549">
              <a:extLst>
                <a:ext uri="{FF2B5EF4-FFF2-40B4-BE49-F238E27FC236}">
                  <a16:creationId xmlns:a16="http://schemas.microsoft.com/office/drawing/2014/main" id="{09AD54DE-B1C3-FE99-3FB8-5B33AF7DEF26}"/>
                </a:ext>
              </a:extLst>
            </p:cNvPr>
            <p:cNvSpPr>
              <a:spLocks/>
            </p:cNvSpPr>
            <p:nvPr/>
          </p:nvSpPr>
          <p:spPr bwMode="auto">
            <a:xfrm rot="5094805">
              <a:off x="1106901" y="1957211"/>
              <a:ext cx="31990" cy="41130"/>
            </a:xfrm>
            <a:custGeom>
              <a:avLst/>
              <a:gdLst>
                <a:gd name="T0" fmla="*/ 8 w 13"/>
                <a:gd name="T1" fmla="*/ 2 h 16"/>
                <a:gd name="T2" fmla="*/ 12 w 13"/>
                <a:gd name="T3" fmla="*/ 11 h 16"/>
                <a:gd name="T4" fmla="*/ 7 w 13"/>
                <a:gd name="T5" fmla="*/ 14 h 16"/>
                <a:gd name="T6" fmla="*/ 0 w 13"/>
                <a:gd name="T7" fmla="*/ 6 h 16"/>
                <a:gd name="T8" fmla="*/ 8 w 13"/>
                <a:gd name="T9" fmla="*/ 2 h 16"/>
              </a:gdLst>
              <a:ahLst/>
              <a:cxnLst>
                <a:cxn ang="0">
                  <a:pos x="T0" y="T1"/>
                </a:cxn>
                <a:cxn ang="0">
                  <a:pos x="T2" y="T3"/>
                </a:cxn>
                <a:cxn ang="0">
                  <a:pos x="T4" y="T5"/>
                </a:cxn>
                <a:cxn ang="0">
                  <a:pos x="T6" y="T7"/>
                </a:cxn>
                <a:cxn ang="0">
                  <a:pos x="T8" y="T9"/>
                </a:cxn>
              </a:cxnLst>
              <a:rect l="0" t="0" r="r" b="b"/>
              <a:pathLst>
                <a:path w="13" h="16">
                  <a:moveTo>
                    <a:pt x="8" y="2"/>
                  </a:moveTo>
                  <a:cubicBezTo>
                    <a:pt x="9" y="5"/>
                    <a:pt x="11" y="8"/>
                    <a:pt x="12" y="11"/>
                  </a:cubicBezTo>
                  <a:cubicBezTo>
                    <a:pt x="13" y="14"/>
                    <a:pt x="10" y="16"/>
                    <a:pt x="7" y="14"/>
                  </a:cubicBezTo>
                  <a:cubicBezTo>
                    <a:pt x="3" y="13"/>
                    <a:pt x="0" y="9"/>
                    <a:pt x="0" y="6"/>
                  </a:cubicBezTo>
                  <a:cubicBezTo>
                    <a:pt x="0" y="2"/>
                    <a:pt x="3"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9" name="Freeform 2550">
              <a:extLst>
                <a:ext uri="{FF2B5EF4-FFF2-40B4-BE49-F238E27FC236}">
                  <a16:creationId xmlns:a16="http://schemas.microsoft.com/office/drawing/2014/main" id="{6D6D794E-EC31-5704-D77E-16F8CAE11AF4}"/>
                </a:ext>
              </a:extLst>
            </p:cNvPr>
            <p:cNvSpPr>
              <a:spLocks/>
            </p:cNvSpPr>
            <p:nvPr/>
          </p:nvSpPr>
          <p:spPr bwMode="auto">
            <a:xfrm rot="5094805">
              <a:off x="1069902" y="2162368"/>
              <a:ext cx="31990" cy="36560"/>
            </a:xfrm>
            <a:custGeom>
              <a:avLst/>
              <a:gdLst>
                <a:gd name="T0" fmla="*/ 7 w 13"/>
                <a:gd name="T1" fmla="*/ 1 h 15"/>
                <a:gd name="T2" fmla="*/ 12 w 13"/>
                <a:gd name="T3" fmla="*/ 9 h 15"/>
                <a:gd name="T4" fmla="*/ 7 w 13"/>
                <a:gd name="T5" fmla="*/ 14 h 15"/>
                <a:gd name="T6" fmla="*/ 0 w 13"/>
                <a:gd name="T7" fmla="*/ 6 h 15"/>
                <a:gd name="T8" fmla="*/ 7 w 13"/>
                <a:gd name="T9" fmla="*/ 1 h 15"/>
              </a:gdLst>
              <a:ahLst/>
              <a:cxnLst>
                <a:cxn ang="0">
                  <a:pos x="T0" y="T1"/>
                </a:cxn>
                <a:cxn ang="0">
                  <a:pos x="T2" y="T3"/>
                </a:cxn>
                <a:cxn ang="0">
                  <a:pos x="T4" y="T5"/>
                </a:cxn>
                <a:cxn ang="0">
                  <a:pos x="T6" y="T7"/>
                </a:cxn>
                <a:cxn ang="0">
                  <a:pos x="T8" y="T9"/>
                </a:cxn>
              </a:cxnLst>
              <a:rect l="0" t="0" r="r" b="b"/>
              <a:pathLst>
                <a:path w="13" h="15">
                  <a:moveTo>
                    <a:pt x="7" y="1"/>
                  </a:moveTo>
                  <a:cubicBezTo>
                    <a:pt x="9" y="3"/>
                    <a:pt x="11" y="6"/>
                    <a:pt x="12" y="9"/>
                  </a:cubicBezTo>
                  <a:cubicBezTo>
                    <a:pt x="13" y="13"/>
                    <a:pt x="10" y="15"/>
                    <a:pt x="7" y="14"/>
                  </a:cubicBezTo>
                  <a:cubicBezTo>
                    <a:pt x="3" y="13"/>
                    <a:pt x="0" y="10"/>
                    <a:pt x="0" y="6"/>
                  </a:cubicBezTo>
                  <a:cubicBezTo>
                    <a:pt x="0" y="2"/>
                    <a:pt x="3" y="0"/>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0" name="Freeform 2551">
              <a:extLst>
                <a:ext uri="{FF2B5EF4-FFF2-40B4-BE49-F238E27FC236}">
                  <a16:creationId xmlns:a16="http://schemas.microsoft.com/office/drawing/2014/main" id="{6B0F6E6E-1A71-47CF-2309-25429E37C4AA}"/>
                </a:ext>
              </a:extLst>
            </p:cNvPr>
            <p:cNvSpPr>
              <a:spLocks/>
            </p:cNvSpPr>
            <p:nvPr/>
          </p:nvSpPr>
          <p:spPr bwMode="auto">
            <a:xfrm rot="5094805">
              <a:off x="1070053" y="2358488"/>
              <a:ext cx="31990" cy="34275"/>
            </a:xfrm>
            <a:custGeom>
              <a:avLst/>
              <a:gdLst>
                <a:gd name="T0" fmla="*/ 12 w 13"/>
                <a:gd name="T1" fmla="*/ 7 h 14"/>
                <a:gd name="T2" fmla="*/ 8 w 13"/>
                <a:gd name="T3" fmla="*/ 14 h 14"/>
                <a:gd name="T4" fmla="*/ 1 w 13"/>
                <a:gd name="T5" fmla="*/ 8 h 14"/>
                <a:gd name="T6" fmla="*/ 5 w 13"/>
                <a:gd name="T7" fmla="*/ 0 h 14"/>
                <a:gd name="T8" fmla="*/ 12 w 13"/>
                <a:gd name="T9" fmla="*/ 7 h 14"/>
              </a:gdLst>
              <a:ahLst/>
              <a:cxnLst>
                <a:cxn ang="0">
                  <a:pos x="T0" y="T1"/>
                </a:cxn>
                <a:cxn ang="0">
                  <a:pos x="T2" y="T3"/>
                </a:cxn>
                <a:cxn ang="0">
                  <a:pos x="T4" y="T5"/>
                </a:cxn>
                <a:cxn ang="0">
                  <a:pos x="T6" y="T7"/>
                </a:cxn>
                <a:cxn ang="0">
                  <a:pos x="T8" y="T9"/>
                </a:cxn>
              </a:cxnLst>
              <a:rect l="0" t="0" r="r" b="b"/>
              <a:pathLst>
                <a:path w="13" h="14">
                  <a:moveTo>
                    <a:pt x="12" y="7"/>
                  </a:moveTo>
                  <a:cubicBezTo>
                    <a:pt x="13" y="11"/>
                    <a:pt x="11" y="14"/>
                    <a:pt x="8" y="14"/>
                  </a:cubicBezTo>
                  <a:cubicBezTo>
                    <a:pt x="4" y="14"/>
                    <a:pt x="1" y="11"/>
                    <a:pt x="1" y="8"/>
                  </a:cubicBezTo>
                  <a:cubicBezTo>
                    <a:pt x="0" y="4"/>
                    <a:pt x="2" y="1"/>
                    <a:pt x="5" y="0"/>
                  </a:cubicBezTo>
                  <a:cubicBezTo>
                    <a:pt x="8" y="0"/>
                    <a:pt x="12" y="3"/>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1" name="Freeform 2552">
              <a:extLst>
                <a:ext uri="{FF2B5EF4-FFF2-40B4-BE49-F238E27FC236}">
                  <a16:creationId xmlns:a16="http://schemas.microsoft.com/office/drawing/2014/main" id="{F5B54689-19A5-EBE9-A3DF-A5365D083884}"/>
                </a:ext>
              </a:extLst>
            </p:cNvPr>
            <p:cNvSpPr>
              <a:spLocks/>
            </p:cNvSpPr>
            <p:nvPr/>
          </p:nvSpPr>
          <p:spPr bwMode="auto">
            <a:xfrm rot="5094805">
              <a:off x="1118201" y="2550345"/>
              <a:ext cx="31990" cy="36560"/>
            </a:xfrm>
            <a:custGeom>
              <a:avLst/>
              <a:gdLst>
                <a:gd name="T0" fmla="*/ 7 w 13"/>
                <a:gd name="T1" fmla="*/ 0 h 15"/>
                <a:gd name="T2" fmla="*/ 12 w 13"/>
                <a:gd name="T3" fmla="*/ 7 h 15"/>
                <a:gd name="T4" fmla="*/ 6 w 13"/>
                <a:gd name="T5" fmla="*/ 15 h 15"/>
                <a:gd name="T6" fmla="*/ 0 w 13"/>
                <a:gd name="T7" fmla="*/ 8 h 15"/>
                <a:gd name="T8" fmla="*/ 7 w 13"/>
                <a:gd name="T9" fmla="*/ 0 h 15"/>
              </a:gdLst>
              <a:ahLst/>
              <a:cxnLst>
                <a:cxn ang="0">
                  <a:pos x="T0" y="T1"/>
                </a:cxn>
                <a:cxn ang="0">
                  <a:pos x="T2" y="T3"/>
                </a:cxn>
                <a:cxn ang="0">
                  <a:pos x="T4" y="T5"/>
                </a:cxn>
                <a:cxn ang="0">
                  <a:pos x="T6" y="T7"/>
                </a:cxn>
                <a:cxn ang="0">
                  <a:pos x="T8" y="T9"/>
                </a:cxn>
              </a:cxnLst>
              <a:rect l="0" t="0" r="r" b="b"/>
              <a:pathLst>
                <a:path w="13" h="15">
                  <a:moveTo>
                    <a:pt x="7" y="0"/>
                  </a:moveTo>
                  <a:cubicBezTo>
                    <a:pt x="8" y="2"/>
                    <a:pt x="11" y="4"/>
                    <a:pt x="12" y="7"/>
                  </a:cubicBezTo>
                  <a:cubicBezTo>
                    <a:pt x="13" y="11"/>
                    <a:pt x="10" y="14"/>
                    <a:pt x="6" y="15"/>
                  </a:cubicBezTo>
                  <a:cubicBezTo>
                    <a:pt x="3" y="15"/>
                    <a:pt x="0" y="12"/>
                    <a:pt x="0" y="8"/>
                  </a:cubicBezTo>
                  <a:cubicBezTo>
                    <a:pt x="0" y="5"/>
                    <a:pt x="3"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2" name="Freeform 2553">
              <a:extLst>
                <a:ext uri="{FF2B5EF4-FFF2-40B4-BE49-F238E27FC236}">
                  <a16:creationId xmlns:a16="http://schemas.microsoft.com/office/drawing/2014/main" id="{A2597728-D558-38A5-B61D-D1BB8DF0DB43}"/>
                </a:ext>
              </a:extLst>
            </p:cNvPr>
            <p:cNvSpPr>
              <a:spLocks/>
            </p:cNvSpPr>
            <p:nvPr/>
          </p:nvSpPr>
          <p:spPr bwMode="auto">
            <a:xfrm rot="5094805">
              <a:off x="1177324" y="2736636"/>
              <a:ext cx="31990" cy="38845"/>
            </a:xfrm>
            <a:custGeom>
              <a:avLst/>
              <a:gdLst>
                <a:gd name="T0" fmla="*/ 4 w 13"/>
                <a:gd name="T1" fmla="*/ 2 h 15"/>
                <a:gd name="T2" fmla="*/ 12 w 13"/>
                <a:gd name="T3" fmla="*/ 6 h 15"/>
                <a:gd name="T4" fmla="*/ 8 w 13"/>
                <a:gd name="T5" fmla="*/ 14 h 15"/>
                <a:gd name="T6" fmla="*/ 1 w 13"/>
                <a:gd name="T7" fmla="*/ 10 h 15"/>
                <a:gd name="T8" fmla="*/ 4 w 13"/>
                <a:gd name="T9" fmla="*/ 2 h 15"/>
              </a:gdLst>
              <a:ahLst/>
              <a:cxnLst>
                <a:cxn ang="0">
                  <a:pos x="T0" y="T1"/>
                </a:cxn>
                <a:cxn ang="0">
                  <a:pos x="T2" y="T3"/>
                </a:cxn>
                <a:cxn ang="0">
                  <a:pos x="T4" y="T5"/>
                </a:cxn>
                <a:cxn ang="0">
                  <a:pos x="T6" y="T7"/>
                </a:cxn>
                <a:cxn ang="0">
                  <a:pos x="T8" y="T9"/>
                </a:cxn>
              </a:cxnLst>
              <a:rect l="0" t="0" r="r" b="b"/>
              <a:pathLst>
                <a:path w="13" h="15">
                  <a:moveTo>
                    <a:pt x="4" y="2"/>
                  </a:moveTo>
                  <a:cubicBezTo>
                    <a:pt x="8" y="0"/>
                    <a:pt x="12" y="3"/>
                    <a:pt x="12" y="6"/>
                  </a:cubicBezTo>
                  <a:cubicBezTo>
                    <a:pt x="13" y="10"/>
                    <a:pt x="11" y="14"/>
                    <a:pt x="8" y="14"/>
                  </a:cubicBezTo>
                  <a:cubicBezTo>
                    <a:pt x="4" y="15"/>
                    <a:pt x="0" y="13"/>
                    <a:pt x="1" y="10"/>
                  </a:cubicBezTo>
                  <a:cubicBezTo>
                    <a:pt x="1" y="7"/>
                    <a:pt x="3" y="4"/>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3" name="Freeform 2554">
              <a:extLst>
                <a:ext uri="{FF2B5EF4-FFF2-40B4-BE49-F238E27FC236}">
                  <a16:creationId xmlns:a16="http://schemas.microsoft.com/office/drawing/2014/main" id="{839F03AE-EAAB-B910-0E5C-0A31C0B417A6}"/>
                </a:ext>
              </a:extLst>
            </p:cNvPr>
            <p:cNvSpPr>
              <a:spLocks/>
            </p:cNvSpPr>
            <p:nvPr/>
          </p:nvSpPr>
          <p:spPr bwMode="auto">
            <a:xfrm rot="5094805">
              <a:off x="1235511" y="2931018"/>
              <a:ext cx="31990" cy="29705"/>
            </a:xfrm>
            <a:custGeom>
              <a:avLst/>
              <a:gdLst>
                <a:gd name="T0" fmla="*/ 7 w 13"/>
                <a:gd name="T1" fmla="*/ 0 h 12"/>
                <a:gd name="T2" fmla="*/ 12 w 13"/>
                <a:gd name="T3" fmla="*/ 5 h 12"/>
                <a:gd name="T4" fmla="*/ 6 w 13"/>
                <a:gd name="T5" fmla="*/ 12 h 12"/>
                <a:gd name="T6" fmla="*/ 0 w 13"/>
                <a:gd name="T7" fmla="*/ 7 h 12"/>
                <a:gd name="T8" fmla="*/ 7 w 13"/>
                <a:gd name="T9" fmla="*/ 0 h 12"/>
              </a:gdLst>
              <a:ahLst/>
              <a:cxnLst>
                <a:cxn ang="0">
                  <a:pos x="T0" y="T1"/>
                </a:cxn>
                <a:cxn ang="0">
                  <a:pos x="T2" y="T3"/>
                </a:cxn>
                <a:cxn ang="0">
                  <a:pos x="T4" y="T5"/>
                </a:cxn>
                <a:cxn ang="0">
                  <a:pos x="T6" y="T7"/>
                </a:cxn>
                <a:cxn ang="0">
                  <a:pos x="T8" y="T9"/>
                </a:cxn>
              </a:cxnLst>
              <a:rect l="0" t="0" r="r" b="b"/>
              <a:pathLst>
                <a:path w="13" h="12">
                  <a:moveTo>
                    <a:pt x="7" y="0"/>
                  </a:moveTo>
                  <a:cubicBezTo>
                    <a:pt x="8" y="1"/>
                    <a:pt x="11" y="3"/>
                    <a:pt x="12" y="5"/>
                  </a:cubicBezTo>
                  <a:cubicBezTo>
                    <a:pt x="13" y="8"/>
                    <a:pt x="10" y="11"/>
                    <a:pt x="6" y="12"/>
                  </a:cubicBezTo>
                  <a:cubicBezTo>
                    <a:pt x="3" y="12"/>
                    <a:pt x="0" y="10"/>
                    <a:pt x="0" y="7"/>
                  </a:cubicBezTo>
                  <a:cubicBezTo>
                    <a:pt x="0" y="4"/>
                    <a:pt x="3"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4" name="Freeform 2555">
              <a:extLst>
                <a:ext uri="{FF2B5EF4-FFF2-40B4-BE49-F238E27FC236}">
                  <a16:creationId xmlns:a16="http://schemas.microsoft.com/office/drawing/2014/main" id="{84027C81-F7E7-CAE0-DB20-DE4B4A0B6096}"/>
                </a:ext>
              </a:extLst>
            </p:cNvPr>
            <p:cNvSpPr>
              <a:spLocks/>
            </p:cNvSpPr>
            <p:nvPr/>
          </p:nvSpPr>
          <p:spPr bwMode="auto">
            <a:xfrm rot="5094805">
              <a:off x="1297016" y="3119489"/>
              <a:ext cx="29705" cy="29705"/>
            </a:xfrm>
            <a:custGeom>
              <a:avLst/>
              <a:gdLst>
                <a:gd name="T0" fmla="*/ 12 w 12"/>
                <a:gd name="T1" fmla="*/ 5 h 12"/>
                <a:gd name="T2" fmla="*/ 6 w 12"/>
                <a:gd name="T3" fmla="*/ 11 h 12"/>
                <a:gd name="T4" fmla="*/ 0 w 12"/>
                <a:gd name="T5" fmla="*/ 7 h 12"/>
                <a:gd name="T6" fmla="*/ 5 w 12"/>
                <a:gd name="T7" fmla="*/ 1 h 12"/>
                <a:gd name="T8" fmla="*/ 12 w 12"/>
                <a:gd name="T9" fmla="*/ 5 h 12"/>
              </a:gdLst>
              <a:ahLst/>
              <a:cxnLst>
                <a:cxn ang="0">
                  <a:pos x="T0" y="T1"/>
                </a:cxn>
                <a:cxn ang="0">
                  <a:pos x="T2" y="T3"/>
                </a:cxn>
                <a:cxn ang="0">
                  <a:pos x="T4" y="T5"/>
                </a:cxn>
                <a:cxn ang="0">
                  <a:pos x="T6" y="T7"/>
                </a:cxn>
                <a:cxn ang="0">
                  <a:pos x="T8" y="T9"/>
                </a:cxn>
              </a:cxnLst>
              <a:rect l="0" t="0" r="r" b="b"/>
              <a:pathLst>
                <a:path w="12" h="12">
                  <a:moveTo>
                    <a:pt x="12" y="5"/>
                  </a:moveTo>
                  <a:cubicBezTo>
                    <a:pt x="12" y="8"/>
                    <a:pt x="9" y="11"/>
                    <a:pt x="6" y="11"/>
                  </a:cubicBezTo>
                  <a:cubicBezTo>
                    <a:pt x="2" y="12"/>
                    <a:pt x="0" y="10"/>
                    <a:pt x="0" y="7"/>
                  </a:cubicBezTo>
                  <a:cubicBezTo>
                    <a:pt x="0" y="5"/>
                    <a:pt x="2" y="2"/>
                    <a:pt x="5" y="1"/>
                  </a:cubicBezTo>
                  <a:cubicBezTo>
                    <a:pt x="8" y="0"/>
                    <a:pt x="11"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5" name="Freeform 2556">
              <a:extLst>
                <a:ext uri="{FF2B5EF4-FFF2-40B4-BE49-F238E27FC236}">
                  <a16:creationId xmlns:a16="http://schemas.microsoft.com/office/drawing/2014/main" id="{DDD9A9AF-4E15-823F-1C8F-0A50860E62E6}"/>
                </a:ext>
              </a:extLst>
            </p:cNvPr>
            <p:cNvSpPr>
              <a:spLocks/>
            </p:cNvSpPr>
            <p:nvPr/>
          </p:nvSpPr>
          <p:spPr bwMode="auto">
            <a:xfrm rot="5094805">
              <a:off x="1358715" y="3312318"/>
              <a:ext cx="31990" cy="25135"/>
            </a:xfrm>
            <a:custGeom>
              <a:avLst/>
              <a:gdLst>
                <a:gd name="T0" fmla="*/ 4 w 13"/>
                <a:gd name="T1" fmla="*/ 1 h 10"/>
                <a:gd name="T2" fmla="*/ 12 w 13"/>
                <a:gd name="T3" fmla="*/ 3 h 10"/>
                <a:gd name="T4" fmla="*/ 7 w 13"/>
                <a:gd name="T5" fmla="*/ 9 h 10"/>
                <a:gd name="T6" fmla="*/ 1 w 13"/>
                <a:gd name="T7" fmla="*/ 6 h 10"/>
                <a:gd name="T8" fmla="*/ 4 w 13"/>
                <a:gd name="T9" fmla="*/ 1 h 10"/>
              </a:gdLst>
              <a:ahLst/>
              <a:cxnLst>
                <a:cxn ang="0">
                  <a:pos x="T0" y="T1"/>
                </a:cxn>
                <a:cxn ang="0">
                  <a:pos x="T2" y="T3"/>
                </a:cxn>
                <a:cxn ang="0">
                  <a:pos x="T4" y="T5"/>
                </a:cxn>
                <a:cxn ang="0">
                  <a:pos x="T6" y="T7"/>
                </a:cxn>
                <a:cxn ang="0">
                  <a:pos x="T8" y="T9"/>
                </a:cxn>
              </a:cxnLst>
              <a:rect l="0" t="0" r="r" b="b"/>
              <a:pathLst>
                <a:path w="13" h="10">
                  <a:moveTo>
                    <a:pt x="4" y="1"/>
                  </a:moveTo>
                  <a:cubicBezTo>
                    <a:pt x="8" y="0"/>
                    <a:pt x="11" y="1"/>
                    <a:pt x="12" y="3"/>
                  </a:cubicBezTo>
                  <a:cubicBezTo>
                    <a:pt x="13" y="5"/>
                    <a:pt x="11" y="8"/>
                    <a:pt x="7" y="9"/>
                  </a:cubicBezTo>
                  <a:cubicBezTo>
                    <a:pt x="4" y="10"/>
                    <a:pt x="0" y="9"/>
                    <a:pt x="1" y="6"/>
                  </a:cubicBezTo>
                  <a:cubicBezTo>
                    <a:pt x="1" y="5"/>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6" name="Freeform 2557">
              <a:extLst>
                <a:ext uri="{FF2B5EF4-FFF2-40B4-BE49-F238E27FC236}">
                  <a16:creationId xmlns:a16="http://schemas.microsoft.com/office/drawing/2014/main" id="{B0785D31-8B91-FB72-8552-42FC80D821D8}"/>
                </a:ext>
              </a:extLst>
            </p:cNvPr>
            <p:cNvSpPr>
              <a:spLocks/>
            </p:cNvSpPr>
            <p:nvPr/>
          </p:nvSpPr>
          <p:spPr bwMode="auto">
            <a:xfrm rot="5094805">
              <a:off x="1428185" y="3503507"/>
              <a:ext cx="29705" cy="18280"/>
            </a:xfrm>
            <a:custGeom>
              <a:avLst/>
              <a:gdLst>
                <a:gd name="T0" fmla="*/ 12 w 12"/>
                <a:gd name="T1" fmla="*/ 3 h 8"/>
                <a:gd name="T2" fmla="*/ 7 w 12"/>
                <a:gd name="T3" fmla="*/ 7 h 8"/>
                <a:gd name="T4" fmla="*/ 0 w 12"/>
                <a:gd name="T5" fmla="*/ 6 h 8"/>
                <a:gd name="T6" fmla="*/ 5 w 12"/>
                <a:gd name="T7" fmla="*/ 1 h 8"/>
                <a:gd name="T8" fmla="*/ 12 w 12"/>
                <a:gd name="T9" fmla="*/ 3 h 8"/>
              </a:gdLst>
              <a:ahLst/>
              <a:cxnLst>
                <a:cxn ang="0">
                  <a:pos x="T0" y="T1"/>
                </a:cxn>
                <a:cxn ang="0">
                  <a:pos x="T2" y="T3"/>
                </a:cxn>
                <a:cxn ang="0">
                  <a:pos x="T4" y="T5"/>
                </a:cxn>
                <a:cxn ang="0">
                  <a:pos x="T6" y="T7"/>
                </a:cxn>
                <a:cxn ang="0">
                  <a:pos x="T8" y="T9"/>
                </a:cxn>
              </a:cxnLst>
              <a:rect l="0" t="0" r="r" b="b"/>
              <a:pathLst>
                <a:path w="12" h="8">
                  <a:moveTo>
                    <a:pt x="12" y="3"/>
                  </a:moveTo>
                  <a:cubicBezTo>
                    <a:pt x="12" y="4"/>
                    <a:pt x="10" y="6"/>
                    <a:pt x="7" y="7"/>
                  </a:cubicBezTo>
                  <a:cubicBezTo>
                    <a:pt x="4" y="8"/>
                    <a:pt x="1" y="8"/>
                    <a:pt x="0" y="6"/>
                  </a:cubicBezTo>
                  <a:cubicBezTo>
                    <a:pt x="0" y="5"/>
                    <a:pt x="2" y="3"/>
                    <a:pt x="5" y="1"/>
                  </a:cubicBezTo>
                  <a:cubicBezTo>
                    <a:pt x="8" y="0"/>
                    <a:pt x="11" y="1"/>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7" name="Freeform 2558">
              <a:extLst>
                <a:ext uri="{FF2B5EF4-FFF2-40B4-BE49-F238E27FC236}">
                  <a16:creationId xmlns:a16="http://schemas.microsoft.com/office/drawing/2014/main" id="{54356BF7-6378-7D6B-018A-EC6907038EE0}"/>
                </a:ext>
              </a:extLst>
            </p:cNvPr>
            <p:cNvSpPr>
              <a:spLocks/>
            </p:cNvSpPr>
            <p:nvPr/>
          </p:nvSpPr>
          <p:spPr bwMode="auto">
            <a:xfrm rot="5094805">
              <a:off x="1501061" y="3693048"/>
              <a:ext cx="31990" cy="13710"/>
            </a:xfrm>
            <a:custGeom>
              <a:avLst/>
              <a:gdLst>
                <a:gd name="T0" fmla="*/ 4 w 13"/>
                <a:gd name="T1" fmla="*/ 1 h 6"/>
                <a:gd name="T2" fmla="*/ 12 w 13"/>
                <a:gd name="T3" fmla="*/ 1 h 6"/>
                <a:gd name="T4" fmla="*/ 7 w 13"/>
                <a:gd name="T5" fmla="*/ 5 h 6"/>
                <a:gd name="T6" fmla="*/ 1 w 13"/>
                <a:gd name="T7" fmla="*/ 5 h 6"/>
                <a:gd name="T8" fmla="*/ 4 w 13"/>
                <a:gd name="T9" fmla="*/ 1 h 6"/>
              </a:gdLst>
              <a:ahLst/>
              <a:cxnLst>
                <a:cxn ang="0">
                  <a:pos x="T0" y="T1"/>
                </a:cxn>
                <a:cxn ang="0">
                  <a:pos x="T2" y="T3"/>
                </a:cxn>
                <a:cxn ang="0">
                  <a:pos x="T4" y="T5"/>
                </a:cxn>
                <a:cxn ang="0">
                  <a:pos x="T6" y="T7"/>
                </a:cxn>
                <a:cxn ang="0">
                  <a:pos x="T8" y="T9"/>
                </a:cxn>
              </a:cxnLst>
              <a:rect l="0" t="0" r="r" b="b"/>
              <a:pathLst>
                <a:path w="13" h="6">
                  <a:moveTo>
                    <a:pt x="4" y="1"/>
                  </a:moveTo>
                  <a:cubicBezTo>
                    <a:pt x="9" y="0"/>
                    <a:pt x="12" y="0"/>
                    <a:pt x="12" y="1"/>
                  </a:cubicBezTo>
                  <a:cubicBezTo>
                    <a:pt x="13" y="2"/>
                    <a:pt x="11" y="4"/>
                    <a:pt x="7" y="5"/>
                  </a:cubicBezTo>
                  <a:cubicBezTo>
                    <a:pt x="4" y="6"/>
                    <a:pt x="0" y="6"/>
                    <a:pt x="1" y="5"/>
                  </a:cubicBezTo>
                  <a:cubicBezTo>
                    <a:pt x="1" y="4"/>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8" name="Freeform 2559">
              <a:extLst>
                <a:ext uri="{FF2B5EF4-FFF2-40B4-BE49-F238E27FC236}">
                  <a16:creationId xmlns:a16="http://schemas.microsoft.com/office/drawing/2014/main" id="{2EC27A8F-64B7-4515-6954-B3C828895C75}"/>
                </a:ext>
              </a:extLst>
            </p:cNvPr>
            <p:cNvSpPr>
              <a:spLocks/>
            </p:cNvSpPr>
            <p:nvPr/>
          </p:nvSpPr>
          <p:spPr bwMode="auto">
            <a:xfrm rot="5094805">
              <a:off x="1587804" y="3881566"/>
              <a:ext cx="29705" cy="13710"/>
            </a:xfrm>
            <a:custGeom>
              <a:avLst/>
              <a:gdLst>
                <a:gd name="T0" fmla="*/ 12 w 12"/>
                <a:gd name="T1" fmla="*/ 1 h 6"/>
                <a:gd name="T2" fmla="*/ 6 w 12"/>
                <a:gd name="T3" fmla="*/ 4 h 6"/>
                <a:gd name="T4" fmla="*/ 0 w 12"/>
                <a:gd name="T5" fmla="*/ 5 h 6"/>
                <a:gd name="T6" fmla="*/ 6 w 12"/>
                <a:gd name="T7" fmla="*/ 1 h 6"/>
                <a:gd name="T8" fmla="*/ 12 w 12"/>
                <a:gd name="T9" fmla="*/ 1 h 6"/>
              </a:gdLst>
              <a:ahLst/>
              <a:cxnLst>
                <a:cxn ang="0">
                  <a:pos x="T0" y="T1"/>
                </a:cxn>
                <a:cxn ang="0">
                  <a:pos x="T2" y="T3"/>
                </a:cxn>
                <a:cxn ang="0">
                  <a:pos x="T4" y="T5"/>
                </a:cxn>
                <a:cxn ang="0">
                  <a:pos x="T6" y="T7"/>
                </a:cxn>
                <a:cxn ang="0">
                  <a:pos x="T8" y="T9"/>
                </a:cxn>
              </a:cxnLst>
              <a:rect l="0" t="0" r="r" b="b"/>
              <a:pathLst>
                <a:path w="12" h="6">
                  <a:moveTo>
                    <a:pt x="12" y="1"/>
                  </a:moveTo>
                  <a:cubicBezTo>
                    <a:pt x="12" y="2"/>
                    <a:pt x="9" y="3"/>
                    <a:pt x="6" y="4"/>
                  </a:cubicBezTo>
                  <a:cubicBezTo>
                    <a:pt x="2" y="6"/>
                    <a:pt x="0" y="6"/>
                    <a:pt x="0" y="5"/>
                  </a:cubicBezTo>
                  <a:cubicBezTo>
                    <a:pt x="0" y="4"/>
                    <a:pt x="3" y="2"/>
                    <a:pt x="6" y="1"/>
                  </a:cubicBezTo>
                  <a:cubicBezTo>
                    <a:pt x="9" y="0"/>
                    <a:pt x="11"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9" name="Freeform 2560">
              <a:extLst>
                <a:ext uri="{FF2B5EF4-FFF2-40B4-BE49-F238E27FC236}">
                  <a16:creationId xmlns:a16="http://schemas.microsoft.com/office/drawing/2014/main" id="{78BF0A79-A00B-5A9F-0848-7D49EBAE21AF}"/>
                </a:ext>
              </a:extLst>
            </p:cNvPr>
            <p:cNvSpPr>
              <a:spLocks/>
            </p:cNvSpPr>
            <p:nvPr/>
          </p:nvSpPr>
          <p:spPr bwMode="auto">
            <a:xfrm rot="5094805">
              <a:off x="1681067" y="4064819"/>
              <a:ext cx="29705" cy="15995"/>
            </a:xfrm>
            <a:custGeom>
              <a:avLst/>
              <a:gdLst>
                <a:gd name="T0" fmla="*/ 7 w 12"/>
                <a:gd name="T1" fmla="*/ 4 h 6"/>
                <a:gd name="T2" fmla="*/ 0 w 12"/>
                <a:gd name="T3" fmla="*/ 6 h 6"/>
                <a:gd name="T4" fmla="*/ 5 w 12"/>
                <a:gd name="T5" fmla="*/ 2 h 6"/>
                <a:gd name="T6" fmla="*/ 12 w 12"/>
                <a:gd name="T7" fmla="*/ 1 h 6"/>
                <a:gd name="T8" fmla="*/ 7 w 12"/>
                <a:gd name="T9" fmla="*/ 4 h 6"/>
              </a:gdLst>
              <a:ahLst/>
              <a:cxnLst>
                <a:cxn ang="0">
                  <a:pos x="T0" y="T1"/>
                </a:cxn>
                <a:cxn ang="0">
                  <a:pos x="T2" y="T3"/>
                </a:cxn>
                <a:cxn ang="0">
                  <a:pos x="T4" y="T5"/>
                </a:cxn>
                <a:cxn ang="0">
                  <a:pos x="T6" y="T7"/>
                </a:cxn>
                <a:cxn ang="0">
                  <a:pos x="T8" y="T9"/>
                </a:cxn>
              </a:cxnLst>
              <a:rect l="0" t="0" r="r" b="b"/>
              <a:pathLst>
                <a:path w="12" h="6">
                  <a:moveTo>
                    <a:pt x="7" y="4"/>
                  </a:moveTo>
                  <a:cubicBezTo>
                    <a:pt x="3" y="6"/>
                    <a:pt x="0" y="6"/>
                    <a:pt x="0" y="6"/>
                  </a:cubicBezTo>
                  <a:cubicBezTo>
                    <a:pt x="0" y="5"/>
                    <a:pt x="2" y="4"/>
                    <a:pt x="5" y="2"/>
                  </a:cubicBezTo>
                  <a:cubicBezTo>
                    <a:pt x="8" y="1"/>
                    <a:pt x="11" y="0"/>
                    <a:pt x="12" y="1"/>
                  </a:cubicBezTo>
                  <a:cubicBezTo>
                    <a:pt x="12" y="2"/>
                    <a:pt x="10" y="3"/>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0" name="Freeform 2561">
              <a:extLst>
                <a:ext uri="{FF2B5EF4-FFF2-40B4-BE49-F238E27FC236}">
                  <a16:creationId xmlns:a16="http://schemas.microsoft.com/office/drawing/2014/main" id="{7BFFDFE3-11AB-CEBD-00D8-B4CF082B9E08}"/>
                </a:ext>
              </a:extLst>
            </p:cNvPr>
            <p:cNvSpPr>
              <a:spLocks/>
            </p:cNvSpPr>
            <p:nvPr/>
          </p:nvSpPr>
          <p:spPr bwMode="auto">
            <a:xfrm rot="5094805">
              <a:off x="1808781" y="4352718"/>
              <a:ext cx="31990" cy="15995"/>
            </a:xfrm>
            <a:custGeom>
              <a:avLst/>
              <a:gdLst>
                <a:gd name="T0" fmla="*/ 13 w 13"/>
                <a:gd name="T1" fmla="*/ 1 h 7"/>
                <a:gd name="T2" fmla="*/ 7 w 13"/>
                <a:gd name="T3" fmla="*/ 5 h 7"/>
                <a:gd name="T4" fmla="*/ 0 w 13"/>
                <a:gd name="T5" fmla="*/ 6 h 7"/>
                <a:gd name="T6" fmla="*/ 7 w 13"/>
                <a:gd name="T7" fmla="*/ 1 h 7"/>
                <a:gd name="T8" fmla="*/ 13 w 13"/>
                <a:gd name="T9" fmla="*/ 1 h 7"/>
              </a:gdLst>
              <a:ahLst/>
              <a:cxnLst>
                <a:cxn ang="0">
                  <a:pos x="T0" y="T1"/>
                </a:cxn>
                <a:cxn ang="0">
                  <a:pos x="T2" y="T3"/>
                </a:cxn>
                <a:cxn ang="0">
                  <a:pos x="T4" y="T5"/>
                </a:cxn>
                <a:cxn ang="0">
                  <a:pos x="T6" y="T7"/>
                </a:cxn>
                <a:cxn ang="0">
                  <a:pos x="T8" y="T9"/>
                </a:cxn>
              </a:cxnLst>
              <a:rect l="0" t="0" r="r" b="b"/>
              <a:pathLst>
                <a:path w="13" h="7">
                  <a:moveTo>
                    <a:pt x="13" y="1"/>
                  </a:moveTo>
                  <a:cubicBezTo>
                    <a:pt x="11" y="2"/>
                    <a:pt x="9" y="4"/>
                    <a:pt x="7" y="5"/>
                  </a:cubicBezTo>
                  <a:cubicBezTo>
                    <a:pt x="3" y="7"/>
                    <a:pt x="0" y="7"/>
                    <a:pt x="0" y="6"/>
                  </a:cubicBezTo>
                  <a:cubicBezTo>
                    <a:pt x="1" y="5"/>
                    <a:pt x="3" y="3"/>
                    <a:pt x="7" y="1"/>
                  </a:cubicBezTo>
                  <a:cubicBezTo>
                    <a:pt x="10" y="0"/>
                    <a:pt x="13" y="0"/>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1" name="Freeform 2562">
              <a:extLst>
                <a:ext uri="{FF2B5EF4-FFF2-40B4-BE49-F238E27FC236}">
                  <a16:creationId xmlns:a16="http://schemas.microsoft.com/office/drawing/2014/main" id="{94C2AB70-C81B-20E9-6678-060890B112EB}"/>
                </a:ext>
              </a:extLst>
            </p:cNvPr>
            <p:cNvSpPr>
              <a:spLocks/>
            </p:cNvSpPr>
            <p:nvPr/>
          </p:nvSpPr>
          <p:spPr bwMode="auto">
            <a:xfrm rot="5094805">
              <a:off x="1911139" y="4534958"/>
              <a:ext cx="36560" cy="18280"/>
            </a:xfrm>
            <a:custGeom>
              <a:avLst/>
              <a:gdLst>
                <a:gd name="T0" fmla="*/ 15 w 15"/>
                <a:gd name="T1" fmla="*/ 0 h 7"/>
                <a:gd name="T2" fmla="*/ 9 w 15"/>
                <a:gd name="T3" fmla="*/ 5 h 7"/>
                <a:gd name="T4" fmla="*/ 2 w 15"/>
                <a:gd name="T5" fmla="*/ 7 h 7"/>
                <a:gd name="T6" fmla="*/ 7 w 15"/>
                <a:gd name="T7" fmla="*/ 2 h 7"/>
                <a:gd name="T8" fmla="*/ 15 w 15"/>
                <a:gd name="T9" fmla="*/ 0 h 7"/>
              </a:gdLst>
              <a:ahLst/>
              <a:cxnLst>
                <a:cxn ang="0">
                  <a:pos x="T0" y="T1"/>
                </a:cxn>
                <a:cxn ang="0">
                  <a:pos x="T2" y="T3"/>
                </a:cxn>
                <a:cxn ang="0">
                  <a:pos x="T4" y="T5"/>
                </a:cxn>
                <a:cxn ang="0">
                  <a:pos x="T6" y="T7"/>
                </a:cxn>
                <a:cxn ang="0">
                  <a:pos x="T8" y="T9"/>
                </a:cxn>
              </a:cxnLst>
              <a:rect l="0" t="0" r="r" b="b"/>
              <a:pathLst>
                <a:path w="15" h="7">
                  <a:moveTo>
                    <a:pt x="15" y="0"/>
                  </a:moveTo>
                  <a:cubicBezTo>
                    <a:pt x="12" y="2"/>
                    <a:pt x="11" y="3"/>
                    <a:pt x="9" y="5"/>
                  </a:cubicBezTo>
                  <a:cubicBezTo>
                    <a:pt x="6" y="6"/>
                    <a:pt x="2" y="7"/>
                    <a:pt x="2" y="7"/>
                  </a:cubicBezTo>
                  <a:cubicBezTo>
                    <a:pt x="0" y="6"/>
                    <a:pt x="3" y="4"/>
                    <a:pt x="7" y="2"/>
                  </a:cubicBezTo>
                  <a:cubicBezTo>
                    <a:pt x="9" y="1"/>
                    <a:pt x="12"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2" name="Freeform 2563">
              <a:extLst>
                <a:ext uri="{FF2B5EF4-FFF2-40B4-BE49-F238E27FC236}">
                  <a16:creationId xmlns:a16="http://schemas.microsoft.com/office/drawing/2014/main" id="{5D71A11A-10DD-32EC-8364-7BC53D137501}"/>
                </a:ext>
              </a:extLst>
            </p:cNvPr>
            <p:cNvSpPr>
              <a:spLocks/>
            </p:cNvSpPr>
            <p:nvPr/>
          </p:nvSpPr>
          <p:spPr bwMode="auto">
            <a:xfrm rot="5094805">
              <a:off x="2018163" y="4719377"/>
              <a:ext cx="34275" cy="18280"/>
            </a:xfrm>
            <a:custGeom>
              <a:avLst/>
              <a:gdLst>
                <a:gd name="T0" fmla="*/ 6 w 14"/>
                <a:gd name="T1" fmla="*/ 1 h 7"/>
                <a:gd name="T2" fmla="*/ 12 w 14"/>
                <a:gd name="T3" fmla="*/ 0 h 7"/>
                <a:gd name="T4" fmla="*/ 7 w 14"/>
                <a:gd name="T5" fmla="*/ 5 h 7"/>
                <a:gd name="T6" fmla="*/ 0 w 14"/>
                <a:gd name="T7" fmla="*/ 6 h 7"/>
                <a:gd name="T8" fmla="*/ 6 w 14"/>
                <a:gd name="T9" fmla="*/ 1 h 7"/>
              </a:gdLst>
              <a:ahLst/>
              <a:cxnLst>
                <a:cxn ang="0">
                  <a:pos x="T0" y="T1"/>
                </a:cxn>
                <a:cxn ang="0">
                  <a:pos x="T2" y="T3"/>
                </a:cxn>
                <a:cxn ang="0">
                  <a:pos x="T4" y="T5"/>
                </a:cxn>
                <a:cxn ang="0">
                  <a:pos x="T6" y="T7"/>
                </a:cxn>
                <a:cxn ang="0">
                  <a:pos x="T8" y="T9"/>
                </a:cxn>
              </a:cxnLst>
              <a:rect l="0" t="0" r="r" b="b"/>
              <a:pathLst>
                <a:path w="14" h="7">
                  <a:moveTo>
                    <a:pt x="6" y="1"/>
                  </a:moveTo>
                  <a:cubicBezTo>
                    <a:pt x="8" y="1"/>
                    <a:pt x="11" y="0"/>
                    <a:pt x="12" y="0"/>
                  </a:cubicBezTo>
                  <a:cubicBezTo>
                    <a:pt x="14" y="0"/>
                    <a:pt x="11" y="3"/>
                    <a:pt x="7" y="5"/>
                  </a:cubicBezTo>
                  <a:cubicBezTo>
                    <a:pt x="4" y="6"/>
                    <a:pt x="1" y="7"/>
                    <a:pt x="0" y="6"/>
                  </a:cubicBezTo>
                  <a:cubicBezTo>
                    <a:pt x="0" y="5"/>
                    <a:pt x="2" y="4"/>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3" name="Freeform 2564">
              <a:extLst>
                <a:ext uri="{FF2B5EF4-FFF2-40B4-BE49-F238E27FC236}">
                  <a16:creationId xmlns:a16="http://schemas.microsoft.com/office/drawing/2014/main" id="{7595045A-7A7E-799A-BF7D-BDB2CCF3E1CD}"/>
                </a:ext>
              </a:extLst>
            </p:cNvPr>
            <p:cNvSpPr>
              <a:spLocks/>
            </p:cNvSpPr>
            <p:nvPr/>
          </p:nvSpPr>
          <p:spPr bwMode="auto">
            <a:xfrm rot="5094805">
              <a:off x="2125082" y="4901414"/>
              <a:ext cx="34275" cy="20565"/>
            </a:xfrm>
            <a:custGeom>
              <a:avLst/>
              <a:gdLst>
                <a:gd name="T0" fmla="*/ 8 w 13"/>
                <a:gd name="T1" fmla="*/ 6 h 8"/>
                <a:gd name="T2" fmla="*/ 0 w 13"/>
                <a:gd name="T3" fmla="*/ 7 h 8"/>
                <a:gd name="T4" fmla="*/ 5 w 13"/>
                <a:gd name="T5" fmla="*/ 3 h 8"/>
                <a:gd name="T6" fmla="*/ 12 w 13"/>
                <a:gd name="T7" fmla="*/ 2 h 8"/>
                <a:gd name="T8" fmla="*/ 8 w 13"/>
                <a:gd name="T9" fmla="*/ 6 h 8"/>
              </a:gdLst>
              <a:ahLst/>
              <a:cxnLst>
                <a:cxn ang="0">
                  <a:pos x="T0" y="T1"/>
                </a:cxn>
                <a:cxn ang="0">
                  <a:pos x="T2" y="T3"/>
                </a:cxn>
                <a:cxn ang="0">
                  <a:pos x="T4" y="T5"/>
                </a:cxn>
                <a:cxn ang="0">
                  <a:pos x="T6" y="T7"/>
                </a:cxn>
                <a:cxn ang="0">
                  <a:pos x="T8" y="T9"/>
                </a:cxn>
              </a:cxnLst>
              <a:rect l="0" t="0" r="r" b="b"/>
              <a:pathLst>
                <a:path w="13" h="8">
                  <a:moveTo>
                    <a:pt x="8" y="6"/>
                  </a:moveTo>
                  <a:cubicBezTo>
                    <a:pt x="3" y="8"/>
                    <a:pt x="0" y="8"/>
                    <a:pt x="0" y="7"/>
                  </a:cubicBezTo>
                  <a:cubicBezTo>
                    <a:pt x="0" y="6"/>
                    <a:pt x="2" y="4"/>
                    <a:pt x="5" y="3"/>
                  </a:cubicBezTo>
                  <a:cubicBezTo>
                    <a:pt x="9" y="1"/>
                    <a:pt x="13" y="0"/>
                    <a:pt x="12" y="2"/>
                  </a:cubicBezTo>
                  <a:cubicBezTo>
                    <a:pt x="11" y="3"/>
                    <a:pt x="9"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4" name="Freeform 2565">
              <a:extLst>
                <a:ext uri="{FF2B5EF4-FFF2-40B4-BE49-F238E27FC236}">
                  <a16:creationId xmlns:a16="http://schemas.microsoft.com/office/drawing/2014/main" id="{5D84159B-FCA1-3F58-8D17-AFAE47483F77}"/>
                </a:ext>
              </a:extLst>
            </p:cNvPr>
            <p:cNvSpPr>
              <a:spLocks/>
            </p:cNvSpPr>
            <p:nvPr/>
          </p:nvSpPr>
          <p:spPr bwMode="auto">
            <a:xfrm rot="5094805">
              <a:off x="2226407" y="5087280"/>
              <a:ext cx="36560" cy="18280"/>
            </a:xfrm>
            <a:custGeom>
              <a:avLst/>
              <a:gdLst>
                <a:gd name="T0" fmla="*/ 15 w 15"/>
                <a:gd name="T1" fmla="*/ 0 h 7"/>
                <a:gd name="T2" fmla="*/ 7 w 15"/>
                <a:gd name="T3" fmla="*/ 6 h 7"/>
                <a:gd name="T4" fmla="*/ 1 w 15"/>
                <a:gd name="T5" fmla="*/ 6 h 7"/>
                <a:gd name="T6" fmla="*/ 7 w 15"/>
                <a:gd name="T7" fmla="*/ 1 h 7"/>
                <a:gd name="T8" fmla="*/ 15 w 15"/>
                <a:gd name="T9" fmla="*/ 0 h 7"/>
              </a:gdLst>
              <a:ahLst/>
              <a:cxnLst>
                <a:cxn ang="0">
                  <a:pos x="T0" y="T1"/>
                </a:cxn>
                <a:cxn ang="0">
                  <a:pos x="T2" y="T3"/>
                </a:cxn>
                <a:cxn ang="0">
                  <a:pos x="T4" y="T5"/>
                </a:cxn>
                <a:cxn ang="0">
                  <a:pos x="T6" y="T7"/>
                </a:cxn>
                <a:cxn ang="0">
                  <a:pos x="T8" y="T9"/>
                </a:cxn>
              </a:cxnLst>
              <a:rect l="0" t="0" r="r" b="b"/>
              <a:pathLst>
                <a:path w="15" h="7">
                  <a:moveTo>
                    <a:pt x="15" y="0"/>
                  </a:moveTo>
                  <a:cubicBezTo>
                    <a:pt x="12" y="3"/>
                    <a:pt x="10" y="4"/>
                    <a:pt x="7" y="6"/>
                  </a:cubicBezTo>
                  <a:cubicBezTo>
                    <a:pt x="4" y="7"/>
                    <a:pt x="0" y="7"/>
                    <a:pt x="1" y="6"/>
                  </a:cubicBezTo>
                  <a:cubicBezTo>
                    <a:pt x="1" y="5"/>
                    <a:pt x="4" y="2"/>
                    <a:pt x="7" y="1"/>
                  </a:cubicBezTo>
                  <a:cubicBezTo>
                    <a:pt x="10" y="1"/>
                    <a:pt x="12"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5" name="Freeform 2566">
              <a:extLst>
                <a:ext uri="{FF2B5EF4-FFF2-40B4-BE49-F238E27FC236}">
                  <a16:creationId xmlns:a16="http://schemas.microsoft.com/office/drawing/2014/main" id="{616B5F58-BF29-9A8B-6D74-9F4D5F66AF59}"/>
                </a:ext>
              </a:extLst>
            </p:cNvPr>
            <p:cNvSpPr>
              <a:spLocks/>
            </p:cNvSpPr>
            <p:nvPr/>
          </p:nvSpPr>
          <p:spPr bwMode="auto">
            <a:xfrm rot="5094805">
              <a:off x="2323084" y="5271372"/>
              <a:ext cx="36560" cy="18280"/>
            </a:xfrm>
            <a:custGeom>
              <a:avLst/>
              <a:gdLst>
                <a:gd name="T0" fmla="*/ 15 w 15"/>
                <a:gd name="T1" fmla="*/ 0 h 8"/>
                <a:gd name="T2" fmla="*/ 8 w 15"/>
                <a:gd name="T3" fmla="*/ 6 h 8"/>
                <a:gd name="T4" fmla="*/ 1 w 15"/>
                <a:gd name="T5" fmla="*/ 7 h 8"/>
                <a:gd name="T6" fmla="*/ 6 w 15"/>
                <a:gd name="T7" fmla="*/ 2 h 8"/>
                <a:gd name="T8" fmla="*/ 15 w 15"/>
                <a:gd name="T9" fmla="*/ 0 h 8"/>
              </a:gdLst>
              <a:ahLst/>
              <a:cxnLst>
                <a:cxn ang="0">
                  <a:pos x="T0" y="T1"/>
                </a:cxn>
                <a:cxn ang="0">
                  <a:pos x="T2" y="T3"/>
                </a:cxn>
                <a:cxn ang="0">
                  <a:pos x="T4" y="T5"/>
                </a:cxn>
                <a:cxn ang="0">
                  <a:pos x="T6" y="T7"/>
                </a:cxn>
                <a:cxn ang="0">
                  <a:pos x="T8" y="T9"/>
                </a:cxn>
              </a:cxnLst>
              <a:rect l="0" t="0" r="r" b="b"/>
              <a:pathLst>
                <a:path w="15" h="8">
                  <a:moveTo>
                    <a:pt x="15" y="0"/>
                  </a:moveTo>
                  <a:cubicBezTo>
                    <a:pt x="12" y="3"/>
                    <a:pt x="11" y="4"/>
                    <a:pt x="8" y="6"/>
                  </a:cubicBezTo>
                  <a:cubicBezTo>
                    <a:pt x="6" y="7"/>
                    <a:pt x="2" y="8"/>
                    <a:pt x="1" y="7"/>
                  </a:cubicBezTo>
                  <a:cubicBezTo>
                    <a:pt x="0" y="6"/>
                    <a:pt x="2" y="3"/>
                    <a:pt x="6" y="2"/>
                  </a:cubicBezTo>
                  <a:cubicBezTo>
                    <a:pt x="8" y="1"/>
                    <a:pt x="11"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6" name="Freeform 2567">
              <a:extLst>
                <a:ext uri="{FF2B5EF4-FFF2-40B4-BE49-F238E27FC236}">
                  <a16:creationId xmlns:a16="http://schemas.microsoft.com/office/drawing/2014/main" id="{6E5A8174-CA6D-41E4-850B-5D48CA1F17A4}"/>
                </a:ext>
              </a:extLst>
            </p:cNvPr>
            <p:cNvSpPr>
              <a:spLocks/>
            </p:cNvSpPr>
            <p:nvPr/>
          </p:nvSpPr>
          <p:spPr bwMode="auto">
            <a:xfrm rot="5094805">
              <a:off x="2415112" y="5453689"/>
              <a:ext cx="34275" cy="20565"/>
            </a:xfrm>
            <a:custGeom>
              <a:avLst/>
              <a:gdLst>
                <a:gd name="T0" fmla="*/ 9 w 14"/>
                <a:gd name="T1" fmla="*/ 6 h 8"/>
                <a:gd name="T2" fmla="*/ 1 w 14"/>
                <a:gd name="T3" fmla="*/ 6 h 8"/>
                <a:gd name="T4" fmla="*/ 6 w 14"/>
                <a:gd name="T5" fmla="*/ 2 h 8"/>
                <a:gd name="T6" fmla="*/ 13 w 14"/>
                <a:gd name="T7" fmla="*/ 2 h 8"/>
                <a:gd name="T8" fmla="*/ 9 w 14"/>
                <a:gd name="T9" fmla="*/ 6 h 8"/>
              </a:gdLst>
              <a:ahLst/>
              <a:cxnLst>
                <a:cxn ang="0">
                  <a:pos x="T0" y="T1"/>
                </a:cxn>
                <a:cxn ang="0">
                  <a:pos x="T2" y="T3"/>
                </a:cxn>
                <a:cxn ang="0">
                  <a:pos x="T4" y="T5"/>
                </a:cxn>
                <a:cxn ang="0">
                  <a:pos x="T6" y="T7"/>
                </a:cxn>
                <a:cxn ang="0">
                  <a:pos x="T8" y="T9"/>
                </a:cxn>
              </a:cxnLst>
              <a:rect l="0" t="0" r="r" b="b"/>
              <a:pathLst>
                <a:path w="14" h="8">
                  <a:moveTo>
                    <a:pt x="9" y="6"/>
                  </a:moveTo>
                  <a:cubicBezTo>
                    <a:pt x="4" y="8"/>
                    <a:pt x="1" y="7"/>
                    <a:pt x="1" y="6"/>
                  </a:cubicBezTo>
                  <a:cubicBezTo>
                    <a:pt x="0" y="5"/>
                    <a:pt x="2" y="3"/>
                    <a:pt x="6" y="2"/>
                  </a:cubicBezTo>
                  <a:cubicBezTo>
                    <a:pt x="9" y="0"/>
                    <a:pt x="14" y="0"/>
                    <a:pt x="13" y="2"/>
                  </a:cubicBezTo>
                  <a:cubicBezTo>
                    <a:pt x="12" y="3"/>
                    <a:pt x="10" y="5"/>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7" name="Freeform 2568">
              <a:extLst>
                <a:ext uri="{FF2B5EF4-FFF2-40B4-BE49-F238E27FC236}">
                  <a16:creationId xmlns:a16="http://schemas.microsoft.com/office/drawing/2014/main" id="{6BFB57B0-2CEF-F5AC-7583-079CF37851A6}"/>
                </a:ext>
              </a:extLst>
            </p:cNvPr>
            <p:cNvSpPr>
              <a:spLocks/>
            </p:cNvSpPr>
            <p:nvPr/>
          </p:nvSpPr>
          <p:spPr bwMode="auto">
            <a:xfrm rot="5094805">
              <a:off x="2497206" y="5642718"/>
              <a:ext cx="29705" cy="18280"/>
            </a:xfrm>
            <a:custGeom>
              <a:avLst/>
              <a:gdLst>
                <a:gd name="T0" fmla="*/ 12 w 12"/>
                <a:gd name="T1" fmla="*/ 0 h 7"/>
                <a:gd name="T2" fmla="*/ 7 w 12"/>
                <a:gd name="T3" fmla="*/ 5 h 7"/>
                <a:gd name="T4" fmla="*/ 0 w 12"/>
                <a:gd name="T5" fmla="*/ 5 h 7"/>
                <a:gd name="T6" fmla="*/ 5 w 12"/>
                <a:gd name="T7" fmla="*/ 0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12" y="2"/>
                    <a:pt x="10" y="4"/>
                    <a:pt x="7" y="5"/>
                  </a:cubicBezTo>
                  <a:cubicBezTo>
                    <a:pt x="3" y="7"/>
                    <a:pt x="0" y="6"/>
                    <a:pt x="0" y="5"/>
                  </a:cubicBezTo>
                  <a:cubicBezTo>
                    <a:pt x="0" y="3"/>
                    <a:pt x="2" y="1"/>
                    <a:pt x="5" y="0"/>
                  </a:cubicBezTo>
                  <a:cubicBezTo>
                    <a:pt x="8" y="0"/>
                    <a:pt x="10"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8" name="Freeform 2569">
              <a:extLst>
                <a:ext uri="{FF2B5EF4-FFF2-40B4-BE49-F238E27FC236}">
                  <a16:creationId xmlns:a16="http://schemas.microsoft.com/office/drawing/2014/main" id="{04248EB5-15DB-5A4E-0077-78ABCA0A7BA3}"/>
                </a:ext>
              </a:extLst>
            </p:cNvPr>
            <p:cNvSpPr>
              <a:spLocks/>
            </p:cNvSpPr>
            <p:nvPr/>
          </p:nvSpPr>
          <p:spPr bwMode="auto">
            <a:xfrm rot="5094805">
              <a:off x="2563351" y="5832761"/>
              <a:ext cx="34275" cy="15995"/>
            </a:xfrm>
            <a:custGeom>
              <a:avLst/>
              <a:gdLst>
                <a:gd name="T0" fmla="*/ 6 w 14"/>
                <a:gd name="T1" fmla="*/ 0 h 7"/>
                <a:gd name="T2" fmla="*/ 12 w 14"/>
                <a:gd name="T3" fmla="*/ 1 h 7"/>
                <a:gd name="T4" fmla="*/ 7 w 14"/>
                <a:gd name="T5" fmla="*/ 6 h 7"/>
                <a:gd name="T6" fmla="*/ 0 w 14"/>
                <a:gd name="T7" fmla="*/ 5 h 7"/>
                <a:gd name="T8" fmla="*/ 6 w 14"/>
                <a:gd name="T9" fmla="*/ 0 h 7"/>
              </a:gdLst>
              <a:ahLst/>
              <a:cxnLst>
                <a:cxn ang="0">
                  <a:pos x="T0" y="T1"/>
                </a:cxn>
                <a:cxn ang="0">
                  <a:pos x="T2" y="T3"/>
                </a:cxn>
                <a:cxn ang="0">
                  <a:pos x="T4" y="T5"/>
                </a:cxn>
                <a:cxn ang="0">
                  <a:pos x="T6" y="T7"/>
                </a:cxn>
                <a:cxn ang="0">
                  <a:pos x="T8" y="T9"/>
                </a:cxn>
              </a:cxnLst>
              <a:rect l="0" t="0" r="r" b="b"/>
              <a:pathLst>
                <a:path w="14" h="7">
                  <a:moveTo>
                    <a:pt x="6" y="0"/>
                  </a:moveTo>
                  <a:cubicBezTo>
                    <a:pt x="8" y="0"/>
                    <a:pt x="11" y="0"/>
                    <a:pt x="12" y="1"/>
                  </a:cubicBezTo>
                  <a:cubicBezTo>
                    <a:pt x="14" y="2"/>
                    <a:pt x="11" y="5"/>
                    <a:pt x="7" y="6"/>
                  </a:cubicBezTo>
                  <a:cubicBezTo>
                    <a:pt x="4" y="7"/>
                    <a:pt x="1" y="6"/>
                    <a:pt x="0" y="5"/>
                  </a:cubicBezTo>
                  <a:cubicBezTo>
                    <a:pt x="0" y="3"/>
                    <a:pt x="1"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9" name="Freeform 2570">
              <a:extLst>
                <a:ext uri="{FF2B5EF4-FFF2-40B4-BE49-F238E27FC236}">
                  <a16:creationId xmlns:a16="http://schemas.microsoft.com/office/drawing/2014/main" id="{C44FCD7D-3101-94F0-61C8-A4699F45AA9E}"/>
                </a:ext>
              </a:extLst>
            </p:cNvPr>
            <p:cNvSpPr>
              <a:spLocks/>
            </p:cNvSpPr>
            <p:nvPr/>
          </p:nvSpPr>
          <p:spPr bwMode="auto">
            <a:xfrm rot="5094805">
              <a:off x="2617922" y="6019458"/>
              <a:ext cx="34275" cy="18280"/>
            </a:xfrm>
            <a:custGeom>
              <a:avLst/>
              <a:gdLst>
                <a:gd name="T0" fmla="*/ 6 w 14"/>
                <a:gd name="T1" fmla="*/ 7 h 7"/>
                <a:gd name="T2" fmla="*/ 1 w 14"/>
                <a:gd name="T3" fmla="*/ 4 h 7"/>
                <a:gd name="T4" fmla="*/ 6 w 14"/>
                <a:gd name="T5" fmla="*/ 0 h 7"/>
                <a:gd name="T6" fmla="*/ 13 w 14"/>
                <a:gd name="T7" fmla="*/ 3 h 7"/>
                <a:gd name="T8" fmla="*/ 6 w 14"/>
                <a:gd name="T9" fmla="*/ 7 h 7"/>
              </a:gdLst>
              <a:ahLst/>
              <a:cxnLst>
                <a:cxn ang="0">
                  <a:pos x="T0" y="T1"/>
                </a:cxn>
                <a:cxn ang="0">
                  <a:pos x="T2" y="T3"/>
                </a:cxn>
                <a:cxn ang="0">
                  <a:pos x="T4" y="T5"/>
                </a:cxn>
                <a:cxn ang="0">
                  <a:pos x="T6" y="T7"/>
                </a:cxn>
                <a:cxn ang="0">
                  <a:pos x="T8" y="T9"/>
                </a:cxn>
              </a:cxnLst>
              <a:rect l="0" t="0" r="r" b="b"/>
              <a:pathLst>
                <a:path w="14" h="7">
                  <a:moveTo>
                    <a:pt x="6" y="7"/>
                  </a:moveTo>
                  <a:cubicBezTo>
                    <a:pt x="4" y="6"/>
                    <a:pt x="1" y="5"/>
                    <a:pt x="1" y="4"/>
                  </a:cubicBezTo>
                  <a:cubicBezTo>
                    <a:pt x="0" y="2"/>
                    <a:pt x="3" y="1"/>
                    <a:pt x="6" y="0"/>
                  </a:cubicBezTo>
                  <a:cubicBezTo>
                    <a:pt x="10" y="0"/>
                    <a:pt x="14" y="1"/>
                    <a:pt x="13" y="3"/>
                  </a:cubicBezTo>
                  <a:cubicBezTo>
                    <a:pt x="12" y="4"/>
                    <a:pt x="9"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0" name="Freeform 2571">
              <a:extLst>
                <a:ext uri="{FF2B5EF4-FFF2-40B4-BE49-F238E27FC236}">
                  <a16:creationId xmlns:a16="http://schemas.microsoft.com/office/drawing/2014/main" id="{6BF327D1-325A-1979-5346-CE94AFC8A63B}"/>
                </a:ext>
              </a:extLst>
            </p:cNvPr>
            <p:cNvSpPr>
              <a:spLocks/>
            </p:cNvSpPr>
            <p:nvPr/>
          </p:nvSpPr>
          <p:spPr bwMode="auto">
            <a:xfrm rot="5094805">
              <a:off x="2661421" y="6211825"/>
              <a:ext cx="31990" cy="18280"/>
            </a:xfrm>
            <a:custGeom>
              <a:avLst/>
              <a:gdLst>
                <a:gd name="T0" fmla="*/ 13 w 13"/>
                <a:gd name="T1" fmla="*/ 4 h 8"/>
                <a:gd name="T2" fmla="*/ 7 w 13"/>
                <a:gd name="T3" fmla="*/ 7 h 8"/>
                <a:gd name="T4" fmla="*/ 0 w 13"/>
                <a:gd name="T5" fmla="*/ 4 h 8"/>
                <a:gd name="T6" fmla="*/ 6 w 13"/>
                <a:gd name="T7" fmla="*/ 1 h 8"/>
                <a:gd name="T8" fmla="*/ 13 w 13"/>
                <a:gd name="T9" fmla="*/ 4 h 8"/>
              </a:gdLst>
              <a:ahLst/>
              <a:cxnLst>
                <a:cxn ang="0">
                  <a:pos x="T0" y="T1"/>
                </a:cxn>
                <a:cxn ang="0">
                  <a:pos x="T2" y="T3"/>
                </a:cxn>
                <a:cxn ang="0">
                  <a:pos x="T4" y="T5"/>
                </a:cxn>
                <a:cxn ang="0">
                  <a:pos x="T6" y="T7"/>
                </a:cxn>
                <a:cxn ang="0">
                  <a:pos x="T8" y="T9"/>
                </a:cxn>
              </a:cxnLst>
              <a:rect l="0" t="0" r="r" b="b"/>
              <a:pathLst>
                <a:path w="13" h="8">
                  <a:moveTo>
                    <a:pt x="13" y="4"/>
                  </a:moveTo>
                  <a:cubicBezTo>
                    <a:pt x="11" y="4"/>
                    <a:pt x="9" y="6"/>
                    <a:pt x="7" y="7"/>
                  </a:cubicBezTo>
                  <a:cubicBezTo>
                    <a:pt x="3" y="8"/>
                    <a:pt x="0" y="6"/>
                    <a:pt x="0" y="4"/>
                  </a:cubicBezTo>
                  <a:cubicBezTo>
                    <a:pt x="0" y="3"/>
                    <a:pt x="3" y="1"/>
                    <a:pt x="6" y="1"/>
                  </a:cubicBezTo>
                  <a:cubicBezTo>
                    <a:pt x="10" y="0"/>
                    <a:pt x="13" y="1"/>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1" name="Freeform 2572">
              <a:extLst>
                <a:ext uri="{FF2B5EF4-FFF2-40B4-BE49-F238E27FC236}">
                  <a16:creationId xmlns:a16="http://schemas.microsoft.com/office/drawing/2014/main" id="{25305D9B-097F-190D-44B3-2DC2B4FC54D4}"/>
                </a:ext>
              </a:extLst>
            </p:cNvPr>
            <p:cNvSpPr>
              <a:spLocks/>
            </p:cNvSpPr>
            <p:nvPr/>
          </p:nvSpPr>
          <p:spPr bwMode="auto">
            <a:xfrm rot="5094805">
              <a:off x="2716089" y="6400702"/>
              <a:ext cx="34275" cy="18280"/>
            </a:xfrm>
            <a:custGeom>
              <a:avLst/>
              <a:gdLst>
                <a:gd name="T0" fmla="*/ 6 w 14"/>
                <a:gd name="T1" fmla="*/ 7 h 7"/>
                <a:gd name="T2" fmla="*/ 1 w 14"/>
                <a:gd name="T3" fmla="*/ 4 h 7"/>
                <a:gd name="T4" fmla="*/ 6 w 14"/>
                <a:gd name="T5" fmla="*/ 1 h 7"/>
                <a:gd name="T6" fmla="*/ 13 w 14"/>
                <a:gd name="T7" fmla="*/ 2 h 7"/>
                <a:gd name="T8" fmla="*/ 6 w 14"/>
                <a:gd name="T9" fmla="*/ 7 h 7"/>
              </a:gdLst>
              <a:ahLst/>
              <a:cxnLst>
                <a:cxn ang="0">
                  <a:pos x="T0" y="T1"/>
                </a:cxn>
                <a:cxn ang="0">
                  <a:pos x="T2" y="T3"/>
                </a:cxn>
                <a:cxn ang="0">
                  <a:pos x="T4" y="T5"/>
                </a:cxn>
                <a:cxn ang="0">
                  <a:pos x="T6" y="T7"/>
                </a:cxn>
                <a:cxn ang="0">
                  <a:pos x="T8" y="T9"/>
                </a:cxn>
              </a:cxnLst>
              <a:rect l="0" t="0" r="r" b="b"/>
              <a:pathLst>
                <a:path w="14" h="7">
                  <a:moveTo>
                    <a:pt x="6" y="7"/>
                  </a:moveTo>
                  <a:cubicBezTo>
                    <a:pt x="4" y="6"/>
                    <a:pt x="1" y="6"/>
                    <a:pt x="1" y="4"/>
                  </a:cubicBezTo>
                  <a:cubicBezTo>
                    <a:pt x="0" y="3"/>
                    <a:pt x="3" y="1"/>
                    <a:pt x="6" y="1"/>
                  </a:cubicBezTo>
                  <a:cubicBezTo>
                    <a:pt x="10" y="0"/>
                    <a:pt x="14" y="1"/>
                    <a:pt x="13" y="2"/>
                  </a:cubicBezTo>
                  <a:cubicBezTo>
                    <a:pt x="12" y="4"/>
                    <a:pt x="9"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2" name="Freeform 2573">
              <a:extLst>
                <a:ext uri="{FF2B5EF4-FFF2-40B4-BE49-F238E27FC236}">
                  <a16:creationId xmlns:a16="http://schemas.microsoft.com/office/drawing/2014/main" id="{E149E873-2DB6-7F26-BD9C-06CF1406B029}"/>
                </a:ext>
              </a:extLst>
            </p:cNvPr>
            <p:cNvSpPr>
              <a:spLocks/>
            </p:cNvSpPr>
            <p:nvPr/>
          </p:nvSpPr>
          <p:spPr bwMode="auto">
            <a:xfrm rot="5094805">
              <a:off x="2783178" y="6587427"/>
              <a:ext cx="34275" cy="18280"/>
            </a:xfrm>
            <a:custGeom>
              <a:avLst/>
              <a:gdLst>
                <a:gd name="T0" fmla="*/ 8 w 14"/>
                <a:gd name="T1" fmla="*/ 6 h 8"/>
                <a:gd name="T2" fmla="*/ 1 w 14"/>
                <a:gd name="T3" fmla="*/ 6 h 8"/>
                <a:gd name="T4" fmla="*/ 6 w 14"/>
                <a:gd name="T5" fmla="*/ 1 h 8"/>
                <a:gd name="T6" fmla="*/ 13 w 14"/>
                <a:gd name="T7" fmla="*/ 2 h 8"/>
                <a:gd name="T8" fmla="*/ 8 w 14"/>
                <a:gd name="T9" fmla="*/ 6 h 8"/>
              </a:gdLst>
              <a:ahLst/>
              <a:cxnLst>
                <a:cxn ang="0">
                  <a:pos x="T0" y="T1"/>
                </a:cxn>
                <a:cxn ang="0">
                  <a:pos x="T2" y="T3"/>
                </a:cxn>
                <a:cxn ang="0">
                  <a:pos x="T4" y="T5"/>
                </a:cxn>
                <a:cxn ang="0">
                  <a:pos x="T6" y="T7"/>
                </a:cxn>
                <a:cxn ang="0">
                  <a:pos x="T8" y="T9"/>
                </a:cxn>
              </a:cxnLst>
              <a:rect l="0" t="0" r="r" b="b"/>
              <a:pathLst>
                <a:path w="14" h="8">
                  <a:moveTo>
                    <a:pt x="8" y="6"/>
                  </a:moveTo>
                  <a:cubicBezTo>
                    <a:pt x="4" y="8"/>
                    <a:pt x="1" y="7"/>
                    <a:pt x="1" y="6"/>
                  </a:cubicBezTo>
                  <a:cubicBezTo>
                    <a:pt x="0" y="4"/>
                    <a:pt x="2" y="2"/>
                    <a:pt x="6" y="1"/>
                  </a:cubicBezTo>
                  <a:cubicBezTo>
                    <a:pt x="10" y="0"/>
                    <a:pt x="14" y="1"/>
                    <a:pt x="13" y="2"/>
                  </a:cubicBezTo>
                  <a:cubicBezTo>
                    <a:pt x="12" y="4"/>
                    <a:pt x="10"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3" name="Freeform 2574">
              <a:extLst>
                <a:ext uri="{FF2B5EF4-FFF2-40B4-BE49-F238E27FC236}">
                  <a16:creationId xmlns:a16="http://schemas.microsoft.com/office/drawing/2014/main" id="{89D85CBF-B357-7C5B-7451-C370BC3CF8D6}"/>
                </a:ext>
              </a:extLst>
            </p:cNvPr>
            <p:cNvSpPr>
              <a:spLocks/>
            </p:cNvSpPr>
            <p:nvPr/>
          </p:nvSpPr>
          <p:spPr bwMode="auto">
            <a:xfrm rot="5094805">
              <a:off x="2860509" y="6774383"/>
              <a:ext cx="34275" cy="15995"/>
            </a:xfrm>
            <a:custGeom>
              <a:avLst/>
              <a:gdLst>
                <a:gd name="T0" fmla="*/ 7 w 14"/>
                <a:gd name="T1" fmla="*/ 0 h 7"/>
                <a:gd name="T2" fmla="*/ 12 w 14"/>
                <a:gd name="T3" fmla="*/ 1 h 7"/>
                <a:gd name="T4" fmla="*/ 6 w 14"/>
                <a:gd name="T5" fmla="*/ 6 h 7"/>
                <a:gd name="T6" fmla="*/ 0 w 14"/>
                <a:gd name="T7" fmla="*/ 5 h 7"/>
                <a:gd name="T8" fmla="*/ 7 w 14"/>
                <a:gd name="T9" fmla="*/ 0 h 7"/>
              </a:gdLst>
              <a:ahLst/>
              <a:cxnLst>
                <a:cxn ang="0">
                  <a:pos x="T0" y="T1"/>
                </a:cxn>
                <a:cxn ang="0">
                  <a:pos x="T2" y="T3"/>
                </a:cxn>
                <a:cxn ang="0">
                  <a:pos x="T4" y="T5"/>
                </a:cxn>
                <a:cxn ang="0">
                  <a:pos x="T6" y="T7"/>
                </a:cxn>
                <a:cxn ang="0">
                  <a:pos x="T8" y="T9"/>
                </a:cxn>
              </a:cxnLst>
              <a:rect l="0" t="0" r="r" b="b"/>
              <a:pathLst>
                <a:path w="14" h="7">
                  <a:moveTo>
                    <a:pt x="7" y="0"/>
                  </a:moveTo>
                  <a:cubicBezTo>
                    <a:pt x="9" y="0"/>
                    <a:pt x="11" y="0"/>
                    <a:pt x="12" y="1"/>
                  </a:cubicBezTo>
                  <a:cubicBezTo>
                    <a:pt x="14" y="2"/>
                    <a:pt x="10" y="5"/>
                    <a:pt x="6" y="6"/>
                  </a:cubicBezTo>
                  <a:cubicBezTo>
                    <a:pt x="3" y="7"/>
                    <a:pt x="1" y="6"/>
                    <a:pt x="0" y="5"/>
                  </a:cubicBezTo>
                  <a:cubicBezTo>
                    <a:pt x="0" y="4"/>
                    <a:pt x="2" y="2"/>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4" name="Freeform 2596">
              <a:extLst>
                <a:ext uri="{FF2B5EF4-FFF2-40B4-BE49-F238E27FC236}">
                  <a16:creationId xmlns:a16="http://schemas.microsoft.com/office/drawing/2014/main" id="{0F142F22-B3A0-3C41-BDB1-DB74A9130593}"/>
                </a:ext>
              </a:extLst>
            </p:cNvPr>
            <p:cNvSpPr>
              <a:spLocks/>
            </p:cNvSpPr>
            <p:nvPr/>
          </p:nvSpPr>
          <p:spPr bwMode="auto">
            <a:xfrm rot="5094805">
              <a:off x="1615886" y="53730"/>
              <a:ext cx="31990" cy="27420"/>
            </a:xfrm>
            <a:custGeom>
              <a:avLst/>
              <a:gdLst>
                <a:gd name="T0" fmla="*/ 13 w 13"/>
                <a:gd name="T1" fmla="*/ 5 h 12"/>
                <a:gd name="T2" fmla="*/ 7 w 13"/>
                <a:gd name="T3" fmla="*/ 10 h 12"/>
                <a:gd name="T4" fmla="*/ 0 w 13"/>
                <a:gd name="T5" fmla="*/ 6 h 12"/>
                <a:gd name="T6" fmla="*/ 6 w 13"/>
                <a:gd name="T7" fmla="*/ 0 h 12"/>
                <a:gd name="T8" fmla="*/ 13 w 13"/>
                <a:gd name="T9" fmla="*/ 5 h 12"/>
              </a:gdLst>
              <a:ahLst/>
              <a:cxnLst>
                <a:cxn ang="0">
                  <a:pos x="T0" y="T1"/>
                </a:cxn>
                <a:cxn ang="0">
                  <a:pos x="T2" y="T3"/>
                </a:cxn>
                <a:cxn ang="0">
                  <a:pos x="T4" y="T5"/>
                </a:cxn>
                <a:cxn ang="0">
                  <a:pos x="T6" y="T7"/>
                </a:cxn>
                <a:cxn ang="0">
                  <a:pos x="T8" y="T9"/>
                </a:cxn>
              </a:cxnLst>
              <a:rect l="0" t="0" r="r" b="b"/>
              <a:pathLst>
                <a:path w="13" h="12">
                  <a:moveTo>
                    <a:pt x="13" y="5"/>
                  </a:moveTo>
                  <a:cubicBezTo>
                    <a:pt x="11" y="6"/>
                    <a:pt x="10" y="9"/>
                    <a:pt x="7" y="10"/>
                  </a:cubicBezTo>
                  <a:cubicBezTo>
                    <a:pt x="4" y="12"/>
                    <a:pt x="0" y="10"/>
                    <a:pt x="0" y="6"/>
                  </a:cubicBezTo>
                  <a:cubicBezTo>
                    <a:pt x="0" y="4"/>
                    <a:pt x="3" y="1"/>
                    <a:pt x="6" y="0"/>
                  </a:cubicBezTo>
                  <a:cubicBezTo>
                    <a:pt x="9" y="0"/>
                    <a:pt x="12" y="1"/>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5" name="Freeform 2597">
              <a:extLst>
                <a:ext uri="{FF2B5EF4-FFF2-40B4-BE49-F238E27FC236}">
                  <a16:creationId xmlns:a16="http://schemas.microsoft.com/office/drawing/2014/main" id="{05B95517-BEA1-906F-F819-6283C761689A}"/>
                </a:ext>
              </a:extLst>
            </p:cNvPr>
            <p:cNvSpPr>
              <a:spLocks/>
            </p:cNvSpPr>
            <p:nvPr/>
          </p:nvSpPr>
          <p:spPr bwMode="auto">
            <a:xfrm rot="5094805">
              <a:off x="1661247" y="243425"/>
              <a:ext cx="34275" cy="22850"/>
            </a:xfrm>
            <a:custGeom>
              <a:avLst/>
              <a:gdLst>
                <a:gd name="T0" fmla="*/ 9 w 14"/>
                <a:gd name="T1" fmla="*/ 10 h 10"/>
                <a:gd name="T2" fmla="*/ 1 w 14"/>
                <a:gd name="T3" fmla="*/ 5 h 10"/>
                <a:gd name="T4" fmla="*/ 6 w 14"/>
                <a:gd name="T5" fmla="*/ 0 h 10"/>
                <a:gd name="T6" fmla="*/ 13 w 14"/>
                <a:gd name="T7" fmla="*/ 6 h 10"/>
                <a:gd name="T8" fmla="*/ 9 w 14"/>
                <a:gd name="T9" fmla="*/ 10 h 10"/>
              </a:gdLst>
              <a:ahLst/>
              <a:cxnLst>
                <a:cxn ang="0">
                  <a:pos x="T0" y="T1"/>
                </a:cxn>
                <a:cxn ang="0">
                  <a:pos x="T2" y="T3"/>
                </a:cxn>
                <a:cxn ang="0">
                  <a:pos x="T4" y="T5"/>
                </a:cxn>
                <a:cxn ang="0">
                  <a:pos x="T6" y="T7"/>
                </a:cxn>
                <a:cxn ang="0">
                  <a:pos x="T8" y="T9"/>
                </a:cxn>
              </a:cxnLst>
              <a:rect l="0" t="0" r="r" b="b"/>
              <a:pathLst>
                <a:path w="14" h="10">
                  <a:moveTo>
                    <a:pt x="9" y="10"/>
                  </a:moveTo>
                  <a:cubicBezTo>
                    <a:pt x="4" y="10"/>
                    <a:pt x="1" y="8"/>
                    <a:pt x="1" y="5"/>
                  </a:cubicBezTo>
                  <a:cubicBezTo>
                    <a:pt x="0" y="2"/>
                    <a:pt x="3" y="0"/>
                    <a:pt x="6" y="0"/>
                  </a:cubicBezTo>
                  <a:cubicBezTo>
                    <a:pt x="10" y="0"/>
                    <a:pt x="14" y="3"/>
                    <a:pt x="13" y="6"/>
                  </a:cubicBezTo>
                  <a:cubicBezTo>
                    <a:pt x="12" y="8"/>
                    <a:pt x="10" y="9"/>
                    <a:pt x="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6" name="Freeform 2598">
              <a:extLst>
                <a:ext uri="{FF2B5EF4-FFF2-40B4-BE49-F238E27FC236}">
                  <a16:creationId xmlns:a16="http://schemas.microsoft.com/office/drawing/2014/main" id="{E625E896-B206-CC50-502F-084F6EBF2582}"/>
                </a:ext>
              </a:extLst>
            </p:cNvPr>
            <p:cNvSpPr>
              <a:spLocks/>
            </p:cNvSpPr>
            <p:nvPr/>
          </p:nvSpPr>
          <p:spPr bwMode="auto">
            <a:xfrm rot="5094805">
              <a:off x="1657878" y="434040"/>
              <a:ext cx="36560" cy="29705"/>
            </a:xfrm>
            <a:custGeom>
              <a:avLst/>
              <a:gdLst>
                <a:gd name="T0" fmla="*/ 15 w 15"/>
                <a:gd name="T1" fmla="*/ 7 h 12"/>
                <a:gd name="T2" fmla="*/ 9 w 15"/>
                <a:gd name="T3" fmla="*/ 12 h 12"/>
                <a:gd name="T4" fmla="*/ 2 w 15"/>
                <a:gd name="T5" fmla="*/ 6 h 12"/>
                <a:gd name="T6" fmla="*/ 6 w 15"/>
                <a:gd name="T7" fmla="*/ 1 h 12"/>
                <a:gd name="T8" fmla="*/ 15 w 15"/>
                <a:gd name="T9" fmla="*/ 7 h 12"/>
              </a:gdLst>
              <a:ahLst/>
              <a:cxnLst>
                <a:cxn ang="0">
                  <a:pos x="T0" y="T1"/>
                </a:cxn>
                <a:cxn ang="0">
                  <a:pos x="T2" y="T3"/>
                </a:cxn>
                <a:cxn ang="0">
                  <a:pos x="T4" y="T5"/>
                </a:cxn>
                <a:cxn ang="0">
                  <a:pos x="T6" y="T7"/>
                </a:cxn>
                <a:cxn ang="0">
                  <a:pos x="T8" y="T9"/>
                </a:cxn>
              </a:cxnLst>
              <a:rect l="0" t="0" r="r" b="b"/>
              <a:pathLst>
                <a:path w="15" h="12">
                  <a:moveTo>
                    <a:pt x="15" y="7"/>
                  </a:moveTo>
                  <a:cubicBezTo>
                    <a:pt x="13" y="9"/>
                    <a:pt x="12" y="11"/>
                    <a:pt x="9" y="12"/>
                  </a:cubicBezTo>
                  <a:cubicBezTo>
                    <a:pt x="7" y="12"/>
                    <a:pt x="3" y="9"/>
                    <a:pt x="2" y="6"/>
                  </a:cubicBezTo>
                  <a:cubicBezTo>
                    <a:pt x="0" y="3"/>
                    <a:pt x="3" y="0"/>
                    <a:pt x="6" y="1"/>
                  </a:cubicBezTo>
                  <a:cubicBezTo>
                    <a:pt x="9" y="2"/>
                    <a:pt x="12" y="4"/>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7" name="Freeform 2599">
              <a:extLst>
                <a:ext uri="{FF2B5EF4-FFF2-40B4-BE49-F238E27FC236}">
                  <a16:creationId xmlns:a16="http://schemas.microsoft.com/office/drawing/2014/main" id="{26548E4E-0BC2-7C26-D89B-48B2410F7C89}"/>
                </a:ext>
              </a:extLst>
            </p:cNvPr>
            <p:cNvSpPr>
              <a:spLocks/>
            </p:cNvSpPr>
            <p:nvPr/>
          </p:nvSpPr>
          <p:spPr bwMode="auto">
            <a:xfrm rot="5094805">
              <a:off x="1616230" y="635138"/>
              <a:ext cx="34275" cy="31990"/>
            </a:xfrm>
            <a:custGeom>
              <a:avLst/>
              <a:gdLst>
                <a:gd name="T0" fmla="*/ 7 w 14"/>
                <a:gd name="T1" fmla="*/ 13 h 13"/>
                <a:gd name="T2" fmla="*/ 1 w 14"/>
                <a:gd name="T3" fmla="*/ 4 h 13"/>
                <a:gd name="T4" fmla="*/ 6 w 14"/>
                <a:gd name="T5" fmla="*/ 1 h 13"/>
                <a:gd name="T6" fmla="*/ 13 w 14"/>
                <a:gd name="T7" fmla="*/ 10 h 13"/>
                <a:gd name="T8" fmla="*/ 7 w 14"/>
                <a:gd name="T9" fmla="*/ 13 h 13"/>
              </a:gdLst>
              <a:ahLst/>
              <a:cxnLst>
                <a:cxn ang="0">
                  <a:pos x="T0" y="T1"/>
                </a:cxn>
                <a:cxn ang="0">
                  <a:pos x="T2" y="T3"/>
                </a:cxn>
                <a:cxn ang="0">
                  <a:pos x="T4" y="T5"/>
                </a:cxn>
                <a:cxn ang="0">
                  <a:pos x="T6" y="T7"/>
                </a:cxn>
                <a:cxn ang="0">
                  <a:pos x="T8" y="T9"/>
                </a:cxn>
              </a:cxnLst>
              <a:rect l="0" t="0" r="r" b="b"/>
              <a:pathLst>
                <a:path w="14" h="13">
                  <a:moveTo>
                    <a:pt x="7" y="13"/>
                  </a:moveTo>
                  <a:cubicBezTo>
                    <a:pt x="4" y="9"/>
                    <a:pt x="2" y="6"/>
                    <a:pt x="1" y="4"/>
                  </a:cubicBezTo>
                  <a:cubicBezTo>
                    <a:pt x="0" y="1"/>
                    <a:pt x="3" y="0"/>
                    <a:pt x="6" y="1"/>
                  </a:cubicBezTo>
                  <a:cubicBezTo>
                    <a:pt x="10" y="3"/>
                    <a:pt x="14" y="8"/>
                    <a:pt x="13" y="10"/>
                  </a:cubicBezTo>
                  <a:cubicBezTo>
                    <a:pt x="12" y="12"/>
                    <a:pt x="9" y="12"/>
                    <a:pt x="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8" name="Freeform 2600">
              <a:extLst>
                <a:ext uri="{FF2B5EF4-FFF2-40B4-BE49-F238E27FC236}">
                  <a16:creationId xmlns:a16="http://schemas.microsoft.com/office/drawing/2014/main" id="{8DF3E6D5-0328-8FBB-F4BA-06E088E04A03}"/>
                </a:ext>
              </a:extLst>
            </p:cNvPr>
            <p:cNvSpPr>
              <a:spLocks/>
            </p:cNvSpPr>
            <p:nvPr/>
          </p:nvSpPr>
          <p:spPr bwMode="auto">
            <a:xfrm rot="5094805">
              <a:off x="1543655" y="837838"/>
              <a:ext cx="31990" cy="31990"/>
            </a:xfrm>
            <a:custGeom>
              <a:avLst/>
              <a:gdLst>
                <a:gd name="T0" fmla="*/ 13 w 13"/>
                <a:gd name="T1" fmla="*/ 12 h 13"/>
                <a:gd name="T2" fmla="*/ 7 w 13"/>
                <a:gd name="T3" fmla="*/ 12 h 13"/>
                <a:gd name="T4" fmla="*/ 0 w 13"/>
                <a:gd name="T5" fmla="*/ 2 h 13"/>
                <a:gd name="T6" fmla="*/ 7 w 13"/>
                <a:gd name="T7" fmla="*/ 2 h 13"/>
                <a:gd name="T8" fmla="*/ 13 w 13"/>
                <a:gd name="T9" fmla="*/ 12 h 13"/>
              </a:gdLst>
              <a:ahLst/>
              <a:cxnLst>
                <a:cxn ang="0">
                  <a:pos x="T0" y="T1"/>
                </a:cxn>
                <a:cxn ang="0">
                  <a:pos x="T2" y="T3"/>
                </a:cxn>
                <a:cxn ang="0">
                  <a:pos x="T4" y="T5"/>
                </a:cxn>
                <a:cxn ang="0">
                  <a:pos x="T6" y="T7"/>
                </a:cxn>
                <a:cxn ang="0">
                  <a:pos x="T8" y="T9"/>
                </a:cxn>
              </a:cxnLst>
              <a:rect l="0" t="0" r="r" b="b"/>
              <a:pathLst>
                <a:path w="13" h="13">
                  <a:moveTo>
                    <a:pt x="13" y="12"/>
                  </a:moveTo>
                  <a:cubicBezTo>
                    <a:pt x="12" y="12"/>
                    <a:pt x="10" y="13"/>
                    <a:pt x="7" y="12"/>
                  </a:cubicBezTo>
                  <a:cubicBezTo>
                    <a:pt x="4" y="11"/>
                    <a:pt x="0" y="5"/>
                    <a:pt x="0" y="2"/>
                  </a:cubicBezTo>
                  <a:cubicBezTo>
                    <a:pt x="0" y="0"/>
                    <a:pt x="3" y="0"/>
                    <a:pt x="7" y="2"/>
                  </a:cubicBezTo>
                  <a:cubicBezTo>
                    <a:pt x="10" y="4"/>
                    <a:pt x="13" y="8"/>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9" name="Freeform 2601">
              <a:extLst>
                <a:ext uri="{FF2B5EF4-FFF2-40B4-BE49-F238E27FC236}">
                  <a16:creationId xmlns:a16="http://schemas.microsoft.com/office/drawing/2014/main" id="{85B341A6-D6B8-EE37-F2B2-CAF7AA1FA3D9}"/>
                </a:ext>
              </a:extLst>
            </p:cNvPr>
            <p:cNvSpPr>
              <a:spLocks/>
            </p:cNvSpPr>
            <p:nvPr/>
          </p:nvSpPr>
          <p:spPr bwMode="auto">
            <a:xfrm rot="5094805">
              <a:off x="1445399" y="1045968"/>
              <a:ext cx="36560" cy="36560"/>
            </a:xfrm>
            <a:custGeom>
              <a:avLst/>
              <a:gdLst>
                <a:gd name="T0" fmla="*/ 8 w 15"/>
                <a:gd name="T1" fmla="*/ 3 h 15"/>
                <a:gd name="T2" fmla="*/ 13 w 15"/>
                <a:gd name="T3" fmla="*/ 11 h 15"/>
                <a:gd name="T4" fmla="*/ 7 w 15"/>
                <a:gd name="T5" fmla="*/ 12 h 15"/>
                <a:gd name="T6" fmla="*/ 1 w 15"/>
                <a:gd name="T7" fmla="*/ 3 h 15"/>
                <a:gd name="T8" fmla="*/ 8 w 15"/>
                <a:gd name="T9" fmla="*/ 3 h 15"/>
              </a:gdLst>
              <a:ahLst/>
              <a:cxnLst>
                <a:cxn ang="0">
                  <a:pos x="T0" y="T1"/>
                </a:cxn>
                <a:cxn ang="0">
                  <a:pos x="T2" y="T3"/>
                </a:cxn>
                <a:cxn ang="0">
                  <a:pos x="T4" y="T5"/>
                </a:cxn>
                <a:cxn ang="0">
                  <a:pos x="T6" y="T7"/>
                </a:cxn>
                <a:cxn ang="0">
                  <a:pos x="T8" y="T9"/>
                </a:cxn>
              </a:cxnLst>
              <a:rect l="0" t="0" r="r" b="b"/>
              <a:pathLst>
                <a:path w="15" h="15">
                  <a:moveTo>
                    <a:pt x="8" y="3"/>
                  </a:moveTo>
                  <a:cubicBezTo>
                    <a:pt x="9" y="5"/>
                    <a:pt x="12" y="8"/>
                    <a:pt x="13" y="11"/>
                  </a:cubicBezTo>
                  <a:cubicBezTo>
                    <a:pt x="15" y="15"/>
                    <a:pt x="11" y="15"/>
                    <a:pt x="7" y="12"/>
                  </a:cubicBezTo>
                  <a:cubicBezTo>
                    <a:pt x="4" y="10"/>
                    <a:pt x="1" y="6"/>
                    <a:pt x="1" y="3"/>
                  </a:cubicBezTo>
                  <a:cubicBezTo>
                    <a:pt x="0" y="1"/>
                    <a:pt x="3" y="0"/>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0" name="Freeform 2602">
              <a:extLst>
                <a:ext uri="{FF2B5EF4-FFF2-40B4-BE49-F238E27FC236}">
                  <a16:creationId xmlns:a16="http://schemas.microsoft.com/office/drawing/2014/main" id="{D49FF086-9059-1BCE-3177-115ECF9B5E9F}"/>
                </a:ext>
              </a:extLst>
            </p:cNvPr>
            <p:cNvSpPr>
              <a:spLocks/>
            </p:cNvSpPr>
            <p:nvPr/>
          </p:nvSpPr>
          <p:spPr bwMode="auto">
            <a:xfrm rot="5094805">
              <a:off x="1339928" y="1252845"/>
              <a:ext cx="31990" cy="36560"/>
            </a:xfrm>
            <a:custGeom>
              <a:avLst/>
              <a:gdLst>
                <a:gd name="T0" fmla="*/ 13 w 13"/>
                <a:gd name="T1" fmla="*/ 12 h 15"/>
                <a:gd name="T2" fmla="*/ 8 w 13"/>
                <a:gd name="T3" fmla="*/ 13 h 15"/>
                <a:gd name="T4" fmla="*/ 0 w 13"/>
                <a:gd name="T5" fmla="*/ 3 h 15"/>
                <a:gd name="T6" fmla="*/ 6 w 13"/>
                <a:gd name="T7" fmla="*/ 3 h 15"/>
                <a:gd name="T8" fmla="*/ 13 w 13"/>
                <a:gd name="T9" fmla="*/ 12 h 15"/>
              </a:gdLst>
              <a:ahLst/>
              <a:cxnLst>
                <a:cxn ang="0">
                  <a:pos x="T0" y="T1"/>
                </a:cxn>
                <a:cxn ang="0">
                  <a:pos x="T2" y="T3"/>
                </a:cxn>
                <a:cxn ang="0">
                  <a:pos x="T4" y="T5"/>
                </a:cxn>
                <a:cxn ang="0">
                  <a:pos x="T6" y="T7"/>
                </a:cxn>
                <a:cxn ang="0">
                  <a:pos x="T8" y="T9"/>
                </a:cxn>
              </a:cxnLst>
              <a:rect l="0" t="0" r="r" b="b"/>
              <a:pathLst>
                <a:path w="13" h="15">
                  <a:moveTo>
                    <a:pt x="13" y="12"/>
                  </a:moveTo>
                  <a:cubicBezTo>
                    <a:pt x="13" y="14"/>
                    <a:pt x="11" y="15"/>
                    <a:pt x="8" y="13"/>
                  </a:cubicBezTo>
                  <a:cubicBezTo>
                    <a:pt x="4" y="11"/>
                    <a:pt x="0" y="6"/>
                    <a:pt x="0" y="3"/>
                  </a:cubicBezTo>
                  <a:cubicBezTo>
                    <a:pt x="0" y="0"/>
                    <a:pt x="3" y="0"/>
                    <a:pt x="6" y="3"/>
                  </a:cubicBezTo>
                  <a:cubicBezTo>
                    <a:pt x="10" y="5"/>
                    <a:pt x="13" y="9"/>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1" name="Freeform 2603">
              <a:extLst>
                <a:ext uri="{FF2B5EF4-FFF2-40B4-BE49-F238E27FC236}">
                  <a16:creationId xmlns:a16="http://schemas.microsoft.com/office/drawing/2014/main" id="{F0D0BF11-5133-F86B-03D6-C69C057EDA77}"/>
                </a:ext>
              </a:extLst>
            </p:cNvPr>
            <p:cNvSpPr>
              <a:spLocks/>
            </p:cNvSpPr>
            <p:nvPr/>
          </p:nvSpPr>
          <p:spPr bwMode="auto">
            <a:xfrm rot="5094805">
              <a:off x="1705074" y="4166958"/>
              <a:ext cx="31990" cy="15995"/>
            </a:xfrm>
            <a:custGeom>
              <a:avLst/>
              <a:gdLst>
                <a:gd name="T0" fmla="*/ 12 w 13"/>
                <a:gd name="T1" fmla="*/ 0 h 7"/>
                <a:gd name="T2" fmla="*/ 8 w 13"/>
                <a:gd name="T3" fmla="*/ 5 h 7"/>
                <a:gd name="T4" fmla="*/ 0 w 13"/>
                <a:gd name="T5" fmla="*/ 6 h 7"/>
                <a:gd name="T6" fmla="*/ 6 w 13"/>
                <a:gd name="T7" fmla="*/ 2 h 7"/>
                <a:gd name="T8" fmla="*/ 12 w 13"/>
                <a:gd name="T9" fmla="*/ 0 h 7"/>
              </a:gdLst>
              <a:ahLst/>
              <a:cxnLst>
                <a:cxn ang="0">
                  <a:pos x="T0" y="T1"/>
                </a:cxn>
                <a:cxn ang="0">
                  <a:pos x="T2" y="T3"/>
                </a:cxn>
                <a:cxn ang="0">
                  <a:pos x="T4" y="T5"/>
                </a:cxn>
                <a:cxn ang="0">
                  <a:pos x="T6" y="T7"/>
                </a:cxn>
                <a:cxn ang="0">
                  <a:pos x="T8" y="T9"/>
                </a:cxn>
              </a:cxnLst>
              <a:rect l="0" t="0" r="r" b="b"/>
              <a:pathLst>
                <a:path w="13" h="7">
                  <a:moveTo>
                    <a:pt x="12" y="0"/>
                  </a:moveTo>
                  <a:cubicBezTo>
                    <a:pt x="13" y="1"/>
                    <a:pt x="11" y="3"/>
                    <a:pt x="8" y="5"/>
                  </a:cubicBezTo>
                  <a:cubicBezTo>
                    <a:pt x="4" y="6"/>
                    <a:pt x="1" y="7"/>
                    <a:pt x="0" y="6"/>
                  </a:cubicBezTo>
                  <a:cubicBezTo>
                    <a:pt x="0" y="5"/>
                    <a:pt x="3" y="3"/>
                    <a:pt x="6" y="2"/>
                  </a:cubicBezTo>
                  <a:cubicBezTo>
                    <a:pt x="9" y="1"/>
                    <a:pt x="11"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2" name="Freeform 2604">
              <a:extLst>
                <a:ext uri="{FF2B5EF4-FFF2-40B4-BE49-F238E27FC236}">
                  <a16:creationId xmlns:a16="http://schemas.microsoft.com/office/drawing/2014/main" id="{B6114A48-25DF-1836-B569-B240AD8C22F0}"/>
                </a:ext>
              </a:extLst>
            </p:cNvPr>
            <p:cNvSpPr>
              <a:spLocks/>
            </p:cNvSpPr>
            <p:nvPr/>
          </p:nvSpPr>
          <p:spPr bwMode="auto">
            <a:xfrm rot="5094805">
              <a:off x="1607356" y="3984005"/>
              <a:ext cx="34275" cy="15995"/>
            </a:xfrm>
            <a:custGeom>
              <a:avLst/>
              <a:gdLst>
                <a:gd name="T0" fmla="*/ 6 w 14"/>
                <a:gd name="T1" fmla="*/ 6 h 6"/>
                <a:gd name="T2" fmla="*/ 1 w 14"/>
                <a:gd name="T3" fmla="*/ 6 h 6"/>
                <a:gd name="T4" fmla="*/ 6 w 14"/>
                <a:gd name="T5" fmla="*/ 2 h 6"/>
                <a:gd name="T6" fmla="*/ 13 w 14"/>
                <a:gd name="T7" fmla="*/ 1 h 6"/>
                <a:gd name="T8" fmla="*/ 6 w 14"/>
                <a:gd name="T9" fmla="*/ 6 h 6"/>
              </a:gdLst>
              <a:ahLst/>
              <a:cxnLst>
                <a:cxn ang="0">
                  <a:pos x="T0" y="T1"/>
                </a:cxn>
                <a:cxn ang="0">
                  <a:pos x="T2" y="T3"/>
                </a:cxn>
                <a:cxn ang="0">
                  <a:pos x="T4" y="T5"/>
                </a:cxn>
                <a:cxn ang="0">
                  <a:pos x="T6" y="T7"/>
                </a:cxn>
                <a:cxn ang="0">
                  <a:pos x="T8" y="T9"/>
                </a:cxn>
              </a:cxnLst>
              <a:rect l="0" t="0" r="r" b="b"/>
              <a:pathLst>
                <a:path w="14" h="6">
                  <a:moveTo>
                    <a:pt x="6" y="6"/>
                  </a:moveTo>
                  <a:cubicBezTo>
                    <a:pt x="4" y="6"/>
                    <a:pt x="1" y="6"/>
                    <a:pt x="1" y="6"/>
                  </a:cubicBezTo>
                  <a:cubicBezTo>
                    <a:pt x="0" y="5"/>
                    <a:pt x="3" y="3"/>
                    <a:pt x="6" y="2"/>
                  </a:cubicBezTo>
                  <a:cubicBezTo>
                    <a:pt x="10" y="0"/>
                    <a:pt x="14" y="0"/>
                    <a:pt x="13" y="1"/>
                  </a:cubicBezTo>
                  <a:cubicBezTo>
                    <a:pt x="12" y="3"/>
                    <a:pt x="9" y="4"/>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3" name="Freeform 2605">
              <a:extLst>
                <a:ext uri="{FF2B5EF4-FFF2-40B4-BE49-F238E27FC236}">
                  <a16:creationId xmlns:a16="http://schemas.microsoft.com/office/drawing/2014/main" id="{7BD0C1A6-D5DC-04E2-F4BF-5A255ADA7B9E}"/>
                </a:ext>
              </a:extLst>
            </p:cNvPr>
            <p:cNvSpPr>
              <a:spLocks/>
            </p:cNvSpPr>
            <p:nvPr/>
          </p:nvSpPr>
          <p:spPr bwMode="auto">
            <a:xfrm rot="5094805">
              <a:off x="1508307" y="3797936"/>
              <a:ext cx="31990" cy="18280"/>
            </a:xfrm>
            <a:custGeom>
              <a:avLst/>
              <a:gdLst>
                <a:gd name="T0" fmla="*/ 12 w 13"/>
                <a:gd name="T1" fmla="*/ 0 h 7"/>
                <a:gd name="T2" fmla="*/ 8 w 13"/>
                <a:gd name="T3" fmla="*/ 5 h 7"/>
                <a:gd name="T4" fmla="*/ 0 w 13"/>
                <a:gd name="T5" fmla="*/ 5 h 7"/>
                <a:gd name="T6" fmla="*/ 6 w 13"/>
                <a:gd name="T7" fmla="*/ 1 h 7"/>
                <a:gd name="T8" fmla="*/ 12 w 13"/>
                <a:gd name="T9" fmla="*/ 0 h 7"/>
              </a:gdLst>
              <a:ahLst/>
              <a:cxnLst>
                <a:cxn ang="0">
                  <a:pos x="T0" y="T1"/>
                </a:cxn>
                <a:cxn ang="0">
                  <a:pos x="T2" y="T3"/>
                </a:cxn>
                <a:cxn ang="0">
                  <a:pos x="T4" y="T5"/>
                </a:cxn>
                <a:cxn ang="0">
                  <a:pos x="T6" y="T7"/>
                </a:cxn>
                <a:cxn ang="0">
                  <a:pos x="T8" y="T9"/>
                </a:cxn>
              </a:cxnLst>
              <a:rect l="0" t="0" r="r" b="b"/>
              <a:pathLst>
                <a:path w="13" h="7">
                  <a:moveTo>
                    <a:pt x="12" y="0"/>
                  </a:moveTo>
                  <a:cubicBezTo>
                    <a:pt x="13" y="1"/>
                    <a:pt x="11" y="4"/>
                    <a:pt x="8" y="5"/>
                  </a:cubicBezTo>
                  <a:cubicBezTo>
                    <a:pt x="4" y="7"/>
                    <a:pt x="0" y="7"/>
                    <a:pt x="0" y="5"/>
                  </a:cubicBezTo>
                  <a:cubicBezTo>
                    <a:pt x="0" y="4"/>
                    <a:pt x="3" y="2"/>
                    <a:pt x="6" y="1"/>
                  </a:cubicBezTo>
                  <a:cubicBezTo>
                    <a:pt x="8" y="0"/>
                    <a:pt x="11"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4" name="Freeform 2606">
              <a:extLst>
                <a:ext uri="{FF2B5EF4-FFF2-40B4-BE49-F238E27FC236}">
                  <a16:creationId xmlns:a16="http://schemas.microsoft.com/office/drawing/2014/main" id="{3621D2FF-2C6A-52E1-77AC-E4589593737D}"/>
                </a:ext>
              </a:extLst>
            </p:cNvPr>
            <p:cNvSpPr>
              <a:spLocks/>
            </p:cNvSpPr>
            <p:nvPr/>
          </p:nvSpPr>
          <p:spPr bwMode="auto">
            <a:xfrm rot="5094805">
              <a:off x="1417223" y="3610017"/>
              <a:ext cx="29705" cy="22850"/>
            </a:xfrm>
            <a:custGeom>
              <a:avLst/>
              <a:gdLst>
                <a:gd name="T0" fmla="*/ 12 w 12"/>
                <a:gd name="T1" fmla="*/ 2 h 9"/>
                <a:gd name="T2" fmla="*/ 7 w 12"/>
                <a:gd name="T3" fmla="*/ 7 h 9"/>
                <a:gd name="T4" fmla="*/ 0 w 12"/>
                <a:gd name="T5" fmla="*/ 5 h 9"/>
                <a:gd name="T6" fmla="*/ 6 w 12"/>
                <a:gd name="T7" fmla="*/ 1 h 9"/>
                <a:gd name="T8" fmla="*/ 12 w 12"/>
                <a:gd name="T9" fmla="*/ 2 h 9"/>
              </a:gdLst>
              <a:ahLst/>
              <a:cxnLst>
                <a:cxn ang="0">
                  <a:pos x="T0" y="T1"/>
                </a:cxn>
                <a:cxn ang="0">
                  <a:pos x="T2" y="T3"/>
                </a:cxn>
                <a:cxn ang="0">
                  <a:pos x="T4" y="T5"/>
                </a:cxn>
                <a:cxn ang="0">
                  <a:pos x="T6" y="T7"/>
                </a:cxn>
                <a:cxn ang="0">
                  <a:pos x="T8" y="T9"/>
                </a:cxn>
              </a:cxnLst>
              <a:rect l="0" t="0" r="r" b="b"/>
              <a:pathLst>
                <a:path w="12" h="9">
                  <a:moveTo>
                    <a:pt x="12" y="2"/>
                  </a:moveTo>
                  <a:cubicBezTo>
                    <a:pt x="11" y="4"/>
                    <a:pt x="9" y="6"/>
                    <a:pt x="7" y="7"/>
                  </a:cubicBezTo>
                  <a:cubicBezTo>
                    <a:pt x="3" y="9"/>
                    <a:pt x="0" y="8"/>
                    <a:pt x="0" y="5"/>
                  </a:cubicBezTo>
                  <a:cubicBezTo>
                    <a:pt x="0" y="4"/>
                    <a:pt x="3" y="1"/>
                    <a:pt x="6" y="1"/>
                  </a:cubicBezTo>
                  <a:cubicBezTo>
                    <a:pt x="10" y="0"/>
                    <a:pt x="12"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5" name="Freeform 2607">
              <a:extLst>
                <a:ext uri="{FF2B5EF4-FFF2-40B4-BE49-F238E27FC236}">
                  <a16:creationId xmlns:a16="http://schemas.microsoft.com/office/drawing/2014/main" id="{67A47205-D92D-A529-93AF-8B3BA380AAEB}"/>
                </a:ext>
              </a:extLst>
            </p:cNvPr>
            <p:cNvSpPr>
              <a:spLocks/>
            </p:cNvSpPr>
            <p:nvPr/>
          </p:nvSpPr>
          <p:spPr bwMode="auto">
            <a:xfrm rot="5094805">
              <a:off x="1329439" y="3422636"/>
              <a:ext cx="34275" cy="22850"/>
            </a:xfrm>
            <a:custGeom>
              <a:avLst/>
              <a:gdLst>
                <a:gd name="T0" fmla="*/ 9 w 14"/>
                <a:gd name="T1" fmla="*/ 8 h 10"/>
                <a:gd name="T2" fmla="*/ 1 w 14"/>
                <a:gd name="T3" fmla="*/ 7 h 10"/>
                <a:gd name="T4" fmla="*/ 6 w 14"/>
                <a:gd name="T5" fmla="*/ 1 h 10"/>
                <a:gd name="T6" fmla="*/ 13 w 14"/>
                <a:gd name="T7" fmla="*/ 3 h 10"/>
                <a:gd name="T8" fmla="*/ 9 w 14"/>
                <a:gd name="T9" fmla="*/ 8 h 10"/>
              </a:gdLst>
              <a:ahLst/>
              <a:cxnLst>
                <a:cxn ang="0">
                  <a:pos x="T0" y="T1"/>
                </a:cxn>
                <a:cxn ang="0">
                  <a:pos x="T2" y="T3"/>
                </a:cxn>
                <a:cxn ang="0">
                  <a:pos x="T4" y="T5"/>
                </a:cxn>
                <a:cxn ang="0">
                  <a:pos x="T6" y="T7"/>
                </a:cxn>
                <a:cxn ang="0">
                  <a:pos x="T8" y="T9"/>
                </a:cxn>
              </a:cxnLst>
              <a:rect l="0" t="0" r="r" b="b"/>
              <a:pathLst>
                <a:path w="14" h="10">
                  <a:moveTo>
                    <a:pt x="9" y="8"/>
                  </a:moveTo>
                  <a:cubicBezTo>
                    <a:pt x="4" y="10"/>
                    <a:pt x="1" y="9"/>
                    <a:pt x="1" y="7"/>
                  </a:cubicBezTo>
                  <a:cubicBezTo>
                    <a:pt x="0" y="5"/>
                    <a:pt x="3" y="2"/>
                    <a:pt x="6" y="1"/>
                  </a:cubicBezTo>
                  <a:cubicBezTo>
                    <a:pt x="10" y="0"/>
                    <a:pt x="14" y="0"/>
                    <a:pt x="13" y="3"/>
                  </a:cubicBezTo>
                  <a:cubicBezTo>
                    <a:pt x="12" y="5"/>
                    <a:pt x="10"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6" name="Freeform 2608">
              <a:extLst>
                <a:ext uri="{FF2B5EF4-FFF2-40B4-BE49-F238E27FC236}">
                  <a16:creationId xmlns:a16="http://schemas.microsoft.com/office/drawing/2014/main" id="{EFA47DCF-CFBF-7029-53A7-CCD0CC1527EB}"/>
                </a:ext>
              </a:extLst>
            </p:cNvPr>
            <p:cNvSpPr>
              <a:spLocks/>
            </p:cNvSpPr>
            <p:nvPr/>
          </p:nvSpPr>
          <p:spPr bwMode="auto">
            <a:xfrm rot="5094805">
              <a:off x="1249832" y="3235883"/>
              <a:ext cx="34275" cy="25135"/>
            </a:xfrm>
            <a:custGeom>
              <a:avLst/>
              <a:gdLst>
                <a:gd name="T0" fmla="*/ 14 w 14"/>
                <a:gd name="T1" fmla="*/ 2 h 11"/>
                <a:gd name="T2" fmla="*/ 8 w 14"/>
                <a:gd name="T3" fmla="*/ 9 h 11"/>
                <a:gd name="T4" fmla="*/ 1 w 14"/>
                <a:gd name="T5" fmla="*/ 8 h 11"/>
                <a:gd name="T6" fmla="*/ 6 w 14"/>
                <a:gd name="T7" fmla="*/ 1 h 11"/>
                <a:gd name="T8" fmla="*/ 14 w 14"/>
                <a:gd name="T9" fmla="*/ 2 h 11"/>
              </a:gdLst>
              <a:ahLst/>
              <a:cxnLst>
                <a:cxn ang="0">
                  <a:pos x="T0" y="T1"/>
                </a:cxn>
                <a:cxn ang="0">
                  <a:pos x="T2" y="T3"/>
                </a:cxn>
                <a:cxn ang="0">
                  <a:pos x="T4" y="T5"/>
                </a:cxn>
                <a:cxn ang="0">
                  <a:pos x="T6" y="T7"/>
                </a:cxn>
                <a:cxn ang="0">
                  <a:pos x="T8" y="T9"/>
                </a:cxn>
              </a:cxnLst>
              <a:rect l="0" t="0" r="r" b="b"/>
              <a:pathLst>
                <a:path w="14" h="11">
                  <a:moveTo>
                    <a:pt x="14" y="2"/>
                  </a:moveTo>
                  <a:cubicBezTo>
                    <a:pt x="12" y="5"/>
                    <a:pt x="11" y="8"/>
                    <a:pt x="8" y="9"/>
                  </a:cubicBezTo>
                  <a:cubicBezTo>
                    <a:pt x="6" y="11"/>
                    <a:pt x="2" y="10"/>
                    <a:pt x="1" y="8"/>
                  </a:cubicBezTo>
                  <a:cubicBezTo>
                    <a:pt x="0" y="5"/>
                    <a:pt x="2" y="1"/>
                    <a:pt x="6" y="1"/>
                  </a:cubicBezTo>
                  <a:cubicBezTo>
                    <a:pt x="8" y="0"/>
                    <a:pt x="11" y="1"/>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7" name="Freeform 2609">
              <a:extLst>
                <a:ext uri="{FF2B5EF4-FFF2-40B4-BE49-F238E27FC236}">
                  <a16:creationId xmlns:a16="http://schemas.microsoft.com/office/drawing/2014/main" id="{5ECF225D-8BB8-9341-CEB4-CA1E6BA235ED}"/>
                </a:ext>
              </a:extLst>
            </p:cNvPr>
            <p:cNvSpPr>
              <a:spLocks/>
            </p:cNvSpPr>
            <p:nvPr/>
          </p:nvSpPr>
          <p:spPr bwMode="auto">
            <a:xfrm rot="5094805">
              <a:off x="1175915" y="3047480"/>
              <a:ext cx="34275" cy="29705"/>
            </a:xfrm>
            <a:custGeom>
              <a:avLst/>
              <a:gdLst>
                <a:gd name="T0" fmla="*/ 7 w 14"/>
                <a:gd name="T1" fmla="*/ 0 h 12"/>
                <a:gd name="T2" fmla="*/ 12 w 14"/>
                <a:gd name="T3" fmla="*/ 4 h 12"/>
                <a:gd name="T4" fmla="*/ 6 w 14"/>
                <a:gd name="T5" fmla="*/ 12 h 12"/>
                <a:gd name="T6" fmla="*/ 0 w 14"/>
                <a:gd name="T7" fmla="*/ 7 h 12"/>
                <a:gd name="T8" fmla="*/ 7 w 14"/>
                <a:gd name="T9" fmla="*/ 0 h 12"/>
              </a:gdLst>
              <a:ahLst/>
              <a:cxnLst>
                <a:cxn ang="0">
                  <a:pos x="T0" y="T1"/>
                </a:cxn>
                <a:cxn ang="0">
                  <a:pos x="T2" y="T3"/>
                </a:cxn>
                <a:cxn ang="0">
                  <a:pos x="T4" y="T5"/>
                </a:cxn>
                <a:cxn ang="0">
                  <a:pos x="T6" y="T7"/>
                </a:cxn>
                <a:cxn ang="0">
                  <a:pos x="T8" y="T9"/>
                </a:cxn>
              </a:cxnLst>
              <a:rect l="0" t="0" r="r" b="b"/>
              <a:pathLst>
                <a:path w="14" h="12">
                  <a:moveTo>
                    <a:pt x="7" y="0"/>
                  </a:moveTo>
                  <a:cubicBezTo>
                    <a:pt x="8" y="1"/>
                    <a:pt x="11" y="2"/>
                    <a:pt x="12" y="4"/>
                  </a:cubicBezTo>
                  <a:cubicBezTo>
                    <a:pt x="14" y="6"/>
                    <a:pt x="10" y="11"/>
                    <a:pt x="6" y="12"/>
                  </a:cubicBezTo>
                  <a:cubicBezTo>
                    <a:pt x="3" y="12"/>
                    <a:pt x="1" y="10"/>
                    <a:pt x="0" y="7"/>
                  </a:cubicBezTo>
                  <a:cubicBezTo>
                    <a:pt x="0" y="4"/>
                    <a:pt x="2"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8" name="Freeform 2610">
              <a:extLst>
                <a:ext uri="{FF2B5EF4-FFF2-40B4-BE49-F238E27FC236}">
                  <a16:creationId xmlns:a16="http://schemas.microsoft.com/office/drawing/2014/main" id="{A4C9C5DA-EF3C-3949-110C-A225F68FE3E0}"/>
                </a:ext>
              </a:extLst>
            </p:cNvPr>
            <p:cNvSpPr>
              <a:spLocks/>
            </p:cNvSpPr>
            <p:nvPr/>
          </p:nvSpPr>
          <p:spPr bwMode="auto">
            <a:xfrm rot="5094805">
              <a:off x="1103975" y="2856705"/>
              <a:ext cx="31990" cy="31990"/>
            </a:xfrm>
            <a:custGeom>
              <a:avLst/>
              <a:gdLst>
                <a:gd name="T0" fmla="*/ 12 w 13"/>
                <a:gd name="T1" fmla="*/ 2 h 13"/>
                <a:gd name="T2" fmla="*/ 7 w 13"/>
                <a:gd name="T3" fmla="*/ 11 h 13"/>
                <a:gd name="T4" fmla="*/ 0 w 13"/>
                <a:gd name="T5" fmla="*/ 7 h 13"/>
                <a:gd name="T6" fmla="*/ 5 w 13"/>
                <a:gd name="T7" fmla="*/ 0 h 13"/>
                <a:gd name="T8" fmla="*/ 12 w 13"/>
                <a:gd name="T9" fmla="*/ 2 h 13"/>
              </a:gdLst>
              <a:ahLst/>
              <a:cxnLst>
                <a:cxn ang="0">
                  <a:pos x="T0" y="T1"/>
                </a:cxn>
                <a:cxn ang="0">
                  <a:pos x="T2" y="T3"/>
                </a:cxn>
                <a:cxn ang="0">
                  <a:pos x="T4" y="T5"/>
                </a:cxn>
                <a:cxn ang="0">
                  <a:pos x="T6" y="T7"/>
                </a:cxn>
                <a:cxn ang="0">
                  <a:pos x="T8" y="T9"/>
                </a:cxn>
              </a:cxnLst>
              <a:rect l="0" t="0" r="r" b="b"/>
              <a:pathLst>
                <a:path w="13" h="13">
                  <a:moveTo>
                    <a:pt x="12" y="2"/>
                  </a:moveTo>
                  <a:cubicBezTo>
                    <a:pt x="13" y="7"/>
                    <a:pt x="10" y="10"/>
                    <a:pt x="7" y="11"/>
                  </a:cubicBezTo>
                  <a:cubicBezTo>
                    <a:pt x="4" y="13"/>
                    <a:pt x="0" y="11"/>
                    <a:pt x="0" y="7"/>
                  </a:cubicBezTo>
                  <a:cubicBezTo>
                    <a:pt x="0" y="3"/>
                    <a:pt x="2" y="0"/>
                    <a:pt x="5" y="0"/>
                  </a:cubicBezTo>
                  <a:cubicBezTo>
                    <a:pt x="8" y="0"/>
                    <a:pt x="10" y="2"/>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9" name="Freeform 2611">
              <a:extLst>
                <a:ext uri="{FF2B5EF4-FFF2-40B4-BE49-F238E27FC236}">
                  <a16:creationId xmlns:a16="http://schemas.microsoft.com/office/drawing/2014/main" id="{2AAFCDAB-2B0E-FF2C-1C79-FC5E0A79A810}"/>
                </a:ext>
              </a:extLst>
            </p:cNvPr>
            <p:cNvSpPr>
              <a:spLocks/>
            </p:cNvSpPr>
            <p:nvPr/>
          </p:nvSpPr>
          <p:spPr bwMode="auto">
            <a:xfrm rot="5094805">
              <a:off x="1041235" y="2667299"/>
              <a:ext cx="31990" cy="31990"/>
            </a:xfrm>
            <a:custGeom>
              <a:avLst/>
              <a:gdLst>
                <a:gd name="T0" fmla="*/ 9 w 13"/>
                <a:gd name="T1" fmla="*/ 12 h 13"/>
                <a:gd name="T2" fmla="*/ 1 w 13"/>
                <a:gd name="T3" fmla="*/ 8 h 13"/>
                <a:gd name="T4" fmla="*/ 5 w 13"/>
                <a:gd name="T5" fmla="*/ 1 h 13"/>
                <a:gd name="T6" fmla="*/ 13 w 13"/>
                <a:gd name="T7" fmla="*/ 6 h 13"/>
                <a:gd name="T8" fmla="*/ 9 w 13"/>
                <a:gd name="T9" fmla="*/ 12 h 13"/>
              </a:gdLst>
              <a:ahLst/>
              <a:cxnLst>
                <a:cxn ang="0">
                  <a:pos x="T0" y="T1"/>
                </a:cxn>
                <a:cxn ang="0">
                  <a:pos x="T2" y="T3"/>
                </a:cxn>
                <a:cxn ang="0">
                  <a:pos x="T4" y="T5"/>
                </a:cxn>
                <a:cxn ang="0">
                  <a:pos x="T6" y="T7"/>
                </a:cxn>
                <a:cxn ang="0">
                  <a:pos x="T8" y="T9"/>
                </a:cxn>
              </a:cxnLst>
              <a:rect l="0" t="0" r="r" b="b"/>
              <a:pathLst>
                <a:path w="13" h="13">
                  <a:moveTo>
                    <a:pt x="9" y="12"/>
                  </a:moveTo>
                  <a:cubicBezTo>
                    <a:pt x="4" y="13"/>
                    <a:pt x="1" y="12"/>
                    <a:pt x="1" y="8"/>
                  </a:cubicBezTo>
                  <a:cubicBezTo>
                    <a:pt x="0" y="5"/>
                    <a:pt x="2" y="2"/>
                    <a:pt x="5" y="1"/>
                  </a:cubicBezTo>
                  <a:cubicBezTo>
                    <a:pt x="9" y="0"/>
                    <a:pt x="13" y="2"/>
                    <a:pt x="13" y="6"/>
                  </a:cubicBezTo>
                  <a:cubicBezTo>
                    <a:pt x="12" y="8"/>
                    <a:pt x="10" y="11"/>
                    <a:pt x="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0" name="Freeform 2612">
              <a:extLst>
                <a:ext uri="{FF2B5EF4-FFF2-40B4-BE49-F238E27FC236}">
                  <a16:creationId xmlns:a16="http://schemas.microsoft.com/office/drawing/2014/main" id="{45E6838B-8056-EA33-919D-7BD4AA1C71AA}"/>
                </a:ext>
              </a:extLst>
            </p:cNvPr>
            <p:cNvSpPr>
              <a:spLocks/>
            </p:cNvSpPr>
            <p:nvPr/>
          </p:nvSpPr>
          <p:spPr bwMode="auto">
            <a:xfrm rot="5094805">
              <a:off x="986567" y="2478423"/>
              <a:ext cx="29705" cy="31990"/>
            </a:xfrm>
            <a:custGeom>
              <a:avLst/>
              <a:gdLst>
                <a:gd name="T0" fmla="*/ 12 w 12"/>
                <a:gd name="T1" fmla="*/ 7 h 13"/>
                <a:gd name="T2" fmla="*/ 7 w 12"/>
                <a:gd name="T3" fmla="*/ 12 h 13"/>
                <a:gd name="T4" fmla="*/ 0 w 12"/>
                <a:gd name="T5" fmla="*/ 6 h 13"/>
                <a:gd name="T6" fmla="*/ 6 w 12"/>
                <a:gd name="T7" fmla="*/ 0 h 13"/>
                <a:gd name="T8" fmla="*/ 12 w 12"/>
                <a:gd name="T9" fmla="*/ 7 h 13"/>
              </a:gdLst>
              <a:ahLst/>
              <a:cxnLst>
                <a:cxn ang="0">
                  <a:pos x="T0" y="T1"/>
                </a:cxn>
                <a:cxn ang="0">
                  <a:pos x="T2" y="T3"/>
                </a:cxn>
                <a:cxn ang="0">
                  <a:pos x="T4" y="T5"/>
                </a:cxn>
                <a:cxn ang="0">
                  <a:pos x="T6" y="T7"/>
                </a:cxn>
                <a:cxn ang="0">
                  <a:pos x="T8" y="T9"/>
                </a:cxn>
              </a:cxnLst>
              <a:rect l="0" t="0" r="r" b="b"/>
              <a:pathLst>
                <a:path w="12" h="13">
                  <a:moveTo>
                    <a:pt x="12" y="7"/>
                  </a:moveTo>
                  <a:cubicBezTo>
                    <a:pt x="11" y="8"/>
                    <a:pt x="9" y="11"/>
                    <a:pt x="7" y="12"/>
                  </a:cubicBezTo>
                  <a:cubicBezTo>
                    <a:pt x="3" y="13"/>
                    <a:pt x="0" y="10"/>
                    <a:pt x="0" y="6"/>
                  </a:cubicBezTo>
                  <a:cubicBezTo>
                    <a:pt x="0" y="3"/>
                    <a:pt x="3" y="0"/>
                    <a:pt x="6" y="0"/>
                  </a:cubicBezTo>
                  <a:cubicBezTo>
                    <a:pt x="9" y="0"/>
                    <a:pt x="12" y="3"/>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1" name="Freeform 2613">
              <a:extLst>
                <a:ext uri="{FF2B5EF4-FFF2-40B4-BE49-F238E27FC236}">
                  <a16:creationId xmlns:a16="http://schemas.microsoft.com/office/drawing/2014/main" id="{79AB73CC-96F4-FD92-A10F-47E9C1396950}"/>
                </a:ext>
              </a:extLst>
            </p:cNvPr>
            <p:cNvSpPr>
              <a:spLocks/>
            </p:cNvSpPr>
            <p:nvPr/>
          </p:nvSpPr>
          <p:spPr bwMode="auto">
            <a:xfrm rot="5094805">
              <a:off x="959193" y="2286710"/>
              <a:ext cx="36560" cy="31990"/>
            </a:xfrm>
            <a:custGeom>
              <a:avLst/>
              <a:gdLst>
                <a:gd name="T0" fmla="*/ 7 w 14"/>
                <a:gd name="T1" fmla="*/ 1 h 13"/>
                <a:gd name="T2" fmla="*/ 12 w 14"/>
                <a:gd name="T3" fmla="*/ 6 h 13"/>
                <a:gd name="T4" fmla="*/ 6 w 14"/>
                <a:gd name="T5" fmla="*/ 12 h 13"/>
                <a:gd name="T6" fmla="*/ 0 w 14"/>
                <a:gd name="T7" fmla="*/ 5 h 13"/>
                <a:gd name="T8" fmla="*/ 7 w 14"/>
                <a:gd name="T9" fmla="*/ 1 h 13"/>
              </a:gdLst>
              <a:ahLst/>
              <a:cxnLst>
                <a:cxn ang="0">
                  <a:pos x="T0" y="T1"/>
                </a:cxn>
                <a:cxn ang="0">
                  <a:pos x="T2" y="T3"/>
                </a:cxn>
                <a:cxn ang="0">
                  <a:pos x="T4" y="T5"/>
                </a:cxn>
                <a:cxn ang="0">
                  <a:pos x="T6" y="T7"/>
                </a:cxn>
                <a:cxn ang="0">
                  <a:pos x="T8" y="T9"/>
                </a:cxn>
              </a:cxnLst>
              <a:rect l="0" t="0" r="r" b="b"/>
              <a:pathLst>
                <a:path w="14" h="13">
                  <a:moveTo>
                    <a:pt x="7" y="1"/>
                  </a:moveTo>
                  <a:cubicBezTo>
                    <a:pt x="8" y="2"/>
                    <a:pt x="11" y="4"/>
                    <a:pt x="12" y="6"/>
                  </a:cubicBezTo>
                  <a:cubicBezTo>
                    <a:pt x="14" y="10"/>
                    <a:pt x="10" y="13"/>
                    <a:pt x="6" y="12"/>
                  </a:cubicBezTo>
                  <a:cubicBezTo>
                    <a:pt x="3" y="11"/>
                    <a:pt x="0" y="8"/>
                    <a:pt x="0" y="5"/>
                  </a:cubicBezTo>
                  <a:cubicBezTo>
                    <a:pt x="0" y="2"/>
                    <a:pt x="2" y="0"/>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2" name="Freeform 2614">
              <a:extLst>
                <a:ext uri="{FF2B5EF4-FFF2-40B4-BE49-F238E27FC236}">
                  <a16:creationId xmlns:a16="http://schemas.microsoft.com/office/drawing/2014/main" id="{EEC80E66-54DC-EA25-1EC9-1F0D023A970E}"/>
                </a:ext>
              </a:extLst>
            </p:cNvPr>
            <p:cNvSpPr>
              <a:spLocks/>
            </p:cNvSpPr>
            <p:nvPr/>
          </p:nvSpPr>
          <p:spPr bwMode="auto">
            <a:xfrm rot="5094805">
              <a:off x="980462" y="2087532"/>
              <a:ext cx="36560" cy="31990"/>
            </a:xfrm>
            <a:custGeom>
              <a:avLst/>
              <a:gdLst>
                <a:gd name="T0" fmla="*/ 6 w 15"/>
                <a:gd name="T1" fmla="*/ 1 h 13"/>
                <a:gd name="T2" fmla="*/ 13 w 15"/>
                <a:gd name="T3" fmla="*/ 7 h 13"/>
                <a:gd name="T4" fmla="*/ 8 w 15"/>
                <a:gd name="T5" fmla="*/ 12 h 13"/>
                <a:gd name="T6" fmla="*/ 1 w 15"/>
                <a:gd name="T7" fmla="*/ 5 h 13"/>
                <a:gd name="T8" fmla="*/ 6 w 15"/>
                <a:gd name="T9" fmla="*/ 1 h 13"/>
              </a:gdLst>
              <a:ahLst/>
              <a:cxnLst>
                <a:cxn ang="0">
                  <a:pos x="T0" y="T1"/>
                </a:cxn>
                <a:cxn ang="0">
                  <a:pos x="T2" y="T3"/>
                </a:cxn>
                <a:cxn ang="0">
                  <a:pos x="T4" y="T5"/>
                </a:cxn>
                <a:cxn ang="0">
                  <a:pos x="T6" y="T7"/>
                </a:cxn>
                <a:cxn ang="0">
                  <a:pos x="T8" y="T9"/>
                </a:cxn>
              </a:cxnLst>
              <a:rect l="0" t="0" r="r" b="b"/>
              <a:pathLst>
                <a:path w="15" h="13">
                  <a:moveTo>
                    <a:pt x="6" y="1"/>
                  </a:moveTo>
                  <a:cubicBezTo>
                    <a:pt x="8" y="2"/>
                    <a:pt x="11" y="5"/>
                    <a:pt x="13" y="7"/>
                  </a:cubicBezTo>
                  <a:cubicBezTo>
                    <a:pt x="15" y="11"/>
                    <a:pt x="11" y="13"/>
                    <a:pt x="8" y="12"/>
                  </a:cubicBezTo>
                  <a:cubicBezTo>
                    <a:pt x="4" y="11"/>
                    <a:pt x="1" y="9"/>
                    <a:pt x="1" y="5"/>
                  </a:cubicBezTo>
                  <a:cubicBezTo>
                    <a:pt x="0" y="2"/>
                    <a:pt x="2"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3" name="Freeform 2615">
              <a:extLst>
                <a:ext uri="{FF2B5EF4-FFF2-40B4-BE49-F238E27FC236}">
                  <a16:creationId xmlns:a16="http://schemas.microsoft.com/office/drawing/2014/main" id="{F87A3725-8B36-1B0C-EF0C-0298D73B7DB0}"/>
                </a:ext>
              </a:extLst>
            </p:cNvPr>
            <p:cNvSpPr>
              <a:spLocks/>
            </p:cNvSpPr>
            <p:nvPr/>
          </p:nvSpPr>
          <p:spPr bwMode="auto">
            <a:xfrm rot="5094805">
              <a:off x="1042505" y="1880349"/>
              <a:ext cx="31990" cy="36560"/>
            </a:xfrm>
            <a:custGeom>
              <a:avLst/>
              <a:gdLst>
                <a:gd name="T0" fmla="*/ 13 w 13"/>
                <a:gd name="T1" fmla="*/ 9 h 15"/>
                <a:gd name="T2" fmla="*/ 8 w 13"/>
                <a:gd name="T3" fmla="*/ 14 h 15"/>
                <a:gd name="T4" fmla="*/ 0 w 13"/>
                <a:gd name="T5" fmla="*/ 5 h 15"/>
                <a:gd name="T6" fmla="*/ 6 w 13"/>
                <a:gd name="T7" fmla="*/ 3 h 15"/>
                <a:gd name="T8" fmla="*/ 13 w 13"/>
                <a:gd name="T9" fmla="*/ 9 h 15"/>
              </a:gdLst>
              <a:ahLst/>
              <a:cxnLst>
                <a:cxn ang="0">
                  <a:pos x="T0" y="T1"/>
                </a:cxn>
                <a:cxn ang="0">
                  <a:pos x="T2" y="T3"/>
                </a:cxn>
                <a:cxn ang="0">
                  <a:pos x="T4" y="T5"/>
                </a:cxn>
                <a:cxn ang="0">
                  <a:pos x="T6" y="T7"/>
                </a:cxn>
                <a:cxn ang="0">
                  <a:pos x="T8" y="T9"/>
                </a:cxn>
              </a:cxnLst>
              <a:rect l="0" t="0" r="r" b="b"/>
              <a:pathLst>
                <a:path w="13" h="15">
                  <a:moveTo>
                    <a:pt x="13" y="9"/>
                  </a:moveTo>
                  <a:cubicBezTo>
                    <a:pt x="13" y="13"/>
                    <a:pt x="11" y="15"/>
                    <a:pt x="8" y="14"/>
                  </a:cubicBezTo>
                  <a:cubicBezTo>
                    <a:pt x="4" y="12"/>
                    <a:pt x="1" y="8"/>
                    <a:pt x="0" y="5"/>
                  </a:cubicBezTo>
                  <a:cubicBezTo>
                    <a:pt x="0" y="2"/>
                    <a:pt x="3" y="0"/>
                    <a:pt x="6" y="3"/>
                  </a:cubicBezTo>
                  <a:cubicBezTo>
                    <a:pt x="9" y="5"/>
                    <a:pt x="11" y="8"/>
                    <a:pt x="1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4" name="Freeform 2616">
              <a:extLst>
                <a:ext uri="{FF2B5EF4-FFF2-40B4-BE49-F238E27FC236}">
                  <a16:creationId xmlns:a16="http://schemas.microsoft.com/office/drawing/2014/main" id="{E58FABE6-A216-63A5-E82D-15CCC73B8C76}"/>
                </a:ext>
              </a:extLst>
            </p:cNvPr>
            <p:cNvSpPr>
              <a:spLocks/>
            </p:cNvSpPr>
            <p:nvPr/>
          </p:nvSpPr>
          <p:spPr bwMode="auto">
            <a:xfrm rot="5094805">
              <a:off x="1126055" y="1674370"/>
              <a:ext cx="34275" cy="31990"/>
            </a:xfrm>
            <a:custGeom>
              <a:avLst/>
              <a:gdLst>
                <a:gd name="T0" fmla="*/ 9 w 14"/>
                <a:gd name="T1" fmla="*/ 13 h 13"/>
                <a:gd name="T2" fmla="*/ 1 w 14"/>
                <a:gd name="T3" fmla="*/ 4 h 13"/>
                <a:gd name="T4" fmla="*/ 6 w 14"/>
                <a:gd name="T5" fmla="*/ 2 h 13"/>
                <a:gd name="T6" fmla="*/ 13 w 14"/>
                <a:gd name="T7" fmla="*/ 11 h 13"/>
                <a:gd name="T8" fmla="*/ 9 w 14"/>
                <a:gd name="T9" fmla="*/ 13 h 13"/>
              </a:gdLst>
              <a:ahLst/>
              <a:cxnLst>
                <a:cxn ang="0">
                  <a:pos x="T0" y="T1"/>
                </a:cxn>
                <a:cxn ang="0">
                  <a:pos x="T2" y="T3"/>
                </a:cxn>
                <a:cxn ang="0">
                  <a:pos x="T4" y="T5"/>
                </a:cxn>
                <a:cxn ang="0">
                  <a:pos x="T6" y="T7"/>
                </a:cxn>
                <a:cxn ang="0">
                  <a:pos x="T8" y="T9"/>
                </a:cxn>
              </a:cxnLst>
              <a:rect l="0" t="0" r="r" b="b"/>
              <a:pathLst>
                <a:path w="14" h="13">
                  <a:moveTo>
                    <a:pt x="9" y="13"/>
                  </a:moveTo>
                  <a:cubicBezTo>
                    <a:pt x="4" y="10"/>
                    <a:pt x="2" y="7"/>
                    <a:pt x="1" y="4"/>
                  </a:cubicBezTo>
                  <a:cubicBezTo>
                    <a:pt x="0" y="1"/>
                    <a:pt x="2" y="0"/>
                    <a:pt x="6" y="2"/>
                  </a:cubicBezTo>
                  <a:cubicBezTo>
                    <a:pt x="10" y="4"/>
                    <a:pt x="14" y="9"/>
                    <a:pt x="13" y="11"/>
                  </a:cubicBezTo>
                  <a:cubicBezTo>
                    <a:pt x="13" y="13"/>
                    <a:pt x="10" y="13"/>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5" name="Freeform 2618">
              <a:extLst>
                <a:ext uri="{FF2B5EF4-FFF2-40B4-BE49-F238E27FC236}">
                  <a16:creationId xmlns:a16="http://schemas.microsoft.com/office/drawing/2014/main" id="{D143ED5C-D7E8-ADEB-B08E-3892B8A2934E}"/>
                </a:ext>
              </a:extLst>
            </p:cNvPr>
            <p:cNvSpPr>
              <a:spLocks/>
            </p:cNvSpPr>
            <p:nvPr/>
          </p:nvSpPr>
          <p:spPr bwMode="auto">
            <a:xfrm rot="5094805">
              <a:off x="1229154" y="1465517"/>
              <a:ext cx="36560" cy="34275"/>
            </a:xfrm>
            <a:custGeom>
              <a:avLst/>
              <a:gdLst>
                <a:gd name="T0" fmla="*/ 15 w 15"/>
                <a:gd name="T1" fmla="*/ 12 h 14"/>
                <a:gd name="T2" fmla="*/ 9 w 15"/>
                <a:gd name="T3" fmla="*/ 13 h 14"/>
                <a:gd name="T4" fmla="*/ 1 w 15"/>
                <a:gd name="T5" fmla="*/ 5 h 14"/>
                <a:gd name="T6" fmla="*/ 6 w 15"/>
                <a:gd name="T7" fmla="*/ 3 h 14"/>
                <a:gd name="T8" fmla="*/ 15 w 15"/>
                <a:gd name="T9" fmla="*/ 12 h 14"/>
              </a:gdLst>
              <a:ahLst/>
              <a:cxnLst>
                <a:cxn ang="0">
                  <a:pos x="T0" y="T1"/>
                </a:cxn>
                <a:cxn ang="0">
                  <a:pos x="T2" y="T3"/>
                </a:cxn>
                <a:cxn ang="0">
                  <a:pos x="T4" y="T5"/>
                </a:cxn>
                <a:cxn ang="0">
                  <a:pos x="T6" y="T7"/>
                </a:cxn>
                <a:cxn ang="0">
                  <a:pos x="T8" y="T9"/>
                </a:cxn>
              </a:cxnLst>
              <a:rect l="0" t="0" r="r" b="b"/>
              <a:pathLst>
                <a:path w="15" h="14">
                  <a:moveTo>
                    <a:pt x="15" y="12"/>
                  </a:moveTo>
                  <a:cubicBezTo>
                    <a:pt x="13" y="13"/>
                    <a:pt x="11" y="14"/>
                    <a:pt x="9" y="13"/>
                  </a:cubicBezTo>
                  <a:cubicBezTo>
                    <a:pt x="7" y="13"/>
                    <a:pt x="3" y="8"/>
                    <a:pt x="1" y="5"/>
                  </a:cubicBezTo>
                  <a:cubicBezTo>
                    <a:pt x="0" y="1"/>
                    <a:pt x="2" y="0"/>
                    <a:pt x="6" y="3"/>
                  </a:cubicBezTo>
                  <a:cubicBezTo>
                    <a:pt x="9" y="5"/>
                    <a:pt x="12" y="8"/>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6" name="Freeform 2619">
              <a:extLst>
                <a:ext uri="{FF2B5EF4-FFF2-40B4-BE49-F238E27FC236}">
                  <a16:creationId xmlns:a16="http://schemas.microsoft.com/office/drawing/2014/main" id="{E3B53DFB-8CDC-62AC-E970-33F70C2CD3E7}"/>
                </a:ext>
              </a:extLst>
            </p:cNvPr>
            <p:cNvSpPr>
              <a:spLocks/>
            </p:cNvSpPr>
            <p:nvPr/>
          </p:nvSpPr>
          <p:spPr bwMode="auto">
            <a:xfrm rot="5094805">
              <a:off x="1412330" y="1423136"/>
              <a:ext cx="29705" cy="34275"/>
            </a:xfrm>
            <a:custGeom>
              <a:avLst/>
              <a:gdLst>
                <a:gd name="T0" fmla="*/ 12 w 12"/>
                <a:gd name="T1" fmla="*/ 12 h 14"/>
                <a:gd name="T2" fmla="*/ 6 w 12"/>
                <a:gd name="T3" fmla="*/ 13 h 14"/>
                <a:gd name="T4" fmla="*/ 1 w 12"/>
                <a:gd name="T5" fmla="*/ 3 h 14"/>
                <a:gd name="T6" fmla="*/ 6 w 12"/>
                <a:gd name="T7" fmla="*/ 1 h 14"/>
                <a:gd name="T8" fmla="*/ 12 w 12"/>
                <a:gd name="T9" fmla="*/ 12 h 14"/>
              </a:gdLst>
              <a:ahLst/>
              <a:cxnLst>
                <a:cxn ang="0">
                  <a:pos x="T0" y="T1"/>
                </a:cxn>
                <a:cxn ang="0">
                  <a:pos x="T2" y="T3"/>
                </a:cxn>
                <a:cxn ang="0">
                  <a:pos x="T4" y="T5"/>
                </a:cxn>
                <a:cxn ang="0">
                  <a:pos x="T6" y="T7"/>
                </a:cxn>
                <a:cxn ang="0">
                  <a:pos x="T8" y="T9"/>
                </a:cxn>
              </a:cxnLst>
              <a:rect l="0" t="0" r="r" b="b"/>
              <a:pathLst>
                <a:path w="12" h="14">
                  <a:moveTo>
                    <a:pt x="12" y="12"/>
                  </a:moveTo>
                  <a:cubicBezTo>
                    <a:pt x="11" y="13"/>
                    <a:pt x="9" y="14"/>
                    <a:pt x="6" y="13"/>
                  </a:cubicBezTo>
                  <a:cubicBezTo>
                    <a:pt x="4" y="12"/>
                    <a:pt x="0" y="6"/>
                    <a:pt x="1" y="3"/>
                  </a:cubicBezTo>
                  <a:cubicBezTo>
                    <a:pt x="1" y="1"/>
                    <a:pt x="3" y="0"/>
                    <a:pt x="6" y="1"/>
                  </a:cubicBezTo>
                  <a:cubicBezTo>
                    <a:pt x="9" y="3"/>
                    <a:pt x="12" y="8"/>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7" name="Freeform 2620">
              <a:extLst>
                <a:ext uri="{FF2B5EF4-FFF2-40B4-BE49-F238E27FC236}">
                  <a16:creationId xmlns:a16="http://schemas.microsoft.com/office/drawing/2014/main" id="{EB113A28-3D4D-BD44-0B9A-C84E5F33BC8C}"/>
                </a:ext>
              </a:extLst>
            </p:cNvPr>
            <p:cNvSpPr>
              <a:spLocks/>
            </p:cNvSpPr>
            <p:nvPr/>
          </p:nvSpPr>
          <p:spPr bwMode="auto">
            <a:xfrm rot="5094805">
              <a:off x="1322984" y="1628383"/>
              <a:ext cx="29705" cy="38845"/>
            </a:xfrm>
            <a:custGeom>
              <a:avLst/>
              <a:gdLst>
                <a:gd name="T0" fmla="*/ 7 w 12"/>
                <a:gd name="T1" fmla="*/ 14 h 15"/>
                <a:gd name="T2" fmla="*/ 0 w 12"/>
                <a:gd name="T3" fmla="*/ 4 h 15"/>
                <a:gd name="T4" fmla="*/ 4 w 12"/>
                <a:gd name="T5" fmla="*/ 0 h 15"/>
                <a:gd name="T6" fmla="*/ 11 w 12"/>
                <a:gd name="T7" fmla="*/ 10 h 15"/>
                <a:gd name="T8" fmla="*/ 7 w 12"/>
                <a:gd name="T9" fmla="*/ 14 h 15"/>
              </a:gdLst>
              <a:ahLst/>
              <a:cxnLst>
                <a:cxn ang="0">
                  <a:pos x="T0" y="T1"/>
                </a:cxn>
                <a:cxn ang="0">
                  <a:pos x="T2" y="T3"/>
                </a:cxn>
                <a:cxn ang="0">
                  <a:pos x="T4" y="T5"/>
                </a:cxn>
                <a:cxn ang="0">
                  <a:pos x="T6" y="T7"/>
                </a:cxn>
                <a:cxn ang="0">
                  <a:pos x="T8" y="T9"/>
                </a:cxn>
              </a:cxnLst>
              <a:rect l="0" t="0" r="r" b="b"/>
              <a:pathLst>
                <a:path w="12" h="15">
                  <a:moveTo>
                    <a:pt x="7" y="14"/>
                  </a:moveTo>
                  <a:cubicBezTo>
                    <a:pt x="4" y="13"/>
                    <a:pt x="1" y="8"/>
                    <a:pt x="0" y="4"/>
                  </a:cubicBezTo>
                  <a:cubicBezTo>
                    <a:pt x="0" y="1"/>
                    <a:pt x="1" y="0"/>
                    <a:pt x="4" y="0"/>
                  </a:cubicBezTo>
                  <a:cubicBezTo>
                    <a:pt x="7" y="1"/>
                    <a:pt x="11" y="6"/>
                    <a:pt x="11" y="10"/>
                  </a:cubicBezTo>
                  <a:cubicBezTo>
                    <a:pt x="12" y="13"/>
                    <a:pt x="10" y="15"/>
                    <a:pt x="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8" name="Freeform 2621">
              <a:extLst>
                <a:ext uri="{FF2B5EF4-FFF2-40B4-BE49-F238E27FC236}">
                  <a16:creationId xmlns:a16="http://schemas.microsoft.com/office/drawing/2014/main" id="{801030B8-09A7-7506-EF7E-7A6BCF0F6F06}"/>
                </a:ext>
              </a:extLst>
            </p:cNvPr>
            <p:cNvSpPr>
              <a:spLocks/>
            </p:cNvSpPr>
            <p:nvPr/>
          </p:nvSpPr>
          <p:spPr bwMode="auto">
            <a:xfrm rot="5094805">
              <a:off x="1252888" y="1833156"/>
              <a:ext cx="27420" cy="38845"/>
            </a:xfrm>
            <a:custGeom>
              <a:avLst/>
              <a:gdLst>
                <a:gd name="T0" fmla="*/ 9 w 11"/>
                <a:gd name="T1" fmla="*/ 15 h 15"/>
                <a:gd name="T2" fmla="*/ 1 w 11"/>
                <a:gd name="T3" fmla="*/ 5 h 15"/>
                <a:gd name="T4" fmla="*/ 4 w 11"/>
                <a:gd name="T5" fmla="*/ 0 h 15"/>
                <a:gd name="T6" fmla="*/ 11 w 11"/>
                <a:gd name="T7" fmla="*/ 9 h 15"/>
                <a:gd name="T8" fmla="*/ 9 w 11"/>
                <a:gd name="T9" fmla="*/ 15 h 15"/>
              </a:gdLst>
              <a:ahLst/>
              <a:cxnLst>
                <a:cxn ang="0">
                  <a:pos x="T0" y="T1"/>
                </a:cxn>
                <a:cxn ang="0">
                  <a:pos x="T2" y="T3"/>
                </a:cxn>
                <a:cxn ang="0">
                  <a:pos x="T4" y="T5"/>
                </a:cxn>
                <a:cxn ang="0">
                  <a:pos x="T6" y="T7"/>
                </a:cxn>
                <a:cxn ang="0">
                  <a:pos x="T8" y="T9"/>
                </a:cxn>
              </a:cxnLst>
              <a:rect l="0" t="0" r="r" b="b"/>
              <a:pathLst>
                <a:path w="11" h="15">
                  <a:moveTo>
                    <a:pt x="9" y="15"/>
                  </a:moveTo>
                  <a:cubicBezTo>
                    <a:pt x="4" y="14"/>
                    <a:pt x="1" y="10"/>
                    <a:pt x="1" y="5"/>
                  </a:cubicBezTo>
                  <a:cubicBezTo>
                    <a:pt x="0" y="2"/>
                    <a:pt x="1" y="0"/>
                    <a:pt x="4" y="0"/>
                  </a:cubicBezTo>
                  <a:cubicBezTo>
                    <a:pt x="7" y="0"/>
                    <a:pt x="11" y="5"/>
                    <a:pt x="11" y="9"/>
                  </a:cubicBezTo>
                  <a:cubicBezTo>
                    <a:pt x="11" y="12"/>
                    <a:pt x="9" y="14"/>
                    <a:pt x="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9" name="Freeform 2622">
              <a:extLst>
                <a:ext uri="{FF2B5EF4-FFF2-40B4-BE49-F238E27FC236}">
                  <a16:creationId xmlns:a16="http://schemas.microsoft.com/office/drawing/2014/main" id="{55918AFF-44A9-6F2F-8465-98FC562F55C4}"/>
                </a:ext>
              </a:extLst>
            </p:cNvPr>
            <p:cNvSpPr>
              <a:spLocks/>
            </p:cNvSpPr>
            <p:nvPr/>
          </p:nvSpPr>
          <p:spPr bwMode="auto">
            <a:xfrm rot="5094805">
              <a:off x="1204404" y="2032374"/>
              <a:ext cx="29705" cy="45700"/>
            </a:xfrm>
            <a:custGeom>
              <a:avLst/>
              <a:gdLst>
                <a:gd name="T0" fmla="*/ 5 w 12"/>
                <a:gd name="T1" fmla="*/ 1 h 18"/>
                <a:gd name="T2" fmla="*/ 12 w 12"/>
                <a:gd name="T3" fmla="*/ 11 h 18"/>
                <a:gd name="T4" fmla="*/ 6 w 12"/>
                <a:gd name="T5" fmla="*/ 16 h 18"/>
                <a:gd name="T6" fmla="*/ 1 w 12"/>
                <a:gd name="T7" fmla="*/ 8 h 18"/>
                <a:gd name="T8" fmla="*/ 5 w 12"/>
                <a:gd name="T9" fmla="*/ 1 h 18"/>
              </a:gdLst>
              <a:ahLst/>
              <a:cxnLst>
                <a:cxn ang="0">
                  <a:pos x="T0" y="T1"/>
                </a:cxn>
                <a:cxn ang="0">
                  <a:pos x="T2" y="T3"/>
                </a:cxn>
                <a:cxn ang="0">
                  <a:pos x="T4" y="T5"/>
                </a:cxn>
                <a:cxn ang="0">
                  <a:pos x="T6" y="T7"/>
                </a:cxn>
                <a:cxn ang="0">
                  <a:pos x="T8" y="T9"/>
                </a:cxn>
              </a:cxnLst>
              <a:rect l="0" t="0" r="r" b="b"/>
              <a:pathLst>
                <a:path w="12" h="18">
                  <a:moveTo>
                    <a:pt x="5" y="1"/>
                  </a:moveTo>
                  <a:cubicBezTo>
                    <a:pt x="9" y="2"/>
                    <a:pt x="12" y="7"/>
                    <a:pt x="12" y="11"/>
                  </a:cubicBezTo>
                  <a:cubicBezTo>
                    <a:pt x="12" y="15"/>
                    <a:pt x="9" y="18"/>
                    <a:pt x="6" y="16"/>
                  </a:cubicBezTo>
                  <a:cubicBezTo>
                    <a:pt x="3" y="14"/>
                    <a:pt x="1" y="12"/>
                    <a:pt x="1" y="8"/>
                  </a:cubicBezTo>
                  <a:cubicBezTo>
                    <a:pt x="0" y="3"/>
                    <a:pt x="2" y="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0" name="Freeform 2623">
              <a:extLst>
                <a:ext uri="{FF2B5EF4-FFF2-40B4-BE49-F238E27FC236}">
                  <a16:creationId xmlns:a16="http://schemas.microsoft.com/office/drawing/2014/main" id="{83BB4D71-B559-A223-0413-F1C4727E42A0}"/>
                </a:ext>
              </a:extLst>
            </p:cNvPr>
            <p:cNvSpPr>
              <a:spLocks/>
            </p:cNvSpPr>
            <p:nvPr/>
          </p:nvSpPr>
          <p:spPr bwMode="auto">
            <a:xfrm rot="5094805">
              <a:off x="1188728" y="2232294"/>
              <a:ext cx="27420" cy="41130"/>
            </a:xfrm>
            <a:custGeom>
              <a:avLst/>
              <a:gdLst>
                <a:gd name="T0" fmla="*/ 5 w 12"/>
                <a:gd name="T1" fmla="*/ 16 h 17"/>
                <a:gd name="T2" fmla="*/ 1 w 12"/>
                <a:gd name="T3" fmla="*/ 6 h 17"/>
                <a:gd name="T4" fmla="*/ 5 w 12"/>
                <a:gd name="T5" fmla="*/ 0 h 17"/>
                <a:gd name="T6" fmla="*/ 12 w 12"/>
                <a:gd name="T7" fmla="*/ 9 h 17"/>
                <a:gd name="T8" fmla="*/ 5 w 12"/>
                <a:gd name="T9" fmla="*/ 16 h 17"/>
              </a:gdLst>
              <a:ahLst/>
              <a:cxnLst>
                <a:cxn ang="0">
                  <a:pos x="T0" y="T1"/>
                </a:cxn>
                <a:cxn ang="0">
                  <a:pos x="T2" y="T3"/>
                </a:cxn>
                <a:cxn ang="0">
                  <a:pos x="T4" y="T5"/>
                </a:cxn>
                <a:cxn ang="0">
                  <a:pos x="T6" y="T7"/>
                </a:cxn>
                <a:cxn ang="0">
                  <a:pos x="T8" y="T9"/>
                </a:cxn>
              </a:cxnLst>
              <a:rect l="0" t="0" r="r" b="b"/>
              <a:pathLst>
                <a:path w="12" h="17">
                  <a:moveTo>
                    <a:pt x="5" y="16"/>
                  </a:moveTo>
                  <a:cubicBezTo>
                    <a:pt x="4" y="13"/>
                    <a:pt x="2" y="10"/>
                    <a:pt x="1" y="6"/>
                  </a:cubicBezTo>
                  <a:cubicBezTo>
                    <a:pt x="0" y="3"/>
                    <a:pt x="2" y="0"/>
                    <a:pt x="5" y="0"/>
                  </a:cubicBezTo>
                  <a:cubicBezTo>
                    <a:pt x="9" y="0"/>
                    <a:pt x="12" y="4"/>
                    <a:pt x="12" y="9"/>
                  </a:cubicBezTo>
                  <a:cubicBezTo>
                    <a:pt x="12" y="13"/>
                    <a:pt x="10" y="17"/>
                    <a:pt x="5"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1" name="Freeform 2624">
              <a:extLst>
                <a:ext uri="{FF2B5EF4-FFF2-40B4-BE49-F238E27FC236}">
                  <a16:creationId xmlns:a16="http://schemas.microsoft.com/office/drawing/2014/main" id="{0E10F69A-690F-59E2-E891-65B108087BD3}"/>
                </a:ext>
              </a:extLst>
            </p:cNvPr>
            <p:cNvSpPr>
              <a:spLocks/>
            </p:cNvSpPr>
            <p:nvPr/>
          </p:nvSpPr>
          <p:spPr bwMode="auto">
            <a:xfrm rot="5094805">
              <a:off x="1215254" y="2424933"/>
              <a:ext cx="27420" cy="45700"/>
            </a:xfrm>
            <a:custGeom>
              <a:avLst/>
              <a:gdLst>
                <a:gd name="T0" fmla="*/ 11 w 11"/>
                <a:gd name="T1" fmla="*/ 10 h 18"/>
                <a:gd name="T2" fmla="*/ 5 w 11"/>
                <a:gd name="T3" fmla="*/ 16 h 18"/>
                <a:gd name="T4" fmla="*/ 0 w 11"/>
                <a:gd name="T5" fmla="*/ 8 h 18"/>
                <a:gd name="T6" fmla="*/ 4 w 11"/>
                <a:gd name="T7" fmla="*/ 1 h 18"/>
                <a:gd name="T8" fmla="*/ 11 w 11"/>
                <a:gd name="T9" fmla="*/ 10 h 18"/>
              </a:gdLst>
              <a:ahLst/>
              <a:cxnLst>
                <a:cxn ang="0">
                  <a:pos x="T0" y="T1"/>
                </a:cxn>
                <a:cxn ang="0">
                  <a:pos x="T2" y="T3"/>
                </a:cxn>
                <a:cxn ang="0">
                  <a:pos x="T4" y="T5"/>
                </a:cxn>
                <a:cxn ang="0">
                  <a:pos x="T6" y="T7"/>
                </a:cxn>
                <a:cxn ang="0">
                  <a:pos x="T8" y="T9"/>
                </a:cxn>
              </a:cxnLst>
              <a:rect l="0" t="0" r="r" b="b"/>
              <a:pathLst>
                <a:path w="11" h="18">
                  <a:moveTo>
                    <a:pt x="11" y="10"/>
                  </a:moveTo>
                  <a:cubicBezTo>
                    <a:pt x="10" y="12"/>
                    <a:pt x="8" y="15"/>
                    <a:pt x="5" y="16"/>
                  </a:cubicBezTo>
                  <a:cubicBezTo>
                    <a:pt x="3" y="18"/>
                    <a:pt x="0" y="13"/>
                    <a:pt x="0" y="8"/>
                  </a:cubicBezTo>
                  <a:cubicBezTo>
                    <a:pt x="0" y="5"/>
                    <a:pt x="1" y="2"/>
                    <a:pt x="4" y="1"/>
                  </a:cubicBezTo>
                  <a:cubicBezTo>
                    <a:pt x="8" y="0"/>
                    <a:pt x="11" y="4"/>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2" name="Freeform 2625">
              <a:extLst>
                <a:ext uri="{FF2B5EF4-FFF2-40B4-BE49-F238E27FC236}">
                  <a16:creationId xmlns:a16="http://schemas.microsoft.com/office/drawing/2014/main" id="{1D99E2FE-1F55-6972-079C-0038A0467E5F}"/>
                </a:ext>
              </a:extLst>
            </p:cNvPr>
            <p:cNvSpPr>
              <a:spLocks/>
            </p:cNvSpPr>
            <p:nvPr/>
          </p:nvSpPr>
          <p:spPr bwMode="auto">
            <a:xfrm rot="5094805">
              <a:off x="1269825" y="2616200"/>
              <a:ext cx="27420" cy="38845"/>
            </a:xfrm>
            <a:custGeom>
              <a:avLst/>
              <a:gdLst>
                <a:gd name="T0" fmla="*/ 11 w 11"/>
                <a:gd name="T1" fmla="*/ 9 h 16"/>
                <a:gd name="T2" fmla="*/ 6 w 11"/>
                <a:gd name="T3" fmla="*/ 15 h 16"/>
                <a:gd name="T4" fmla="*/ 0 w 11"/>
                <a:gd name="T5" fmla="*/ 7 h 16"/>
                <a:gd name="T6" fmla="*/ 5 w 11"/>
                <a:gd name="T7" fmla="*/ 0 h 16"/>
                <a:gd name="T8" fmla="*/ 11 w 11"/>
                <a:gd name="T9" fmla="*/ 9 h 16"/>
              </a:gdLst>
              <a:ahLst/>
              <a:cxnLst>
                <a:cxn ang="0">
                  <a:pos x="T0" y="T1"/>
                </a:cxn>
                <a:cxn ang="0">
                  <a:pos x="T2" y="T3"/>
                </a:cxn>
                <a:cxn ang="0">
                  <a:pos x="T4" y="T5"/>
                </a:cxn>
                <a:cxn ang="0">
                  <a:pos x="T6" y="T7"/>
                </a:cxn>
                <a:cxn ang="0">
                  <a:pos x="T8" y="T9"/>
                </a:cxn>
              </a:cxnLst>
              <a:rect l="0" t="0" r="r" b="b"/>
              <a:pathLst>
                <a:path w="11" h="16">
                  <a:moveTo>
                    <a:pt x="11" y="9"/>
                  </a:moveTo>
                  <a:cubicBezTo>
                    <a:pt x="10" y="11"/>
                    <a:pt x="8" y="14"/>
                    <a:pt x="6" y="15"/>
                  </a:cubicBezTo>
                  <a:cubicBezTo>
                    <a:pt x="3" y="16"/>
                    <a:pt x="0" y="12"/>
                    <a:pt x="0" y="7"/>
                  </a:cubicBezTo>
                  <a:cubicBezTo>
                    <a:pt x="1" y="4"/>
                    <a:pt x="2" y="1"/>
                    <a:pt x="5" y="0"/>
                  </a:cubicBezTo>
                  <a:cubicBezTo>
                    <a:pt x="8" y="0"/>
                    <a:pt x="11" y="3"/>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3" name="Freeform 2626">
              <a:extLst>
                <a:ext uri="{FF2B5EF4-FFF2-40B4-BE49-F238E27FC236}">
                  <a16:creationId xmlns:a16="http://schemas.microsoft.com/office/drawing/2014/main" id="{E9A04AEF-AB42-2FEE-E106-7C7A6841778D}"/>
                </a:ext>
              </a:extLst>
            </p:cNvPr>
            <p:cNvSpPr>
              <a:spLocks/>
            </p:cNvSpPr>
            <p:nvPr/>
          </p:nvSpPr>
          <p:spPr bwMode="auto">
            <a:xfrm rot="5094805">
              <a:off x="1321291" y="2809001"/>
              <a:ext cx="25135" cy="36560"/>
            </a:xfrm>
            <a:custGeom>
              <a:avLst/>
              <a:gdLst>
                <a:gd name="T0" fmla="*/ 6 w 11"/>
                <a:gd name="T1" fmla="*/ 15 h 15"/>
                <a:gd name="T2" fmla="*/ 0 w 11"/>
                <a:gd name="T3" fmla="*/ 8 h 15"/>
                <a:gd name="T4" fmla="*/ 4 w 11"/>
                <a:gd name="T5" fmla="*/ 1 h 15"/>
                <a:gd name="T6" fmla="*/ 11 w 11"/>
                <a:gd name="T7" fmla="*/ 7 h 15"/>
                <a:gd name="T8" fmla="*/ 6 w 11"/>
                <a:gd name="T9" fmla="*/ 15 h 15"/>
              </a:gdLst>
              <a:ahLst/>
              <a:cxnLst>
                <a:cxn ang="0">
                  <a:pos x="T0" y="T1"/>
                </a:cxn>
                <a:cxn ang="0">
                  <a:pos x="T2" y="T3"/>
                </a:cxn>
                <a:cxn ang="0">
                  <a:pos x="T4" y="T5"/>
                </a:cxn>
                <a:cxn ang="0">
                  <a:pos x="T6" y="T7"/>
                </a:cxn>
                <a:cxn ang="0">
                  <a:pos x="T8" y="T9"/>
                </a:cxn>
              </a:cxnLst>
              <a:rect l="0" t="0" r="r" b="b"/>
              <a:pathLst>
                <a:path w="11" h="15">
                  <a:moveTo>
                    <a:pt x="6" y="15"/>
                  </a:moveTo>
                  <a:cubicBezTo>
                    <a:pt x="3" y="15"/>
                    <a:pt x="0" y="12"/>
                    <a:pt x="0" y="8"/>
                  </a:cubicBezTo>
                  <a:cubicBezTo>
                    <a:pt x="0" y="4"/>
                    <a:pt x="1" y="2"/>
                    <a:pt x="4" y="1"/>
                  </a:cubicBezTo>
                  <a:cubicBezTo>
                    <a:pt x="8" y="0"/>
                    <a:pt x="11" y="3"/>
                    <a:pt x="11" y="7"/>
                  </a:cubicBezTo>
                  <a:cubicBezTo>
                    <a:pt x="11" y="11"/>
                    <a:pt x="9" y="14"/>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4" name="Freeform 2627">
              <a:extLst>
                <a:ext uri="{FF2B5EF4-FFF2-40B4-BE49-F238E27FC236}">
                  <a16:creationId xmlns:a16="http://schemas.microsoft.com/office/drawing/2014/main" id="{1C3D6B2F-AA15-C958-8BD1-E83EC2612285}"/>
                </a:ext>
              </a:extLst>
            </p:cNvPr>
            <p:cNvSpPr>
              <a:spLocks/>
            </p:cNvSpPr>
            <p:nvPr/>
          </p:nvSpPr>
          <p:spPr bwMode="auto">
            <a:xfrm rot="5094805">
              <a:off x="1363538" y="3002313"/>
              <a:ext cx="29705" cy="31990"/>
            </a:xfrm>
            <a:custGeom>
              <a:avLst/>
              <a:gdLst>
                <a:gd name="T0" fmla="*/ 7 w 12"/>
                <a:gd name="T1" fmla="*/ 0 h 13"/>
                <a:gd name="T2" fmla="*/ 12 w 12"/>
                <a:gd name="T3" fmla="*/ 7 h 13"/>
                <a:gd name="T4" fmla="*/ 6 w 12"/>
                <a:gd name="T5" fmla="*/ 12 h 13"/>
                <a:gd name="T6" fmla="*/ 1 w 12"/>
                <a:gd name="T7" fmla="*/ 7 h 13"/>
                <a:gd name="T8" fmla="*/ 7 w 12"/>
                <a:gd name="T9" fmla="*/ 0 h 13"/>
              </a:gdLst>
              <a:ahLst/>
              <a:cxnLst>
                <a:cxn ang="0">
                  <a:pos x="T0" y="T1"/>
                </a:cxn>
                <a:cxn ang="0">
                  <a:pos x="T2" y="T3"/>
                </a:cxn>
                <a:cxn ang="0">
                  <a:pos x="T4" y="T5"/>
                </a:cxn>
                <a:cxn ang="0">
                  <a:pos x="T6" y="T7"/>
                </a:cxn>
                <a:cxn ang="0">
                  <a:pos x="T8" y="T9"/>
                </a:cxn>
              </a:cxnLst>
              <a:rect l="0" t="0" r="r" b="b"/>
              <a:pathLst>
                <a:path w="12" h="13">
                  <a:moveTo>
                    <a:pt x="7" y="0"/>
                  </a:moveTo>
                  <a:cubicBezTo>
                    <a:pt x="10" y="0"/>
                    <a:pt x="12" y="3"/>
                    <a:pt x="12" y="7"/>
                  </a:cubicBezTo>
                  <a:cubicBezTo>
                    <a:pt x="12" y="10"/>
                    <a:pt x="8" y="13"/>
                    <a:pt x="6" y="12"/>
                  </a:cubicBezTo>
                  <a:cubicBezTo>
                    <a:pt x="4" y="11"/>
                    <a:pt x="2" y="9"/>
                    <a:pt x="1" y="7"/>
                  </a:cubicBezTo>
                  <a:cubicBezTo>
                    <a:pt x="0" y="3"/>
                    <a:pt x="3"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5" name="Freeform 2628">
              <a:extLst>
                <a:ext uri="{FF2B5EF4-FFF2-40B4-BE49-F238E27FC236}">
                  <a16:creationId xmlns:a16="http://schemas.microsoft.com/office/drawing/2014/main" id="{F4AF734B-E74A-8E60-FC33-74D4C85538E7}"/>
                </a:ext>
              </a:extLst>
            </p:cNvPr>
            <p:cNvSpPr>
              <a:spLocks/>
            </p:cNvSpPr>
            <p:nvPr/>
          </p:nvSpPr>
          <p:spPr bwMode="auto">
            <a:xfrm rot="5094805">
              <a:off x="1409313" y="3196763"/>
              <a:ext cx="27420" cy="27420"/>
            </a:xfrm>
            <a:custGeom>
              <a:avLst/>
              <a:gdLst>
                <a:gd name="T0" fmla="*/ 11 w 11"/>
                <a:gd name="T1" fmla="*/ 6 h 11"/>
                <a:gd name="T2" fmla="*/ 5 w 11"/>
                <a:gd name="T3" fmla="*/ 10 h 11"/>
                <a:gd name="T4" fmla="*/ 0 w 11"/>
                <a:gd name="T5" fmla="*/ 5 h 11"/>
                <a:gd name="T6" fmla="*/ 5 w 11"/>
                <a:gd name="T7" fmla="*/ 1 h 11"/>
                <a:gd name="T8" fmla="*/ 11 w 11"/>
                <a:gd name="T9" fmla="*/ 6 h 11"/>
              </a:gdLst>
              <a:ahLst/>
              <a:cxnLst>
                <a:cxn ang="0">
                  <a:pos x="T0" y="T1"/>
                </a:cxn>
                <a:cxn ang="0">
                  <a:pos x="T2" y="T3"/>
                </a:cxn>
                <a:cxn ang="0">
                  <a:pos x="T4" y="T5"/>
                </a:cxn>
                <a:cxn ang="0">
                  <a:pos x="T6" y="T7"/>
                </a:cxn>
                <a:cxn ang="0">
                  <a:pos x="T8" y="T9"/>
                </a:cxn>
              </a:cxnLst>
              <a:rect l="0" t="0" r="r" b="b"/>
              <a:pathLst>
                <a:path w="11" h="11">
                  <a:moveTo>
                    <a:pt x="11" y="6"/>
                  </a:moveTo>
                  <a:cubicBezTo>
                    <a:pt x="10" y="7"/>
                    <a:pt x="8" y="10"/>
                    <a:pt x="5" y="10"/>
                  </a:cubicBezTo>
                  <a:cubicBezTo>
                    <a:pt x="3" y="11"/>
                    <a:pt x="0" y="8"/>
                    <a:pt x="0" y="5"/>
                  </a:cubicBezTo>
                  <a:cubicBezTo>
                    <a:pt x="0" y="3"/>
                    <a:pt x="2" y="1"/>
                    <a:pt x="5" y="1"/>
                  </a:cubicBezTo>
                  <a:cubicBezTo>
                    <a:pt x="8" y="0"/>
                    <a:pt x="11" y="2"/>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6" name="Freeform 2629">
              <a:extLst>
                <a:ext uri="{FF2B5EF4-FFF2-40B4-BE49-F238E27FC236}">
                  <a16:creationId xmlns:a16="http://schemas.microsoft.com/office/drawing/2014/main" id="{3148D1F0-D4E9-4311-9C8F-4B58FD908EFC}"/>
                </a:ext>
              </a:extLst>
            </p:cNvPr>
            <p:cNvSpPr>
              <a:spLocks/>
            </p:cNvSpPr>
            <p:nvPr/>
          </p:nvSpPr>
          <p:spPr bwMode="auto">
            <a:xfrm rot="5094805">
              <a:off x="1452804" y="3393498"/>
              <a:ext cx="29705" cy="18280"/>
            </a:xfrm>
            <a:custGeom>
              <a:avLst/>
              <a:gdLst>
                <a:gd name="T0" fmla="*/ 5 w 12"/>
                <a:gd name="T1" fmla="*/ 0 h 8"/>
                <a:gd name="T2" fmla="*/ 12 w 12"/>
                <a:gd name="T3" fmla="*/ 3 h 8"/>
                <a:gd name="T4" fmla="*/ 7 w 12"/>
                <a:gd name="T5" fmla="*/ 8 h 8"/>
                <a:gd name="T6" fmla="*/ 1 w 12"/>
                <a:gd name="T7" fmla="*/ 5 h 8"/>
                <a:gd name="T8" fmla="*/ 5 w 12"/>
                <a:gd name="T9" fmla="*/ 0 h 8"/>
              </a:gdLst>
              <a:ahLst/>
              <a:cxnLst>
                <a:cxn ang="0">
                  <a:pos x="T0" y="T1"/>
                </a:cxn>
                <a:cxn ang="0">
                  <a:pos x="T2" y="T3"/>
                </a:cxn>
                <a:cxn ang="0">
                  <a:pos x="T4" y="T5"/>
                </a:cxn>
                <a:cxn ang="0">
                  <a:pos x="T6" y="T7"/>
                </a:cxn>
                <a:cxn ang="0">
                  <a:pos x="T8" y="T9"/>
                </a:cxn>
              </a:cxnLst>
              <a:rect l="0" t="0" r="r" b="b"/>
              <a:pathLst>
                <a:path w="12" h="8">
                  <a:moveTo>
                    <a:pt x="5" y="0"/>
                  </a:moveTo>
                  <a:cubicBezTo>
                    <a:pt x="9" y="0"/>
                    <a:pt x="12" y="1"/>
                    <a:pt x="12" y="3"/>
                  </a:cubicBezTo>
                  <a:cubicBezTo>
                    <a:pt x="12" y="5"/>
                    <a:pt x="10" y="7"/>
                    <a:pt x="7" y="8"/>
                  </a:cubicBezTo>
                  <a:cubicBezTo>
                    <a:pt x="4" y="8"/>
                    <a:pt x="2" y="7"/>
                    <a:pt x="1" y="5"/>
                  </a:cubicBezTo>
                  <a:cubicBezTo>
                    <a:pt x="0" y="3"/>
                    <a:pt x="2"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7" name="Freeform 2630">
              <a:extLst>
                <a:ext uri="{FF2B5EF4-FFF2-40B4-BE49-F238E27FC236}">
                  <a16:creationId xmlns:a16="http://schemas.microsoft.com/office/drawing/2014/main" id="{1B81DAB4-A7AE-CD57-8314-795E3B95D7C4}"/>
                </a:ext>
              </a:extLst>
            </p:cNvPr>
            <p:cNvSpPr>
              <a:spLocks/>
            </p:cNvSpPr>
            <p:nvPr/>
          </p:nvSpPr>
          <p:spPr bwMode="auto">
            <a:xfrm rot="5094805">
              <a:off x="1506642" y="3585991"/>
              <a:ext cx="29705" cy="18280"/>
            </a:xfrm>
            <a:custGeom>
              <a:avLst/>
              <a:gdLst>
                <a:gd name="T0" fmla="*/ 6 w 12"/>
                <a:gd name="T1" fmla="*/ 6 h 7"/>
                <a:gd name="T2" fmla="*/ 0 w 12"/>
                <a:gd name="T3" fmla="*/ 4 h 7"/>
                <a:gd name="T4" fmla="*/ 4 w 12"/>
                <a:gd name="T5" fmla="*/ 1 h 7"/>
                <a:gd name="T6" fmla="*/ 11 w 12"/>
                <a:gd name="T7" fmla="*/ 2 h 7"/>
                <a:gd name="T8" fmla="*/ 6 w 12"/>
                <a:gd name="T9" fmla="*/ 6 h 7"/>
              </a:gdLst>
              <a:ahLst/>
              <a:cxnLst>
                <a:cxn ang="0">
                  <a:pos x="T0" y="T1"/>
                </a:cxn>
                <a:cxn ang="0">
                  <a:pos x="T2" y="T3"/>
                </a:cxn>
                <a:cxn ang="0">
                  <a:pos x="T4" y="T5"/>
                </a:cxn>
                <a:cxn ang="0">
                  <a:pos x="T6" y="T7"/>
                </a:cxn>
                <a:cxn ang="0">
                  <a:pos x="T8" y="T9"/>
                </a:cxn>
              </a:cxnLst>
              <a:rect l="0" t="0" r="r" b="b"/>
              <a:pathLst>
                <a:path w="12" h="7">
                  <a:moveTo>
                    <a:pt x="6" y="6"/>
                  </a:moveTo>
                  <a:cubicBezTo>
                    <a:pt x="3" y="7"/>
                    <a:pt x="0" y="6"/>
                    <a:pt x="0" y="4"/>
                  </a:cubicBezTo>
                  <a:cubicBezTo>
                    <a:pt x="0" y="3"/>
                    <a:pt x="1" y="2"/>
                    <a:pt x="4" y="1"/>
                  </a:cubicBezTo>
                  <a:cubicBezTo>
                    <a:pt x="7" y="0"/>
                    <a:pt x="10" y="1"/>
                    <a:pt x="11" y="2"/>
                  </a:cubicBezTo>
                  <a:cubicBezTo>
                    <a:pt x="12" y="3"/>
                    <a:pt x="9" y="5"/>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8" name="Freeform 2631">
              <a:extLst>
                <a:ext uri="{FF2B5EF4-FFF2-40B4-BE49-F238E27FC236}">
                  <a16:creationId xmlns:a16="http://schemas.microsoft.com/office/drawing/2014/main" id="{F95EC800-4BDF-6130-9D8D-E5379D2C5BFC}"/>
                </a:ext>
              </a:extLst>
            </p:cNvPr>
            <p:cNvSpPr>
              <a:spLocks/>
            </p:cNvSpPr>
            <p:nvPr/>
          </p:nvSpPr>
          <p:spPr bwMode="auto">
            <a:xfrm rot="5094805">
              <a:off x="1572699" y="3776342"/>
              <a:ext cx="27420" cy="13710"/>
            </a:xfrm>
            <a:custGeom>
              <a:avLst/>
              <a:gdLst>
                <a:gd name="T0" fmla="*/ 5 w 11"/>
                <a:gd name="T1" fmla="*/ 5 h 6"/>
                <a:gd name="T2" fmla="*/ 0 w 11"/>
                <a:gd name="T3" fmla="*/ 4 h 6"/>
                <a:gd name="T4" fmla="*/ 4 w 11"/>
                <a:gd name="T5" fmla="*/ 1 h 6"/>
                <a:gd name="T6" fmla="*/ 11 w 11"/>
                <a:gd name="T7" fmla="*/ 1 h 6"/>
                <a:gd name="T8" fmla="*/ 5 w 11"/>
                <a:gd name="T9" fmla="*/ 5 h 6"/>
              </a:gdLst>
              <a:ahLst/>
              <a:cxnLst>
                <a:cxn ang="0">
                  <a:pos x="T0" y="T1"/>
                </a:cxn>
                <a:cxn ang="0">
                  <a:pos x="T2" y="T3"/>
                </a:cxn>
                <a:cxn ang="0">
                  <a:pos x="T4" y="T5"/>
                </a:cxn>
                <a:cxn ang="0">
                  <a:pos x="T6" y="T7"/>
                </a:cxn>
                <a:cxn ang="0">
                  <a:pos x="T8" y="T9"/>
                </a:cxn>
              </a:cxnLst>
              <a:rect l="0" t="0" r="r" b="b"/>
              <a:pathLst>
                <a:path w="11" h="6">
                  <a:moveTo>
                    <a:pt x="5" y="5"/>
                  </a:moveTo>
                  <a:cubicBezTo>
                    <a:pt x="2" y="6"/>
                    <a:pt x="0" y="5"/>
                    <a:pt x="0" y="4"/>
                  </a:cubicBezTo>
                  <a:cubicBezTo>
                    <a:pt x="0" y="3"/>
                    <a:pt x="1" y="2"/>
                    <a:pt x="4" y="1"/>
                  </a:cubicBezTo>
                  <a:cubicBezTo>
                    <a:pt x="8" y="0"/>
                    <a:pt x="10" y="0"/>
                    <a:pt x="11" y="1"/>
                  </a:cubicBezTo>
                  <a:cubicBezTo>
                    <a:pt x="11" y="2"/>
                    <a:pt x="8" y="4"/>
                    <a:pt x="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9" name="Freeform 2632">
              <a:extLst>
                <a:ext uri="{FF2B5EF4-FFF2-40B4-BE49-F238E27FC236}">
                  <a16:creationId xmlns:a16="http://schemas.microsoft.com/office/drawing/2014/main" id="{B6E36AA2-4A65-5DE5-6591-62A3C3CD31FD}"/>
                </a:ext>
              </a:extLst>
            </p:cNvPr>
            <p:cNvSpPr>
              <a:spLocks/>
            </p:cNvSpPr>
            <p:nvPr/>
          </p:nvSpPr>
          <p:spPr bwMode="auto">
            <a:xfrm rot="5094805">
              <a:off x="1654784" y="3965168"/>
              <a:ext cx="27420" cy="11425"/>
            </a:xfrm>
            <a:custGeom>
              <a:avLst/>
              <a:gdLst>
                <a:gd name="T0" fmla="*/ 11 w 11"/>
                <a:gd name="T1" fmla="*/ 1 h 5"/>
                <a:gd name="T2" fmla="*/ 6 w 11"/>
                <a:gd name="T3" fmla="*/ 4 h 5"/>
                <a:gd name="T4" fmla="*/ 0 w 11"/>
                <a:gd name="T5" fmla="*/ 4 h 5"/>
                <a:gd name="T6" fmla="*/ 5 w 11"/>
                <a:gd name="T7" fmla="*/ 2 h 5"/>
                <a:gd name="T8" fmla="*/ 11 w 11"/>
                <a:gd name="T9" fmla="*/ 1 h 5"/>
              </a:gdLst>
              <a:ahLst/>
              <a:cxnLst>
                <a:cxn ang="0">
                  <a:pos x="T0" y="T1"/>
                </a:cxn>
                <a:cxn ang="0">
                  <a:pos x="T2" y="T3"/>
                </a:cxn>
                <a:cxn ang="0">
                  <a:pos x="T4" y="T5"/>
                </a:cxn>
                <a:cxn ang="0">
                  <a:pos x="T6" y="T7"/>
                </a:cxn>
                <a:cxn ang="0">
                  <a:pos x="T8" y="T9"/>
                </a:cxn>
              </a:cxnLst>
              <a:rect l="0" t="0" r="r" b="b"/>
              <a:pathLst>
                <a:path w="11" h="5">
                  <a:moveTo>
                    <a:pt x="11" y="1"/>
                  </a:moveTo>
                  <a:cubicBezTo>
                    <a:pt x="10" y="2"/>
                    <a:pt x="8" y="3"/>
                    <a:pt x="6" y="4"/>
                  </a:cubicBezTo>
                  <a:cubicBezTo>
                    <a:pt x="3" y="5"/>
                    <a:pt x="0" y="5"/>
                    <a:pt x="0" y="4"/>
                  </a:cubicBezTo>
                  <a:cubicBezTo>
                    <a:pt x="0" y="4"/>
                    <a:pt x="2" y="3"/>
                    <a:pt x="5" y="2"/>
                  </a:cubicBezTo>
                  <a:cubicBezTo>
                    <a:pt x="8" y="0"/>
                    <a:pt x="11"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0" name="Freeform 2633">
              <a:extLst>
                <a:ext uri="{FF2B5EF4-FFF2-40B4-BE49-F238E27FC236}">
                  <a16:creationId xmlns:a16="http://schemas.microsoft.com/office/drawing/2014/main" id="{1331B2F8-6CED-C1A0-2634-1BF24F714260}"/>
                </a:ext>
              </a:extLst>
            </p:cNvPr>
            <p:cNvSpPr>
              <a:spLocks/>
            </p:cNvSpPr>
            <p:nvPr/>
          </p:nvSpPr>
          <p:spPr bwMode="auto">
            <a:xfrm rot="5094805">
              <a:off x="1508504" y="1214997"/>
              <a:ext cx="29705" cy="34275"/>
            </a:xfrm>
            <a:custGeom>
              <a:avLst/>
              <a:gdLst>
                <a:gd name="T0" fmla="*/ 11 w 12"/>
                <a:gd name="T1" fmla="*/ 10 h 14"/>
                <a:gd name="T2" fmla="*/ 7 w 12"/>
                <a:gd name="T3" fmla="*/ 13 h 14"/>
                <a:gd name="T4" fmla="*/ 0 w 12"/>
                <a:gd name="T5" fmla="*/ 4 h 14"/>
                <a:gd name="T6" fmla="*/ 4 w 12"/>
                <a:gd name="T7" fmla="*/ 1 h 14"/>
                <a:gd name="T8" fmla="*/ 11 w 12"/>
                <a:gd name="T9" fmla="*/ 10 h 14"/>
              </a:gdLst>
              <a:ahLst/>
              <a:cxnLst>
                <a:cxn ang="0">
                  <a:pos x="T0" y="T1"/>
                </a:cxn>
                <a:cxn ang="0">
                  <a:pos x="T2" y="T3"/>
                </a:cxn>
                <a:cxn ang="0">
                  <a:pos x="T4" y="T5"/>
                </a:cxn>
                <a:cxn ang="0">
                  <a:pos x="T6" y="T7"/>
                </a:cxn>
                <a:cxn ang="0">
                  <a:pos x="T8" y="T9"/>
                </a:cxn>
              </a:cxnLst>
              <a:rect l="0" t="0" r="r" b="b"/>
              <a:pathLst>
                <a:path w="12" h="14">
                  <a:moveTo>
                    <a:pt x="11" y="10"/>
                  </a:moveTo>
                  <a:cubicBezTo>
                    <a:pt x="12" y="13"/>
                    <a:pt x="10" y="14"/>
                    <a:pt x="7" y="13"/>
                  </a:cubicBezTo>
                  <a:cubicBezTo>
                    <a:pt x="4" y="11"/>
                    <a:pt x="1" y="7"/>
                    <a:pt x="0" y="4"/>
                  </a:cubicBezTo>
                  <a:cubicBezTo>
                    <a:pt x="0" y="1"/>
                    <a:pt x="1" y="0"/>
                    <a:pt x="4" y="1"/>
                  </a:cubicBezTo>
                  <a:cubicBezTo>
                    <a:pt x="7" y="2"/>
                    <a:pt x="11" y="7"/>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1" name="Freeform 2634">
              <a:extLst>
                <a:ext uri="{FF2B5EF4-FFF2-40B4-BE49-F238E27FC236}">
                  <a16:creationId xmlns:a16="http://schemas.microsoft.com/office/drawing/2014/main" id="{7284EAEB-DA1B-5A7E-F136-3628FE3D07BF}"/>
                </a:ext>
              </a:extLst>
            </p:cNvPr>
            <p:cNvSpPr>
              <a:spLocks/>
            </p:cNvSpPr>
            <p:nvPr/>
          </p:nvSpPr>
          <p:spPr bwMode="auto">
            <a:xfrm rot="5094805">
              <a:off x="1602604" y="1011621"/>
              <a:ext cx="29705" cy="29705"/>
            </a:xfrm>
            <a:custGeom>
              <a:avLst/>
              <a:gdLst>
                <a:gd name="T0" fmla="*/ 11 w 12"/>
                <a:gd name="T1" fmla="*/ 8 h 12"/>
                <a:gd name="T2" fmla="*/ 6 w 12"/>
                <a:gd name="T3" fmla="*/ 11 h 12"/>
                <a:gd name="T4" fmla="*/ 0 w 12"/>
                <a:gd name="T5" fmla="*/ 3 h 12"/>
                <a:gd name="T6" fmla="*/ 4 w 12"/>
                <a:gd name="T7" fmla="*/ 1 h 12"/>
                <a:gd name="T8" fmla="*/ 11 w 12"/>
                <a:gd name="T9" fmla="*/ 8 h 12"/>
              </a:gdLst>
              <a:ahLst/>
              <a:cxnLst>
                <a:cxn ang="0">
                  <a:pos x="T0" y="T1"/>
                </a:cxn>
                <a:cxn ang="0">
                  <a:pos x="T2" y="T3"/>
                </a:cxn>
                <a:cxn ang="0">
                  <a:pos x="T4" y="T5"/>
                </a:cxn>
                <a:cxn ang="0">
                  <a:pos x="T6" y="T7"/>
                </a:cxn>
                <a:cxn ang="0">
                  <a:pos x="T8" y="T9"/>
                </a:cxn>
              </a:cxnLst>
              <a:rect l="0" t="0" r="r" b="b"/>
              <a:pathLst>
                <a:path w="12" h="12">
                  <a:moveTo>
                    <a:pt x="11" y="8"/>
                  </a:moveTo>
                  <a:cubicBezTo>
                    <a:pt x="12" y="11"/>
                    <a:pt x="10" y="12"/>
                    <a:pt x="6" y="11"/>
                  </a:cubicBezTo>
                  <a:cubicBezTo>
                    <a:pt x="3" y="9"/>
                    <a:pt x="0" y="5"/>
                    <a:pt x="0" y="3"/>
                  </a:cubicBezTo>
                  <a:cubicBezTo>
                    <a:pt x="0" y="0"/>
                    <a:pt x="1" y="0"/>
                    <a:pt x="4" y="1"/>
                  </a:cubicBezTo>
                  <a:cubicBezTo>
                    <a:pt x="7" y="2"/>
                    <a:pt x="10" y="6"/>
                    <a:pt x="1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2" name="Freeform 2635">
              <a:extLst>
                <a:ext uri="{FF2B5EF4-FFF2-40B4-BE49-F238E27FC236}">
                  <a16:creationId xmlns:a16="http://schemas.microsoft.com/office/drawing/2014/main" id="{667EFC6D-2154-8739-8471-8CE2DA3ADA76}"/>
                </a:ext>
              </a:extLst>
            </p:cNvPr>
            <p:cNvSpPr>
              <a:spLocks/>
            </p:cNvSpPr>
            <p:nvPr/>
          </p:nvSpPr>
          <p:spPr bwMode="auto">
            <a:xfrm rot="5094805">
              <a:off x="1690609" y="803057"/>
              <a:ext cx="29705" cy="27420"/>
            </a:xfrm>
            <a:custGeom>
              <a:avLst/>
              <a:gdLst>
                <a:gd name="T0" fmla="*/ 5 w 12"/>
                <a:gd name="T1" fmla="*/ 1 h 11"/>
                <a:gd name="T2" fmla="*/ 12 w 12"/>
                <a:gd name="T3" fmla="*/ 8 h 11"/>
                <a:gd name="T4" fmla="*/ 7 w 12"/>
                <a:gd name="T5" fmla="*/ 10 h 11"/>
                <a:gd name="T6" fmla="*/ 1 w 12"/>
                <a:gd name="T7" fmla="*/ 4 h 11"/>
                <a:gd name="T8" fmla="*/ 5 w 12"/>
                <a:gd name="T9" fmla="*/ 1 h 11"/>
              </a:gdLst>
              <a:ahLst/>
              <a:cxnLst>
                <a:cxn ang="0">
                  <a:pos x="T0" y="T1"/>
                </a:cxn>
                <a:cxn ang="0">
                  <a:pos x="T2" y="T3"/>
                </a:cxn>
                <a:cxn ang="0">
                  <a:pos x="T4" y="T5"/>
                </a:cxn>
                <a:cxn ang="0">
                  <a:pos x="T6" y="T7"/>
                </a:cxn>
                <a:cxn ang="0">
                  <a:pos x="T8" y="T9"/>
                </a:cxn>
              </a:cxnLst>
              <a:rect l="0" t="0" r="r" b="b"/>
              <a:pathLst>
                <a:path w="12" h="11">
                  <a:moveTo>
                    <a:pt x="5" y="1"/>
                  </a:moveTo>
                  <a:cubicBezTo>
                    <a:pt x="8" y="2"/>
                    <a:pt x="11" y="6"/>
                    <a:pt x="12" y="8"/>
                  </a:cubicBezTo>
                  <a:cubicBezTo>
                    <a:pt x="12" y="10"/>
                    <a:pt x="10" y="11"/>
                    <a:pt x="7" y="10"/>
                  </a:cubicBezTo>
                  <a:cubicBezTo>
                    <a:pt x="4" y="8"/>
                    <a:pt x="2" y="6"/>
                    <a:pt x="1" y="4"/>
                  </a:cubicBezTo>
                  <a:cubicBezTo>
                    <a:pt x="0" y="1"/>
                    <a:pt x="2" y="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3" name="Freeform 2636">
              <a:extLst>
                <a:ext uri="{FF2B5EF4-FFF2-40B4-BE49-F238E27FC236}">
                  <a16:creationId xmlns:a16="http://schemas.microsoft.com/office/drawing/2014/main" id="{D5C03141-6CEE-9C19-00C6-74D2D64093C1}"/>
                </a:ext>
              </a:extLst>
            </p:cNvPr>
            <p:cNvSpPr>
              <a:spLocks/>
            </p:cNvSpPr>
            <p:nvPr/>
          </p:nvSpPr>
          <p:spPr bwMode="auto">
            <a:xfrm rot="5094805">
              <a:off x="1758739" y="605429"/>
              <a:ext cx="29705" cy="20565"/>
            </a:xfrm>
            <a:custGeom>
              <a:avLst/>
              <a:gdLst>
                <a:gd name="T0" fmla="*/ 6 w 12"/>
                <a:gd name="T1" fmla="*/ 8 h 9"/>
                <a:gd name="T2" fmla="*/ 0 w 12"/>
                <a:gd name="T3" fmla="*/ 2 h 9"/>
                <a:gd name="T4" fmla="*/ 4 w 12"/>
                <a:gd name="T5" fmla="*/ 1 h 9"/>
                <a:gd name="T6" fmla="*/ 11 w 12"/>
                <a:gd name="T7" fmla="*/ 6 h 9"/>
                <a:gd name="T8" fmla="*/ 6 w 12"/>
                <a:gd name="T9" fmla="*/ 8 h 9"/>
              </a:gdLst>
              <a:ahLst/>
              <a:cxnLst>
                <a:cxn ang="0">
                  <a:pos x="T0" y="T1"/>
                </a:cxn>
                <a:cxn ang="0">
                  <a:pos x="T2" y="T3"/>
                </a:cxn>
                <a:cxn ang="0">
                  <a:pos x="T4" y="T5"/>
                </a:cxn>
                <a:cxn ang="0">
                  <a:pos x="T6" y="T7"/>
                </a:cxn>
                <a:cxn ang="0">
                  <a:pos x="T8" y="T9"/>
                </a:cxn>
              </a:cxnLst>
              <a:rect l="0" t="0" r="r" b="b"/>
              <a:pathLst>
                <a:path w="12" h="9">
                  <a:moveTo>
                    <a:pt x="6" y="8"/>
                  </a:moveTo>
                  <a:cubicBezTo>
                    <a:pt x="3" y="7"/>
                    <a:pt x="0" y="5"/>
                    <a:pt x="0" y="2"/>
                  </a:cubicBezTo>
                  <a:cubicBezTo>
                    <a:pt x="0" y="1"/>
                    <a:pt x="1" y="0"/>
                    <a:pt x="4" y="1"/>
                  </a:cubicBezTo>
                  <a:cubicBezTo>
                    <a:pt x="7" y="1"/>
                    <a:pt x="10" y="4"/>
                    <a:pt x="11" y="6"/>
                  </a:cubicBezTo>
                  <a:cubicBezTo>
                    <a:pt x="12" y="9"/>
                    <a:pt x="9" y="9"/>
                    <a:pt x="6"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4" name="Freeform 2637">
              <a:extLst>
                <a:ext uri="{FF2B5EF4-FFF2-40B4-BE49-F238E27FC236}">
                  <a16:creationId xmlns:a16="http://schemas.microsoft.com/office/drawing/2014/main" id="{D2755DD7-4B81-9A47-1F69-5BC6F25E27B5}"/>
                </a:ext>
              </a:extLst>
            </p:cNvPr>
            <p:cNvSpPr>
              <a:spLocks/>
            </p:cNvSpPr>
            <p:nvPr/>
          </p:nvSpPr>
          <p:spPr bwMode="auto">
            <a:xfrm rot="5094805">
              <a:off x="1799459" y="408053"/>
              <a:ext cx="27420" cy="15995"/>
            </a:xfrm>
            <a:custGeom>
              <a:avLst/>
              <a:gdLst>
                <a:gd name="T0" fmla="*/ 6 w 11"/>
                <a:gd name="T1" fmla="*/ 7 h 7"/>
                <a:gd name="T2" fmla="*/ 0 w 11"/>
                <a:gd name="T3" fmla="*/ 2 h 7"/>
                <a:gd name="T4" fmla="*/ 4 w 11"/>
                <a:gd name="T5" fmla="*/ 0 h 7"/>
                <a:gd name="T6" fmla="*/ 11 w 11"/>
                <a:gd name="T7" fmla="*/ 4 h 7"/>
                <a:gd name="T8" fmla="*/ 6 w 11"/>
                <a:gd name="T9" fmla="*/ 7 h 7"/>
              </a:gdLst>
              <a:ahLst/>
              <a:cxnLst>
                <a:cxn ang="0">
                  <a:pos x="T0" y="T1"/>
                </a:cxn>
                <a:cxn ang="0">
                  <a:pos x="T2" y="T3"/>
                </a:cxn>
                <a:cxn ang="0">
                  <a:pos x="T4" y="T5"/>
                </a:cxn>
                <a:cxn ang="0">
                  <a:pos x="T6" y="T7"/>
                </a:cxn>
                <a:cxn ang="0">
                  <a:pos x="T8" y="T9"/>
                </a:cxn>
              </a:cxnLst>
              <a:rect l="0" t="0" r="r" b="b"/>
              <a:pathLst>
                <a:path w="11" h="7">
                  <a:moveTo>
                    <a:pt x="6" y="7"/>
                  </a:moveTo>
                  <a:cubicBezTo>
                    <a:pt x="3" y="6"/>
                    <a:pt x="0" y="4"/>
                    <a:pt x="0" y="2"/>
                  </a:cubicBezTo>
                  <a:cubicBezTo>
                    <a:pt x="0" y="1"/>
                    <a:pt x="1" y="0"/>
                    <a:pt x="4" y="0"/>
                  </a:cubicBezTo>
                  <a:cubicBezTo>
                    <a:pt x="7" y="0"/>
                    <a:pt x="10" y="2"/>
                    <a:pt x="11" y="4"/>
                  </a:cubicBezTo>
                  <a:cubicBezTo>
                    <a:pt x="11" y="6"/>
                    <a:pt x="9" y="7"/>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5" name="Freeform 2638">
              <a:extLst>
                <a:ext uri="{FF2B5EF4-FFF2-40B4-BE49-F238E27FC236}">
                  <a16:creationId xmlns:a16="http://schemas.microsoft.com/office/drawing/2014/main" id="{A69EDFBD-094C-25C2-77B2-9FC53F6DAC4D}"/>
                </a:ext>
              </a:extLst>
            </p:cNvPr>
            <p:cNvSpPr>
              <a:spLocks/>
            </p:cNvSpPr>
            <p:nvPr/>
          </p:nvSpPr>
          <p:spPr bwMode="auto">
            <a:xfrm rot="5094805">
              <a:off x="1800244" y="210699"/>
              <a:ext cx="27420" cy="15995"/>
            </a:xfrm>
            <a:custGeom>
              <a:avLst/>
              <a:gdLst>
                <a:gd name="T0" fmla="*/ 5 w 11"/>
                <a:gd name="T1" fmla="*/ 0 h 6"/>
                <a:gd name="T2" fmla="*/ 11 w 11"/>
                <a:gd name="T3" fmla="*/ 3 h 6"/>
                <a:gd name="T4" fmla="*/ 5 w 11"/>
                <a:gd name="T5" fmla="*/ 6 h 6"/>
                <a:gd name="T6" fmla="*/ 0 w 11"/>
                <a:gd name="T7" fmla="*/ 3 h 6"/>
                <a:gd name="T8" fmla="*/ 5 w 11"/>
                <a:gd name="T9" fmla="*/ 0 h 6"/>
              </a:gdLst>
              <a:ahLst/>
              <a:cxnLst>
                <a:cxn ang="0">
                  <a:pos x="T0" y="T1"/>
                </a:cxn>
                <a:cxn ang="0">
                  <a:pos x="T2" y="T3"/>
                </a:cxn>
                <a:cxn ang="0">
                  <a:pos x="T4" y="T5"/>
                </a:cxn>
                <a:cxn ang="0">
                  <a:pos x="T6" y="T7"/>
                </a:cxn>
                <a:cxn ang="0">
                  <a:pos x="T8" y="T9"/>
                </a:cxn>
              </a:cxnLst>
              <a:rect l="0" t="0" r="r" b="b"/>
              <a:pathLst>
                <a:path w="11" h="6">
                  <a:moveTo>
                    <a:pt x="5" y="0"/>
                  </a:moveTo>
                  <a:cubicBezTo>
                    <a:pt x="9" y="0"/>
                    <a:pt x="11" y="1"/>
                    <a:pt x="11" y="3"/>
                  </a:cubicBezTo>
                  <a:cubicBezTo>
                    <a:pt x="11" y="5"/>
                    <a:pt x="8" y="6"/>
                    <a:pt x="5" y="6"/>
                  </a:cubicBezTo>
                  <a:cubicBezTo>
                    <a:pt x="3" y="6"/>
                    <a:pt x="1" y="5"/>
                    <a:pt x="0" y="3"/>
                  </a:cubicBezTo>
                  <a:cubicBezTo>
                    <a:pt x="0" y="1"/>
                    <a:pt x="2"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6" name="Freeform 2639">
              <a:extLst>
                <a:ext uri="{FF2B5EF4-FFF2-40B4-BE49-F238E27FC236}">
                  <a16:creationId xmlns:a16="http://schemas.microsoft.com/office/drawing/2014/main" id="{07AB608E-F763-0F91-D453-9F9D273BB4C2}"/>
                </a:ext>
              </a:extLst>
            </p:cNvPr>
            <p:cNvSpPr>
              <a:spLocks/>
            </p:cNvSpPr>
            <p:nvPr/>
          </p:nvSpPr>
          <p:spPr bwMode="auto">
            <a:xfrm rot="5094805">
              <a:off x="1753842" y="22141"/>
              <a:ext cx="27420" cy="20565"/>
            </a:xfrm>
            <a:custGeom>
              <a:avLst/>
              <a:gdLst>
                <a:gd name="T0" fmla="*/ 11 w 11"/>
                <a:gd name="T1" fmla="*/ 2 h 8"/>
                <a:gd name="T2" fmla="*/ 6 w 11"/>
                <a:gd name="T3" fmla="*/ 7 h 8"/>
                <a:gd name="T4" fmla="*/ 0 w 11"/>
                <a:gd name="T5" fmla="*/ 6 h 8"/>
                <a:gd name="T6" fmla="*/ 4 w 11"/>
                <a:gd name="T7" fmla="*/ 2 h 8"/>
                <a:gd name="T8" fmla="*/ 11 w 11"/>
                <a:gd name="T9" fmla="*/ 2 h 8"/>
              </a:gdLst>
              <a:ahLst/>
              <a:cxnLst>
                <a:cxn ang="0">
                  <a:pos x="T0" y="T1"/>
                </a:cxn>
                <a:cxn ang="0">
                  <a:pos x="T2" y="T3"/>
                </a:cxn>
                <a:cxn ang="0">
                  <a:pos x="T4" y="T5"/>
                </a:cxn>
                <a:cxn ang="0">
                  <a:pos x="T6" y="T7"/>
                </a:cxn>
                <a:cxn ang="0">
                  <a:pos x="T8" y="T9"/>
                </a:cxn>
              </a:cxnLst>
              <a:rect l="0" t="0" r="r" b="b"/>
              <a:pathLst>
                <a:path w="11" h="8">
                  <a:moveTo>
                    <a:pt x="11" y="2"/>
                  </a:moveTo>
                  <a:cubicBezTo>
                    <a:pt x="11" y="4"/>
                    <a:pt x="9" y="6"/>
                    <a:pt x="6" y="7"/>
                  </a:cubicBezTo>
                  <a:cubicBezTo>
                    <a:pt x="3" y="8"/>
                    <a:pt x="0" y="8"/>
                    <a:pt x="0" y="6"/>
                  </a:cubicBezTo>
                  <a:cubicBezTo>
                    <a:pt x="0" y="4"/>
                    <a:pt x="1" y="3"/>
                    <a:pt x="4" y="2"/>
                  </a:cubicBezTo>
                  <a:cubicBezTo>
                    <a:pt x="7" y="0"/>
                    <a:pt x="10"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7" name="Freeform 2661">
              <a:extLst>
                <a:ext uri="{FF2B5EF4-FFF2-40B4-BE49-F238E27FC236}">
                  <a16:creationId xmlns:a16="http://schemas.microsoft.com/office/drawing/2014/main" id="{4F74BFC1-4D36-4346-940C-1A4D7C171976}"/>
                </a:ext>
              </a:extLst>
            </p:cNvPr>
            <p:cNvSpPr>
              <a:spLocks/>
            </p:cNvSpPr>
            <p:nvPr/>
          </p:nvSpPr>
          <p:spPr bwMode="auto">
            <a:xfrm rot="5094805">
              <a:off x="1746909" y="4147380"/>
              <a:ext cx="27420" cy="15995"/>
            </a:xfrm>
            <a:custGeom>
              <a:avLst/>
              <a:gdLst>
                <a:gd name="T0" fmla="*/ 8 w 11"/>
                <a:gd name="T1" fmla="*/ 3 h 6"/>
                <a:gd name="T2" fmla="*/ 0 w 11"/>
                <a:gd name="T3" fmla="*/ 5 h 6"/>
                <a:gd name="T4" fmla="*/ 4 w 11"/>
                <a:gd name="T5" fmla="*/ 2 h 6"/>
                <a:gd name="T6" fmla="*/ 11 w 11"/>
                <a:gd name="T7" fmla="*/ 1 h 6"/>
                <a:gd name="T8" fmla="*/ 8 w 11"/>
                <a:gd name="T9" fmla="*/ 3 h 6"/>
              </a:gdLst>
              <a:ahLst/>
              <a:cxnLst>
                <a:cxn ang="0">
                  <a:pos x="T0" y="T1"/>
                </a:cxn>
                <a:cxn ang="0">
                  <a:pos x="T2" y="T3"/>
                </a:cxn>
                <a:cxn ang="0">
                  <a:pos x="T4" y="T5"/>
                </a:cxn>
                <a:cxn ang="0">
                  <a:pos x="T6" y="T7"/>
                </a:cxn>
                <a:cxn ang="0">
                  <a:pos x="T8" y="T9"/>
                </a:cxn>
              </a:cxnLst>
              <a:rect l="0" t="0" r="r" b="b"/>
              <a:pathLst>
                <a:path w="11" h="6">
                  <a:moveTo>
                    <a:pt x="8" y="3"/>
                  </a:moveTo>
                  <a:cubicBezTo>
                    <a:pt x="4" y="5"/>
                    <a:pt x="1" y="6"/>
                    <a:pt x="0" y="5"/>
                  </a:cubicBezTo>
                  <a:cubicBezTo>
                    <a:pt x="0" y="5"/>
                    <a:pt x="2" y="4"/>
                    <a:pt x="4" y="2"/>
                  </a:cubicBezTo>
                  <a:cubicBezTo>
                    <a:pt x="7" y="1"/>
                    <a:pt x="11" y="0"/>
                    <a:pt x="11" y="1"/>
                  </a:cubicBezTo>
                  <a:cubicBezTo>
                    <a:pt x="11" y="1"/>
                    <a:pt x="9" y="2"/>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8" name="Freeform 2662">
              <a:extLst>
                <a:ext uri="{FF2B5EF4-FFF2-40B4-BE49-F238E27FC236}">
                  <a16:creationId xmlns:a16="http://schemas.microsoft.com/office/drawing/2014/main" id="{BF5B1387-1AFB-CFFF-BA65-0DEDAB54C2FC}"/>
                </a:ext>
              </a:extLst>
            </p:cNvPr>
            <p:cNvSpPr>
              <a:spLocks/>
            </p:cNvSpPr>
            <p:nvPr/>
          </p:nvSpPr>
          <p:spPr bwMode="auto">
            <a:xfrm rot="5094805">
              <a:off x="1845958" y="4333448"/>
              <a:ext cx="29705" cy="13710"/>
            </a:xfrm>
            <a:custGeom>
              <a:avLst/>
              <a:gdLst>
                <a:gd name="T0" fmla="*/ 11 w 12"/>
                <a:gd name="T1" fmla="*/ 0 h 6"/>
                <a:gd name="T2" fmla="*/ 6 w 12"/>
                <a:gd name="T3" fmla="*/ 4 h 6"/>
                <a:gd name="T4" fmla="*/ 0 w 12"/>
                <a:gd name="T5" fmla="*/ 5 h 6"/>
                <a:gd name="T6" fmla="*/ 5 w 12"/>
                <a:gd name="T7" fmla="*/ 2 h 6"/>
                <a:gd name="T8" fmla="*/ 11 w 12"/>
                <a:gd name="T9" fmla="*/ 0 h 6"/>
              </a:gdLst>
              <a:ahLst/>
              <a:cxnLst>
                <a:cxn ang="0">
                  <a:pos x="T0" y="T1"/>
                </a:cxn>
                <a:cxn ang="0">
                  <a:pos x="T2" y="T3"/>
                </a:cxn>
                <a:cxn ang="0">
                  <a:pos x="T4" y="T5"/>
                </a:cxn>
                <a:cxn ang="0">
                  <a:pos x="T6" y="T7"/>
                </a:cxn>
                <a:cxn ang="0">
                  <a:pos x="T8" y="T9"/>
                </a:cxn>
              </a:cxnLst>
              <a:rect l="0" t="0" r="r" b="b"/>
              <a:pathLst>
                <a:path w="12" h="6">
                  <a:moveTo>
                    <a:pt x="11" y="0"/>
                  </a:moveTo>
                  <a:cubicBezTo>
                    <a:pt x="12" y="1"/>
                    <a:pt x="9" y="3"/>
                    <a:pt x="6" y="4"/>
                  </a:cubicBezTo>
                  <a:cubicBezTo>
                    <a:pt x="3" y="5"/>
                    <a:pt x="0" y="6"/>
                    <a:pt x="0" y="5"/>
                  </a:cubicBezTo>
                  <a:cubicBezTo>
                    <a:pt x="0" y="5"/>
                    <a:pt x="2" y="4"/>
                    <a:pt x="5" y="2"/>
                  </a:cubicBezTo>
                  <a:cubicBezTo>
                    <a:pt x="8" y="1"/>
                    <a:pt x="11"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9" name="Freeform 2663">
              <a:extLst>
                <a:ext uri="{FF2B5EF4-FFF2-40B4-BE49-F238E27FC236}">
                  <a16:creationId xmlns:a16="http://schemas.microsoft.com/office/drawing/2014/main" id="{A4BC8BC5-C316-330E-24F4-6ECA6987EC4A}"/>
                </a:ext>
              </a:extLst>
            </p:cNvPr>
            <p:cNvSpPr>
              <a:spLocks/>
            </p:cNvSpPr>
            <p:nvPr/>
          </p:nvSpPr>
          <p:spPr bwMode="auto">
            <a:xfrm rot="5094805">
              <a:off x="1953918" y="4514348"/>
              <a:ext cx="27420" cy="15995"/>
            </a:xfrm>
            <a:custGeom>
              <a:avLst/>
              <a:gdLst>
                <a:gd name="T0" fmla="*/ 11 w 11"/>
                <a:gd name="T1" fmla="*/ 1 h 7"/>
                <a:gd name="T2" fmla="*/ 5 w 11"/>
                <a:gd name="T3" fmla="*/ 5 h 7"/>
                <a:gd name="T4" fmla="*/ 0 w 11"/>
                <a:gd name="T5" fmla="*/ 6 h 7"/>
                <a:gd name="T6" fmla="*/ 5 w 11"/>
                <a:gd name="T7" fmla="*/ 3 h 7"/>
                <a:gd name="T8" fmla="*/ 11 w 11"/>
                <a:gd name="T9" fmla="*/ 1 h 7"/>
              </a:gdLst>
              <a:ahLst/>
              <a:cxnLst>
                <a:cxn ang="0">
                  <a:pos x="T0" y="T1"/>
                </a:cxn>
                <a:cxn ang="0">
                  <a:pos x="T2" y="T3"/>
                </a:cxn>
                <a:cxn ang="0">
                  <a:pos x="T4" y="T5"/>
                </a:cxn>
                <a:cxn ang="0">
                  <a:pos x="T6" y="T7"/>
                </a:cxn>
                <a:cxn ang="0">
                  <a:pos x="T8" y="T9"/>
                </a:cxn>
              </a:cxnLst>
              <a:rect l="0" t="0" r="r" b="b"/>
              <a:pathLst>
                <a:path w="11" h="7">
                  <a:moveTo>
                    <a:pt x="11" y="1"/>
                  </a:moveTo>
                  <a:cubicBezTo>
                    <a:pt x="10" y="2"/>
                    <a:pt x="8" y="4"/>
                    <a:pt x="5" y="5"/>
                  </a:cubicBezTo>
                  <a:cubicBezTo>
                    <a:pt x="3" y="6"/>
                    <a:pt x="0" y="7"/>
                    <a:pt x="0" y="6"/>
                  </a:cubicBezTo>
                  <a:cubicBezTo>
                    <a:pt x="1" y="5"/>
                    <a:pt x="2" y="4"/>
                    <a:pt x="5" y="3"/>
                  </a:cubicBezTo>
                  <a:cubicBezTo>
                    <a:pt x="8" y="1"/>
                    <a:pt x="11"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0" name="Freeform 2664">
              <a:extLst>
                <a:ext uri="{FF2B5EF4-FFF2-40B4-BE49-F238E27FC236}">
                  <a16:creationId xmlns:a16="http://schemas.microsoft.com/office/drawing/2014/main" id="{CE396291-B5DE-B607-9C0A-E5BD5A21E424}"/>
                </a:ext>
              </a:extLst>
            </p:cNvPr>
            <p:cNvSpPr>
              <a:spLocks/>
            </p:cNvSpPr>
            <p:nvPr/>
          </p:nvSpPr>
          <p:spPr bwMode="auto">
            <a:xfrm rot="5094805">
              <a:off x="2063315" y="4700743"/>
              <a:ext cx="27420" cy="13710"/>
            </a:xfrm>
            <a:custGeom>
              <a:avLst/>
              <a:gdLst>
                <a:gd name="T0" fmla="*/ 11 w 11"/>
                <a:gd name="T1" fmla="*/ 0 h 6"/>
                <a:gd name="T2" fmla="*/ 6 w 11"/>
                <a:gd name="T3" fmla="*/ 4 h 6"/>
                <a:gd name="T4" fmla="*/ 0 w 11"/>
                <a:gd name="T5" fmla="*/ 6 h 6"/>
                <a:gd name="T6" fmla="*/ 4 w 11"/>
                <a:gd name="T7" fmla="*/ 2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11" y="1"/>
                    <a:pt x="9" y="2"/>
                    <a:pt x="6" y="4"/>
                  </a:cubicBezTo>
                  <a:cubicBezTo>
                    <a:pt x="3" y="5"/>
                    <a:pt x="0" y="6"/>
                    <a:pt x="0" y="6"/>
                  </a:cubicBezTo>
                  <a:cubicBezTo>
                    <a:pt x="0" y="5"/>
                    <a:pt x="1" y="4"/>
                    <a:pt x="4" y="2"/>
                  </a:cubicBezTo>
                  <a:cubicBezTo>
                    <a:pt x="6" y="1"/>
                    <a:pt x="10"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1" name="Freeform 2665">
              <a:extLst>
                <a:ext uri="{FF2B5EF4-FFF2-40B4-BE49-F238E27FC236}">
                  <a16:creationId xmlns:a16="http://schemas.microsoft.com/office/drawing/2014/main" id="{5F6146D6-FD22-3B90-6B20-6DBE8AC947EA}"/>
                </a:ext>
              </a:extLst>
            </p:cNvPr>
            <p:cNvSpPr>
              <a:spLocks/>
            </p:cNvSpPr>
            <p:nvPr/>
          </p:nvSpPr>
          <p:spPr bwMode="auto">
            <a:xfrm rot="5094805">
              <a:off x="2173542" y="4881238"/>
              <a:ext cx="29705" cy="15995"/>
            </a:xfrm>
            <a:custGeom>
              <a:avLst/>
              <a:gdLst>
                <a:gd name="T0" fmla="*/ 6 w 12"/>
                <a:gd name="T1" fmla="*/ 5 h 7"/>
                <a:gd name="T2" fmla="*/ 1 w 12"/>
                <a:gd name="T3" fmla="*/ 6 h 7"/>
                <a:gd name="T4" fmla="*/ 5 w 12"/>
                <a:gd name="T5" fmla="*/ 3 h 7"/>
                <a:gd name="T6" fmla="*/ 11 w 12"/>
                <a:gd name="T7" fmla="*/ 1 h 7"/>
                <a:gd name="T8" fmla="*/ 6 w 12"/>
                <a:gd name="T9" fmla="*/ 5 h 7"/>
              </a:gdLst>
              <a:ahLst/>
              <a:cxnLst>
                <a:cxn ang="0">
                  <a:pos x="T0" y="T1"/>
                </a:cxn>
                <a:cxn ang="0">
                  <a:pos x="T2" y="T3"/>
                </a:cxn>
                <a:cxn ang="0">
                  <a:pos x="T4" y="T5"/>
                </a:cxn>
                <a:cxn ang="0">
                  <a:pos x="T6" y="T7"/>
                </a:cxn>
                <a:cxn ang="0">
                  <a:pos x="T8" y="T9"/>
                </a:cxn>
              </a:cxnLst>
              <a:rect l="0" t="0" r="r" b="b"/>
              <a:pathLst>
                <a:path w="12" h="7">
                  <a:moveTo>
                    <a:pt x="6" y="5"/>
                  </a:moveTo>
                  <a:cubicBezTo>
                    <a:pt x="3" y="7"/>
                    <a:pt x="0" y="7"/>
                    <a:pt x="1" y="6"/>
                  </a:cubicBezTo>
                  <a:cubicBezTo>
                    <a:pt x="1" y="5"/>
                    <a:pt x="2" y="4"/>
                    <a:pt x="5" y="3"/>
                  </a:cubicBezTo>
                  <a:cubicBezTo>
                    <a:pt x="8" y="1"/>
                    <a:pt x="11" y="0"/>
                    <a:pt x="11" y="1"/>
                  </a:cubicBezTo>
                  <a:cubicBezTo>
                    <a:pt x="12" y="2"/>
                    <a:pt x="9"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2" name="Freeform 2666">
              <a:extLst>
                <a:ext uri="{FF2B5EF4-FFF2-40B4-BE49-F238E27FC236}">
                  <a16:creationId xmlns:a16="http://schemas.microsoft.com/office/drawing/2014/main" id="{C060A1D1-CD15-CF7B-D682-1B746EB12A1F}"/>
                </a:ext>
              </a:extLst>
            </p:cNvPr>
            <p:cNvSpPr>
              <a:spLocks/>
            </p:cNvSpPr>
            <p:nvPr/>
          </p:nvSpPr>
          <p:spPr bwMode="auto">
            <a:xfrm rot="5094805">
              <a:off x="2282534" y="5063081"/>
              <a:ext cx="29705" cy="13710"/>
            </a:xfrm>
            <a:custGeom>
              <a:avLst/>
              <a:gdLst>
                <a:gd name="T0" fmla="*/ 6 w 12"/>
                <a:gd name="T1" fmla="*/ 2 h 6"/>
                <a:gd name="T2" fmla="*/ 12 w 12"/>
                <a:gd name="T3" fmla="*/ 0 h 6"/>
                <a:gd name="T4" fmla="*/ 7 w 12"/>
                <a:gd name="T5" fmla="*/ 5 h 6"/>
                <a:gd name="T6" fmla="*/ 1 w 12"/>
                <a:gd name="T7" fmla="*/ 6 h 6"/>
                <a:gd name="T8" fmla="*/ 6 w 12"/>
                <a:gd name="T9" fmla="*/ 2 h 6"/>
              </a:gdLst>
              <a:ahLst/>
              <a:cxnLst>
                <a:cxn ang="0">
                  <a:pos x="T0" y="T1"/>
                </a:cxn>
                <a:cxn ang="0">
                  <a:pos x="T2" y="T3"/>
                </a:cxn>
                <a:cxn ang="0">
                  <a:pos x="T4" y="T5"/>
                </a:cxn>
                <a:cxn ang="0">
                  <a:pos x="T6" y="T7"/>
                </a:cxn>
                <a:cxn ang="0">
                  <a:pos x="T8" y="T9"/>
                </a:cxn>
              </a:cxnLst>
              <a:rect l="0" t="0" r="r" b="b"/>
              <a:pathLst>
                <a:path w="12" h="6">
                  <a:moveTo>
                    <a:pt x="6" y="2"/>
                  </a:moveTo>
                  <a:cubicBezTo>
                    <a:pt x="9" y="0"/>
                    <a:pt x="12" y="0"/>
                    <a:pt x="12" y="0"/>
                  </a:cubicBezTo>
                  <a:cubicBezTo>
                    <a:pt x="12" y="1"/>
                    <a:pt x="10" y="3"/>
                    <a:pt x="7" y="5"/>
                  </a:cubicBezTo>
                  <a:cubicBezTo>
                    <a:pt x="4" y="6"/>
                    <a:pt x="2" y="6"/>
                    <a:pt x="1" y="6"/>
                  </a:cubicBezTo>
                  <a:cubicBezTo>
                    <a:pt x="0" y="5"/>
                    <a:pt x="2"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3" name="Freeform 2667">
              <a:extLst>
                <a:ext uri="{FF2B5EF4-FFF2-40B4-BE49-F238E27FC236}">
                  <a16:creationId xmlns:a16="http://schemas.microsoft.com/office/drawing/2014/main" id="{B2C710D7-36D5-F9DC-7D6D-DC965173989B}"/>
                </a:ext>
              </a:extLst>
            </p:cNvPr>
            <p:cNvSpPr>
              <a:spLocks/>
            </p:cNvSpPr>
            <p:nvPr/>
          </p:nvSpPr>
          <p:spPr bwMode="auto">
            <a:xfrm rot="5094805">
              <a:off x="2388314" y="5246363"/>
              <a:ext cx="29705" cy="13710"/>
            </a:xfrm>
            <a:custGeom>
              <a:avLst/>
              <a:gdLst>
                <a:gd name="T0" fmla="*/ 5 w 12"/>
                <a:gd name="T1" fmla="*/ 2 h 6"/>
                <a:gd name="T2" fmla="*/ 12 w 12"/>
                <a:gd name="T3" fmla="*/ 1 h 6"/>
                <a:gd name="T4" fmla="*/ 7 w 12"/>
                <a:gd name="T5" fmla="*/ 5 h 6"/>
                <a:gd name="T6" fmla="*/ 1 w 12"/>
                <a:gd name="T7" fmla="*/ 6 h 6"/>
                <a:gd name="T8" fmla="*/ 5 w 12"/>
                <a:gd name="T9" fmla="*/ 2 h 6"/>
              </a:gdLst>
              <a:ahLst/>
              <a:cxnLst>
                <a:cxn ang="0">
                  <a:pos x="T0" y="T1"/>
                </a:cxn>
                <a:cxn ang="0">
                  <a:pos x="T2" y="T3"/>
                </a:cxn>
                <a:cxn ang="0">
                  <a:pos x="T4" y="T5"/>
                </a:cxn>
                <a:cxn ang="0">
                  <a:pos x="T6" y="T7"/>
                </a:cxn>
                <a:cxn ang="0">
                  <a:pos x="T8" y="T9"/>
                </a:cxn>
              </a:cxnLst>
              <a:rect l="0" t="0" r="r" b="b"/>
              <a:pathLst>
                <a:path w="12" h="6">
                  <a:moveTo>
                    <a:pt x="5" y="2"/>
                  </a:moveTo>
                  <a:cubicBezTo>
                    <a:pt x="8" y="0"/>
                    <a:pt x="11" y="0"/>
                    <a:pt x="12" y="1"/>
                  </a:cubicBezTo>
                  <a:cubicBezTo>
                    <a:pt x="12" y="1"/>
                    <a:pt x="10" y="4"/>
                    <a:pt x="7" y="5"/>
                  </a:cubicBezTo>
                  <a:cubicBezTo>
                    <a:pt x="4" y="6"/>
                    <a:pt x="2" y="6"/>
                    <a:pt x="1" y="6"/>
                  </a:cubicBezTo>
                  <a:cubicBezTo>
                    <a:pt x="0" y="5"/>
                    <a:pt x="2" y="3"/>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4" name="Freeform 2668">
              <a:extLst>
                <a:ext uri="{FF2B5EF4-FFF2-40B4-BE49-F238E27FC236}">
                  <a16:creationId xmlns:a16="http://schemas.microsoft.com/office/drawing/2014/main" id="{C989CA6F-A747-1BD4-EE12-0DB8FB0EAD15}"/>
                </a:ext>
              </a:extLst>
            </p:cNvPr>
            <p:cNvSpPr>
              <a:spLocks/>
            </p:cNvSpPr>
            <p:nvPr/>
          </p:nvSpPr>
          <p:spPr bwMode="auto">
            <a:xfrm rot="5094805">
              <a:off x="2487575" y="5432624"/>
              <a:ext cx="27420" cy="15995"/>
            </a:xfrm>
            <a:custGeom>
              <a:avLst/>
              <a:gdLst>
                <a:gd name="T0" fmla="*/ 10 w 11"/>
                <a:gd name="T1" fmla="*/ 1 h 6"/>
                <a:gd name="T2" fmla="*/ 6 w 11"/>
                <a:gd name="T3" fmla="*/ 5 h 6"/>
                <a:gd name="T4" fmla="*/ 0 w 11"/>
                <a:gd name="T5" fmla="*/ 5 h 6"/>
                <a:gd name="T6" fmla="*/ 4 w 11"/>
                <a:gd name="T7" fmla="*/ 1 h 6"/>
                <a:gd name="T8" fmla="*/ 10 w 11"/>
                <a:gd name="T9" fmla="*/ 1 h 6"/>
              </a:gdLst>
              <a:ahLst/>
              <a:cxnLst>
                <a:cxn ang="0">
                  <a:pos x="T0" y="T1"/>
                </a:cxn>
                <a:cxn ang="0">
                  <a:pos x="T2" y="T3"/>
                </a:cxn>
                <a:cxn ang="0">
                  <a:pos x="T4" y="T5"/>
                </a:cxn>
                <a:cxn ang="0">
                  <a:pos x="T6" y="T7"/>
                </a:cxn>
                <a:cxn ang="0">
                  <a:pos x="T8" y="T9"/>
                </a:cxn>
              </a:cxnLst>
              <a:rect l="0" t="0" r="r" b="b"/>
              <a:pathLst>
                <a:path w="11" h="6">
                  <a:moveTo>
                    <a:pt x="10" y="1"/>
                  </a:moveTo>
                  <a:cubicBezTo>
                    <a:pt x="11" y="2"/>
                    <a:pt x="9" y="4"/>
                    <a:pt x="6" y="5"/>
                  </a:cubicBezTo>
                  <a:cubicBezTo>
                    <a:pt x="3" y="6"/>
                    <a:pt x="0" y="6"/>
                    <a:pt x="0" y="5"/>
                  </a:cubicBezTo>
                  <a:cubicBezTo>
                    <a:pt x="0" y="4"/>
                    <a:pt x="1" y="3"/>
                    <a:pt x="4" y="1"/>
                  </a:cubicBezTo>
                  <a:cubicBezTo>
                    <a:pt x="6" y="0"/>
                    <a:pt x="10"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5" name="Freeform 2669">
              <a:extLst>
                <a:ext uri="{FF2B5EF4-FFF2-40B4-BE49-F238E27FC236}">
                  <a16:creationId xmlns:a16="http://schemas.microsoft.com/office/drawing/2014/main" id="{CFF5DB4C-C262-492E-E127-045BEA53956E}"/>
                </a:ext>
              </a:extLst>
            </p:cNvPr>
            <p:cNvSpPr>
              <a:spLocks/>
            </p:cNvSpPr>
            <p:nvPr/>
          </p:nvSpPr>
          <p:spPr bwMode="auto">
            <a:xfrm rot="5094805">
              <a:off x="2576286" y="5618567"/>
              <a:ext cx="27420" cy="13710"/>
            </a:xfrm>
            <a:custGeom>
              <a:avLst/>
              <a:gdLst>
                <a:gd name="T0" fmla="*/ 6 w 11"/>
                <a:gd name="T1" fmla="*/ 5 h 6"/>
                <a:gd name="T2" fmla="*/ 0 w 11"/>
                <a:gd name="T3" fmla="*/ 5 h 6"/>
                <a:gd name="T4" fmla="*/ 4 w 11"/>
                <a:gd name="T5" fmla="*/ 1 h 6"/>
                <a:gd name="T6" fmla="*/ 10 w 11"/>
                <a:gd name="T7" fmla="*/ 1 h 6"/>
                <a:gd name="T8" fmla="*/ 6 w 11"/>
                <a:gd name="T9" fmla="*/ 5 h 6"/>
              </a:gdLst>
              <a:ahLst/>
              <a:cxnLst>
                <a:cxn ang="0">
                  <a:pos x="T0" y="T1"/>
                </a:cxn>
                <a:cxn ang="0">
                  <a:pos x="T2" y="T3"/>
                </a:cxn>
                <a:cxn ang="0">
                  <a:pos x="T4" y="T5"/>
                </a:cxn>
                <a:cxn ang="0">
                  <a:pos x="T6" y="T7"/>
                </a:cxn>
                <a:cxn ang="0">
                  <a:pos x="T8" y="T9"/>
                </a:cxn>
              </a:cxnLst>
              <a:rect l="0" t="0" r="r" b="b"/>
              <a:pathLst>
                <a:path w="11" h="6">
                  <a:moveTo>
                    <a:pt x="6" y="5"/>
                  </a:moveTo>
                  <a:cubicBezTo>
                    <a:pt x="3" y="6"/>
                    <a:pt x="0" y="6"/>
                    <a:pt x="0" y="5"/>
                  </a:cubicBezTo>
                  <a:cubicBezTo>
                    <a:pt x="0" y="4"/>
                    <a:pt x="1" y="2"/>
                    <a:pt x="4" y="1"/>
                  </a:cubicBezTo>
                  <a:cubicBezTo>
                    <a:pt x="6" y="0"/>
                    <a:pt x="10" y="0"/>
                    <a:pt x="10" y="1"/>
                  </a:cubicBezTo>
                  <a:cubicBezTo>
                    <a:pt x="11" y="2"/>
                    <a:pt x="9"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6" name="Freeform 2670">
              <a:extLst>
                <a:ext uri="{FF2B5EF4-FFF2-40B4-BE49-F238E27FC236}">
                  <a16:creationId xmlns:a16="http://schemas.microsoft.com/office/drawing/2014/main" id="{BAD3D607-0083-E4FB-325E-65CC5B1F7A97}"/>
                </a:ext>
              </a:extLst>
            </p:cNvPr>
            <p:cNvSpPr>
              <a:spLocks/>
            </p:cNvSpPr>
            <p:nvPr/>
          </p:nvSpPr>
          <p:spPr bwMode="auto">
            <a:xfrm rot="5094805">
              <a:off x="2650097" y="5804588"/>
              <a:ext cx="29705" cy="11425"/>
            </a:xfrm>
            <a:custGeom>
              <a:avLst/>
              <a:gdLst>
                <a:gd name="T0" fmla="*/ 6 w 12"/>
                <a:gd name="T1" fmla="*/ 0 h 5"/>
                <a:gd name="T2" fmla="*/ 12 w 12"/>
                <a:gd name="T3" fmla="*/ 2 h 5"/>
                <a:gd name="T4" fmla="*/ 5 w 12"/>
                <a:gd name="T5" fmla="*/ 5 h 5"/>
                <a:gd name="T6" fmla="*/ 1 w 12"/>
                <a:gd name="T7" fmla="*/ 4 h 5"/>
                <a:gd name="T8" fmla="*/ 6 w 12"/>
                <a:gd name="T9" fmla="*/ 0 h 5"/>
              </a:gdLst>
              <a:ahLst/>
              <a:cxnLst>
                <a:cxn ang="0">
                  <a:pos x="T0" y="T1"/>
                </a:cxn>
                <a:cxn ang="0">
                  <a:pos x="T2" y="T3"/>
                </a:cxn>
                <a:cxn ang="0">
                  <a:pos x="T4" y="T5"/>
                </a:cxn>
                <a:cxn ang="0">
                  <a:pos x="T6" y="T7"/>
                </a:cxn>
                <a:cxn ang="0">
                  <a:pos x="T8" y="T9"/>
                </a:cxn>
              </a:cxnLst>
              <a:rect l="0" t="0" r="r" b="b"/>
              <a:pathLst>
                <a:path w="12" h="5">
                  <a:moveTo>
                    <a:pt x="6" y="0"/>
                  </a:moveTo>
                  <a:cubicBezTo>
                    <a:pt x="9" y="0"/>
                    <a:pt x="12" y="0"/>
                    <a:pt x="12" y="2"/>
                  </a:cubicBezTo>
                  <a:cubicBezTo>
                    <a:pt x="11" y="3"/>
                    <a:pt x="8" y="5"/>
                    <a:pt x="5" y="5"/>
                  </a:cubicBezTo>
                  <a:cubicBezTo>
                    <a:pt x="3" y="5"/>
                    <a:pt x="1" y="5"/>
                    <a:pt x="1" y="4"/>
                  </a:cubicBezTo>
                  <a:cubicBezTo>
                    <a:pt x="0" y="3"/>
                    <a:pt x="3"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7" name="Freeform 2671">
              <a:extLst>
                <a:ext uri="{FF2B5EF4-FFF2-40B4-BE49-F238E27FC236}">
                  <a16:creationId xmlns:a16="http://schemas.microsoft.com/office/drawing/2014/main" id="{5AC42D7D-225A-D460-1047-88136B72E603}"/>
                </a:ext>
              </a:extLst>
            </p:cNvPr>
            <p:cNvSpPr>
              <a:spLocks/>
            </p:cNvSpPr>
            <p:nvPr/>
          </p:nvSpPr>
          <p:spPr bwMode="auto">
            <a:xfrm rot="5094805">
              <a:off x="2707349" y="5995634"/>
              <a:ext cx="29705" cy="13710"/>
            </a:xfrm>
            <a:custGeom>
              <a:avLst/>
              <a:gdLst>
                <a:gd name="T0" fmla="*/ 6 w 12"/>
                <a:gd name="T1" fmla="*/ 6 h 6"/>
                <a:gd name="T2" fmla="*/ 0 w 12"/>
                <a:gd name="T3" fmla="*/ 4 h 6"/>
                <a:gd name="T4" fmla="*/ 4 w 12"/>
                <a:gd name="T5" fmla="*/ 1 h 6"/>
                <a:gd name="T6" fmla="*/ 11 w 12"/>
                <a:gd name="T7" fmla="*/ 2 h 6"/>
                <a:gd name="T8" fmla="*/ 6 w 12"/>
                <a:gd name="T9" fmla="*/ 6 h 6"/>
              </a:gdLst>
              <a:ahLst/>
              <a:cxnLst>
                <a:cxn ang="0">
                  <a:pos x="T0" y="T1"/>
                </a:cxn>
                <a:cxn ang="0">
                  <a:pos x="T2" y="T3"/>
                </a:cxn>
                <a:cxn ang="0">
                  <a:pos x="T4" y="T5"/>
                </a:cxn>
                <a:cxn ang="0">
                  <a:pos x="T6" y="T7"/>
                </a:cxn>
                <a:cxn ang="0">
                  <a:pos x="T8" y="T9"/>
                </a:cxn>
              </a:cxnLst>
              <a:rect l="0" t="0" r="r" b="b"/>
              <a:pathLst>
                <a:path w="12" h="6">
                  <a:moveTo>
                    <a:pt x="6" y="6"/>
                  </a:moveTo>
                  <a:cubicBezTo>
                    <a:pt x="3" y="6"/>
                    <a:pt x="0" y="5"/>
                    <a:pt x="0" y="4"/>
                  </a:cubicBezTo>
                  <a:cubicBezTo>
                    <a:pt x="0" y="3"/>
                    <a:pt x="1" y="2"/>
                    <a:pt x="4" y="1"/>
                  </a:cubicBezTo>
                  <a:cubicBezTo>
                    <a:pt x="7" y="0"/>
                    <a:pt x="10" y="1"/>
                    <a:pt x="11" y="2"/>
                  </a:cubicBezTo>
                  <a:cubicBezTo>
                    <a:pt x="12" y="3"/>
                    <a:pt x="9" y="5"/>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8" name="Freeform 2672">
              <a:extLst>
                <a:ext uri="{FF2B5EF4-FFF2-40B4-BE49-F238E27FC236}">
                  <a16:creationId xmlns:a16="http://schemas.microsoft.com/office/drawing/2014/main" id="{F0DAE354-F2F6-6566-CC27-2B0631175F77}"/>
                </a:ext>
              </a:extLst>
            </p:cNvPr>
            <p:cNvSpPr>
              <a:spLocks/>
            </p:cNvSpPr>
            <p:nvPr/>
          </p:nvSpPr>
          <p:spPr bwMode="auto">
            <a:xfrm rot="5094805">
              <a:off x="2748265" y="6185832"/>
              <a:ext cx="29705" cy="11425"/>
            </a:xfrm>
            <a:custGeom>
              <a:avLst/>
              <a:gdLst>
                <a:gd name="T0" fmla="*/ 5 w 12"/>
                <a:gd name="T1" fmla="*/ 0 h 5"/>
                <a:gd name="T2" fmla="*/ 12 w 12"/>
                <a:gd name="T3" fmla="*/ 1 h 5"/>
                <a:gd name="T4" fmla="*/ 7 w 12"/>
                <a:gd name="T5" fmla="*/ 5 h 5"/>
                <a:gd name="T6" fmla="*/ 1 w 12"/>
                <a:gd name="T7" fmla="*/ 3 h 5"/>
                <a:gd name="T8" fmla="*/ 5 w 12"/>
                <a:gd name="T9" fmla="*/ 0 h 5"/>
              </a:gdLst>
              <a:ahLst/>
              <a:cxnLst>
                <a:cxn ang="0">
                  <a:pos x="T0" y="T1"/>
                </a:cxn>
                <a:cxn ang="0">
                  <a:pos x="T2" y="T3"/>
                </a:cxn>
                <a:cxn ang="0">
                  <a:pos x="T4" y="T5"/>
                </a:cxn>
                <a:cxn ang="0">
                  <a:pos x="T6" y="T7"/>
                </a:cxn>
                <a:cxn ang="0">
                  <a:pos x="T8" y="T9"/>
                </a:cxn>
              </a:cxnLst>
              <a:rect l="0" t="0" r="r" b="b"/>
              <a:pathLst>
                <a:path w="12" h="5">
                  <a:moveTo>
                    <a:pt x="5" y="0"/>
                  </a:moveTo>
                  <a:cubicBezTo>
                    <a:pt x="8" y="0"/>
                    <a:pt x="11" y="0"/>
                    <a:pt x="12" y="1"/>
                  </a:cubicBezTo>
                  <a:cubicBezTo>
                    <a:pt x="12" y="3"/>
                    <a:pt x="10" y="4"/>
                    <a:pt x="7" y="5"/>
                  </a:cubicBezTo>
                  <a:cubicBezTo>
                    <a:pt x="4" y="5"/>
                    <a:pt x="2" y="4"/>
                    <a:pt x="1" y="3"/>
                  </a:cubicBezTo>
                  <a:cubicBezTo>
                    <a:pt x="0" y="2"/>
                    <a:pt x="2"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9" name="Freeform 2673">
              <a:extLst>
                <a:ext uri="{FF2B5EF4-FFF2-40B4-BE49-F238E27FC236}">
                  <a16:creationId xmlns:a16="http://schemas.microsoft.com/office/drawing/2014/main" id="{8766267F-62A7-D96D-9702-CD95248D39C0}"/>
                </a:ext>
              </a:extLst>
            </p:cNvPr>
            <p:cNvSpPr>
              <a:spLocks/>
            </p:cNvSpPr>
            <p:nvPr/>
          </p:nvSpPr>
          <p:spPr bwMode="auto">
            <a:xfrm rot="5094805">
              <a:off x="2799528" y="6374072"/>
              <a:ext cx="27420" cy="13710"/>
            </a:xfrm>
            <a:custGeom>
              <a:avLst/>
              <a:gdLst>
                <a:gd name="T0" fmla="*/ 11 w 11"/>
                <a:gd name="T1" fmla="*/ 2 h 6"/>
                <a:gd name="T2" fmla="*/ 6 w 11"/>
                <a:gd name="T3" fmla="*/ 5 h 6"/>
                <a:gd name="T4" fmla="*/ 0 w 11"/>
                <a:gd name="T5" fmla="*/ 4 h 6"/>
                <a:gd name="T6" fmla="*/ 5 w 11"/>
                <a:gd name="T7" fmla="*/ 1 h 6"/>
                <a:gd name="T8" fmla="*/ 11 w 11"/>
                <a:gd name="T9" fmla="*/ 2 h 6"/>
              </a:gdLst>
              <a:ahLst/>
              <a:cxnLst>
                <a:cxn ang="0">
                  <a:pos x="T0" y="T1"/>
                </a:cxn>
                <a:cxn ang="0">
                  <a:pos x="T2" y="T3"/>
                </a:cxn>
                <a:cxn ang="0">
                  <a:pos x="T4" y="T5"/>
                </a:cxn>
                <a:cxn ang="0">
                  <a:pos x="T6" y="T7"/>
                </a:cxn>
                <a:cxn ang="0">
                  <a:pos x="T8" y="T9"/>
                </a:cxn>
              </a:cxnLst>
              <a:rect l="0" t="0" r="r" b="b"/>
              <a:pathLst>
                <a:path w="11" h="6">
                  <a:moveTo>
                    <a:pt x="11" y="2"/>
                  </a:moveTo>
                  <a:cubicBezTo>
                    <a:pt x="10" y="3"/>
                    <a:pt x="8" y="4"/>
                    <a:pt x="6" y="5"/>
                  </a:cubicBezTo>
                  <a:cubicBezTo>
                    <a:pt x="3" y="6"/>
                    <a:pt x="0" y="5"/>
                    <a:pt x="0" y="4"/>
                  </a:cubicBezTo>
                  <a:cubicBezTo>
                    <a:pt x="0" y="3"/>
                    <a:pt x="2" y="2"/>
                    <a:pt x="5" y="1"/>
                  </a:cubicBezTo>
                  <a:cubicBezTo>
                    <a:pt x="8" y="0"/>
                    <a:pt x="11"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0" name="Freeform 2674">
              <a:extLst>
                <a:ext uri="{FF2B5EF4-FFF2-40B4-BE49-F238E27FC236}">
                  <a16:creationId xmlns:a16="http://schemas.microsoft.com/office/drawing/2014/main" id="{8DDD85D5-0059-79B9-3C27-A619B16111DA}"/>
                </a:ext>
              </a:extLst>
            </p:cNvPr>
            <p:cNvSpPr>
              <a:spLocks/>
            </p:cNvSpPr>
            <p:nvPr/>
          </p:nvSpPr>
          <p:spPr bwMode="auto">
            <a:xfrm rot="5094805">
              <a:off x="2860927" y="6560161"/>
              <a:ext cx="27420" cy="15995"/>
            </a:xfrm>
            <a:custGeom>
              <a:avLst/>
              <a:gdLst>
                <a:gd name="T0" fmla="*/ 11 w 11"/>
                <a:gd name="T1" fmla="*/ 2 h 6"/>
                <a:gd name="T2" fmla="*/ 6 w 11"/>
                <a:gd name="T3" fmla="*/ 5 h 6"/>
                <a:gd name="T4" fmla="*/ 0 w 11"/>
                <a:gd name="T5" fmla="*/ 4 h 6"/>
                <a:gd name="T6" fmla="*/ 5 w 11"/>
                <a:gd name="T7" fmla="*/ 1 h 6"/>
                <a:gd name="T8" fmla="*/ 11 w 11"/>
                <a:gd name="T9" fmla="*/ 2 h 6"/>
              </a:gdLst>
              <a:ahLst/>
              <a:cxnLst>
                <a:cxn ang="0">
                  <a:pos x="T0" y="T1"/>
                </a:cxn>
                <a:cxn ang="0">
                  <a:pos x="T2" y="T3"/>
                </a:cxn>
                <a:cxn ang="0">
                  <a:pos x="T4" y="T5"/>
                </a:cxn>
                <a:cxn ang="0">
                  <a:pos x="T6" y="T7"/>
                </a:cxn>
                <a:cxn ang="0">
                  <a:pos x="T8" y="T9"/>
                </a:cxn>
              </a:cxnLst>
              <a:rect l="0" t="0" r="r" b="b"/>
              <a:pathLst>
                <a:path w="11" h="6">
                  <a:moveTo>
                    <a:pt x="11" y="2"/>
                  </a:moveTo>
                  <a:cubicBezTo>
                    <a:pt x="10" y="3"/>
                    <a:pt x="8" y="4"/>
                    <a:pt x="6" y="5"/>
                  </a:cubicBezTo>
                  <a:cubicBezTo>
                    <a:pt x="3" y="6"/>
                    <a:pt x="0" y="6"/>
                    <a:pt x="0" y="4"/>
                  </a:cubicBezTo>
                  <a:cubicBezTo>
                    <a:pt x="1" y="3"/>
                    <a:pt x="2" y="2"/>
                    <a:pt x="5" y="1"/>
                  </a:cubicBezTo>
                  <a:cubicBezTo>
                    <a:pt x="8" y="0"/>
                    <a:pt x="11"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1" name="Freeform 2675">
              <a:extLst>
                <a:ext uri="{FF2B5EF4-FFF2-40B4-BE49-F238E27FC236}">
                  <a16:creationId xmlns:a16="http://schemas.microsoft.com/office/drawing/2014/main" id="{5FE15B3D-EEE6-8FAC-36BD-D8E1708ABA6B}"/>
                </a:ext>
              </a:extLst>
            </p:cNvPr>
            <p:cNvSpPr>
              <a:spLocks/>
            </p:cNvSpPr>
            <p:nvPr/>
          </p:nvSpPr>
          <p:spPr bwMode="auto">
            <a:xfrm rot="5094805">
              <a:off x="2930494" y="6751245"/>
              <a:ext cx="27420" cy="11425"/>
            </a:xfrm>
            <a:custGeom>
              <a:avLst/>
              <a:gdLst>
                <a:gd name="T0" fmla="*/ 11 w 11"/>
                <a:gd name="T1" fmla="*/ 1 h 5"/>
                <a:gd name="T2" fmla="*/ 6 w 11"/>
                <a:gd name="T3" fmla="*/ 4 h 5"/>
                <a:gd name="T4" fmla="*/ 0 w 11"/>
                <a:gd name="T5" fmla="*/ 4 h 5"/>
                <a:gd name="T6" fmla="*/ 5 w 11"/>
                <a:gd name="T7" fmla="*/ 1 h 5"/>
                <a:gd name="T8" fmla="*/ 11 w 11"/>
                <a:gd name="T9" fmla="*/ 1 h 5"/>
              </a:gdLst>
              <a:ahLst/>
              <a:cxnLst>
                <a:cxn ang="0">
                  <a:pos x="T0" y="T1"/>
                </a:cxn>
                <a:cxn ang="0">
                  <a:pos x="T2" y="T3"/>
                </a:cxn>
                <a:cxn ang="0">
                  <a:pos x="T4" y="T5"/>
                </a:cxn>
                <a:cxn ang="0">
                  <a:pos x="T6" y="T7"/>
                </a:cxn>
                <a:cxn ang="0">
                  <a:pos x="T8" y="T9"/>
                </a:cxn>
              </a:cxnLst>
              <a:rect l="0" t="0" r="r" b="b"/>
              <a:pathLst>
                <a:path w="11" h="5">
                  <a:moveTo>
                    <a:pt x="11" y="1"/>
                  </a:moveTo>
                  <a:cubicBezTo>
                    <a:pt x="10" y="2"/>
                    <a:pt x="8" y="3"/>
                    <a:pt x="6" y="4"/>
                  </a:cubicBezTo>
                  <a:cubicBezTo>
                    <a:pt x="3" y="5"/>
                    <a:pt x="0" y="5"/>
                    <a:pt x="0" y="4"/>
                  </a:cubicBezTo>
                  <a:cubicBezTo>
                    <a:pt x="1" y="3"/>
                    <a:pt x="2" y="2"/>
                    <a:pt x="5" y="1"/>
                  </a:cubicBezTo>
                  <a:cubicBezTo>
                    <a:pt x="8" y="0"/>
                    <a:pt x="11"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2" name="Freeform 2676">
              <a:extLst>
                <a:ext uri="{FF2B5EF4-FFF2-40B4-BE49-F238E27FC236}">
                  <a16:creationId xmlns:a16="http://schemas.microsoft.com/office/drawing/2014/main" id="{06D0834E-2626-EB6D-E376-39D2D4AC432D}"/>
                </a:ext>
              </a:extLst>
            </p:cNvPr>
            <p:cNvSpPr>
              <a:spLocks/>
            </p:cNvSpPr>
            <p:nvPr/>
          </p:nvSpPr>
          <p:spPr bwMode="auto">
            <a:xfrm rot="5094805">
              <a:off x="1475790" y="1503518"/>
              <a:ext cx="29705" cy="36560"/>
            </a:xfrm>
            <a:custGeom>
              <a:avLst/>
              <a:gdLst>
                <a:gd name="T0" fmla="*/ 8 w 12"/>
                <a:gd name="T1" fmla="*/ 15 h 15"/>
                <a:gd name="T2" fmla="*/ 1 w 12"/>
                <a:gd name="T3" fmla="*/ 6 h 15"/>
                <a:gd name="T4" fmla="*/ 6 w 12"/>
                <a:gd name="T5" fmla="*/ 2 h 15"/>
                <a:gd name="T6" fmla="*/ 12 w 12"/>
                <a:gd name="T7" fmla="*/ 10 h 15"/>
                <a:gd name="T8" fmla="*/ 8 w 12"/>
                <a:gd name="T9" fmla="*/ 15 h 15"/>
              </a:gdLst>
              <a:ahLst/>
              <a:cxnLst>
                <a:cxn ang="0">
                  <a:pos x="T0" y="T1"/>
                </a:cxn>
                <a:cxn ang="0">
                  <a:pos x="T2" y="T3"/>
                </a:cxn>
                <a:cxn ang="0">
                  <a:pos x="T4" y="T5"/>
                </a:cxn>
                <a:cxn ang="0">
                  <a:pos x="T6" y="T7"/>
                </a:cxn>
                <a:cxn ang="0">
                  <a:pos x="T8" y="T9"/>
                </a:cxn>
              </a:cxnLst>
              <a:rect l="0" t="0" r="r" b="b"/>
              <a:pathLst>
                <a:path w="12" h="15">
                  <a:moveTo>
                    <a:pt x="8" y="15"/>
                  </a:moveTo>
                  <a:cubicBezTo>
                    <a:pt x="5" y="11"/>
                    <a:pt x="2" y="8"/>
                    <a:pt x="1" y="6"/>
                  </a:cubicBezTo>
                  <a:cubicBezTo>
                    <a:pt x="0" y="2"/>
                    <a:pt x="3" y="0"/>
                    <a:pt x="6" y="2"/>
                  </a:cubicBezTo>
                  <a:cubicBezTo>
                    <a:pt x="9" y="3"/>
                    <a:pt x="12" y="7"/>
                    <a:pt x="12" y="10"/>
                  </a:cubicBezTo>
                  <a:cubicBezTo>
                    <a:pt x="12" y="12"/>
                    <a:pt x="10" y="13"/>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3" name="Freeform 2677">
              <a:extLst>
                <a:ext uri="{FF2B5EF4-FFF2-40B4-BE49-F238E27FC236}">
                  <a16:creationId xmlns:a16="http://schemas.microsoft.com/office/drawing/2014/main" id="{2B5BB562-FA38-DBB4-C7B0-DFDFFA2EF60B}"/>
                </a:ext>
              </a:extLst>
            </p:cNvPr>
            <p:cNvSpPr>
              <a:spLocks/>
            </p:cNvSpPr>
            <p:nvPr/>
          </p:nvSpPr>
          <p:spPr bwMode="auto">
            <a:xfrm rot="5094805">
              <a:off x="1404449" y="1704868"/>
              <a:ext cx="29705" cy="41130"/>
            </a:xfrm>
            <a:custGeom>
              <a:avLst/>
              <a:gdLst>
                <a:gd name="T0" fmla="*/ 8 w 12"/>
                <a:gd name="T1" fmla="*/ 17 h 17"/>
                <a:gd name="T2" fmla="*/ 2 w 12"/>
                <a:gd name="T3" fmla="*/ 7 h 17"/>
                <a:gd name="T4" fmla="*/ 6 w 12"/>
                <a:gd name="T5" fmla="*/ 2 h 17"/>
                <a:gd name="T6" fmla="*/ 12 w 12"/>
                <a:gd name="T7" fmla="*/ 10 h 17"/>
                <a:gd name="T8" fmla="*/ 8 w 12"/>
                <a:gd name="T9" fmla="*/ 17 h 17"/>
              </a:gdLst>
              <a:ahLst/>
              <a:cxnLst>
                <a:cxn ang="0">
                  <a:pos x="T0" y="T1"/>
                </a:cxn>
                <a:cxn ang="0">
                  <a:pos x="T2" y="T3"/>
                </a:cxn>
                <a:cxn ang="0">
                  <a:pos x="T4" y="T5"/>
                </a:cxn>
                <a:cxn ang="0">
                  <a:pos x="T6" y="T7"/>
                </a:cxn>
                <a:cxn ang="0">
                  <a:pos x="T8" y="T9"/>
                </a:cxn>
              </a:cxnLst>
              <a:rect l="0" t="0" r="r" b="b"/>
              <a:pathLst>
                <a:path w="12" h="17">
                  <a:moveTo>
                    <a:pt x="8" y="17"/>
                  </a:moveTo>
                  <a:cubicBezTo>
                    <a:pt x="5" y="13"/>
                    <a:pt x="3" y="10"/>
                    <a:pt x="2" y="7"/>
                  </a:cubicBezTo>
                  <a:cubicBezTo>
                    <a:pt x="0" y="3"/>
                    <a:pt x="3" y="0"/>
                    <a:pt x="6" y="2"/>
                  </a:cubicBezTo>
                  <a:cubicBezTo>
                    <a:pt x="9" y="3"/>
                    <a:pt x="12" y="7"/>
                    <a:pt x="12" y="10"/>
                  </a:cubicBezTo>
                  <a:cubicBezTo>
                    <a:pt x="12" y="13"/>
                    <a:pt x="10" y="14"/>
                    <a:pt x="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4" name="Freeform 2678">
              <a:extLst>
                <a:ext uri="{FF2B5EF4-FFF2-40B4-BE49-F238E27FC236}">
                  <a16:creationId xmlns:a16="http://schemas.microsoft.com/office/drawing/2014/main" id="{FCB431C9-BE0A-6FF0-0CF4-419334646B15}"/>
                </a:ext>
              </a:extLst>
            </p:cNvPr>
            <p:cNvSpPr>
              <a:spLocks/>
            </p:cNvSpPr>
            <p:nvPr/>
          </p:nvSpPr>
          <p:spPr bwMode="auto">
            <a:xfrm rot="5094805">
              <a:off x="1354942" y="1910199"/>
              <a:ext cx="25135" cy="38845"/>
            </a:xfrm>
            <a:custGeom>
              <a:avLst/>
              <a:gdLst>
                <a:gd name="T0" fmla="*/ 11 w 11"/>
                <a:gd name="T1" fmla="*/ 9 h 15"/>
                <a:gd name="T2" fmla="*/ 7 w 11"/>
                <a:gd name="T3" fmla="*/ 14 h 15"/>
                <a:gd name="T4" fmla="*/ 0 w 11"/>
                <a:gd name="T5" fmla="*/ 6 h 15"/>
                <a:gd name="T6" fmla="*/ 4 w 11"/>
                <a:gd name="T7" fmla="*/ 0 h 15"/>
                <a:gd name="T8" fmla="*/ 11 w 11"/>
                <a:gd name="T9" fmla="*/ 9 h 15"/>
              </a:gdLst>
              <a:ahLst/>
              <a:cxnLst>
                <a:cxn ang="0">
                  <a:pos x="T0" y="T1"/>
                </a:cxn>
                <a:cxn ang="0">
                  <a:pos x="T2" y="T3"/>
                </a:cxn>
                <a:cxn ang="0">
                  <a:pos x="T4" y="T5"/>
                </a:cxn>
                <a:cxn ang="0">
                  <a:pos x="T6" y="T7"/>
                </a:cxn>
                <a:cxn ang="0">
                  <a:pos x="T8" y="T9"/>
                </a:cxn>
              </a:cxnLst>
              <a:rect l="0" t="0" r="r" b="b"/>
              <a:pathLst>
                <a:path w="11" h="15">
                  <a:moveTo>
                    <a:pt x="11" y="9"/>
                  </a:moveTo>
                  <a:cubicBezTo>
                    <a:pt x="10" y="11"/>
                    <a:pt x="9" y="14"/>
                    <a:pt x="7" y="14"/>
                  </a:cubicBezTo>
                  <a:cubicBezTo>
                    <a:pt x="5" y="15"/>
                    <a:pt x="0" y="9"/>
                    <a:pt x="0" y="6"/>
                  </a:cubicBezTo>
                  <a:cubicBezTo>
                    <a:pt x="0" y="2"/>
                    <a:pt x="1" y="0"/>
                    <a:pt x="4" y="0"/>
                  </a:cubicBezTo>
                  <a:cubicBezTo>
                    <a:pt x="7" y="1"/>
                    <a:pt x="9" y="3"/>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5" name="Freeform 2679">
              <a:extLst>
                <a:ext uri="{FF2B5EF4-FFF2-40B4-BE49-F238E27FC236}">
                  <a16:creationId xmlns:a16="http://schemas.microsoft.com/office/drawing/2014/main" id="{57A868EA-BBBE-B2F9-E460-227DE465CDC6}"/>
                </a:ext>
              </a:extLst>
            </p:cNvPr>
            <p:cNvSpPr>
              <a:spLocks/>
            </p:cNvSpPr>
            <p:nvPr/>
          </p:nvSpPr>
          <p:spPr bwMode="auto">
            <a:xfrm rot="5094805">
              <a:off x="1328080" y="2110920"/>
              <a:ext cx="27420" cy="38845"/>
            </a:xfrm>
            <a:custGeom>
              <a:avLst/>
              <a:gdLst>
                <a:gd name="T0" fmla="*/ 11 w 11"/>
                <a:gd name="T1" fmla="*/ 9 h 16"/>
                <a:gd name="T2" fmla="*/ 7 w 11"/>
                <a:gd name="T3" fmla="*/ 15 h 16"/>
                <a:gd name="T4" fmla="*/ 0 w 11"/>
                <a:gd name="T5" fmla="*/ 7 h 16"/>
                <a:gd name="T6" fmla="*/ 4 w 11"/>
                <a:gd name="T7" fmla="*/ 0 h 16"/>
                <a:gd name="T8" fmla="*/ 11 w 11"/>
                <a:gd name="T9" fmla="*/ 9 h 16"/>
              </a:gdLst>
              <a:ahLst/>
              <a:cxnLst>
                <a:cxn ang="0">
                  <a:pos x="T0" y="T1"/>
                </a:cxn>
                <a:cxn ang="0">
                  <a:pos x="T2" y="T3"/>
                </a:cxn>
                <a:cxn ang="0">
                  <a:pos x="T4" y="T5"/>
                </a:cxn>
                <a:cxn ang="0">
                  <a:pos x="T6" y="T7"/>
                </a:cxn>
                <a:cxn ang="0">
                  <a:pos x="T8" y="T9"/>
                </a:cxn>
              </a:cxnLst>
              <a:rect l="0" t="0" r="r" b="b"/>
              <a:pathLst>
                <a:path w="11" h="16">
                  <a:moveTo>
                    <a:pt x="11" y="9"/>
                  </a:moveTo>
                  <a:cubicBezTo>
                    <a:pt x="10" y="11"/>
                    <a:pt x="9" y="14"/>
                    <a:pt x="7" y="15"/>
                  </a:cubicBezTo>
                  <a:cubicBezTo>
                    <a:pt x="4" y="16"/>
                    <a:pt x="0" y="11"/>
                    <a:pt x="0" y="7"/>
                  </a:cubicBezTo>
                  <a:cubicBezTo>
                    <a:pt x="0" y="3"/>
                    <a:pt x="1" y="0"/>
                    <a:pt x="4" y="0"/>
                  </a:cubicBezTo>
                  <a:cubicBezTo>
                    <a:pt x="7" y="0"/>
                    <a:pt x="9" y="4"/>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6" name="Freeform 2680">
              <a:extLst>
                <a:ext uri="{FF2B5EF4-FFF2-40B4-BE49-F238E27FC236}">
                  <a16:creationId xmlns:a16="http://schemas.microsoft.com/office/drawing/2014/main" id="{CB5E4D7C-CFB6-6863-FB3D-D658E4CCEDC7}"/>
                </a:ext>
              </a:extLst>
            </p:cNvPr>
            <p:cNvSpPr>
              <a:spLocks/>
            </p:cNvSpPr>
            <p:nvPr/>
          </p:nvSpPr>
          <p:spPr bwMode="auto">
            <a:xfrm rot="5094805">
              <a:off x="1335058" y="2304148"/>
              <a:ext cx="27420" cy="41130"/>
            </a:xfrm>
            <a:custGeom>
              <a:avLst/>
              <a:gdLst>
                <a:gd name="T0" fmla="*/ 11 w 11"/>
                <a:gd name="T1" fmla="*/ 8 h 17"/>
                <a:gd name="T2" fmla="*/ 7 w 11"/>
                <a:gd name="T3" fmla="*/ 15 h 17"/>
                <a:gd name="T4" fmla="*/ 0 w 11"/>
                <a:gd name="T5" fmla="*/ 8 h 17"/>
                <a:gd name="T6" fmla="*/ 4 w 11"/>
                <a:gd name="T7" fmla="*/ 0 h 17"/>
                <a:gd name="T8" fmla="*/ 11 w 11"/>
                <a:gd name="T9" fmla="*/ 8 h 17"/>
              </a:gdLst>
              <a:ahLst/>
              <a:cxnLst>
                <a:cxn ang="0">
                  <a:pos x="T0" y="T1"/>
                </a:cxn>
                <a:cxn ang="0">
                  <a:pos x="T2" y="T3"/>
                </a:cxn>
                <a:cxn ang="0">
                  <a:pos x="T4" y="T5"/>
                </a:cxn>
                <a:cxn ang="0">
                  <a:pos x="T6" y="T7"/>
                </a:cxn>
                <a:cxn ang="0">
                  <a:pos x="T8" y="T9"/>
                </a:cxn>
              </a:cxnLst>
              <a:rect l="0" t="0" r="r" b="b"/>
              <a:pathLst>
                <a:path w="11" h="17">
                  <a:moveTo>
                    <a:pt x="11" y="8"/>
                  </a:moveTo>
                  <a:cubicBezTo>
                    <a:pt x="10" y="10"/>
                    <a:pt x="9" y="14"/>
                    <a:pt x="7" y="15"/>
                  </a:cubicBezTo>
                  <a:cubicBezTo>
                    <a:pt x="5" y="17"/>
                    <a:pt x="0" y="12"/>
                    <a:pt x="0" y="8"/>
                  </a:cubicBezTo>
                  <a:cubicBezTo>
                    <a:pt x="0" y="4"/>
                    <a:pt x="1" y="1"/>
                    <a:pt x="4" y="0"/>
                  </a:cubicBezTo>
                  <a:cubicBezTo>
                    <a:pt x="7" y="0"/>
                    <a:pt x="10" y="3"/>
                    <a:pt x="1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7" name="Freeform 2681">
              <a:extLst>
                <a:ext uri="{FF2B5EF4-FFF2-40B4-BE49-F238E27FC236}">
                  <a16:creationId xmlns:a16="http://schemas.microsoft.com/office/drawing/2014/main" id="{6D080785-DEC4-CC52-74FF-5790275FBC74}"/>
                </a:ext>
              </a:extLst>
            </p:cNvPr>
            <p:cNvSpPr>
              <a:spLocks/>
            </p:cNvSpPr>
            <p:nvPr/>
          </p:nvSpPr>
          <p:spPr bwMode="auto">
            <a:xfrm rot="5094805">
              <a:off x="1380825" y="2493825"/>
              <a:ext cx="29705" cy="45700"/>
            </a:xfrm>
            <a:custGeom>
              <a:avLst/>
              <a:gdLst>
                <a:gd name="T0" fmla="*/ 5 w 12"/>
                <a:gd name="T1" fmla="*/ 0 h 19"/>
                <a:gd name="T2" fmla="*/ 11 w 12"/>
                <a:gd name="T3" fmla="*/ 8 h 19"/>
                <a:gd name="T4" fmla="*/ 8 w 12"/>
                <a:gd name="T5" fmla="*/ 17 h 19"/>
                <a:gd name="T6" fmla="*/ 1 w 12"/>
                <a:gd name="T7" fmla="*/ 11 h 19"/>
                <a:gd name="T8" fmla="*/ 5 w 12"/>
                <a:gd name="T9" fmla="*/ 0 h 19"/>
              </a:gdLst>
              <a:ahLst/>
              <a:cxnLst>
                <a:cxn ang="0">
                  <a:pos x="T0" y="T1"/>
                </a:cxn>
                <a:cxn ang="0">
                  <a:pos x="T2" y="T3"/>
                </a:cxn>
                <a:cxn ang="0">
                  <a:pos x="T4" y="T5"/>
                </a:cxn>
                <a:cxn ang="0">
                  <a:pos x="T6" y="T7"/>
                </a:cxn>
                <a:cxn ang="0">
                  <a:pos x="T8" y="T9"/>
                </a:cxn>
              </a:cxnLst>
              <a:rect l="0" t="0" r="r" b="b"/>
              <a:pathLst>
                <a:path w="12" h="19">
                  <a:moveTo>
                    <a:pt x="5" y="0"/>
                  </a:moveTo>
                  <a:cubicBezTo>
                    <a:pt x="7" y="3"/>
                    <a:pt x="10" y="5"/>
                    <a:pt x="11" y="8"/>
                  </a:cubicBezTo>
                  <a:cubicBezTo>
                    <a:pt x="12" y="12"/>
                    <a:pt x="10" y="15"/>
                    <a:pt x="8" y="17"/>
                  </a:cubicBezTo>
                  <a:cubicBezTo>
                    <a:pt x="5" y="19"/>
                    <a:pt x="0" y="15"/>
                    <a:pt x="1" y="11"/>
                  </a:cubicBezTo>
                  <a:cubicBezTo>
                    <a:pt x="1" y="7"/>
                    <a:pt x="3" y="5"/>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8" name="Freeform 2682">
              <a:extLst>
                <a:ext uri="{FF2B5EF4-FFF2-40B4-BE49-F238E27FC236}">
                  <a16:creationId xmlns:a16="http://schemas.microsoft.com/office/drawing/2014/main" id="{15715DEE-6DA5-FDBA-F09A-4BF90F4A00CA}"/>
                </a:ext>
              </a:extLst>
            </p:cNvPr>
            <p:cNvSpPr>
              <a:spLocks/>
            </p:cNvSpPr>
            <p:nvPr/>
          </p:nvSpPr>
          <p:spPr bwMode="auto">
            <a:xfrm rot="5094805">
              <a:off x="1421943" y="2686299"/>
              <a:ext cx="29705" cy="43415"/>
            </a:xfrm>
            <a:custGeom>
              <a:avLst/>
              <a:gdLst>
                <a:gd name="T0" fmla="*/ 4 w 12"/>
                <a:gd name="T1" fmla="*/ 0 h 17"/>
                <a:gd name="T2" fmla="*/ 11 w 12"/>
                <a:gd name="T3" fmla="*/ 7 h 17"/>
                <a:gd name="T4" fmla="*/ 8 w 12"/>
                <a:gd name="T5" fmla="*/ 15 h 17"/>
                <a:gd name="T6" fmla="*/ 0 w 12"/>
                <a:gd name="T7" fmla="*/ 9 h 17"/>
                <a:gd name="T8" fmla="*/ 4 w 12"/>
                <a:gd name="T9" fmla="*/ 0 h 17"/>
              </a:gdLst>
              <a:ahLst/>
              <a:cxnLst>
                <a:cxn ang="0">
                  <a:pos x="T0" y="T1"/>
                </a:cxn>
                <a:cxn ang="0">
                  <a:pos x="T2" y="T3"/>
                </a:cxn>
                <a:cxn ang="0">
                  <a:pos x="T4" y="T5"/>
                </a:cxn>
                <a:cxn ang="0">
                  <a:pos x="T6" y="T7"/>
                </a:cxn>
                <a:cxn ang="0">
                  <a:pos x="T8" y="T9"/>
                </a:cxn>
              </a:cxnLst>
              <a:rect l="0" t="0" r="r" b="b"/>
              <a:pathLst>
                <a:path w="12" h="17">
                  <a:moveTo>
                    <a:pt x="4" y="0"/>
                  </a:moveTo>
                  <a:cubicBezTo>
                    <a:pt x="7" y="3"/>
                    <a:pt x="10" y="5"/>
                    <a:pt x="11" y="7"/>
                  </a:cubicBezTo>
                  <a:cubicBezTo>
                    <a:pt x="12" y="11"/>
                    <a:pt x="10" y="14"/>
                    <a:pt x="8" y="15"/>
                  </a:cubicBezTo>
                  <a:cubicBezTo>
                    <a:pt x="5" y="17"/>
                    <a:pt x="0" y="13"/>
                    <a:pt x="0" y="9"/>
                  </a:cubicBezTo>
                  <a:cubicBezTo>
                    <a:pt x="1" y="6"/>
                    <a:pt x="3" y="4"/>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9" name="Freeform 2683">
              <a:extLst>
                <a:ext uri="{FF2B5EF4-FFF2-40B4-BE49-F238E27FC236}">
                  <a16:creationId xmlns:a16="http://schemas.microsoft.com/office/drawing/2014/main" id="{B6C2694E-A0F3-3161-7956-15B12D5FF5A7}"/>
                </a:ext>
              </a:extLst>
            </p:cNvPr>
            <p:cNvSpPr>
              <a:spLocks/>
            </p:cNvSpPr>
            <p:nvPr/>
          </p:nvSpPr>
          <p:spPr bwMode="auto">
            <a:xfrm rot="5094805">
              <a:off x="1450340" y="2881038"/>
              <a:ext cx="29705" cy="34275"/>
            </a:xfrm>
            <a:custGeom>
              <a:avLst/>
              <a:gdLst>
                <a:gd name="T0" fmla="*/ 8 w 12"/>
                <a:gd name="T1" fmla="*/ 14 h 14"/>
                <a:gd name="T2" fmla="*/ 2 w 12"/>
                <a:gd name="T3" fmla="*/ 7 h 14"/>
                <a:gd name="T4" fmla="*/ 7 w 12"/>
                <a:gd name="T5" fmla="*/ 0 h 14"/>
                <a:gd name="T6" fmla="*/ 12 w 12"/>
                <a:gd name="T7" fmla="*/ 6 h 14"/>
                <a:gd name="T8" fmla="*/ 8 w 12"/>
                <a:gd name="T9" fmla="*/ 14 h 14"/>
              </a:gdLst>
              <a:ahLst/>
              <a:cxnLst>
                <a:cxn ang="0">
                  <a:pos x="T0" y="T1"/>
                </a:cxn>
                <a:cxn ang="0">
                  <a:pos x="T2" y="T3"/>
                </a:cxn>
                <a:cxn ang="0">
                  <a:pos x="T4" y="T5"/>
                </a:cxn>
                <a:cxn ang="0">
                  <a:pos x="T6" y="T7"/>
                </a:cxn>
                <a:cxn ang="0">
                  <a:pos x="T8" y="T9"/>
                </a:cxn>
              </a:cxnLst>
              <a:rect l="0" t="0" r="r" b="b"/>
              <a:pathLst>
                <a:path w="12" h="14">
                  <a:moveTo>
                    <a:pt x="8" y="14"/>
                  </a:moveTo>
                  <a:cubicBezTo>
                    <a:pt x="5" y="11"/>
                    <a:pt x="3" y="9"/>
                    <a:pt x="2" y="7"/>
                  </a:cubicBezTo>
                  <a:cubicBezTo>
                    <a:pt x="0" y="4"/>
                    <a:pt x="3" y="0"/>
                    <a:pt x="7" y="0"/>
                  </a:cubicBezTo>
                  <a:cubicBezTo>
                    <a:pt x="10" y="0"/>
                    <a:pt x="12" y="2"/>
                    <a:pt x="12" y="6"/>
                  </a:cubicBezTo>
                  <a:cubicBezTo>
                    <a:pt x="12" y="8"/>
                    <a:pt x="10" y="10"/>
                    <a:pt x="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0" name="Freeform 2684">
              <a:extLst>
                <a:ext uri="{FF2B5EF4-FFF2-40B4-BE49-F238E27FC236}">
                  <a16:creationId xmlns:a16="http://schemas.microsoft.com/office/drawing/2014/main" id="{34791E39-549A-2297-A947-3B83922ACEEE}"/>
                </a:ext>
              </a:extLst>
            </p:cNvPr>
            <p:cNvSpPr>
              <a:spLocks/>
            </p:cNvSpPr>
            <p:nvPr/>
          </p:nvSpPr>
          <p:spPr bwMode="auto">
            <a:xfrm rot="5094805">
              <a:off x="1478410" y="3083840"/>
              <a:ext cx="29705" cy="27420"/>
            </a:xfrm>
            <a:custGeom>
              <a:avLst/>
              <a:gdLst>
                <a:gd name="T0" fmla="*/ 12 w 12"/>
                <a:gd name="T1" fmla="*/ 5 h 11"/>
                <a:gd name="T2" fmla="*/ 6 w 12"/>
                <a:gd name="T3" fmla="*/ 10 h 11"/>
                <a:gd name="T4" fmla="*/ 0 w 12"/>
                <a:gd name="T5" fmla="*/ 5 h 11"/>
                <a:gd name="T6" fmla="*/ 5 w 12"/>
                <a:gd name="T7" fmla="*/ 0 h 11"/>
                <a:gd name="T8" fmla="*/ 12 w 12"/>
                <a:gd name="T9" fmla="*/ 5 h 11"/>
              </a:gdLst>
              <a:ahLst/>
              <a:cxnLst>
                <a:cxn ang="0">
                  <a:pos x="T0" y="T1"/>
                </a:cxn>
                <a:cxn ang="0">
                  <a:pos x="T2" y="T3"/>
                </a:cxn>
                <a:cxn ang="0">
                  <a:pos x="T4" y="T5"/>
                </a:cxn>
                <a:cxn ang="0">
                  <a:pos x="T6" y="T7"/>
                </a:cxn>
                <a:cxn ang="0">
                  <a:pos x="T8" y="T9"/>
                </a:cxn>
              </a:cxnLst>
              <a:rect l="0" t="0" r="r" b="b"/>
              <a:pathLst>
                <a:path w="12" h="11">
                  <a:moveTo>
                    <a:pt x="12" y="5"/>
                  </a:moveTo>
                  <a:cubicBezTo>
                    <a:pt x="10" y="7"/>
                    <a:pt x="8" y="10"/>
                    <a:pt x="6" y="10"/>
                  </a:cubicBezTo>
                  <a:cubicBezTo>
                    <a:pt x="3" y="11"/>
                    <a:pt x="0" y="8"/>
                    <a:pt x="0" y="5"/>
                  </a:cubicBezTo>
                  <a:cubicBezTo>
                    <a:pt x="0" y="2"/>
                    <a:pt x="2" y="0"/>
                    <a:pt x="5" y="0"/>
                  </a:cubicBezTo>
                  <a:cubicBezTo>
                    <a:pt x="7" y="1"/>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1" name="Freeform 2685">
              <a:extLst>
                <a:ext uri="{FF2B5EF4-FFF2-40B4-BE49-F238E27FC236}">
                  <a16:creationId xmlns:a16="http://schemas.microsoft.com/office/drawing/2014/main" id="{B02CCCF2-C351-2127-D756-88E678A481AE}"/>
                </a:ext>
              </a:extLst>
            </p:cNvPr>
            <p:cNvSpPr>
              <a:spLocks/>
            </p:cNvSpPr>
            <p:nvPr/>
          </p:nvSpPr>
          <p:spPr bwMode="auto">
            <a:xfrm rot="5094805">
              <a:off x="1504637" y="3278878"/>
              <a:ext cx="27420" cy="20565"/>
            </a:xfrm>
            <a:custGeom>
              <a:avLst/>
              <a:gdLst>
                <a:gd name="T0" fmla="*/ 11 w 11"/>
                <a:gd name="T1" fmla="*/ 4 h 9"/>
                <a:gd name="T2" fmla="*/ 7 w 11"/>
                <a:gd name="T3" fmla="*/ 8 h 9"/>
                <a:gd name="T4" fmla="*/ 0 w 11"/>
                <a:gd name="T5" fmla="*/ 5 h 9"/>
                <a:gd name="T6" fmla="*/ 5 w 11"/>
                <a:gd name="T7" fmla="*/ 0 h 9"/>
                <a:gd name="T8" fmla="*/ 11 w 11"/>
                <a:gd name="T9" fmla="*/ 4 h 9"/>
              </a:gdLst>
              <a:ahLst/>
              <a:cxnLst>
                <a:cxn ang="0">
                  <a:pos x="T0" y="T1"/>
                </a:cxn>
                <a:cxn ang="0">
                  <a:pos x="T2" y="T3"/>
                </a:cxn>
                <a:cxn ang="0">
                  <a:pos x="T4" y="T5"/>
                </a:cxn>
                <a:cxn ang="0">
                  <a:pos x="T6" y="T7"/>
                </a:cxn>
                <a:cxn ang="0">
                  <a:pos x="T8" y="T9"/>
                </a:cxn>
              </a:cxnLst>
              <a:rect l="0" t="0" r="r" b="b"/>
              <a:pathLst>
                <a:path w="11" h="9">
                  <a:moveTo>
                    <a:pt x="11" y="4"/>
                  </a:moveTo>
                  <a:cubicBezTo>
                    <a:pt x="10" y="6"/>
                    <a:pt x="9" y="7"/>
                    <a:pt x="7" y="8"/>
                  </a:cubicBezTo>
                  <a:cubicBezTo>
                    <a:pt x="5" y="9"/>
                    <a:pt x="0" y="7"/>
                    <a:pt x="0" y="5"/>
                  </a:cubicBezTo>
                  <a:cubicBezTo>
                    <a:pt x="0" y="2"/>
                    <a:pt x="2" y="1"/>
                    <a:pt x="5" y="0"/>
                  </a:cubicBezTo>
                  <a:cubicBezTo>
                    <a:pt x="8" y="0"/>
                    <a:pt x="10" y="1"/>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2" name="Freeform 2686">
              <a:extLst>
                <a:ext uri="{FF2B5EF4-FFF2-40B4-BE49-F238E27FC236}">
                  <a16:creationId xmlns:a16="http://schemas.microsoft.com/office/drawing/2014/main" id="{8428D871-BC85-5A58-0A81-A7A363D75A0C}"/>
                </a:ext>
              </a:extLst>
            </p:cNvPr>
            <p:cNvSpPr>
              <a:spLocks/>
            </p:cNvSpPr>
            <p:nvPr/>
          </p:nvSpPr>
          <p:spPr bwMode="auto">
            <a:xfrm rot="5094805">
              <a:off x="1535821" y="3475778"/>
              <a:ext cx="25135" cy="18280"/>
            </a:xfrm>
            <a:custGeom>
              <a:avLst/>
              <a:gdLst>
                <a:gd name="T0" fmla="*/ 11 w 11"/>
                <a:gd name="T1" fmla="*/ 3 h 7"/>
                <a:gd name="T2" fmla="*/ 7 w 11"/>
                <a:gd name="T3" fmla="*/ 6 h 7"/>
                <a:gd name="T4" fmla="*/ 0 w 11"/>
                <a:gd name="T5" fmla="*/ 4 h 7"/>
                <a:gd name="T6" fmla="*/ 4 w 11"/>
                <a:gd name="T7" fmla="*/ 1 h 7"/>
                <a:gd name="T8" fmla="*/ 11 w 11"/>
                <a:gd name="T9" fmla="*/ 3 h 7"/>
              </a:gdLst>
              <a:ahLst/>
              <a:cxnLst>
                <a:cxn ang="0">
                  <a:pos x="T0" y="T1"/>
                </a:cxn>
                <a:cxn ang="0">
                  <a:pos x="T2" y="T3"/>
                </a:cxn>
                <a:cxn ang="0">
                  <a:pos x="T4" y="T5"/>
                </a:cxn>
                <a:cxn ang="0">
                  <a:pos x="T6" y="T7"/>
                </a:cxn>
                <a:cxn ang="0">
                  <a:pos x="T8" y="T9"/>
                </a:cxn>
              </a:cxnLst>
              <a:rect l="0" t="0" r="r" b="b"/>
              <a:pathLst>
                <a:path w="11" h="7">
                  <a:moveTo>
                    <a:pt x="11" y="3"/>
                  </a:moveTo>
                  <a:cubicBezTo>
                    <a:pt x="10" y="4"/>
                    <a:pt x="9" y="6"/>
                    <a:pt x="7" y="6"/>
                  </a:cubicBezTo>
                  <a:cubicBezTo>
                    <a:pt x="4" y="7"/>
                    <a:pt x="0" y="6"/>
                    <a:pt x="0" y="4"/>
                  </a:cubicBezTo>
                  <a:cubicBezTo>
                    <a:pt x="0" y="2"/>
                    <a:pt x="1" y="1"/>
                    <a:pt x="4" y="1"/>
                  </a:cubicBezTo>
                  <a:cubicBezTo>
                    <a:pt x="7" y="0"/>
                    <a:pt x="9" y="1"/>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3" name="Freeform 2687">
              <a:extLst>
                <a:ext uri="{FF2B5EF4-FFF2-40B4-BE49-F238E27FC236}">
                  <a16:creationId xmlns:a16="http://schemas.microsoft.com/office/drawing/2014/main" id="{293763C3-71CF-FD33-58EB-C91A4888C380}"/>
                </a:ext>
              </a:extLst>
            </p:cNvPr>
            <p:cNvSpPr>
              <a:spLocks/>
            </p:cNvSpPr>
            <p:nvPr/>
          </p:nvSpPr>
          <p:spPr bwMode="auto">
            <a:xfrm rot="5094805">
              <a:off x="1572580" y="3673015"/>
              <a:ext cx="29705" cy="11425"/>
            </a:xfrm>
            <a:custGeom>
              <a:avLst/>
              <a:gdLst>
                <a:gd name="T0" fmla="*/ 4 w 12"/>
                <a:gd name="T1" fmla="*/ 0 h 5"/>
                <a:gd name="T2" fmla="*/ 10 w 12"/>
                <a:gd name="T3" fmla="*/ 1 h 5"/>
                <a:gd name="T4" fmla="*/ 7 w 12"/>
                <a:gd name="T5" fmla="*/ 4 h 5"/>
                <a:gd name="T6" fmla="*/ 0 w 12"/>
                <a:gd name="T7" fmla="*/ 3 h 5"/>
                <a:gd name="T8" fmla="*/ 4 w 12"/>
                <a:gd name="T9" fmla="*/ 0 h 5"/>
              </a:gdLst>
              <a:ahLst/>
              <a:cxnLst>
                <a:cxn ang="0">
                  <a:pos x="T0" y="T1"/>
                </a:cxn>
                <a:cxn ang="0">
                  <a:pos x="T2" y="T3"/>
                </a:cxn>
                <a:cxn ang="0">
                  <a:pos x="T4" y="T5"/>
                </a:cxn>
                <a:cxn ang="0">
                  <a:pos x="T6" y="T7"/>
                </a:cxn>
                <a:cxn ang="0">
                  <a:pos x="T8" y="T9"/>
                </a:cxn>
              </a:cxnLst>
              <a:rect l="0" t="0" r="r" b="b"/>
              <a:pathLst>
                <a:path w="12" h="5">
                  <a:moveTo>
                    <a:pt x="4" y="0"/>
                  </a:moveTo>
                  <a:cubicBezTo>
                    <a:pt x="7" y="0"/>
                    <a:pt x="10" y="0"/>
                    <a:pt x="10" y="1"/>
                  </a:cubicBezTo>
                  <a:cubicBezTo>
                    <a:pt x="12" y="2"/>
                    <a:pt x="10" y="3"/>
                    <a:pt x="7" y="4"/>
                  </a:cubicBezTo>
                  <a:cubicBezTo>
                    <a:pt x="4" y="5"/>
                    <a:pt x="0" y="4"/>
                    <a:pt x="0" y="3"/>
                  </a:cubicBezTo>
                  <a:cubicBezTo>
                    <a:pt x="0" y="2"/>
                    <a:pt x="2" y="1"/>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4" name="Freeform 2688">
              <a:extLst>
                <a:ext uri="{FF2B5EF4-FFF2-40B4-BE49-F238E27FC236}">
                  <a16:creationId xmlns:a16="http://schemas.microsoft.com/office/drawing/2014/main" id="{3B81D6BB-44C0-B8BB-7264-4FE2F50A828B}"/>
                </a:ext>
              </a:extLst>
            </p:cNvPr>
            <p:cNvSpPr>
              <a:spLocks/>
            </p:cNvSpPr>
            <p:nvPr/>
          </p:nvSpPr>
          <p:spPr bwMode="auto">
            <a:xfrm rot="5094805">
              <a:off x="1633044" y="3862624"/>
              <a:ext cx="29705" cy="11425"/>
            </a:xfrm>
            <a:custGeom>
              <a:avLst/>
              <a:gdLst>
                <a:gd name="T0" fmla="*/ 12 w 12"/>
                <a:gd name="T1" fmla="*/ 0 h 4"/>
                <a:gd name="T2" fmla="*/ 6 w 12"/>
                <a:gd name="T3" fmla="*/ 3 h 4"/>
                <a:gd name="T4" fmla="*/ 0 w 12"/>
                <a:gd name="T5" fmla="*/ 3 h 4"/>
                <a:gd name="T6" fmla="*/ 5 w 12"/>
                <a:gd name="T7" fmla="*/ 0 h 4"/>
                <a:gd name="T8" fmla="*/ 12 w 12"/>
                <a:gd name="T9" fmla="*/ 0 h 4"/>
              </a:gdLst>
              <a:ahLst/>
              <a:cxnLst>
                <a:cxn ang="0">
                  <a:pos x="T0" y="T1"/>
                </a:cxn>
                <a:cxn ang="0">
                  <a:pos x="T2" y="T3"/>
                </a:cxn>
                <a:cxn ang="0">
                  <a:pos x="T4" y="T5"/>
                </a:cxn>
                <a:cxn ang="0">
                  <a:pos x="T6" y="T7"/>
                </a:cxn>
                <a:cxn ang="0">
                  <a:pos x="T8" y="T9"/>
                </a:cxn>
              </a:cxnLst>
              <a:rect l="0" t="0" r="r" b="b"/>
              <a:pathLst>
                <a:path w="12" h="4">
                  <a:moveTo>
                    <a:pt x="12" y="0"/>
                  </a:moveTo>
                  <a:cubicBezTo>
                    <a:pt x="10" y="1"/>
                    <a:pt x="8" y="2"/>
                    <a:pt x="6" y="3"/>
                  </a:cubicBezTo>
                  <a:cubicBezTo>
                    <a:pt x="3" y="4"/>
                    <a:pt x="0" y="4"/>
                    <a:pt x="0" y="3"/>
                  </a:cubicBezTo>
                  <a:cubicBezTo>
                    <a:pt x="0" y="2"/>
                    <a:pt x="2" y="1"/>
                    <a:pt x="5" y="0"/>
                  </a:cubicBezTo>
                  <a:cubicBezTo>
                    <a:pt x="7" y="0"/>
                    <a:pt x="9"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5" name="Freeform 2689">
              <a:extLst>
                <a:ext uri="{FF2B5EF4-FFF2-40B4-BE49-F238E27FC236}">
                  <a16:creationId xmlns:a16="http://schemas.microsoft.com/office/drawing/2014/main" id="{09BABC31-1E77-BDCB-5929-D2AB771093E6}"/>
                </a:ext>
              </a:extLst>
            </p:cNvPr>
            <p:cNvSpPr>
              <a:spLocks/>
            </p:cNvSpPr>
            <p:nvPr/>
          </p:nvSpPr>
          <p:spPr bwMode="auto">
            <a:xfrm rot="5094805">
              <a:off x="1718138" y="4045453"/>
              <a:ext cx="29705" cy="11425"/>
            </a:xfrm>
            <a:custGeom>
              <a:avLst/>
              <a:gdLst>
                <a:gd name="T0" fmla="*/ 7 w 12"/>
                <a:gd name="T1" fmla="*/ 4 h 5"/>
                <a:gd name="T2" fmla="*/ 2 w 12"/>
                <a:gd name="T3" fmla="*/ 4 h 5"/>
                <a:gd name="T4" fmla="*/ 7 w 12"/>
                <a:gd name="T5" fmla="*/ 1 h 5"/>
                <a:gd name="T6" fmla="*/ 12 w 12"/>
                <a:gd name="T7" fmla="*/ 0 h 5"/>
                <a:gd name="T8" fmla="*/ 7 w 12"/>
                <a:gd name="T9" fmla="*/ 4 h 5"/>
              </a:gdLst>
              <a:ahLst/>
              <a:cxnLst>
                <a:cxn ang="0">
                  <a:pos x="T0" y="T1"/>
                </a:cxn>
                <a:cxn ang="0">
                  <a:pos x="T2" y="T3"/>
                </a:cxn>
                <a:cxn ang="0">
                  <a:pos x="T4" y="T5"/>
                </a:cxn>
                <a:cxn ang="0">
                  <a:pos x="T6" y="T7"/>
                </a:cxn>
                <a:cxn ang="0">
                  <a:pos x="T8" y="T9"/>
                </a:cxn>
              </a:cxnLst>
              <a:rect l="0" t="0" r="r" b="b"/>
              <a:pathLst>
                <a:path w="12" h="5">
                  <a:moveTo>
                    <a:pt x="7" y="4"/>
                  </a:moveTo>
                  <a:cubicBezTo>
                    <a:pt x="5" y="4"/>
                    <a:pt x="3" y="5"/>
                    <a:pt x="2" y="4"/>
                  </a:cubicBezTo>
                  <a:cubicBezTo>
                    <a:pt x="0" y="4"/>
                    <a:pt x="3" y="2"/>
                    <a:pt x="7" y="1"/>
                  </a:cubicBezTo>
                  <a:cubicBezTo>
                    <a:pt x="10" y="0"/>
                    <a:pt x="12" y="0"/>
                    <a:pt x="12" y="0"/>
                  </a:cubicBezTo>
                  <a:cubicBezTo>
                    <a:pt x="12" y="1"/>
                    <a:pt x="9" y="2"/>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6" name="Freeform 2690">
              <a:extLst>
                <a:ext uri="{FF2B5EF4-FFF2-40B4-BE49-F238E27FC236}">
                  <a16:creationId xmlns:a16="http://schemas.microsoft.com/office/drawing/2014/main" id="{8B2597FE-2E48-2055-133C-C059CB09F9C5}"/>
                </a:ext>
              </a:extLst>
            </p:cNvPr>
            <p:cNvSpPr>
              <a:spLocks/>
            </p:cNvSpPr>
            <p:nvPr/>
          </p:nvSpPr>
          <p:spPr bwMode="auto">
            <a:xfrm rot="5094805">
              <a:off x="1559552" y="1300017"/>
              <a:ext cx="27420" cy="31990"/>
            </a:xfrm>
            <a:custGeom>
              <a:avLst/>
              <a:gdLst>
                <a:gd name="T0" fmla="*/ 11 w 11"/>
                <a:gd name="T1" fmla="*/ 10 h 13"/>
                <a:gd name="T2" fmla="*/ 7 w 11"/>
                <a:gd name="T3" fmla="*/ 12 h 13"/>
                <a:gd name="T4" fmla="*/ 0 w 11"/>
                <a:gd name="T5" fmla="*/ 4 h 13"/>
                <a:gd name="T6" fmla="*/ 4 w 11"/>
                <a:gd name="T7" fmla="*/ 1 h 13"/>
                <a:gd name="T8" fmla="*/ 11 w 11"/>
                <a:gd name="T9" fmla="*/ 10 h 13"/>
              </a:gdLst>
              <a:ahLst/>
              <a:cxnLst>
                <a:cxn ang="0">
                  <a:pos x="T0" y="T1"/>
                </a:cxn>
                <a:cxn ang="0">
                  <a:pos x="T2" y="T3"/>
                </a:cxn>
                <a:cxn ang="0">
                  <a:pos x="T4" y="T5"/>
                </a:cxn>
                <a:cxn ang="0">
                  <a:pos x="T6" y="T7"/>
                </a:cxn>
                <a:cxn ang="0">
                  <a:pos x="T8" y="T9"/>
                </a:cxn>
              </a:cxnLst>
              <a:rect l="0" t="0" r="r" b="b"/>
              <a:pathLst>
                <a:path w="11" h="13">
                  <a:moveTo>
                    <a:pt x="11" y="10"/>
                  </a:moveTo>
                  <a:cubicBezTo>
                    <a:pt x="10" y="11"/>
                    <a:pt x="9" y="13"/>
                    <a:pt x="7" y="12"/>
                  </a:cubicBezTo>
                  <a:cubicBezTo>
                    <a:pt x="4" y="12"/>
                    <a:pt x="0" y="7"/>
                    <a:pt x="0" y="4"/>
                  </a:cubicBezTo>
                  <a:cubicBezTo>
                    <a:pt x="0" y="1"/>
                    <a:pt x="1" y="0"/>
                    <a:pt x="4" y="1"/>
                  </a:cubicBezTo>
                  <a:cubicBezTo>
                    <a:pt x="7" y="2"/>
                    <a:pt x="10" y="6"/>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7" name="Freeform 2691">
              <a:extLst>
                <a:ext uri="{FF2B5EF4-FFF2-40B4-BE49-F238E27FC236}">
                  <a16:creationId xmlns:a16="http://schemas.microsoft.com/office/drawing/2014/main" id="{EF270528-8895-09BE-8F35-2A60F2ED1281}"/>
                </a:ext>
              </a:extLst>
            </p:cNvPr>
            <p:cNvSpPr>
              <a:spLocks/>
            </p:cNvSpPr>
            <p:nvPr/>
          </p:nvSpPr>
          <p:spPr bwMode="auto">
            <a:xfrm rot="5094805">
              <a:off x="1643401" y="1096207"/>
              <a:ext cx="31990" cy="29705"/>
            </a:xfrm>
            <a:custGeom>
              <a:avLst/>
              <a:gdLst>
                <a:gd name="T0" fmla="*/ 13 w 13"/>
                <a:gd name="T1" fmla="*/ 10 h 12"/>
                <a:gd name="T2" fmla="*/ 7 w 13"/>
                <a:gd name="T3" fmla="*/ 11 h 12"/>
                <a:gd name="T4" fmla="*/ 1 w 13"/>
                <a:gd name="T5" fmla="*/ 3 h 12"/>
                <a:gd name="T6" fmla="*/ 6 w 13"/>
                <a:gd name="T7" fmla="*/ 2 h 12"/>
                <a:gd name="T8" fmla="*/ 13 w 13"/>
                <a:gd name="T9" fmla="*/ 10 h 12"/>
              </a:gdLst>
              <a:ahLst/>
              <a:cxnLst>
                <a:cxn ang="0">
                  <a:pos x="T0" y="T1"/>
                </a:cxn>
                <a:cxn ang="0">
                  <a:pos x="T2" y="T3"/>
                </a:cxn>
                <a:cxn ang="0">
                  <a:pos x="T4" y="T5"/>
                </a:cxn>
                <a:cxn ang="0">
                  <a:pos x="T6" y="T7"/>
                </a:cxn>
                <a:cxn ang="0">
                  <a:pos x="T8" y="T9"/>
                </a:cxn>
              </a:cxnLst>
              <a:rect l="0" t="0" r="r" b="b"/>
              <a:pathLst>
                <a:path w="13" h="12">
                  <a:moveTo>
                    <a:pt x="13" y="10"/>
                  </a:moveTo>
                  <a:cubicBezTo>
                    <a:pt x="10" y="11"/>
                    <a:pt x="9" y="12"/>
                    <a:pt x="7" y="11"/>
                  </a:cubicBezTo>
                  <a:cubicBezTo>
                    <a:pt x="4" y="10"/>
                    <a:pt x="0" y="6"/>
                    <a:pt x="1" y="3"/>
                  </a:cubicBezTo>
                  <a:cubicBezTo>
                    <a:pt x="1" y="1"/>
                    <a:pt x="3" y="0"/>
                    <a:pt x="6" y="2"/>
                  </a:cubicBezTo>
                  <a:cubicBezTo>
                    <a:pt x="8" y="4"/>
                    <a:pt x="10" y="7"/>
                    <a:pt x="1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8" name="Freeform 2692">
              <a:extLst>
                <a:ext uri="{FF2B5EF4-FFF2-40B4-BE49-F238E27FC236}">
                  <a16:creationId xmlns:a16="http://schemas.microsoft.com/office/drawing/2014/main" id="{82114AAB-FD2E-70DC-8E04-C3E9C19A2FB0}"/>
                </a:ext>
              </a:extLst>
            </p:cNvPr>
            <p:cNvSpPr>
              <a:spLocks/>
            </p:cNvSpPr>
            <p:nvPr/>
          </p:nvSpPr>
          <p:spPr bwMode="auto">
            <a:xfrm rot="5094805">
              <a:off x="1728001" y="889292"/>
              <a:ext cx="27420" cy="25135"/>
            </a:xfrm>
            <a:custGeom>
              <a:avLst/>
              <a:gdLst>
                <a:gd name="T0" fmla="*/ 11 w 11"/>
                <a:gd name="T1" fmla="*/ 9 h 10"/>
                <a:gd name="T2" fmla="*/ 7 w 11"/>
                <a:gd name="T3" fmla="*/ 10 h 10"/>
                <a:gd name="T4" fmla="*/ 0 w 11"/>
                <a:gd name="T5" fmla="*/ 3 h 10"/>
                <a:gd name="T6" fmla="*/ 5 w 11"/>
                <a:gd name="T7" fmla="*/ 1 h 10"/>
                <a:gd name="T8" fmla="*/ 11 w 11"/>
                <a:gd name="T9" fmla="*/ 9 h 10"/>
              </a:gdLst>
              <a:ahLst/>
              <a:cxnLst>
                <a:cxn ang="0">
                  <a:pos x="T0" y="T1"/>
                </a:cxn>
                <a:cxn ang="0">
                  <a:pos x="T2" y="T3"/>
                </a:cxn>
                <a:cxn ang="0">
                  <a:pos x="T4" y="T5"/>
                </a:cxn>
                <a:cxn ang="0">
                  <a:pos x="T6" y="T7"/>
                </a:cxn>
                <a:cxn ang="0">
                  <a:pos x="T8" y="T9"/>
                </a:cxn>
              </a:cxnLst>
              <a:rect l="0" t="0" r="r" b="b"/>
              <a:pathLst>
                <a:path w="11" h="10">
                  <a:moveTo>
                    <a:pt x="11" y="9"/>
                  </a:moveTo>
                  <a:cubicBezTo>
                    <a:pt x="10" y="9"/>
                    <a:pt x="9" y="10"/>
                    <a:pt x="7" y="10"/>
                  </a:cubicBezTo>
                  <a:cubicBezTo>
                    <a:pt x="5" y="10"/>
                    <a:pt x="0" y="5"/>
                    <a:pt x="0" y="3"/>
                  </a:cubicBezTo>
                  <a:cubicBezTo>
                    <a:pt x="0" y="1"/>
                    <a:pt x="2" y="0"/>
                    <a:pt x="5" y="1"/>
                  </a:cubicBezTo>
                  <a:cubicBezTo>
                    <a:pt x="8" y="2"/>
                    <a:pt x="10" y="5"/>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9" name="Freeform 2693">
              <a:extLst>
                <a:ext uri="{FF2B5EF4-FFF2-40B4-BE49-F238E27FC236}">
                  <a16:creationId xmlns:a16="http://schemas.microsoft.com/office/drawing/2014/main" id="{41DDBD32-6FC6-B4B3-FFF6-F956EFDDAA4A}"/>
                </a:ext>
              </a:extLst>
            </p:cNvPr>
            <p:cNvSpPr>
              <a:spLocks/>
            </p:cNvSpPr>
            <p:nvPr/>
          </p:nvSpPr>
          <p:spPr bwMode="auto">
            <a:xfrm rot="5094805">
              <a:off x="1793749" y="689485"/>
              <a:ext cx="29705" cy="20565"/>
            </a:xfrm>
            <a:custGeom>
              <a:avLst/>
              <a:gdLst>
                <a:gd name="T0" fmla="*/ 6 w 12"/>
                <a:gd name="T1" fmla="*/ 9 h 9"/>
                <a:gd name="T2" fmla="*/ 1 w 12"/>
                <a:gd name="T3" fmla="*/ 2 h 9"/>
                <a:gd name="T4" fmla="*/ 7 w 12"/>
                <a:gd name="T5" fmla="*/ 2 h 9"/>
                <a:gd name="T6" fmla="*/ 11 w 12"/>
                <a:gd name="T7" fmla="*/ 7 h 9"/>
                <a:gd name="T8" fmla="*/ 6 w 12"/>
                <a:gd name="T9" fmla="*/ 9 h 9"/>
              </a:gdLst>
              <a:ahLst/>
              <a:cxnLst>
                <a:cxn ang="0">
                  <a:pos x="T0" y="T1"/>
                </a:cxn>
                <a:cxn ang="0">
                  <a:pos x="T2" y="T3"/>
                </a:cxn>
                <a:cxn ang="0">
                  <a:pos x="T4" y="T5"/>
                </a:cxn>
                <a:cxn ang="0">
                  <a:pos x="T6" y="T7"/>
                </a:cxn>
                <a:cxn ang="0">
                  <a:pos x="T8" y="T9"/>
                </a:cxn>
              </a:cxnLst>
              <a:rect l="0" t="0" r="r" b="b"/>
              <a:pathLst>
                <a:path w="12" h="9">
                  <a:moveTo>
                    <a:pt x="6" y="9"/>
                  </a:moveTo>
                  <a:cubicBezTo>
                    <a:pt x="4" y="6"/>
                    <a:pt x="1" y="4"/>
                    <a:pt x="1" y="2"/>
                  </a:cubicBezTo>
                  <a:cubicBezTo>
                    <a:pt x="0" y="0"/>
                    <a:pt x="4" y="0"/>
                    <a:pt x="7" y="2"/>
                  </a:cubicBezTo>
                  <a:cubicBezTo>
                    <a:pt x="9" y="3"/>
                    <a:pt x="12" y="5"/>
                    <a:pt x="11" y="7"/>
                  </a:cubicBezTo>
                  <a:cubicBezTo>
                    <a:pt x="11" y="8"/>
                    <a:pt x="8" y="8"/>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0" name="Freeform 2694">
              <a:extLst>
                <a:ext uri="{FF2B5EF4-FFF2-40B4-BE49-F238E27FC236}">
                  <a16:creationId xmlns:a16="http://schemas.microsoft.com/office/drawing/2014/main" id="{32A9C3A0-A2AC-E81B-DC28-C1408DB5984A}"/>
                </a:ext>
              </a:extLst>
            </p:cNvPr>
            <p:cNvSpPr>
              <a:spLocks/>
            </p:cNvSpPr>
            <p:nvPr/>
          </p:nvSpPr>
          <p:spPr bwMode="auto">
            <a:xfrm rot="5094805">
              <a:off x="1838713" y="487047"/>
              <a:ext cx="29705" cy="18280"/>
            </a:xfrm>
            <a:custGeom>
              <a:avLst/>
              <a:gdLst>
                <a:gd name="T0" fmla="*/ 8 w 12"/>
                <a:gd name="T1" fmla="*/ 8 h 8"/>
                <a:gd name="T2" fmla="*/ 2 w 12"/>
                <a:gd name="T3" fmla="*/ 3 h 8"/>
                <a:gd name="T4" fmla="*/ 6 w 12"/>
                <a:gd name="T5" fmla="*/ 1 h 8"/>
                <a:gd name="T6" fmla="*/ 12 w 12"/>
                <a:gd name="T7" fmla="*/ 5 h 8"/>
                <a:gd name="T8" fmla="*/ 8 w 12"/>
                <a:gd name="T9" fmla="*/ 8 h 8"/>
              </a:gdLst>
              <a:ahLst/>
              <a:cxnLst>
                <a:cxn ang="0">
                  <a:pos x="T0" y="T1"/>
                </a:cxn>
                <a:cxn ang="0">
                  <a:pos x="T2" y="T3"/>
                </a:cxn>
                <a:cxn ang="0">
                  <a:pos x="T4" y="T5"/>
                </a:cxn>
                <a:cxn ang="0">
                  <a:pos x="T6" y="T7"/>
                </a:cxn>
                <a:cxn ang="0">
                  <a:pos x="T8" y="T9"/>
                </a:cxn>
              </a:cxnLst>
              <a:rect l="0" t="0" r="r" b="b"/>
              <a:pathLst>
                <a:path w="12" h="8">
                  <a:moveTo>
                    <a:pt x="8" y="8"/>
                  </a:moveTo>
                  <a:cubicBezTo>
                    <a:pt x="5" y="6"/>
                    <a:pt x="3" y="4"/>
                    <a:pt x="2" y="3"/>
                  </a:cubicBezTo>
                  <a:cubicBezTo>
                    <a:pt x="0" y="1"/>
                    <a:pt x="3" y="0"/>
                    <a:pt x="6" y="1"/>
                  </a:cubicBezTo>
                  <a:cubicBezTo>
                    <a:pt x="9" y="2"/>
                    <a:pt x="12" y="3"/>
                    <a:pt x="12" y="5"/>
                  </a:cubicBezTo>
                  <a:cubicBezTo>
                    <a:pt x="12" y="6"/>
                    <a:pt x="10" y="7"/>
                    <a:pt x="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1" name="Freeform 2695">
              <a:extLst>
                <a:ext uri="{FF2B5EF4-FFF2-40B4-BE49-F238E27FC236}">
                  <a16:creationId xmlns:a16="http://schemas.microsoft.com/office/drawing/2014/main" id="{C4ED626F-D57A-F7E4-75DA-A75D6720F122}"/>
                </a:ext>
              </a:extLst>
            </p:cNvPr>
            <p:cNvSpPr>
              <a:spLocks/>
            </p:cNvSpPr>
            <p:nvPr/>
          </p:nvSpPr>
          <p:spPr bwMode="auto">
            <a:xfrm rot="5094805">
              <a:off x="1854794" y="296249"/>
              <a:ext cx="31990" cy="13710"/>
            </a:xfrm>
            <a:custGeom>
              <a:avLst/>
              <a:gdLst>
                <a:gd name="T0" fmla="*/ 13 w 13"/>
                <a:gd name="T1" fmla="*/ 4 h 6"/>
                <a:gd name="T2" fmla="*/ 7 w 13"/>
                <a:gd name="T3" fmla="*/ 6 h 6"/>
                <a:gd name="T4" fmla="*/ 1 w 13"/>
                <a:gd name="T5" fmla="*/ 3 h 6"/>
                <a:gd name="T6" fmla="*/ 6 w 13"/>
                <a:gd name="T7" fmla="*/ 1 h 6"/>
                <a:gd name="T8" fmla="*/ 13 w 13"/>
                <a:gd name="T9" fmla="*/ 4 h 6"/>
              </a:gdLst>
              <a:ahLst/>
              <a:cxnLst>
                <a:cxn ang="0">
                  <a:pos x="T0" y="T1"/>
                </a:cxn>
                <a:cxn ang="0">
                  <a:pos x="T2" y="T3"/>
                </a:cxn>
                <a:cxn ang="0">
                  <a:pos x="T4" y="T5"/>
                </a:cxn>
                <a:cxn ang="0">
                  <a:pos x="T6" y="T7"/>
                </a:cxn>
                <a:cxn ang="0">
                  <a:pos x="T8" y="T9"/>
                </a:cxn>
              </a:cxnLst>
              <a:rect l="0" t="0" r="r" b="b"/>
              <a:pathLst>
                <a:path w="13" h="6">
                  <a:moveTo>
                    <a:pt x="13" y="4"/>
                  </a:moveTo>
                  <a:cubicBezTo>
                    <a:pt x="10" y="5"/>
                    <a:pt x="9" y="6"/>
                    <a:pt x="7" y="6"/>
                  </a:cubicBezTo>
                  <a:cubicBezTo>
                    <a:pt x="4" y="6"/>
                    <a:pt x="0" y="4"/>
                    <a:pt x="1" y="3"/>
                  </a:cubicBezTo>
                  <a:cubicBezTo>
                    <a:pt x="1" y="1"/>
                    <a:pt x="3" y="0"/>
                    <a:pt x="6" y="1"/>
                  </a:cubicBezTo>
                  <a:cubicBezTo>
                    <a:pt x="8" y="1"/>
                    <a:pt x="10" y="3"/>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2" name="Freeform 2696">
              <a:extLst>
                <a:ext uri="{FF2B5EF4-FFF2-40B4-BE49-F238E27FC236}">
                  <a16:creationId xmlns:a16="http://schemas.microsoft.com/office/drawing/2014/main" id="{5626135E-EEA7-4ADD-D08E-FEA863534E17}"/>
                </a:ext>
              </a:extLst>
            </p:cNvPr>
            <p:cNvSpPr>
              <a:spLocks/>
            </p:cNvSpPr>
            <p:nvPr/>
          </p:nvSpPr>
          <p:spPr bwMode="auto">
            <a:xfrm rot="5094805">
              <a:off x="1830755" y="103601"/>
              <a:ext cx="27420" cy="13710"/>
            </a:xfrm>
            <a:custGeom>
              <a:avLst/>
              <a:gdLst>
                <a:gd name="T0" fmla="*/ 11 w 11"/>
                <a:gd name="T1" fmla="*/ 2 h 6"/>
                <a:gd name="T2" fmla="*/ 7 w 11"/>
                <a:gd name="T3" fmla="*/ 5 h 6"/>
                <a:gd name="T4" fmla="*/ 0 w 11"/>
                <a:gd name="T5" fmla="*/ 4 h 6"/>
                <a:gd name="T6" fmla="*/ 5 w 11"/>
                <a:gd name="T7" fmla="*/ 1 h 6"/>
                <a:gd name="T8" fmla="*/ 11 w 11"/>
                <a:gd name="T9" fmla="*/ 2 h 6"/>
              </a:gdLst>
              <a:ahLst/>
              <a:cxnLst>
                <a:cxn ang="0">
                  <a:pos x="T0" y="T1"/>
                </a:cxn>
                <a:cxn ang="0">
                  <a:pos x="T2" y="T3"/>
                </a:cxn>
                <a:cxn ang="0">
                  <a:pos x="T4" y="T5"/>
                </a:cxn>
                <a:cxn ang="0">
                  <a:pos x="T6" y="T7"/>
                </a:cxn>
                <a:cxn ang="0">
                  <a:pos x="T8" y="T9"/>
                </a:cxn>
              </a:cxnLst>
              <a:rect l="0" t="0" r="r" b="b"/>
              <a:pathLst>
                <a:path w="11" h="6">
                  <a:moveTo>
                    <a:pt x="11" y="2"/>
                  </a:moveTo>
                  <a:cubicBezTo>
                    <a:pt x="10" y="3"/>
                    <a:pt x="9" y="4"/>
                    <a:pt x="7" y="5"/>
                  </a:cubicBezTo>
                  <a:cubicBezTo>
                    <a:pt x="5" y="6"/>
                    <a:pt x="0" y="5"/>
                    <a:pt x="0" y="4"/>
                  </a:cubicBezTo>
                  <a:cubicBezTo>
                    <a:pt x="0" y="3"/>
                    <a:pt x="2" y="1"/>
                    <a:pt x="5" y="1"/>
                  </a:cubicBezTo>
                  <a:cubicBezTo>
                    <a:pt x="8" y="0"/>
                    <a:pt x="10"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3" name="Freeform 2717">
              <a:extLst>
                <a:ext uri="{FF2B5EF4-FFF2-40B4-BE49-F238E27FC236}">
                  <a16:creationId xmlns:a16="http://schemas.microsoft.com/office/drawing/2014/main" id="{4518D955-ACBB-CFF0-5C8F-D5A64E0DFB98}"/>
                </a:ext>
              </a:extLst>
            </p:cNvPr>
            <p:cNvSpPr>
              <a:spLocks/>
            </p:cNvSpPr>
            <p:nvPr/>
          </p:nvSpPr>
          <p:spPr bwMode="auto">
            <a:xfrm rot="5094805">
              <a:off x="2997377" y="6832667"/>
              <a:ext cx="22850" cy="11425"/>
            </a:xfrm>
            <a:custGeom>
              <a:avLst/>
              <a:gdLst>
                <a:gd name="T0" fmla="*/ 10 w 10"/>
                <a:gd name="T1" fmla="*/ 1 h 5"/>
                <a:gd name="T2" fmla="*/ 7 w 10"/>
                <a:gd name="T3" fmla="*/ 4 h 5"/>
                <a:gd name="T4" fmla="*/ 0 w 10"/>
                <a:gd name="T5" fmla="*/ 4 h 5"/>
                <a:gd name="T6" fmla="*/ 4 w 10"/>
                <a:gd name="T7" fmla="*/ 1 h 5"/>
                <a:gd name="T8" fmla="*/ 10 w 10"/>
                <a:gd name="T9" fmla="*/ 1 h 5"/>
              </a:gdLst>
              <a:ahLst/>
              <a:cxnLst>
                <a:cxn ang="0">
                  <a:pos x="T0" y="T1"/>
                </a:cxn>
                <a:cxn ang="0">
                  <a:pos x="T2" y="T3"/>
                </a:cxn>
                <a:cxn ang="0">
                  <a:pos x="T4" y="T5"/>
                </a:cxn>
                <a:cxn ang="0">
                  <a:pos x="T6" y="T7"/>
                </a:cxn>
                <a:cxn ang="0">
                  <a:pos x="T8" y="T9"/>
                </a:cxn>
              </a:cxnLst>
              <a:rect l="0" t="0" r="r" b="b"/>
              <a:pathLst>
                <a:path w="10" h="5">
                  <a:moveTo>
                    <a:pt x="10" y="1"/>
                  </a:moveTo>
                  <a:cubicBezTo>
                    <a:pt x="10" y="2"/>
                    <a:pt x="8" y="3"/>
                    <a:pt x="7" y="4"/>
                  </a:cubicBezTo>
                  <a:cubicBezTo>
                    <a:pt x="4" y="5"/>
                    <a:pt x="0" y="5"/>
                    <a:pt x="0" y="4"/>
                  </a:cubicBezTo>
                  <a:cubicBezTo>
                    <a:pt x="0" y="3"/>
                    <a:pt x="1" y="2"/>
                    <a:pt x="4" y="1"/>
                  </a:cubicBezTo>
                  <a:cubicBezTo>
                    <a:pt x="7" y="1"/>
                    <a:pt x="10"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4" name="Freeform 2718">
              <a:extLst>
                <a:ext uri="{FF2B5EF4-FFF2-40B4-BE49-F238E27FC236}">
                  <a16:creationId xmlns:a16="http://schemas.microsoft.com/office/drawing/2014/main" id="{B958A3D7-7A36-40B8-1727-32445E55CDBB}"/>
                </a:ext>
              </a:extLst>
            </p:cNvPr>
            <p:cNvSpPr>
              <a:spLocks/>
            </p:cNvSpPr>
            <p:nvPr/>
          </p:nvSpPr>
          <p:spPr bwMode="auto">
            <a:xfrm rot="5094805">
              <a:off x="1813879" y="4230779"/>
              <a:ext cx="29705" cy="13710"/>
            </a:xfrm>
            <a:custGeom>
              <a:avLst/>
              <a:gdLst>
                <a:gd name="T0" fmla="*/ 8 w 12"/>
                <a:gd name="T1" fmla="*/ 4 h 5"/>
                <a:gd name="T2" fmla="*/ 2 w 12"/>
                <a:gd name="T3" fmla="*/ 5 h 5"/>
                <a:gd name="T4" fmla="*/ 7 w 12"/>
                <a:gd name="T5" fmla="*/ 1 h 5"/>
                <a:gd name="T6" fmla="*/ 12 w 12"/>
                <a:gd name="T7" fmla="*/ 0 h 5"/>
                <a:gd name="T8" fmla="*/ 8 w 12"/>
                <a:gd name="T9" fmla="*/ 4 h 5"/>
              </a:gdLst>
              <a:ahLst/>
              <a:cxnLst>
                <a:cxn ang="0">
                  <a:pos x="T0" y="T1"/>
                </a:cxn>
                <a:cxn ang="0">
                  <a:pos x="T2" y="T3"/>
                </a:cxn>
                <a:cxn ang="0">
                  <a:pos x="T4" y="T5"/>
                </a:cxn>
                <a:cxn ang="0">
                  <a:pos x="T6" y="T7"/>
                </a:cxn>
                <a:cxn ang="0">
                  <a:pos x="T8" y="T9"/>
                </a:cxn>
              </a:cxnLst>
              <a:rect l="0" t="0" r="r" b="b"/>
              <a:pathLst>
                <a:path w="12" h="5">
                  <a:moveTo>
                    <a:pt x="8" y="4"/>
                  </a:moveTo>
                  <a:cubicBezTo>
                    <a:pt x="5" y="4"/>
                    <a:pt x="3" y="5"/>
                    <a:pt x="2" y="5"/>
                  </a:cubicBezTo>
                  <a:cubicBezTo>
                    <a:pt x="0" y="5"/>
                    <a:pt x="3" y="3"/>
                    <a:pt x="7" y="1"/>
                  </a:cubicBezTo>
                  <a:cubicBezTo>
                    <a:pt x="10" y="0"/>
                    <a:pt x="12" y="0"/>
                    <a:pt x="12" y="0"/>
                  </a:cubicBezTo>
                  <a:cubicBezTo>
                    <a:pt x="12" y="1"/>
                    <a:pt x="9" y="2"/>
                    <a:pt x="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5" name="Freeform 2719">
              <a:extLst>
                <a:ext uri="{FF2B5EF4-FFF2-40B4-BE49-F238E27FC236}">
                  <a16:creationId xmlns:a16="http://schemas.microsoft.com/office/drawing/2014/main" id="{497B71A9-0196-1E80-22B7-108A1A75F91D}"/>
                </a:ext>
              </a:extLst>
            </p:cNvPr>
            <p:cNvSpPr>
              <a:spLocks/>
            </p:cNvSpPr>
            <p:nvPr/>
          </p:nvSpPr>
          <p:spPr bwMode="auto">
            <a:xfrm rot="5094805">
              <a:off x="1917490" y="4414360"/>
              <a:ext cx="27420" cy="15995"/>
            </a:xfrm>
            <a:custGeom>
              <a:avLst/>
              <a:gdLst>
                <a:gd name="T0" fmla="*/ 11 w 11"/>
                <a:gd name="T1" fmla="*/ 1 h 7"/>
                <a:gd name="T2" fmla="*/ 7 w 11"/>
                <a:gd name="T3" fmla="*/ 4 h 7"/>
                <a:gd name="T4" fmla="*/ 0 w 11"/>
                <a:gd name="T5" fmla="*/ 6 h 7"/>
                <a:gd name="T6" fmla="*/ 5 w 11"/>
                <a:gd name="T7" fmla="*/ 2 h 7"/>
                <a:gd name="T8" fmla="*/ 11 w 11"/>
                <a:gd name="T9" fmla="*/ 1 h 7"/>
              </a:gdLst>
              <a:ahLst/>
              <a:cxnLst>
                <a:cxn ang="0">
                  <a:pos x="T0" y="T1"/>
                </a:cxn>
                <a:cxn ang="0">
                  <a:pos x="T2" y="T3"/>
                </a:cxn>
                <a:cxn ang="0">
                  <a:pos x="T4" y="T5"/>
                </a:cxn>
                <a:cxn ang="0">
                  <a:pos x="T6" y="T7"/>
                </a:cxn>
                <a:cxn ang="0">
                  <a:pos x="T8" y="T9"/>
                </a:cxn>
              </a:cxnLst>
              <a:rect l="0" t="0" r="r" b="b"/>
              <a:pathLst>
                <a:path w="11" h="7">
                  <a:moveTo>
                    <a:pt x="11" y="1"/>
                  </a:moveTo>
                  <a:cubicBezTo>
                    <a:pt x="10" y="2"/>
                    <a:pt x="9" y="3"/>
                    <a:pt x="7" y="4"/>
                  </a:cubicBezTo>
                  <a:cubicBezTo>
                    <a:pt x="5" y="5"/>
                    <a:pt x="0" y="7"/>
                    <a:pt x="0" y="6"/>
                  </a:cubicBezTo>
                  <a:cubicBezTo>
                    <a:pt x="0" y="5"/>
                    <a:pt x="2" y="4"/>
                    <a:pt x="5" y="2"/>
                  </a:cubicBezTo>
                  <a:cubicBezTo>
                    <a:pt x="7" y="1"/>
                    <a:pt x="10"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6" name="Freeform 2720">
              <a:extLst>
                <a:ext uri="{FF2B5EF4-FFF2-40B4-BE49-F238E27FC236}">
                  <a16:creationId xmlns:a16="http://schemas.microsoft.com/office/drawing/2014/main" id="{79356D10-E104-D99C-7B4C-A1F86D0603D6}"/>
                </a:ext>
              </a:extLst>
            </p:cNvPr>
            <p:cNvSpPr>
              <a:spLocks/>
            </p:cNvSpPr>
            <p:nvPr/>
          </p:nvSpPr>
          <p:spPr bwMode="auto">
            <a:xfrm rot="5094805">
              <a:off x="2025441" y="4597342"/>
              <a:ext cx="29705" cy="13710"/>
            </a:xfrm>
            <a:custGeom>
              <a:avLst/>
              <a:gdLst>
                <a:gd name="T0" fmla="*/ 5 w 12"/>
                <a:gd name="T1" fmla="*/ 1 h 6"/>
                <a:gd name="T2" fmla="*/ 11 w 12"/>
                <a:gd name="T3" fmla="*/ 0 h 6"/>
                <a:gd name="T4" fmla="*/ 8 w 12"/>
                <a:gd name="T5" fmla="*/ 3 h 6"/>
                <a:gd name="T6" fmla="*/ 1 w 12"/>
                <a:gd name="T7" fmla="*/ 5 h 6"/>
                <a:gd name="T8" fmla="*/ 5 w 12"/>
                <a:gd name="T9" fmla="*/ 1 h 6"/>
              </a:gdLst>
              <a:ahLst/>
              <a:cxnLst>
                <a:cxn ang="0">
                  <a:pos x="T0" y="T1"/>
                </a:cxn>
                <a:cxn ang="0">
                  <a:pos x="T2" y="T3"/>
                </a:cxn>
                <a:cxn ang="0">
                  <a:pos x="T4" y="T5"/>
                </a:cxn>
                <a:cxn ang="0">
                  <a:pos x="T6" y="T7"/>
                </a:cxn>
                <a:cxn ang="0">
                  <a:pos x="T8" y="T9"/>
                </a:cxn>
              </a:cxnLst>
              <a:rect l="0" t="0" r="r" b="b"/>
              <a:pathLst>
                <a:path w="12" h="6">
                  <a:moveTo>
                    <a:pt x="5" y="1"/>
                  </a:moveTo>
                  <a:cubicBezTo>
                    <a:pt x="8" y="1"/>
                    <a:pt x="10" y="0"/>
                    <a:pt x="11" y="0"/>
                  </a:cubicBezTo>
                  <a:cubicBezTo>
                    <a:pt x="12" y="0"/>
                    <a:pt x="10" y="2"/>
                    <a:pt x="8" y="3"/>
                  </a:cubicBezTo>
                  <a:cubicBezTo>
                    <a:pt x="5" y="5"/>
                    <a:pt x="0" y="6"/>
                    <a:pt x="1" y="5"/>
                  </a:cubicBezTo>
                  <a:cubicBezTo>
                    <a:pt x="1" y="4"/>
                    <a:pt x="3" y="3"/>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7" name="Freeform 2721">
              <a:extLst>
                <a:ext uri="{FF2B5EF4-FFF2-40B4-BE49-F238E27FC236}">
                  <a16:creationId xmlns:a16="http://schemas.microsoft.com/office/drawing/2014/main" id="{EA5719FA-EE9B-FB5E-2D69-DB976B0AC57A}"/>
                </a:ext>
              </a:extLst>
            </p:cNvPr>
            <p:cNvSpPr>
              <a:spLocks/>
            </p:cNvSpPr>
            <p:nvPr/>
          </p:nvSpPr>
          <p:spPr bwMode="auto">
            <a:xfrm rot="5094805">
              <a:off x="2141260" y="4776293"/>
              <a:ext cx="29705" cy="15995"/>
            </a:xfrm>
            <a:custGeom>
              <a:avLst/>
              <a:gdLst>
                <a:gd name="T0" fmla="*/ 8 w 12"/>
                <a:gd name="T1" fmla="*/ 5 h 6"/>
                <a:gd name="T2" fmla="*/ 2 w 12"/>
                <a:gd name="T3" fmla="*/ 6 h 6"/>
                <a:gd name="T4" fmla="*/ 7 w 12"/>
                <a:gd name="T5" fmla="*/ 2 h 6"/>
                <a:gd name="T6" fmla="*/ 12 w 12"/>
                <a:gd name="T7" fmla="*/ 1 h 6"/>
                <a:gd name="T8" fmla="*/ 8 w 12"/>
                <a:gd name="T9" fmla="*/ 5 h 6"/>
              </a:gdLst>
              <a:ahLst/>
              <a:cxnLst>
                <a:cxn ang="0">
                  <a:pos x="T0" y="T1"/>
                </a:cxn>
                <a:cxn ang="0">
                  <a:pos x="T2" y="T3"/>
                </a:cxn>
                <a:cxn ang="0">
                  <a:pos x="T4" y="T5"/>
                </a:cxn>
                <a:cxn ang="0">
                  <a:pos x="T6" y="T7"/>
                </a:cxn>
                <a:cxn ang="0">
                  <a:pos x="T8" y="T9"/>
                </a:cxn>
              </a:cxnLst>
              <a:rect l="0" t="0" r="r" b="b"/>
              <a:pathLst>
                <a:path w="12" h="6">
                  <a:moveTo>
                    <a:pt x="8" y="5"/>
                  </a:moveTo>
                  <a:cubicBezTo>
                    <a:pt x="5" y="6"/>
                    <a:pt x="3" y="6"/>
                    <a:pt x="2" y="6"/>
                  </a:cubicBezTo>
                  <a:cubicBezTo>
                    <a:pt x="0" y="6"/>
                    <a:pt x="3" y="4"/>
                    <a:pt x="7" y="2"/>
                  </a:cubicBezTo>
                  <a:cubicBezTo>
                    <a:pt x="10" y="1"/>
                    <a:pt x="12" y="0"/>
                    <a:pt x="12" y="1"/>
                  </a:cubicBezTo>
                  <a:cubicBezTo>
                    <a:pt x="12" y="2"/>
                    <a:pt x="10" y="3"/>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8" name="Freeform 2722">
              <a:extLst>
                <a:ext uri="{FF2B5EF4-FFF2-40B4-BE49-F238E27FC236}">
                  <a16:creationId xmlns:a16="http://schemas.microsoft.com/office/drawing/2014/main" id="{1FC1CF27-3F4A-7ED0-257B-2C09EF50F1EE}"/>
                </a:ext>
              </a:extLst>
            </p:cNvPr>
            <p:cNvSpPr>
              <a:spLocks/>
            </p:cNvSpPr>
            <p:nvPr/>
          </p:nvSpPr>
          <p:spPr bwMode="auto">
            <a:xfrm rot="5094805">
              <a:off x="2252934" y="4960201"/>
              <a:ext cx="29705" cy="18280"/>
            </a:xfrm>
            <a:custGeom>
              <a:avLst/>
              <a:gdLst>
                <a:gd name="T0" fmla="*/ 6 w 12"/>
                <a:gd name="T1" fmla="*/ 1 h 7"/>
                <a:gd name="T2" fmla="*/ 11 w 12"/>
                <a:gd name="T3" fmla="*/ 1 h 7"/>
                <a:gd name="T4" fmla="*/ 7 w 12"/>
                <a:gd name="T5" fmla="*/ 4 h 7"/>
                <a:gd name="T6" fmla="*/ 1 w 12"/>
                <a:gd name="T7" fmla="*/ 6 h 7"/>
                <a:gd name="T8" fmla="*/ 6 w 12"/>
                <a:gd name="T9" fmla="*/ 1 h 7"/>
              </a:gdLst>
              <a:ahLst/>
              <a:cxnLst>
                <a:cxn ang="0">
                  <a:pos x="T0" y="T1"/>
                </a:cxn>
                <a:cxn ang="0">
                  <a:pos x="T2" y="T3"/>
                </a:cxn>
                <a:cxn ang="0">
                  <a:pos x="T4" y="T5"/>
                </a:cxn>
                <a:cxn ang="0">
                  <a:pos x="T6" y="T7"/>
                </a:cxn>
                <a:cxn ang="0">
                  <a:pos x="T8" y="T9"/>
                </a:cxn>
              </a:cxnLst>
              <a:rect l="0" t="0" r="r" b="b"/>
              <a:pathLst>
                <a:path w="12" h="7">
                  <a:moveTo>
                    <a:pt x="6" y="1"/>
                  </a:moveTo>
                  <a:cubicBezTo>
                    <a:pt x="9" y="1"/>
                    <a:pt x="11" y="0"/>
                    <a:pt x="11" y="1"/>
                  </a:cubicBezTo>
                  <a:cubicBezTo>
                    <a:pt x="12" y="1"/>
                    <a:pt x="10" y="3"/>
                    <a:pt x="7" y="4"/>
                  </a:cubicBezTo>
                  <a:cubicBezTo>
                    <a:pt x="4" y="6"/>
                    <a:pt x="0" y="7"/>
                    <a:pt x="1" y="6"/>
                  </a:cubicBezTo>
                  <a:cubicBezTo>
                    <a:pt x="2" y="5"/>
                    <a:pt x="4"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9" name="Freeform 2723">
              <a:extLst>
                <a:ext uri="{FF2B5EF4-FFF2-40B4-BE49-F238E27FC236}">
                  <a16:creationId xmlns:a16="http://schemas.microsoft.com/office/drawing/2014/main" id="{F07DDD39-92FC-FF1D-F381-39D460D0D676}"/>
                </a:ext>
              </a:extLst>
            </p:cNvPr>
            <p:cNvSpPr>
              <a:spLocks/>
            </p:cNvSpPr>
            <p:nvPr/>
          </p:nvSpPr>
          <p:spPr bwMode="auto">
            <a:xfrm rot="5094805">
              <a:off x="2366689" y="5144118"/>
              <a:ext cx="25135" cy="15995"/>
            </a:xfrm>
            <a:custGeom>
              <a:avLst/>
              <a:gdLst>
                <a:gd name="T0" fmla="*/ 10 w 10"/>
                <a:gd name="T1" fmla="*/ 0 h 6"/>
                <a:gd name="T2" fmla="*/ 6 w 10"/>
                <a:gd name="T3" fmla="*/ 4 h 6"/>
                <a:gd name="T4" fmla="*/ 0 w 10"/>
                <a:gd name="T5" fmla="*/ 5 h 6"/>
                <a:gd name="T6" fmla="*/ 4 w 10"/>
                <a:gd name="T7" fmla="*/ 1 h 6"/>
                <a:gd name="T8" fmla="*/ 10 w 10"/>
                <a:gd name="T9" fmla="*/ 0 h 6"/>
              </a:gdLst>
              <a:ahLst/>
              <a:cxnLst>
                <a:cxn ang="0">
                  <a:pos x="T0" y="T1"/>
                </a:cxn>
                <a:cxn ang="0">
                  <a:pos x="T2" y="T3"/>
                </a:cxn>
                <a:cxn ang="0">
                  <a:pos x="T4" y="T5"/>
                </a:cxn>
                <a:cxn ang="0">
                  <a:pos x="T6" y="T7"/>
                </a:cxn>
                <a:cxn ang="0">
                  <a:pos x="T8" y="T9"/>
                </a:cxn>
              </a:cxnLst>
              <a:rect l="0" t="0" r="r" b="b"/>
              <a:pathLst>
                <a:path w="10" h="6">
                  <a:moveTo>
                    <a:pt x="10" y="0"/>
                  </a:moveTo>
                  <a:cubicBezTo>
                    <a:pt x="9" y="1"/>
                    <a:pt x="8" y="3"/>
                    <a:pt x="6" y="4"/>
                  </a:cubicBezTo>
                  <a:cubicBezTo>
                    <a:pt x="4" y="5"/>
                    <a:pt x="0" y="6"/>
                    <a:pt x="0" y="5"/>
                  </a:cubicBezTo>
                  <a:cubicBezTo>
                    <a:pt x="0" y="4"/>
                    <a:pt x="1" y="3"/>
                    <a:pt x="4" y="1"/>
                  </a:cubicBezTo>
                  <a:cubicBezTo>
                    <a:pt x="7" y="0"/>
                    <a:pt x="9"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0" name="Freeform 2724">
              <a:extLst>
                <a:ext uri="{FF2B5EF4-FFF2-40B4-BE49-F238E27FC236}">
                  <a16:creationId xmlns:a16="http://schemas.microsoft.com/office/drawing/2014/main" id="{DA2F047F-6CB3-1076-838A-BF4355CEA926}"/>
                </a:ext>
              </a:extLst>
            </p:cNvPr>
            <p:cNvSpPr>
              <a:spLocks/>
            </p:cNvSpPr>
            <p:nvPr/>
          </p:nvSpPr>
          <p:spPr bwMode="auto">
            <a:xfrm rot="5094805">
              <a:off x="2470185" y="5327399"/>
              <a:ext cx="29705" cy="15995"/>
            </a:xfrm>
            <a:custGeom>
              <a:avLst/>
              <a:gdLst>
                <a:gd name="T0" fmla="*/ 5 w 12"/>
                <a:gd name="T1" fmla="*/ 1 h 6"/>
                <a:gd name="T2" fmla="*/ 10 w 12"/>
                <a:gd name="T3" fmla="*/ 0 h 6"/>
                <a:gd name="T4" fmla="*/ 7 w 12"/>
                <a:gd name="T5" fmla="*/ 4 h 6"/>
                <a:gd name="T6" fmla="*/ 0 w 12"/>
                <a:gd name="T7" fmla="*/ 5 h 6"/>
                <a:gd name="T8" fmla="*/ 5 w 12"/>
                <a:gd name="T9" fmla="*/ 1 h 6"/>
              </a:gdLst>
              <a:ahLst/>
              <a:cxnLst>
                <a:cxn ang="0">
                  <a:pos x="T0" y="T1"/>
                </a:cxn>
                <a:cxn ang="0">
                  <a:pos x="T2" y="T3"/>
                </a:cxn>
                <a:cxn ang="0">
                  <a:pos x="T4" y="T5"/>
                </a:cxn>
                <a:cxn ang="0">
                  <a:pos x="T6" y="T7"/>
                </a:cxn>
                <a:cxn ang="0">
                  <a:pos x="T8" y="T9"/>
                </a:cxn>
              </a:cxnLst>
              <a:rect l="0" t="0" r="r" b="b"/>
              <a:pathLst>
                <a:path w="12" h="6">
                  <a:moveTo>
                    <a:pt x="5" y="1"/>
                  </a:moveTo>
                  <a:cubicBezTo>
                    <a:pt x="7" y="1"/>
                    <a:pt x="10" y="0"/>
                    <a:pt x="10" y="0"/>
                  </a:cubicBezTo>
                  <a:cubicBezTo>
                    <a:pt x="12" y="1"/>
                    <a:pt x="10" y="3"/>
                    <a:pt x="7" y="4"/>
                  </a:cubicBezTo>
                  <a:cubicBezTo>
                    <a:pt x="5" y="6"/>
                    <a:pt x="0" y="6"/>
                    <a:pt x="0" y="5"/>
                  </a:cubicBezTo>
                  <a:cubicBezTo>
                    <a:pt x="1" y="4"/>
                    <a:pt x="3" y="3"/>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1" name="Freeform 2725">
              <a:extLst>
                <a:ext uri="{FF2B5EF4-FFF2-40B4-BE49-F238E27FC236}">
                  <a16:creationId xmlns:a16="http://schemas.microsoft.com/office/drawing/2014/main" id="{0697B4B4-43DD-F17D-DA4F-0D84960464E5}"/>
                </a:ext>
              </a:extLst>
            </p:cNvPr>
            <p:cNvSpPr>
              <a:spLocks/>
            </p:cNvSpPr>
            <p:nvPr/>
          </p:nvSpPr>
          <p:spPr bwMode="auto">
            <a:xfrm rot="5094805">
              <a:off x="2566553" y="5509118"/>
              <a:ext cx="31990" cy="13710"/>
            </a:xfrm>
            <a:custGeom>
              <a:avLst/>
              <a:gdLst>
                <a:gd name="T0" fmla="*/ 0 w 13"/>
                <a:gd name="T1" fmla="*/ 6 h 6"/>
                <a:gd name="T2" fmla="*/ 6 w 13"/>
                <a:gd name="T3" fmla="*/ 2 h 6"/>
                <a:gd name="T4" fmla="*/ 12 w 13"/>
                <a:gd name="T5" fmla="*/ 1 h 6"/>
                <a:gd name="T6" fmla="*/ 7 w 13"/>
                <a:gd name="T7" fmla="*/ 5 h 6"/>
                <a:gd name="T8" fmla="*/ 0 w 13"/>
                <a:gd name="T9" fmla="*/ 6 h 6"/>
              </a:gdLst>
              <a:ahLst/>
              <a:cxnLst>
                <a:cxn ang="0">
                  <a:pos x="T0" y="T1"/>
                </a:cxn>
                <a:cxn ang="0">
                  <a:pos x="T2" y="T3"/>
                </a:cxn>
                <a:cxn ang="0">
                  <a:pos x="T4" y="T5"/>
                </a:cxn>
                <a:cxn ang="0">
                  <a:pos x="T6" y="T7"/>
                </a:cxn>
                <a:cxn ang="0">
                  <a:pos x="T8" y="T9"/>
                </a:cxn>
              </a:cxnLst>
              <a:rect l="0" t="0" r="r" b="b"/>
              <a:pathLst>
                <a:path w="13" h="6">
                  <a:moveTo>
                    <a:pt x="0" y="6"/>
                  </a:moveTo>
                  <a:cubicBezTo>
                    <a:pt x="3" y="4"/>
                    <a:pt x="4" y="3"/>
                    <a:pt x="6" y="2"/>
                  </a:cubicBezTo>
                  <a:cubicBezTo>
                    <a:pt x="9" y="0"/>
                    <a:pt x="11" y="0"/>
                    <a:pt x="12" y="1"/>
                  </a:cubicBezTo>
                  <a:cubicBezTo>
                    <a:pt x="13" y="2"/>
                    <a:pt x="11" y="4"/>
                    <a:pt x="7" y="5"/>
                  </a:cubicBezTo>
                  <a:cubicBezTo>
                    <a:pt x="5" y="6"/>
                    <a:pt x="3" y="6"/>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2" name="Freeform 2726">
              <a:extLst>
                <a:ext uri="{FF2B5EF4-FFF2-40B4-BE49-F238E27FC236}">
                  <a16:creationId xmlns:a16="http://schemas.microsoft.com/office/drawing/2014/main" id="{324F8045-E4DF-A1F2-5D6C-AFE303AD47CE}"/>
                </a:ext>
              </a:extLst>
            </p:cNvPr>
            <p:cNvSpPr>
              <a:spLocks/>
            </p:cNvSpPr>
            <p:nvPr/>
          </p:nvSpPr>
          <p:spPr bwMode="auto">
            <a:xfrm rot="5094805">
              <a:off x="2652158" y="5696595"/>
              <a:ext cx="29705" cy="15995"/>
            </a:xfrm>
            <a:custGeom>
              <a:avLst/>
              <a:gdLst>
                <a:gd name="T0" fmla="*/ 7 w 12"/>
                <a:gd name="T1" fmla="*/ 6 h 6"/>
                <a:gd name="T2" fmla="*/ 1 w 12"/>
                <a:gd name="T3" fmla="*/ 5 h 6"/>
                <a:gd name="T4" fmla="*/ 7 w 12"/>
                <a:gd name="T5" fmla="*/ 1 h 6"/>
                <a:gd name="T6" fmla="*/ 11 w 12"/>
                <a:gd name="T7" fmla="*/ 2 h 6"/>
                <a:gd name="T8" fmla="*/ 7 w 12"/>
                <a:gd name="T9" fmla="*/ 6 h 6"/>
              </a:gdLst>
              <a:ahLst/>
              <a:cxnLst>
                <a:cxn ang="0">
                  <a:pos x="T0" y="T1"/>
                </a:cxn>
                <a:cxn ang="0">
                  <a:pos x="T2" y="T3"/>
                </a:cxn>
                <a:cxn ang="0">
                  <a:pos x="T4" y="T5"/>
                </a:cxn>
                <a:cxn ang="0">
                  <a:pos x="T6" y="T7"/>
                </a:cxn>
                <a:cxn ang="0">
                  <a:pos x="T8" y="T9"/>
                </a:cxn>
              </a:cxnLst>
              <a:rect l="0" t="0" r="r" b="b"/>
              <a:pathLst>
                <a:path w="12" h="6">
                  <a:moveTo>
                    <a:pt x="7" y="6"/>
                  </a:moveTo>
                  <a:cubicBezTo>
                    <a:pt x="4" y="5"/>
                    <a:pt x="2" y="5"/>
                    <a:pt x="1" y="5"/>
                  </a:cubicBezTo>
                  <a:cubicBezTo>
                    <a:pt x="0" y="4"/>
                    <a:pt x="4" y="1"/>
                    <a:pt x="7" y="1"/>
                  </a:cubicBezTo>
                  <a:cubicBezTo>
                    <a:pt x="10" y="0"/>
                    <a:pt x="12" y="0"/>
                    <a:pt x="11" y="2"/>
                  </a:cubicBezTo>
                  <a:cubicBezTo>
                    <a:pt x="11" y="3"/>
                    <a:pt x="9" y="4"/>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3" name="Freeform 2727">
              <a:extLst>
                <a:ext uri="{FF2B5EF4-FFF2-40B4-BE49-F238E27FC236}">
                  <a16:creationId xmlns:a16="http://schemas.microsoft.com/office/drawing/2014/main" id="{AC1DD718-E24A-B984-8D95-3EBD9729E38F}"/>
                </a:ext>
              </a:extLst>
            </p:cNvPr>
            <p:cNvSpPr>
              <a:spLocks/>
            </p:cNvSpPr>
            <p:nvPr/>
          </p:nvSpPr>
          <p:spPr bwMode="auto">
            <a:xfrm rot="5094805">
              <a:off x="2720491" y="5886743"/>
              <a:ext cx="27420" cy="11425"/>
            </a:xfrm>
            <a:custGeom>
              <a:avLst/>
              <a:gdLst>
                <a:gd name="T0" fmla="*/ 11 w 11"/>
                <a:gd name="T1" fmla="*/ 2 h 5"/>
                <a:gd name="T2" fmla="*/ 7 w 11"/>
                <a:gd name="T3" fmla="*/ 4 h 5"/>
                <a:gd name="T4" fmla="*/ 0 w 11"/>
                <a:gd name="T5" fmla="*/ 4 h 5"/>
                <a:gd name="T6" fmla="*/ 5 w 11"/>
                <a:gd name="T7" fmla="*/ 1 h 5"/>
                <a:gd name="T8" fmla="*/ 11 w 11"/>
                <a:gd name="T9" fmla="*/ 2 h 5"/>
              </a:gdLst>
              <a:ahLst/>
              <a:cxnLst>
                <a:cxn ang="0">
                  <a:pos x="T0" y="T1"/>
                </a:cxn>
                <a:cxn ang="0">
                  <a:pos x="T2" y="T3"/>
                </a:cxn>
                <a:cxn ang="0">
                  <a:pos x="T4" y="T5"/>
                </a:cxn>
                <a:cxn ang="0">
                  <a:pos x="T6" y="T7"/>
                </a:cxn>
                <a:cxn ang="0">
                  <a:pos x="T8" y="T9"/>
                </a:cxn>
              </a:cxnLst>
              <a:rect l="0" t="0" r="r" b="b"/>
              <a:pathLst>
                <a:path w="11" h="5">
                  <a:moveTo>
                    <a:pt x="11" y="2"/>
                  </a:moveTo>
                  <a:cubicBezTo>
                    <a:pt x="10" y="2"/>
                    <a:pt x="9" y="3"/>
                    <a:pt x="7" y="4"/>
                  </a:cubicBezTo>
                  <a:cubicBezTo>
                    <a:pt x="5" y="5"/>
                    <a:pt x="0" y="5"/>
                    <a:pt x="0" y="4"/>
                  </a:cubicBezTo>
                  <a:cubicBezTo>
                    <a:pt x="0" y="3"/>
                    <a:pt x="2" y="1"/>
                    <a:pt x="5" y="1"/>
                  </a:cubicBezTo>
                  <a:cubicBezTo>
                    <a:pt x="7" y="0"/>
                    <a:pt x="10" y="0"/>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4" name="Freeform 2728">
              <a:extLst>
                <a:ext uri="{FF2B5EF4-FFF2-40B4-BE49-F238E27FC236}">
                  <a16:creationId xmlns:a16="http://schemas.microsoft.com/office/drawing/2014/main" id="{DBF49E89-5231-6C1C-80BA-D5AEC7BDA2CA}"/>
                </a:ext>
              </a:extLst>
            </p:cNvPr>
            <p:cNvSpPr>
              <a:spLocks/>
            </p:cNvSpPr>
            <p:nvPr/>
          </p:nvSpPr>
          <p:spPr bwMode="auto">
            <a:xfrm rot="5094805">
              <a:off x="2767299" y="6077568"/>
              <a:ext cx="27420" cy="11425"/>
            </a:xfrm>
            <a:custGeom>
              <a:avLst/>
              <a:gdLst>
                <a:gd name="T0" fmla="*/ 11 w 11"/>
                <a:gd name="T1" fmla="*/ 2 h 5"/>
                <a:gd name="T2" fmla="*/ 7 w 11"/>
                <a:gd name="T3" fmla="*/ 4 h 5"/>
                <a:gd name="T4" fmla="*/ 0 w 11"/>
                <a:gd name="T5" fmla="*/ 3 h 5"/>
                <a:gd name="T6" fmla="*/ 4 w 11"/>
                <a:gd name="T7" fmla="*/ 0 h 5"/>
                <a:gd name="T8" fmla="*/ 11 w 11"/>
                <a:gd name="T9" fmla="*/ 2 h 5"/>
              </a:gdLst>
              <a:ahLst/>
              <a:cxnLst>
                <a:cxn ang="0">
                  <a:pos x="T0" y="T1"/>
                </a:cxn>
                <a:cxn ang="0">
                  <a:pos x="T2" y="T3"/>
                </a:cxn>
                <a:cxn ang="0">
                  <a:pos x="T4" y="T5"/>
                </a:cxn>
                <a:cxn ang="0">
                  <a:pos x="T6" y="T7"/>
                </a:cxn>
                <a:cxn ang="0">
                  <a:pos x="T8" y="T9"/>
                </a:cxn>
              </a:cxnLst>
              <a:rect l="0" t="0" r="r" b="b"/>
              <a:pathLst>
                <a:path w="11" h="5">
                  <a:moveTo>
                    <a:pt x="11" y="2"/>
                  </a:moveTo>
                  <a:cubicBezTo>
                    <a:pt x="9" y="2"/>
                    <a:pt x="8" y="3"/>
                    <a:pt x="7" y="4"/>
                  </a:cubicBezTo>
                  <a:cubicBezTo>
                    <a:pt x="4" y="5"/>
                    <a:pt x="0" y="4"/>
                    <a:pt x="0" y="3"/>
                  </a:cubicBezTo>
                  <a:cubicBezTo>
                    <a:pt x="0" y="2"/>
                    <a:pt x="1" y="1"/>
                    <a:pt x="4" y="0"/>
                  </a:cubicBezTo>
                  <a:cubicBezTo>
                    <a:pt x="7" y="0"/>
                    <a:pt x="9" y="0"/>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5" name="Freeform 2729">
              <a:extLst>
                <a:ext uri="{FF2B5EF4-FFF2-40B4-BE49-F238E27FC236}">
                  <a16:creationId xmlns:a16="http://schemas.microsoft.com/office/drawing/2014/main" id="{5F930563-0C7C-4539-30A1-F7DAEFE0C985}"/>
                </a:ext>
              </a:extLst>
            </p:cNvPr>
            <p:cNvSpPr>
              <a:spLocks/>
            </p:cNvSpPr>
            <p:nvPr/>
          </p:nvSpPr>
          <p:spPr bwMode="auto">
            <a:xfrm rot="5094805">
              <a:off x="2807375" y="6268894"/>
              <a:ext cx="29705" cy="13710"/>
            </a:xfrm>
            <a:custGeom>
              <a:avLst/>
              <a:gdLst>
                <a:gd name="T0" fmla="*/ 5 w 12"/>
                <a:gd name="T1" fmla="*/ 0 h 5"/>
                <a:gd name="T2" fmla="*/ 11 w 12"/>
                <a:gd name="T3" fmla="*/ 1 h 5"/>
                <a:gd name="T4" fmla="*/ 7 w 12"/>
                <a:gd name="T5" fmla="*/ 4 h 5"/>
                <a:gd name="T6" fmla="*/ 0 w 12"/>
                <a:gd name="T7" fmla="*/ 3 h 5"/>
                <a:gd name="T8" fmla="*/ 5 w 12"/>
                <a:gd name="T9" fmla="*/ 0 h 5"/>
              </a:gdLst>
              <a:ahLst/>
              <a:cxnLst>
                <a:cxn ang="0">
                  <a:pos x="T0" y="T1"/>
                </a:cxn>
                <a:cxn ang="0">
                  <a:pos x="T2" y="T3"/>
                </a:cxn>
                <a:cxn ang="0">
                  <a:pos x="T4" y="T5"/>
                </a:cxn>
                <a:cxn ang="0">
                  <a:pos x="T6" y="T7"/>
                </a:cxn>
                <a:cxn ang="0">
                  <a:pos x="T8" y="T9"/>
                </a:cxn>
              </a:cxnLst>
              <a:rect l="0" t="0" r="r" b="b"/>
              <a:pathLst>
                <a:path w="12" h="5">
                  <a:moveTo>
                    <a:pt x="5" y="0"/>
                  </a:moveTo>
                  <a:cubicBezTo>
                    <a:pt x="7" y="0"/>
                    <a:pt x="10" y="1"/>
                    <a:pt x="11" y="1"/>
                  </a:cubicBezTo>
                  <a:cubicBezTo>
                    <a:pt x="12" y="2"/>
                    <a:pt x="10" y="3"/>
                    <a:pt x="7" y="4"/>
                  </a:cubicBezTo>
                  <a:cubicBezTo>
                    <a:pt x="5" y="5"/>
                    <a:pt x="0" y="4"/>
                    <a:pt x="0" y="3"/>
                  </a:cubicBezTo>
                  <a:cubicBezTo>
                    <a:pt x="1" y="2"/>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6" name="Freeform 2730">
              <a:extLst>
                <a:ext uri="{FF2B5EF4-FFF2-40B4-BE49-F238E27FC236}">
                  <a16:creationId xmlns:a16="http://schemas.microsoft.com/office/drawing/2014/main" id="{D620096D-52A7-B688-7FF8-A0D8876B4E3B}"/>
                </a:ext>
              </a:extLst>
            </p:cNvPr>
            <p:cNvSpPr>
              <a:spLocks/>
            </p:cNvSpPr>
            <p:nvPr/>
          </p:nvSpPr>
          <p:spPr bwMode="auto">
            <a:xfrm rot="5094805">
              <a:off x="2860808" y="6459120"/>
              <a:ext cx="29705" cy="9140"/>
            </a:xfrm>
            <a:custGeom>
              <a:avLst/>
              <a:gdLst>
                <a:gd name="T0" fmla="*/ 6 w 12"/>
                <a:gd name="T1" fmla="*/ 4 h 4"/>
                <a:gd name="T2" fmla="*/ 1 w 12"/>
                <a:gd name="T3" fmla="*/ 3 h 4"/>
                <a:gd name="T4" fmla="*/ 7 w 12"/>
                <a:gd name="T5" fmla="*/ 0 h 4"/>
                <a:gd name="T6" fmla="*/ 11 w 12"/>
                <a:gd name="T7" fmla="*/ 1 h 4"/>
                <a:gd name="T8" fmla="*/ 6 w 12"/>
                <a:gd name="T9" fmla="*/ 4 h 4"/>
              </a:gdLst>
              <a:ahLst/>
              <a:cxnLst>
                <a:cxn ang="0">
                  <a:pos x="T0" y="T1"/>
                </a:cxn>
                <a:cxn ang="0">
                  <a:pos x="T2" y="T3"/>
                </a:cxn>
                <a:cxn ang="0">
                  <a:pos x="T4" y="T5"/>
                </a:cxn>
                <a:cxn ang="0">
                  <a:pos x="T6" y="T7"/>
                </a:cxn>
                <a:cxn ang="0">
                  <a:pos x="T8" y="T9"/>
                </a:cxn>
              </a:cxnLst>
              <a:rect l="0" t="0" r="r" b="b"/>
              <a:pathLst>
                <a:path w="12" h="4">
                  <a:moveTo>
                    <a:pt x="6" y="4"/>
                  </a:moveTo>
                  <a:cubicBezTo>
                    <a:pt x="4" y="4"/>
                    <a:pt x="2" y="3"/>
                    <a:pt x="1" y="3"/>
                  </a:cubicBezTo>
                  <a:cubicBezTo>
                    <a:pt x="0" y="2"/>
                    <a:pt x="4" y="0"/>
                    <a:pt x="7" y="0"/>
                  </a:cubicBezTo>
                  <a:cubicBezTo>
                    <a:pt x="9" y="0"/>
                    <a:pt x="12" y="0"/>
                    <a:pt x="11" y="1"/>
                  </a:cubicBezTo>
                  <a:cubicBezTo>
                    <a:pt x="10" y="2"/>
                    <a:pt x="8"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7" name="Freeform 2731">
              <a:extLst>
                <a:ext uri="{FF2B5EF4-FFF2-40B4-BE49-F238E27FC236}">
                  <a16:creationId xmlns:a16="http://schemas.microsoft.com/office/drawing/2014/main" id="{FB76F186-BF47-CB77-ED44-68BE9E9FBA1D}"/>
                </a:ext>
              </a:extLst>
            </p:cNvPr>
            <p:cNvSpPr>
              <a:spLocks/>
            </p:cNvSpPr>
            <p:nvPr/>
          </p:nvSpPr>
          <p:spPr bwMode="auto">
            <a:xfrm rot="5094805">
              <a:off x="2925524" y="6643869"/>
              <a:ext cx="27420" cy="11425"/>
            </a:xfrm>
            <a:custGeom>
              <a:avLst/>
              <a:gdLst>
                <a:gd name="T0" fmla="*/ 7 w 11"/>
                <a:gd name="T1" fmla="*/ 4 h 4"/>
                <a:gd name="T2" fmla="*/ 1 w 11"/>
                <a:gd name="T3" fmla="*/ 4 h 4"/>
                <a:gd name="T4" fmla="*/ 6 w 11"/>
                <a:gd name="T5" fmla="*/ 1 h 4"/>
                <a:gd name="T6" fmla="*/ 11 w 11"/>
                <a:gd name="T7" fmla="*/ 1 h 4"/>
                <a:gd name="T8" fmla="*/ 7 w 11"/>
                <a:gd name="T9" fmla="*/ 4 h 4"/>
              </a:gdLst>
              <a:ahLst/>
              <a:cxnLst>
                <a:cxn ang="0">
                  <a:pos x="T0" y="T1"/>
                </a:cxn>
                <a:cxn ang="0">
                  <a:pos x="T2" y="T3"/>
                </a:cxn>
                <a:cxn ang="0">
                  <a:pos x="T4" y="T5"/>
                </a:cxn>
                <a:cxn ang="0">
                  <a:pos x="T6" y="T7"/>
                </a:cxn>
                <a:cxn ang="0">
                  <a:pos x="T8" y="T9"/>
                </a:cxn>
              </a:cxnLst>
              <a:rect l="0" t="0" r="r" b="b"/>
              <a:pathLst>
                <a:path w="11" h="4">
                  <a:moveTo>
                    <a:pt x="7" y="4"/>
                  </a:moveTo>
                  <a:cubicBezTo>
                    <a:pt x="5" y="4"/>
                    <a:pt x="2" y="4"/>
                    <a:pt x="1" y="4"/>
                  </a:cubicBezTo>
                  <a:cubicBezTo>
                    <a:pt x="0" y="3"/>
                    <a:pt x="3" y="1"/>
                    <a:pt x="6" y="1"/>
                  </a:cubicBezTo>
                  <a:cubicBezTo>
                    <a:pt x="9" y="0"/>
                    <a:pt x="11" y="0"/>
                    <a:pt x="11" y="1"/>
                  </a:cubicBezTo>
                  <a:cubicBezTo>
                    <a:pt x="11" y="2"/>
                    <a:pt x="9" y="3"/>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8" name="Freeform 2732">
              <a:extLst>
                <a:ext uri="{FF2B5EF4-FFF2-40B4-BE49-F238E27FC236}">
                  <a16:creationId xmlns:a16="http://schemas.microsoft.com/office/drawing/2014/main" id="{9A944F0E-9590-F0B7-BCCA-751DF9582441}"/>
                </a:ext>
              </a:extLst>
            </p:cNvPr>
            <p:cNvSpPr>
              <a:spLocks/>
            </p:cNvSpPr>
            <p:nvPr/>
          </p:nvSpPr>
          <p:spPr bwMode="auto">
            <a:xfrm rot="5094805">
              <a:off x="1627563" y="1382278"/>
              <a:ext cx="27420" cy="29705"/>
            </a:xfrm>
            <a:custGeom>
              <a:avLst/>
              <a:gdLst>
                <a:gd name="T0" fmla="*/ 11 w 11"/>
                <a:gd name="T1" fmla="*/ 9 h 12"/>
                <a:gd name="T2" fmla="*/ 6 w 11"/>
                <a:gd name="T3" fmla="*/ 12 h 12"/>
                <a:gd name="T4" fmla="*/ 0 w 11"/>
                <a:gd name="T5" fmla="*/ 5 h 12"/>
                <a:gd name="T6" fmla="*/ 4 w 11"/>
                <a:gd name="T7" fmla="*/ 1 h 12"/>
                <a:gd name="T8" fmla="*/ 11 w 11"/>
                <a:gd name="T9" fmla="*/ 9 h 12"/>
              </a:gdLst>
              <a:ahLst/>
              <a:cxnLst>
                <a:cxn ang="0">
                  <a:pos x="T0" y="T1"/>
                </a:cxn>
                <a:cxn ang="0">
                  <a:pos x="T2" y="T3"/>
                </a:cxn>
                <a:cxn ang="0">
                  <a:pos x="T4" y="T5"/>
                </a:cxn>
                <a:cxn ang="0">
                  <a:pos x="T6" y="T7"/>
                </a:cxn>
                <a:cxn ang="0">
                  <a:pos x="T8" y="T9"/>
                </a:cxn>
              </a:cxnLst>
              <a:rect l="0" t="0" r="r" b="b"/>
              <a:pathLst>
                <a:path w="11" h="12">
                  <a:moveTo>
                    <a:pt x="11" y="9"/>
                  </a:moveTo>
                  <a:cubicBezTo>
                    <a:pt x="9" y="10"/>
                    <a:pt x="8" y="12"/>
                    <a:pt x="6" y="12"/>
                  </a:cubicBezTo>
                  <a:cubicBezTo>
                    <a:pt x="3" y="11"/>
                    <a:pt x="1" y="8"/>
                    <a:pt x="0" y="5"/>
                  </a:cubicBezTo>
                  <a:cubicBezTo>
                    <a:pt x="0" y="1"/>
                    <a:pt x="1" y="0"/>
                    <a:pt x="4" y="1"/>
                  </a:cubicBezTo>
                  <a:cubicBezTo>
                    <a:pt x="6" y="2"/>
                    <a:pt x="8" y="5"/>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9" name="Freeform 2733">
              <a:extLst>
                <a:ext uri="{FF2B5EF4-FFF2-40B4-BE49-F238E27FC236}">
                  <a16:creationId xmlns:a16="http://schemas.microsoft.com/office/drawing/2014/main" id="{99A9061B-2E5A-D8F8-6B12-5969A8682627}"/>
                </a:ext>
              </a:extLst>
            </p:cNvPr>
            <p:cNvSpPr>
              <a:spLocks/>
            </p:cNvSpPr>
            <p:nvPr/>
          </p:nvSpPr>
          <p:spPr bwMode="auto">
            <a:xfrm rot="5094805">
              <a:off x="1559734" y="1584360"/>
              <a:ext cx="29705" cy="34275"/>
            </a:xfrm>
            <a:custGeom>
              <a:avLst/>
              <a:gdLst>
                <a:gd name="T0" fmla="*/ 12 w 12"/>
                <a:gd name="T1" fmla="*/ 9 h 14"/>
                <a:gd name="T2" fmla="*/ 6 w 12"/>
                <a:gd name="T3" fmla="*/ 13 h 14"/>
                <a:gd name="T4" fmla="*/ 0 w 12"/>
                <a:gd name="T5" fmla="*/ 6 h 14"/>
                <a:gd name="T6" fmla="*/ 4 w 12"/>
                <a:gd name="T7" fmla="*/ 1 h 14"/>
                <a:gd name="T8" fmla="*/ 12 w 12"/>
                <a:gd name="T9" fmla="*/ 9 h 14"/>
              </a:gdLst>
              <a:ahLst/>
              <a:cxnLst>
                <a:cxn ang="0">
                  <a:pos x="T0" y="T1"/>
                </a:cxn>
                <a:cxn ang="0">
                  <a:pos x="T2" y="T3"/>
                </a:cxn>
                <a:cxn ang="0">
                  <a:pos x="T4" y="T5"/>
                </a:cxn>
                <a:cxn ang="0">
                  <a:pos x="T6" y="T7"/>
                </a:cxn>
                <a:cxn ang="0">
                  <a:pos x="T8" y="T9"/>
                </a:cxn>
              </a:cxnLst>
              <a:rect l="0" t="0" r="r" b="b"/>
              <a:pathLst>
                <a:path w="12" h="14">
                  <a:moveTo>
                    <a:pt x="12" y="9"/>
                  </a:moveTo>
                  <a:cubicBezTo>
                    <a:pt x="9" y="11"/>
                    <a:pt x="8" y="14"/>
                    <a:pt x="6" y="13"/>
                  </a:cubicBezTo>
                  <a:cubicBezTo>
                    <a:pt x="3" y="13"/>
                    <a:pt x="1" y="10"/>
                    <a:pt x="0" y="6"/>
                  </a:cubicBezTo>
                  <a:cubicBezTo>
                    <a:pt x="0" y="2"/>
                    <a:pt x="1" y="0"/>
                    <a:pt x="4" y="1"/>
                  </a:cubicBezTo>
                  <a:cubicBezTo>
                    <a:pt x="6" y="2"/>
                    <a:pt x="8" y="5"/>
                    <a:pt x="1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0" name="Freeform 2734">
              <a:extLst>
                <a:ext uri="{FF2B5EF4-FFF2-40B4-BE49-F238E27FC236}">
                  <a16:creationId xmlns:a16="http://schemas.microsoft.com/office/drawing/2014/main" id="{1DAF04AD-1DE9-15EB-1EF0-30F31E20E09E}"/>
                </a:ext>
              </a:extLst>
            </p:cNvPr>
            <p:cNvSpPr>
              <a:spLocks/>
            </p:cNvSpPr>
            <p:nvPr/>
          </p:nvSpPr>
          <p:spPr bwMode="auto">
            <a:xfrm rot="5094805">
              <a:off x="1507642" y="1782952"/>
              <a:ext cx="27420" cy="38845"/>
            </a:xfrm>
            <a:custGeom>
              <a:avLst/>
              <a:gdLst>
                <a:gd name="T0" fmla="*/ 7 w 11"/>
                <a:gd name="T1" fmla="*/ 16 h 16"/>
                <a:gd name="T2" fmla="*/ 1 w 11"/>
                <a:gd name="T3" fmla="*/ 5 h 16"/>
                <a:gd name="T4" fmla="*/ 5 w 11"/>
                <a:gd name="T5" fmla="*/ 1 h 16"/>
                <a:gd name="T6" fmla="*/ 11 w 11"/>
                <a:gd name="T7" fmla="*/ 9 h 16"/>
                <a:gd name="T8" fmla="*/ 7 w 11"/>
                <a:gd name="T9" fmla="*/ 16 h 16"/>
              </a:gdLst>
              <a:ahLst/>
              <a:cxnLst>
                <a:cxn ang="0">
                  <a:pos x="T0" y="T1"/>
                </a:cxn>
                <a:cxn ang="0">
                  <a:pos x="T2" y="T3"/>
                </a:cxn>
                <a:cxn ang="0">
                  <a:pos x="T4" y="T5"/>
                </a:cxn>
                <a:cxn ang="0">
                  <a:pos x="T6" y="T7"/>
                </a:cxn>
                <a:cxn ang="0">
                  <a:pos x="T8" y="T9"/>
                </a:cxn>
              </a:cxnLst>
              <a:rect l="0" t="0" r="r" b="b"/>
              <a:pathLst>
                <a:path w="11" h="16">
                  <a:moveTo>
                    <a:pt x="7" y="16"/>
                  </a:moveTo>
                  <a:cubicBezTo>
                    <a:pt x="4" y="11"/>
                    <a:pt x="2" y="8"/>
                    <a:pt x="1" y="5"/>
                  </a:cubicBezTo>
                  <a:cubicBezTo>
                    <a:pt x="0" y="1"/>
                    <a:pt x="3" y="0"/>
                    <a:pt x="5" y="1"/>
                  </a:cubicBezTo>
                  <a:cubicBezTo>
                    <a:pt x="8" y="2"/>
                    <a:pt x="11" y="5"/>
                    <a:pt x="11" y="9"/>
                  </a:cubicBezTo>
                  <a:cubicBezTo>
                    <a:pt x="10" y="12"/>
                    <a:pt x="8" y="13"/>
                    <a:pt x="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1" name="Freeform 2735">
              <a:extLst>
                <a:ext uri="{FF2B5EF4-FFF2-40B4-BE49-F238E27FC236}">
                  <a16:creationId xmlns:a16="http://schemas.microsoft.com/office/drawing/2014/main" id="{983288DC-A532-C67E-2514-5E77F974279D}"/>
                </a:ext>
              </a:extLst>
            </p:cNvPr>
            <p:cNvSpPr>
              <a:spLocks/>
            </p:cNvSpPr>
            <p:nvPr/>
          </p:nvSpPr>
          <p:spPr bwMode="auto">
            <a:xfrm rot="5094805">
              <a:off x="1478504" y="1983876"/>
              <a:ext cx="29705" cy="38845"/>
            </a:xfrm>
            <a:custGeom>
              <a:avLst/>
              <a:gdLst>
                <a:gd name="T0" fmla="*/ 12 w 12"/>
                <a:gd name="T1" fmla="*/ 8 h 15"/>
                <a:gd name="T2" fmla="*/ 7 w 12"/>
                <a:gd name="T3" fmla="*/ 15 h 15"/>
                <a:gd name="T4" fmla="*/ 1 w 12"/>
                <a:gd name="T5" fmla="*/ 8 h 15"/>
                <a:gd name="T6" fmla="*/ 4 w 12"/>
                <a:gd name="T7" fmla="*/ 1 h 15"/>
                <a:gd name="T8" fmla="*/ 12 w 12"/>
                <a:gd name="T9" fmla="*/ 8 h 15"/>
              </a:gdLst>
              <a:ahLst/>
              <a:cxnLst>
                <a:cxn ang="0">
                  <a:pos x="T0" y="T1"/>
                </a:cxn>
                <a:cxn ang="0">
                  <a:pos x="T2" y="T3"/>
                </a:cxn>
                <a:cxn ang="0">
                  <a:pos x="T4" y="T5"/>
                </a:cxn>
                <a:cxn ang="0">
                  <a:pos x="T6" y="T7"/>
                </a:cxn>
                <a:cxn ang="0">
                  <a:pos x="T8" y="T9"/>
                </a:cxn>
              </a:cxnLst>
              <a:rect l="0" t="0" r="r" b="b"/>
              <a:pathLst>
                <a:path w="12" h="15">
                  <a:moveTo>
                    <a:pt x="12" y="8"/>
                  </a:moveTo>
                  <a:cubicBezTo>
                    <a:pt x="10" y="12"/>
                    <a:pt x="8" y="15"/>
                    <a:pt x="7" y="15"/>
                  </a:cubicBezTo>
                  <a:cubicBezTo>
                    <a:pt x="4" y="15"/>
                    <a:pt x="1" y="12"/>
                    <a:pt x="1" y="8"/>
                  </a:cubicBezTo>
                  <a:cubicBezTo>
                    <a:pt x="0" y="3"/>
                    <a:pt x="2" y="0"/>
                    <a:pt x="4" y="1"/>
                  </a:cubicBezTo>
                  <a:cubicBezTo>
                    <a:pt x="6" y="1"/>
                    <a:pt x="9" y="5"/>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2" name="Freeform 2736">
              <a:extLst>
                <a:ext uri="{FF2B5EF4-FFF2-40B4-BE49-F238E27FC236}">
                  <a16:creationId xmlns:a16="http://schemas.microsoft.com/office/drawing/2014/main" id="{E0E8390E-794D-7785-9A6C-E0FFE2E115B7}"/>
                </a:ext>
              </a:extLst>
            </p:cNvPr>
            <p:cNvSpPr>
              <a:spLocks/>
            </p:cNvSpPr>
            <p:nvPr/>
          </p:nvSpPr>
          <p:spPr bwMode="auto">
            <a:xfrm rot="5094805">
              <a:off x="1473167" y="2181636"/>
              <a:ext cx="29705" cy="38845"/>
            </a:xfrm>
            <a:custGeom>
              <a:avLst/>
              <a:gdLst>
                <a:gd name="T0" fmla="*/ 12 w 12"/>
                <a:gd name="T1" fmla="*/ 7 h 16"/>
                <a:gd name="T2" fmla="*/ 7 w 12"/>
                <a:gd name="T3" fmla="*/ 15 h 16"/>
                <a:gd name="T4" fmla="*/ 1 w 12"/>
                <a:gd name="T5" fmla="*/ 9 h 16"/>
                <a:gd name="T6" fmla="*/ 4 w 12"/>
                <a:gd name="T7" fmla="*/ 1 h 16"/>
                <a:gd name="T8" fmla="*/ 12 w 12"/>
                <a:gd name="T9" fmla="*/ 7 h 16"/>
              </a:gdLst>
              <a:ahLst/>
              <a:cxnLst>
                <a:cxn ang="0">
                  <a:pos x="T0" y="T1"/>
                </a:cxn>
                <a:cxn ang="0">
                  <a:pos x="T2" y="T3"/>
                </a:cxn>
                <a:cxn ang="0">
                  <a:pos x="T4" y="T5"/>
                </a:cxn>
                <a:cxn ang="0">
                  <a:pos x="T6" y="T7"/>
                </a:cxn>
                <a:cxn ang="0">
                  <a:pos x="T8" y="T9"/>
                </a:cxn>
              </a:cxnLst>
              <a:rect l="0" t="0" r="r" b="b"/>
              <a:pathLst>
                <a:path w="12" h="16">
                  <a:moveTo>
                    <a:pt x="12" y="7"/>
                  </a:moveTo>
                  <a:cubicBezTo>
                    <a:pt x="10" y="10"/>
                    <a:pt x="9" y="14"/>
                    <a:pt x="7" y="15"/>
                  </a:cubicBezTo>
                  <a:cubicBezTo>
                    <a:pt x="4" y="16"/>
                    <a:pt x="2" y="13"/>
                    <a:pt x="1" y="9"/>
                  </a:cubicBezTo>
                  <a:cubicBezTo>
                    <a:pt x="0" y="4"/>
                    <a:pt x="2" y="0"/>
                    <a:pt x="4" y="1"/>
                  </a:cubicBezTo>
                  <a:cubicBezTo>
                    <a:pt x="6" y="1"/>
                    <a:pt x="9" y="4"/>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3" name="Freeform 2737">
              <a:extLst>
                <a:ext uri="{FF2B5EF4-FFF2-40B4-BE49-F238E27FC236}">
                  <a16:creationId xmlns:a16="http://schemas.microsoft.com/office/drawing/2014/main" id="{BAFCCD33-C455-D7FC-874E-5157E3F49696}"/>
                </a:ext>
              </a:extLst>
            </p:cNvPr>
            <p:cNvSpPr>
              <a:spLocks/>
            </p:cNvSpPr>
            <p:nvPr/>
          </p:nvSpPr>
          <p:spPr bwMode="auto">
            <a:xfrm rot="5094805">
              <a:off x="1499491" y="2374283"/>
              <a:ext cx="29705" cy="38845"/>
            </a:xfrm>
            <a:custGeom>
              <a:avLst/>
              <a:gdLst>
                <a:gd name="T0" fmla="*/ 12 w 12"/>
                <a:gd name="T1" fmla="*/ 5 h 16"/>
                <a:gd name="T2" fmla="*/ 7 w 12"/>
                <a:gd name="T3" fmla="*/ 14 h 16"/>
                <a:gd name="T4" fmla="*/ 1 w 12"/>
                <a:gd name="T5" fmla="*/ 8 h 16"/>
                <a:gd name="T6" fmla="*/ 4 w 12"/>
                <a:gd name="T7" fmla="*/ 0 h 16"/>
                <a:gd name="T8" fmla="*/ 12 w 12"/>
                <a:gd name="T9" fmla="*/ 5 h 16"/>
              </a:gdLst>
              <a:ahLst/>
              <a:cxnLst>
                <a:cxn ang="0">
                  <a:pos x="T0" y="T1"/>
                </a:cxn>
                <a:cxn ang="0">
                  <a:pos x="T2" y="T3"/>
                </a:cxn>
                <a:cxn ang="0">
                  <a:pos x="T4" y="T5"/>
                </a:cxn>
                <a:cxn ang="0">
                  <a:pos x="T6" y="T7"/>
                </a:cxn>
                <a:cxn ang="0">
                  <a:pos x="T8" y="T9"/>
                </a:cxn>
              </a:cxnLst>
              <a:rect l="0" t="0" r="r" b="b"/>
              <a:pathLst>
                <a:path w="12" h="16">
                  <a:moveTo>
                    <a:pt x="12" y="5"/>
                  </a:moveTo>
                  <a:cubicBezTo>
                    <a:pt x="10" y="9"/>
                    <a:pt x="8" y="13"/>
                    <a:pt x="7" y="14"/>
                  </a:cubicBezTo>
                  <a:cubicBezTo>
                    <a:pt x="4" y="16"/>
                    <a:pt x="2" y="13"/>
                    <a:pt x="1" y="8"/>
                  </a:cubicBezTo>
                  <a:cubicBezTo>
                    <a:pt x="0" y="4"/>
                    <a:pt x="2" y="0"/>
                    <a:pt x="4" y="0"/>
                  </a:cubicBezTo>
                  <a:cubicBezTo>
                    <a:pt x="6" y="0"/>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4" name="Freeform 2738">
              <a:extLst>
                <a:ext uri="{FF2B5EF4-FFF2-40B4-BE49-F238E27FC236}">
                  <a16:creationId xmlns:a16="http://schemas.microsoft.com/office/drawing/2014/main" id="{7AE6C330-B53A-C7EC-10FF-486C18D71184}"/>
                </a:ext>
              </a:extLst>
            </p:cNvPr>
            <p:cNvSpPr>
              <a:spLocks/>
            </p:cNvSpPr>
            <p:nvPr/>
          </p:nvSpPr>
          <p:spPr bwMode="auto">
            <a:xfrm rot="5094805">
              <a:off x="1541746" y="2567798"/>
              <a:ext cx="29705" cy="34275"/>
            </a:xfrm>
            <a:custGeom>
              <a:avLst/>
              <a:gdLst>
                <a:gd name="T0" fmla="*/ 12 w 12"/>
                <a:gd name="T1" fmla="*/ 6 h 14"/>
                <a:gd name="T2" fmla="*/ 6 w 12"/>
                <a:gd name="T3" fmla="*/ 14 h 14"/>
                <a:gd name="T4" fmla="*/ 1 w 12"/>
                <a:gd name="T5" fmla="*/ 7 h 14"/>
                <a:gd name="T6" fmla="*/ 5 w 12"/>
                <a:gd name="T7" fmla="*/ 0 h 14"/>
                <a:gd name="T8" fmla="*/ 12 w 12"/>
                <a:gd name="T9" fmla="*/ 6 h 14"/>
              </a:gdLst>
              <a:ahLst/>
              <a:cxnLst>
                <a:cxn ang="0">
                  <a:pos x="T0" y="T1"/>
                </a:cxn>
                <a:cxn ang="0">
                  <a:pos x="T2" y="T3"/>
                </a:cxn>
                <a:cxn ang="0">
                  <a:pos x="T4" y="T5"/>
                </a:cxn>
                <a:cxn ang="0">
                  <a:pos x="T6" y="T7"/>
                </a:cxn>
                <a:cxn ang="0">
                  <a:pos x="T8" y="T9"/>
                </a:cxn>
              </a:cxnLst>
              <a:rect l="0" t="0" r="r" b="b"/>
              <a:pathLst>
                <a:path w="12" h="14">
                  <a:moveTo>
                    <a:pt x="12" y="6"/>
                  </a:moveTo>
                  <a:cubicBezTo>
                    <a:pt x="9" y="10"/>
                    <a:pt x="8" y="13"/>
                    <a:pt x="6" y="14"/>
                  </a:cubicBezTo>
                  <a:cubicBezTo>
                    <a:pt x="4" y="14"/>
                    <a:pt x="1" y="12"/>
                    <a:pt x="1" y="7"/>
                  </a:cubicBezTo>
                  <a:cubicBezTo>
                    <a:pt x="0" y="3"/>
                    <a:pt x="2" y="0"/>
                    <a:pt x="5" y="0"/>
                  </a:cubicBezTo>
                  <a:cubicBezTo>
                    <a:pt x="7" y="0"/>
                    <a:pt x="9" y="3"/>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5" name="Freeform 2739">
              <a:extLst>
                <a:ext uri="{FF2B5EF4-FFF2-40B4-BE49-F238E27FC236}">
                  <a16:creationId xmlns:a16="http://schemas.microsoft.com/office/drawing/2014/main" id="{A05546DA-6380-A9C8-3AD6-47B00A984D66}"/>
                </a:ext>
              </a:extLst>
            </p:cNvPr>
            <p:cNvSpPr>
              <a:spLocks/>
            </p:cNvSpPr>
            <p:nvPr/>
          </p:nvSpPr>
          <p:spPr bwMode="auto">
            <a:xfrm rot="5094805">
              <a:off x="1563721" y="2763127"/>
              <a:ext cx="29705" cy="34275"/>
            </a:xfrm>
            <a:custGeom>
              <a:avLst/>
              <a:gdLst>
                <a:gd name="T0" fmla="*/ 12 w 12"/>
                <a:gd name="T1" fmla="*/ 5 h 14"/>
                <a:gd name="T2" fmla="*/ 7 w 12"/>
                <a:gd name="T3" fmla="*/ 13 h 14"/>
                <a:gd name="T4" fmla="*/ 1 w 12"/>
                <a:gd name="T5" fmla="*/ 7 h 14"/>
                <a:gd name="T6" fmla="*/ 4 w 12"/>
                <a:gd name="T7" fmla="*/ 0 h 14"/>
                <a:gd name="T8" fmla="*/ 12 w 12"/>
                <a:gd name="T9" fmla="*/ 5 h 14"/>
              </a:gdLst>
              <a:ahLst/>
              <a:cxnLst>
                <a:cxn ang="0">
                  <a:pos x="T0" y="T1"/>
                </a:cxn>
                <a:cxn ang="0">
                  <a:pos x="T2" y="T3"/>
                </a:cxn>
                <a:cxn ang="0">
                  <a:pos x="T4" y="T5"/>
                </a:cxn>
                <a:cxn ang="0">
                  <a:pos x="T6" y="T7"/>
                </a:cxn>
                <a:cxn ang="0">
                  <a:pos x="T8" y="T9"/>
                </a:cxn>
              </a:cxnLst>
              <a:rect l="0" t="0" r="r" b="b"/>
              <a:pathLst>
                <a:path w="12" h="14">
                  <a:moveTo>
                    <a:pt x="12" y="5"/>
                  </a:moveTo>
                  <a:cubicBezTo>
                    <a:pt x="10" y="9"/>
                    <a:pt x="9" y="12"/>
                    <a:pt x="7" y="13"/>
                  </a:cubicBezTo>
                  <a:cubicBezTo>
                    <a:pt x="4" y="14"/>
                    <a:pt x="2" y="11"/>
                    <a:pt x="1" y="7"/>
                  </a:cubicBezTo>
                  <a:cubicBezTo>
                    <a:pt x="0" y="3"/>
                    <a:pt x="2" y="0"/>
                    <a:pt x="4" y="0"/>
                  </a:cubicBezTo>
                  <a:cubicBezTo>
                    <a:pt x="6" y="0"/>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6" name="Freeform 2740">
              <a:extLst>
                <a:ext uri="{FF2B5EF4-FFF2-40B4-BE49-F238E27FC236}">
                  <a16:creationId xmlns:a16="http://schemas.microsoft.com/office/drawing/2014/main" id="{5CBE21C7-4487-2A65-77DC-E979B9A783AD}"/>
                </a:ext>
              </a:extLst>
            </p:cNvPr>
            <p:cNvSpPr>
              <a:spLocks/>
            </p:cNvSpPr>
            <p:nvPr/>
          </p:nvSpPr>
          <p:spPr bwMode="auto">
            <a:xfrm rot="5094805">
              <a:off x="1580950" y="2956788"/>
              <a:ext cx="25135" cy="34275"/>
            </a:xfrm>
            <a:custGeom>
              <a:avLst/>
              <a:gdLst>
                <a:gd name="T0" fmla="*/ 6 w 10"/>
                <a:gd name="T1" fmla="*/ 0 h 14"/>
                <a:gd name="T2" fmla="*/ 10 w 10"/>
                <a:gd name="T3" fmla="*/ 9 h 14"/>
                <a:gd name="T4" fmla="*/ 5 w 10"/>
                <a:gd name="T5" fmla="*/ 14 h 14"/>
                <a:gd name="T6" fmla="*/ 1 w 10"/>
                <a:gd name="T7" fmla="*/ 7 h 14"/>
                <a:gd name="T8" fmla="*/ 6 w 10"/>
                <a:gd name="T9" fmla="*/ 0 h 14"/>
              </a:gdLst>
              <a:ahLst/>
              <a:cxnLst>
                <a:cxn ang="0">
                  <a:pos x="T0" y="T1"/>
                </a:cxn>
                <a:cxn ang="0">
                  <a:pos x="T2" y="T3"/>
                </a:cxn>
                <a:cxn ang="0">
                  <a:pos x="T4" y="T5"/>
                </a:cxn>
                <a:cxn ang="0">
                  <a:pos x="T6" y="T7"/>
                </a:cxn>
                <a:cxn ang="0">
                  <a:pos x="T8" y="T9"/>
                </a:cxn>
              </a:cxnLst>
              <a:rect l="0" t="0" r="r" b="b"/>
              <a:pathLst>
                <a:path w="10" h="14">
                  <a:moveTo>
                    <a:pt x="6" y="0"/>
                  </a:moveTo>
                  <a:cubicBezTo>
                    <a:pt x="8" y="4"/>
                    <a:pt x="10" y="7"/>
                    <a:pt x="10" y="9"/>
                  </a:cubicBezTo>
                  <a:cubicBezTo>
                    <a:pt x="10" y="12"/>
                    <a:pt x="8" y="14"/>
                    <a:pt x="5" y="14"/>
                  </a:cubicBezTo>
                  <a:cubicBezTo>
                    <a:pt x="2" y="13"/>
                    <a:pt x="0" y="10"/>
                    <a:pt x="1" y="7"/>
                  </a:cubicBezTo>
                  <a:cubicBezTo>
                    <a:pt x="1" y="5"/>
                    <a:pt x="3" y="3"/>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7" name="Freeform 2741">
              <a:extLst>
                <a:ext uri="{FF2B5EF4-FFF2-40B4-BE49-F238E27FC236}">
                  <a16:creationId xmlns:a16="http://schemas.microsoft.com/office/drawing/2014/main" id="{FB82A651-03DE-B989-9867-733F704735CA}"/>
                </a:ext>
              </a:extLst>
            </p:cNvPr>
            <p:cNvSpPr>
              <a:spLocks/>
            </p:cNvSpPr>
            <p:nvPr/>
          </p:nvSpPr>
          <p:spPr bwMode="auto">
            <a:xfrm rot="5094805">
              <a:off x="1580561" y="3163062"/>
              <a:ext cx="29705" cy="25135"/>
            </a:xfrm>
            <a:custGeom>
              <a:avLst/>
              <a:gdLst>
                <a:gd name="T0" fmla="*/ 12 w 12"/>
                <a:gd name="T1" fmla="*/ 6 h 10"/>
                <a:gd name="T2" fmla="*/ 5 w 12"/>
                <a:gd name="T3" fmla="*/ 10 h 10"/>
                <a:gd name="T4" fmla="*/ 0 w 12"/>
                <a:gd name="T5" fmla="*/ 4 h 10"/>
                <a:gd name="T6" fmla="*/ 5 w 12"/>
                <a:gd name="T7" fmla="*/ 1 h 10"/>
                <a:gd name="T8" fmla="*/ 12 w 12"/>
                <a:gd name="T9" fmla="*/ 6 h 10"/>
              </a:gdLst>
              <a:ahLst/>
              <a:cxnLst>
                <a:cxn ang="0">
                  <a:pos x="T0" y="T1"/>
                </a:cxn>
                <a:cxn ang="0">
                  <a:pos x="T2" y="T3"/>
                </a:cxn>
                <a:cxn ang="0">
                  <a:pos x="T4" y="T5"/>
                </a:cxn>
                <a:cxn ang="0">
                  <a:pos x="T6" y="T7"/>
                </a:cxn>
                <a:cxn ang="0">
                  <a:pos x="T8" y="T9"/>
                </a:cxn>
              </a:cxnLst>
              <a:rect l="0" t="0" r="r" b="b"/>
              <a:pathLst>
                <a:path w="12" h="10">
                  <a:moveTo>
                    <a:pt x="12" y="6"/>
                  </a:moveTo>
                  <a:cubicBezTo>
                    <a:pt x="9" y="8"/>
                    <a:pt x="7" y="10"/>
                    <a:pt x="5" y="10"/>
                  </a:cubicBezTo>
                  <a:cubicBezTo>
                    <a:pt x="3" y="9"/>
                    <a:pt x="0" y="7"/>
                    <a:pt x="0" y="4"/>
                  </a:cubicBezTo>
                  <a:cubicBezTo>
                    <a:pt x="0" y="2"/>
                    <a:pt x="2" y="0"/>
                    <a:pt x="5" y="1"/>
                  </a:cubicBezTo>
                  <a:cubicBezTo>
                    <a:pt x="7" y="1"/>
                    <a:pt x="9" y="4"/>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8" name="Freeform 2742">
              <a:extLst>
                <a:ext uri="{FF2B5EF4-FFF2-40B4-BE49-F238E27FC236}">
                  <a16:creationId xmlns:a16="http://schemas.microsoft.com/office/drawing/2014/main" id="{1B126514-9982-AEA5-53E6-35E197557B1A}"/>
                </a:ext>
              </a:extLst>
            </p:cNvPr>
            <p:cNvSpPr>
              <a:spLocks/>
            </p:cNvSpPr>
            <p:nvPr/>
          </p:nvSpPr>
          <p:spPr bwMode="auto">
            <a:xfrm rot="5094805">
              <a:off x="1588783" y="3359712"/>
              <a:ext cx="27420" cy="22850"/>
            </a:xfrm>
            <a:custGeom>
              <a:avLst/>
              <a:gdLst>
                <a:gd name="T0" fmla="*/ 5 w 11"/>
                <a:gd name="T1" fmla="*/ 0 h 9"/>
                <a:gd name="T2" fmla="*/ 10 w 11"/>
                <a:gd name="T3" fmla="*/ 5 h 9"/>
                <a:gd name="T4" fmla="*/ 6 w 11"/>
                <a:gd name="T5" fmla="*/ 8 h 9"/>
                <a:gd name="T6" fmla="*/ 1 w 11"/>
                <a:gd name="T7" fmla="*/ 4 h 9"/>
                <a:gd name="T8" fmla="*/ 5 w 11"/>
                <a:gd name="T9" fmla="*/ 0 h 9"/>
              </a:gdLst>
              <a:ahLst/>
              <a:cxnLst>
                <a:cxn ang="0">
                  <a:pos x="T0" y="T1"/>
                </a:cxn>
                <a:cxn ang="0">
                  <a:pos x="T2" y="T3"/>
                </a:cxn>
                <a:cxn ang="0">
                  <a:pos x="T4" y="T5"/>
                </a:cxn>
                <a:cxn ang="0">
                  <a:pos x="T6" y="T7"/>
                </a:cxn>
                <a:cxn ang="0">
                  <a:pos x="T8" y="T9"/>
                </a:cxn>
              </a:cxnLst>
              <a:rect l="0" t="0" r="r" b="b"/>
              <a:pathLst>
                <a:path w="11" h="9">
                  <a:moveTo>
                    <a:pt x="5" y="0"/>
                  </a:moveTo>
                  <a:cubicBezTo>
                    <a:pt x="7" y="2"/>
                    <a:pt x="9" y="3"/>
                    <a:pt x="10" y="5"/>
                  </a:cubicBezTo>
                  <a:cubicBezTo>
                    <a:pt x="11" y="7"/>
                    <a:pt x="8" y="9"/>
                    <a:pt x="6" y="8"/>
                  </a:cubicBezTo>
                  <a:cubicBezTo>
                    <a:pt x="3" y="8"/>
                    <a:pt x="0" y="7"/>
                    <a:pt x="1" y="4"/>
                  </a:cubicBezTo>
                  <a:cubicBezTo>
                    <a:pt x="1" y="3"/>
                    <a:pt x="3"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9" name="Freeform 2743">
              <a:extLst>
                <a:ext uri="{FF2B5EF4-FFF2-40B4-BE49-F238E27FC236}">
                  <a16:creationId xmlns:a16="http://schemas.microsoft.com/office/drawing/2014/main" id="{60DAE379-E410-1716-8DCF-808724D1B0F7}"/>
                </a:ext>
              </a:extLst>
            </p:cNvPr>
            <p:cNvSpPr>
              <a:spLocks/>
            </p:cNvSpPr>
            <p:nvPr/>
          </p:nvSpPr>
          <p:spPr bwMode="auto">
            <a:xfrm rot="5094805">
              <a:off x="1603929" y="3560219"/>
              <a:ext cx="27420" cy="13710"/>
            </a:xfrm>
            <a:custGeom>
              <a:avLst/>
              <a:gdLst>
                <a:gd name="T0" fmla="*/ 11 w 11"/>
                <a:gd name="T1" fmla="*/ 2 h 5"/>
                <a:gd name="T2" fmla="*/ 5 w 11"/>
                <a:gd name="T3" fmla="*/ 5 h 5"/>
                <a:gd name="T4" fmla="*/ 0 w 11"/>
                <a:gd name="T5" fmla="*/ 3 h 5"/>
                <a:gd name="T6" fmla="*/ 4 w 11"/>
                <a:gd name="T7" fmla="*/ 0 h 5"/>
                <a:gd name="T8" fmla="*/ 11 w 11"/>
                <a:gd name="T9" fmla="*/ 2 h 5"/>
              </a:gdLst>
              <a:ahLst/>
              <a:cxnLst>
                <a:cxn ang="0">
                  <a:pos x="T0" y="T1"/>
                </a:cxn>
                <a:cxn ang="0">
                  <a:pos x="T2" y="T3"/>
                </a:cxn>
                <a:cxn ang="0">
                  <a:pos x="T4" y="T5"/>
                </a:cxn>
                <a:cxn ang="0">
                  <a:pos x="T6" y="T7"/>
                </a:cxn>
                <a:cxn ang="0">
                  <a:pos x="T8" y="T9"/>
                </a:cxn>
              </a:cxnLst>
              <a:rect l="0" t="0" r="r" b="b"/>
              <a:pathLst>
                <a:path w="11" h="5">
                  <a:moveTo>
                    <a:pt x="11" y="2"/>
                  </a:moveTo>
                  <a:cubicBezTo>
                    <a:pt x="9" y="4"/>
                    <a:pt x="7" y="5"/>
                    <a:pt x="5" y="5"/>
                  </a:cubicBezTo>
                  <a:cubicBezTo>
                    <a:pt x="3" y="5"/>
                    <a:pt x="0" y="5"/>
                    <a:pt x="0" y="3"/>
                  </a:cubicBezTo>
                  <a:cubicBezTo>
                    <a:pt x="0" y="1"/>
                    <a:pt x="2" y="0"/>
                    <a:pt x="4" y="0"/>
                  </a:cubicBezTo>
                  <a:cubicBezTo>
                    <a:pt x="6" y="0"/>
                    <a:pt x="8"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0" name="Freeform 2744">
              <a:extLst>
                <a:ext uri="{FF2B5EF4-FFF2-40B4-BE49-F238E27FC236}">
                  <a16:creationId xmlns:a16="http://schemas.microsoft.com/office/drawing/2014/main" id="{CC8AC9BB-5DD7-8380-C491-AD4F3E338EB4}"/>
                </a:ext>
              </a:extLst>
            </p:cNvPr>
            <p:cNvSpPr>
              <a:spLocks/>
            </p:cNvSpPr>
            <p:nvPr/>
          </p:nvSpPr>
          <p:spPr bwMode="auto">
            <a:xfrm rot="5094805">
              <a:off x="1637381" y="3756714"/>
              <a:ext cx="29705" cy="11425"/>
            </a:xfrm>
            <a:custGeom>
              <a:avLst/>
              <a:gdLst>
                <a:gd name="T0" fmla="*/ 12 w 12"/>
                <a:gd name="T1" fmla="*/ 1 h 5"/>
                <a:gd name="T2" fmla="*/ 6 w 12"/>
                <a:gd name="T3" fmla="*/ 5 h 5"/>
                <a:gd name="T4" fmla="*/ 1 w 12"/>
                <a:gd name="T5" fmla="*/ 3 h 5"/>
                <a:gd name="T6" fmla="*/ 5 w 12"/>
                <a:gd name="T7" fmla="*/ 0 h 5"/>
                <a:gd name="T8" fmla="*/ 12 w 12"/>
                <a:gd name="T9" fmla="*/ 1 h 5"/>
              </a:gdLst>
              <a:ahLst/>
              <a:cxnLst>
                <a:cxn ang="0">
                  <a:pos x="T0" y="T1"/>
                </a:cxn>
                <a:cxn ang="0">
                  <a:pos x="T2" y="T3"/>
                </a:cxn>
                <a:cxn ang="0">
                  <a:pos x="T4" y="T5"/>
                </a:cxn>
                <a:cxn ang="0">
                  <a:pos x="T6" y="T7"/>
                </a:cxn>
                <a:cxn ang="0">
                  <a:pos x="T8" y="T9"/>
                </a:cxn>
              </a:cxnLst>
              <a:rect l="0" t="0" r="r" b="b"/>
              <a:pathLst>
                <a:path w="12" h="5">
                  <a:moveTo>
                    <a:pt x="12" y="1"/>
                  </a:moveTo>
                  <a:cubicBezTo>
                    <a:pt x="9" y="3"/>
                    <a:pt x="8" y="4"/>
                    <a:pt x="6" y="5"/>
                  </a:cubicBezTo>
                  <a:cubicBezTo>
                    <a:pt x="3" y="5"/>
                    <a:pt x="1" y="5"/>
                    <a:pt x="1" y="3"/>
                  </a:cubicBezTo>
                  <a:cubicBezTo>
                    <a:pt x="0" y="2"/>
                    <a:pt x="2" y="1"/>
                    <a:pt x="5" y="0"/>
                  </a:cubicBezTo>
                  <a:cubicBezTo>
                    <a:pt x="7" y="0"/>
                    <a:pt x="9" y="1"/>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1" name="Freeform 2745">
              <a:extLst>
                <a:ext uri="{FF2B5EF4-FFF2-40B4-BE49-F238E27FC236}">
                  <a16:creationId xmlns:a16="http://schemas.microsoft.com/office/drawing/2014/main" id="{4C713A73-0160-26E8-6D23-BFAF8819ED2F}"/>
                </a:ext>
              </a:extLst>
            </p:cNvPr>
            <p:cNvSpPr>
              <a:spLocks/>
            </p:cNvSpPr>
            <p:nvPr/>
          </p:nvSpPr>
          <p:spPr bwMode="auto">
            <a:xfrm rot="5094805">
              <a:off x="1705617" y="3942398"/>
              <a:ext cx="25135" cy="13710"/>
            </a:xfrm>
            <a:custGeom>
              <a:avLst/>
              <a:gdLst>
                <a:gd name="T0" fmla="*/ 5 w 10"/>
                <a:gd name="T1" fmla="*/ 0 h 5"/>
                <a:gd name="T2" fmla="*/ 9 w 10"/>
                <a:gd name="T3" fmla="*/ 1 h 5"/>
                <a:gd name="T4" fmla="*/ 5 w 10"/>
                <a:gd name="T5" fmla="*/ 5 h 5"/>
                <a:gd name="T6" fmla="*/ 0 w 10"/>
                <a:gd name="T7" fmla="*/ 4 h 5"/>
                <a:gd name="T8" fmla="*/ 5 w 10"/>
                <a:gd name="T9" fmla="*/ 0 h 5"/>
              </a:gdLst>
              <a:ahLst/>
              <a:cxnLst>
                <a:cxn ang="0">
                  <a:pos x="T0" y="T1"/>
                </a:cxn>
                <a:cxn ang="0">
                  <a:pos x="T2" y="T3"/>
                </a:cxn>
                <a:cxn ang="0">
                  <a:pos x="T4" y="T5"/>
                </a:cxn>
                <a:cxn ang="0">
                  <a:pos x="T6" y="T7"/>
                </a:cxn>
                <a:cxn ang="0">
                  <a:pos x="T8" y="T9"/>
                </a:cxn>
              </a:cxnLst>
              <a:rect l="0" t="0" r="r" b="b"/>
              <a:pathLst>
                <a:path w="10" h="5">
                  <a:moveTo>
                    <a:pt x="5" y="0"/>
                  </a:moveTo>
                  <a:cubicBezTo>
                    <a:pt x="7" y="1"/>
                    <a:pt x="9" y="1"/>
                    <a:pt x="9" y="1"/>
                  </a:cubicBezTo>
                  <a:cubicBezTo>
                    <a:pt x="10" y="2"/>
                    <a:pt x="8" y="4"/>
                    <a:pt x="5" y="5"/>
                  </a:cubicBezTo>
                  <a:cubicBezTo>
                    <a:pt x="2" y="5"/>
                    <a:pt x="0" y="5"/>
                    <a:pt x="0" y="4"/>
                  </a:cubicBezTo>
                  <a:cubicBezTo>
                    <a:pt x="1" y="3"/>
                    <a:pt x="3"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2" name="Freeform 2746">
              <a:extLst>
                <a:ext uri="{FF2B5EF4-FFF2-40B4-BE49-F238E27FC236}">
                  <a16:creationId xmlns:a16="http://schemas.microsoft.com/office/drawing/2014/main" id="{6DE0353B-7DC6-9967-3688-C081D7BEBEDD}"/>
                </a:ext>
              </a:extLst>
            </p:cNvPr>
            <p:cNvSpPr>
              <a:spLocks/>
            </p:cNvSpPr>
            <p:nvPr/>
          </p:nvSpPr>
          <p:spPr bwMode="auto">
            <a:xfrm rot="5094805">
              <a:off x="1700139" y="1179578"/>
              <a:ext cx="29705" cy="29705"/>
            </a:xfrm>
            <a:custGeom>
              <a:avLst/>
              <a:gdLst>
                <a:gd name="T0" fmla="*/ 12 w 12"/>
                <a:gd name="T1" fmla="*/ 11 h 12"/>
                <a:gd name="T2" fmla="*/ 5 w 12"/>
                <a:gd name="T3" fmla="*/ 11 h 12"/>
                <a:gd name="T4" fmla="*/ 0 w 12"/>
                <a:gd name="T5" fmla="*/ 4 h 12"/>
                <a:gd name="T6" fmla="*/ 5 w 12"/>
                <a:gd name="T7" fmla="*/ 2 h 12"/>
                <a:gd name="T8" fmla="*/ 12 w 12"/>
                <a:gd name="T9" fmla="*/ 11 h 12"/>
              </a:gdLst>
              <a:ahLst/>
              <a:cxnLst>
                <a:cxn ang="0">
                  <a:pos x="T0" y="T1"/>
                </a:cxn>
                <a:cxn ang="0">
                  <a:pos x="T2" y="T3"/>
                </a:cxn>
                <a:cxn ang="0">
                  <a:pos x="T4" y="T5"/>
                </a:cxn>
                <a:cxn ang="0">
                  <a:pos x="T6" y="T7"/>
                </a:cxn>
                <a:cxn ang="0">
                  <a:pos x="T8" y="T9"/>
                </a:cxn>
              </a:cxnLst>
              <a:rect l="0" t="0" r="r" b="b"/>
              <a:pathLst>
                <a:path w="12" h="12">
                  <a:moveTo>
                    <a:pt x="12" y="11"/>
                  </a:moveTo>
                  <a:cubicBezTo>
                    <a:pt x="9" y="11"/>
                    <a:pt x="7" y="12"/>
                    <a:pt x="5" y="11"/>
                  </a:cubicBezTo>
                  <a:cubicBezTo>
                    <a:pt x="2" y="10"/>
                    <a:pt x="0" y="7"/>
                    <a:pt x="0" y="4"/>
                  </a:cubicBezTo>
                  <a:cubicBezTo>
                    <a:pt x="0" y="1"/>
                    <a:pt x="2" y="0"/>
                    <a:pt x="5" y="2"/>
                  </a:cubicBezTo>
                  <a:cubicBezTo>
                    <a:pt x="7" y="4"/>
                    <a:pt x="9" y="7"/>
                    <a:pt x="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3" name="Freeform 2747">
              <a:extLst>
                <a:ext uri="{FF2B5EF4-FFF2-40B4-BE49-F238E27FC236}">
                  <a16:creationId xmlns:a16="http://schemas.microsoft.com/office/drawing/2014/main" id="{209F8CCA-CD4E-CE9F-EAA9-3E713BF29F7F}"/>
                </a:ext>
              </a:extLst>
            </p:cNvPr>
            <p:cNvSpPr>
              <a:spLocks/>
            </p:cNvSpPr>
            <p:nvPr/>
          </p:nvSpPr>
          <p:spPr bwMode="auto">
            <a:xfrm rot="5094805">
              <a:off x="1770977" y="971497"/>
              <a:ext cx="27420" cy="27420"/>
            </a:xfrm>
            <a:custGeom>
              <a:avLst/>
              <a:gdLst>
                <a:gd name="T0" fmla="*/ 6 w 11"/>
                <a:gd name="T1" fmla="*/ 11 h 11"/>
                <a:gd name="T2" fmla="*/ 1 w 11"/>
                <a:gd name="T3" fmla="*/ 3 h 11"/>
                <a:gd name="T4" fmla="*/ 6 w 11"/>
                <a:gd name="T5" fmla="*/ 1 h 11"/>
                <a:gd name="T6" fmla="*/ 11 w 11"/>
                <a:gd name="T7" fmla="*/ 8 h 11"/>
                <a:gd name="T8" fmla="*/ 6 w 11"/>
                <a:gd name="T9" fmla="*/ 11 h 11"/>
              </a:gdLst>
              <a:ahLst/>
              <a:cxnLst>
                <a:cxn ang="0">
                  <a:pos x="T0" y="T1"/>
                </a:cxn>
                <a:cxn ang="0">
                  <a:pos x="T2" y="T3"/>
                </a:cxn>
                <a:cxn ang="0">
                  <a:pos x="T4" y="T5"/>
                </a:cxn>
                <a:cxn ang="0">
                  <a:pos x="T6" y="T7"/>
                </a:cxn>
                <a:cxn ang="0">
                  <a:pos x="T8" y="T9"/>
                </a:cxn>
              </a:cxnLst>
              <a:rect l="0" t="0" r="r" b="b"/>
              <a:pathLst>
                <a:path w="11" h="11">
                  <a:moveTo>
                    <a:pt x="6" y="11"/>
                  </a:moveTo>
                  <a:cubicBezTo>
                    <a:pt x="4" y="8"/>
                    <a:pt x="2" y="5"/>
                    <a:pt x="1" y="3"/>
                  </a:cubicBezTo>
                  <a:cubicBezTo>
                    <a:pt x="0" y="1"/>
                    <a:pt x="3" y="0"/>
                    <a:pt x="6" y="1"/>
                  </a:cubicBezTo>
                  <a:cubicBezTo>
                    <a:pt x="8" y="3"/>
                    <a:pt x="11" y="6"/>
                    <a:pt x="11" y="8"/>
                  </a:cubicBezTo>
                  <a:cubicBezTo>
                    <a:pt x="10" y="9"/>
                    <a:pt x="8" y="10"/>
                    <a:pt x="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4" name="Freeform 2748">
              <a:extLst>
                <a:ext uri="{FF2B5EF4-FFF2-40B4-BE49-F238E27FC236}">
                  <a16:creationId xmlns:a16="http://schemas.microsoft.com/office/drawing/2014/main" id="{91098F75-8547-AC6F-1204-67D725CCE2ED}"/>
                </a:ext>
              </a:extLst>
            </p:cNvPr>
            <p:cNvSpPr>
              <a:spLocks/>
            </p:cNvSpPr>
            <p:nvPr/>
          </p:nvSpPr>
          <p:spPr bwMode="auto">
            <a:xfrm rot="5094805">
              <a:off x="1835596" y="773136"/>
              <a:ext cx="25135" cy="20565"/>
            </a:xfrm>
            <a:custGeom>
              <a:avLst/>
              <a:gdLst>
                <a:gd name="T0" fmla="*/ 5 w 10"/>
                <a:gd name="T1" fmla="*/ 0 h 9"/>
                <a:gd name="T2" fmla="*/ 10 w 10"/>
                <a:gd name="T3" fmla="*/ 7 h 9"/>
                <a:gd name="T4" fmla="*/ 5 w 10"/>
                <a:gd name="T5" fmla="*/ 8 h 9"/>
                <a:gd name="T6" fmla="*/ 0 w 10"/>
                <a:gd name="T7" fmla="*/ 2 h 9"/>
                <a:gd name="T8" fmla="*/ 5 w 10"/>
                <a:gd name="T9" fmla="*/ 0 h 9"/>
              </a:gdLst>
              <a:ahLst/>
              <a:cxnLst>
                <a:cxn ang="0">
                  <a:pos x="T0" y="T1"/>
                </a:cxn>
                <a:cxn ang="0">
                  <a:pos x="T2" y="T3"/>
                </a:cxn>
                <a:cxn ang="0">
                  <a:pos x="T4" y="T5"/>
                </a:cxn>
                <a:cxn ang="0">
                  <a:pos x="T6" y="T7"/>
                </a:cxn>
                <a:cxn ang="0">
                  <a:pos x="T8" y="T9"/>
                </a:cxn>
              </a:cxnLst>
              <a:rect l="0" t="0" r="r" b="b"/>
              <a:pathLst>
                <a:path w="10" h="9">
                  <a:moveTo>
                    <a:pt x="5" y="0"/>
                  </a:moveTo>
                  <a:cubicBezTo>
                    <a:pt x="7" y="3"/>
                    <a:pt x="9" y="5"/>
                    <a:pt x="10" y="7"/>
                  </a:cubicBezTo>
                  <a:cubicBezTo>
                    <a:pt x="10" y="9"/>
                    <a:pt x="8" y="9"/>
                    <a:pt x="5" y="8"/>
                  </a:cubicBezTo>
                  <a:cubicBezTo>
                    <a:pt x="2" y="7"/>
                    <a:pt x="0" y="4"/>
                    <a:pt x="0" y="2"/>
                  </a:cubicBezTo>
                  <a:cubicBezTo>
                    <a:pt x="1" y="1"/>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5" name="Freeform 2749">
              <a:extLst>
                <a:ext uri="{FF2B5EF4-FFF2-40B4-BE49-F238E27FC236}">
                  <a16:creationId xmlns:a16="http://schemas.microsoft.com/office/drawing/2014/main" id="{B5AF4B10-0679-503D-ABBE-3041DCA96A3A}"/>
                </a:ext>
              </a:extLst>
            </p:cNvPr>
            <p:cNvSpPr>
              <a:spLocks/>
            </p:cNvSpPr>
            <p:nvPr/>
          </p:nvSpPr>
          <p:spPr bwMode="auto">
            <a:xfrm rot="5094805">
              <a:off x="1879615" y="574015"/>
              <a:ext cx="29705" cy="15995"/>
            </a:xfrm>
            <a:custGeom>
              <a:avLst/>
              <a:gdLst>
                <a:gd name="T0" fmla="*/ 12 w 12"/>
                <a:gd name="T1" fmla="*/ 5 h 7"/>
                <a:gd name="T2" fmla="*/ 7 w 12"/>
                <a:gd name="T3" fmla="*/ 6 h 7"/>
                <a:gd name="T4" fmla="*/ 1 w 12"/>
                <a:gd name="T5" fmla="*/ 2 h 7"/>
                <a:gd name="T6" fmla="*/ 5 w 12"/>
                <a:gd name="T7" fmla="*/ 0 h 7"/>
                <a:gd name="T8" fmla="*/ 12 w 12"/>
                <a:gd name="T9" fmla="*/ 5 h 7"/>
              </a:gdLst>
              <a:ahLst/>
              <a:cxnLst>
                <a:cxn ang="0">
                  <a:pos x="T0" y="T1"/>
                </a:cxn>
                <a:cxn ang="0">
                  <a:pos x="T2" y="T3"/>
                </a:cxn>
                <a:cxn ang="0">
                  <a:pos x="T4" y="T5"/>
                </a:cxn>
                <a:cxn ang="0">
                  <a:pos x="T6" y="T7"/>
                </a:cxn>
                <a:cxn ang="0">
                  <a:pos x="T8" y="T9"/>
                </a:cxn>
              </a:cxnLst>
              <a:rect l="0" t="0" r="r" b="b"/>
              <a:pathLst>
                <a:path w="12" h="7">
                  <a:moveTo>
                    <a:pt x="12" y="5"/>
                  </a:moveTo>
                  <a:cubicBezTo>
                    <a:pt x="10" y="6"/>
                    <a:pt x="8" y="7"/>
                    <a:pt x="7" y="6"/>
                  </a:cubicBezTo>
                  <a:cubicBezTo>
                    <a:pt x="4" y="6"/>
                    <a:pt x="2" y="4"/>
                    <a:pt x="1" y="2"/>
                  </a:cubicBezTo>
                  <a:cubicBezTo>
                    <a:pt x="0" y="0"/>
                    <a:pt x="2" y="0"/>
                    <a:pt x="5" y="0"/>
                  </a:cubicBezTo>
                  <a:cubicBezTo>
                    <a:pt x="7" y="1"/>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6" name="Freeform 2750">
              <a:extLst>
                <a:ext uri="{FF2B5EF4-FFF2-40B4-BE49-F238E27FC236}">
                  <a16:creationId xmlns:a16="http://schemas.microsoft.com/office/drawing/2014/main" id="{749EB209-60C1-2F86-0BBC-9528A483190A}"/>
                </a:ext>
              </a:extLst>
            </p:cNvPr>
            <p:cNvSpPr>
              <a:spLocks/>
            </p:cNvSpPr>
            <p:nvPr/>
          </p:nvSpPr>
          <p:spPr bwMode="auto">
            <a:xfrm rot="5094805">
              <a:off x="1903469" y="379292"/>
              <a:ext cx="27420" cy="13710"/>
            </a:xfrm>
            <a:custGeom>
              <a:avLst/>
              <a:gdLst>
                <a:gd name="T0" fmla="*/ 11 w 11"/>
                <a:gd name="T1" fmla="*/ 3 h 5"/>
                <a:gd name="T2" fmla="*/ 5 w 11"/>
                <a:gd name="T3" fmla="*/ 5 h 5"/>
                <a:gd name="T4" fmla="*/ 0 w 11"/>
                <a:gd name="T5" fmla="*/ 2 h 5"/>
                <a:gd name="T6" fmla="*/ 4 w 11"/>
                <a:gd name="T7" fmla="*/ 0 h 5"/>
                <a:gd name="T8" fmla="*/ 11 w 11"/>
                <a:gd name="T9" fmla="*/ 3 h 5"/>
              </a:gdLst>
              <a:ahLst/>
              <a:cxnLst>
                <a:cxn ang="0">
                  <a:pos x="T0" y="T1"/>
                </a:cxn>
                <a:cxn ang="0">
                  <a:pos x="T2" y="T3"/>
                </a:cxn>
                <a:cxn ang="0">
                  <a:pos x="T4" y="T5"/>
                </a:cxn>
                <a:cxn ang="0">
                  <a:pos x="T6" y="T7"/>
                </a:cxn>
                <a:cxn ang="0">
                  <a:pos x="T8" y="T9"/>
                </a:cxn>
              </a:cxnLst>
              <a:rect l="0" t="0" r="r" b="b"/>
              <a:pathLst>
                <a:path w="11" h="5">
                  <a:moveTo>
                    <a:pt x="11" y="3"/>
                  </a:moveTo>
                  <a:cubicBezTo>
                    <a:pt x="9" y="4"/>
                    <a:pt x="7" y="5"/>
                    <a:pt x="5" y="5"/>
                  </a:cubicBezTo>
                  <a:cubicBezTo>
                    <a:pt x="3" y="5"/>
                    <a:pt x="0" y="3"/>
                    <a:pt x="0" y="2"/>
                  </a:cubicBezTo>
                  <a:cubicBezTo>
                    <a:pt x="0" y="0"/>
                    <a:pt x="2" y="0"/>
                    <a:pt x="4" y="0"/>
                  </a:cubicBezTo>
                  <a:cubicBezTo>
                    <a:pt x="6" y="0"/>
                    <a:pt x="8"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7" name="Freeform 2751">
              <a:extLst>
                <a:ext uri="{FF2B5EF4-FFF2-40B4-BE49-F238E27FC236}">
                  <a16:creationId xmlns:a16="http://schemas.microsoft.com/office/drawing/2014/main" id="{62CDA855-6A91-0A25-3C87-F4593AFB6289}"/>
                </a:ext>
              </a:extLst>
            </p:cNvPr>
            <p:cNvSpPr>
              <a:spLocks/>
            </p:cNvSpPr>
            <p:nvPr/>
          </p:nvSpPr>
          <p:spPr bwMode="auto">
            <a:xfrm rot="5094805">
              <a:off x="1892883" y="183152"/>
              <a:ext cx="22850" cy="13710"/>
            </a:xfrm>
            <a:custGeom>
              <a:avLst/>
              <a:gdLst>
                <a:gd name="T0" fmla="*/ 6 w 10"/>
                <a:gd name="T1" fmla="*/ 5 h 5"/>
                <a:gd name="T2" fmla="*/ 1 w 10"/>
                <a:gd name="T3" fmla="*/ 2 h 5"/>
                <a:gd name="T4" fmla="*/ 5 w 10"/>
                <a:gd name="T5" fmla="*/ 0 h 5"/>
                <a:gd name="T6" fmla="*/ 10 w 10"/>
                <a:gd name="T7" fmla="*/ 2 h 5"/>
                <a:gd name="T8" fmla="*/ 6 w 10"/>
                <a:gd name="T9" fmla="*/ 5 h 5"/>
              </a:gdLst>
              <a:ahLst/>
              <a:cxnLst>
                <a:cxn ang="0">
                  <a:pos x="T0" y="T1"/>
                </a:cxn>
                <a:cxn ang="0">
                  <a:pos x="T2" y="T3"/>
                </a:cxn>
                <a:cxn ang="0">
                  <a:pos x="T4" y="T5"/>
                </a:cxn>
                <a:cxn ang="0">
                  <a:pos x="T6" y="T7"/>
                </a:cxn>
                <a:cxn ang="0">
                  <a:pos x="T8" y="T9"/>
                </a:cxn>
              </a:cxnLst>
              <a:rect l="0" t="0" r="r" b="b"/>
              <a:pathLst>
                <a:path w="10" h="5">
                  <a:moveTo>
                    <a:pt x="6" y="5"/>
                  </a:moveTo>
                  <a:cubicBezTo>
                    <a:pt x="4" y="4"/>
                    <a:pt x="1" y="3"/>
                    <a:pt x="1" y="2"/>
                  </a:cubicBezTo>
                  <a:cubicBezTo>
                    <a:pt x="0" y="1"/>
                    <a:pt x="2" y="0"/>
                    <a:pt x="5" y="0"/>
                  </a:cubicBezTo>
                  <a:cubicBezTo>
                    <a:pt x="8" y="0"/>
                    <a:pt x="10" y="1"/>
                    <a:pt x="10" y="2"/>
                  </a:cubicBezTo>
                  <a:cubicBezTo>
                    <a:pt x="10" y="3"/>
                    <a:pt x="8"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8" name="Freeform 2752">
              <a:extLst>
                <a:ext uri="{FF2B5EF4-FFF2-40B4-BE49-F238E27FC236}">
                  <a16:creationId xmlns:a16="http://schemas.microsoft.com/office/drawing/2014/main" id="{534F1D59-3104-62A5-85B1-2FA62E96125E}"/>
                </a:ext>
              </a:extLst>
            </p:cNvPr>
            <p:cNvSpPr>
              <a:spLocks/>
            </p:cNvSpPr>
            <p:nvPr/>
          </p:nvSpPr>
          <p:spPr bwMode="auto">
            <a:xfrm rot="5094805">
              <a:off x="1836230" y="-1269"/>
              <a:ext cx="27420" cy="11425"/>
            </a:xfrm>
            <a:custGeom>
              <a:avLst/>
              <a:gdLst>
                <a:gd name="T0" fmla="*/ 11 w 11"/>
                <a:gd name="T1" fmla="*/ 0 h 5"/>
                <a:gd name="T2" fmla="*/ 5 w 11"/>
                <a:gd name="T3" fmla="*/ 4 h 5"/>
                <a:gd name="T4" fmla="*/ 0 w 11"/>
                <a:gd name="T5" fmla="*/ 4 h 5"/>
                <a:gd name="T6" fmla="*/ 5 w 11"/>
                <a:gd name="T7" fmla="*/ 0 h 5"/>
                <a:gd name="T8" fmla="*/ 11 w 11"/>
                <a:gd name="T9" fmla="*/ 0 h 5"/>
              </a:gdLst>
              <a:ahLst/>
              <a:cxnLst>
                <a:cxn ang="0">
                  <a:pos x="T0" y="T1"/>
                </a:cxn>
                <a:cxn ang="0">
                  <a:pos x="T2" y="T3"/>
                </a:cxn>
                <a:cxn ang="0">
                  <a:pos x="T4" y="T5"/>
                </a:cxn>
                <a:cxn ang="0">
                  <a:pos x="T6" y="T7"/>
                </a:cxn>
                <a:cxn ang="0">
                  <a:pos x="T8" y="T9"/>
                </a:cxn>
              </a:cxnLst>
              <a:rect l="0" t="0" r="r" b="b"/>
              <a:pathLst>
                <a:path w="11" h="5">
                  <a:moveTo>
                    <a:pt x="11" y="0"/>
                  </a:moveTo>
                  <a:cubicBezTo>
                    <a:pt x="8" y="2"/>
                    <a:pt x="7" y="3"/>
                    <a:pt x="5" y="4"/>
                  </a:cubicBezTo>
                  <a:cubicBezTo>
                    <a:pt x="2" y="5"/>
                    <a:pt x="0" y="5"/>
                    <a:pt x="0" y="4"/>
                  </a:cubicBezTo>
                  <a:cubicBezTo>
                    <a:pt x="0" y="2"/>
                    <a:pt x="2" y="1"/>
                    <a:pt x="5" y="0"/>
                  </a:cubicBezTo>
                  <a:cubicBezTo>
                    <a:pt x="7"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9" name="Freeform 2773">
              <a:extLst>
                <a:ext uri="{FF2B5EF4-FFF2-40B4-BE49-F238E27FC236}">
                  <a16:creationId xmlns:a16="http://schemas.microsoft.com/office/drawing/2014/main" id="{AD61EF58-F2E3-0CE6-C6A5-084F250869F8}"/>
                </a:ext>
              </a:extLst>
            </p:cNvPr>
            <p:cNvSpPr>
              <a:spLocks/>
            </p:cNvSpPr>
            <p:nvPr/>
          </p:nvSpPr>
          <p:spPr bwMode="auto">
            <a:xfrm rot="5094805">
              <a:off x="3055446" y="6919153"/>
              <a:ext cx="25135" cy="9140"/>
            </a:xfrm>
            <a:custGeom>
              <a:avLst/>
              <a:gdLst>
                <a:gd name="T0" fmla="*/ 11 w 11"/>
                <a:gd name="T1" fmla="*/ 0 h 4"/>
                <a:gd name="T2" fmla="*/ 5 w 11"/>
                <a:gd name="T3" fmla="*/ 3 h 4"/>
                <a:gd name="T4" fmla="*/ 0 w 11"/>
                <a:gd name="T5" fmla="*/ 3 h 4"/>
                <a:gd name="T6" fmla="*/ 4 w 11"/>
                <a:gd name="T7" fmla="*/ 0 h 4"/>
                <a:gd name="T8" fmla="*/ 11 w 11"/>
                <a:gd name="T9" fmla="*/ 0 h 4"/>
              </a:gdLst>
              <a:ahLst/>
              <a:cxnLst>
                <a:cxn ang="0">
                  <a:pos x="T0" y="T1"/>
                </a:cxn>
                <a:cxn ang="0">
                  <a:pos x="T2" y="T3"/>
                </a:cxn>
                <a:cxn ang="0">
                  <a:pos x="T4" y="T5"/>
                </a:cxn>
                <a:cxn ang="0">
                  <a:pos x="T6" y="T7"/>
                </a:cxn>
                <a:cxn ang="0">
                  <a:pos x="T8" y="T9"/>
                </a:cxn>
              </a:cxnLst>
              <a:rect l="0" t="0" r="r" b="b"/>
              <a:pathLst>
                <a:path w="11" h="4">
                  <a:moveTo>
                    <a:pt x="11" y="0"/>
                  </a:moveTo>
                  <a:cubicBezTo>
                    <a:pt x="8" y="1"/>
                    <a:pt x="6" y="2"/>
                    <a:pt x="5" y="3"/>
                  </a:cubicBezTo>
                  <a:cubicBezTo>
                    <a:pt x="2" y="4"/>
                    <a:pt x="0" y="4"/>
                    <a:pt x="0" y="3"/>
                  </a:cubicBezTo>
                  <a:cubicBezTo>
                    <a:pt x="0" y="2"/>
                    <a:pt x="2" y="1"/>
                    <a:pt x="4" y="0"/>
                  </a:cubicBezTo>
                  <a:cubicBezTo>
                    <a:pt x="6"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0" name="Freeform 2774">
              <a:extLst>
                <a:ext uri="{FF2B5EF4-FFF2-40B4-BE49-F238E27FC236}">
                  <a16:creationId xmlns:a16="http://schemas.microsoft.com/office/drawing/2014/main" id="{E8157A69-647A-B022-E729-00D852C2D37A}"/>
                </a:ext>
              </a:extLst>
            </p:cNvPr>
            <p:cNvSpPr>
              <a:spLocks/>
            </p:cNvSpPr>
            <p:nvPr/>
          </p:nvSpPr>
          <p:spPr bwMode="auto">
            <a:xfrm rot="5094805">
              <a:off x="1791107" y="4129576"/>
              <a:ext cx="29705" cy="13710"/>
            </a:xfrm>
            <a:custGeom>
              <a:avLst/>
              <a:gdLst>
                <a:gd name="T0" fmla="*/ 12 w 12"/>
                <a:gd name="T1" fmla="*/ 0 h 6"/>
                <a:gd name="T2" fmla="*/ 6 w 12"/>
                <a:gd name="T3" fmla="*/ 5 h 6"/>
                <a:gd name="T4" fmla="*/ 0 w 12"/>
                <a:gd name="T5" fmla="*/ 5 h 6"/>
                <a:gd name="T6" fmla="*/ 5 w 12"/>
                <a:gd name="T7" fmla="*/ 1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9" y="2"/>
                    <a:pt x="8" y="4"/>
                    <a:pt x="6" y="5"/>
                  </a:cubicBezTo>
                  <a:cubicBezTo>
                    <a:pt x="3" y="6"/>
                    <a:pt x="1" y="6"/>
                    <a:pt x="0" y="5"/>
                  </a:cubicBezTo>
                  <a:cubicBezTo>
                    <a:pt x="0" y="4"/>
                    <a:pt x="2" y="2"/>
                    <a:pt x="5" y="1"/>
                  </a:cubicBezTo>
                  <a:cubicBezTo>
                    <a:pt x="6" y="1"/>
                    <a:pt x="8"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1" name="Freeform 2775">
              <a:extLst>
                <a:ext uri="{FF2B5EF4-FFF2-40B4-BE49-F238E27FC236}">
                  <a16:creationId xmlns:a16="http://schemas.microsoft.com/office/drawing/2014/main" id="{C4D9B2C7-4FD4-6BF2-018F-A44EF6896D21}"/>
                </a:ext>
              </a:extLst>
            </p:cNvPr>
            <p:cNvSpPr>
              <a:spLocks/>
            </p:cNvSpPr>
            <p:nvPr/>
          </p:nvSpPr>
          <p:spPr bwMode="auto">
            <a:xfrm rot="5094805">
              <a:off x="1889124" y="4314699"/>
              <a:ext cx="29705" cy="15995"/>
            </a:xfrm>
            <a:custGeom>
              <a:avLst/>
              <a:gdLst>
                <a:gd name="T0" fmla="*/ 12 w 12"/>
                <a:gd name="T1" fmla="*/ 0 h 6"/>
                <a:gd name="T2" fmla="*/ 5 w 12"/>
                <a:gd name="T3" fmla="*/ 4 h 6"/>
                <a:gd name="T4" fmla="*/ 0 w 12"/>
                <a:gd name="T5" fmla="*/ 5 h 6"/>
                <a:gd name="T6" fmla="*/ 5 w 12"/>
                <a:gd name="T7" fmla="*/ 1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9" y="2"/>
                    <a:pt x="7" y="4"/>
                    <a:pt x="5" y="4"/>
                  </a:cubicBezTo>
                  <a:cubicBezTo>
                    <a:pt x="2" y="6"/>
                    <a:pt x="0" y="6"/>
                    <a:pt x="0" y="5"/>
                  </a:cubicBezTo>
                  <a:cubicBezTo>
                    <a:pt x="1" y="4"/>
                    <a:pt x="2" y="2"/>
                    <a:pt x="5" y="1"/>
                  </a:cubicBezTo>
                  <a:cubicBezTo>
                    <a:pt x="7" y="0"/>
                    <a:pt x="9"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2" name="Freeform 2776">
              <a:extLst>
                <a:ext uri="{FF2B5EF4-FFF2-40B4-BE49-F238E27FC236}">
                  <a16:creationId xmlns:a16="http://schemas.microsoft.com/office/drawing/2014/main" id="{97DB367A-3E5A-2447-66C1-A82FB1555EF5}"/>
                </a:ext>
              </a:extLst>
            </p:cNvPr>
            <p:cNvSpPr>
              <a:spLocks/>
            </p:cNvSpPr>
            <p:nvPr/>
          </p:nvSpPr>
          <p:spPr bwMode="auto">
            <a:xfrm rot="5094805">
              <a:off x="1998222" y="4496640"/>
              <a:ext cx="27420" cy="15995"/>
            </a:xfrm>
            <a:custGeom>
              <a:avLst/>
              <a:gdLst>
                <a:gd name="T0" fmla="*/ 11 w 11"/>
                <a:gd name="T1" fmla="*/ 0 h 6"/>
                <a:gd name="T2" fmla="*/ 6 w 11"/>
                <a:gd name="T3" fmla="*/ 4 h 6"/>
                <a:gd name="T4" fmla="*/ 0 w 11"/>
                <a:gd name="T5" fmla="*/ 6 h 6"/>
                <a:gd name="T6" fmla="*/ 4 w 11"/>
                <a:gd name="T7" fmla="*/ 2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9" y="2"/>
                    <a:pt x="8" y="3"/>
                    <a:pt x="6" y="4"/>
                  </a:cubicBezTo>
                  <a:cubicBezTo>
                    <a:pt x="3" y="6"/>
                    <a:pt x="1" y="6"/>
                    <a:pt x="0" y="6"/>
                  </a:cubicBezTo>
                  <a:cubicBezTo>
                    <a:pt x="0" y="5"/>
                    <a:pt x="1" y="3"/>
                    <a:pt x="4" y="2"/>
                  </a:cubicBezTo>
                  <a:cubicBezTo>
                    <a:pt x="6" y="1"/>
                    <a:pt x="8"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3" name="Freeform 2777">
              <a:extLst>
                <a:ext uri="{FF2B5EF4-FFF2-40B4-BE49-F238E27FC236}">
                  <a16:creationId xmlns:a16="http://schemas.microsoft.com/office/drawing/2014/main" id="{2D7B1036-FAD9-87C1-930A-A7F5BA00DD7E}"/>
                </a:ext>
              </a:extLst>
            </p:cNvPr>
            <p:cNvSpPr>
              <a:spLocks/>
            </p:cNvSpPr>
            <p:nvPr/>
          </p:nvSpPr>
          <p:spPr bwMode="auto">
            <a:xfrm rot="5094805">
              <a:off x="2110725" y="4676932"/>
              <a:ext cx="29705" cy="18280"/>
            </a:xfrm>
            <a:custGeom>
              <a:avLst/>
              <a:gdLst>
                <a:gd name="T0" fmla="*/ 12 w 12"/>
                <a:gd name="T1" fmla="*/ 0 h 7"/>
                <a:gd name="T2" fmla="*/ 6 w 12"/>
                <a:gd name="T3" fmla="*/ 5 h 7"/>
                <a:gd name="T4" fmla="*/ 1 w 12"/>
                <a:gd name="T5" fmla="*/ 7 h 7"/>
                <a:gd name="T6" fmla="*/ 4 w 12"/>
                <a:gd name="T7" fmla="*/ 3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9" y="3"/>
                    <a:pt x="8" y="4"/>
                    <a:pt x="6" y="5"/>
                  </a:cubicBezTo>
                  <a:cubicBezTo>
                    <a:pt x="4" y="7"/>
                    <a:pt x="1" y="7"/>
                    <a:pt x="1" y="7"/>
                  </a:cubicBezTo>
                  <a:cubicBezTo>
                    <a:pt x="0" y="6"/>
                    <a:pt x="2" y="4"/>
                    <a:pt x="4" y="3"/>
                  </a:cubicBezTo>
                  <a:cubicBezTo>
                    <a:pt x="6" y="2"/>
                    <a:pt x="8"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4" name="Freeform 2778">
              <a:extLst>
                <a:ext uri="{FF2B5EF4-FFF2-40B4-BE49-F238E27FC236}">
                  <a16:creationId xmlns:a16="http://schemas.microsoft.com/office/drawing/2014/main" id="{BEA86DE6-18C7-B2E7-338A-3E1F0AAEC3A0}"/>
                </a:ext>
              </a:extLst>
            </p:cNvPr>
            <p:cNvSpPr>
              <a:spLocks/>
            </p:cNvSpPr>
            <p:nvPr/>
          </p:nvSpPr>
          <p:spPr bwMode="auto">
            <a:xfrm rot="5094805">
              <a:off x="2226650" y="4860549"/>
              <a:ext cx="27420" cy="13710"/>
            </a:xfrm>
            <a:custGeom>
              <a:avLst/>
              <a:gdLst>
                <a:gd name="T0" fmla="*/ 11 w 11"/>
                <a:gd name="T1" fmla="*/ 0 h 6"/>
                <a:gd name="T2" fmla="*/ 5 w 11"/>
                <a:gd name="T3" fmla="*/ 5 h 6"/>
                <a:gd name="T4" fmla="*/ 0 w 11"/>
                <a:gd name="T5" fmla="*/ 5 h 6"/>
                <a:gd name="T6" fmla="*/ 5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2"/>
                    <a:pt x="7" y="4"/>
                    <a:pt x="5" y="5"/>
                  </a:cubicBezTo>
                  <a:cubicBezTo>
                    <a:pt x="2" y="6"/>
                    <a:pt x="0" y="6"/>
                    <a:pt x="0" y="5"/>
                  </a:cubicBezTo>
                  <a:cubicBezTo>
                    <a:pt x="0" y="4"/>
                    <a:pt x="2" y="2"/>
                    <a:pt x="5" y="1"/>
                  </a:cubicBezTo>
                  <a:cubicBezTo>
                    <a:pt x="7" y="0"/>
                    <a:pt x="9"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5" name="Freeform 2779">
              <a:extLst>
                <a:ext uri="{FF2B5EF4-FFF2-40B4-BE49-F238E27FC236}">
                  <a16:creationId xmlns:a16="http://schemas.microsoft.com/office/drawing/2014/main" id="{96A79AF5-6E0B-DB9B-12DB-234BD00940F2}"/>
                </a:ext>
              </a:extLst>
            </p:cNvPr>
            <p:cNvSpPr>
              <a:spLocks/>
            </p:cNvSpPr>
            <p:nvPr/>
          </p:nvSpPr>
          <p:spPr bwMode="auto">
            <a:xfrm rot="5094805">
              <a:off x="2341737" y="5045296"/>
              <a:ext cx="27420" cy="13710"/>
            </a:xfrm>
            <a:custGeom>
              <a:avLst/>
              <a:gdLst>
                <a:gd name="T0" fmla="*/ 11 w 11"/>
                <a:gd name="T1" fmla="*/ 0 h 6"/>
                <a:gd name="T2" fmla="*/ 4 w 11"/>
                <a:gd name="T3" fmla="*/ 5 h 6"/>
                <a:gd name="T4" fmla="*/ 0 w 11"/>
                <a:gd name="T5" fmla="*/ 5 h 6"/>
                <a:gd name="T6" fmla="*/ 4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2"/>
                    <a:pt x="6" y="4"/>
                    <a:pt x="4" y="5"/>
                  </a:cubicBezTo>
                  <a:cubicBezTo>
                    <a:pt x="2" y="6"/>
                    <a:pt x="0" y="6"/>
                    <a:pt x="0" y="5"/>
                  </a:cubicBezTo>
                  <a:cubicBezTo>
                    <a:pt x="0" y="4"/>
                    <a:pt x="2" y="2"/>
                    <a:pt x="4" y="1"/>
                  </a:cubicBezTo>
                  <a:cubicBezTo>
                    <a:pt x="6"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6" name="Freeform 2780">
              <a:extLst>
                <a:ext uri="{FF2B5EF4-FFF2-40B4-BE49-F238E27FC236}">
                  <a16:creationId xmlns:a16="http://schemas.microsoft.com/office/drawing/2014/main" id="{9CF24532-F654-A180-FEE6-A4326C21BA45}"/>
                </a:ext>
              </a:extLst>
            </p:cNvPr>
            <p:cNvSpPr>
              <a:spLocks/>
            </p:cNvSpPr>
            <p:nvPr/>
          </p:nvSpPr>
          <p:spPr bwMode="auto">
            <a:xfrm rot="5094805">
              <a:off x="2451867" y="5225896"/>
              <a:ext cx="27420" cy="13710"/>
            </a:xfrm>
            <a:custGeom>
              <a:avLst/>
              <a:gdLst>
                <a:gd name="T0" fmla="*/ 11 w 11"/>
                <a:gd name="T1" fmla="*/ 0 h 6"/>
                <a:gd name="T2" fmla="*/ 5 w 11"/>
                <a:gd name="T3" fmla="*/ 5 h 6"/>
                <a:gd name="T4" fmla="*/ 0 w 11"/>
                <a:gd name="T5" fmla="*/ 5 h 6"/>
                <a:gd name="T6" fmla="*/ 5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9" y="2"/>
                    <a:pt x="7" y="4"/>
                    <a:pt x="5" y="5"/>
                  </a:cubicBezTo>
                  <a:cubicBezTo>
                    <a:pt x="3" y="6"/>
                    <a:pt x="0" y="6"/>
                    <a:pt x="0" y="5"/>
                  </a:cubicBezTo>
                  <a:cubicBezTo>
                    <a:pt x="0" y="4"/>
                    <a:pt x="2" y="2"/>
                    <a:pt x="5" y="1"/>
                  </a:cubicBezTo>
                  <a:cubicBezTo>
                    <a:pt x="7"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7" name="Freeform 2781">
              <a:extLst>
                <a:ext uri="{FF2B5EF4-FFF2-40B4-BE49-F238E27FC236}">
                  <a16:creationId xmlns:a16="http://schemas.microsoft.com/office/drawing/2014/main" id="{72DE4C6F-6EA7-1973-3FDA-2F283720DD18}"/>
                </a:ext>
              </a:extLst>
            </p:cNvPr>
            <p:cNvSpPr>
              <a:spLocks/>
            </p:cNvSpPr>
            <p:nvPr/>
          </p:nvSpPr>
          <p:spPr bwMode="auto">
            <a:xfrm rot="5094805">
              <a:off x="2555372" y="5409380"/>
              <a:ext cx="27420" cy="13710"/>
            </a:xfrm>
            <a:custGeom>
              <a:avLst/>
              <a:gdLst>
                <a:gd name="T0" fmla="*/ 11 w 11"/>
                <a:gd name="T1" fmla="*/ 0 h 6"/>
                <a:gd name="T2" fmla="*/ 4 w 11"/>
                <a:gd name="T3" fmla="*/ 4 h 6"/>
                <a:gd name="T4" fmla="*/ 0 w 11"/>
                <a:gd name="T5" fmla="*/ 4 h 6"/>
                <a:gd name="T6" fmla="*/ 5 w 11"/>
                <a:gd name="T7" fmla="*/ 0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2"/>
                    <a:pt x="6" y="4"/>
                    <a:pt x="4" y="4"/>
                  </a:cubicBezTo>
                  <a:cubicBezTo>
                    <a:pt x="2" y="6"/>
                    <a:pt x="0" y="5"/>
                    <a:pt x="0" y="4"/>
                  </a:cubicBezTo>
                  <a:cubicBezTo>
                    <a:pt x="0" y="3"/>
                    <a:pt x="2" y="1"/>
                    <a:pt x="5" y="0"/>
                  </a:cubicBezTo>
                  <a:cubicBezTo>
                    <a:pt x="7"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8" name="Freeform 2782">
              <a:extLst>
                <a:ext uri="{FF2B5EF4-FFF2-40B4-BE49-F238E27FC236}">
                  <a16:creationId xmlns:a16="http://schemas.microsoft.com/office/drawing/2014/main" id="{D737265F-B459-359F-3EE6-CC3D85AD5931}"/>
                </a:ext>
              </a:extLst>
            </p:cNvPr>
            <p:cNvSpPr>
              <a:spLocks/>
            </p:cNvSpPr>
            <p:nvPr/>
          </p:nvSpPr>
          <p:spPr bwMode="auto">
            <a:xfrm rot="5094805">
              <a:off x="2647391" y="5591495"/>
              <a:ext cx="29705" cy="15995"/>
            </a:xfrm>
            <a:custGeom>
              <a:avLst/>
              <a:gdLst>
                <a:gd name="T0" fmla="*/ 12 w 12"/>
                <a:gd name="T1" fmla="*/ 0 h 6"/>
                <a:gd name="T2" fmla="*/ 6 w 12"/>
                <a:gd name="T3" fmla="*/ 5 h 6"/>
                <a:gd name="T4" fmla="*/ 1 w 12"/>
                <a:gd name="T5" fmla="*/ 5 h 6"/>
                <a:gd name="T6" fmla="*/ 5 w 12"/>
                <a:gd name="T7" fmla="*/ 1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9" y="2"/>
                    <a:pt x="8" y="4"/>
                    <a:pt x="6" y="5"/>
                  </a:cubicBezTo>
                  <a:cubicBezTo>
                    <a:pt x="3" y="6"/>
                    <a:pt x="1" y="6"/>
                    <a:pt x="1" y="5"/>
                  </a:cubicBezTo>
                  <a:cubicBezTo>
                    <a:pt x="0" y="3"/>
                    <a:pt x="2" y="2"/>
                    <a:pt x="5" y="1"/>
                  </a:cubicBezTo>
                  <a:cubicBezTo>
                    <a:pt x="7" y="0"/>
                    <a:pt x="8"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9" name="Freeform 2783">
              <a:extLst>
                <a:ext uri="{FF2B5EF4-FFF2-40B4-BE49-F238E27FC236}">
                  <a16:creationId xmlns:a16="http://schemas.microsoft.com/office/drawing/2014/main" id="{AA060454-6EDF-CE3C-D140-29C4CDCEFC10}"/>
                </a:ext>
              </a:extLst>
            </p:cNvPr>
            <p:cNvSpPr>
              <a:spLocks/>
            </p:cNvSpPr>
            <p:nvPr/>
          </p:nvSpPr>
          <p:spPr bwMode="auto">
            <a:xfrm rot="5094805">
              <a:off x="2725966" y="5779589"/>
              <a:ext cx="27420" cy="13710"/>
            </a:xfrm>
            <a:custGeom>
              <a:avLst/>
              <a:gdLst>
                <a:gd name="T0" fmla="*/ 5 w 11"/>
                <a:gd name="T1" fmla="*/ 0 h 5"/>
                <a:gd name="T2" fmla="*/ 10 w 11"/>
                <a:gd name="T3" fmla="*/ 1 h 5"/>
                <a:gd name="T4" fmla="*/ 6 w 11"/>
                <a:gd name="T5" fmla="*/ 4 h 5"/>
                <a:gd name="T6" fmla="*/ 1 w 11"/>
                <a:gd name="T7" fmla="*/ 4 h 5"/>
                <a:gd name="T8" fmla="*/ 5 w 11"/>
                <a:gd name="T9" fmla="*/ 0 h 5"/>
              </a:gdLst>
              <a:ahLst/>
              <a:cxnLst>
                <a:cxn ang="0">
                  <a:pos x="T0" y="T1"/>
                </a:cxn>
                <a:cxn ang="0">
                  <a:pos x="T2" y="T3"/>
                </a:cxn>
                <a:cxn ang="0">
                  <a:pos x="T4" y="T5"/>
                </a:cxn>
                <a:cxn ang="0">
                  <a:pos x="T6" y="T7"/>
                </a:cxn>
                <a:cxn ang="0">
                  <a:pos x="T8" y="T9"/>
                </a:cxn>
              </a:cxnLst>
              <a:rect l="0" t="0" r="r" b="b"/>
              <a:pathLst>
                <a:path w="11" h="5">
                  <a:moveTo>
                    <a:pt x="5" y="0"/>
                  </a:moveTo>
                  <a:cubicBezTo>
                    <a:pt x="7" y="0"/>
                    <a:pt x="9" y="1"/>
                    <a:pt x="10" y="1"/>
                  </a:cubicBezTo>
                  <a:cubicBezTo>
                    <a:pt x="11" y="2"/>
                    <a:pt x="8" y="4"/>
                    <a:pt x="6" y="4"/>
                  </a:cubicBezTo>
                  <a:cubicBezTo>
                    <a:pt x="3" y="5"/>
                    <a:pt x="0" y="5"/>
                    <a:pt x="1" y="4"/>
                  </a:cubicBezTo>
                  <a:cubicBezTo>
                    <a:pt x="1" y="3"/>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0" name="Freeform 2784">
              <a:extLst>
                <a:ext uri="{FF2B5EF4-FFF2-40B4-BE49-F238E27FC236}">
                  <a16:creationId xmlns:a16="http://schemas.microsoft.com/office/drawing/2014/main" id="{AC8CF942-67B2-2699-4309-F368FA10A95F}"/>
                </a:ext>
              </a:extLst>
            </p:cNvPr>
            <p:cNvSpPr>
              <a:spLocks/>
            </p:cNvSpPr>
            <p:nvPr/>
          </p:nvSpPr>
          <p:spPr bwMode="auto">
            <a:xfrm rot="5094805">
              <a:off x="2784153" y="5971686"/>
              <a:ext cx="27420" cy="9140"/>
            </a:xfrm>
            <a:custGeom>
              <a:avLst/>
              <a:gdLst>
                <a:gd name="T0" fmla="*/ 11 w 11"/>
                <a:gd name="T1" fmla="*/ 1 h 4"/>
                <a:gd name="T2" fmla="*/ 5 w 11"/>
                <a:gd name="T3" fmla="*/ 4 h 4"/>
                <a:gd name="T4" fmla="*/ 0 w 11"/>
                <a:gd name="T5" fmla="*/ 3 h 4"/>
                <a:gd name="T6" fmla="*/ 4 w 11"/>
                <a:gd name="T7" fmla="*/ 0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9" y="2"/>
                    <a:pt x="7" y="3"/>
                    <a:pt x="5" y="4"/>
                  </a:cubicBezTo>
                  <a:cubicBezTo>
                    <a:pt x="3" y="4"/>
                    <a:pt x="0" y="4"/>
                    <a:pt x="0" y="3"/>
                  </a:cubicBezTo>
                  <a:cubicBezTo>
                    <a:pt x="0" y="2"/>
                    <a:pt x="1" y="1"/>
                    <a:pt x="4" y="0"/>
                  </a:cubicBezTo>
                  <a:cubicBezTo>
                    <a:pt x="6" y="0"/>
                    <a:pt x="8"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1" name="Freeform 2785">
              <a:extLst>
                <a:ext uri="{FF2B5EF4-FFF2-40B4-BE49-F238E27FC236}">
                  <a16:creationId xmlns:a16="http://schemas.microsoft.com/office/drawing/2014/main" id="{6F1F2E83-B3F3-2090-3A67-34C78984040B}"/>
                </a:ext>
              </a:extLst>
            </p:cNvPr>
            <p:cNvSpPr>
              <a:spLocks/>
            </p:cNvSpPr>
            <p:nvPr/>
          </p:nvSpPr>
          <p:spPr bwMode="auto">
            <a:xfrm rot="5094805">
              <a:off x="2820613" y="6162182"/>
              <a:ext cx="29705" cy="9140"/>
            </a:xfrm>
            <a:custGeom>
              <a:avLst/>
              <a:gdLst>
                <a:gd name="T0" fmla="*/ 12 w 12"/>
                <a:gd name="T1" fmla="*/ 1 h 3"/>
                <a:gd name="T2" fmla="*/ 5 w 12"/>
                <a:gd name="T3" fmla="*/ 3 h 3"/>
                <a:gd name="T4" fmla="*/ 1 w 12"/>
                <a:gd name="T5" fmla="*/ 2 h 3"/>
                <a:gd name="T6" fmla="*/ 5 w 12"/>
                <a:gd name="T7" fmla="*/ 0 h 3"/>
                <a:gd name="T8" fmla="*/ 12 w 12"/>
                <a:gd name="T9" fmla="*/ 1 h 3"/>
              </a:gdLst>
              <a:ahLst/>
              <a:cxnLst>
                <a:cxn ang="0">
                  <a:pos x="T0" y="T1"/>
                </a:cxn>
                <a:cxn ang="0">
                  <a:pos x="T2" y="T3"/>
                </a:cxn>
                <a:cxn ang="0">
                  <a:pos x="T4" y="T5"/>
                </a:cxn>
                <a:cxn ang="0">
                  <a:pos x="T6" y="T7"/>
                </a:cxn>
                <a:cxn ang="0">
                  <a:pos x="T8" y="T9"/>
                </a:cxn>
              </a:cxnLst>
              <a:rect l="0" t="0" r="r" b="b"/>
              <a:pathLst>
                <a:path w="12" h="3">
                  <a:moveTo>
                    <a:pt x="12" y="1"/>
                  </a:moveTo>
                  <a:cubicBezTo>
                    <a:pt x="9" y="2"/>
                    <a:pt x="7" y="3"/>
                    <a:pt x="5" y="3"/>
                  </a:cubicBezTo>
                  <a:cubicBezTo>
                    <a:pt x="3" y="3"/>
                    <a:pt x="0" y="3"/>
                    <a:pt x="1" y="2"/>
                  </a:cubicBezTo>
                  <a:cubicBezTo>
                    <a:pt x="1" y="1"/>
                    <a:pt x="3" y="0"/>
                    <a:pt x="5" y="0"/>
                  </a:cubicBezTo>
                  <a:cubicBezTo>
                    <a:pt x="7" y="0"/>
                    <a:pt x="9"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2" name="Freeform 2786">
              <a:extLst>
                <a:ext uri="{FF2B5EF4-FFF2-40B4-BE49-F238E27FC236}">
                  <a16:creationId xmlns:a16="http://schemas.microsoft.com/office/drawing/2014/main" id="{44CA4552-7FD1-D483-07D3-FE82E15242F3}"/>
                </a:ext>
              </a:extLst>
            </p:cNvPr>
            <p:cNvSpPr>
              <a:spLocks/>
            </p:cNvSpPr>
            <p:nvPr/>
          </p:nvSpPr>
          <p:spPr bwMode="auto">
            <a:xfrm rot="5094805">
              <a:off x="2866389" y="6354347"/>
              <a:ext cx="27420" cy="9140"/>
            </a:xfrm>
            <a:custGeom>
              <a:avLst/>
              <a:gdLst>
                <a:gd name="T0" fmla="*/ 11 w 11"/>
                <a:gd name="T1" fmla="*/ 1 h 4"/>
                <a:gd name="T2" fmla="*/ 5 w 11"/>
                <a:gd name="T3" fmla="*/ 4 h 4"/>
                <a:gd name="T4" fmla="*/ 0 w 11"/>
                <a:gd name="T5" fmla="*/ 3 h 4"/>
                <a:gd name="T6" fmla="*/ 5 w 11"/>
                <a:gd name="T7" fmla="*/ 0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9" y="2"/>
                    <a:pt x="7" y="3"/>
                    <a:pt x="5" y="4"/>
                  </a:cubicBezTo>
                  <a:cubicBezTo>
                    <a:pt x="2" y="4"/>
                    <a:pt x="0" y="4"/>
                    <a:pt x="0" y="3"/>
                  </a:cubicBezTo>
                  <a:cubicBezTo>
                    <a:pt x="0" y="2"/>
                    <a:pt x="2" y="1"/>
                    <a:pt x="5" y="0"/>
                  </a:cubicBezTo>
                  <a:cubicBezTo>
                    <a:pt x="7" y="0"/>
                    <a:pt x="9"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3" name="Freeform 2787">
              <a:extLst>
                <a:ext uri="{FF2B5EF4-FFF2-40B4-BE49-F238E27FC236}">
                  <a16:creationId xmlns:a16="http://schemas.microsoft.com/office/drawing/2014/main" id="{DF4B6ABA-15A9-1844-A3E0-AFF640CA43F3}"/>
                </a:ext>
              </a:extLst>
            </p:cNvPr>
            <p:cNvSpPr>
              <a:spLocks/>
            </p:cNvSpPr>
            <p:nvPr/>
          </p:nvSpPr>
          <p:spPr bwMode="auto">
            <a:xfrm rot="5094805">
              <a:off x="2922001" y="6539906"/>
              <a:ext cx="25135" cy="11425"/>
            </a:xfrm>
            <a:custGeom>
              <a:avLst/>
              <a:gdLst>
                <a:gd name="T0" fmla="*/ 5 w 10"/>
                <a:gd name="T1" fmla="*/ 0 h 4"/>
                <a:gd name="T2" fmla="*/ 10 w 10"/>
                <a:gd name="T3" fmla="*/ 1 h 4"/>
                <a:gd name="T4" fmla="*/ 5 w 10"/>
                <a:gd name="T5" fmla="*/ 3 h 4"/>
                <a:gd name="T6" fmla="*/ 1 w 10"/>
                <a:gd name="T7" fmla="*/ 3 h 4"/>
                <a:gd name="T8" fmla="*/ 5 w 10"/>
                <a:gd name="T9" fmla="*/ 0 h 4"/>
              </a:gdLst>
              <a:ahLst/>
              <a:cxnLst>
                <a:cxn ang="0">
                  <a:pos x="T0" y="T1"/>
                </a:cxn>
                <a:cxn ang="0">
                  <a:pos x="T2" y="T3"/>
                </a:cxn>
                <a:cxn ang="0">
                  <a:pos x="T4" y="T5"/>
                </a:cxn>
                <a:cxn ang="0">
                  <a:pos x="T6" y="T7"/>
                </a:cxn>
                <a:cxn ang="0">
                  <a:pos x="T8" y="T9"/>
                </a:cxn>
              </a:cxnLst>
              <a:rect l="0" t="0" r="r" b="b"/>
              <a:pathLst>
                <a:path w="10" h="4">
                  <a:moveTo>
                    <a:pt x="5" y="0"/>
                  </a:moveTo>
                  <a:cubicBezTo>
                    <a:pt x="7" y="0"/>
                    <a:pt x="9" y="1"/>
                    <a:pt x="10" y="1"/>
                  </a:cubicBezTo>
                  <a:cubicBezTo>
                    <a:pt x="10" y="2"/>
                    <a:pt x="8" y="3"/>
                    <a:pt x="5" y="3"/>
                  </a:cubicBezTo>
                  <a:cubicBezTo>
                    <a:pt x="3" y="4"/>
                    <a:pt x="0" y="4"/>
                    <a:pt x="1" y="3"/>
                  </a:cubicBezTo>
                  <a:cubicBezTo>
                    <a:pt x="1" y="2"/>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4" name="Freeform 2788">
              <a:extLst>
                <a:ext uri="{FF2B5EF4-FFF2-40B4-BE49-F238E27FC236}">
                  <a16:creationId xmlns:a16="http://schemas.microsoft.com/office/drawing/2014/main" id="{2345BA9B-424B-7561-2481-185D61E3AF64}"/>
                </a:ext>
              </a:extLst>
            </p:cNvPr>
            <p:cNvSpPr>
              <a:spLocks/>
            </p:cNvSpPr>
            <p:nvPr/>
          </p:nvSpPr>
          <p:spPr bwMode="auto">
            <a:xfrm rot="5094805">
              <a:off x="2985676" y="6728078"/>
              <a:ext cx="25135" cy="9140"/>
            </a:xfrm>
            <a:custGeom>
              <a:avLst/>
              <a:gdLst>
                <a:gd name="T0" fmla="*/ 6 w 10"/>
                <a:gd name="T1" fmla="*/ 4 h 4"/>
                <a:gd name="T2" fmla="*/ 1 w 10"/>
                <a:gd name="T3" fmla="*/ 4 h 4"/>
                <a:gd name="T4" fmla="*/ 5 w 10"/>
                <a:gd name="T5" fmla="*/ 1 h 4"/>
                <a:gd name="T6" fmla="*/ 10 w 10"/>
                <a:gd name="T7" fmla="*/ 1 h 4"/>
                <a:gd name="T8" fmla="*/ 6 w 10"/>
                <a:gd name="T9" fmla="*/ 4 h 4"/>
              </a:gdLst>
              <a:ahLst/>
              <a:cxnLst>
                <a:cxn ang="0">
                  <a:pos x="T0" y="T1"/>
                </a:cxn>
                <a:cxn ang="0">
                  <a:pos x="T2" y="T3"/>
                </a:cxn>
                <a:cxn ang="0">
                  <a:pos x="T4" y="T5"/>
                </a:cxn>
                <a:cxn ang="0">
                  <a:pos x="T6" y="T7"/>
                </a:cxn>
                <a:cxn ang="0">
                  <a:pos x="T8" y="T9"/>
                </a:cxn>
              </a:cxnLst>
              <a:rect l="0" t="0" r="r" b="b"/>
              <a:pathLst>
                <a:path w="10" h="4">
                  <a:moveTo>
                    <a:pt x="6" y="4"/>
                  </a:moveTo>
                  <a:cubicBezTo>
                    <a:pt x="3" y="4"/>
                    <a:pt x="1" y="4"/>
                    <a:pt x="1" y="4"/>
                  </a:cubicBezTo>
                  <a:cubicBezTo>
                    <a:pt x="0" y="3"/>
                    <a:pt x="2" y="2"/>
                    <a:pt x="5" y="1"/>
                  </a:cubicBezTo>
                  <a:cubicBezTo>
                    <a:pt x="8" y="0"/>
                    <a:pt x="10" y="0"/>
                    <a:pt x="10" y="1"/>
                  </a:cubicBezTo>
                  <a:cubicBezTo>
                    <a:pt x="10" y="2"/>
                    <a:pt x="8"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5" name="Freeform 2789">
              <a:extLst>
                <a:ext uri="{FF2B5EF4-FFF2-40B4-BE49-F238E27FC236}">
                  <a16:creationId xmlns:a16="http://schemas.microsoft.com/office/drawing/2014/main" id="{13A6F6EF-2C3E-259A-DD46-EEC7A85126E4}"/>
                </a:ext>
              </a:extLst>
            </p:cNvPr>
            <p:cNvSpPr>
              <a:spLocks/>
            </p:cNvSpPr>
            <p:nvPr/>
          </p:nvSpPr>
          <p:spPr bwMode="auto">
            <a:xfrm rot="5094805">
              <a:off x="2988765" y="6518003"/>
              <a:ext cx="22850" cy="9140"/>
            </a:xfrm>
            <a:custGeom>
              <a:avLst/>
              <a:gdLst>
                <a:gd name="T0" fmla="*/ 3 w 9"/>
                <a:gd name="T1" fmla="*/ 0 h 4"/>
                <a:gd name="T2" fmla="*/ 8 w 9"/>
                <a:gd name="T3" fmla="*/ 1 h 4"/>
                <a:gd name="T4" fmla="*/ 5 w 9"/>
                <a:gd name="T5" fmla="*/ 4 h 4"/>
                <a:gd name="T6" fmla="*/ 0 w 9"/>
                <a:gd name="T7" fmla="*/ 3 h 4"/>
                <a:gd name="T8" fmla="*/ 3 w 9"/>
                <a:gd name="T9" fmla="*/ 0 h 4"/>
              </a:gdLst>
              <a:ahLst/>
              <a:cxnLst>
                <a:cxn ang="0">
                  <a:pos x="T0" y="T1"/>
                </a:cxn>
                <a:cxn ang="0">
                  <a:pos x="T2" y="T3"/>
                </a:cxn>
                <a:cxn ang="0">
                  <a:pos x="T4" y="T5"/>
                </a:cxn>
                <a:cxn ang="0">
                  <a:pos x="T6" y="T7"/>
                </a:cxn>
                <a:cxn ang="0">
                  <a:pos x="T8" y="T9"/>
                </a:cxn>
              </a:cxnLst>
              <a:rect l="0" t="0" r="r" b="b"/>
              <a:pathLst>
                <a:path w="9" h="4">
                  <a:moveTo>
                    <a:pt x="3" y="0"/>
                  </a:moveTo>
                  <a:cubicBezTo>
                    <a:pt x="5" y="0"/>
                    <a:pt x="7" y="0"/>
                    <a:pt x="8" y="1"/>
                  </a:cubicBezTo>
                  <a:cubicBezTo>
                    <a:pt x="9" y="1"/>
                    <a:pt x="7" y="3"/>
                    <a:pt x="5" y="4"/>
                  </a:cubicBezTo>
                  <a:cubicBezTo>
                    <a:pt x="3" y="4"/>
                    <a:pt x="0" y="4"/>
                    <a:pt x="0" y="3"/>
                  </a:cubicBezTo>
                  <a:cubicBezTo>
                    <a:pt x="0" y="2"/>
                    <a:pt x="1"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6" name="Freeform 2790">
              <a:extLst>
                <a:ext uri="{FF2B5EF4-FFF2-40B4-BE49-F238E27FC236}">
                  <a16:creationId xmlns:a16="http://schemas.microsoft.com/office/drawing/2014/main" id="{C882D7AD-91BE-39BC-7594-797DA98FEFB5}"/>
                </a:ext>
              </a:extLst>
            </p:cNvPr>
            <p:cNvSpPr>
              <a:spLocks/>
            </p:cNvSpPr>
            <p:nvPr/>
          </p:nvSpPr>
          <p:spPr bwMode="auto">
            <a:xfrm rot="5094805">
              <a:off x="2929633" y="6329223"/>
              <a:ext cx="27420" cy="11425"/>
            </a:xfrm>
            <a:custGeom>
              <a:avLst/>
              <a:gdLst>
                <a:gd name="T0" fmla="*/ 11 w 11"/>
                <a:gd name="T1" fmla="*/ 1 h 4"/>
                <a:gd name="T2" fmla="*/ 6 w 11"/>
                <a:gd name="T3" fmla="*/ 3 h 4"/>
                <a:gd name="T4" fmla="*/ 0 w 11"/>
                <a:gd name="T5" fmla="*/ 3 h 4"/>
                <a:gd name="T6" fmla="*/ 3 w 11"/>
                <a:gd name="T7" fmla="*/ 1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8" y="2"/>
                    <a:pt x="7" y="3"/>
                    <a:pt x="6" y="3"/>
                  </a:cubicBezTo>
                  <a:cubicBezTo>
                    <a:pt x="3" y="4"/>
                    <a:pt x="0" y="4"/>
                    <a:pt x="0" y="3"/>
                  </a:cubicBezTo>
                  <a:cubicBezTo>
                    <a:pt x="0" y="2"/>
                    <a:pt x="2" y="1"/>
                    <a:pt x="3" y="1"/>
                  </a:cubicBezTo>
                  <a:cubicBezTo>
                    <a:pt x="5" y="0"/>
                    <a:pt x="7"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7" name="Freeform 2791">
              <a:extLst>
                <a:ext uri="{FF2B5EF4-FFF2-40B4-BE49-F238E27FC236}">
                  <a16:creationId xmlns:a16="http://schemas.microsoft.com/office/drawing/2014/main" id="{F9E1556A-5D5C-E65A-8A17-6F73CA09C840}"/>
                </a:ext>
              </a:extLst>
            </p:cNvPr>
            <p:cNvSpPr>
              <a:spLocks/>
            </p:cNvSpPr>
            <p:nvPr/>
          </p:nvSpPr>
          <p:spPr bwMode="auto">
            <a:xfrm rot="5094805">
              <a:off x="2886345" y="6139334"/>
              <a:ext cx="25135" cy="11425"/>
            </a:xfrm>
            <a:custGeom>
              <a:avLst/>
              <a:gdLst>
                <a:gd name="T0" fmla="*/ 10 w 10"/>
                <a:gd name="T1" fmla="*/ 1 h 4"/>
                <a:gd name="T2" fmla="*/ 5 w 10"/>
                <a:gd name="T3" fmla="*/ 3 h 4"/>
                <a:gd name="T4" fmla="*/ 0 w 10"/>
                <a:gd name="T5" fmla="*/ 2 h 4"/>
                <a:gd name="T6" fmla="*/ 2 w 10"/>
                <a:gd name="T7" fmla="*/ 1 h 4"/>
                <a:gd name="T8" fmla="*/ 10 w 10"/>
                <a:gd name="T9" fmla="*/ 1 h 4"/>
              </a:gdLst>
              <a:ahLst/>
              <a:cxnLst>
                <a:cxn ang="0">
                  <a:pos x="T0" y="T1"/>
                </a:cxn>
                <a:cxn ang="0">
                  <a:pos x="T2" y="T3"/>
                </a:cxn>
                <a:cxn ang="0">
                  <a:pos x="T4" y="T5"/>
                </a:cxn>
                <a:cxn ang="0">
                  <a:pos x="T6" y="T7"/>
                </a:cxn>
                <a:cxn ang="0">
                  <a:pos x="T8" y="T9"/>
                </a:cxn>
              </a:cxnLst>
              <a:rect l="0" t="0" r="r" b="b"/>
              <a:pathLst>
                <a:path w="10" h="4">
                  <a:moveTo>
                    <a:pt x="10" y="1"/>
                  </a:moveTo>
                  <a:cubicBezTo>
                    <a:pt x="8" y="2"/>
                    <a:pt x="7" y="3"/>
                    <a:pt x="5" y="3"/>
                  </a:cubicBezTo>
                  <a:cubicBezTo>
                    <a:pt x="3" y="4"/>
                    <a:pt x="0" y="3"/>
                    <a:pt x="0" y="2"/>
                  </a:cubicBezTo>
                  <a:cubicBezTo>
                    <a:pt x="0" y="2"/>
                    <a:pt x="1" y="1"/>
                    <a:pt x="2" y="1"/>
                  </a:cubicBezTo>
                  <a:cubicBezTo>
                    <a:pt x="4" y="0"/>
                    <a:pt x="6"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8" name="Freeform 2792">
              <a:extLst>
                <a:ext uri="{FF2B5EF4-FFF2-40B4-BE49-F238E27FC236}">
                  <a16:creationId xmlns:a16="http://schemas.microsoft.com/office/drawing/2014/main" id="{2E278B8C-8D59-4B71-88E0-2D3BCAEF8785}"/>
                </a:ext>
              </a:extLst>
            </p:cNvPr>
            <p:cNvSpPr>
              <a:spLocks/>
            </p:cNvSpPr>
            <p:nvPr/>
          </p:nvSpPr>
          <p:spPr bwMode="auto">
            <a:xfrm rot="5094805">
              <a:off x="2850618" y="5945327"/>
              <a:ext cx="22850" cy="9140"/>
            </a:xfrm>
            <a:custGeom>
              <a:avLst/>
              <a:gdLst>
                <a:gd name="T0" fmla="*/ 4 w 9"/>
                <a:gd name="T1" fmla="*/ 0 h 4"/>
                <a:gd name="T2" fmla="*/ 8 w 9"/>
                <a:gd name="T3" fmla="*/ 2 h 4"/>
                <a:gd name="T4" fmla="*/ 4 w 9"/>
                <a:gd name="T5" fmla="*/ 4 h 4"/>
                <a:gd name="T6" fmla="*/ 0 w 9"/>
                <a:gd name="T7" fmla="*/ 3 h 4"/>
                <a:gd name="T8" fmla="*/ 4 w 9"/>
                <a:gd name="T9" fmla="*/ 0 h 4"/>
              </a:gdLst>
              <a:ahLst/>
              <a:cxnLst>
                <a:cxn ang="0">
                  <a:pos x="T0" y="T1"/>
                </a:cxn>
                <a:cxn ang="0">
                  <a:pos x="T2" y="T3"/>
                </a:cxn>
                <a:cxn ang="0">
                  <a:pos x="T4" y="T5"/>
                </a:cxn>
                <a:cxn ang="0">
                  <a:pos x="T6" y="T7"/>
                </a:cxn>
                <a:cxn ang="0">
                  <a:pos x="T8" y="T9"/>
                </a:cxn>
              </a:cxnLst>
              <a:rect l="0" t="0" r="r" b="b"/>
              <a:pathLst>
                <a:path w="9" h="4">
                  <a:moveTo>
                    <a:pt x="4" y="0"/>
                  </a:moveTo>
                  <a:cubicBezTo>
                    <a:pt x="6" y="1"/>
                    <a:pt x="8" y="1"/>
                    <a:pt x="8" y="2"/>
                  </a:cubicBezTo>
                  <a:cubicBezTo>
                    <a:pt x="9" y="2"/>
                    <a:pt x="6" y="4"/>
                    <a:pt x="4" y="4"/>
                  </a:cubicBezTo>
                  <a:cubicBezTo>
                    <a:pt x="3" y="4"/>
                    <a:pt x="0" y="4"/>
                    <a:pt x="0" y="3"/>
                  </a:cubicBezTo>
                  <a:cubicBezTo>
                    <a:pt x="0" y="3"/>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9" name="Freeform 2793">
              <a:extLst>
                <a:ext uri="{FF2B5EF4-FFF2-40B4-BE49-F238E27FC236}">
                  <a16:creationId xmlns:a16="http://schemas.microsoft.com/office/drawing/2014/main" id="{77077E06-3BE3-2592-5C47-13D5E7F41B93}"/>
                </a:ext>
              </a:extLst>
            </p:cNvPr>
            <p:cNvSpPr>
              <a:spLocks/>
            </p:cNvSpPr>
            <p:nvPr/>
          </p:nvSpPr>
          <p:spPr bwMode="auto">
            <a:xfrm rot="5094805">
              <a:off x="2791486" y="5756547"/>
              <a:ext cx="27420" cy="11425"/>
            </a:xfrm>
            <a:custGeom>
              <a:avLst/>
              <a:gdLst>
                <a:gd name="T0" fmla="*/ 11 w 11"/>
                <a:gd name="T1" fmla="*/ 1 h 4"/>
                <a:gd name="T2" fmla="*/ 6 w 11"/>
                <a:gd name="T3" fmla="*/ 3 h 4"/>
                <a:gd name="T4" fmla="*/ 0 w 11"/>
                <a:gd name="T5" fmla="*/ 3 h 4"/>
                <a:gd name="T6" fmla="*/ 4 w 11"/>
                <a:gd name="T7" fmla="*/ 1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8" y="2"/>
                    <a:pt x="7" y="3"/>
                    <a:pt x="6" y="3"/>
                  </a:cubicBezTo>
                  <a:cubicBezTo>
                    <a:pt x="3" y="4"/>
                    <a:pt x="0" y="4"/>
                    <a:pt x="0" y="3"/>
                  </a:cubicBezTo>
                  <a:cubicBezTo>
                    <a:pt x="1" y="2"/>
                    <a:pt x="3" y="1"/>
                    <a:pt x="4" y="1"/>
                  </a:cubicBezTo>
                  <a:cubicBezTo>
                    <a:pt x="6" y="0"/>
                    <a:pt x="8"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0" name="Freeform 2794">
              <a:extLst>
                <a:ext uri="{FF2B5EF4-FFF2-40B4-BE49-F238E27FC236}">
                  <a16:creationId xmlns:a16="http://schemas.microsoft.com/office/drawing/2014/main" id="{AF8FF228-B7C9-AD64-4A6A-05AD301E36E0}"/>
                </a:ext>
              </a:extLst>
            </p:cNvPr>
            <p:cNvSpPr>
              <a:spLocks/>
            </p:cNvSpPr>
            <p:nvPr/>
          </p:nvSpPr>
          <p:spPr bwMode="auto">
            <a:xfrm rot="5094805">
              <a:off x="2723066" y="5568993"/>
              <a:ext cx="22850" cy="9140"/>
            </a:xfrm>
            <a:custGeom>
              <a:avLst/>
              <a:gdLst>
                <a:gd name="T0" fmla="*/ 9 w 9"/>
                <a:gd name="T1" fmla="*/ 1 h 4"/>
                <a:gd name="T2" fmla="*/ 4 w 9"/>
                <a:gd name="T3" fmla="*/ 4 h 4"/>
                <a:gd name="T4" fmla="*/ 0 w 9"/>
                <a:gd name="T5" fmla="*/ 3 h 4"/>
                <a:gd name="T6" fmla="*/ 4 w 9"/>
                <a:gd name="T7" fmla="*/ 0 h 4"/>
                <a:gd name="T8" fmla="*/ 9 w 9"/>
                <a:gd name="T9" fmla="*/ 1 h 4"/>
              </a:gdLst>
              <a:ahLst/>
              <a:cxnLst>
                <a:cxn ang="0">
                  <a:pos x="T0" y="T1"/>
                </a:cxn>
                <a:cxn ang="0">
                  <a:pos x="T2" y="T3"/>
                </a:cxn>
                <a:cxn ang="0">
                  <a:pos x="T4" y="T5"/>
                </a:cxn>
                <a:cxn ang="0">
                  <a:pos x="T6" y="T7"/>
                </a:cxn>
                <a:cxn ang="0">
                  <a:pos x="T8" y="T9"/>
                </a:cxn>
              </a:cxnLst>
              <a:rect l="0" t="0" r="r" b="b"/>
              <a:pathLst>
                <a:path w="9" h="4">
                  <a:moveTo>
                    <a:pt x="9" y="1"/>
                  </a:moveTo>
                  <a:cubicBezTo>
                    <a:pt x="9" y="2"/>
                    <a:pt x="6" y="4"/>
                    <a:pt x="4" y="4"/>
                  </a:cubicBezTo>
                  <a:cubicBezTo>
                    <a:pt x="2" y="4"/>
                    <a:pt x="0" y="4"/>
                    <a:pt x="0" y="3"/>
                  </a:cubicBezTo>
                  <a:cubicBezTo>
                    <a:pt x="1" y="2"/>
                    <a:pt x="3" y="1"/>
                    <a:pt x="4" y="0"/>
                  </a:cubicBezTo>
                  <a:cubicBezTo>
                    <a:pt x="6" y="0"/>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1" name="Freeform 2795">
              <a:extLst>
                <a:ext uri="{FF2B5EF4-FFF2-40B4-BE49-F238E27FC236}">
                  <a16:creationId xmlns:a16="http://schemas.microsoft.com/office/drawing/2014/main" id="{7D80D062-E970-05E1-A32D-CC08497A1041}"/>
                </a:ext>
              </a:extLst>
            </p:cNvPr>
            <p:cNvSpPr>
              <a:spLocks/>
            </p:cNvSpPr>
            <p:nvPr/>
          </p:nvSpPr>
          <p:spPr bwMode="auto">
            <a:xfrm rot="5094805">
              <a:off x="2636834" y="5382838"/>
              <a:ext cx="22850" cy="15995"/>
            </a:xfrm>
            <a:custGeom>
              <a:avLst/>
              <a:gdLst>
                <a:gd name="T0" fmla="*/ 10 w 10"/>
                <a:gd name="T1" fmla="*/ 0 h 6"/>
                <a:gd name="T2" fmla="*/ 5 w 10"/>
                <a:gd name="T3" fmla="*/ 5 h 6"/>
                <a:gd name="T4" fmla="*/ 0 w 10"/>
                <a:gd name="T5" fmla="*/ 5 h 6"/>
                <a:gd name="T6" fmla="*/ 2 w 10"/>
                <a:gd name="T7" fmla="*/ 2 h 6"/>
                <a:gd name="T8" fmla="*/ 10 w 10"/>
                <a:gd name="T9" fmla="*/ 0 h 6"/>
              </a:gdLst>
              <a:ahLst/>
              <a:cxnLst>
                <a:cxn ang="0">
                  <a:pos x="T0" y="T1"/>
                </a:cxn>
                <a:cxn ang="0">
                  <a:pos x="T2" y="T3"/>
                </a:cxn>
                <a:cxn ang="0">
                  <a:pos x="T4" y="T5"/>
                </a:cxn>
                <a:cxn ang="0">
                  <a:pos x="T6" y="T7"/>
                </a:cxn>
                <a:cxn ang="0">
                  <a:pos x="T8" y="T9"/>
                </a:cxn>
              </a:cxnLst>
              <a:rect l="0" t="0" r="r" b="b"/>
              <a:pathLst>
                <a:path w="10" h="6">
                  <a:moveTo>
                    <a:pt x="10" y="0"/>
                  </a:moveTo>
                  <a:cubicBezTo>
                    <a:pt x="8" y="2"/>
                    <a:pt x="7" y="4"/>
                    <a:pt x="5" y="5"/>
                  </a:cubicBezTo>
                  <a:cubicBezTo>
                    <a:pt x="3" y="6"/>
                    <a:pt x="0" y="6"/>
                    <a:pt x="0" y="5"/>
                  </a:cubicBezTo>
                  <a:cubicBezTo>
                    <a:pt x="0" y="4"/>
                    <a:pt x="1" y="2"/>
                    <a:pt x="2" y="2"/>
                  </a:cubicBezTo>
                  <a:cubicBezTo>
                    <a:pt x="4" y="1"/>
                    <a:pt x="6" y="1"/>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2" name="Freeform 2796">
              <a:extLst>
                <a:ext uri="{FF2B5EF4-FFF2-40B4-BE49-F238E27FC236}">
                  <a16:creationId xmlns:a16="http://schemas.microsoft.com/office/drawing/2014/main" id="{28C5EBAC-2410-6D85-60C0-F137E7BC554E}"/>
                </a:ext>
              </a:extLst>
            </p:cNvPr>
            <p:cNvSpPr>
              <a:spLocks/>
            </p:cNvSpPr>
            <p:nvPr/>
          </p:nvSpPr>
          <p:spPr bwMode="auto">
            <a:xfrm rot="5094805">
              <a:off x="2539954" y="5196470"/>
              <a:ext cx="22850" cy="15995"/>
            </a:xfrm>
            <a:custGeom>
              <a:avLst/>
              <a:gdLst>
                <a:gd name="T0" fmla="*/ 3 w 9"/>
                <a:gd name="T1" fmla="*/ 0 h 7"/>
                <a:gd name="T2" fmla="*/ 8 w 9"/>
                <a:gd name="T3" fmla="*/ 1 h 7"/>
                <a:gd name="T4" fmla="*/ 5 w 9"/>
                <a:gd name="T5" fmla="*/ 6 h 7"/>
                <a:gd name="T6" fmla="*/ 0 w 9"/>
                <a:gd name="T7" fmla="*/ 6 h 7"/>
                <a:gd name="T8" fmla="*/ 3 w 9"/>
                <a:gd name="T9" fmla="*/ 0 h 7"/>
              </a:gdLst>
              <a:ahLst/>
              <a:cxnLst>
                <a:cxn ang="0">
                  <a:pos x="T0" y="T1"/>
                </a:cxn>
                <a:cxn ang="0">
                  <a:pos x="T2" y="T3"/>
                </a:cxn>
                <a:cxn ang="0">
                  <a:pos x="T4" y="T5"/>
                </a:cxn>
                <a:cxn ang="0">
                  <a:pos x="T6" y="T7"/>
                </a:cxn>
                <a:cxn ang="0">
                  <a:pos x="T8" y="T9"/>
                </a:cxn>
              </a:cxnLst>
              <a:rect l="0" t="0" r="r" b="b"/>
              <a:pathLst>
                <a:path w="9" h="7">
                  <a:moveTo>
                    <a:pt x="3" y="0"/>
                  </a:moveTo>
                  <a:cubicBezTo>
                    <a:pt x="5" y="1"/>
                    <a:pt x="7" y="1"/>
                    <a:pt x="8" y="1"/>
                  </a:cubicBezTo>
                  <a:cubicBezTo>
                    <a:pt x="9" y="2"/>
                    <a:pt x="7" y="5"/>
                    <a:pt x="5" y="6"/>
                  </a:cubicBezTo>
                  <a:cubicBezTo>
                    <a:pt x="3" y="7"/>
                    <a:pt x="0" y="7"/>
                    <a:pt x="0" y="6"/>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3" name="Freeform 2797">
              <a:extLst>
                <a:ext uri="{FF2B5EF4-FFF2-40B4-BE49-F238E27FC236}">
                  <a16:creationId xmlns:a16="http://schemas.microsoft.com/office/drawing/2014/main" id="{D810F6FF-D330-9878-FCF6-3C67173E2236}"/>
                </a:ext>
              </a:extLst>
            </p:cNvPr>
            <p:cNvSpPr>
              <a:spLocks/>
            </p:cNvSpPr>
            <p:nvPr/>
          </p:nvSpPr>
          <p:spPr bwMode="auto">
            <a:xfrm rot="5094805">
              <a:off x="2435312" y="5011945"/>
              <a:ext cx="22850" cy="18280"/>
            </a:xfrm>
            <a:custGeom>
              <a:avLst/>
              <a:gdLst>
                <a:gd name="T0" fmla="*/ 5 w 9"/>
                <a:gd name="T1" fmla="*/ 0 h 8"/>
                <a:gd name="T2" fmla="*/ 9 w 9"/>
                <a:gd name="T3" fmla="*/ 4 h 8"/>
                <a:gd name="T4" fmla="*/ 5 w 9"/>
                <a:gd name="T5" fmla="*/ 8 h 8"/>
                <a:gd name="T6" fmla="*/ 0 w 9"/>
                <a:gd name="T7" fmla="*/ 7 h 8"/>
                <a:gd name="T8" fmla="*/ 5 w 9"/>
                <a:gd name="T9" fmla="*/ 0 h 8"/>
              </a:gdLst>
              <a:ahLst/>
              <a:cxnLst>
                <a:cxn ang="0">
                  <a:pos x="T0" y="T1"/>
                </a:cxn>
                <a:cxn ang="0">
                  <a:pos x="T2" y="T3"/>
                </a:cxn>
                <a:cxn ang="0">
                  <a:pos x="T4" y="T5"/>
                </a:cxn>
                <a:cxn ang="0">
                  <a:pos x="T6" y="T7"/>
                </a:cxn>
                <a:cxn ang="0">
                  <a:pos x="T8" y="T9"/>
                </a:cxn>
              </a:cxnLst>
              <a:rect l="0" t="0" r="r" b="b"/>
              <a:pathLst>
                <a:path w="9" h="8">
                  <a:moveTo>
                    <a:pt x="5" y="0"/>
                  </a:moveTo>
                  <a:cubicBezTo>
                    <a:pt x="7" y="2"/>
                    <a:pt x="8" y="2"/>
                    <a:pt x="9" y="4"/>
                  </a:cubicBezTo>
                  <a:cubicBezTo>
                    <a:pt x="9" y="4"/>
                    <a:pt x="6" y="7"/>
                    <a:pt x="5" y="8"/>
                  </a:cubicBezTo>
                  <a:cubicBezTo>
                    <a:pt x="3" y="8"/>
                    <a:pt x="0" y="8"/>
                    <a:pt x="0" y="7"/>
                  </a:cubicBezTo>
                  <a:cubicBezTo>
                    <a:pt x="1" y="6"/>
                    <a:pt x="2" y="3"/>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4" name="Freeform 2798">
              <a:extLst>
                <a:ext uri="{FF2B5EF4-FFF2-40B4-BE49-F238E27FC236}">
                  <a16:creationId xmlns:a16="http://schemas.microsoft.com/office/drawing/2014/main" id="{81BCE0D3-FEC7-BDBC-39AA-BAE8AF2B23C0}"/>
                </a:ext>
              </a:extLst>
            </p:cNvPr>
            <p:cNvSpPr>
              <a:spLocks/>
            </p:cNvSpPr>
            <p:nvPr/>
          </p:nvSpPr>
          <p:spPr bwMode="auto">
            <a:xfrm rot="5094805">
              <a:off x="2319589" y="4832889"/>
              <a:ext cx="25135" cy="18280"/>
            </a:xfrm>
            <a:custGeom>
              <a:avLst/>
              <a:gdLst>
                <a:gd name="T0" fmla="*/ 10 w 10"/>
                <a:gd name="T1" fmla="*/ 0 h 8"/>
                <a:gd name="T2" fmla="*/ 5 w 10"/>
                <a:gd name="T3" fmla="*/ 6 h 8"/>
                <a:gd name="T4" fmla="*/ 0 w 10"/>
                <a:gd name="T5" fmla="*/ 6 h 8"/>
                <a:gd name="T6" fmla="*/ 3 w 10"/>
                <a:gd name="T7" fmla="*/ 1 h 8"/>
                <a:gd name="T8" fmla="*/ 10 w 10"/>
                <a:gd name="T9" fmla="*/ 0 h 8"/>
              </a:gdLst>
              <a:ahLst/>
              <a:cxnLst>
                <a:cxn ang="0">
                  <a:pos x="T0" y="T1"/>
                </a:cxn>
                <a:cxn ang="0">
                  <a:pos x="T2" y="T3"/>
                </a:cxn>
                <a:cxn ang="0">
                  <a:pos x="T4" y="T5"/>
                </a:cxn>
                <a:cxn ang="0">
                  <a:pos x="T6" y="T7"/>
                </a:cxn>
                <a:cxn ang="0">
                  <a:pos x="T8" y="T9"/>
                </a:cxn>
              </a:cxnLst>
              <a:rect l="0" t="0" r="r" b="b"/>
              <a:pathLst>
                <a:path w="10" h="8">
                  <a:moveTo>
                    <a:pt x="10" y="0"/>
                  </a:moveTo>
                  <a:cubicBezTo>
                    <a:pt x="8" y="3"/>
                    <a:pt x="7" y="5"/>
                    <a:pt x="5" y="6"/>
                  </a:cubicBezTo>
                  <a:cubicBezTo>
                    <a:pt x="3" y="8"/>
                    <a:pt x="0" y="8"/>
                    <a:pt x="0" y="6"/>
                  </a:cubicBezTo>
                  <a:cubicBezTo>
                    <a:pt x="0" y="4"/>
                    <a:pt x="2" y="1"/>
                    <a:pt x="3" y="1"/>
                  </a:cubicBezTo>
                  <a:cubicBezTo>
                    <a:pt x="5" y="0"/>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5" name="Freeform 2799">
              <a:extLst>
                <a:ext uri="{FF2B5EF4-FFF2-40B4-BE49-F238E27FC236}">
                  <a16:creationId xmlns:a16="http://schemas.microsoft.com/office/drawing/2014/main" id="{6230A34B-7383-D5DF-ACF1-7644DEFAF320}"/>
                </a:ext>
              </a:extLst>
            </p:cNvPr>
            <p:cNvSpPr>
              <a:spLocks/>
            </p:cNvSpPr>
            <p:nvPr/>
          </p:nvSpPr>
          <p:spPr bwMode="auto">
            <a:xfrm rot="5094805">
              <a:off x="2209265" y="4647930"/>
              <a:ext cx="20565" cy="22850"/>
            </a:xfrm>
            <a:custGeom>
              <a:avLst/>
              <a:gdLst>
                <a:gd name="T0" fmla="*/ 2 w 9"/>
                <a:gd name="T1" fmla="*/ 0 h 9"/>
                <a:gd name="T2" fmla="*/ 8 w 9"/>
                <a:gd name="T3" fmla="*/ 2 h 9"/>
                <a:gd name="T4" fmla="*/ 4 w 9"/>
                <a:gd name="T5" fmla="*/ 8 h 9"/>
                <a:gd name="T6" fmla="*/ 0 w 9"/>
                <a:gd name="T7" fmla="*/ 8 h 9"/>
                <a:gd name="T8" fmla="*/ 2 w 9"/>
                <a:gd name="T9" fmla="*/ 0 h 9"/>
              </a:gdLst>
              <a:ahLst/>
              <a:cxnLst>
                <a:cxn ang="0">
                  <a:pos x="T0" y="T1"/>
                </a:cxn>
                <a:cxn ang="0">
                  <a:pos x="T2" y="T3"/>
                </a:cxn>
                <a:cxn ang="0">
                  <a:pos x="T4" y="T5"/>
                </a:cxn>
                <a:cxn ang="0">
                  <a:pos x="T6" y="T7"/>
                </a:cxn>
                <a:cxn ang="0">
                  <a:pos x="T8" y="T9"/>
                </a:cxn>
              </a:cxnLst>
              <a:rect l="0" t="0" r="r" b="b"/>
              <a:pathLst>
                <a:path w="9" h="9">
                  <a:moveTo>
                    <a:pt x="2" y="0"/>
                  </a:moveTo>
                  <a:cubicBezTo>
                    <a:pt x="5" y="1"/>
                    <a:pt x="7" y="1"/>
                    <a:pt x="8" y="2"/>
                  </a:cubicBezTo>
                  <a:cubicBezTo>
                    <a:pt x="9" y="4"/>
                    <a:pt x="7" y="7"/>
                    <a:pt x="4" y="8"/>
                  </a:cubicBezTo>
                  <a:cubicBezTo>
                    <a:pt x="3" y="9"/>
                    <a:pt x="0" y="9"/>
                    <a:pt x="0" y="8"/>
                  </a:cubicBezTo>
                  <a:cubicBezTo>
                    <a:pt x="0" y="6"/>
                    <a:pt x="1" y="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6" name="Freeform 2800">
              <a:extLst>
                <a:ext uri="{FF2B5EF4-FFF2-40B4-BE49-F238E27FC236}">
                  <a16:creationId xmlns:a16="http://schemas.microsoft.com/office/drawing/2014/main" id="{2CBDEE65-E19B-A20D-A029-A21D1C9C380D}"/>
                </a:ext>
              </a:extLst>
            </p:cNvPr>
            <p:cNvSpPr>
              <a:spLocks/>
            </p:cNvSpPr>
            <p:nvPr/>
          </p:nvSpPr>
          <p:spPr bwMode="auto">
            <a:xfrm rot="5094805">
              <a:off x="2094169" y="4460696"/>
              <a:ext cx="25135" cy="27420"/>
            </a:xfrm>
            <a:custGeom>
              <a:avLst/>
              <a:gdLst>
                <a:gd name="T0" fmla="*/ 10 w 10"/>
                <a:gd name="T1" fmla="*/ 5 h 11"/>
                <a:gd name="T2" fmla="*/ 6 w 10"/>
                <a:gd name="T3" fmla="*/ 9 h 11"/>
                <a:gd name="T4" fmla="*/ 1 w 10"/>
                <a:gd name="T5" fmla="*/ 8 h 11"/>
                <a:gd name="T6" fmla="*/ 4 w 10"/>
                <a:gd name="T7" fmla="*/ 2 h 11"/>
                <a:gd name="T8" fmla="*/ 10 w 10"/>
                <a:gd name="T9" fmla="*/ 5 h 11"/>
              </a:gdLst>
              <a:ahLst/>
              <a:cxnLst>
                <a:cxn ang="0">
                  <a:pos x="T0" y="T1"/>
                </a:cxn>
                <a:cxn ang="0">
                  <a:pos x="T2" y="T3"/>
                </a:cxn>
                <a:cxn ang="0">
                  <a:pos x="T4" y="T5"/>
                </a:cxn>
                <a:cxn ang="0">
                  <a:pos x="T6" y="T7"/>
                </a:cxn>
                <a:cxn ang="0">
                  <a:pos x="T8" y="T9"/>
                </a:cxn>
              </a:cxnLst>
              <a:rect l="0" t="0" r="r" b="b"/>
              <a:pathLst>
                <a:path w="10" h="11">
                  <a:moveTo>
                    <a:pt x="10" y="5"/>
                  </a:moveTo>
                  <a:cubicBezTo>
                    <a:pt x="9" y="6"/>
                    <a:pt x="8" y="8"/>
                    <a:pt x="6" y="9"/>
                  </a:cubicBezTo>
                  <a:cubicBezTo>
                    <a:pt x="4" y="11"/>
                    <a:pt x="0" y="10"/>
                    <a:pt x="1" y="8"/>
                  </a:cubicBezTo>
                  <a:cubicBezTo>
                    <a:pt x="1" y="6"/>
                    <a:pt x="3" y="4"/>
                    <a:pt x="4" y="2"/>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7" name="Freeform 2801">
              <a:extLst>
                <a:ext uri="{FF2B5EF4-FFF2-40B4-BE49-F238E27FC236}">
                  <a16:creationId xmlns:a16="http://schemas.microsoft.com/office/drawing/2014/main" id="{7B093181-CF10-3DC8-531F-27A0D7FC422B}"/>
                </a:ext>
              </a:extLst>
            </p:cNvPr>
            <p:cNvSpPr>
              <a:spLocks/>
            </p:cNvSpPr>
            <p:nvPr/>
          </p:nvSpPr>
          <p:spPr bwMode="auto">
            <a:xfrm rot="5094805">
              <a:off x="1989632" y="4280838"/>
              <a:ext cx="22850" cy="22850"/>
            </a:xfrm>
            <a:custGeom>
              <a:avLst/>
              <a:gdLst>
                <a:gd name="T0" fmla="*/ 3 w 9"/>
                <a:gd name="T1" fmla="*/ 0 h 9"/>
                <a:gd name="T2" fmla="*/ 9 w 9"/>
                <a:gd name="T3" fmla="*/ 4 h 9"/>
                <a:gd name="T4" fmla="*/ 5 w 9"/>
                <a:gd name="T5" fmla="*/ 8 h 9"/>
                <a:gd name="T6" fmla="*/ 1 w 9"/>
                <a:gd name="T7" fmla="*/ 8 h 9"/>
                <a:gd name="T8" fmla="*/ 3 w 9"/>
                <a:gd name="T9" fmla="*/ 0 h 9"/>
              </a:gdLst>
              <a:ahLst/>
              <a:cxnLst>
                <a:cxn ang="0">
                  <a:pos x="T0" y="T1"/>
                </a:cxn>
                <a:cxn ang="0">
                  <a:pos x="T2" y="T3"/>
                </a:cxn>
                <a:cxn ang="0">
                  <a:pos x="T4" y="T5"/>
                </a:cxn>
                <a:cxn ang="0">
                  <a:pos x="T6" y="T7"/>
                </a:cxn>
                <a:cxn ang="0">
                  <a:pos x="T8" y="T9"/>
                </a:cxn>
              </a:cxnLst>
              <a:rect l="0" t="0" r="r" b="b"/>
              <a:pathLst>
                <a:path w="9" h="9">
                  <a:moveTo>
                    <a:pt x="3" y="0"/>
                  </a:moveTo>
                  <a:cubicBezTo>
                    <a:pt x="6" y="2"/>
                    <a:pt x="8" y="2"/>
                    <a:pt x="9" y="4"/>
                  </a:cubicBezTo>
                  <a:cubicBezTo>
                    <a:pt x="9" y="4"/>
                    <a:pt x="7" y="8"/>
                    <a:pt x="5" y="8"/>
                  </a:cubicBezTo>
                  <a:cubicBezTo>
                    <a:pt x="4" y="9"/>
                    <a:pt x="1" y="9"/>
                    <a:pt x="1" y="8"/>
                  </a:cubicBezTo>
                  <a:cubicBezTo>
                    <a:pt x="0"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8" name="Freeform 2802">
              <a:extLst>
                <a:ext uri="{FF2B5EF4-FFF2-40B4-BE49-F238E27FC236}">
                  <a16:creationId xmlns:a16="http://schemas.microsoft.com/office/drawing/2014/main" id="{AB4C0DBB-0F4C-03E9-4201-644B7D64F8F8}"/>
                </a:ext>
              </a:extLst>
            </p:cNvPr>
            <p:cNvSpPr>
              <a:spLocks/>
            </p:cNvSpPr>
            <p:nvPr/>
          </p:nvSpPr>
          <p:spPr bwMode="auto">
            <a:xfrm rot="5094805">
              <a:off x="1894094" y="4095502"/>
              <a:ext cx="22850" cy="25135"/>
            </a:xfrm>
            <a:custGeom>
              <a:avLst/>
              <a:gdLst>
                <a:gd name="T0" fmla="*/ 9 w 9"/>
                <a:gd name="T1" fmla="*/ 5 h 10"/>
                <a:gd name="T2" fmla="*/ 5 w 9"/>
                <a:gd name="T3" fmla="*/ 8 h 10"/>
                <a:gd name="T4" fmla="*/ 0 w 9"/>
                <a:gd name="T5" fmla="*/ 7 h 10"/>
                <a:gd name="T6" fmla="*/ 4 w 9"/>
                <a:gd name="T7" fmla="*/ 2 h 10"/>
                <a:gd name="T8" fmla="*/ 9 w 9"/>
                <a:gd name="T9" fmla="*/ 5 h 10"/>
              </a:gdLst>
              <a:ahLst/>
              <a:cxnLst>
                <a:cxn ang="0">
                  <a:pos x="T0" y="T1"/>
                </a:cxn>
                <a:cxn ang="0">
                  <a:pos x="T2" y="T3"/>
                </a:cxn>
                <a:cxn ang="0">
                  <a:pos x="T4" y="T5"/>
                </a:cxn>
                <a:cxn ang="0">
                  <a:pos x="T6" y="T7"/>
                </a:cxn>
                <a:cxn ang="0">
                  <a:pos x="T8" y="T9"/>
                </a:cxn>
              </a:cxnLst>
              <a:rect l="0" t="0" r="r" b="b"/>
              <a:pathLst>
                <a:path w="9" h="10">
                  <a:moveTo>
                    <a:pt x="9" y="5"/>
                  </a:moveTo>
                  <a:cubicBezTo>
                    <a:pt x="8" y="6"/>
                    <a:pt x="7" y="7"/>
                    <a:pt x="5" y="8"/>
                  </a:cubicBezTo>
                  <a:cubicBezTo>
                    <a:pt x="3" y="10"/>
                    <a:pt x="0" y="9"/>
                    <a:pt x="0" y="7"/>
                  </a:cubicBezTo>
                  <a:cubicBezTo>
                    <a:pt x="1" y="5"/>
                    <a:pt x="2" y="3"/>
                    <a:pt x="4" y="2"/>
                  </a:cubicBezTo>
                  <a:cubicBezTo>
                    <a:pt x="6" y="0"/>
                    <a:pt x="9" y="2"/>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9" name="Freeform 2803">
              <a:extLst>
                <a:ext uri="{FF2B5EF4-FFF2-40B4-BE49-F238E27FC236}">
                  <a16:creationId xmlns:a16="http://schemas.microsoft.com/office/drawing/2014/main" id="{89FC73D0-2025-F1D1-CC4B-700972022149}"/>
                </a:ext>
              </a:extLst>
            </p:cNvPr>
            <p:cNvSpPr>
              <a:spLocks/>
            </p:cNvSpPr>
            <p:nvPr/>
          </p:nvSpPr>
          <p:spPr bwMode="auto">
            <a:xfrm rot="5094805">
              <a:off x="3059374" y="6703378"/>
              <a:ext cx="20565" cy="13710"/>
            </a:xfrm>
            <a:custGeom>
              <a:avLst/>
              <a:gdLst>
                <a:gd name="T0" fmla="*/ 4 w 9"/>
                <a:gd name="T1" fmla="*/ 0 h 5"/>
                <a:gd name="T2" fmla="*/ 8 w 9"/>
                <a:gd name="T3" fmla="*/ 2 h 5"/>
                <a:gd name="T4" fmla="*/ 5 w 9"/>
                <a:gd name="T5" fmla="*/ 5 h 5"/>
                <a:gd name="T6" fmla="*/ 0 w 9"/>
                <a:gd name="T7" fmla="*/ 5 h 5"/>
                <a:gd name="T8" fmla="*/ 4 w 9"/>
                <a:gd name="T9" fmla="*/ 0 h 5"/>
              </a:gdLst>
              <a:ahLst/>
              <a:cxnLst>
                <a:cxn ang="0">
                  <a:pos x="T0" y="T1"/>
                </a:cxn>
                <a:cxn ang="0">
                  <a:pos x="T2" y="T3"/>
                </a:cxn>
                <a:cxn ang="0">
                  <a:pos x="T4" y="T5"/>
                </a:cxn>
                <a:cxn ang="0">
                  <a:pos x="T6" y="T7"/>
                </a:cxn>
                <a:cxn ang="0">
                  <a:pos x="T8" y="T9"/>
                </a:cxn>
              </a:cxnLst>
              <a:rect l="0" t="0" r="r" b="b"/>
              <a:pathLst>
                <a:path w="9" h="5">
                  <a:moveTo>
                    <a:pt x="4" y="0"/>
                  </a:moveTo>
                  <a:cubicBezTo>
                    <a:pt x="6" y="1"/>
                    <a:pt x="8" y="2"/>
                    <a:pt x="8" y="2"/>
                  </a:cubicBezTo>
                  <a:cubicBezTo>
                    <a:pt x="9" y="3"/>
                    <a:pt x="6" y="5"/>
                    <a:pt x="5" y="5"/>
                  </a:cubicBezTo>
                  <a:cubicBezTo>
                    <a:pt x="3" y="5"/>
                    <a:pt x="0" y="5"/>
                    <a:pt x="0" y="5"/>
                  </a:cubicBezTo>
                  <a:cubicBezTo>
                    <a:pt x="0" y="4"/>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0" name="Freeform 2804">
              <a:extLst>
                <a:ext uri="{FF2B5EF4-FFF2-40B4-BE49-F238E27FC236}">
                  <a16:creationId xmlns:a16="http://schemas.microsoft.com/office/drawing/2014/main" id="{BCFCF678-ED8B-03CD-603F-B30ADB6E075C}"/>
                </a:ext>
              </a:extLst>
            </p:cNvPr>
            <p:cNvSpPr>
              <a:spLocks/>
            </p:cNvSpPr>
            <p:nvPr/>
          </p:nvSpPr>
          <p:spPr bwMode="auto">
            <a:xfrm rot="5094805">
              <a:off x="3134526" y="6890431"/>
              <a:ext cx="22850" cy="13710"/>
            </a:xfrm>
            <a:custGeom>
              <a:avLst/>
              <a:gdLst>
                <a:gd name="T0" fmla="*/ 9 w 9"/>
                <a:gd name="T1" fmla="*/ 0 h 5"/>
                <a:gd name="T2" fmla="*/ 3 w 9"/>
                <a:gd name="T3" fmla="*/ 4 h 5"/>
                <a:gd name="T4" fmla="*/ 0 w 9"/>
                <a:gd name="T5" fmla="*/ 3 h 5"/>
                <a:gd name="T6" fmla="*/ 4 w 9"/>
                <a:gd name="T7" fmla="*/ 0 h 5"/>
                <a:gd name="T8" fmla="*/ 9 w 9"/>
                <a:gd name="T9" fmla="*/ 0 h 5"/>
              </a:gdLst>
              <a:ahLst/>
              <a:cxnLst>
                <a:cxn ang="0">
                  <a:pos x="T0" y="T1"/>
                </a:cxn>
                <a:cxn ang="0">
                  <a:pos x="T2" y="T3"/>
                </a:cxn>
                <a:cxn ang="0">
                  <a:pos x="T4" y="T5"/>
                </a:cxn>
                <a:cxn ang="0">
                  <a:pos x="T6" y="T7"/>
                </a:cxn>
                <a:cxn ang="0">
                  <a:pos x="T8" y="T9"/>
                </a:cxn>
              </a:cxnLst>
              <a:rect l="0" t="0" r="r" b="b"/>
              <a:pathLst>
                <a:path w="9" h="5">
                  <a:moveTo>
                    <a:pt x="9" y="0"/>
                  </a:moveTo>
                  <a:cubicBezTo>
                    <a:pt x="8" y="2"/>
                    <a:pt x="6" y="4"/>
                    <a:pt x="3" y="4"/>
                  </a:cubicBezTo>
                  <a:cubicBezTo>
                    <a:pt x="2" y="5"/>
                    <a:pt x="0" y="4"/>
                    <a:pt x="0" y="3"/>
                  </a:cubicBezTo>
                  <a:cubicBezTo>
                    <a:pt x="0" y="2"/>
                    <a:pt x="3" y="0"/>
                    <a:pt x="4" y="0"/>
                  </a:cubicBezTo>
                  <a:cubicBezTo>
                    <a:pt x="6" y="0"/>
                    <a:pt x="8"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1" name="Freeform 2826">
              <a:extLst>
                <a:ext uri="{FF2B5EF4-FFF2-40B4-BE49-F238E27FC236}">
                  <a16:creationId xmlns:a16="http://schemas.microsoft.com/office/drawing/2014/main" id="{868C61DA-CC80-0DBB-E4B8-D5ADF92A4F22}"/>
                </a:ext>
              </a:extLst>
            </p:cNvPr>
            <p:cNvSpPr>
              <a:spLocks/>
            </p:cNvSpPr>
            <p:nvPr/>
          </p:nvSpPr>
          <p:spPr bwMode="auto">
            <a:xfrm rot="5094805">
              <a:off x="1893688" y="-24638"/>
              <a:ext cx="25135" cy="9140"/>
            </a:xfrm>
            <a:custGeom>
              <a:avLst/>
              <a:gdLst>
                <a:gd name="T0" fmla="*/ 5 w 10"/>
                <a:gd name="T1" fmla="*/ 4 h 4"/>
                <a:gd name="T2" fmla="*/ 1 w 10"/>
                <a:gd name="T3" fmla="*/ 4 h 4"/>
                <a:gd name="T4" fmla="*/ 5 w 10"/>
                <a:gd name="T5" fmla="*/ 1 h 4"/>
                <a:gd name="T6" fmla="*/ 9 w 10"/>
                <a:gd name="T7" fmla="*/ 1 h 4"/>
                <a:gd name="T8" fmla="*/ 5 w 10"/>
                <a:gd name="T9" fmla="*/ 4 h 4"/>
              </a:gdLst>
              <a:ahLst/>
              <a:cxnLst>
                <a:cxn ang="0">
                  <a:pos x="T0" y="T1"/>
                </a:cxn>
                <a:cxn ang="0">
                  <a:pos x="T2" y="T3"/>
                </a:cxn>
                <a:cxn ang="0">
                  <a:pos x="T4" y="T5"/>
                </a:cxn>
                <a:cxn ang="0">
                  <a:pos x="T6" y="T7"/>
                </a:cxn>
                <a:cxn ang="0">
                  <a:pos x="T8" y="T9"/>
                </a:cxn>
              </a:cxnLst>
              <a:rect l="0" t="0" r="r" b="b"/>
              <a:pathLst>
                <a:path w="10" h="4">
                  <a:moveTo>
                    <a:pt x="5" y="4"/>
                  </a:moveTo>
                  <a:cubicBezTo>
                    <a:pt x="4" y="4"/>
                    <a:pt x="2" y="4"/>
                    <a:pt x="1" y="4"/>
                  </a:cubicBezTo>
                  <a:cubicBezTo>
                    <a:pt x="0" y="4"/>
                    <a:pt x="3" y="2"/>
                    <a:pt x="5" y="1"/>
                  </a:cubicBezTo>
                  <a:cubicBezTo>
                    <a:pt x="7" y="0"/>
                    <a:pt x="10" y="0"/>
                    <a:pt x="9" y="1"/>
                  </a:cubicBezTo>
                  <a:cubicBezTo>
                    <a:pt x="9" y="2"/>
                    <a:pt x="7" y="3"/>
                    <a:pt x="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2" name="Freeform 2827">
              <a:extLst>
                <a:ext uri="{FF2B5EF4-FFF2-40B4-BE49-F238E27FC236}">
                  <a16:creationId xmlns:a16="http://schemas.microsoft.com/office/drawing/2014/main" id="{1BAA125F-BC07-26BC-6EAA-1D04213F0C71}"/>
                </a:ext>
              </a:extLst>
            </p:cNvPr>
            <p:cNvSpPr>
              <a:spLocks/>
            </p:cNvSpPr>
            <p:nvPr/>
          </p:nvSpPr>
          <p:spPr bwMode="auto">
            <a:xfrm rot="5094805">
              <a:off x="1962957" y="161990"/>
              <a:ext cx="22850" cy="6855"/>
            </a:xfrm>
            <a:custGeom>
              <a:avLst/>
              <a:gdLst>
                <a:gd name="T0" fmla="*/ 5 w 9"/>
                <a:gd name="T1" fmla="*/ 0 h 3"/>
                <a:gd name="T2" fmla="*/ 9 w 9"/>
                <a:gd name="T3" fmla="*/ 2 h 3"/>
                <a:gd name="T4" fmla="*/ 4 w 9"/>
                <a:gd name="T5" fmla="*/ 3 h 3"/>
                <a:gd name="T6" fmla="*/ 0 w 9"/>
                <a:gd name="T7" fmla="*/ 3 h 3"/>
                <a:gd name="T8" fmla="*/ 5 w 9"/>
                <a:gd name="T9" fmla="*/ 0 h 3"/>
              </a:gdLst>
              <a:ahLst/>
              <a:cxnLst>
                <a:cxn ang="0">
                  <a:pos x="T0" y="T1"/>
                </a:cxn>
                <a:cxn ang="0">
                  <a:pos x="T2" y="T3"/>
                </a:cxn>
                <a:cxn ang="0">
                  <a:pos x="T4" y="T5"/>
                </a:cxn>
                <a:cxn ang="0">
                  <a:pos x="T6" y="T7"/>
                </a:cxn>
                <a:cxn ang="0">
                  <a:pos x="T8" y="T9"/>
                </a:cxn>
              </a:cxnLst>
              <a:rect l="0" t="0" r="r" b="b"/>
              <a:pathLst>
                <a:path w="9" h="3">
                  <a:moveTo>
                    <a:pt x="5" y="0"/>
                  </a:moveTo>
                  <a:cubicBezTo>
                    <a:pt x="7" y="1"/>
                    <a:pt x="8" y="1"/>
                    <a:pt x="9" y="2"/>
                  </a:cubicBezTo>
                  <a:cubicBezTo>
                    <a:pt x="9" y="2"/>
                    <a:pt x="6" y="3"/>
                    <a:pt x="4" y="3"/>
                  </a:cubicBezTo>
                  <a:cubicBezTo>
                    <a:pt x="3" y="3"/>
                    <a:pt x="0" y="3"/>
                    <a:pt x="0" y="3"/>
                  </a:cubicBezTo>
                  <a:cubicBezTo>
                    <a:pt x="1" y="2"/>
                    <a:pt x="2"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3" name="Freeform 2828">
              <a:extLst>
                <a:ext uri="{FF2B5EF4-FFF2-40B4-BE49-F238E27FC236}">
                  <a16:creationId xmlns:a16="http://schemas.microsoft.com/office/drawing/2014/main" id="{997ED073-BD76-393A-BCCA-BAE5123C7D31}"/>
                </a:ext>
              </a:extLst>
            </p:cNvPr>
            <p:cNvSpPr>
              <a:spLocks/>
            </p:cNvSpPr>
            <p:nvPr/>
          </p:nvSpPr>
          <p:spPr bwMode="auto">
            <a:xfrm rot="5094805">
              <a:off x="1990216" y="351119"/>
              <a:ext cx="22850" cy="9140"/>
            </a:xfrm>
            <a:custGeom>
              <a:avLst/>
              <a:gdLst>
                <a:gd name="T0" fmla="*/ 9 w 9"/>
                <a:gd name="T1" fmla="*/ 2 h 4"/>
                <a:gd name="T2" fmla="*/ 5 w 9"/>
                <a:gd name="T3" fmla="*/ 3 h 4"/>
                <a:gd name="T4" fmla="*/ 0 w 9"/>
                <a:gd name="T5" fmla="*/ 2 h 4"/>
                <a:gd name="T6" fmla="*/ 4 w 9"/>
                <a:gd name="T7" fmla="*/ 0 h 4"/>
                <a:gd name="T8" fmla="*/ 9 w 9"/>
                <a:gd name="T9" fmla="*/ 2 h 4"/>
              </a:gdLst>
              <a:ahLst/>
              <a:cxnLst>
                <a:cxn ang="0">
                  <a:pos x="T0" y="T1"/>
                </a:cxn>
                <a:cxn ang="0">
                  <a:pos x="T2" y="T3"/>
                </a:cxn>
                <a:cxn ang="0">
                  <a:pos x="T4" y="T5"/>
                </a:cxn>
                <a:cxn ang="0">
                  <a:pos x="T6" y="T7"/>
                </a:cxn>
                <a:cxn ang="0">
                  <a:pos x="T8" y="T9"/>
                </a:cxn>
              </a:cxnLst>
              <a:rect l="0" t="0" r="r" b="b"/>
              <a:pathLst>
                <a:path w="9" h="4">
                  <a:moveTo>
                    <a:pt x="9" y="2"/>
                  </a:moveTo>
                  <a:cubicBezTo>
                    <a:pt x="8" y="3"/>
                    <a:pt x="7" y="3"/>
                    <a:pt x="5" y="3"/>
                  </a:cubicBezTo>
                  <a:cubicBezTo>
                    <a:pt x="3" y="4"/>
                    <a:pt x="0" y="2"/>
                    <a:pt x="0" y="2"/>
                  </a:cubicBezTo>
                  <a:cubicBezTo>
                    <a:pt x="1" y="1"/>
                    <a:pt x="2" y="0"/>
                    <a:pt x="4" y="0"/>
                  </a:cubicBezTo>
                  <a:cubicBezTo>
                    <a:pt x="6" y="0"/>
                    <a:pt x="9" y="1"/>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4" name="Freeform 2829">
              <a:extLst>
                <a:ext uri="{FF2B5EF4-FFF2-40B4-BE49-F238E27FC236}">
                  <a16:creationId xmlns:a16="http://schemas.microsoft.com/office/drawing/2014/main" id="{4FC41CB9-219A-056F-B9BB-6ECEEEB48A82}"/>
                </a:ext>
              </a:extLst>
            </p:cNvPr>
            <p:cNvSpPr>
              <a:spLocks/>
            </p:cNvSpPr>
            <p:nvPr/>
          </p:nvSpPr>
          <p:spPr bwMode="auto">
            <a:xfrm rot="5094805">
              <a:off x="1989527" y="546083"/>
              <a:ext cx="25135" cy="15995"/>
            </a:xfrm>
            <a:custGeom>
              <a:avLst/>
              <a:gdLst>
                <a:gd name="T0" fmla="*/ 3 w 10"/>
                <a:gd name="T1" fmla="*/ 0 h 6"/>
                <a:gd name="T2" fmla="*/ 8 w 10"/>
                <a:gd name="T3" fmla="*/ 3 h 6"/>
                <a:gd name="T4" fmla="*/ 5 w 10"/>
                <a:gd name="T5" fmla="*/ 5 h 6"/>
                <a:gd name="T6" fmla="*/ 0 w 10"/>
                <a:gd name="T7" fmla="*/ 3 h 6"/>
                <a:gd name="T8" fmla="*/ 3 w 10"/>
                <a:gd name="T9" fmla="*/ 0 h 6"/>
              </a:gdLst>
              <a:ahLst/>
              <a:cxnLst>
                <a:cxn ang="0">
                  <a:pos x="T0" y="T1"/>
                </a:cxn>
                <a:cxn ang="0">
                  <a:pos x="T2" y="T3"/>
                </a:cxn>
                <a:cxn ang="0">
                  <a:pos x="T4" y="T5"/>
                </a:cxn>
                <a:cxn ang="0">
                  <a:pos x="T6" y="T7"/>
                </a:cxn>
                <a:cxn ang="0">
                  <a:pos x="T8" y="T9"/>
                </a:cxn>
              </a:cxnLst>
              <a:rect l="0" t="0" r="r" b="b"/>
              <a:pathLst>
                <a:path w="10" h="6">
                  <a:moveTo>
                    <a:pt x="3" y="0"/>
                  </a:moveTo>
                  <a:cubicBezTo>
                    <a:pt x="5" y="1"/>
                    <a:pt x="7" y="2"/>
                    <a:pt x="8" y="3"/>
                  </a:cubicBezTo>
                  <a:cubicBezTo>
                    <a:pt x="10" y="4"/>
                    <a:pt x="7" y="6"/>
                    <a:pt x="5" y="5"/>
                  </a:cubicBezTo>
                  <a:cubicBezTo>
                    <a:pt x="3" y="4"/>
                    <a:pt x="0" y="3"/>
                    <a:pt x="0" y="3"/>
                  </a:cubicBezTo>
                  <a:cubicBezTo>
                    <a:pt x="0" y="2"/>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5" name="Freeform 2830">
              <a:extLst>
                <a:ext uri="{FF2B5EF4-FFF2-40B4-BE49-F238E27FC236}">
                  <a16:creationId xmlns:a16="http://schemas.microsoft.com/office/drawing/2014/main" id="{BB72AB8B-98FE-D28E-9818-BA1834F78FB1}"/>
                </a:ext>
              </a:extLst>
            </p:cNvPr>
            <p:cNvSpPr>
              <a:spLocks/>
            </p:cNvSpPr>
            <p:nvPr/>
          </p:nvSpPr>
          <p:spPr bwMode="auto">
            <a:xfrm rot="5094805">
              <a:off x="1971373" y="739359"/>
              <a:ext cx="22850" cy="20565"/>
            </a:xfrm>
            <a:custGeom>
              <a:avLst/>
              <a:gdLst>
                <a:gd name="T0" fmla="*/ 3 w 9"/>
                <a:gd name="T1" fmla="*/ 0 h 8"/>
                <a:gd name="T2" fmla="*/ 8 w 9"/>
                <a:gd name="T3" fmla="*/ 6 h 8"/>
                <a:gd name="T4" fmla="*/ 5 w 9"/>
                <a:gd name="T5" fmla="*/ 7 h 8"/>
                <a:gd name="T6" fmla="*/ 0 w 9"/>
                <a:gd name="T7" fmla="*/ 5 h 8"/>
                <a:gd name="T8" fmla="*/ 3 w 9"/>
                <a:gd name="T9" fmla="*/ 0 h 8"/>
              </a:gdLst>
              <a:ahLst/>
              <a:cxnLst>
                <a:cxn ang="0">
                  <a:pos x="T0" y="T1"/>
                </a:cxn>
                <a:cxn ang="0">
                  <a:pos x="T2" y="T3"/>
                </a:cxn>
                <a:cxn ang="0">
                  <a:pos x="T4" y="T5"/>
                </a:cxn>
                <a:cxn ang="0">
                  <a:pos x="T6" y="T7"/>
                </a:cxn>
                <a:cxn ang="0">
                  <a:pos x="T8" y="T9"/>
                </a:cxn>
              </a:cxnLst>
              <a:rect l="0" t="0" r="r" b="b"/>
              <a:pathLst>
                <a:path w="9" h="8">
                  <a:moveTo>
                    <a:pt x="3" y="0"/>
                  </a:moveTo>
                  <a:cubicBezTo>
                    <a:pt x="5" y="3"/>
                    <a:pt x="8" y="4"/>
                    <a:pt x="8" y="6"/>
                  </a:cubicBezTo>
                  <a:cubicBezTo>
                    <a:pt x="9" y="7"/>
                    <a:pt x="7" y="8"/>
                    <a:pt x="5" y="7"/>
                  </a:cubicBezTo>
                  <a:cubicBezTo>
                    <a:pt x="4" y="7"/>
                    <a:pt x="0" y="5"/>
                    <a:pt x="0" y="5"/>
                  </a:cubicBezTo>
                  <a:cubicBezTo>
                    <a:pt x="0" y="3"/>
                    <a:pt x="1"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6" name="Freeform 2831">
              <a:extLst>
                <a:ext uri="{FF2B5EF4-FFF2-40B4-BE49-F238E27FC236}">
                  <a16:creationId xmlns:a16="http://schemas.microsoft.com/office/drawing/2014/main" id="{37745C8F-864E-542E-D333-45F54C283FC5}"/>
                </a:ext>
              </a:extLst>
            </p:cNvPr>
            <p:cNvSpPr>
              <a:spLocks/>
            </p:cNvSpPr>
            <p:nvPr/>
          </p:nvSpPr>
          <p:spPr bwMode="auto">
            <a:xfrm rot="5094805">
              <a:off x="1931790" y="937776"/>
              <a:ext cx="25135" cy="22850"/>
            </a:xfrm>
            <a:custGeom>
              <a:avLst/>
              <a:gdLst>
                <a:gd name="T0" fmla="*/ 3 w 10"/>
                <a:gd name="T1" fmla="*/ 0 h 9"/>
                <a:gd name="T2" fmla="*/ 9 w 10"/>
                <a:gd name="T3" fmla="*/ 5 h 9"/>
                <a:gd name="T4" fmla="*/ 5 w 10"/>
                <a:gd name="T5" fmla="*/ 8 h 9"/>
                <a:gd name="T6" fmla="*/ 0 w 10"/>
                <a:gd name="T7" fmla="*/ 4 h 9"/>
                <a:gd name="T8" fmla="*/ 3 w 10"/>
                <a:gd name="T9" fmla="*/ 0 h 9"/>
              </a:gdLst>
              <a:ahLst/>
              <a:cxnLst>
                <a:cxn ang="0">
                  <a:pos x="T0" y="T1"/>
                </a:cxn>
                <a:cxn ang="0">
                  <a:pos x="T2" y="T3"/>
                </a:cxn>
                <a:cxn ang="0">
                  <a:pos x="T4" y="T5"/>
                </a:cxn>
                <a:cxn ang="0">
                  <a:pos x="T6" y="T7"/>
                </a:cxn>
                <a:cxn ang="0">
                  <a:pos x="T8" y="T9"/>
                </a:cxn>
              </a:cxnLst>
              <a:rect l="0" t="0" r="r" b="b"/>
              <a:pathLst>
                <a:path w="10" h="9">
                  <a:moveTo>
                    <a:pt x="3" y="0"/>
                  </a:moveTo>
                  <a:cubicBezTo>
                    <a:pt x="6" y="2"/>
                    <a:pt x="8" y="4"/>
                    <a:pt x="9" y="5"/>
                  </a:cubicBezTo>
                  <a:cubicBezTo>
                    <a:pt x="10" y="7"/>
                    <a:pt x="8" y="9"/>
                    <a:pt x="5" y="8"/>
                  </a:cubicBezTo>
                  <a:cubicBezTo>
                    <a:pt x="3" y="7"/>
                    <a:pt x="0" y="5"/>
                    <a:pt x="0" y="4"/>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7" name="Freeform 2832">
              <a:extLst>
                <a:ext uri="{FF2B5EF4-FFF2-40B4-BE49-F238E27FC236}">
                  <a16:creationId xmlns:a16="http://schemas.microsoft.com/office/drawing/2014/main" id="{4DFD57D5-4E69-E27D-3749-9BE5B593AF6B}"/>
                </a:ext>
              </a:extLst>
            </p:cNvPr>
            <p:cNvSpPr>
              <a:spLocks/>
            </p:cNvSpPr>
            <p:nvPr/>
          </p:nvSpPr>
          <p:spPr bwMode="auto">
            <a:xfrm rot="5094805">
              <a:off x="1890143" y="1138874"/>
              <a:ext cx="22850" cy="25135"/>
            </a:xfrm>
            <a:custGeom>
              <a:avLst/>
              <a:gdLst>
                <a:gd name="T0" fmla="*/ 3 w 9"/>
                <a:gd name="T1" fmla="*/ 0 h 10"/>
                <a:gd name="T2" fmla="*/ 8 w 9"/>
                <a:gd name="T3" fmla="*/ 8 h 10"/>
                <a:gd name="T4" fmla="*/ 5 w 9"/>
                <a:gd name="T5" fmla="*/ 10 h 10"/>
                <a:gd name="T6" fmla="*/ 0 w 9"/>
                <a:gd name="T7" fmla="*/ 5 h 10"/>
                <a:gd name="T8" fmla="*/ 3 w 9"/>
                <a:gd name="T9" fmla="*/ 0 h 10"/>
              </a:gdLst>
              <a:ahLst/>
              <a:cxnLst>
                <a:cxn ang="0">
                  <a:pos x="T0" y="T1"/>
                </a:cxn>
                <a:cxn ang="0">
                  <a:pos x="T2" y="T3"/>
                </a:cxn>
                <a:cxn ang="0">
                  <a:pos x="T4" y="T5"/>
                </a:cxn>
                <a:cxn ang="0">
                  <a:pos x="T6" y="T7"/>
                </a:cxn>
                <a:cxn ang="0">
                  <a:pos x="T8" y="T9"/>
                </a:cxn>
              </a:cxnLst>
              <a:rect l="0" t="0" r="r" b="b"/>
              <a:pathLst>
                <a:path w="9" h="10">
                  <a:moveTo>
                    <a:pt x="3" y="0"/>
                  </a:moveTo>
                  <a:cubicBezTo>
                    <a:pt x="6" y="4"/>
                    <a:pt x="8" y="6"/>
                    <a:pt x="8" y="8"/>
                  </a:cubicBezTo>
                  <a:cubicBezTo>
                    <a:pt x="9" y="9"/>
                    <a:pt x="6" y="10"/>
                    <a:pt x="5" y="10"/>
                  </a:cubicBezTo>
                  <a:cubicBezTo>
                    <a:pt x="3" y="9"/>
                    <a:pt x="0" y="6"/>
                    <a:pt x="0" y="5"/>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8" name="Freeform 2833">
              <a:extLst>
                <a:ext uri="{FF2B5EF4-FFF2-40B4-BE49-F238E27FC236}">
                  <a16:creationId xmlns:a16="http://schemas.microsoft.com/office/drawing/2014/main" id="{4A1DEBB5-791D-9DC4-3FD6-D33CFBAC4024}"/>
                </a:ext>
              </a:extLst>
            </p:cNvPr>
            <p:cNvSpPr>
              <a:spLocks/>
            </p:cNvSpPr>
            <p:nvPr/>
          </p:nvSpPr>
          <p:spPr bwMode="auto">
            <a:xfrm rot="5094805">
              <a:off x="1842498" y="1339249"/>
              <a:ext cx="22850" cy="22850"/>
            </a:xfrm>
            <a:custGeom>
              <a:avLst/>
              <a:gdLst>
                <a:gd name="T0" fmla="*/ 9 w 9"/>
                <a:gd name="T1" fmla="*/ 8 h 9"/>
                <a:gd name="T2" fmla="*/ 6 w 9"/>
                <a:gd name="T3" fmla="*/ 9 h 9"/>
                <a:gd name="T4" fmla="*/ 0 w 9"/>
                <a:gd name="T5" fmla="*/ 3 h 9"/>
                <a:gd name="T6" fmla="*/ 4 w 9"/>
                <a:gd name="T7" fmla="*/ 0 h 9"/>
                <a:gd name="T8" fmla="*/ 9 w 9"/>
                <a:gd name="T9" fmla="*/ 8 h 9"/>
              </a:gdLst>
              <a:ahLst/>
              <a:cxnLst>
                <a:cxn ang="0">
                  <a:pos x="T0" y="T1"/>
                </a:cxn>
                <a:cxn ang="0">
                  <a:pos x="T2" y="T3"/>
                </a:cxn>
                <a:cxn ang="0">
                  <a:pos x="T4" y="T5"/>
                </a:cxn>
                <a:cxn ang="0">
                  <a:pos x="T6" y="T7"/>
                </a:cxn>
                <a:cxn ang="0">
                  <a:pos x="T8" y="T9"/>
                </a:cxn>
              </a:cxnLst>
              <a:rect l="0" t="0" r="r" b="b"/>
              <a:pathLst>
                <a:path w="9" h="9">
                  <a:moveTo>
                    <a:pt x="9" y="8"/>
                  </a:moveTo>
                  <a:cubicBezTo>
                    <a:pt x="8" y="8"/>
                    <a:pt x="7" y="9"/>
                    <a:pt x="6" y="9"/>
                  </a:cubicBezTo>
                  <a:cubicBezTo>
                    <a:pt x="3" y="9"/>
                    <a:pt x="0" y="5"/>
                    <a:pt x="0" y="3"/>
                  </a:cubicBezTo>
                  <a:cubicBezTo>
                    <a:pt x="1" y="1"/>
                    <a:pt x="2" y="0"/>
                    <a:pt x="4" y="0"/>
                  </a:cubicBezTo>
                  <a:cubicBezTo>
                    <a:pt x="6" y="0"/>
                    <a:pt x="9" y="4"/>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9" name="Freeform 2834">
              <a:extLst>
                <a:ext uri="{FF2B5EF4-FFF2-40B4-BE49-F238E27FC236}">
                  <a16:creationId xmlns:a16="http://schemas.microsoft.com/office/drawing/2014/main" id="{F910D95C-09C7-C616-63B8-1CD5C81F8C0B}"/>
                </a:ext>
              </a:extLst>
            </p:cNvPr>
            <p:cNvSpPr>
              <a:spLocks/>
            </p:cNvSpPr>
            <p:nvPr/>
          </p:nvSpPr>
          <p:spPr bwMode="auto">
            <a:xfrm rot="5094805">
              <a:off x="1799713" y="1537021"/>
              <a:ext cx="20565" cy="31990"/>
            </a:xfrm>
            <a:custGeom>
              <a:avLst/>
              <a:gdLst>
                <a:gd name="T0" fmla="*/ 6 w 9"/>
                <a:gd name="T1" fmla="*/ 13 h 13"/>
                <a:gd name="T2" fmla="*/ 0 w 9"/>
                <a:gd name="T3" fmla="*/ 4 h 13"/>
                <a:gd name="T4" fmla="*/ 3 w 9"/>
                <a:gd name="T5" fmla="*/ 0 h 13"/>
                <a:gd name="T6" fmla="*/ 9 w 9"/>
                <a:gd name="T7" fmla="*/ 7 h 13"/>
                <a:gd name="T8" fmla="*/ 6 w 9"/>
                <a:gd name="T9" fmla="*/ 13 h 13"/>
              </a:gdLst>
              <a:ahLst/>
              <a:cxnLst>
                <a:cxn ang="0">
                  <a:pos x="T0" y="T1"/>
                </a:cxn>
                <a:cxn ang="0">
                  <a:pos x="T2" y="T3"/>
                </a:cxn>
                <a:cxn ang="0">
                  <a:pos x="T4" y="T5"/>
                </a:cxn>
                <a:cxn ang="0">
                  <a:pos x="T6" y="T7"/>
                </a:cxn>
                <a:cxn ang="0">
                  <a:pos x="T8" y="T9"/>
                </a:cxn>
              </a:cxnLst>
              <a:rect l="0" t="0" r="r" b="b"/>
              <a:pathLst>
                <a:path w="9" h="13">
                  <a:moveTo>
                    <a:pt x="6" y="13"/>
                  </a:moveTo>
                  <a:cubicBezTo>
                    <a:pt x="3" y="9"/>
                    <a:pt x="1" y="6"/>
                    <a:pt x="0" y="4"/>
                  </a:cubicBezTo>
                  <a:cubicBezTo>
                    <a:pt x="0" y="3"/>
                    <a:pt x="2" y="1"/>
                    <a:pt x="3" y="0"/>
                  </a:cubicBezTo>
                  <a:cubicBezTo>
                    <a:pt x="6" y="0"/>
                    <a:pt x="9" y="4"/>
                    <a:pt x="9" y="7"/>
                  </a:cubicBezTo>
                  <a:cubicBezTo>
                    <a:pt x="8" y="9"/>
                    <a:pt x="7" y="10"/>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0" name="Freeform 2835">
              <a:extLst>
                <a:ext uri="{FF2B5EF4-FFF2-40B4-BE49-F238E27FC236}">
                  <a16:creationId xmlns:a16="http://schemas.microsoft.com/office/drawing/2014/main" id="{72743CB6-B842-B6FB-95DB-35B991DEC2E0}"/>
                </a:ext>
              </a:extLst>
            </p:cNvPr>
            <p:cNvSpPr>
              <a:spLocks/>
            </p:cNvSpPr>
            <p:nvPr/>
          </p:nvSpPr>
          <p:spPr bwMode="auto">
            <a:xfrm rot="5094805">
              <a:off x="1775030" y="1735360"/>
              <a:ext cx="20565" cy="34275"/>
            </a:xfrm>
            <a:custGeom>
              <a:avLst/>
              <a:gdLst>
                <a:gd name="T0" fmla="*/ 4 w 8"/>
                <a:gd name="T1" fmla="*/ 0 h 14"/>
                <a:gd name="T2" fmla="*/ 8 w 8"/>
                <a:gd name="T3" fmla="*/ 10 h 14"/>
                <a:gd name="T4" fmla="*/ 4 w 8"/>
                <a:gd name="T5" fmla="*/ 13 h 14"/>
                <a:gd name="T6" fmla="*/ 0 w 8"/>
                <a:gd name="T7" fmla="*/ 8 h 14"/>
                <a:gd name="T8" fmla="*/ 4 w 8"/>
                <a:gd name="T9" fmla="*/ 0 h 14"/>
              </a:gdLst>
              <a:ahLst/>
              <a:cxnLst>
                <a:cxn ang="0">
                  <a:pos x="T0" y="T1"/>
                </a:cxn>
                <a:cxn ang="0">
                  <a:pos x="T2" y="T3"/>
                </a:cxn>
                <a:cxn ang="0">
                  <a:pos x="T4" y="T5"/>
                </a:cxn>
                <a:cxn ang="0">
                  <a:pos x="T6" y="T7"/>
                </a:cxn>
                <a:cxn ang="0">
                  <a:pos x="T8" y="T9"/>
                </a:cxn>
              </a:cxnLst>
              <a:rect l="0" t="0" r="r" b="b"/>
              <a:pathLst>
                <a:path w="8" h="14">
                  <a:moveTo>
                    <a:pt x="4" y="0"/>
                  </a:moveTo>
                  <a:cubicBezTo>
                    <a:pt x="6" y="5"/>
                    <a:pt x="8" y="8"/>
                    <a:pt x="8" y="10"/>
                  </a:cubicBezTo>
                  <a:cubicBezTo>
                    <a:pt x="8" y="12"/>
                    <a:pt x="6" y="14"/>
                    <a:pt x="4" y="13"/>
                  </a:cubicBezTo>
                  <a:cubicBezTo>
                    <a:pt x="3" y="13"/>
                    <a:pt x="0" y="9"/>
                    <a:pt x="0" y="8"/>
                  </a:cubicBezTo>
                  <a:cubicBezTo>
                    <a:pt x="0" y="5"/>
                    <a:pt x="2" y="3"/>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1" name="Freeform 2836">
              <a:extLst>
                <a:ext uri="{FF2B5EF4-FFF2-40B4-BE49-F238E27FC236}">
                  <a16:creationId xmlns:a16="http://schemas.microsoft.com/office/drawing/2014/main" id="{3A1D40AA-436E-9651-5020-0117647B0F28}"/>
                </a:ext>
              </a:extLst>
            </p:cNvPr>
            <p:cNvSpPr>
              <a:spLocks/>
            </p:cNvSpPr>
            <p:nvPr/>
          </p:nvSpPr>
          <p:spPr bwMode="auto">
            <a:xfrm rot="5094805">
              <a:off x="1751573" y="1936718"/>
              <a:ext cx="27420" cy="31990"/>
            </a:xfrm>
            <a:custGeom>
              <a:avLst/>
              <a:gdLst>
                <a:gd name="T0" fmla="*/ 11 w 11"/>
                <a:gd name="T1" fmla="*/ 6 h 13"/>
                <a:gd name="T2" fmla="*/ 6 w 11"/>
                <a:gd name="T3" fmla="*/ 12 h 13"/>
                <a:gd name="T4" fmla="*/ 0 w 11"/>
                <a:gd name="T5" fmla="*/ 6 h 13"/>
                <a:gd name="T6" fmla="*/ 3 w 11"/>
                <a:gd name="T7" fmla="*/ 1 h 13"/>
                <a:gd name="T8" fmla="*/ 11 w 11"/>
                <a:gd name="T9" fmla="*/ 6 h 13"/>
              </a:gdLst>
              <a:ahLst/>
              <a:cxnLst>
                <a:cxn ang="0">
                  <a:pos x="T0" y="T1"/>
                </a:cxn>
                <a:cxn ang="0">
                  <a:pos x="T2" y="T3"/>
                </a:cxn>
                <a:cxn ang="0">
                  <a:pos x="T4" y="T5"/>
                </a:cxn>
                <a:cxn ang="0">
                  <a:pos x="T6" y="T7"/>
                </a:cxn>
                <a:cxn ang="0">
                  <a:pos x="T8" y="T9"/>
                </a:cxn>
              </a:cxnLst>
              <a:rect l="0" t="0" r="r" b="b"/>
              <a:pathLst>
                <a:path w="11" h="13">
                  <a:moveTo>
                    <a:pt x="11" y="6"/>
                  </a:moveTo>
                  <a:cubicBezTo>
                    <a:pt x="8" y="9"/>
                    <a:pt x="7" y="11"/>
                    <a:pt x="6" y="12"/>
                  </a:cubicBezTo>
                  <a:cubicBezTo>
                    <a:pt x="3" y="13"/>
                    <a:pt x="0" y="9"/>
                    <a:pt x="0" y="6"/>
                  </a:cubicBezTo>
                  <a:cubicBezTo>
                    <a:pt x="0" y="4"/>
                    <a:pt x="2" y="0"/>
                    <a:pt x="3" y="1"/>
                  </a:cubicBezTo>
                  <a:cubicBezTo>
                    <a:pt x="5" y="1"/>
                    <a:pt x="7" y="3"/>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2" name="Freeform 2837">
              <a:extLst>
                <a:ext uri="{FF2B5EF4-FFF2-40B4-BE49-F238E27FC236}">
                  <a16:creationId xmlns:a16="http://schemas.microsoft.com/office/drawing/2014/main" id="{03ECD356-DDA6-BD57-DA4D-BE65DAD41256}"/>
                </a:ext>
              </a:extLst>
            </p:cNvPr>
            <p:cNvSpPr>
              <a:spLocks/>
            </p:cNvSpPr>
            <p:nvPr/>
          </p:nvSpPr>
          <p:spPr bwMode="auto">
            <a:xfrm rot="5094805">
              <a:off x="1766526" y="2128296"/>
              <a:ext cx="22850" cy="36560"/>
            </a:xfrm>
            <a:custGeom>
              <a:avLst/>
              <a:gdLst>
                <a:gd name="T0" fmla="*/ 4 w 9"/>
                <a:gd name="T1" fmla="*/ 0 h 15"/>
                <a:gd name="T2" fmla="*/ 9 w 9"/>
                <a:gd name="T3" fmla="*/ 11 h 15"/>
                <a:gd name="T4" fmla="*/ 5 w 9"/>
                <a:gd name="T5" fmla="*/ 15 h 15"/>
                <a:gd name="T6" fmla="*/ 0 w 9"/>
                <a:gd name="T7" fmla="*/ 11 h 15"/>
                <a:gd name="T8" fmla="*/ 4 w 9"/>
                <a:gd name="T9" fmla="*/ 0 h 15"/>
              </a:gdLst>
              <a:ahLst/>
              <a:cxnLst>
                <a:cxn ang="0">
                  <a:pos x="T0" y="T1"/>
                </a:cxn>
                <a:cxn ang="0">
                  <a:pos x="T2" y="T3"/>
                </a:cxn>
                <a:cxn ang="0">
                  <a:pos x="T4" y="T5"/>
                </a:cxn>
                <a:cxn ang="0">
                  <a:pos x="T6" y="T7"/>
                </a:cxn>
                <a:cxn ang="0">
                  <a:pos x="T8" y="T9"/>
                </a:cxn>
              </a:cxnLst>
              <a:rect l="0" t="0" r="r" b="b"/>
              <a:pathLst>
                <a:path w="9" h="15">
                  <a:moveTo>
                    <a:pt x="4" y="0"/>
                  </a:moveTo>
                  <a:cubicBezTo>
                    <a:pt x="6" y="5"/>
                    <a:pt x="8" y="8"/>
                    <a:pt x="9" y="11"/>
                  </a:cubicBezTo>
                  <a:cubicBezTo>
                    <a:pt x="9" y="12"/>
                    <a:pt x="6" y="15"/>
                    <a:pt x="5" y="15"/>
                  </a:cubicBezTo>
                  <a:cubicBezTo>
                    <a:pt x="3" y="15"/>
                    <a:pt x="0" y="12"/>
                    <a:pt x="0" y="11"/>
                  </a:cubicBezTo>
                  <a:cubicBezTo>
                    <a:pt x="0" y="8"/>
                    <a:pt x="2" y="5"/>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3" name="Freeform 2838">
              <a:extLst>
                <a:ext uri="{FF2B5EF4-FFF2-40B4-BE49-F238E27FC236}">
                  <a16:creationId xmlns:a16="http://schemas.microsoft.com/office/drawing/2014/main" id="{DF27E2C0-CCD2-B058-9AAF-5A53BD1E89F8}"/>
                </a:ext>
              </a:extLst>
            </p:cNvPr>
            <p:cNvSpPr>
              <a:spLocks/>
            </p:cNvSpPr>
            <p:nvPr/>
          </p:nvSpPr>
          <p:spPr bwMode="auto">
            <a:xfrm rot="5094805">
              <a:off x="1799678" y="2320336"/>
              <a:ext cx="22850" cy="36560"/>
            </a:xfrm>
            <a:custGeom>
              <a:avLst/>
              <a:gdLst>
                <a:gd name="T0" fmla="*/ 3 w 9"/>
                <a:gd name="T1" fmla="*/ 0 h 15"/>
                <a:gd name="T2" fmla="*/ 8 w 9"/>
                <a:gd name="T3" fmla="*/ 10 h 15"/>
                <a:gd name="T4" fmla="*/ 5 w 9"/>
                <a:gd name="T5" fmla="*/ 15 h 15"/>
                <a:gd name="T6" fmla="*/ 0 w 9"/>
                <a:gd name="T7" fmla="*/ 11 h 15"/>
                <a:gd name="T8" fmla="*/ 3 w 9"/>
                <a:gd name="T9" fmla="*/ 0 h 15"/>
              </a:gdLst>
              <a:ahLst/>
              <a:cxnLst>
                <a:cxn ang="0">
                  <a:pos x="T0" y="T1"/>
                </a:cxn>
                <a:cxn ang="0">
                  <a:pos x="T2" y="T3"/>
                </a:cxn>
                <a:cxn ang="0">
                  <a:pos x="T4" y="T5"/>
                </a:cxn>
                <a:cxn ang="0">
                  <a:pos x="T6" y="T7"/>
                </a:cxn>
                <a:cxn ang="0">
                  <a:pos x="T8" y="T9"/>
                </a:cxn>
              </a:cxnLst>
              <a:rect l="0" t="0" r="r" b="b"/>
              <a:pathLst>
                <a:path w="9" h="15">
                  <a:moveTo>
                    <a:pt x="3" y="0"/>
                  </a:moveTo>
                  <a:cubicBezTo>
                    <a:pt x="6" y="5"/>
                    <a:pt x="8" y="7"/>
                    <a:pt x="8" y="10"/>
                  </a:cubicBezTo>
                  <a:cubicBezTo>
                    <a:pt x="9" y="11"/>
                    <a:pt x="6" y="15"/>
                    <a:pt x="5" y="15"/>
                  </a:cubicBezTo>
                  <a:cubicBezTo>
                    <a:pt x="3" y="15"/>
                    <a:pt x="0" y="12"/>
                    <a:pt x="0" y="11"/>
                  </a:cubicBezTo>
                  <a:cubicBezTo>
                    <a:pt x="0" y="8"/>
                    <a:pt x="2" y="5"/>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4" name="Freeform 2839">
              <a:extLst>
                <a:ext uri="{FF2B5EF4-FFF2-40B4-BE49-F238E27FC236}">
                  <a16:creationId xmlns:a16="http://schemas.microsoft.com/office/drawing/2014/main" id="{D0E39613-FD22-4927-2400-5788705B6142}"/>
                </a:ext>
              </a:extLst>
            </p:cNvPr>
            <p:cNvSpPr>
              <a:spLocks/>
            </p:cNvSpPr>
            <p:nvPr/>
          </p:nvSpPr>
          <p:spPr bwMode="auto">
            <a:xfrm rot="5094805">
              <a:off x="1821344" y="2513292"/>
              <a:ext cx="25135" cy="34275"/>
            </a:xfrm>
            <a:custGeom>
              <a:avLst/>
              <a:gdLst>
                <a:gd name="T0" fmla="*/ 10 w 10"/>
                <a:gd name="T1" fmla="*/ 6 h 14"/>
                <a:gd name="T2" fmla="*/ 5 w 10"/>
                <a:gd name="T3" fmla="*/ 12 h 14"/>
                <a:gd name="T4" fmla="*/ 1 w 10"/>
                <a:gd name="T5" fmla="*/ 6 h 14"/>
                <a:gd name="T6" fmla="*/ 6 w 10"/>
                <a:gd name="T7" fmla="*/ 1 h 14"/>
                <a:gd name="T8" fmla="*/ 10 w 10"/>
                <a:gd name="T9" fmla="*/ 6 h 14"/>
              </a:gdLst>
              <a:ahLst/>
              <a:cxnLst>
                <a:cxn ang="0">
                  <a:pos x="T0" y="T1"/>
                </a:cxn>
                <a:cxn ang="0">
                  <a:pos x="T2" y="T3"/>
                </a:cxn>
                <a:cxn ang="0">
                  <a:pos x="T4" y="T5"/>
                </a:cxn>
                <a:cxn ang="0">
                  <a:pos x="T6" y="T7"/>
                </a:cxn>
                <a:cxn ang="0">
                  <a:pos x="T8" y="T9"/>
                </a:cxn>
              </a:cxnLst>
              <a:rect l="0" t="0" r="r" b="b"/>
              <a:pathLst>
                <a:path w="10" h="14">
                  <a:moveTo>
                    <a:pt x="10" y="6"/>
                  </a:moveTo>
                  <a:cubicBezTo>
                    <a:pt x="10" y="12"/>
                    <a:pt x="7" y="14"/>
                    <a:pt x="5" y="12"/>
                  </a:cubicBezTo>
                  <a:cubicBezTo>
                    <a:pt x="3" y="11"/>
                    <a:pt x="1" y="8"/>
                    <a:pt x="1" y="6"/>
                  </a:cubicBezTo>
                  <a:cubicBezTo>
                    <a:pt x="0" y="3"/>
                    <a:pt x="4" y="0"/>
                    <a:pt x="6" y="1"/>
                  </a:cubicBezTo>
                  <a:cubicBezTo>
                    <a:pt x="8" y="3"/>
                    <a:pt x="9" y="5"/>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5" name="Freeform 2840">
              <a:extLst>
                <a:ext uri="{FF2B5EF4-FFF2-40B4-BE49-F238E27FC236}">
                  <a16:creationId xmlns:a16="http://schemas.microsoft.com/office/drawing/2014/main" id="{0D426884-F0D2-2FEF-FCF2-5ACBF5AEE991}"/>
                </a:ext>
              </a:extLst>
            </p:cNvPr>
            <p:cNvSpPr>
              <a:spLocks/>
            </p:cNvSpPr>
            <p:nvPr/>
          </p:nvSpPr>
          <p:spPr bwMode="auto">
            <a:xfrm rot="5094805">
              <a:off x="1820761" y="2712923"/>
              <a:ext cx="25135" cy="34275"/>
            </a:xfrm>
            <a:custGeom>
              <a:avLst/>
              <a:gdLst>
                <a:gd name="T0" fmla="*/ 5 w 10"/>
                <a:gd name="T1" fmla="*/ 14 h 14"/>
                <a:gd name="T2" fmla="*/ 1 w 10"/>
                <a:gd name="T3" fmla="*/ 6 h 14"/>
                <a:gd name="T4" fmla="*/ 5 w 10"/>
                <a:gd name="T5" fmla="*/ 1 h 14"/>
                <a:gd name="T6" fmla="*/ 9 w 10"/>
                <a:gd name="T7" fmla="*/ 9 h 14"/>
                <a:gd name="T8" fmla="*/ 5 w 10"/>
                <a:gd name="T9" fmla="*/ 14 h 14"/>
              </a:gdLst>
              <a:ahLst/>
              <a:cxnLst>
                <a:cxn ang="0">
                  <a:pos x="T0" y="T1"/>
                </a:cxn>
                <a:cxn ang="0">
                  <a:pos x="T2" y="T3"/>
                </a:cxn>
                <a:cxn ang="0">
                  <a:pos x="T4" y="T5"/>
                </a:cxn>
                <a:cxn ang="0">
                  <a:pos x="T6" y="T7"/>
                </a:cxn>
                <a:cxn ang="0">
                  <a:pos x="T8" y="T9"/>
                </a:cxn>
              </a:cxnLst>
              <a:rect l="0" t="0" r="r" b="b"/>
              <a:pathLst>
                <a:path w="10" h="14">
                  <a:moveTo>
                    <a:pt x="5" y="14"/>
                  </a:moveTo>
                  <a:cubicBezTo>
                    <a:pt x="3" y="11"/>
                    <a:pt x="1" y="9"/>
                    <a:pt x="1" y="6"/>
                  </a:cubicBezTo>
                  <a:cubicBezTo>
                    <a:pt x="0" y="3"/>
                    <a:pt x="3" y="0"/>
                    <a:pt x="5" y="1"/>
                  </a:cubicBezTo>
                  <a:cubicBezTo>
                    <a:pt x="8" y="2"/>
                    <a:pt x="10" y="6"/>
                    <a:pt x="9" y="9"/>
                  </a:cubicBezTo>
                  <a:cubicBezTo>
                    <a:pt x="9" y="11"/>
                    <a:pt x="7" y="12"/>
                    <a:pt x="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6" name="Freeform 2841">
              <a:extLst>
                <a:ext uri="{FF2B5EF4-FFF2-40B4-BE49-F238E27FC236}">
                  <a16:creationId xmlns:a16="http://schemas.microsoft.com/office/drawing/2014/main" id="{DEDC8EFE-7BDD-880D-82BC-6A1C1025E053}"/>
                </a:ext>
              </a:extLst>
            </p:cNvPr>
            <p:cNvSpPr>
              <a:spLocks/>
            </p:cNvSpPr>
            <p:nvPr/>
          </p:nvSpPr>
          <p:spPr bwMode="auto">
            <a:xfrm rot="5094805">
              <a:off x="1801865" y="2914078"/>
              <a:ext cx="27420" cy="31990"/>
            </a:xfrm>
            <a:custGeom>
              <a:avLst/>
              <a:gdLst>
                <a:gd name="T0" fmla="*/ 5 w 11"/>
                <a:gd name="T1" fmla="*/ 13 h 13"/>
                <a:gd name="T2" fmla="*/ 1 w 11"/>
                <a:gd name="T3" fmla="*/ 6 h 13"/>
                <a:gd name="T4" fmla="*/ 5 w 11"/>
                <a:gd name="T5" fmla="*/ 1 h 13"/>
                <a:gd name="T6" fmla="*/ 10 w 11"/>
                <a:gd name="T7" fmla="*/ 9 h 13"/>
                <a:gd name="T8" fmla="*/ 5 w 11"/>
                <a:gd name="T9" fmla="*/ 13 h 13"/>
              </a:gdLst>
              <a:ahLst/>
              <a:cxnLst>
                <a:cxn ang="0">
                  <a:pos x="T0" y="T1"/>
                </a:cxn>
                <a:cxn ang="0">
                  <a:pos x="T2" y="T3"/>
                </a:cxn>
                <a:cxn ang="0">
                  <a:pos x="T4" y="T5"/>
                </a:cxn>
                <a:cxn ang="0">
                  <a:pos x="T6" y="T7"/>
                </a:cxn>
                <a:cxn ang="0">
                  <a:pos x="T8" y="T9"/>
                </a:cxn>
              </a:cxnLst>
              <a:rect l="0" t="0" r="r" b="b"/>
              <a:pathLst>
                <a:path w="11" h="13">
                  <a:moveTo>
                    <a:pt x="5" y="13"/>
                  </a:moveTo>
                  <a:cubicBezTo>
                    <a:pt x="3" y="10"/>
                    <a:pt x="2" y="8"/>
                    <a:pt x="1" y="6"/>
                  </a:cubicBezTo>
                  <a:cubicBezTo>
                    <a:pt x="0" y="3"/>
                    <a:pt x="3" y="0"/>
                    <a:pt x="5" y="1"/>
                  </a:cubicBezTo>
                  <a:cubicBezTo>
                    <a:pt x="8" y="2"/>
                    <a:pt x="11" y="6"/>
                    <a:pt x="10" y="9"/>
                  </a:cubicBezTo>
                  <a:cubicBezTo>
                    <a:pt x="9" y="10"/>
                    <a:pt x="7" y="11"/>
                    <a:pt x="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7" name="Freeform 2842">
              <a:extLst>
                <a:ext uri="{FF2B5EF4-FFF2-40B4-BE49-F238E27FC236}">
                  <a16:creationId xmlns:a16="http://schemas.microsoft.com/office/drawing/2014/main" id="{41C806F1-9731-2942-0E50-595E0D7F7225}"/>
                </a:ext>
              </a:extLst>
            </p:cNvPr>
            <p:cNvSpPr>
              <a:spLocks/>
            </p:cNvSpPr>
            <p:nvPr/>
          </p:nvSpPr>
          <p:spPr bwMode="auto">
            <a:xfrm rot="5094805">
              <a:off x="1776555" y="3122880"/>
              <a:ext cx="25135" cy="25135"/>
            </a:xfrm>
            <a:custGeom>
              <a:avLst/>
              <a:gdLst>
                <a:gd name="T0" fmla="*/ 10 w 10"/>
                <a:gd name="T1" fmla="*/ 5 h 10"/>
                <a:gd name="T2" fmla="*/ 6 w 10"/>
                <a:gd name="T3" fmla="*/ 9 h 10"/>
                <a:gd name="T4" fmla="*/ 0 w 10"/>
                <a:gd name="T5" fmla="*/ 4 h 10"/>
                <a:gd name="T6" fmla="*/ 2 w 10"/>
                <a:gd name="T7" fmla="*/ 0 h 10"/>
                <a:gd name="T8" fmla="*/ 10 w 10"/>
                <a:gd name="T9" fmla="*/ 5 h 10"/>
              </a:gdLst>
              <a:ahLst/>
              <a:cxnLst>
                <a:cxn ang="0">
                  <a:pos x="T0" y="T1"/>
                </a:cxn>
                <a:cxn ang="0">
                  <a:pos x="T2" y="T3"/>
                </a:cxn>
                <a:cxn ang="0">
                  <a:pos x="T4" y="T5"/>
                </a:cxn>
                <a:cxn ang="0">
                  <a:pos x="T6" y="T7"/>
                </a:cxn>
                <a:cxn ang="0">
                  <a:pos x="T8" y="T9"/>
                </a:cxn>
              </a:cxnLst>
              <a:rect l="0" t="0" r="r" b="b"/>
              <a:pathLst>
                <a:path w="10" h="10">
                  <a:moveTo>
                    <a:pt x="10" y="5"/>
                  </a:moveTo>
                  <a:cubicBezTo>
                    <a:pt x="8" y="7"/>
                    <a:pt x="7" y="9"/>
                    <a:pt x="6" y="9"/>
                  </a:cubicBezTo>
                  <a:cubicBezTo>
                    <a:pt x="3" y="10"/>
                    <a:pt x="0" y="7"/>
                    <a:pt x="0" y="4"/>
                  </a:cubicBezTo>
                  <a:cubicBezTo>
                    <a:pt x="0" y="2"/>
                    <a:pt x="1" y="0"/>
                    <a:pt x="2" y="0"/>
                  </a:cubicBezTo>
                  <a:cubicBezTo>
                    <a:pt x="4" y="0"/>
                    <a:pt x="6" y="3"/>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8" name="Freeform 2843">
              <a:extLst>
                <a:ext uri="{FF2B5EF4-FFF2-40B4-BE49-F238E27FC236}">
                  <a16:creationId xmlns:a16="http://schemas.microsoft.com/office/drawing/2014/main" id="{277B8F77-E444-660B-6680-3F0D1FEEB513}"/>
                </a:ext>
              </a:extLst>
            </p:cNvPr>
            <p:cNvSpPr>
              <a:spLocks/>
            </p:cNvSpPr>
            <p:nvPr/>
          </p:nvSpPr>
          <p:spPr bwMode="auto">
            <a:xfrm rot="5094805">
              <a:off x="1755189" y="3322164"/>
              <a:ext cx="22850" cy="22850"/>
            </a:xfrm>
            <a:custGeom>
              <a:avLst/>
              <a:gdLst>
                <a:gd name="T0" fmla="*/ 4 w 9"/>
                <a:gd name="T1" fmla="*/ 0 h 10"/>
                <a:gd name="T2" fmla="*/ 9 w 9"/>
                <a:gd name="T3" fmla="*/ 8 h 10"/>
                <a:gd name="T4" fmla="*/ 4 w 9"/>
                <a:gd name="T5" fmla="*/ 10 h 10"/>
                <a:gd name="T6" fmla="*/ 0 w 9"/>
                <a:gd name="T7" fmla="*/ 5 h 10"/>
                <a:gd name="T8" fmla="*/ 4 w 9"/>
                <a:gd name="T9" fmla="*/ 0 h 10"/>
              </a:gdLst>
              <a:ahLst/>
              <a:cxnLst>
                <a:cxn ang="0">
                  <a:pos x="T0" y="T1"/>
                </a:cxn>
                <a:cxn ang="0">
                  <a:pos x="T2" y="T3"/>
                </a:cxn>
                <a:cxn ang="0">
                  <a:pos x="T4" y="T5"/>
                </a:cxn>
                <a:cxn ang="0">
                  <a:pos x="T6" y="T7"/>
                </a:cxn>
                <a:cxn ang="0">
                  <a:pos x="T8" y="T9"/>
                </a:cxn>
              </a:cxnLst>
              <a:rect l="0" t="0" r="r" b="b"/>
              <a:pathLst>
                <a:path w="9" h="10">
                  <a:moveTo>
                    <a:pt x="4" y="0"/>
                  </a:moveTo>
                  <a:cubicBezTo>
                    <a:pt x="7" y="4"/>
                    <a:pt x="8" y="6"/>
                    <a:pt x="9" y="8"/>
                  </a:cubicBezTo>
                  <a:cubicBezTo>
                    <a:pt x="9" y="9"/>
                    <a:pt x="6" y="10"/>
                    <a:pt x="4" y="10"/>
                  </a:cubicBezTo>
                  <a:cubicBezTo>
                    <a:pt x="3" y="9"/>
                    <a:pt x="0" y="6"/>
                    <a:pt x="0" y="5"/>
                  </a:cubicBezTo>
                  <a:cubicBezTo>
                    <a:pt x="0" y="4"/>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9" name="Freeform 2844">
              <a:extLst>
                <a:ext uri="{FF2B5EF4-FFF2-40B4-BE49-F238E27FC236}">
                  <a16:creationId xmlns:a16="http://schemas.microsoft.com/office/drawing/2014/main" id="{F1300161-E2A1-EC3B-D645-625E4E9924F4}"/>
                </a:ext>
              </a:extLst>
            </p:cNvPr>
            <p:cNvSpPr>
              <a:spLocks/>
            </p:cNvSpPr>
            <p:nvPr/>
          </p:nvSpPr>
          <p:spPr bwMode="auto">
            <a:xfrm rot="5094805">
              <a:off x="1742089" y="3524051"/>
              <a:ext cx="22850" cy="20565"/>
            </a:xfrm>
            <a:custGeom>
              <a:avLst/>
              <a:gdLst>
                <a:gd name="T0" fmla="*/ 9 w 9"/>
                <a:gd name="T1" fmla="*/ 4 h 9"/>
                <a:gd name="T2" fmla="*/ 4 w 9"/>
                <a:gd name="T3" fmla="*/ 8 h 9"/>
                <a:gd name="T4" fmla="*/ 0 w 9"/>
                <a:gd name="T5" fmla="*/ 4 h 9"/>
                <a:gd name="T6" fmla="*/ 5 w 9"/>
                <a:gd name="T7" fmla="*/ 1 h 9"/>
                <a:gd name="T8" fmla="*/ 9 w 9"/>
                <a:gd name="T9" fmla="*/ 4 h 9"/>
              </a:gdLst>
              <a:ahLst/>
              <a:cxnLst>
                <a:cxn ang="0">
                  <a:pos x="T0" y="T1"/>
                </a:cxn>
                <a:cxn ang="0">
                  <a:pos x="T2" y="T3"/>
                </a:cxn>
                <a:cxn ang="0">
                  <a:pos x="T4" y="T5"/>
                </a:cxn>
                <a:cxn ang="0">
                  <a:pos x="T6" y="T7"/>
                </a:cxn>
                <a:cxn ang="0">
                  <a:pos x="T8" y="T9"/>
                </a:cxn>
              </a:cxnLst>
              <a:rect l="0" t="0" r="r" b="b"/>
              <a:pathLst>
                <a:path w="9" h="9">
                  <a:moveTo>
                    <a:pt x="9" y="4"/>
                  </a:moveTo>
                  <a:cubicBezTo>
                    <a:pt x="9" y="8"/>
                    <a:pt x="7" y="9"/>
                    <a:pt x="4" y="8"/>
                  </a:cubicBezTo>
                  <a:cubicBezTo>
                    <a:pt x="2" y="7"/>
                    <a:pt x="1" y="5"/>
                    <a:pt x="0" y="4"/>
                  </a:cubicBezTo>
                  <a:cubicBezTo>
                    <a:pt x="0" y="2"/>
                    <a:pt x="3" y="0"/>
                    <a:pt x="5" y="1"/>
                  </a:cubicBezTo>
                  <a:cubicBezTo>
                    <a:pt x="7" y="2"/>
                    <a:pt x="8" y="4"/>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0" name="Freeform 2845">
              <a:extLst>
                <a:ext uri="{FF2B5EF4-FFF2-40B4-BE49-F238E27FC236}">
                  <a16:creationId xmlns:a16="http://schemas.microsoft.com/office/drawing/2014/main" id="{CCFCA7D8-A35A-207D-71E1-4684FE99BEEE}"/>
                </a:ext>
              </a:extLst>
            </p:cNvPr>
            <p:cNvSpPr>
              <a:spLocks/>
            </p:cNvSpPr>
            <p:nvPr/>
          </p:nvSpPr>
          <p:spPr bwMode="auto">
            <a:xfrm rot="5094805">
              <a:off x="1759511" y="3719785"/>
              <a:ext cx="22850" cy="20565"/>
            </a:xfrm>
            <a:custGeom>
              <a:avLst/>
              <a:gdLst>
                <a:gd name="T0" fmla="*/ 4 w 9"/>
                <a:gd name="T1" fmla="*/ 0 h 9"/>
                <a:gd name="T2" fmla="*/ 9 w 9"/>
                <a:gd name="T3" fmla="*/ 6 h 9"/>
                <a:gd name="T4" fmla="*/ 5 w 9"/>
                <a:gd name="T5" fmla="*/ 9 h 9"/>
                <a:gd name="T6" fmla="*/ 0 w 9"/>
                <a:gd name="T7" fmla="*/ 6 h 9"/>
                <a:gd name="T8" fmla="*/ 4 w 9"/>
                <a:gd name="T9" fmla="*/ 0 h 9"/>
              </a:gdLst>
              <a:ahLst/>
              <a:cxnLst>
                <a:cxn ang="0">
                  <a:pos x="T0" y="T1"/>
                </a:cxn>
                <a:cxn ang="0">
                  <a:pos x="T2" y="T3"/>
                </a:cxn>
                <a:cxn ang="0">
                  <a:pos x="T4" y="T5"/>
                </a:cxn>
                <a:cxn ang="0">
                  <a:pos x="T6" y="T7"/>
                </a:cxn>
                <a:cxn ang="0">
                  <a:pos x="T8" y="T9"/>
                </a:cxn>
              </a:cxnLst>
              <a:rect l="0" t="0" r="r" b="b"/>
              <a:pathLst>
                <a:path w="9" h="9">
                  <a:moveTo>
                    <a:pt x="4" y="0"/>
                  </a:moveTo>
                  <a:cubicBezTo>
                    <a:pt x="6" y="3"/>
                    <a:pt x="8" y="4"/>
                    <a:pt x="9" y="6"/>
                  </a:cubicBezTo>
                  <a:cubicBezTo>
                    <a:pt x="9" y="6"/>
                    <a:pt x="6" y="8"/>
                    <a:pt x="5" y="9"/>
                  </a:cubicBezTo>
                  <a:cubicBezTo>
                    <a:pt x="3" y="9"/>
                    <a:pt x="0" y="7"/>
                    <a:pt x="0" y="6"/>
                  </a:cubicBezTo>
                  <a:cubicBezTo>
                    <a:pt x="0" y="4"/>
                    <a:pt x="2" y="3"/>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1" name="Freeform 2846">
              <a:extLst>
                <a:ext uri="{FF2B5EF4-FFF2-40B4-BE49-F238E27FC236}">
                  <a16:creationId xmlns:a16="http://schemas.microsoft.com/office/drawing/2014/main" id="{F8046700-C172-00CA-BAD2-CDA50D6673E8}"/>
                </a:ext>
              </a:extLst>
            </p:cNvPr>
            <p:cNvSpPr>
              <a:spLocks/>
            </p:cNvSpPr>
            <p:nvPr/>
          </p:nvSpPr>
          <p:spPr bwMode="auto">
            <a:xfrm rot="5094805">
              <a:off x="1815625" y="3912075"/>
              <a:ext cx="22850" cy="20565"/>
            </a:xfrm>
            <a:custGeom>
              <a:avLst/>
              <a:gdLst>
                <a:gd name="T0" fmla="*/ 3 w 10"/>
                <a:gd name="T1" fmla="*/ 0 h 8"/>
                <a:gd name="T2" fmla="*/ 8 w 10"/>
                <a:gd name="T3" fmla="*/ 3 h 8"/>
                <a:gd name="T4" fmla="*/ 5 w 10"/>
                <a:gd name="T5" fmla="*/ 8 h 8"/>
                <a:gd name="T6" fmla="*/ 0 w 10"/>
                <a:gd name="T7" fmla="*/ 7 h 8"/>
                <a:gd name="T8" fmla="*/ 3 w 10"/>
                <a:gd name="T9" fmla="*/ 0 h 8"/>
              </a:gdLst>
              <a:ahLst/>
              <a:cxnLst>
                <a:cxn ang="0">
                  <a:pos x="T0" y="T1"/>
                </a:cxn>
                <a:cxn ang="0">
                  <a:pos x="T2" y="T3"/>
                </a:cxn>
                <a:cxn ang="0">
                  <a:pos x="T4" y="T5"/>
                </a:cxn>
                <a:cxn ang="0">
                  <a:pos x="T6" y="T7"/>
                </a:cxn>
                <a:cxn ang="0">
                  <a:pos x="T8" y="T9"/>
                </a:cxn>
              </a:cxnLst>
              <a:rect l="0" t="0" r="r" b="b"/>
              <a:pathLst>
                <a:path w="10" h="8">
                  <a:moveTo>
                    <a:pt x="3" y="0"/>
                  </a:moveTo>
                  <a:cubicBezTo>
                    <a:pt x="6" y="1"/>
                    <a:pt x="7" y="2"/>
                    <a:pt x="8" y="3"/>
                  </a:cubicBezTo>
                  <a:cubicBezTo>
                    <a:pt x="10" y="4"/>
                    <a:pt x="7" y="8"/>
                    <a:pt x="5" y="8"/>
                  </a:cubicBezTo>
                  <a:cubicBezTo>
                    <a:pt x="3" y="8"/>
                    <a:pt x="0" y="7"/>
                    <a:pt x="0" y="7"/>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2" name="Freeform 2848">
              <a:extLst>
                <a:ext uri="{FF2B5EF4-FFF2-40B4-BE49-F238E27FC236}">
                  <a16:creationId xmlns:a16="http://schemas.microsoft.com/office/drawing/2014/main" id="{F4AB1C4B-A56D-1A08-BF82-7B6DA480E92B}"/>
                </a:ext>
              </a:extLst>
            </p:cNvPr>
            <p:cNvSpPr>
              <a:spLocks/>
            </p:cNvSpPr>
            <p:nvPr/>
          </p:nvSpPr>
          <p:spPr bwMode="auto">
            <a:xfrm rot="5094805">
              <a:off x="1967443" y="3970864"/>
              <a:ext cx="22850" cy="41130"/>
            </a:xfrm>
            <a:custGeom>
              <a:avLst/>
              <a:gdLst>
                <a:gd name="T0" fmla="*/ 3 w 9"/>
                <a:gd name="T1" fmla="*/ 0 h 16"/>
                <a:gd name="T2" fmla="*/ 8 w 9"/>
                <a:gd name="T3" fmla="*/ 7 h 16"/>
                <a:gd name="T4" fmla="*/ 5 w 9"/>
                <a:gd name="T5" fmla="*/ 15 h 16"/>
                <a:gd name="T6" fmla="*/ 1 w 9"/>
                <a:gd name="T7" fmla="*/ 10 h 16"/>
                <a:gd name="T8" fmla="*/ 3 w 9"/>
                <a:gd name="T9" fmla="*/ 0 h 16"/>
              </a:gdLst>
              <a:ahLst/>
              <a:cxnLst>
                <a:cxn ang="0">
                  <a:pos x="T0" y="T1"/>
                </a:cxn>
                <a:cxn ang="0">
                  <a:pos x="T2" y="T3"/>
                </a:cxn>
                <a:cxn ang="0">
                  <a:pos x="T4" y="T5"/>
                </a:cxn>
                <a:cxn ang="0">
                  <a:pos x="T6" y="T7"/>
                </a:cxn>
                <a:cxn ang="0">
                  <a:pos x="T8" y="T9"/>
                </a:cxn>
              </a:cxnLst>
              <a:rect l="0" t="0" r="r" b="b"/>
              <a:pathLst>
                <a:path w="9" h="16">
                  <a:moveTo>
                    <a:pt x="3" y="0"/>
                  </a:moveTo>
                  <a:cubicBezTo>
                    <a:pt x="5" y="3"/>
                    <a:pt x="7" y="5"/>
                    <a:pt x="8" y="7"/>
                  </a:cubicBezTo>
                  <a:cubicBezTo>
                    <a:pt x="9" y="10"/>
                    <a:pt x="7" y="16"/>
                    <a:pt x="5" y="15"/>
                  </a:cubicBezTo>
                  <a:cubicBezTo>
                    <a:pt x="3" y="15"/>
                    <a:pt x="1" y="13"/>
                    <a:pt x="1" y="10"/>
                  </a:cubicBezTo>
                  <a:cubicBezTo>
                    <a:pt x="0" y="8"/>
                    <a:pt x="2" y="5"/>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3" name="Freeform 2849">
              <a:extLst>
                <a:ext uri="{FF2B5EF4-FFF2-40B4-BE49-F238E27FC236}">
                  <a16:creationId xmlns:a16="http://schemas.microsoft.com/office/drawing/2014/main" id="{F588D0DA-8F5A-F60F-3A83-1785406892FE}"/>
                </a:ext>
              </a:extLst>
            </p:cNvPr>
            <p:cNvSpPr>
              <a:spLocks/>
            </p:cNvSpPr>
            <p:nvPr/>
          </p:nvSpPr>
          <p:spPr bwMode="auto">
            <a:xfrm rot="5094805">
              <a:off x="1890112" y="3786193"/>
              <a:ext cx="22850" cy="38845"/>
            </a:xfrm>
            <a:custGeom>
              <a:avLst/>
              <a:gdLst>
                <a:gd name="T0" fmla="*/ 9 w 9"/>
                <a:gd name="T1" fmla="*/ 7 h 15"/>
                <a:gd name="T2" fmla="*/ 4 w 9"/>
                <a:gd name="T3" fmla="*/ 13 h 15"/>
                <a:gd name="T4" fmla="*/ 0 w 9"/>
                <a:gd name="T5" fmla="*/ 6 h 15"/>
                <a:gd name="T6" fmla="*/ 4 w 9"/>
                <a:gd name="T7" fmla="*/ 1 h 15"/>
                <a:gd name="T8" fmla="*/ 9 w 9"/>
                <a:gd name="T9" fmla="*/ 7 h 15"/>
              </a:gdLst>
              <a:ahLst/>
              <a:cxnLst>
                <a:cxn ang="0">
                  <a:pos x="T0" y="T1"/>
                </a:cxn>
                <a:cxn ang="0">
                  <a:pos x="T2" y="T3"/>
                </a:cxn>
                <a:cxn ang="0">
                  <a:pos x="T4" y="T5"/>
                </a:cxn>
                <a:cxn ang="0">
                  <a:pos x="T6" y="T7"/>
                </a:cxn>
                <a:cxn ang="0">
                  <a:pos x="T8" y="T9"/>
                </a:cxn>
              </a:cxnLst>
              <a:rect l="0" t="0" r="r" b="b"/>
              <a:pathLst>
                <a:path w="9" h="15">
                  <a:moveTo>
                    <a:pt x="9" y="7"/>
                  </a:moveTo>
                  <a:cubicBezTo>
                    <a:pt x="7" y="10"/>
                    <a:pt x="6" y="12"/>
                    <a:pt x="4" y="13"/>
                  </a:cubicBezTo>
                  <a:cubicBezTo>
                    <a:pt x="2" y="15"/>
                    <a:pt x="0" y="10"/>
                    <a:pt x="0" y="6"/>
                  </a:cubicBezTo>
                  <a:cubicBezTo>
                    <a:pt x="0" y="2"/>
                    <a:pt x="2" y="0"/>
                    <a:pt x="4" y="1"/>
                  </a:cubicBezTo>
                  <a:cubicBezTo>
                    <a:pt x="6" y="2"/>
                    <a:pt x="7" y="4"/>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4" name="Freeform 2850">
              <a:extLst>
                <a:ext uri="{FF2B5EF4-FFF2-40B4-BE49-F238E27FC236}">
                  <a16:creationId xmlns:a16="http://schemas.microsoft.com/office/drawing/2014/main" id="{2860F59C-4ABC-2645-08A4-86616219DDF8}"/>
                </a:ext>
              </a:extLst>
            </p:cNvPr>
            <p:cNvSpPr>
              <a:spLocks/>
            </p:cNvSpPr>
            <p:nvPr/>
          </p:nvSpPr>
          <p:spPr bwMode="auto">
            <a:xfrm rot="5094805">
              <a:off x="1856864" y="3591974"/>
              <a:ext cx="20565" cy="41130"/>
            </a:xfrm>
            <a:custGeom>
              <a:avLst/>
              <a:gdLst>
                <a:gd name="T0" fmla="*/ 4 w 9"/>
                <a:gd name="T1" fmla="*/ 0 h 17"/>
                <a:gd name="T2" fmla="*/ 8 w 9"/>
                <a:gd name="T3" fmla="*/ 10 h 17"/>
                <a:gd name="T4" fmla="*/ 3 w 9"/>
                <a:gd name="T5" fmla="*/ 15 h 17"/>
                <a:gd name="T6" fmla="*/ 0 w 9"/>
                <a:gd name="T7" fmla="*/ 8 h 17"/>
                <a:gd name="T8" fmla="*/ 4 w 9"/>
                <a:gd name="T9" fmla="*/ 0 h 17"/>
              </a:gdLst>
              <a:ahLst/>
              <a:cxnLst>
                <a:cxn ang="0">
                  <a:pos x="T0" y="T1"/>
                </a:cxn>
                <a:cxn ang="0">
                  <a:pos x="T2" y="T3"/>
                </a:cxn>
                <a:cxn ang="0">
                  <a:pos x="T4" y="T5"/>
                </a:cxn>
                <a:cxn ang="0">
                  <a:pos x="T6" y="T7"/>
                </a:cxn>
                <a:cxn ang="0">
                  <a:pos x="T8" y="T9"/>
                </a:cxn>
              </a:cxnLst>
              <a:rect l="0" t="0" r="r" b="b"/>
              <a:pathLst>
                <a:path w="9" h="17">
                  <a:moveTo>
                    <a:pt x="4" y="0"/>
                  </a:moveTo>
                  <a:cubicBezTo>
                    <a:pt x="6" y="5"/>
                    <a:pt x="7" y="7"/>
                    <a:pt x="8" y="10"/>
                  </a:cubicBezTo>
                  <a:cubicBezTo>
                    <a:pt x="9" y="13"/>
                    <a:pt x="5" y="17"/>
                    <a:pt x="3" y="15"/>
                  </a:cubicBezTo>
                  <a:cubicBezTo>
                    <a:pt x="2" y="14"/>
                    <a:pt x="0" y="10"/>
                    <a:pt x="0" y="8"/>
                  </a:cubicBezTo>
                  <a:cubicBezTo>
                    <a:pt x="0" y="6"/>
                    <a:pt x="2" y="4"/>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5" name="Freeform 2851">
              <a:extLst>
                <a:ext uri="{FF2B5EF4-FFF2-40B4-BE49-F238E27FC236}">
                  <a16:creationId xmlns:a16="http://schemas.microsoft.com/office/drawing/2014/main" id="{53D22254-05B2-FFD4-214C-B66ECB7851EA}"/>
                </a:ext>
              </a:extLst>
            </p:cNvPr>
            <p:cNvSpPr>
              <a:spLocks/>
            </p:cNvSpPr>
            <p:nvPr/>
          </p:nvSpPr>
          <p:spPr bwMode="auto">
            <a:xfrm rot="5094805">
              <a:off x="1849471" y="3396277"/>
              <a:ext cx="25135" cy="34275"/>
            </a:xfrm>
            <a:custGeom>
              <a:avLst/>
              <a:gdLst>
                <a:gd name="T0" fmla="*/ 10 w 10"/>
                <a:gd name="T1" fmla="*/ 7 h 14"/>
                <a:gd name="T2" fmla="*/ 6 w 10"/>
                <a:gd name="T3" fmla="*/ 13 h 14"/>
                <a:gd name="T4" fmla="*/ 1 w 10"/>
                <a:gd name="T5" fmla="*/ 8 h 14"/>
                <a:gd name="T6" fmla="*/ 4 w 10"/>
                <a:gd name="T7" fmla="*/ 1 h 14"/>
                <a:gd name="T8" fmla="*/ 10 w 10"/>
                <a:gd name="T9" fmla="*/ 7 h 14"/>
              </a:gdLst>
              <a:ahLst/>
              <a:cxnLst>
                <a:cxn ang="0">
                  <a:pos x="T0" y="T1"/>
                </a:cxn>
                <a:cxn ang="0">
                  <a:pos x="T2" y="T3"/>
                </a:cxn>
                <a:cxn ang="0">
                  <a:pos x="T4" y="T5"/>
                </a:cxn>
                <a:cxn ang="0">
                  <a:pos x="T6" y="T7"/>
                </a:cxn>
                <a:cxn ang="0">
                  <a:pos x="T8" y="T9"/>
                </a:cxn>
              </a:cxnLst>
              <a:rect l="0" t="0" r="r" b="b"/>
              <a:pathLst>
                <a:path w="10" h="14">
                  <a:moveTo>
                    <a:pt x="10" y="7"/>
                  </a:moveTo>
                  <a:cubicBezTo>
                    <a:pt x="8" y="10"/>
                    <a:pt x="8" y="12"/>
                    <a:pt x="6" y="13"/>
                  </a:cubicBezTo>
                  <a:cubicBezTo>
                    <a:pt x="4" y="14"/>
                    <a:pt x="2" y="12"/>
                    <a:pt x="1" y="8"/>
                  </a:cubicBezTo>
                  <a:cubicBezTo>
                    <a:pt x="0" y="4"/>
                    <a:pt x="2" y="0"/>
                    <a:pt x="4" y="1"/>
                  </a:cubicBezTo>
                  <a:cubicBezTo>
                    <a:pt x="6" y="2"/>
                    <a:pt x="8" y="5"/>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6" name="Freeform 2852">
              <a:extLst>
                <a:ext uri="{FF2B5EF4-FFF2-40B4-BE49-F238E27FC236}">
                  <a16:creationId xmlns:a16="http://schemas.microsoft.com/office/drawing/2014/main" id="{0BC95961-B837-1993-5F04-C0DF9E1BD3DB}"/>
                </a:ext>
              </a:extLst>
            </p:cNvPr>
            <p:cNvSpPr>
              <a:spLocks/>
            </p:cNvSpPr>
            <p:nvPr/>
          </p:nvSpPr>
          <p:spPr bwMode="auto">
            <a:xfrm rot="5094805">
              <a:off x="1875205" y="3192432"/>
              <a:ext cx="18280" cy="41130"/>
            </a:xfrm>
            <a:custGeom>
              <a:avLst/>
              <a:gdLst>
                <a:gd name="T0" fmla="*/ 3 w 8"/>
                <a:gd name="T1" fmla="*/ 0 h 16"/>
                <a:gd name="T2" fmla="*/ 7 w 8"/>
                <a:gd name="T3" fmla="*/ 10 h 16"/>
                <a:gd name="T4" fmla="*/ 3 w 8"/>
                <a:gd name="T5" fmla="*/ 14 h 16"/>
                <a:gd name="T6" fmla="*/ 0 w 8"/>
                <a:gd name="T7" fmla="*/ 7 h 16"/>
                <a:gd name="T8" fmla="*/ 3 w 8"/>
                <a:gd name="T9" fmla="*/ 0 h 16"/>
              </a:gdLst>
              <a:ahLst/>
              <a:cxnLst>
                <a:cxn ang="0">
                  <a:pos x="T0" y="T1"/>
                </a:cxn>
                <a:cxn ang="0">
                  <a:pos x="T2" y="T3"/>
                </a:cxn>
                <a:cxn ang="0">
                  <a:pos x="T4" y="T5"/>
                </a:cxn>
                <a:cxn ang="0">
                  <a:pos x="T6" y="T7"/>
                </a:cxn>
                <a:cxn ang="0">
                  <a:pos x="T8" y="T9"/>
                </a:cxn>
              </a:cxnLst>
              <a:rect l="0" t="0" r="r" b="b"/>
              <a:pathLst>
                <a:path w="8" h="16">
                  <a:moveTo>
                    <a:pt x="3" y="0"/>
                  </a:moveTo>
                  <a:cubicBezTo>
                    <a:pt x="5" y="5"/>
                    <a:pt x="7" y="8"/>
                    <a:pt x="7" y="10"/>
                  </a:cubicBezTo>
                  <a:cubicBezTo>
                    <a:pt x="8" y="14"/>
                    <a:pt x="5" y="16"/>
                    <a:pt x="3" y="14"/>
                  </a:cubicBezTo>
                  <a:cubicBezTo>
                    <a:pt x="1" y="12"/>
                    <a:pt x="0" y="9"/>
                    <a:pt x="0" y="7"/>
                  </a:cubicBezTo>
                  <a:cubicBezTo>
                    <a:pt x="0" y="5"/>
                    <a:pt x="1"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7" name="Freeform 2853">
              <a:extLst>
                <a:ext uri="{FF2B5EF4-FFF2-40B4-BE49-F238E27FC236}">
                  <a16:creationId xmlns:a16="http://schemas.microsoft.com/office/drawing/2014/main" id="{1B7F4862-9963-F075-4391-D09D29785C82}"/>
                </a:ext>
              </a:extLst>
            </p:cNvPr>
            <p:cNvSpPr>
              <a:spLocks/>
            </p:cNvSpPr>
            <p:nvPr/>
          </p:nvSpPr>
          <p:spPr bwMode="auto">
            <a:xfrm rot="5094805">
              <a:off x="1903090" y="2992452"/>
              <a:ext cx="22850" cy="36560"/>
            </a:xfrm>
            <a:custGeom>
              <a:avLst/>
              <a:gdLst>
                <a:gd name="T0" fmla="*/ 4 w 9"/>
                <a:gd name="T1" fmla="*/ 0 h 15"/>
                <a:gd name="T2" fmla="*/ 8 w 9"/>
                <a:gd name="T3" fmla="*/ 9 h 15"/>
                <a:gd name="T4" fmla="*/ 3 w 9"/>
                <a:gd name="T5" fmla="*/ 13 h 15"/>
                <a:gd name="T6" fmla="*/ 0 w 9"/>
                <a:gd name="T7" fmla="*/ 6 h 15"/>
                <a:gd name="T8" fmla="*/ 4 w 9"/>
                <a:gd name="T9" fmla="*/ 0 h 15"/>
              </a:gdLst>
              <a:ahLst/>
              <a:cxnLst>
                <a:cxn ang="0">
                  <a:pos x="T0" y="T1"/>
                </a:cxn>
                <a:cxn ang="0">
                  <a:pos x="T2" y="T3"/>
                </a:cxn>
                <a:cxn ang="0">
                  <a:pos x="T4" y="T5"/>
                </a:cxn>
                <a:cxn ang="0">
                  <a:pos x="T6" y="T7"/>
                </a:cxn>
                <a:cxn ang="0">
                  <a:pos x="T8" y="T9"/>
                </a:cxn>
              </a:cxnLst>
              <a:rect l="0" t="0" r="r" b="b"/>
              <a:pathLst>
                <a:path w="9" h="15">
                  <a:moveTo>
                    <a:pt x="4" y="0"/>
                  </a:moveTo>
                  <a:cubicBezTo>
                    <a:pt x="6" y="4"/>
                    <a:pt x="7" y="7"/>
                    <a:pt x="8" y="9"/>
                  </a:cubicBezTo>
                  <a:cubicBezTo>
                    <a:pt x="9" y="13"/>
                    <a:pt x="5" y="15"/>
                    <a:pt x="3" y="13"/>
                  </a:cubicBezTo>
                  <a:cubicBezTo>
                    <a:pt x="2" y="11"/>
                    <a:pt x="0" y="8"/>
                    <a:pt x="0" y="6"/>
                  </a:cubicBezTo>
                  <a:cubicBezTo>
                    <a:pt x="0" y="4"/>
                    <a:pt x="2" y="3"/>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8" name="Freeform 2854">
              <a:extLst>
                <a:ext uri="{FF2B5EF4-FFF2-40B4-BE49-F238E27FC236}">
                  <a16:creationId xmlns:a16="http://schemas.microsoft.com/office/drawing/2014/main" id="{AD2ADA15-7AC9-5346-A650-C8E904162E83}"/>
                </a:ext>
              </a:extLst>
            </p:cNvPr>
            <p:cNvSpPr>
              <a:spLocks/>
            </p:cNvSpPr>
            <p:nvPr/>
          </p:nvSpPr>
          <p:spPr bwMode="auto">
            <a:xfrm rot="5094805">
              <a:off x="1932219" y="2795896"/>
              <a:ext cx="25135" cy="27420"/>
            </a:xfrm>
            <a:custGeom>
              <a:avLst/>
              <a:gdLst>
                <a:gd name="T0" fmla="*/ 10 w 10"/>
                <a:gd name="T1" fmla="*/ 6 h 11"/>
                <a:gd name="T2" fmla="*/ 5 w 10"/>
                <a:gd name="T3" fmla="*/ 10 h 11"/>
                <a:gd name="T4" fmla="*/ 0 w 10"/>
                <a:gd name="T5" fmla="*/ 4 h 11"/>
                <a:gd name="T6" fmla="*/ 4 w 10"/>
                <a:gd name="T7" fmla="*/ 1 h 11"/>
                <a:gd name="T8" fmla="*/ 10 w 10"/>
                <a:gd name="T9" fmla="*/ 6 h 11"/>
              </a:gdLst>
              <a:ahLst/>
              <a:cxnLst>
                <a:cxn ang="0">
                  <a:pos x="T0" y="T1"/>
                </a:cxn>
                <a:cxn ang="0">
                  <a:pos x="T2" y="T3"/>
                </a:cxn>
                <a:cxn ang="0">
                  <a:pos x="T4" y="T5"/>
                </a:cxn>
                <a:cxn ang="0">
                  <a:pos x="T6" y="T7"/>
                </a:cxn>
                <a:cxn ang="0">
                  <a:pos x="T8" y="T9"/>
                </a:cxn>
              </a:cxnLst>
              <a:rect l="0" t="0" r="r" b="b"/>
              <a:pathLst>
                <a:path w="10" h="11">
                  <a:moveTo>
                    <a:pt x="10" y="6"/>
                  </a:moveTo>
                  <a:cubicBezTo>
                    <a:pt x="8" y="8"/>
                    <a:pt x="7" y="10"/>
                    <a:pt x="5" y="10"/>
                  </a:cubicBezTo>
                  <a:cubicBezTo>
                    <a:pt x="3" y="11"/>
                    <a:pt x="0" y="7"/>
                    <a:pt x="0" y="4"/>
                  </a:cubicBezTo>
                  <a:cubicBezTo>
                    <a:pt x="1" y="2"/>
                    <a:pt x="3" y="0"/>
                    <a:pt x="4" y="1"/>
                  </a:cubicBezTo>
                  <a:cubicBezTo>
                    <a:pt x="5" y="1"/>
                    <a:pt x="7"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9" name="Freeform 2855">
              <a:extLst>
                <a:ext uri="{FF2B5EF4-FFF2-40B4-BE49-F238E27FC236}">
                  <a16:creationId xmlns:a16="http://schemas.microsoft.com/office/drawing/2014/main" id="{3BED11F9-BECB-FD74-EACA-69571AFD64E8}"/>
                </a:ext>
              </a:extLst>
            </p:cNvPr>
            <p:cNvSpPr>
              <a:spLocks/>
            </p:cNvSpPr>
            <p:nvPr/>
          </p:nvSpPr>
          <p:spPr bwMode="auto">
            <a:xfrm rot="5094805">
              <a:off x="1949775" y="2591424"/>
              <a:ext cx="22850" cy="31990"/>
            </a:xfrm>
            <a:custGeom>
              <a:avLst/>
              <a:gdLst>
                <a:gd name="T0" fmla="*/ 4 w 9"/>
                <a:gd name="T1" fmla="*/ 0 h 13"/>
                <a:gd name="T2" fmla="*/ 8 w 9"/>
                <a:gd name="T3" fmla="*/ 7 h 13"/>
                <a:gd name="T4" fmla="*/ 3 w 9"/>
                <a:gd name="T5" fmla="*/ 11 h 13"/>
                <a:gd name="T6" fmla="*/ 0 w 9"/>
                <a:gd name="T7" fmla="*/ 5 h 13"/>
                <a:gd name="T8" fmla="*/ 4 w 9"/>
                <a:gd name="T9" fmla="*/ 0 h 13"/>
              </a:gdLst>
              <a:ahLst/>
              <a:cxnLst>
                <a:cxn ang="0">
                  <a:pos x="T0" y="T1"/>
                </a:cxn>
                <a:cxn ang="0">
                  <a:pos x="T2" y="T3"/>
                </a:cxn>
                <a:cxn ang="0">
                  <a:pos x="T4" y="T5"/>
                </a:cxn>
                <a:cxn ang="0">
                  <a:pos x="T6" y="T7"/>
                </a:cxn>
                <a:cxn ang="0">
                  <a:pos x="T8" y="T9"/>
                </a:cxn>
              </a:cxnLst>
              <a:rect l="0" t="0" r="r" b="b"/>
              <a:pathLst>
                <a:path w="9" h="13">
                  <a:moveTo>
                    <a:pt x="4" y="0"/>
                  </a:moveTo>
                  <a:cubicBezTo>
                    <a:pt x="6" y="3"/>
                    <a:pt x="8" y="5"/>
                    <a:pt x="8" y="7"/>
                  </a:cubicBezTo>
                  <a:cubicBezTo>
                    <a:pt x="9" y="10"/>
                    <a:pt x="5" y="13"/>
                    <a:pt x="3" y="11"/>
                  </a:cubicBezTo>
                  <a:cubicBezTo>
                    <a:pt x="2" y="10"/>
                    <a:pt x="0" y="7"/>
                    <a:pt x="0" y="5"/>
                  </a:cubicBezTo>
                  <a:cubicBezTo>
                    <a:pt x="0" y="3"/>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0" name="Freeform 2856">
              <a:extLst>
                <a:ext uri="{FF2B5EF4-FFF2-40B4-BE49-F238E27FC236}">
                  <a16:creationId xmlns:a16="http://schemas.microsoft.com/office/drawing/2014/main" id="{A69C97FD-97E3-60F9-58C9-11300A601727}"/>
                </a:ext>
              </a:extLst>
            </p:cNvPr>
            <p:cNvSpPr>
              <a:spLocks/>
            </p:cNvSpPr>
            <p:nvPr/>
          </p:nvSpPr>
          <p:spPr bwMode="auto">
            <a:xfrm rot="5094805">
              <a:off x="1938139" y="2398505"/>
              <a:ext cx="25135" cy="27420"/>
            </a:xfrm>
            <a:custGeom>
              <a:avLst/>
              <a:gdLst>
                <a:gd name="T0" fmla="*/ 10 w 10"/>
                <a:gd name="T1" fmla="*/ 4 h 11"/>
                <a:gd name="T2" fmla="*/ 6 w 10"/>
                <a:gd name="T3" fmla="*/ 10 h 11"/>
                <a:gd name="T4" fmla="*/ 1 w 10"/>
                <a:gd name="T5" fmla="*/ 7 h 11"/>
                <a:gd name="T6" fmla="*/ 4 w 10"/>
                <a:gd name="T7" fmla="*/ 0 h 11"/>
                <a:gd name="T8" fmla="*/ 10 w 10"/>
                <a:gd name="T9" fmla="*/ 4 h 11"/>
              </a:gdLst>
              <a:ahLst/>
              <a:cxnLst>
                <a:cxn ang="0">
                  <a:pos x="T0" y="T1"/>
                </a:cxn>
                <a:cxn ang="0">
                  <a:pos x="T2" y="T3"/>
                </a:cxn>
                <a:cxn ang="0">
                  <a:pos x="T4" y="T5"/>
                </a:cxn>
                <a:cxn ang="0">
                  <a:pos x="T6" y="T7"/>
                </a:cxn>
                <a:cxn ang="0">
                  <a:pos x="T8" y="T9"/>
                </a:cxn>
              </a:cxnLst>
              <a:rect l="0" t="0" r="r" b="b"/>
              <a:pathLst>
                <a:path w="10" h="11">
                  <a:moveTo>
                    <a:pt x="10" y="4"/>
                  </a:moveTo>
                  <a:cubicBezTo>
                    <a:pt x="8" y="7"/>
                    <a:pt x="7" y="9"/>
                    <a:pt x="6" y="10"/>
                  </a:cubicBezTo>
                  <a:cubicBezTo>
                    <a:pt x="4" y="11"/>
                    <a:pt x="2" y="10"/>
                    <a:pt x="1" y="7"/>
                  </a:cubicBezTo>
                  <a:cubicBezTo>
                    <a:pt x="0" y="4"/>
                    <a:pt x="1" y="0"/>
                    <a:pt x="4" y="0"/>
                  </a:cubicBezTo>
                  <a:cubicBezTo>
                    <a:pt x="5" y="1"/>
                    <a:pt x="7" y="2"/>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1" name="Freeform 2857">
              <a:extLst>
                <a:ext uri="{FF2B5EF4-FFF2-40B4-BE49-F238E27FC236}">
                  <a16:creationId xmlns:a16="http://schemas.microsoft.com/office/drawing/2014/main" id="{C356C20F-63D7-9798-4B4D-273659AA590A}"/>
                </a:ext>
              </a:extLst>
            </p:cNvPr>
            <p:cNvSpPr>
              <a:spLocks/>
            </p:cNvSpPr>
            <p:nvPr/>
          </p:nvSpPr>
          <p:spPr bwMode="auto">
            <a:xfrm rot="5094805">
              <a:off x="1900338" y="2204691"/>
              <a:ext cx="22850" cy="29705"/>
            </a:xfrm>
            <a:custGeom>
              <a:avLst/>
              <a:gdLst>
                <a:gd name="T0" fmla="*/ 10 w 10"/>
                <a:gd name="T1" fmla="*/ 4 h 12"/>
                <a:gd name="T2" fmla="*/ 6 w 10"/>
                <a:gd name="T3" fmla="*/ 10 h 12"/>
                <a:gd name="T4" fmla="*/ 1 w 10"/>
                <a:gd name="T5" fmla="*/ 7 h 12"/>
                <a:gd name="T6" fmla="*/ 4 w 10"/>
                <a:gd name="T7" fmla="*/ 1 h 12"/>
                <a:gd name="T8" fmla="*/ 10 w 10"/>
                <a:gd name="T9" fmla="*/ 4 h 12"/>
              </a:gdLst>
              <a:ahLst/>
              <a:cxnLst>
                <a:cxn ang="0">
                  <a:pos x="T0" y="T1"/>
                </a:cxn>
                <a:cxn ang="0">
                  <a:pos x="T2" y="T3"/>
                </a:cxn>
                <a:cxn ang="0">
                  <a:pos x="T4" y="T5"/>
                </a:cxn>
                <a:cxn ang="0">
                  <a:pos x="T6" y="T7"/>
                </a:cxn>
                <a:cxn ang="0">
                  <a:pos x="T8" y="T9"/>
                </a:cxn>
              </a:cxnLst>
              <a:rect l="0" t="0" r="r" b="b"/>
              <a:pathLst>
                <a:path w="10" h="12">
                  <a:moveTo>
                    <a:pt x="10" y="4"/>
                  </a:moveTo>
                  <a:cubicBezTo>
                    <a:pt x="8" y="7"/>
                    <a:pt x="7" y="9"/>
                    <a:pt x="6" y="10"/>
                  </a:cubicBezTo>
                  <a:cubicBezTo>
                    <a:pt x="4" y="12"/>
                    <a:pt x="2" y="10"/>
                    <a:pt x="1" y="7"/>
                  </a:cubicBezTo>
                  <a:cubicBezTo>
                    <a:pt x="0" y="4"/>
                    <a:pt x="1" y="0"/>
                    <a:pt x="4" y="1"/>
                  </a:cubicBezTo>
                  <a:cubicBezTo>
                    <a:pt x="6" y="1"/>
                    <a:pt x="7" y="2"/>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2" name="Freeform 2858">
              <a:extLst>
                <a:ext uri="{FF2B5EF4-FFF2-40B4-BE49-F238E27FC236}">
                  <a16:creationId xmlns:a16="http://schemas.microsoft.com/office/drawing/2014/main" id="{F47D942C-6DEE-ADA2-E5BE-655D5CD828B3}"/>
                </a:ext>
              </a:extLst>
            </p:cNvPr>
            <p:cNvSpPr>
              <a:spLocks/>
            </p:cNvSpPr>
            <p:nvPr/>
          </p:nvSpPr>
          <p:spPr bwMode="auto">
            <a:xfrm rot="5094805">
              <a:off x="1883022" y="2009054"/>
              <a:ext cx="20565" cy="31990"/>
            </a:xfrm>
            <a:custGeom>
              <a:avLst/>
              <a:gdLst>
                <a:gd name="T0" fmla="*/ 4 w 8"/>
                <a:gd name="T1" fmla="*/ 0 h 13"/>
                <a:gd name="T2" fmla="*/ 8 w 8"/>
                <a:gd name="T3" fmla="*/ 7 h 13"/>
                <a:gd name="T4" fmla="*/ 3 w 8"/>
                <a:gd name="T5" fmla="*/ 11 h 13"/>
                <a:gd name="T6" fmla="*/ 0 w 8"/>
                <a:gd name="T7" fmla="*/ 6 h 13"/>
                <a:gd name="T8" fmla="*/ 4 w 8"/>
                <a:gd name="T9" fmla="*/ 0 h 13"/>
              </a:gdLst>
              <a:ahLst/>
              <a:cxnLst>
                <a:cxn ang="0">
                  <a:pos x="T0" y="T1"/>
                </a:cxn>
                <a:cxn ang="0">
                  <a:pos x="T2" y="T3"/>
                </a:cxn>
                <a:cxn ang="0">
                  <a:pos x="T4" y="T5"/>
                </a:cxn>
                <a:cxn ang="0">
                  <a:pos x="T6" y="T7"/>
                </a:cxn>
                <a:cxn ang="0">
                  <a:pos x="T8" y="T9"/>
                </a:cxn>
              </a:cxnLst>
              <a:rect l="0" t="0" r="r" b="b"/>
              <a:pathLst>
                <a:path w="8" h="13">
                  <a:moveTo>
                    <a:pt x="4" y="0"/>
                  </a:moveTo>
                  <a:cubicBezTo>
                    <a:pt x="6" y="3"/>
                    <a:pt x="7" y="5"/>
                    <a:pt x="8" y="7"/>
                  </a:cubicBezTo>
                  <a:cubicBezTo>
                    <a:pt x="8" y="10"/>
                    <a:pt x="5" y="13"/>
                    <a:pt x="3" y="11"/>
                  </a:cubicBezTo>
                  <a:cubicBezTo>
                    <a:pt x="2" y="10"/>
                    <a:pt x="0" y="7"/>
                    <a:pt x="0" y="6"/>
                  </a:cubicBezTo>
                  <a:cubicBezTo>
                    <a:pt x="0" y="4"/>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3" name="Freeform 2859">
              <a:extLst>
                <a:ext uri="{FF2B5EF4-FFF2-40B4-BE49-F238E27FC236}">
                  <a16:creationId xmlns:a16="http://schemas.microsoft.com/office/drawing/2014/main" id="{ACD0FDA7-2EA1-FEAF-8904-711538C88906}"/>
                </a:ext>
              </a:extLst>
            </p:cNvPr>
            <p:cNvSpPr>
              <a:spLocks/>
            </p:cNvSpPr>
            <p:nvPr/>
          </p:nvSpPr>
          <p:spPr bwMode="auto">
            <a:xfrm rot="5094805">
              <a:off x="1881724" y="1816260"/>
              <a:ext cx="25135" cy="27420"/>
            </a:xfrm>
            <a:custGeom>
              <a:avLst/>
              <a:gdLst>
                <a:gd name="T0" fmla="*/ 10 w 10"/>
                <a:gd name="T1" fmla="*/ 6 h 11"/>
                <a:gd name="T2" fmla="*/ 6 w 10"/>
                <a:gd name="T3" fmla="*/ 11 h 11"/>
                <a:gd name="T4" fmla="*/ 1 w 10"/>
                <a:gd name="T5" fmla="*/ 7 h 11"/>
                <a:gd name="T6" fmla="*/ 4 w 10"/>
                <a:gd name="T7" fmla="*/ 1 h 11"/>
                <a:gd name="T8" fmla="*/ 10 w 10"/>
                <a:gd name="T9" fmla="*/ 6 h 11"/>
              </a:gdLst>
              <a:ahLst/>
              <a:cxnLst>
                <a:cxn ang="0">
                  <a:pos x="T0" y="T1"/>
                </a:cxn>
                <a:cxn ang="0">
                  <a:pos x="T2" y="T3"/>
                </a:cxn>
                <a:cxn ang="0">
                  <a:pos x="T4" y="T5"/>
                </a:cxn>
                <a:cxn ang="0">
                  <a:pos x="T6" y="T7"/>
                </a:cxn>
                <a:cxn ang="0">
                  <a:pos x="T8" y="T9"/>
                </a:cxn>
              </a:cxnLst>
              <a:rect l="0" t="0" r="r" b="b"/>
              <a:pathLst>
                <a:path w="10" h="11">
                  <a:moveTo>
                    <a:pt x="10" y="6"/>
                  </a:moveTo>
                  <a:cubicBezTo>
                    <a:pt x="8" y="8"/>
                    <a:pt x="7" y="10"/>
                    <a:pt x="6" y="11"/>
                  </a:cubicBezTo>
                  <a:cubicBezTo>
                    <a:pt x="4" y="11"/>
                    <a:pt x="2" y="9"/>
                    <a:pt x="1" y="7"/>
                  </a:cubicBezTo>
                  <a:cubicBezTo>
                    <a:pt x="0" y="3"/>
                    <a:pt x="1" y="0"/>
                    <a:pt x="4" y="1"/>
                  </a:cubicBezTo>
                  <a:cubicBezTo>
                    <a:pt x="6" y="2"/>
                    <a:pt x="7"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4" name="Freeform 2860">
              <a:extLst>
                <a:ext uri="{FF2B5EF4-FFF2-40B4-BE49-F238E27FC236}">
                  <a16:creationId xmlns:a16="http://schemas.microsoft.com/office/drawing/2014/main" id="{141C932E-630B-CBF0-EC7A-127276A723F2}"/>
                </a:ext>
              </a:extLst>
            </p:cNvPr>
            <p:cNvSpPr>
              <a:spLocks/>
            </p:cNvSpPr>
            <p:nvPr/>
          </p:nvSpPr>
          <p:spPr bwMode="auto">
            <a:xfrm rot="5094805">
              <a:off x="1897312" y="1618933"/>
              <a:ext cx="20565" cy="25135"/>
            </a:xfrm>
            <a:custGeom>
              <a:avLst/>
              <a:gdLst>
                <a:gd name="T0" fmla="*/ 9 w 9"/>
                <a:gd name="T1" fmla="*/ 5 h 10"/>
                <a:gd name="T2" fmla="*/ 5 w 9"/>
                <a:gd name="T3" fmla="*/ 9 h 10"/>
                <a:gd name="T4" fmla="*/ 0 w 9"/>
                <a:gd name="T5" fmla="*/ 3 h 10"/>
                <a:gd name="T6" fmla="*/ 4 w 9"/>
                <a:gd name="T7" fmla="*/ 0 h 10"/>
                <a:gd name="T8" fmla="*/ 9 w 9"/>
                <a:gd name="T9" fmla="*/ 5 h 10"/>
              </a:gdLst>
              <a:ahLst/>
              <a:cxnLst>
                <a:cxn ang="0">
                  <a:pos x="T0" y="T1"/>
                </a:cxn>
                <a:cxn ang="0">
                  <a:pos x="T2" y="T3"/>
                </a:cxn>
                <a:cxn ang="0">
                  <a:pos x="T4" y="T5"/>
                </a:cxn>
                <a:cxn ang="0">
                  <a:pos x="T6" y="T7"/>
                </a:cxn>
                <a:cxn ang="0">
                  <a:pos x="T8" y="T9"/>
                </a:cxn>
              </a:cxnLst>
              <a:rect l="0" t="0" r="r" b="b"/>
              <a:pathLst>
                <a:path w="9" h="10">
                  <a:moveTo>
                    <a:pt x="9" y="5"/>
                  </a:moveTo>
                  <a:cubicBezTo>
                    <a:pt x="8" y="7"/>
                    <a:pt x="7" y="9"/>
                    <a:pt x="5" y="9"/>
                  </a:cubicBezTo>
                  <a:cubicBezTo>
                    <a:pt x="3" y="10"/>
                    <a:pt x="0" y="6"/>
                    <a:pt x="0" y="3"/>
                  </a:cubicBezTo>
                  <a:cubicBezTo>
                    <a:pt x="1" y="2"/>
                    <a:pt x="3" y="0"/>
                    <a:pt x="4" y="0"/>
                  </a:cubicBezTo>
                  <a:cubicBezTo>
                    <a:pt x="5" y="1"/>
                    <a:pt x="7" y="3"/>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5" name="Freeform 2861">
              <a:extLst>
                <a:ext uri="{FF2B5EF4-FFF2-40B4-BE49-F238E27FC236}">
                  <a16:creationId xmlns:a16="http://schemas.microsoft.com/office/drawing/2014/main" id="{B2ED44FB-64AB-6F25-64AB-70FE458695AC}"/>
                </a:ext>
              </a:extLst>
            </p:cNvPr>
            <p:cNvSpPr>
              <a:spLocks/>
            </p:cNvSpPr>
            <p:nvPr/>
          </p:nvSpPr>
          <p:spPr bwMode="auto">
            <a:xfrm rot="5094805">
              <a:off x="1923124" y="1421432"/>
              <a:ext cx="25135" cy="20565"/>
            </a:xfrm>
            <a:custGeom>
              <a:avLst/>
              <a:gdLst>
                <a:gd name="T0" fmla="*/ 10 w 10"/>
                <a:gd name="T1" fmla="*/ 7 h 9"/>
                <a:gd name="T2" fmla="*/ 5 w 10"/>
                <a:gd name="T3" fmla="*/ 9 h 9"/>
                <a:gd name="T4" fmla="*/ 1 w 10"/>
                <a:gd name="T5" fmla="*/ 3 h 9"/>
                <a:gd name="T6" fmla="*/ 5 w 10"/>
                <a:gd name="T7" fmla="*/ 1 h 9"/>
                <a:gd name="T8" fmla="*/ 10 w 10"/>
                <a:gd name="T9" fmla="*/ 7 h 9"/>
              </a:gdLst>
              <a:ahLst/>
              <a:cxnLst>
                <a:cxn ang="0">
                  <a:pos x="T0" y="T1"/>
                </a:cxn>
                <a:cxn ang="0">
                  <a:pos x="T2" y="T3"/>
                </a:cxn>
                <a:cxn ang="0">
                  <a:pos x="T4" y="T5"/>
                </a:cxn>
                <a:cxn ang="0">
                  <a:pos x="T6" y="T7"/>
                </a:cxn>
                <a:cxn ang="0">
                  <a:pos x="T8" y="T9"/>
                </a:cxn>
              </a:cxnLst>
              <a:rect l="0" t="0" r="r" b="b"/>
              <a:pathLst>
                <a:path w="10" h="9">
                  <a:moveTo>
                    <a:pt x="10" y="7"/>
                  </a:moveTo>
                  <a:cubicBezTo>
                    <a:pt x="8" y="8"/>
                    <a:pt x="7" y="9"/>
                    <a:pt x="5" y="9"/>
                  </a:cubicBezTo>
                  <a:cubicBezTo>
                    <a:pt x="3" y="9"/>
                    <a:pt x="0" y="5"/>
                    <a:pt x="1" y="3"/>
                  </a:cubicBezTo>
                  <a:cubicBezTo>
                    <a:pt x="1" y="1"/>
                    <a:pt x="3" y="0"/>
                    <a:pt x="5" y="1"/>
                  </a:cubicBezTo>
                  <a:cubicBezTo>
                    <a:pt x="7" y="2"/>
                    <a:pt x="8" y="4"/>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6" name="Freeform 2862">
              <a:extLst>
                <a:ext uri="{FF2B5EF4-FFF2-40B4-BE49-F238E27FC236}">
                  <a16:creationId xmlns:a16="http://schemas.microsoft.com/office/drawing/2014/main" id="{8498D2FB-862A-FF94-1986-EDC1ABBB1627}"/>
                </a:ext>
              </a:extLst>
            </p:cNvPr>
            <p:cNvSpPr>
              <a:spLocks/>
            </p:cNvSpPr>
            <p:nvPr/>
          </p:nvSpPr>
          <p:spPr bwMode="auto">
            <a:xfrm rot="5094805">
              <a:off x="1955976" y="1223517"/>
              <a:ext cx="25135" cy="20565"/>
            </a:xfrm>
            <a:custGeom>
              <a:avLst/>
              <a:gdLst>
                <a:gd name="T0" fmla="*/ 10 w 10"/>
                <a:gd name="T1" fmla="*/ 6 h 8"/>
                <a:gd name="T2" fmla="*/ 5 w 10"/>
                <a:gd name="T3" fmla="*/ 8 h 8"/>
                <a:gd name="T4" fmla="*/ 0 w 10"/>
                <a:gd name="T5" fmla="*/ 3 h 8"/>
                <a:gd name="T6" fmla="*/ 4 w 10"/>
                <a:gd name="T7" fmla="*/ 1 h 8"/>
                <a:gd name="T8" fmla="*/ 10 w 10"/>
                <a:gd name="T9" fmla="*/ 6 h 8"/>
              </a:gdLst>
              <a:ahLst/>
              <a:cxnLst>
                <a:cxn ang="0">
                  <a:pos x="T0" y="T1"/>
                </a:cxn>
                <a:cxn ang="0">
                  <a:pos x="T2" y="T3"/>
                </a:cxn>
                <a:cxn ang="0">
                  <a:pos x="T4" y="T5"/>
                </a:cxn>
                <a:cxn ang="0">
                  <a:pos x="T6" y="T7"/>
                </a:cxn>
                <a:cxn ang="0">
                  <a:pos x="T8" y="T9"/>
                </a:cxn>
              </a:cxnLst>
              <a:rect l="0" t="0" r="r" b="b"/>
              <a:pathLst>
                <a:path w="10" h="8">
                  <a:moveTo>
                    <a:pt x="10" y="6"/>
                  </a:moveTo>
                  <a:cubicBezTo>
                    <a:pt x="7" y="7"/>
                    <a:pt x="6" y="8"/>
                    <a:pt x="5" y="8"/>
                  </a:cubicBezTo>
                  <a:cubicBezTo>
                    <a:pt x="3" y="8"/>
                    <a:pt x="0" y="5"/>
                    <a:pt x="0" y="3"/>
                  </a:cubicBezTo>
                  <a:cubicBezTo>
                    <a:pt x="1" y="1"/>
                    <a:pt x="2" y="0"/>
                    <a:pt x="4" y="1"/>
                  </a:cubicBezTo>
                  <a:cubicBezTo>
                    <a:pt x="6" y="2"/>
                    <a:pt x="7"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7" name="Freeform 2863">
              <a:extLst>
                <a:ext uri="{FF2B5EF4-FFF2-40B4-BE49-F238E27FC236}">
                  <a16:creationId xmlns:a16="http://schemas.microsoft.com/office/drawing/2014/main" id="{C8D4192F-B3AD-4C20-A736-CC42CC82D37B}"/>
                </a:ext>
              </a:extLst>
            </p:cNvPr>
            <p:cNvSpPr>
              <a:spLocks/>
            </p:cNvSpPr>
            <p:nvPr/>
          </p:nvSpPr>
          <p:spPr bwMode="auto">
            <a:xfrm rot="5094805">
              <a:off x="1988422" y="1023335"/>
              <a:ext cx="25135" cy="15995"/>
            </a:xfrm>
            <a:custGeom>
              <a:avLst/>
              <a:gdLst>
                <a:gd name="T0" fmla="*/ 10 w 10"/>
                <a:gd name="T1" fmla="*/ 5 h 7"/>
                <a:gd name="T2" fmla="*/ 6 w 10"/>
                <a:gd name="T3" fmla="*/ 7 h 7"/>
                <a:gd name="T4" fmla="*/ 1 w 10"/>
                <a:gd name="T5" fmla="*/ 4 h 7"/>
                <a:gd name="T6" fmla="*/ 4 w 10"/>
                <a:gd name="T7" fmla="*/ 1 h 7"/>
                <a:gd name="T8" fmla="*/ 10 w 10"/>
                <a:gd name="T9" fmla="*/ 5 h 7"/>
              </a:gdLst>
              <a:ahLst/>
              <a:cxnLst>
                <a:cxn ang="0">
                  <a:pos x="T0" y="T1"/>
                </a:cxn>
                <a:cxn ang="0">
                  <a:pos x="T2" y="T3"/>
                </a:cxn>
                <a:cxn ang="0">
                  <a:pos x="T4" y="T5"/>
                </a:cxn>
                <a:cxn ang="0">
                  <a:pos x="T6" y="T7"/>
                </a:cxn>
                <a:cxn ang="0">
                  <a:pos x="T8" y="T9"/>
                </a:cxn>
              </a:cxnLst>
              <a:rect l="0" t="0" r="r" b="b"/>
              <a:pathLst>
                <a:path w="10" h="7">
                  <a:moveTo>
                    <a:pt x="10" y="5"/>
                  </a:moveTo>
                  <a:cubicBezTo>
                    <a:pt x="8" y="6"/>
                    <a:pt x="7" y="7"/>
                    <a:pt x="6" y="7"/>
                  </a:cubicBezTo>
                  <a:cubicBezTo>
                    <a:pt x="4" y="7"/>
                    <a:pt x="2" y="6"/>
                    <a:pt x="1" y="4"/>
                  </a:cubicBezTo>
                  <a:cubicBezTo>
                    <a:pt x="0" y="2"/>
                    <a:pt x="2" y="0"/>
                    <a:pt x="4" y="1"/>
                  </a:cubicBezTo>
                  <a:cubicBezTo>
                    <a:pt x="6" y="2"/>
                    <a:pt x="8" y="3"/>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8" name="Freeform 2864">
              <a:extLst>
                <a:ext uri="{FF2B5EF4-FFF2-40B4-BE49-F238E27FC236}">
                  <a16:creationId xmlns:a16="http://schemas.microsoft.com/office/drawing/2014/main" id="{4080A308-B252-36F2-9F5F-FB67DEA31FA3}"/>
                </a:ext>
              </a:extLst>
            </p:cNvPr>
            <p:cNvSpPr>
              <a:spLocks/>
            </p:cNvSpPr>
            <p:nvPr/>
          </p:nvSpPr>
          <p:spPr bwMode="auto">
            <a:xfrm rot="5094805">
              <a:off x="2014243" y="823752"/>
              <a:ext cx="25135" cy="15995"/>
            </a:xfrm>
            <a:custGeom>
              <a:avLst/>
              <a:gdLst>
                <a:gd name="T0" fmla="*/ 0 w 10"/>
                <a:gd name="T1" fmla="*/ 1 h 6"/>
                <a:gd name="T2" fmla="*/ 4 w 10"/>
                <a:gd name="T3" fmla="*/ 0 h 6"/>
                <a:gd name="T4" fmla="*/ 9 w 10"/>
                <a:gd name="T5" fmla="*/ 2 h 6"/>
                <a:gd name="T6" fmla="*/ 6 w 10"/>
                <a:gd name="T7" fmla="*/ 5 h 6"/>
                <a:gd name="T8" fmla="*/ 0 w 10"/>
                <a:gd name="T9" fmla="*/ 1 h 6"/>
              </a:gdLst>
              <a:ahLst/>
              <a:cxnLst>
                <a:cxn ang="0">
                  <a:pos x="T0" y="T1"/>
                </a:cxn>
                <a:cxn ang="0">
                  <a:pos x="T2" y="T3"/>
                </a:cxn>
                <a:cxn ang="0">
                  <a:pos x="T4" y="T5"/>
                </a:cxn>
                <a:cxn ang="0">
                  <a:pos x="T6" y="T7"/>
                </a:cxn>
                <a:cxn ang="0">
                  <a:pos x="T8" y="T9"/>
                </a:cxn>
              </a:cxnLst>
              <a:rect l="0" t="0" r="r" b="b"/>
              <a:pathLst>
                <a:path w="10" h="6">
                  <a:moveTo>
                    <a:pt x="0" y="1"/>
                  </a:moveTo>
                  <a:cubicBezTo>
                    <a:pt x="2" y="1"/>
                    <a:pt x="3" y="0"/>
                    <a:pt x="4" y="0"/>
                  </a:cubicBezTo>
                  <a:cubicBezTo>
                    <a:pt x="6" y="0"/>
                    <a:pt x="8" y="1"/>
                    <a:pt x="9" y="2"/>
                  </a:cubicBezTo>
                  <a:cubicBezTo>
                    <a:pt x="10" y="4"/>
                    <a:pt x="8" y="6"/>
                    <a:pt x="6" y="5"/>
                  </a:cubicBezTo>
                  <a:cubicBezTo>
                    <a:pt x="4" y="4"/>
                    <a:pt x="3" y="3"/>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9" name="Freeform 2865">
              <a:extLst>
                <a:ext uri="{FF2B5EF4-FFF2-40B4-BE49-F238E27FC236}">
                  <a16:creationId xmlns:a16="http://schemas.microsoft.com/office/drawing/2014/main" id="{43974FBF-4C38-85BA-9700-90059D5583B8}"/>
                </a:ext>
              </a:extLst>
            </p:cNvPr>
            <p:cNvSpPr>
              <a:spLocks/>
            </p:cNvSpPr>
            <p:nvPr/>
          </p:nvSpPr>
          <p:spPr bwMode="auto">
            <a:xfrm rot="5094805">
              <a:off x="2035821" y="631517"/>
              <a:ext cx="22850" cy="9140"/>
            </a:xfrm>
            <a:custGeom>
              <a:avLst/>
              <a:gdLst>
                <a:gd name="T0" fmla="*/ 10 w 10"/>
                <a:gd name="T1" fmla="*/ 3 h 4"/>
                <a:gd name="T2" fmla="*/ 5 w 10"/>
                <a:gd name="T3" fmla="*/ 4 h 4"/>
                <a:gd name="T4" fmla="*/ 1 w 10"/>
                <a:gd name="T5" fmla="*/ 1 h 4"/>
                <a:gd name="T6" fmla="*/ 5 w 10"/>
                <a:gd name="T7" fmla="*/ 0 h 4"/>
                <a:gd name="T8" fmla="*/ 10 w 10"/>
                <a:gd name="T9" fmla="*/ 3 h 4"/>
              </a:gdLst>
              <a:ahLst/>
              <a:cxnLst>
                <a:cxn ang="0">
                  <a:pos x="T0" y="T1"/>
                </a:cxn>
                <a:cxn ang="0">
                  <a:pos x="T2" y="T3"/>
                </a:cxn>
                <a:cxn ang="0">
                  <a:pos x="T4" y="T5"/>
                </a:cxn>
                <a:cxn ang="0">
                  <a:pos x="T6" y="T7"/>
                </a:cxn>
                <a:cxn ang="0">
                  <a:pos x="T8" y="T9"/>
                </a:cxn>
              </a:cxnLst>
              <a:rect l="0" t="0" r="r" b="b"/>
              <a:pathLst>
                <a:path w="10" h="4">
                  <a:moveTo>
                    <a:pt x="10" y="3"/>
                  </a:moveTo>
                  <a:cubicBezTo>
                    <a:pt x="8" y="4"/>
                    <a:pt x="7" y="4"/>
                    <a:pt x="5" y="4"/>
                  </a:cubicBezTo>
                  <a:cubicBezTo>
                    <a:pt x="3" y="4"/>
                    <a:pt x="0" y="3"/>
                    <a:pt x="1" y="1"/>
                  </a:cubicBezTo>
                  <a:cubicBezTo>
                    <a:pt x="1" y="0"/>
                    <a:pt x="2" y="0"/>
                    <a:pt x="5" y="0"/>
                  </a:cubicBezTo>
                  <a:cubicBezTo>
                    <a:pt x="6" y="1"/>
                    <a:pt x="8" y="2"/>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0" name="Freeform 2866">
              <a:extLst>
                <a:ext uri="{FF2B5EF4-FFF2-40B4-BE49-F238E27FC236}">
                  <a16:creationId xmlns:a16="http://schemas.microsoft.com/office/drawing/2014/main" id="{0F4E4067-7CD5-5437-7F47-CBD3FF82483D}"/>
                </a:ext>
              </a:extLst>
            </p:cNvPr>
            <p:cNvSpPr>
              <a:spLocks/>
            </p:cNvSpPr>
            <p:nvPr/>
          </p:nvSpPr>
          <p:spPr bwMode="auto">
            <a:xfrm rot="5094805">
              <a:off x="2032151" y="436746"/>
              <a:ext cx="25135" cy="6855"/>
            </a:xfrm>
            <a:custGeom>
              <a:avLst/>
              <a:gdLst>
                <a:gd name="T0" fmla="*/ 0 w 10"/>
                <a:gd name="T1" fmla="*/ 1 h 3"/>
                <a:gd name="T2" fmla="*/ 4 w 10"/>
                <a:gd name="T3" fmla="*/ 0 h 3"/>
                <a:gd name="T4" fmla="*/ 8 w 10"/>
                <a:gd name="T5" fmla="*/ 1 h 3"/>
                <a:gd name="T6" fmla="*/ 5 w 10"/>
                <a:gd name="T7" fmla="*/ 3 h 3"/>
                <a:gd name="T8" fmla="*/ 0 w 10"/>
                <a:gd name="T9" fmla="*/ 1 h 3"/>
              </a:gdLst>
              <a:ahLst/>
              <a:cxnLst>
                <a:cxn ang="0">
                  <a:pos x="T0" y="T1"/>
                </a:cxn>
                <a:cxn ang="0">
                  <a:pos x="T2" y="T3"/>
                </a:cxn>
                <a:cxn ang="0">
                  <a:pos x="T4" y="T5"/>
                </a:cxn>
                <a:cxn ang="0">
                  <a:pos x="T6" y="T7"/>
                </a:cxn>
                <a:cxn ang="0">
                  <a:pos x="T8" y="T9"/>
                </a:cxn>
              </a:cxnLst>
              <a:rect l="0" t="0" r="r" b="b"/>
              <a:pathLst>
                <a:path w="10" h="3">
                  <a:moveTo>
                    <a:pt x="0" y="1"/>
                  </a:moveTo>
                  <a:cubicBezTo>
                    <a:pt x="2" y="1"/>
                    <a:pt x="2" y="0"/>
                    <a:pt x="4" y="0"/>
                  </a:cubicBezTo>
                  <a:cubicBezTo>
                    <a:pt x="5" y="0"/>
                    <a:pt x="8" y="0"/>
                    <a:pt x="8" y="1"/>
                  </a:cubicBezTo>
                  <a:cubicBezTo>
                    <a:pt x="10" y="2"/>
                    <a:pt x="8" y="3"/>
                    <a:pt x="5" y="3"/>
                  </a:cubicBezTo>
                  <a:cubicBezTo>
                    <a:pt x="4" y="3"/>
                    <a:pt x="2"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1" name="Freeform 2867">
              <a:extLst>
                <a:ext uri="{FF2B5EF4-FFF2-40B4-BE49-F238E27FC236}">
                  <a16:creationId xmlns:a16="http://schemas.microsoft.com/office/drawing/2014/main" id="{44B7D0B5-ECFA-5AB1-CEAD-A096A1073A10}"/>
                </a:ext>
              </a:extLst>
            </p:cNvPr>
            <p:cNvSpPr>
              <a:spLocks/>
            </p:cNvSpPr>
            <p:nvPr/>
          </p:nvSpPr>
          <p:spPr bwMode="auto">
            <a:xfrm rot="5094805">
              <a:off x="2010590" y="246172"/>
              <a:ext cx="20565" cy="6855"/>
            </a:xfrm>
            <a:custGeom>
              <a:avLst/>
              <a:gdLst>
                <a:gd name="T0" fmla="*/ 4 w 8"/>
                <a:gd name="T1" fmla="*/ 0 h 3"/>
                <a:gd name="T2" fmla="*/ 8 w 8"/>
                <a:gd name="T3" fmla="*/ 1 h 3"/>
                <a:gd name="T4" fmla="*/ 3 w 8"/>
                <a:gd name="T5" fmla="*/ 2 h 3"/>
                <a:gd name="T6" fmla="*/ 0 w 8"/>
                <a:gd name="T7" fmla="*/ 1 h 3"/>
                <a:gd name="T8" fmla="*/ 4 w 8"/>
                <a:gd name="T9" fmla="*/ 0 h 3"/>
              </a:gdLst>
              <a:ahLst/>
              <a:cxnLst>
                <a:cxn ang="0">
                  <a:pos x="T0" y="T1"/>
                </a:cxn>
                <a:cxn ang="0">
                  <a:pos x="T2" y="T3"/>
                </a:cxn>
                <a:cxn ang="0">
                  <a:pos x="T4" y="T5"/>
                </a:cxn>
                <a:cxn ang="0">
                  <a:pos x="T6" y="T7"/>
                </a:cxn>
                <a:cxn ang="0">
                  <a:pos x="T8" y="T9"/>
                </a:cxn>
              </a:cxnLst>
              <a:rect l="0" t="0" r="r" b="b"/>
              <a:pathLst>
                <a:path w="8" h="3">
                  <a:moveTo>
                    <a:pt x="4" y="0"/>
                  </a:moveTo>
                  <a:cubicBezTo>
                    <a:pt x="6" y="0"/>
                    <a:pt x="7" y="0"/>
                    <a:pt x="8" y="1"/>
                  </a:cubicBezTo>
                  <a:cubicBezTo>
                    <a:pt x="8" y="1"/>
                    <a:pt x="5" y="3"/>
                    <a:pt x="3" y="2"/>
                  </a:cubicBezTo>
                  <a:cubicBezTo>
                    <a:pt x="1" y="2"/>
                    <a:pt x="0" y="2"/>
                    <a:pt x="0" y="1"/>
                  </a:cubicBezTo>
                  <a:cubicBezTo>
                    <a:pt x="0" y="1"/>
                    <a:pt x="2"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2" name="Freeform 2868">
              <a:extLst>
                <a:ext uri="{FF2B5EF4-FFF2-40B4-BE49-F238E27FC236}">
                  <a16:creationId xmlns:a16="http://schemas.microsoft.com/office/drawing/2014/main" id="{A954705F-DFEA-EDEB-6ED2-1C706883602A}"/>
                </a:ext>
              </a:extLst>
            </p:cNvPr>
            <p:cNvSpPr>
              <a:spLocks/>
            </p:cNvSpPr>
            <p:nvPr/>
          </p:nvSpPr>
          <p:spPr bwMode="auto">
            <a:xfrm rot="5094805">
              <a:off x="1956019" y="57190"/>
              <a:ext cx="20565" cy="9140"/>
            </a:xfrm>
            <a:custGeom>
              <a:avLst/>
              <a:gdLst>
                <a:gd name="T0" fmla="*/ 4 w 9"/>
                <a:gd name="T1" fmla="*/ 3 h 4"/>
                <a:gd name="T2" fmla="*/ 0 w 9"/>
                <a:gd name="T3" fmla="*/ 3 h 4"/>
                <a:gd name="T4" fmla="*/ 3 w 9"/>
                <a:gd name="T5" fmla="*/ 1 h 4"/>
                <a:gd name="T6" fmla="*/ 8 w 9"/>
                <a:gd name="T7" fmla="*/ 1 h 4"/>
                <a:gd name="T8" fmla="*/ 4 w 9"/>
                <a:gd name="T9" fmla="*/ 3 h 4"/>
              </a:gdLst>
              <a:ahLst/>
              <a:cxnLst>
                <a:cxn ang="0">
                  <a:pos x="T0" y="T1"/>
                </a:cxn>
                <a:cxn ang="0">
                  <a:pos x="T2" y="T3"/>
                </a:cxn>
                <a:cxn ang="0">
                  <a:pos x="T4" y="T5"/>
                </a:cxn>
                <a:cxn ang="0">
                  <a:pos x="T6" y="T7"/>
                </a:cxn>
                <a:cxn ang="0">
                  <a:pos x="T8" y="T9"/>
                </a:cxn>
              </a:cxnLst>
              <a:rect l="0" t="0" r="r" b="b"/>
              <a:pathLst>
                <a:path w="9" h="4">
                  <a:moveTo>
                    <a:pt x="4" y="3"/>
                  </a:moveTo>
                  <a:cubicBezTo>
                    <a:pt x="2" y="3"/>
                    <a:pt x="1" y="4"/>
                    <a:pt x="0" y="3"/>
                  </a:cubicBezTo>
                  <a:cubicBezTo>
                    <a:pt x="0" y="3"/>
                    <a:pt x="2" y="2"/>
                    <a:pt x="3" y="1"/>
                  </a:cubicBezTo>
                  <a:cubicBezTo>
                    <a:pt x="6" y="1"/>
                    <a:pt x="9" y="0"/>
                    <a:pt x="8" y="1"/>
                  </a:cubicBezTo>
                  <a:cubicBezTo>
                    <a:pt x="7" y="2"/>
                    <a:pt x="6"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3" name="Freeform 2886">
              <a:extLst>
                <a:ext uri="{FF2B5EF4-FFF2-40B4-BE49-F238E27FC236}">
                  <a16:creationId xmlns:a16="http://schemas.microsoft.com/office/drawing/2014/main" id="{003CAF27-FE8D-5CF9-D916-8E73C1B1F5D0}"/>
                </a:ext>
              </a:extLst>
            </p:cNvPr>
            <p:cNvSpPr>
              <a:spLocks/>
            </p:cNvSpPr>
            <p:nvPr/>
          </p:nvSpPr>
          <p:spPr bwMode="auto">
            <a:xfrm rot="5094805">
              <a:off x="3136596" y="6784927"/>
              <a:ext cx="18280" cy="13710"/>
            </a:xfrm>
            <a:custGeom>
              <a:avLst/>
              <a:gdLst>
                <a:gd name="T0" fmla="*/ 5 w 8"/>
                <a:gd name="T1" fmla="*/ 5 h 5"/>
                <a:gd name="T2" fmla="*/ 0 w 8"/>
                <a:gd name="T3" fmla="*/ 4 h 5"/>
                <a:gd name="T4" fmla="*/ 2 w 8"/>
                <a:gd name="T5" fmla="*/ 1 h 5"/>
                <a:gd name="T6" fmla="*/ 8 w 8"/>
                <a:gd name="T7" fmla="*/ 1 h 5"/>
                <a:gd name="T8" fmla="*/ 5 w 8"/>
                <a:gd name="T9" fmla="*/ 5 h 5"/>
              </a:gdLst>
              <a:ahLst/>
              <a:cxnLst>
                <a:cxn ang="0">
                  <a:pos x="T0" y="T1"/>
                </a:cxn>
                <a:cxn ang="0">
                  <a:pos x="T2" y="T3"/>
                </a:cxn>
                <a:cxn ang="0">
                  <a:pos x="T4" y="T5"/>
                </a:cxn>
                <a:cxn ang="0">
                  <a:pos x="T6" y="T7"/>
                </a:cxn>
                <a:cxn ang="0">
                  <a:pos x="T8" y="T9"/>
                </a:cxn>
              </a:cxnLst>
              <a:rect l="0" t="0" r="r" b="b"/>
              <a:pathLst>
                <a:path w="8" h="5">
                  <a:moveTo>
                    <a:pt x="5" y="5"/>
                  </a:moveTo>
                  <a:cubicBezTo>
                    <a:pt x="3" y="4"/>
                    <a:pt x="1" y="4"/>
                    <a:pt x="0" y="4"/>
                  </a:cubicBezTo>
                  <a:cubicBezTo>
                    <a:pt x="0" y="3"/>
                    <a:pt x="1" y="2"/>
                    <a:pt x="2" y="1"/>
                  </a:cubicBezTo>
                  <a:cubicBezTo>
                    <a:pt x="4" y="0"/>
                    <a:pt x="8" y="0"/>
                    <a:pt x="8" y="1"/>
                  </a:cubicBezTo>
                  <a:cubicBezTo>
                    <a:pt x="7" y="2"/>
                    <a:pt x="6" y="3"/>
                    <a:pt x="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4" name="Freeform 2887">
              <a:extLst>
                <a:ext uri="{FF2B5EF4-FFF2-40B4-BE49-F238E27FC236}">
                  <a16:creationId xmlns:a16="http://schemas.microsoft.com/office/drawing/2014/main" id="{FC34A7F3-A891-E5AD-31CF-6E23C59BE7C3}"/>
                </a:ext>
              </a:extLst>
            </p:cNvPr>
            <p:cNvSpPr>
              <a:spLocks/>
            </p:cNvSpPr>
            <p:nvPr/>
          </p:nvSpPr>
          <p:spPr bwMode="auto">
            <a:xfrm rot="5094805">
              <a:off x="3060298" y="6598915"/>
              <a:ext cx="20565" cy="11425"/>
            </a:xfrm>
            <a:custGeom>
              <a:avLst/>
              <a:gdLst>
                <a:gd name="T0" fmla="*/ 4 w 8"/>
                <a:gd name="T1" fmla="*/ 5 h 5"/>
                <a:gd name="T2" fmla="*/ 0 w 8"/>
                <a:gd name="T3" fmla="*/ 4 h 5"/>
                <a:gd name="T4" fmla="*/ 3 w 8"/>
                <a:gd name="T5" fmla="*/ 1 h 5"/>
                <a:gd name="T6" fmla="*/ 7 w 8"/>
                <a:gd name="T7" fmla="*/ 2 h 5"/>
                <a:gd name="T8" fmla="*/ 4 w 8"/>
                <a:gd name="T9" fmla="*/ 5 h 5"/>
              </a:gdLst>
              <a:ahLst/>
              <a:cxnLst>
                <a:cxn ang="0">
                  <a:pos x="T0" y="T1"/>
                </a:cxn>
                <a:cxn ang="0">
                  <a:pos x="T2" y="T3"/>
                </a:cxn>
                <a:cxn ang="0">
                  <a:pos x="T4" y="T5"/>
                </a:cxn>
                <a:cxn ang="0">
                  <a:pos x="T6" y="T7"/>
                </a:cxn>
                <a:cxn ang="0">
                  <a:pos x="T8" y="T9"/>
                </a:cxn>
              </a:cxnLst>
              <a:rect l="0" t="0" r="r" b="b"/>
              <a:pathLst>
                <a:path w="8" h="5">
                  <a:moveTo>
                    <a:pt x="4" y="5"/>
                  </a:moveTo>
                  <a:cubicBezTo>
                    <a:pt x="2" y="4"/>
                    <a:pt x="0" y="4"/>
                    <a:pt x="0" y="4"/>
                  </a:cubicBezTo>
                  <a:cubicBezTo>
                    <a:pt x="0" y="3"/>
                    <a:pt x="1" y="2"/>
                    <a:pt x="3" y="1"/>
                  </a:cubicBezTo>
                  <a:cubicBezTo>
                    <a:pt x="5" y="0"/>
                    <a:pt x="8" y="1"/>
                    <a:pt x="7" y="2"/>
                  </a:cubicBezTo>
                  <a:cubicBezTo>
                    <a:pt x="7" y="3"/>
                    <a:pt x="5" y="3"/>
                    <a:pt x="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5" name="Freeform 2888">
              <a:extLst>
                <a:ext uri="{FF2B5EF4-FFF2-40B4-BE49-F238E27FC236}">
                  <a16:creationId xmlns:a16="http://schemas.microsoft.com/office/drawing/2014/main" id="{A1C2246A-3F2A-744F-15C8-6EF4F7F0CD0B}"/>
                </a:ext>
              </a:extLst>
            </p:cNvPr>
            <p:cNvSpPr>
              <a:spLocks/>
            </p:cNvSpPr>
            <p:nvPr/>
          </p:nvSpPr>
          <p:spPr bwMode="auto">
            <a:xfrm rot="5094805">
              <a:off x="2993103" y="6412093"/>
              <a:ext cx="22850" cy="9140"/>
            </a:xfrm>
            <a:custGeom>
              <a:avLst/>
              <a:gdLst>
                <a:gd name="T0" fmla="*/ 4 w 9"/>
                <a:gd name="T1" fmla="*/ 4 h 4"/>
                <a:gd name="T2" fmla="*/ 0 w 9"/>
                <a:gd name="T3" fmla="*/ 3 h 4"/>
                <a:gd name="T4" fmla="*/ 3 w 9"/>
                <a:gd name="T5" fmla="*/ 1 h 4"/>
                <a:gd name="T6" fmla="*/ 8 w 9"/>
                <a:gd name="T7" fmla="*/ 2 h 4"/>
                <a:gd name="T8" fmla="*/ 4 w 9"/>
                <a:gd name="T9" fmla="*/ 4 h 4"/>
              </a:gdLst>
              <a:ahLst/>
              <a:cxnLst>
                <a:cxn ang="0">
                  <a:pos x="T0" y="T1"/>
                </a:cxn>
                <a:cxn ang="0">
                  <a:pos x="T2" y="T3"/>
                </a:cxn>
                <a:cxn ang="0">
                  <a:pos x="T4" y="T5"/>
                </a:cxn>
                <a:cxn ang="0">
                  <a:pos x="T6" y="T7"/>
                </a:cxn>
                <a:cxn ang="0">
                  <a:pos x="T8" y="T9"/>
                </a:cxn>
              </a:cxnLst>
              <a:rect l="0" t="0" r="r" b="b"/>
              <a:pathLst>
                <a:path w="9" h="4">
                  <a:moveTo>
                    <a:pt x="4" y="4"/>
                  </a:moveTo>
                  <a:cubicBezTo>
                    <a:pt x="2" y="4"/>
                    <a:pt x="0" y="4"/>
                    <a:pt x="0" y="3"/>
                  </a:cubicBezTo>
                  <a:cubicBezTo>
                    <a:pt x="0" y="2"/>
                    <a:pt x="2" y="1"/>
                    <a:pt x="3" y="1"/>
                  </a:cubicBezTo>
                  <a:cubicBezTo>
                    <a:pt x="6" y="0"/>
                    <a:pt x="9" y="1"/>
                    <a:pt x="8" y="2"/>
                  </a:cubicBezTo>
                  <a:cubicBezTo>
                    <a:pt x="8" y="2"/>
                    <a:pt x="6" y="3"/>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6" name="Freeform 2889">
              <a:extLst>
                <a:ext uri="{FF2B5EF4-FFF2-40B4-BE49-F238E27FC236}">
                  <a16:creationId xmlns:a16="http://schemas.microsoft.com/office/drawing/2014/main" id="{37D4F6C5-0120-7640-2B40-87B2F5835CF1}"/>
                </a:ext>
              </a:extLst>
            </p:cNvPr>
            <p:cNvSpPr>
              <a:spLocks/>
            </p:cNvSpPr>
            <p:nvPr/>
          </p:nvSpPr>
          <p:spPr bwMode="auto">
            <a:xfrm rot="5094805">
              <a:off x="2942890" y="6222917"/>
              <a:ext cx="18280" cy="6855"/>
            </a:xfrm>
            <a:custGeom>
              <a:avLst/>
              <a:gdLst>
                <a:gd name="T0" fmla="*/ 4 w 8"/>
                <a:gd name="T1" fmla="*/ 3 h 3"/>
                <a:gd name="T2" fmla="*/ 0 w 8"/>
                <a:gd name="T3" fmla="*/ 2 h 3"/>
                <a:gd name="T4" fmla="*/ 2 w 8"/>
                <a:gd name="T5" fmla="*/ 1 h 3"/>
                <a:gd name="T6" fmla="*/ 8 w 8"/>
                <a:gd name="T7" fmla="*/ 1 h 3"/>
                <a:gd name="T8" fmla="*/ 4 w 8"/>
                <a:gd name="T9" fmla="*/ 3 h 3"/>
              </a:gdLst>
              <a:ahLst/>
              <a:cxnLst>
                <a:cxn ang="0">
                  <a:pos x="T0" y="T1"/>
                </a:cxn>
                <a:cxn ang="0">
                  <a:pos x="T2" y="T3"/>
                </a:cxn>
                <a:cxn ang="0">
                  <a:pos x="T4" y="T5"/>
                </a:cxn>
                <a:cxn ang="0">
                  <a:pos x="T6" y="T7"/>
                </a:cxn>
                <a:cxn ang="0">
                  <a:pos x="T8" y="T9"/>
                </a:cxn>
              </a:cxnLst>
              <a:rect l="0" t="0" r="r" b="b"/>
              <a:pathLst>
                <a:path w="8" h="3">
                  <a:moveTo>
                    <a:pt x="4" y="3"/>
                  </a:moveTo>
                  <a:cubicBezTo>
                    <a:pt x="2" y="3"/>
                    <a:pt x="0" y="3"/>
                    <a:pt x="0" y="2"/>
                  </a:cubicBezTo>
                  <a:cubicBezTo>
                    <a:pt x="0" y="2"/>
                    <a:pt x="1" y="1"/>
                    <a:pt x="2" y="1"/>
                  </a:cubicBezTo>
                  <a:cubicBezTo>
                    <a:pt x="4" y="0"/>
                    <a:pt x="8" y="0"/>
                    <a:pt x="8" y="1"/>
                  </a:cubicBezTo>
                  <a:cubicBezTo>
                    <a:pt x="7" y="2"/>
                    <a:pt x="6"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7" name="Freeform 2890">
              <a:extLst>
                <a:ext uri="{FF2B5EF4-FFF2-40B4-BE49-F238E27FC236}">
                  <a16:creationId xmlns:a16="http://schemas.microsoft.com/office/drawing/2014/main" id="{F0B38B7A-52BE-A227-7CAF-8F965AAA583D}"/>
                </a:ext>
              </a:extLst>
            </p:cNvPr>
            <p:cNvSpPr>
              <a:spLocks/>
            </p:cNvSpPr>
            <p:nvPr/>
          </p:nvSpPr>
          <p:spPr bwMode="auto">
            <a:xfrm rot="5094805">
              <a:off x="2900529" y="6029306"/>
              <a:ext cx="20565" cy="9140"/>
            </a:xfrm>
            <a:custGeom>
              <a:avLst/>
              <a:gdLst>
                <a:gd name="T0" fmla="*/ 4 w 8"/>
                <a:gd name="T1" fmla="*/ 4 h 4"/>
                <a:gd name="T2" fmla="*/ 0 w 8"/>
                <a:gd name="T3" fmla="*/ 2 h 4"/>
                <a:gd name="T4" fmla="*/ 3 w 8"/>
                <a:gd name="T5" fmla="*/ 0 h 4"/>
                <a:gd name="T6" fmla="*/ 8 w 8"/>
                <a:gd name="T7" fmla="*/ 1 h 4"/>
                <a:gd name="T8" fmla="*/ 4 w 8"/>
                <a:gd name="T9" fmla="*/ 4 h 4"/>
              </a:gdLst>
              <a:ahLst/>
              <a:cxnLst>
                <a:cxn ang="0">
                  <a:pos x="T0" y="T1"/>
                </a:cxn>
                <a:cxn ang="0">
                  <a:pos x="T2" y="T3"/>
                </a:cxn>
                <a:cxn ang="0">
                  <a:pos x="T4" y="T5"/>
                </a:cxn>
                <a:cxn ang="0">
                  <a:pos x="T6" y="T7"/>
                </a:cxn>
                <a:cxn ang="0">
                  <a:pos x="T8" y="T9"/>
                </a:cxn>
              </a:cxnLst>
              <a:rect l="0" t="0" r="r" b="b"/>
              <a:pathLst>
                <a:path w="8" h="4">
                  <a:moveTo>
                    <a:pt x="4" y="4"/>
                  </a:moveTo>
                  <a:cubicBezTo>
                    <a:pt x="2" y="3"/>
                    <a:pt x="0" y="3"/>
                    <a:pt x="0" y="2"/>
                  </a:cubicBezTo>
                  <a:cubicBezTo>
                    <a:pt x="0" y="2"/>
                    <a:pt x="2" y="1"/>
                    <a:pt x="3" y="0"/>
                  </a:cubicBezTo>
                  <a:cubicBezTo>
                    <a:pt x="5" y="0"/>
                    <a:pt x="8" y="1"/>
                    <a:pt x="8" y="1"/>
                  </a:cubicBezTo>
                  <a:cubicBezTo>
                    <a:pt x="7" y="2"/>
                    <a:pt x="6" y="3"/>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8" name="Freeform 2891">
              <a:extLst>
                <a:ext uri="{FF2B5EF4-FFF2-40B4-BE49-F238E27FC236}">
                  <a16:creationId xmlns:a16="http://schemas.microsoft.com/office/drawing/2014/main" id="{5CC3682D-FE46-3138-F635-6AB9624624BF}"/>
                </a:ext>
              </a:extLst>
            </p:cNvPr>
            <p:cNvSpPr>
              <a:spLocks/>
            </p:cNvSpPr>
            <p:nvPr/>
          </p:nvSpPr>
          <p:spPr bwMode="auto">
            <a:xfrm rot="5094805">
              <a:off x="2859614" y="5839108"/>
              <a:ext cx="20565" cy="11425"/>
            </a:xfrm>
            <a:custGeom>
              <a:avLst/>
              <a:gdLst>
                <a:gd name="T0" fmla="*/ 3 w 8"/>
                <a:gd name="T1" fmla="*/ 0 h 4"/>
                <a:gd name="T2" fmla="*/ 7 w 8"/>
                <a:gd name="T3" fmla="*/ 2 h 4"/>
                <a:gd name="T4" fmla="*/ 2 w 8"/>
                <a:gd name="T5" fmla="*/ 4 h 4"/>
                <a:gd name="T6" fmla="*/ 0 w 8"/>
                <a:gd name="T7" fmla="*/ 3 h 4"/>
                <a:gd name="T8" fmla="*/ 3 w 8"/>
                <a:gd name="T9" fmla="*/ 0 h 4"/>
              </a:gdLst>
              <a:ahLst/>
              <a:cxnLst>
                <a:cxn ang="0">
                  <a:pos x="T0" y="T1"/>
                </a:cxn>
                <a:cxn ang="0">
                  <a:pos x="T2" y="T3"/>
                </a:cxn>
                <a:cxn ang="0">
                  <a:pos x="T4" y="T5"/>
                </a:cxn>
                <a:cxn ang="0">
                  <a:pos x="T6" y="T7"/>
                </a:cxn>
                <a:cxn ang="0">
                  <a:pos x="T8" y="T9"/>
                </a:cxn>
              </a:cxnLst>
              <a:rect l="0" t="0" r="r" b="b"/>
              <a:pathLst>
                <a:path w="8" h="4">
                  <a:moveTo>
                    <a:pt x="3" y="0"/>
                  </a:moveTo>
                  <a:cubicBezTo>
                    <a:pt x="5" y="1"/>
                    <a:pt x="7" y="1"/>
                    <a:pt x="7" y="2"/>
                  </a:cubicBezTo>
                  <a:cubicBezTo>
                    <a:pt x="8" y="2"/>
                    <a:pt x="4" y="4"/>
                    <a:pt x="2" y="4"/>
                  </a:cubicBezTo>
                  <a:cubicBezTo>
                    <a:pt x="1" y="4"/>
                    <a:pt x="0" y="3"/>
                    <a:pt x="0" y="3"/>
                  </a:cubicBezTo>
                  <a:cubicBezTo>
                    <a:pt x="0" y="2"/>
                    <a:pt x="1"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9" name="Freeform 2892">
              <a:extLst>
                <a:ext uri="{FF2B5EF4-FFF2-40B4-BE49-F238E27FC236}">
                  <a16:creationId xmlns:a16="http://schemas.microsoft.com/office/drawing/2014/main" id="{F30166B5-E3B1-80BE-0728-329161620BB7}"/>
                </a:ext>
              </a:extLst>
            </p:cNvPr>
            <p:cNvSpPr>
              <a:spLocks/>
            </p:cNvSpPr>
            <p:nvPr/>
          </p:nvSpPr>
          <p:spPr bwMode="auto">
            <a:xfrm rot="5094805">
              <a:off x="2801426" y="5649297"/>
              <a:ext cx="20565" cy="11425"/>
            </a:xfrm>
            <a:custGeom>
              <a:avLst/>
              <a:gdLst>
                <a:gd name="T0" fmla="*/ 9 w 9"/>
                <a:gd name="T1" fmla="*/ 1 h 5"/>
                <a:gd name="T2" fmla="*/ 4 w 9"/>
                <a:gd name="T3" fmla="*/ 4 h 5"/>
                <a:gd name="T4" fmla="*/ 0 w 9"/>
                <a:gd name="T5" fmla="*/ 3 h 5"/>
                <a:gd name="T6" fmla="*/ 4 w 9"/>
                <a:gd name="T7" fmla="*/ 0 h 5"/>
                <a:gd name="T8" fmla="*/ 9 w 9"/>
                <a:gd name="T9" fmla="*/ 1 h 5"/>
              </a:gdLst>
              <a:ahLst/>
              <a:cxnLst>
                <a:cxn ang="0">
                  <a:pos x="T0" y="T1"/>
                </a:cxn>
                <a:cxn ang="0">
                  <a:pos x="T2" y="T3"/>
                </a:cxn>
                <a:cxn ang="0">
                  <a:pos x="T4" y="T5"/>
                </a:cxn>
                <a:cxn ang="0">
                  <a:pos x="T6" y="T7"/>
                </a:cxn>
                <a:cxn ang="0">
                  <a:pos x="T8" y="T9"/>
                </a:cxn>
              </a:cxnLst>
              <a:rect l="0" t="0" r="r" b="b"/>
              <a:pathLst>
                <a:path w="9" h="5">
                  <a:moveTo>
                    <a:pt x="9" y="1"/>
                  </a:moveTo>
                  <a:cubicBezTo>
                    <a:pt x="7" y="3"/>
                    <a:pt x="6" y="4"/>
                    <a:pt x="4" y="4"/>
                  </a:cubicBezTo>
                  <a:cubicBezTo>
                    <a:pt x="2" y="5"/>
                    <a:pt x="0" y="4"/>
                    <a:pt x="0" y="3"/>
                  </a:cubicBezTo>
                  <a:cubicBezTo>
                    <a:pt x="0" y="2"/>
                    <a:pt x="2" y="1"/>
                    <a:pt x="4" y="0"/>
                  </a:cubicBezTo>
                  <a:cubicBezTo>
                    <a:pt x="6" y="0"/>
                    <a:pt x="7" y="1"/>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0" name="Freeform 2893">
              <a:extLst>
                <a:ext uri="{FF2B5EF4-FFF2-40B4-BE49-F238E27FC236}">
                  <a16:creationId xmlns:a16="http://schemas.microsoft.com/office/drawing/2014/main" id="{661DCE65-3C06-D653-E7EE-3725955ECAD1}"/>
                </a:ext>
              </a:extLst>
            </p:cNvPr>
            <p:cNvSpPr>
              <a:spLocks/>
            </p:cNvSpPr>
            <p:nvPr/>
          </p:nvSpPr>
          <p:spPr bwMode="auto">
            <a:xfrm rot="5094805">
              <a:off x="2729573" y="5458213"/>
              <a:ext cx="25135" cy="15995"/>
            </a:xfrm>
            <a:custGeom>
              <a:avLst/>
              <a:gdLst>
                <a:gd name="T0" fmla="*/ 10 w 10"/>
                <a:gd name="T1" fmla="*/ 2 h 6"/>
                <a:gd name="T2" fmla="*/ 5 w 10"/>
                <a:gd name="T3" fmla="*/ 5 h 6"/>
                <a:gd name="T4" fmla="*/ 1 w 10"/>
                <a:gd name="T5" fmla="*/ 3 h 6"/>
                <a:gd name="T6" fmla="*/ 5 w 10"/>
                <a:gd name="T7" fmla="*/ 0 h 6"/>
                <a:gd name="T8" fmla="*/ 10 w 10"/>
                <a:gd name="T9" fmla="*/ 2 h 6"/>
              </a:gdLst>
              <a:ahLst/>
              <a:cxnLst>
                <a:cxn ang="0">
                  <a:pos x="T0" y="T1"/>
                </a:cxn>
                <a:cxn ang="0">
                  <a:pos x="T2" y="T3"/>
                </a:cxn>
                <a:cxn ang="0">
                  <a:pos x="T4" y="T5"/>
                </a:cxn>
                <a:cxn ang="0">
                  <a:pos x="T6" y="T7"/>
                </a:cxn>
                <a:cxn ang="0">
                  <a:pos x="T8" y="T9"/>
                </a:cxn>
              </a:cxnLst>
              <a:rect l="0" t="0" r="r" b="b"/>
              <a:pathLst>
                <a:path w="10" h="6">
                  <a:moveTo>
                    <a:pt x="10" y="2"/>
                  </a:moveTo>
                  <a:cubicBezTo>
                    <a:pt x="8" y="3"/>
                    <a:pt x="6" y="4"/>
                    <a:pt x="5" y="5"/>
                  </a:cubicBezTo>
                  <a:cubicBezTo>
                    <a:pt x="3" y="6"/>
                    <a:pt x="0" y="5"/>
                    <a:pt x="1" y="3"/>
                  </a:cubicBezTo>
                  <a:cubicBezTo>
                    <a:pt x="1" y="2"/>
                    <a:pt x="3" y="0"/>
                    <a:pt x="5" y="0"/>
                  </a:cubicBezTo>
                  <a:cubicBezTo>
                    <a:pt x="7" y="0"/>
                    <a:pt x="8" y="1"/>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1" name="Freeform 2894">
              <a:extLst>
                <a:ext uri="{FF2B5EF4-FFF2-40B4-BE49-F238E27FC236}">
                  <a16:creationId xmlns:a16="http://schemas.microsoft.com/office/drawing/2014/main" id="{9CDC9294-807E-7776-119D-D52F05D9F4FA}"/>
                </a:ext>
              </a:extLst>
            </p:cNvPr>
            <p:cNvSpPr>
              <a:spLocks/>
            </p:cNvSpPr>
            <p:nvPr/>
          </p:nvSpPr>
          <p:spPr bwMode="auto">
            <a:xfrm rot="5094805">
              <a:off x="2651114" y="5270419"/>
              <a:ext cx="20565" cy="20565"/>
            </a:xfrm>
            <a:custGeom>
              <a:avLst/>
              <a:gdLst>
                <a:gd name="T0" fmla="*/ 4 w 8"/>
                <a:gd name="T1" fmla="*/ 8 h 8"/>
                <a:gd name="T2" fmla="*/ 0 w 8"/>
                <a:gd name="T3" fmla="*/ 5 h 8"/>
                <a:gd name="T4" fmla="*/ 3 w 8"/>
                <a:gd name="T5" fmla="*/ 1 h 8"/>
                <a:gd name="T6" fmla="*/ 7 w 8"/>
                <a:gd name="T7" fmla="*/ 3 h 8"/>
                <a:gd name="T8" fmla="*/ 4 w 8"/>
                <a:gd name="T9" fmla="*/ 8 h 8"/>
              </a:gdLst>
              <a:ahLst/>
              <a:cxnLst>
                <a:cxn ang="0">
                  <a:pos x="T0" y="T1"/>
                </a:cxn>
                <a:cxn ang="0">
                  <a:pos x="T2" y="T3"/>
                </a:cxn>
                <a:cxn ang="0">
                  <a:pos x="T4" y="T5"/>
                </a:cxn>
                <a:cxn ang="0">
                  <a:pos x="T6" y="T7"/>
                </a:cxn>
                <a:cxn ang="0">
                  <a:pos x="T8" y="T9"/>
                </a:cxn>
              </a:cxnLst>
              <a:rect l="0" t="0" r="r" b="b"/>
              <a:pathLst>
                <a:path w="8" h="8">
                  <a:moveTo>
                    <a:pt x="4" y="8"/>
                  </a:moveTo>
                  <a:cubicBezTo>
                    <a:pt x="2" y="7"/>
                    <a:pt x="0" y="6"/>
                    <a:pt x="0" y="5"/>
                  </a:cubicBezTo>
                  <a:cubicBezTo>
                    <a:pt x="0" y="4"/>
                    <a:pt x="1" y="2"/>
                    <a:pt x="3" y="1"/>
                  </a:cubicBezTo>
                  <a:cubicBezTo>
                    <a:pt x="5" y="0"/>
                    <a:pt x="8" y="1"/>
                    <a:pt x="7" y="3"/>
                  </a:cubicBezTo>
                  <a:cubicBezTo>
                    <a:pt x="7" y="4"/>
                    <a:pt x="6" y="5"/>
                    <a:pt x="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2" name="Freeform 2895">
              <a:extLst>
                <a:ext uri="{FF2B5EF4-FFF2-40B4-BE49-F238E27FC236}">
                  <a16:creationId xmlns:a16="http://schemas.microsoft.com/office/drawing/2014/main" id="{91FC8DF4-240A-6225-804E-00D3AE74CD8A}"/>
                </a:ext>
              </a:extLst>
            </p:cNvPr>
            <p:cNvSpPr>
              <a:spLocks/>
            </p:cNvSpPr>
            <p:nvPr/>
          </p:nvSpPr>
          <p:spPr bwMode="auto">
            <a:xfrm rot="5094805">
              <a:off x="2557842" y="5086963"/>
              <a:ext cx="25135" cy="18280"/>
            </a:xfrm>
            <a:custGeom>
              <a:avLst/>
              <a:gdLst>
                <a:gd name="T0" fmla="*/ 10 w 10"/>
                <a:gd name="T1" fmla="*/ 1 h 8"/>
                <a:gd name="T2" fmla="*/ 6 w 10"/>
                <a:gd name="T3" fmla="*/ 7 h 8"/>
                <a:gd name="T4" fmla="*/ 1 w 10"/>
                <a:gd name="T5" fmla="*/ 6 h 8"/>
                <a:gd name="T6" fmla="*/ 4 w 10"/>
                <a:gd name="T7" fmla="*/ 0 h 8"/>
                <a:gd name="T8" fmla="*/ 10 w 10"/>
                <a:gd name="T9" fmla="*/ 1 h 8"/>
              </a:gdLst>
              <a:ahLst/>
              <a:cxnLst>
                <a:cxn ang="0">
                  <a:pos x="T0" y="T1"/>
                </a:cxn>
                <a:cxn ang="0">
                  <a:pos x="T2" y="T3"/>
                </a:cxn>
                <a:cxn ang="0">
                  <a:pos x="T4" y="T5"/>
                </a:cxn>
                <a:cxn ang="0">
                  <a:pos x="T6" y="T7"/>
                </a:cxn>
                <a:cxn ang="0">
                  <a:pos x="T8" y="T9"/>
                </a:cxn>
              </a:cxnLst>
              <a:rect l="0" t="0" r="r" b="b"/>
              <a:pathLst>
                <a:path w="10" h="8">
                  <a:moveTo>
                    <a:pt x="10" y="1"/>
                  </a:moveTo>
                  <a:cubicBezTo>
                    <a:pt x="8" y="4"/>
                    <a:pt x="7" y="5"/>
                    <a:pt x="6" y="7"/>
                  </a:cubicBezTo>
                  <a:cubicBezTo>
                    <a:pt x="4" y="8"/>
                    <a:pt x="2" y="8"/>
                    <a:pt x="1" y="6"/>
                  </a:cubicBezTo>
                  <a:cubicBezTo>
                    <a:pt x="0" y="4"/>
                    <a:pt x="2" y="1"/>
                    <a:pt x="4" y="0"/>
                  </a:cubicBezTo>
                  <a:cubicBezTo>
                    <a:pt x="6" y="0"/>
                    <a:pt x="8"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3" name="Freeform 2896">
              <a:extLst>
                <a:ext uri="{FF2B5EF4-FFF2-40B4-BE49-F238E27FC236}">
                  <a16:creationId xmlns:a16="http://schemas.microsoft.com/office/drawing/2014/main" id="{9AE27DE1-3719-8D2F-2A56-BECBB7D9FA23}"/>
                </a:ext>
              </a:extLst>
            </p:cNvPr>
            <p:cNvSpPr>
              <a:spLocks/>
            </p:cNvSpPr>
            <p:nvPr/>
          </p:nvSpPr>
          <p:spPr bwMode="auto">
            <a:xfrm rot="5094805">
              <a:off x="2464588" y="4899343"/>
              <a:ext cx="20565" cy="25135"/>
            </a:xfrm>
            <a:custGeom>
              <a:avLst/>
              <a:gdLst>
                <a:gd name="T0" fmla="*/ 3 w 9"/>
                <a:gd name="T1" fmla="*/ 0 h 10"/>
                <a:gd name="T2" fmla="*/ 8 w 9"/>
                <a:gd name="T3" fmla="*/ 3 h 10"/>
                <a:gd name="T4" fmla="*/ 4 w 9"/>
                <a:gd name="T5" fmla="*/ 10 h 10"/>
                <a:gd name="T6" fmla="*/ 0 w 9"/>
                <a:gd name="T7" fmla="*/ 7 h 10"/>
                <a:gd name="T8" fmla="*/ 3 w 9"/>
                <a:gd name="T9" fmla="*/ 0 h 10"/>
              </a:gdLst>
              <a:ahLst/>
              <a:cxnLst>
                <a:cxn ang="0">
                  <a:pos x="T0" y="T1"/>
                </a:cxn>
                <a:cxn ang="0">
                  <a:pos x="T2" y="T3"/>
                </a:cxn>
                <a:cxn ang="0">
                  <a:pos x="T4" y="T5"/>
                </a:cxn>
                <a:cxn ang="0">
                  <a:pos x="T6" y="T7"/>
                </a:cxn>
                <a:cxn ang="0">
                  <a:pos x="T8" y="T9"/>
                </a:cxn>
              </a:cxnLst>
              <a:rect l="0" t="0" r="r" b="b"/>
              <a:pathLst>
                <a:path w="9" h="10">
                  <a:moveTo>
                    <a:pt x="3" y="0"/>
                  </a:moveTo>
                  <a:cubicBezTo>
                    <a:pt x="5" y="2"/>
                    <a:pt x="7" y="2"/>
                    <a:pt x="8" y="3"/>
                  </a:cubicBezTo>
                  <a:cubicBezTo>
                    <a:pt x="9" y="5"/>
                    <a:pt x="7" y="9"/>
                    <a:pt x="4" y="10"/>
                  </a:cubicBezTo>
                  <a:cubicBezTo>
                    <a:pt x="3" y="10"/>
                    <a:pt x="1" y="9"/>
                    <a:pt x="0" y="7"/>
                  </a:cubicBezTo>
                  <a:cubicBezTo>
                    <a:pt x="0" y="6"/>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4" name="Freeform 2897">
              <a:extLst>
                <a:ext uri="{FF2B5EF4-FFF2-40B4-BE49-F238E27FC236}">
                  <a16:creationId xmlns:a16="http://schemas.microsoft.com/office/drawing/2014/main" id="{EDAE47F8-D8B5-0D75-5448-A9DA4907E15B}"/>
                </a:ext>
              </a:extLst>
            </p:cNvPr>
            <p:cNvSpPr>
              <a:spLocks/>
            </p:cNvSpPr>
            <p:nvPr/>
          </p:nvSpPr>
          <p:spPr bwMode="auto">
            <a:xfrm rot="5094805">
              <a:off x="2361084" y="4713574"/>
              <a:ext cx="20565" cy="29705"/>
            </a:xfrm>
            <a:custGeom>
              <a:avLst/>
              <a:gdLst>
                <a:gd name="T0" fmla="*/ 3 w 8"/>
                <a:gd name="T1" fmla="*/ 0 h 12"/>
                <a:gd name="T2" fmla="*/ 7 w 8"/>
                <a:gd name="T3" fmla="*/ 5 h 12"/>
                <a:gd name="T4" fmla="*/ 3 w 8"/>
                <a:gd name="T5" fmla="*/ 11 h 12"/>
                <a:gd name="T6" fmla="*/ 0 w 8"/>
                <a:gd name="T7" fmla="*/ 7 h 12"/>
                <a:gd name="T8" fmla="*/ 3 w 8"/>
                <a:gd name="T9" fmla="*/ 0 h 12"/>
              </a:gdLst>
              <a:ahLst/>
              <a:cxnLst>
                <a:cxn ang="0">
                  <a:pos x="T0" y="T1"/>
                </a:cxn>
                <a:cxn ang="0">
                  <a:pos x="T2" y="T3"/>
                </a:cxn>
                <a:cxn ang="0">
                  <a:pos x="T4" y="T5"/>
                </a:cxn>
                <a:cxn ang="0">
                  <a:pos x="T6" y="T7"/>
                </a:cxn>
                <a:cxn ang="0">
                  <a:pos x="T8" y="T9"/>
                </a:cxn>
              </a:cxnLst>
              <a:rect l="0" t="0" r="r" b="b"/>
              <a:pathLst>
                <a:path w="8" h="12">
                  <a:moveTo>
                    <a:pt x="3" y="0"/>
                  </a:moveTo>
                  <a:cubicBezTo>
                    <a:pt x="5" y="2"/>
                    <a:pt x="7" y="3"/>
                    <a:pt x="7" y="5"/>
                  </a:cubicBezTo>
                  <a:cubicBezTo>
                    <a:pt x="8" y="7"/>
                    <a:pt x="5" y="12"/>
                    <a:pt x="3" y="11"/>
                  </a:cubicBezTo>
                  <a:cubicBezTo>
                    <a:pt x="1" y="11"/>
                    <a:pt x="0" y="9"/>
                    <a:pt x="0" y="7"/>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5" name="Freeform 2898">
              <a:extLst>
                <a:ext uri="{FF2B5EF4-FFF2-40B4-BE49-F238E27FC236}">
                  <a16:creationId xmlns:a16="http://schemas.microsoft.com/office/drawing/2014/main" id="{11B3D338-5A3C-C9BB-77D1-F912A6422342}"/>
                </a:ext>
              </a:extLst>
            </p:cNvPr>
            <p:cNvSpPr>
              <a:spLocks/>
            </p:cNvSpPr>
            <p:nvPr/>
          </p:nvSpPr>
          <p:spPr bwMode="auto">
            <a:xfrm rot="5094805">
              <a:off x="2250742" y="4530495"/>
              <a:ext cx="25135" cy="29705"/>
            </a:xfrm>
            <a:custGeom>
              <a:avLst/>
              <a:gdLst>
                <a:gd name="T0" fmla="*/ 10 w 10"/>
                <a:gd name="T1" fmla="*/ 2 h 12"/>
                <a:gd name="T2" fmla="*/ 6 w 10"/>
                <a:gd name="T3" fmla="*/ 10 h 12"/>
                <a:gd name="T4" fmla="*/ 1 w 10"/>
                <a:gd name="T5" fmla="*/ 8 h 12"/>
                <a:gd name="T6" fmla="*/ 4 w 10"/>
                <a:gd name="T7" fmla="*/ 0 h 12"/>
                <a:gd name="T8" fmla="*/ 10 w 10"/>
                <a:gd name="T9" fmla="*/ 2 h 12"/>
              </a:gdLst>
              <a:ahLst/>
              <a:cxnLst>
                <a:cxn ang="0">
                  <a:pos x="T0" y="T1"/>
                </a:cxn>
                <a:cxn ang="0">
                  <a:pos x="T2" y="T3"/>
                </a:cxn>
                <a:cxn ang="0">
                  <a:pos x="T4" y="T5"/>
                </a:cxn>
                <a:cxn ang="0">
                  <a:pos x="T6" y="T7"/>
                </a:cxn>
                <a:cxn ang="0">
                  <a:pos x="T8" y="T9"/>
                </a:cxn>
              </a:cxnLst>
              <a:rect l="0" t="0" r="r" b="b"/>
              <a:pathLst>
                <a:path w="10" h="12">
                  <a:moveTo>
                    <a:pt x="10" y="2"/>
                  </a:moveTo>
                  <a:cubicBezTo>
                    <a:pt x="8" y="5"/>
                    <a:pt x="8" y="8"/>
                    <a:pt x="6" y="10"/>
                  </a:cubicBezTo>
                  <a:cubicBezTo>
                    <a:pt x="4" y="12"/>
                    <a:pt x="2" y="11"/>
                    <a:pt x="1" y="8"/>
                  </a:cubicBezTo>
                  <a:cubicBezTo>
                    <a:pt x="0" y="5"/>
                    <a:pt x="2" y="0"/>
                    <a:pt x="4" y="0"/>
                  </a:cubicBezTo>
                  <a:cubicBezTo>
                    <a:pt x="6" y="0"/>
                    <a:pt x="8" y="1"/>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6" name="Freeform 2899">
              <a:extLst>
                <a:ext uri="{FF2B5EF4-FFF2-40B4-BE49-F238E27FC236}">
                  <a16:creationId xmlns:a16="http://schemas.microsoft.com/office/drawing/2014/main" id="{A2E819A5-8881-4830-D41B-C542893B611B}"/>
                </a:ext>
              </a:extLst>
            </p:cNvPr>
            <p:cNvSpPr>
              <a:spLocks/>
            </p:cNvSpPr>
            <p:nvPr/>
          </p:nvSpPr>
          <p:spPr bwMode="auto">
            <a:xfrm rot="5094805">
              <a:off x="2149619" y="4346906"/>
              <a:ext cx="22850" cy="31990"/>
            </a:xfrm>
            <a:custGeom>
              <a:avLst/>
              <a:gdLst>
                <a:gd name="T0" fmla="*/ 9 w 9"/>
                <a:gd name="T1" fmla="*/ 3 h 13"/>
                <a:gd name="T2" fmla="*/ 6 w 9"/>
                <a:gd name="T3" fmla="*/ 11 h 13"/>
                <a:gd name="T4" fmla="*/ 1 w 9"/>
                <a:gd name="T5" fmla="*/ 10 h 13"/>
                <a:gd name="T6" fmla="*/ 3 w 9"/>
                <a:gd name="T7" fmla="*/ 1 h 13"/>
                <a:gd name="T8" fmla="*/ 9 w 9"/>
                <a:gd name="T9" fmla="*/ 3 h 13"/>
              </a:gdLst>
              <a:ahLst/>
              <a:cxnLst>
                <a:cxn ang="0">
                  <a:pos x="T0" y="T1"/>
                </a:cxn>
                <a:cxn ang="0">
                  <a:pos x="T2" y="T3"/>
                </a:cxn>
                <a:cxn ang="0">
                  <a:pos x="T4" y="T5"/>
                </a:cxn>
                <a:cxn ang="0">
                  <a:pos x="T6" y="T7"/>
                </a:cxn>
                <a:cxn ang="0">
                  <a:pos x="T8" y="T9"/>
                </a:cxn>
              </a:cxnLst>
              <a:rect l="0" t="0" r="r" b="b"/>
              <a:pathLst>
                <a:path w="9" h="13">
                  <a:moveTo>
                    <a:pt x="9" y="3"/>
                  </a:moveTo>
                  <a:cubicBezTo>
                    <a:pt x="8" y="6"/>
                    <a:pt x="7" y="9"/>
                    <a:pt x="6" y="11"/>
                  </a:cubicBezTo>
                  <a:cubicBezTo>
                    <a:pt x="4" y="13"/>
                    <a:pt x="2" y="12"/>
                    <a:pt x="1" y="10"/>
                  </a:cubicBezTo>
                  <a:cubicBezTo>
                    <a:pt x="0" y="6"/>
                    <a:pt x="1" y="1"/>
                    <a:pt x="3" y="1"/>
                  </a:cubicBezTo>
                  <a:cubicBezTo>
                    <a:pt x="5" y="0"/>
                    <a:pt x="7"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7" name="Freeform 2900">
              <a:extLst>
                <a:ext uri="{FF2B5EF4-FFF2-40B4-BE49-F238E27FC236}">
                  <a16:creationId xmlns:a16="http://schemas.microsoft.com/office/drawing/2014/main" id="{392CC8A7-30C0-3AC4-B992-B0C9EFCFC6C6}"/>
                </a:ext>
              </a:extLst>
            </p:cNvPr>
            <p:cNvSpPr>
              <a:spLocks/>
            </p:cNvSpPr>
            <p:nvPr/>
          </p:nvSpPr>
          <p:spPr bwMode="auto">
            <a:xfrm rot="5094805">
              <a:off x="2057398" y="4160230"/>
              <a:ext cx="20565" cy="34275"/>
            </a:xfrm>
            <a:custGeom>
              <a:avLst/>
              <a:gdLst>
                <a:gd name="T0" fmla="*/ 3 w 9"/>
                <a:gd name="T1" fmla="*/ 0 h 14"/>
                <a:gd name="T2" fmla="*/ 8 w 9"/>
                <a:gd name="T3" fmla="*/ 6 h 14"/>
                <a:gd name="T4" fmla="*/ 4 w 9"/>
                <a:gd name="T5" fmla="*/ 14 h 14"/>
                <a:gd name="T6" fmla="*/ 1 w 9"/>
                <a:gd name="T7" fmla="*/ 9 h 14"/>
                <a:gd name="T8" fmla="*/ 3 w 9"/>
                <a:gd name="T9" fmla="*/ 0 h 14"/>
              </a:gdLst>
              <a:ahLst/>
              <a:cxnLst>
                <a:cxn ang="0">
                  <a:pos x="T0" y="T1"/>
                </a:cxn>
                <a:cxn ang="0">
                  <a:pos x="T2" y="T3"/>
                </a:cxn>
                <a:cxn ang="0">
                  <a:pos x="T4" y="T5"/>
                </a:cxn>
                <a:cxn ang="0">
                  <a:pos x="T6" y="T7"/>
                </a:cxn>
                <a:cxn ang="0">
                  <a:pos x="T8" y="T9"/>
                </a:cxn>
              </a:cxnLst>
              <a:rect l="0" t="0" r="r" b="b"/>
              <a:pathLst>
                <a:path w="9" h="14">
                  <a:moveTo>
                    <a:pt x="3" y="0"/>
                  </a:moveTo>
                  <a:cubicBezTo>
                    <a:pt x="6" y="3"/>
                    <a:pt x="7" y="4"/>
                    <a:pt x="8" y="6"/>
                  </a:cubicBezTo>
                  <a:cubicBezTo>
                    <a:pt x="9" y="9"/>
                    <a:pt x="7" y="14"/>
                    <a:pt x="4" y="14"/>
                  </a:cubicBezTo>
                  <a:cubicBezTo>
                    <a:pt x="3" y="14"/>
                    <a:pt x="1" y="11"/>
                    <a:pt x="1" y="9"/>
                  </a:cubicBezTo>
                  <a:cubicBezTo>
                    <a:pt x="0" y="7"/>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8" name="Freeform 2901">
              <a:extLst>
                <a:ext uri="{FF2B5EF4-FFF2-40B4-BE49-F238E27FC236}">
                  <a16:creationId xmlns:a16="http://schemas.microsoft.com/office/drawing/2014/main" id="{16FE97BA-443C-6E4F-7D3D-7C8BE6A263F1}"/>
                </a:ext>
              </a:extLst>
            </p:cNvPr>
            <p:cNvSpPr>
              <a:spLocks/>
            </p:cNvSpPr>
            <p:nvPr/>
          </p:nvSpPr>
          <p:spPr bwMode="auto">
            <a:xfrm rot="5094805">
              <a:off x="1787382" y="4023338"/>
              <a:ext cx="27420" cy="13710"/>
            </a:xfrm>
            <a:custGeom>
              <a:avLst/>
              <a:gdLst>
                <a:gd name="T0" fmla="*/ 0 w 11"/>
                <a:gd name="T1" fmla="*/ 5 h 6"/>
                <a:gd name="T2" fmla="*/ 5 w 11"/>
                <a:gd name="T3" fmla="*/ 1 h 6"/>
                <a:gd name="T4" fmla="*/ 10 w 11"/>
                <a:gd name="T5" fmla="*/ 2 h 6"/>
                <a:gd name="T6" fmla="*/ 6 w 11"/>
                <a:gd name="T7" fmla="*/ 5 h 6"/>
                <a:gd name="T8" fmla="*/ 0 w 11"/>
                <a:gd name="T9" fmla="*/ 5 h 6"/>
              </a:gdLst>
              <a:ahLst/>
              <a:cxnLst>
                <a:cxn ang="0">
                  <a:pos x="T0" y="T1"/>
                </a:cxn>
                <a:cxn ang="0">
                  <a:pos x="T2" y="T3"/>
                </a:cxn>
                <a:cxn ang="0">
                  <a:pos x="T4" y="T5"/>
                </a:cxn>
                <a:cxn ang="0">
                  <a:pos x="T6" y="T7"/>
                </a:cxn>
                <a:cxn ang="0">
                  <a:pos x="T8" y="T9"/>
                </a:cxn>
              </a:cxnLst>
              <a:rect l="0" t="0" r="r" b="b"/>
              <a:pathLst>
                <a:path w="11" h="6">
                  <a:moveTo>
                    <a:pt x="0" y="5"/>
                  </a:moveTo>
                  <a:cubicBezTo>
                    <a:pt x="2" y="3"/>
                    <a:pt x="4" y="1"/>
                    <a:pt x="5" y="1"/>
                  </a:cubicBezTo>
                  <a:cubicBezTo>
                    <a:pt x="8" y="0"/>
                    <a:pt x="11" y="0"/>
                    <a:pt x="10" y="2"/>
                  </a:cubicBezTo>
                  <a:cubicBezTo>
                    <a:pt x="9" y="3"/>
                    <a:pt x="7" y="5"/>
                    <a:pt x="6" y="5"/>
                  </a:cubicBezTo>
                  <a:cubicBezTo>
                    <a:pt x="4" y="6"/>
                    <a:pt x="2" y="5"/>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9" name="Freeform 2902">
              <a:extLst>
                <a:ext uri="{FF2B5EF4-FFF2-40B4-BE49-F238E27FC236}">
                  <a16:creationId xmlns:a16="http://schemas.microsoft.com/office/drawing/2014/main" id="{AD11A32D-0D1F-541F-1407-51C891BE8DD6}"/>
                </a:ext>
              </a:extLst>
            </p:cNvPr>
            <p:cNvSpPr>
              <a:spLocks/>
            </p:cNvSpPr>
            <p:nvPr/>
          </p:nvSpPr>
          <p:spPr bwMode="auto">
            <a:xfrm rot="5094805">
              <a:off x="1878571" y="4209069"/>
              <a:ext cx="27420" cy="15995"/>
            </a:xfrm>
            <a:custGeom>
              <a:avLst/>
              <a:gdLst>
                <a:gd name="T0" fmla="*/ 11 w 11"/>
                <a:gd name="T1" fmla="*/ 0 h 6"/>
                <a:gd name="T2" fmla="*/ 4 w 11"/>
                <a:gd name="T3" fmla="*/ 5 h 6"/>
                <a:gd name="T4" fmla="*/ 1 w 11"/>
                <a:gd name="T5" fmla="*/ 5 h 6"/>
                <a:gd name="T6" fmla="*/ 4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3"/>
                    <a:pt x="6" y="4"/>
                    <a:pt x="4" y="5"/>
                  </a:cubicBezTo>
                  <a:cubicBezTo>
                    <a:pt x="3" y="6"/>
                    <a:pt x="1" y="5"/>
                    <a:pt x="1" y="5"/>
                  </a:cubicBezTo>
                  <a:cubicBezTo>
                    <a:pt x="0" y="4"/>
                    <a:pt x="2" y="2"/>
                    <a:pt x="4" y="1"/>
                  </a:cubicBezTo>
                  <a:cubicBezTo>
                    <a:pt x="6" y="1"/>
                    <a:pt x="8"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0" name="Freeform 2903">
              <a:extLst>
                <a:ext uri="{FF2B5EF4-FFF2-40B4-BE49-F238E27FC236}">
                  <a16:creationId xmlns:a16="http://schemas.microsoft.com/office/drawing/2014/main" id="{05685B34-2854-455A-F68F-B0A4557CB4C4}"/>
                </a:ext>
              </a:extLst>
            </p:cNvPr>
            <p:cNvSpPr>
              <a:spLocks/>
            </p:cNvSpPr>
            <p:nvPr/>
          </p:nvSpPr>
          <p:spPr bwMode="auto">
            <a:xfrm rot="5094805">
              <a:off x="1981988" y="4392862"/>
              <a:ext cx="20565" cy="13710"/>
            </a:xfrm>
            <a:custGeom>
              <a:avLst/>
              <a:gdLst>
                <a:gd name="T0" fmla="*/ 3 w 9"/>
                <a:gd name="T1" fmla="*/ 0 h 6"/>
                <a:gd name="T2" fmla="*/ 9 w 9"/>
                <a:gd name="T3" fmla="*/ 0 h 6"/>
                <a:gd name="T4" fmla="*/ 6 w 9"/>
                <a:gd name="T5" fmla="*/ 4 h 6"/>
                <a:gd name="T6" fmla="*/ 0 w 9"/>
                <a:gd name="T7" fmla="*/ 4 h 6"/>
                <a:gd name="T8" fmla="*/ 3 w 9"/>
                <a:gd name="T9" fmla="*/ 0 h 6"/>
              </a:gdLst>
              <a:ahLst/>
              <a:cxnLst>
                <a:cxn ang="0">
                  <a:pos x="T0" y="T1"/>
                </a:cxn>
                <a:cxn ang="0">
                  <a:pos x="T2" y="T3"/>
                </a:cxn>
                <a:cxn ang="0">
                  <a:pos x="T4" y="T5"/>
                </a:cxn>
                <a:cxn ang="0">
                  <a:pos x="T6" y="T7"/>
                </a:cxn>
                <a:cxn ang="0">
                  <a:pos x="T8" y="T9"/>
                </a:cxn>
              </a:cxnLst>
              <a:rect l="0" t="0" r="r" b="b"/>
              <a:pathLst>
                <a:path w="9" h="6">
                  <a:moveTo>
                    <a:pt x="3" y="0"/>
                  </a:moveTo>
                  <a:cubicBezTo>
                    <a:pt x="6" y="0"/>
                    <a:pt x="8" y="0"/>
                    <a:pt x="9" y="0"/>
                  </a:cubicBezTo>
                  <a:cubicBezTo>
                    <a:pt x="9" y="1"/>
                    <a:pt x="7" y="3"/>
                    <a:pt x="6" y="4"/>
                  </a:cubicBezTo>
                  <a:cubicBezTo>
                    <a:pt x="3" y="5"/>
                    <a:pt x="0" y="6"/>
                    <a:pt x="0" y="4"/>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1" name="Freeform 2904">
              <a:extLst>
                <a:ext uri="{FF2B5EF4-FFF2-40B4-BE49-F238E27FC236}">
                  <a16:creationId xmlns:a16="http://schemas.microsoft.com/office/drawing/2014/main" id="{11974FD9-619A-A50F-3655-A9DCE4631165}"/>
                </a:ext>
              </a:extLst>
            </p:cNvPr>
            <p:cNvSpPr>
              <a:spLocks/>
            </p:cNvSpPr>
            <p:nvPr/>
          </p:nvSpPr>
          <p:spPr bwMode="auto">
            <a:xfrm rot="5094805">
              <a:off x="2094693" y="4575429"/>
              <a:ext cx="22850" cy="15995"/>
            </a:xfrm>
            <a:custGeom>
              <a:avLst/>
              <a:gdLst>
                <a:gd name="T0" fmla="*/ 9 w 9"/>
                <a:gd name="T1" fmla="*/ 1 h 6"/>
                <a:gd name="T2" fmla="*/ 4 w 9"/>
                <a:gd name="T3" fmla="*/ 5 h 6"/>
                <a:gd name="T4" fmla="*/ 0 w 9"/>
                <a:gd name="T5" fmla="*/ 6 h 6"/>
                <a:gd name="T6" fmla="*/ 2 w 9"/>
                <a:gd name="T7" fmla="*/ 2 h 6"/>
                <a:gd name="T8" fmla="*/ 9 w 9"/>
                <a:gd name="T9" fmla="*/ 1 h 6"/>
              </a:gdLst>
              <a:ahLst/>
              <a:cxnLst>
                <a:cxn ang="0">
                  <a:pos x="T0" y="T1"/>
                </a:cxn>
                <a:cxn ang="0">
                  <a:pos x="T2" y="T3"/>
                </a:cxn>
                <a:cxn ang="0">
                  <a:pos x="T4" y="T5"/>
                </a:cxn>
                <a:cxn ang="0">
                  <a:pos x="T6" y="T7"/>
                </a:cxn>
                <a:cxn ang="0">
                  <a:pos x="T8" y="T9"/>
                </a:cxn>
              </a:cxnLst>
              <a:rect l="0" t="0" r="r" b="b"/>
              <a:pathLst>
                <a:path w="9" h="6">
                  <a:moveTo>
                    <a:pt x="9" y="1"/>
                  </a:moveTo>
                  <a:cubicBezTo>
                    <a:pt x="8" y="2"/>
                    <a:pt x="6" y="4"/>
                    <a:pt x="4" y="5"/>
                  </a:cubicBezTo>
                  <a:cubicBezTo>
                    <a:pt x="4" y="6"/>
                    <a:pt x="1" y="6"/>
                    <a:pt x="0" y="6"/>
                  </a:cubicBezTo>
                  <a:cubicBezTo>
                    <a:pt x="0" y="5"/>
                    <a:pt x="1" y="3"/>
                    <a:pt x="2" y="2"/>
                  </a:cubicBezTo>
                  <a:cubicBezTo>
                    <a:pt x="4" y="1"/>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2" name="Freeform 2905">
              <a:extLst>
                <a:ext uri="{FF2B5EF4-FFF2-40B4-BE49-F238E27FC236}">
                  <a16:creationId xmlns:a16="http://schemas.microsoft.com/office/drawing/2014/main" id="{2B3418F5-FD0D-25EA-0CDA-F9CEAF380357}"/>
                </a:ext>
              </a:extLst>
            </p:cNvPr>
            <p:cNvSpPr>
              <a:spLocks/>
            </p:cNvSpPr>
            <p:nvPr/>
          </p:nvSpPr>
          <p:spPr bwMode="auto">
            <a:xfrm rot="5094805">
              <a:off x="2209375" y="4755624"/>
              <a:ext cx="22850" cy="15995"/>
            </a:xfrm>
            <a:custGeom>
              <a:avLst/>
              <a:gdLst>
                <a:gd name="T0" fmla="*/ 9 w 9"/>
                <a:gd name="T1" fmla="*/ 1 h 6"/>
                <a:gd name="T2" fmla="*/ 5 w 9"/>
                <a:gd name="T3" fmla="*/ 5 h 6"/>
                <a:gd name="T4" fmla="*/ 1 w 9"/>
                <a:gd name="T5" fmla="*/ 6 h 6"/>
                <a:gd name="T6" fmla="*/ 3 w 9"/>
                <a:gd name="T7" fmla="*/ 2 h 6"/>
                <a:gd name="T8" fmla="*/ 9 w 9"/>
                <a:gd name="T9" fmla="*/ 1 h 6"/>
              </a:gdLst>
              <a:ahLst/>
              <a:cxnLst>
                <a:cxn ang="0">
                  <a:pos x="T0" y="T1"/>
                </a:cxn>
                <a:cxn ang="0">
                  <a:pos x="T2" y="T3"/>
                </a:cxn>
                <a:cxn ang="0">
                  <a:pos x="T4" y="T5"/>
                </a:cxn>
                <a:cxn ang="0">
                  <a:pos x="T6" y="T7"/>
                </a:cxn>
                <a:cxn ang="0">
                  <a:pos x="T8" y="T9"/>
                </a:cxn>
              </a:cxnLst>
              <a:rect l="0" t="0" r="r" b="b"/>
              <a:pathLst>
                <a:path w="9" h="6">
                  <a:moveTo>
                    <a:pt x="9" y="1"/>
                  </a:moveTo>
                  <a:cubicBezTo>
                    <a:pt x="8" y="2"/>
                    <a:pt x="7" y="4"/>
                    <a:pt x="5" y="5"/>
                  </a:cubicBezTo>
                  <a:cubicBezTo>
                    <a:pt x="4" y="6"/>
                    <a:pt x="1" y="6"/>
                    <a:pt x="1" y="6"/>
                  </a:cubicBezTo>
                  <a:cubicBezTo>
                    <a:pt x="0" y="5"/>
                    <a:pt x="2" y="3"/>
                    <a:pt x="3" y="2"/>
                  </a:cubicBezTo>
                  <a:cubicBezTo>
                    <a:pt x="5" y="1"/>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3" name="Freeform 2906">
              <a:extLst>
                <a:ext uri="{FF2B5EF4-FFF2-40B4-BE49-F238E27FC236}">
                  <a16:creationId xmlns:a16="http://schemas.microsoft.com/office/drawing/2014/main" id="{EFFB0D46-0820-6971-D3A2-768A2A436D72}"/>
                </a:ext>
              </a:extLst>
            </p:cNvPr>
            <p:cNvSpPr>
              <a:spLocks/>
            </p:cNvSpPr>
            <p:nvPr/>
          </p:nvSpPr>
          <p:spPr bwMode="auto">
            <a:xfrm rot="5094805">
              <a:off x="2324357" y="4940274"/>
              <a:ext cx="25135" cy="13710"/>
            </a:xfrm>
            <a:custGeom>
              <a:avLst/>
              <a:gdLst>
                <a:gd name="T0" fmla="*/ 10 w 10"/>
                <a:gd name="T1" fmla="*/ 0 h 6"/>
                <a:gd name="T2" fmla="*/ 4 w 10"/>
                <a:gd name="T3" fmla="*/ 5 h 6"/>
                <a:gd name="T4" fmla="*/ 0 w 10"/>
                <a:gd name="T5" fmla="*/ 5 h 6"/>
                <a:gd name="T6" fmla="*/ 3 w 10"/>
                <a:gd name="T7" fmla="*/ 1 h 6"/>
                <a:gd name="T8" fmla="*/ 10 w 10"/>
                <a:gd name="T9" fmla="*/ 0 h 6"/>
              </a:gdLst>
              <a:ahLst/>
              <a:cxnLst>
                <a:cxn ang="0">
                  <a:pos x="T0" y="T1"/>
                </a:cxn>
                <a:cxn ang="0">
                  <a:pos x="T2" y="T3"/>
                </a:cxn>
                <a:cxn ang="0">
                  <a:pos x="T4" y="T5"/>
                </a:cxn>
                <a:cxn ang="0">
                  <a:pos x="T6" y="T7"/>
                </a:cxn>
                <a:cxn ang="0">
                  <a:pos x="T8" y="T9"/>
                </a:cxn>
              </a:cxnLst>
              <a:rect l="0" t="0" r="r" b="b"/>
              <a:pathLst>
                <a:path w="10" h="6">
                  <a:moveTo>
                    <a:pt x="10" y="0"/>
                  </a:moveTo>
                  <a:cubicBezTo>
                    <a:pt x="7" y="2"/>
                    <a:pt x="6" y="4"/>
                    <a:pt x="4" y="5"/>
                  </a:cubicBezTo>
                  <a:cubicBezTo>
                    <a:pt x="3" y="6"/>
                    <a:pt x="0" y="6"/>
                    <a:pt x="0" y="5"/>
                  </a:cubicBezTo>
                  <a:cubicBezTo>
                    <a:pt x="0" y="4"/>
                    <a:pt x="2" y="2"/>
                    <a:pt x="3" y="1"/>
                  </a:cubicBezTo>
                  <a:cubicBezTo>
                    <a:pt x="5" y="0"/>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4" name="Freeform 2907">
              <a:extLst>
                <a:ext uri="{FF2B5EF4-FFF2-40B4-BE49-F238E27FC236}">
                  <a16:creationId xmlns:a16="http://schemas.microsoft.com/office/drawing/2014/main" id="{272ABCBB-E502-4CA7-4E62-2C69E385ACD7}"/>
                </a:ext>
              </a:extLst>
            </p:cNvPr>
            <p:cNvSpPr>
              <a:spLocks/>
            </p:cNvSpPr>
            <p:nvPr/>
          </p:nvSpPr>
          <p:spPr bwMode="auto">
            <a:xfrm rot="5094805">
              <a:off x="2441323" y="5120469"/>
              <a:ext cx="20565" cy="13710"/>
            </a:xfrm>
            <a:custGeom>
              <a:avLst/>
              <a:gdLst>
                <a:gd name="T0" fmla="*/ 9 w 9"/>
                <a:gd name="T1" fmla="*/ 1 h 6"/>
                <a:gd name="T2" fmla="*/ 5 w 9"/>
                <a:gd name="T3" fmla="*/ 5 h 6"/>
                <a:gd name="T4" fmla="*/ 1 w 9"/>
                <a:gd name="T5" fmla="*/ 5 h 6"/>
                <a:gd name="T6" fmla="*/ 3 w 9"/>
                <a:gd name="T7" fmla="*/ 2 h 6"/>
                <a:gd name="T8" fmla="*/ 9 w 9"/>
                <a:gd name="T9" fmla="*/ 1 h 6"/>
              </a:gdLst>
              <a:ahLst/>
              <a:cxnLst>
                <a:cxn ang="0">
                  <a:pos x="T0" y="T1"/>
                </a:cxn>
                <a:cxn ang="0">
                  <a:pos x="T2" y="T3"/>
                </a:cxn>
                <a:cxn ang="0">
                  <a:pos x="T4" y="T5"/>
                </a:cxn>
                <a:cxn ang="0">
                  <a:pos x="T6" y="T7"/>
                </a:cxn>
                <a:cxn ang="0">
                  <a:pos x="T8" y="T9"/>
                </a:cxn>
              </a:cxnLst>
              <a:rect l="0" t="0" r="r" b="b"/>
              <a:pathLst>
                <a:path w="9" h="6">
                  <a:moveTo>
                    <a:pt x="9" y="1"/>
                  </a:moveTo>
                  <a:cubicBezTo>
                    <a:pt x="8" y="2"/>
                    <a:pt x="7" y="4"/>
                    <a:pt x="5" y="5"/>
                  </a:cubicBezTo>
                  <a:cubicBezTo>
                    <a:pt x="4" y="6"/>
                    <a:pt x="1" y="6"/>
                    <a:pt x="1" y="5"/>
                  </a:cubicBezTo>
                  <a:cubicBezTo>
                    <a:pt x="0" y="5"/>
                    <a:pt x="1" y="3"/>
                    <a:pt x="3" y="2"/>
                  </a:cubicBezTo>
                  <a:cubicBezTo>
                    <a:pt x="5" y="0"/>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5" name="Freeform 2908">
              <a:extLst>
                <a:ext uri="{FF2B5EF4-FFF2-40B4-BE49-F238E27FC236}">
                  <a16:creationId xmlns:a16="http://schemas.microsoft.com/office/drawing/2014/main" id="{DFAD2E97-2109-CE5B-AD60-8FD9C4C57E22}"/>
                </a:ext>
              </a:extLst>
            </p:cNvPr>
            <p:cNvSpPr>
              <a:spLocks/>
            </p:cNvSpPr>
            <p:nvPr/>
          </p:nvSpPr>
          <p:spPr bwMode="auto">
            <a:xfrm rot="5094805">
              <a:off x="2551559" y="5303451"/>
              <a:ext cx="18280" cy="11425"/>
            </a:xfrm>
            <a:custGeom>
              <a:avLst/>
              <a:gdLst>
                <a:gd name="T0" fmla="*/ 8 w 8"/>
                <a:gd name="T1" fmla="*/ 1 h 5"/>
                <a:gd name="T2" fmla="*/ 4 w 8"/>
                <a:gd name="T3" fmla="*/ 5 h 5"/>
                <a:gd name="T4" fmla="*/ 0 w 8"/>
                <a:gd name="T5" fmla="*/ 5 h 5"/>
                <a:gd name="T6" fmla="*/ 2 w 8"/>
                <a:gd name="T7" fmla="*/ 3 h 5"/>
                <a:gd name="T8" fmla="*/ 8 w 8"/>
                <a:gd name="T9" fmla="*/ 1 h 5"/>
              </a:gdLst>
              <a:ahLst/>
              <a:cxnLst>
                <a:cxn ang="0">
                  <a:pos x="T0" y="T1"/>
                </a:cxn>
                <a:cxn ang="0">
                  <a:pos x="T2" y="T3"/>
                </a:cxn>
                <a:cxn ang="0">
                  <a:pos x="T4" y="T5"/>
                </a:cxn>
                <a:cxn ang="0">
                  <a:pos x="T6" y="T7"/>
                </a:cxn>
                <a:cxn ang="0">
                  <a:pos x="T8" y="T9"/>
                </a:cxn>
              </a:cxnLst>
              <a:rect l="0" t="0" r="r" b="b"/>
              <a:pathLst>
                <a:path w="8" h="5">
                  <a:moveTo>
                    <a:pt x="8" y="1"/>
                  </a:moveTo>
                  <a:cubicBezTo>
                    <a:pt x="7" y="2"/>
                    <a:pt x="6" y="4"/>
                    <a:pt x="4" y="5"/>
                  </a:cubicBezTo>
                  <a:cubicBezTo>
                    <a:pt x="3" y="5"/>
                    <a:pt x="1" y="5"/>
                    <a:pt x="0" y="5"/>
                  </a:cubicBezTo>
                  <a:cubicBezTo>
                    <a:pt x="0" y="5"/>
                    <a:pt x="1" y="3"/>
                    <a:pt x="2" y="3"/>
                  </a:cubicBezTo>
                  <a:cubicBezTo>
                    <a:pt x="4" y="1"/>
                    <a:pt x="7" y="0"/>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6" name="Freeform 2909">
              <a:extLst>
                <a:ext uri="{FF2B5EF4-FFF2-40B4-BE49-F238E27FC236}">
                  <a16:creationId xmlns:a16="http://schemas.microsoft.com/office/drawing/2014/main" id="{9A1963EC-2469-2760-A70D-6804C99DCC61}"/>
                </a:ext>
              </a:extLst>
            </p:cNvPr>
            <p:cNvSpPr>
              <a:spLocks/>
            </p:cNvSpPr>
            <p:nvPr/>
          </p:nvSpPr>
          <p:spPr bwMode="auto">
            <a:xfrm rot="5094805">
              <a:off x="2643675" y="5487745"/>
              <a:ext cx="22850" cy="11425"/>
            </a:xfrm>
            <a:custGeom>
              <a:avLst/>
              <a:gdLst>
                <a:gd name="T0" fmla="*/ 9 w 9"/>
                <a:gd name="T1" fmla="*/ 0 h 4"/>
                <a:gd name="T2" fmla="*/ 5 w 9"/>
                <a:gd name="T3" fmla="*/ 3 h 4"/>
                <a:gd name="T4" fmla="*/ 1 w 9"/>
                <a:gd name="T5" fmla="*/ 4 h 4"/>
                <a:gd name="T6" fmla="*/ 3 w 9"/>
                <a:gd name="T7" fmla="*/ 1 h 4"/>
                <a:gd name="T8" fmla="*/ 9 w 9"/>
                <a:gd name="T9" fmla="*/ 0 h 4"/>
              </a:gdLst>
              <a:ahLst/>
              <a:cxnLst>
                <a:cxn ang="0">
                  <a:pos x="T0" y="T1"/>
                </a:cxn>
                <a:cxn ang="0">
                  <a:pos x="T2" y="T3"/>
                </a:cxn>
                <a:cxn ang="0">
                  <a:pos x="T4" y="T5"/>
                </a:cxn>
                <a:cxn ang="0">
                  <a:pos x="T6" y="T7"/>
                </a:cxn>
                <a:cxn ang="0">
                  <a:pos x="T8" y="T9"/>
                </a:cxn>
              </a:cxnLst>
              <a:rect l="0" t="0" r="r" b="b"/>
              <a:pathLst>
                <a:path w="9" h="4">
                  <a:moveTo>
                    <a:pt x="9" y="0"/>
                  </a:moveTo>
                  <a:cubicBezTo>
                    <a:pt x="8" y="1"/>
                    <a:pt x="7" y="2"/>
                    <a:pt x="5" y="3"/>
                  </a:cubicBezTo>
                  <a:cubicBezTo>
                    <a:pt x="4" y="4"/>
                    <a:pt x="1" y="4"/>
                    <a:pt x="1" y="4"/>
                  </a:cubicBezTo>
                  <a:cubicBezTo>
                    <a:pt x="0" y="3"/>
                    <a:pt x="2" y="2"/>
                    <a:pt x="3" y="1"/>
                  </a:cubicBezTo>
                  <a:cubicBezTo>
                    <a:pt x="5" y="0"/>
                    <a:pt x="8"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7" name="Freeform 2910">
              <a:extLst>
                <a:ext uri="{FF2B5EF4-FFF2-40B4-BE49-F238E27FC236}">
                  <a16:creationId xmlns:a16="http://schemas.microsoft.com/office/drawing/2014/main" id="{75C379AB-79F6-2458-5FEB-0D286EF95AA0}"/>
                </a:ext>
              </a:extLst>
            </p:cNvPr>
            <p:cNvSpPr>
              <a:spLocks/>
            </p:cNvSpPr>
            <p:nvPr/>
          </p:nvSpPr>
          <p:spPr bwMode="auto">
            <a:xfrm rot="5094805">
              <a:off x="2725549" y="5674093"/>
              <a:ext cx="27420" cy="9140"/>
            </a:xfrm>
            <a:custGeom>
              <a:avLst/>
              <a:gdLst>
                <a:gd name="T0" fmla="*/ 0 w 11"/>
                <a:gd name="T1" fmla="*/ 4 h 4"/>
                <a:gd name="T2" fmla="*/ 5 w 11"/>
                <a:gd name="T3" fmla="*/ 1 h 4"/>
                <a:gd name="T4" fmla="*/ 10 w 11"/>
                <a:gd name="T5" fmla="*/ 1 h 4"/>
                <a:gd name="T6" fmla="*/ 6 w 11"/>
                <a:gd name="T7" fmla="*/ 4 h 4"/>
                <a:gd name="T8" fmla="*/ 0 w 11"/>
                <a:gd name="T9" fmla="*/ 4 h 4"/>
              </a:gdLst>
              <a:ahLst/>
              <a:cxnLst>
                <a:cxn ang="0">
                  <a:pos x="T0" y="T1"/>
                </a:cxn>
                <a:cxn ang="0">
                  <a:pos x="T2" y="T3"/>
                </a:cxn>
                <a:cxn ang="0">
                  <a:pos x="T4" y="T5"/>
                </a:cxn>
                <a:cxn ang="0">
                  <a:pos x="T6" y="T7"/>
                </a:cxn>
                <a:cxn ang="0">
                  <a:pos x="T8" y="T9"/>
                </a:cxn>
              </a:cxnLst>
              <a:rect l="0" t="0" r="r" b="b"/>
              <a:pathLst>
                <a:path w="11" h="4">
                  <a:moveTo>
                    <a:pt x="0" y="4"/>
                  </a:moveTo>
                  <a:cubicBezTo>
                    <a:pt x="2" y="3"/>
                    <a:pt x="4" y="2"/>
                    <a:pt x="5" y="1"/>
                  </a:cubicBezTo>
                  <a:cubicBezTo>
                    <a:pt x="8" y="0"/>
                    <a:pt x="11" y="0"/>
                    <a:pt x="10" y="1"/>
                  </a:cubicBezTo>
                  <a:cubicBezTo>
                    <a:pt x="9" y="2"/>
                    <a:pt x="7" y="3"/>
                    <a:pt x="6" y="4"/>
                  </a:cubicBezTo>
                  <a:cubicBezTo>
                    <a:pt x="4" y="4"/>
                    <a:pt x="2" y="4"/>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8" name="Freeform 2911">
              <a:extLst>
                <a:ext uri="{FF2B5EF4-FFF2-40B4-BE49-F238E27FC236}">
                  <a16:creationId xmlns:a16="http://schemas.microsoft.com/office/drawing/2014/main" id="{639182DD-C7C0-810A-39BF-329CFF5FADFA}"/>
                </a:ext>
              </a:extLst>
            </p:cNvPr>
            <p:cNvSpPr>
              <a:spLocks/>
            </p:cNvSpPr>
            <p:nvPr/>
          </p:nvSpPr>
          <p:spPr bwMode="auto">
            <a:xfrm rot="5094805">
              <a:off x="2793996" y="5864541"/>
              <a:ext cx="18280" cy="6855"/>
            </a:xfrm>
            <a:custGeom>
              <a:avLst/>
              <a:gdLst>
                <a:gd name="T0" fmla="*/ 8 w 8"/>
                <a:gd name="T1" fmla="*/ 1 h 3"/>
                <a:gd name="T2" fmla="*/ 4 w 8"/>
                <a:gd name="T3" fmla="*/ 3 h 3"/>
                <a:gd name="T4" fmla="*/ 0 w 8"/>
                <a:gd name="T5" fmla="*/ 3 h 3"/>
                <a:gd name="T6" fmla="*/ 2 w 8"/>
                <a:gd name="T7" fmla="*/ 1 h 3"/>
                <a:gd name="T8" fmla="*/ 8 w 8"/>
                <a:gd name="T9" fmla="*/ 1 h 3"/>
              </a:gdLst>
              <a:ahLst/>
              <a:cxnLst>
                <a:cxn ang="0">
                  <a:pos x="T0" y="T1"/>
                </a:cxn>
                <a:cxn ang="0">
                  <a:pos x="T2" y="T3"/>
                </a:cxn>
                <a:cxn ang="0">
                  <a:pos x="T4" y="T5"/>
                </a:cxn>
                <a:cxn ang="0">
                  <a:pos x="T6" y="T7"/>
                </a:cxn>
                <a:cxn ang="0">
                  <a:pos x="T8" y="T9"/>
                </a:cxn>
              </a:cxnLst>
              <a:rect l="0" t="0" r="r" b="b"/>
              <a:pathLst>
                <a:path w="8" h="3">
                  <a:moveTo>
                    <a:pt x="8" y="1"/>
                  </a:moveTo>
                  <a:cubicBezTo>
                    <a:pt x="7" y="1"/>
                    <a:pt x="6" y="2"/>
                    <a:pt x="4" y="3"/>
                  </a:cubicBezTo>
                  <a:cubicBezTo>
                    <a:pt x="3" y="3"/>
                    <a:pt x="0" y="3"/>
                    <a:pt x="0" y="3"/>
                  </a:cubicBezTo>
                  <a:cubicBezTo>
                    <a:pt x="0" y="2"/>
                    <a:pt x="1" y="1"/>
                    <a:pt x="2" y="1"/>
                  </a:cubicBezTo>
                  <a:cubicBezTo>
                    <a:pt x="4" y="0"/>
                    <a:pt x="7" y="0"/>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9" name="Freeform 2912">
              <a:extLst>
                <a:ext uri="{FF2B5EF4-FFF2-40B4-BE49-F238E27FC236}">
                  <a16:creationId xmlns:a16="http://schemas.microsoft.com/office/drawing/2014/main" id="{68EF3C9B-AAB4-514F-DF4E-EDEE2E517E18}"/>
                </a:ext>
              </a:extLst>
            </p:cNvPr>
            <p:cNvSpPr>
              <a:spLocks/>
            </p:cNvSpPr>
            <p:nvPr/>
          </p:nvSpPr>
          <p:spPr bwMode="auto">
            <a:xfrm rot="5094805">
              <a:off x="2836437" y="6057641"/>
              <a:ext cx="27420" cy="6855"/>
            </a:xfrm>
            <a:custGeom>
              <a:avLst/>
              <a:gdLst>
                <a:gd name="T0" fmla="*/ 11 w 11"/>
                <a:gd name="T1" fmla="*/ 1 h 3"/>
                <a:gd name="T2" fmla="*/ 4 w 11"/>
                <a:gd name="T3" fmla="*/ 3 h 3"/>
                <a:gd name="T4" fmla="*/ 0 w 11"/>
                <a:gd name="T5" fmla="*/ 2 h 3"/>
                <a:gd name="T6" fmla="*/ 3 w 11"/>
                <a:gd name="T7" fmla="*/ 0 h 3"/>
                <a:gd name="T8" fmla="*/ 11 w 11"/>
                <a:gd name="T9" fmla="*/ 1 h 3"/>
              </a:gdLst>
              <a:ahLst/>
              <a:cxnLst>
                <a:cxn ang="0">
                  <a:pos x="T0" y="T1"/>
                </a:cxn>
                <a:cxn ang="0">
                  <a:pos x="T2" y="T3"/>
                </a:cxn>
                <a:cxn ang="0">
                  <a:pos x="T4" y="T5"/>
                </a:cxn>
                <a:cxn ang="0">
                  <a:pos x="T6" y="T7"/>
                </a:cxn>
                <a:cxn ang="0">
                  <a:pos x="T8" y="T9"/>
                </a:cxn>
              </a:cxnLst>
              <a:rect l="0" t="0" r="r" b="b"/>
              <a:pathLst>
                <a:path w="11" h="3">
                  <a:moveTo>
                    <a:pt x="11" y="1"/>
                  </a:moveTo>
                  <a:cubicBezTo>
                    <a:pt x="8" y="2"/>
                    <a:pt x="6" y="3"/>
                    <a:pt x="4" y="3"/>
                  </a:cubicBezTo>
                  <a:cubicBezTo>
                    <a:pt x="3" y="3"/>
                    <a:pt x="0" y="2"/>
                    <a:pt x="0" y="2"/>
                  </a:cubicBezTo>
                  <a:cubicBezTo>
                    <a:pt x="0" y="1"/>
                    <a:pt x="2" y="0"/>
                    <a:pt x="3" y="0"/>
                  </a:cubicBezTo>
                  <a:cubicBezTo>
                    <a:pt x="5" y="0"/>
                    <a:pt x="7"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0" name="Freeform 2913">
              <a:extLst>
                <a:ext uri="{FF2B5EF4-FFF2-40B4-BE49-F238E27FC236}">
                  <a16:creationId xmlns:a16="http://schemas.microsoft.com/office/drawing/2014/main" id="{06C646B8-CBC9-B197-A8B1-268E240B6994}"/>
                </a:ext>
              </a:extLst>
            </p:cNvPr>
            <p:cNvSpPr>
              <a:spLocks/>
            </p:cNvSpPr>
            <p:nvPr/>
          </p:nvSpPr>
          <p:spPr bwMode="auto">
            <a:xfrm rot="5094805">
              <a:off x="2877158" y="6243481"/>
              <a:ext cx="22850" cy="9140"/>
            </a:xfrm>
            <a:custGeom>
              <a:avLst/>
              <a:gdLst>
                <a:gd name="T0" fmla="*/ 5 w 9"/>
                <a:gd name="T1" fmla="*/ 0 h 4"/>
                <a:gd name="T2" fmla="*/ 9 w 9"/>
                <a:gd name="T3" fmla="*/ 2 h 4"/>
                <a:gd name="T4" fmla="*/ 5 w 9"/>
                <a:gd name="T5" fmla="*/ 4 h 4"/>
                <a:gd name="T6" fmla="*/ 1 w 9"/>
                <a:gd name="T7" fmla="*/ 3 h 4"/>
                <a:gd name="T8" fmla="*/ 5 w 9"/>
                <a:gd name="T9" fmla="*/ 0 h 4"/>
              </a:gdLst>
              <a:ahLst/>
              <a:cxnLst>
                <a:cxn ang="0">
                  <a:pos x="T0" y="T1"/>
                </a:cxn>
                <a:cxn ang="0">
                  <a:pos x="T2" y="T3"/>
                </a:cxn>
                <a:cxn ang="0">
                  <a:pos x="T4" y="T5"/>
                </a:cxn>
                <a:cxn ang="0">
                  <a:pos x="T6" y="T7"/>
                </a:cxn>
                <a:cxn ang="0">
                  <a:pos x="T8" y="T9"/>
                </a:cxn>
              </a:cxnLst>
              <a:rect l="0" t="0" r="r" b="b"/>
              <a:pathLst>
                <a:path w="9" h="4">
                  <a:moveTo>
                    <a:pt x="5" y="0"/>
                  </a:moveTo>
                  <a:cubicBezTo>
                    <a:pt x="7" y="1"/>
                    <a:pt x="9" y="2"/>
                    <a:pt x="9" y="2"/>
                  </a:cubicBezTo>
                  <a:cubicBezTo>
                    <a:pt x="9" y="3"/>
                    <a:pt x="7" y="4"/>
                    <a:pt x="5" y="4"/>
                  </a:cubicBezTo>
                  <a:cubicBezTo>
                    <a:pt x="3" y="4"/>
                    <a:pt x="0" y="4"/>
                    <a:pt x="1" y="3"/>
                  </a:cubicBezTo>
                  <a:cubicBezTo>
                    <a:pt x="1" y="2"/>
                    <a:pt x="3"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1" name="Freeform 2914">
              <a:extLst>
                <a:ext uri="{FF2B5EF4-FFF2-40B4-BE49-F238E27FC236}">
                  <a16:creationId xmlns:a16="http://schemas.microsoft.com/office/drawing/2014/main" id="{C63A9E2C-40DF-C36B-FBA5-B4209A12B704}"/>
                </a:ext>
              </a:extLst>
            </p:cNvPr>
            <p:cNvSpPr>
              <a:spLocks/>
            </p:cNvSpPr>
            <p:nvPr/>
          </p:nvSpPr>
          <p:spPr bwMode="auto">
            <a:xfrm rot="5094805">
              <a:off x="2925210" y="6435443"/>
              <a:ext cx="20565" cy="9140"/>
            </a:xfrm>
            <a:custGeom>
              <a:avLst/>
              <a:gdLst>
                <a:gd name="T0" fmla="*/ 3 w 9"/>
                <a:gd name="T1" fmla="*/ 0 h 4"/>
                <a:gd name="T2" fmla="*/ 9 w 9"/>
                <a:gd name="T3" fmla="*/ 1 h 4"/>
                <a:gd name="T4" fmla="*/ 6 w 9"/>
                <a:gd name="T5" fmla="*/ 3 h 4"/>
                <a:gd name="T6" fmla="*/ 0 w 9"/>
                <a:gd name="T7" fmla="*/ 3 h 4"/>
                <a:gd name="T8" fmla="*/ 3 w 9"/>
                <a:gd name="T9" fmla="*/ 0 h 4"/>
              </a:gdLst>
              <a:ahLst/>
              <a:cxnLst>
                <a:cxn ang="0">
                  <a:pos x="T0" y="T1"/>
                </a:cxn>
                <a:cxn ang="0">
                  <a:pos x="T2" y="T3"/>
                </a:cxn>
                <a:cxn ang="0">
                  <a:pos x="T4" y="T5"/>
                </a:cxn>
                <a:cxn ang="0">
                  <a:pos x="T6" y="T7"/>
                </a:cxn>
                <a:cxn ang="0">
                  <a:pos x="T8" y="T9"/>
                </a:cxn>
              </a:cxnLst>
              <a:rect l="0" t="0" r="r" b="b"/>
              <a:pathLst>
                <a:path w="9" h="4">
                  <a:moveTo>
                    <a:pt x="3" y="0"/>
                  </a:moveTo>
                  <a:cubicBezTo>
                    <a:pt x="6" y="0"/>
                    <a:pt x="8" y="1"/>
                    <a:pt x="9" y="1"/>
                  </a:cubicBezTo>
                  <a:cubicBezTo>
                    <a:pt x="9" y="1"/>
                    <a:pt x="7" y="3"/>
                    <a:pt x="6" y="3"/>
                  </a:cubicBezTo>
                  <a:cubicBezTo>
                    <a:pt x="4" y="4"/>
                    <a:pt x="0" y="4"/>
                    <a:pt x="0" y="3"/>
                  </a:cubicBezTo>
                  <a:cubicBezTo>
                    <a:pt x="0" y="2"/>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2" name="Freeform 2915">
              <a:extLst>
                <a:ext uri="{FF2B5EF4-FFF2-40B4-BE49-F238E27FC236}">
                  <a16:creationId xmlns:a16="http://schemas.microsoft.com/office/drawing/2014/main" id="{8A88498D-766D-110F-B8A0-76C69EE461ED}"/>
                </a:ext>
              </a:extLst>
            </p:cNvPr>
            <p:cNvSpPr>
              <a:spLocks/>
            </p:cNvSpPr>
            <p:nvPr/>
          </p:nvSpPr>
          <p:spPr bwMode="auto">
            <a:xfrm rot="5094805">
              <a:off x="2981315" y="6627531"/>
              <a:ext cx="25135" cy="9140"/>
            </a:xfrm>
            <a:custGeom>
              <a:avLst/>
              <a:gdLst>
                <a:gd name="T0" fmla="*/ 10 w 10"/>
                <a:gd name="T1" fmla="*/ 0 h 4"/>
                <a:gd name="T2" fmla="*/ 3 w 10"/>
                <a:gd name="T3" fmla="*/ 4 h 4"/>
                <a:gd name="T4" fmla="*/ 0 w 10"/>
                <a:gd name="T5" fmla="*/ 3 h 4"/>
                <a:gd name="T6" fmla="*/ 3 w 10"/>
                <a:gd name="T7" fmla="*/ 1 h 4"/>
                <a:gd name="T8" fmla="*/ 10 w 10"/>
                <a:gd name="T9" fmla="*/ 0 h 4"/>
              </a:gdLst>
              <a:ahLst/>
              <a:cxnLst>
                <a:cxn ang="0">
                  <a:pos x="T0" y="T1"/>
                </a:cxn>
                <a:cxn ang="0">
                  <a:pos x="T2" y="T3"/>
                </a:cxn>
                <a:cxn ang="0">
                  <a:pos x="T4" y="T5"/>
                </a:cxn>
                <a:cxn ang="0">
                  <a:pos x="T6" y="T7"/>
                </a:cxn>
                <a:cxn ang="0">
                  <a:pos x="T8" y="T9"/>
                </a:cxn>
              </a:cxnLst>
              <a:rect l="0" t="0" r="r" b="b"/>
              <a:pathLst>
                <a:path w="10" h="4">
                  <a:moveTo>
                    <a:pt x="10" y="0"/>
                  </a:moveTo>
                  <a:cubicBezTo>
                    <a:pt x="7" y="2"/>
                    <a:pt x="5" y="3"/>
                    <a:pt x="3" y="4"/>
                  </a:cubicBezTo>
                  <a:cubicBezTo>
                    <a:pt x="2" y="4"/>
                    <a:pt x="0" y="3"/>
                    <a:pt x="0" y="3"/>
                  </a:cubicBezTo>
                  <a:cubicBezTo>
                    <a:pt x="0" y="2"/>
                    <a:pt x="2" y="1"/>
                    <a:pt x="3" y="1"/>
                  </a:cubicBezTo>
                  <a:cubicBezTo>
                    <a:pt x="5" y="0"/>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3" name="Freeform 2916">
              <a:extLst>
                <a:ext uri="{FF2B5EF4-FFF2-40B4-BE49-F238E27FC236}">
                  <a16:creationId xmlns:a16="http://schemas.microsoft.com/office/drawing/2014/main" id="{868C25DD-916C-058E-790B-BB77F5CB06B4}"/>
                </a:ext>
              </a:extLst>
            </p:cNvPr>
            <p:cNvSpPr>
              <a:spLocks/>
            </p:cNvSpPr>
            <p:nvPr/>
          </p:nvSpPr>
          <p:spPr bwMode="auto">
            <a:xfrm rot="5094805">
              <a:off x="3051518" y="6810639"/>
              <a:ext cx="22850" cy="9140"/>
            </a:xfrm>
            <a:custGeom>
              <a:avLst/>
              <a:gdLst>
                <a:gd name="T0" fmla="*/ 6 w 9"/>
                <a:gd name="T1" fmla="*/ 3 h 4"/>
                <a:gd name="T2" fmla="*/ 1 w 9"/>
                <a:gd name="T3" fmla="*/ 2 h 4"/>
                <a:gd name="T4" fmla="*/ 5 w 9"/>
                <a:gd name="T5" fmla="*/ 0 h 4"/>
                <a:gd name="T6" fmla="*/ 9 w 9"/>
                <a:gd name="T7" fmla="*/ 0 h 4"/>
                <a:gd name="T8" fmla="*/ 6 w 9"/>
                <a:gd name="T9" fmla="*/ 3 h 4"/>
              </a:gdLst>
              <a:ahLst/>
              <a:cxnLst>
                <a:cxn ang="0">
                  <a:pos x="T0" y="T1"/>
                </a:cxn>
                <a:cxn ang="0">
                  <a:pos x="T2" y="T3"/>
                </a:cxn>
                <a:cxn ang="0">
                  <a:pos x="T4" y="T5"/>
                </a:cxn>
                <a:cxn ang="0">
                  <a:pos x="T6" y="T7"/>
                </a:cxn>
                <a:cxn ang="0">
                  <a:pos x="T8" y="T9"/>
                </a:cxn>
              </a:cxnLst>
              <a:rect l="0" t="0" r="r" b="b"/>
              <a:pathLst>
                <a:path w="9" h="4">
                  <a:moveTo>
                    <a:pt x="6" y="3"/>
                  </a:moveTo>
                  <a:cubicBezTo>
                    <a:pt x="2" y="4"/>
                    <a:pt x="0" y="3"/>
                    <a:pt x="1" y="2"/>
                  </a:cubicBezTo>
                  <a:cubicBezTo>
                    <a:pt x="1" y="1"/>
                    <a:pt x="3" y="0"/>
                    <a:pt x="5" y="0"/>
                  </a:cubicBezTo>
                  <a:cubicBezTo>
                    <a:pt x="7" y="0"/>
                    <a:pt x="9" y="0"/>
                    <a:pt x="9" y="0"/>
                  </a:cubicBezTo>
                  <a:cubicBezTo>
                    <a:pt x="9" y="1"/>
                    <a:pt x="7" y="3"/>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4" name="Freeform 2939">
              <a:extLst>
                <a:ext uri="{FF2B5EF4-FFF2-40B4-BE49-F238E27FC236}">
                  <a16:creationId xmlns:a16="http://schemas.microsoft.com/office/drawing/2014/main" id="{A4898E59-7B09-4CDC-32A0-7F0E20FC6DEF}"/>
                </a:ext>
              </a:extLst>
            </p:cNvPr>
            <p:cNvSpPr>
              <a:spLocks/>
            </p:cNvSpPr>
            <p:nvPr/>
          </p:nvSpPr>
          <p:spPr bwMode="auto">
            <a:xfrm rot="5094805">
              <a:off x="1906325" y="78716"/>
              <a:ext cx="22850" cy="9140"/>
            </a:xfrm>
            <a:custGeom>
              <a:avLst/>
              <a:gdLst>
                <a:gd name="T0" fmla="*/ 4 w 9"/>
                <a:gd name="T1" fmla="*/ 0 h 4"/>
                <a:gd name="T2" fmla="*/ 9 w 9"/>
                <a:gd name="T3" fmla="*/ 2 h 4"/>
                <a:gd name="T4" fmla="*/ 5 w 9"/>
                <a:gd name="T5" fmla="*/ 4 h 4"/>
                <a:gd name="T6" fmla="*/ 1 w 9"/>
                <a:gd name="T7" fmla="*/ 3 h 4"/>
                <a:gd name="T8" fmla="*/ 4 w 9"/>
                <a:gd name="T9" fmla="*/ 0 h 4"/>
              </a:gdLst>
              <a:ahLst/>
              <a:cxnLst>
                <a:cxn ang="0">
                  <a:pos x="T0" y="T1"/>
                </a:cxn>
                <a:cxn ang="0">
                  <a:pos x="T2" y="T3"/>
                </a:cxn>
                <a:cxn ang="0">
                  <a:pos x="T4" y="T5"/>
                </a:cxn>
                <a:cxn ang="0">
                  <a:pos x="T6" y="T7"/>
                </a:cxn>
                <a:cxn ang="0">
                  <a:pos x="T8" y="T9"/>
                </a:cxn>
              </a:cxnLst>
              <a:rect l="0" t="0" r="r" b="b"/>
              <a:pathLst>
                <a:path w="9" h="4">
                  <a:moveTo>
                    <a:pt x="4" y="0"/>
                  </a:moveTo>
                  <a:cubicBezTo>
                    <a:pt x="6" y="1"/>
                    <a:pt x="8" y="1"/>
                    <a:pt x="9" y="2"/>
                  </a:cubicBezTo>
                  <a:cubicBezTo>
                    <a:pt x="9" y="2"/>
                    <a:pt x="7" y="3"/>
                    <a:pt x="5" y="4"/>
                  </a:cubicBezTo>
                  <a:cubicBezTo>
                    <a:pt x="3" y="4"/>
                    <a:pt x="0" y="4"/>
                    <a:pt x="1" y="3"/>
                  </a:cubicBezTo>
                  <a:cubicBezTo>
                    <a:pt x="1" y="2"/>
                    <a:pt x="3"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5" name="Freeform 2940">
              <a:extLst>
                <a:ext uri="{FF2B5EF4-FFF2-40B4-BE49-F238E27FC236}">
                  <a16:creationId xmlns:a16="http://schemas.microsoft.com/office/drawing/2014/main" id="{7224C3E8-B23C-D909-4B4E-4162B0F893FE}"/>
                </a:ext>
              </a:extLst>
            </p:cNvPr>
            <p:cNvSpPr>
              <a:spLocks/>
            </p:cNvSpPr>
            <p:nvPr/>
          </p:nvSpPr>
          <p:spPr bwMode="auto">
            <a:xfrm rot="5094805">
              <a:off x="1947346" y="269011"/>
              <a:ext cx="20565" cy="9140"/>
            </a:xfrm>
            <a:custGeom>
              <a:avLst/>
              <a:gdLst>
                <a:gd name="T0" fmla="*/ 6 w 9"/>
                <a:gd name="T1" fmla="*/ 4 h 4"/>
                <a:gd name="T2" fmla="*/ 0 w 9"/>
                <a:gd name="T3" fmla="*/ 2 h 4"/>
                <a:gd name="T4" fmla="*/ 5 w 9"/>
                <a:gd name="T5" fmla="*/ 1 h 4"/>
                <a:gd name="T6" fmla="*/ 9 w 9"/>
                <a:gd name="T7" fmla="*/ 2 h 4"/>
                <a:gd name="T8" fmla="*/ 6 w 9"/>
                <a:gd name="T9" fmla="*/ 4 h 4"/>
              </a:gdLst>
              <a:ahLst/>
              <a:cxnLst>
                <a:cxn ang="0">
                  <a:pos x="T0" y="T1"/>
                </a:cxn>
                <a:cxn ang="0">
                  <a:pos x="T2" y="T3"/>
                </a:cxn>
                <a:cxn ang="0">
                  <a:pos x="T4" y="T5"/>
                </a:cxn>
                <a:cxn ang="0">
                  <a:pos x="T6" y="T7"/>
                </a:cxn>
                <a:cxn ang="0">
                  <a:pos x="T8" y="T9"/>
                </a:cxn>
              </a:cxnLst>
              <a:rect l="0" t="0" r="r" b="b"/>
              <a:pathLst>
                <a:path w="9" h="4">
                  <a:moveTo>
                    <a:pt x="6" y="4"/>
                  </a:moveTo>
                  <a:cubicBezTo>
                    <a:pt x="2" y="4"/>
                    <a:pt x="0" y="3"/>
                    <a:pt x="0" y="2"/>
                  </a:cubicBezTo>
                  <a:cubicBezTo>
                    <a:pt x="1" y="1"/>
                    <a:pt x="3" y="0"/>
                    <a:pt x="5" y="1"/>
                  </a:cubicBezTo>
                  <a:cubicBezTo>
                    <a:pt x="6" y="1"/>
                    <a:pt x="9" y="2"/>
                    <a:pt x="9" y="2"/>
                  </a:cubicBezTo>
                  <a:cubicBezTo>
                    <a:pt x="8" y="3"/>
                    <a:pt x="6" y="4"/>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6" name="Freeform 2941">
              <a:extLst>
                <a:ext uri="{FF2B5EF4-FFF2-40B4-BE49-F238E27FC236}">
                  <a16:creationId xmlns:a16="http://schemas.microsoft.com/office/drawing/2014/main" id="{86EB4FCF-A926-5DE0-F614-D0C966730C37}"/>
                </a:ext>
              </a:extLst>
            </p:cNvPr>
            <p:cNvSpPr>
              <a:spLocks/>
            </p:cNvSpPr>
            <p:nvPr/>
          </p:nvSpPr>
          <p:spPr bwMode="auto">
            <a:xfrm rot="5094805">
              <a:off x="1946648" y="466057"/>
              <a:ext cx="27420" cy="11425"/>
            </a:xfrm>
            <a:custGeom>
              <a:avLst/>
              <a:gdLst>
                <a:gd name="T0" fmla="*/ 11 w 11"/>
                <a:gd name="T1" fmla="*/ 3 h 4"/>
                <a:gd name="T2" fmla="*/ 4 w 11"/>
                <a:gd name="T3" fmla="*/ 4 h 4"/>
                <a:gd name="T4" fmla="*/ 0 w 11"/>
                <a:gd name="T5" fmla="*/ 1 h 4"/>
                <a:gd name="T6" fmla="*/ 3 w 11"/>
                <a:gd name="T7" fmla="*/ 0 h 4"/>
                <a:gd name="T8" fmla="*/ 11 w 11"/>
                <a:gd name="T9" fmla="*/ 3 h 4"/>
              </a:gdLst>
              <a:ahLst/>
              <a:cxnLst>
                <a:cxn ang="0">
                  <a:pos x="T0" y="T1"/>
                </a:cxn>
                <a:cxn ang="0">
                  <a:pos x="T2" y="T3"/>
                </a:cxn>
                <a:cxn ang="0">
                  <a:pos x="T4" y="T5"/>
                </a:cxn>
                <a:cxn ang="0">
                  <a:pos x="T6" y="T7"/>
                </a:cxn>
                <a:cxn ang="0">
                  <a:pos x="T8" y="T9"/>
                </a:cxn>
              </a:cxnLst>
              <a:rect l="0" t="0" r="r" b="b"/>
              <a:pathLst>
                <a:path w="11" h="4">
                  <a:moveTo>
                    <a:pt x="11" y="3"/>
                  </a:moveTo>
                  <a:cubicBezTo>
                    <a:pt x="7" y="4"/>
                    <a:pt x="6" y="4"/>
                    <a:pt x="4" y="4"/>
                  </a:cubicBezTo>
                  <a:cubicBezTo>
                    <a:pt x="3" y="4"/>
                    <a:pt x="0" y="2"/>
                    <a:pt x="0" y="1"/>
                  </a:cubicBezTo>
                  <a:cubicBezTo>
                    <a:pt x="0" y="1"/>
                    <a:pt x="2" y="0"/>
                    <a:pt x="3" y="0"/>
                  </a:cubicBezTo>
                  <a:cubicBezTo>
                    <a:pt x="5" y="0"/>
                    <a:pt x="7" y="1"/>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7" name="Freeform 2942">
              <a:extLst>
                <a:ext uri="{FF2B5EF4-FFF2-40B4-BE49-F238E27FC236}">
                  <a16:creationId xmlns:a16="http://schemas.microsoft.com/office/drawing/2014/main" id="{6412F204-3F22-A38D-FBD9-E93AF65A1DB0}"/>
                </a:ext>
              </a:extLst>
            </p:cNvPr>
            <p:cNvSpPr>
              <a:spLocks/>
            </p:cNvSpPr>
            <p:nvPr/>
          </p:nvSpPr>
          <p:spPr bwMode="auto">
            <a:xfrm rot="5094805">
              <a:off x="1924983" y="658601"/>
              <a:ext cx="22850" cy="15995"/>
            </a:xfrm>
            <a:custGeom>
              <a:avLst/>
              <a:gdLst>
                <a:gd name="T0" fmla="*/ 2 w 9"/>
                <a:gd name="T1" fmla="*/ 0 h 7"/>
                <a:gd name="T2" fmla="*/ 8 w 9"/>
                <a:gd name="T3" fmla="*/ 5 h 7"/>
                <a:gd name="T4" fmla="*/ 5 w 9"/>
                <a:gd name="T5" fmla="*/ 7 h 7"/>
                <a:gd name="T6" fmla="*/ 0 w 9"/>
                <a:gd name="T7" fmla="*/ 3 h 7"/>
                <a:gd name="T8" fmla="*/ 2 w 9"/>
                <a:gd name="T9" fmla="*/ 0 h 7"/>
              </a:gdLst>
              <a:ahLst/>
              <a:cxnLst>
                <a:cxn ang="0">
                  <a:pos x="T0" y="T1"/>
                </a:cxn>
                <a:cxn ang="0">
                  <a:pos x="T2" y="T3"/>
                </a:cxn>
                <a:cxn ang="0">
                  <a:pos x="T4" y="T5"/>
                </a:cxn>
                <a:cxn ang="0">
                  <a:pos x="T6" y="T7"/>
                </a:cxn>
                <a:cxn ang="0">
                  <a:pos x="T8" y="T9"/>
                </a:cxn>
              </a:cxnLst>
              <a:rect l="0" t="0" r="r" b="b"/>
              <a:pathLst>
                <a:path w="9" h="7">
                  <a:moveTo>
                    <a:pt x="2" y="0"/>
                  </a:moveTo>
                  <a:cubicBezTo>
                    <a:pt x="5" y="2"/>
                    <a:pt x="8" y="4"/>
                    <a:pt x="8" y="5"/>
                  </a:cubicBezTo>
                  <a:cubicBezTo>
                    <a:pt x="9" y="6"/>
                    <a:pt x="7" y="7"/>
                    <a:pt x="5" y="7"/>
                  </a:cubicBezTo>
                  <a:cubicBezTo>
                    <a:pt x="3" y="7"/>
                    <a:pt x="0" y="4"/>
                    <a:pt x="0" y="3"/>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8" name="Freeform 2943">
              <a:extLst>
                <a:ext uri="{FF2B5EF4-FFF2-40B4-BE49-F238E27FC236}">
                  <a16:creationId xmlns:a16="http://schemas.microsoft.com/office/drawing/2014/main" id="{B96A79B0-1773-202A-A2F4-D8918F5799B1}"/>
                </a:ext>
              </a:extLst>
            </p:cNvPr>
            <p:cNvSpPr>
              <a:spLocks/>
            </p:cNvSpPr>
            <p:nvPr/>
          </p:nvSpPr>
          <p:spPr bwMode="auto">
            <a:xfrm rot="5094805">
              <a:off x="1878872" y="862081"/>
              <a:ext cx="27420" cy="15995"/>
            </a:xfrm>
            <a:custGeom>
              <a:avLst/>
              <a:gdLst>
                <a:gd name="T0" fmla="*/ 11 w 11"/>
                <a:gd name="T1" fmla="*/ 6 h 7"/>
                <a:gd name="T2" fmla="*/ 4 w 11"/>
                <a:gd name="T3" fmla="*/ 6 h 7"/>
                <a:gd name="T4" fmla="*/ 0 w 11"/>
                <a:gd name="T5" fmla="*/ 2 h 7"/>
                <a:gd name="T6" fmla="*/ 3 w 11"/>
                <a:gd name="T7" fmla="*/ 0 h 7"/>
                <a:gd name="T8" fmla="*/ 11 w 11"/>
                <a:gd name="T9" fmla="*/ 6 h 7"/>
              </a:gdLst>
              <a:ahLst/>
              <a:cxnLst>
                <a:cxn ang="0">
                  <a:pos x="T0" y="T1"/>
                </a:cxn>
                <a:cxn ang="0">
                  <a:pos x="T2" y="T3"/>
                </a:cxn>
                <a:cxn ang="0">
                  <a:pos x="T4" y="T5"/>
                </a:cxn>
                <a:cxn ang="0">
                  <a:pos x="T6" y="T7"/>
                </a:cxn>
                <a:cxn ang="0">
                  <a:pos x="T8" y="T9"/>
                </a:cxn>
              </a:cxnLst>
              <a:rect l="0" t="0" r="r" b="b"/>
              <a:pathLst>
                <a:path w="11" h="7">
                  <a:moveTo>
                    <a:pt x="11" y="6"/>
                  </a:moveTo>
                  <a:cubicBezTo>
                    <a:pt x="8" y="6"/>
                    <a:pt x="6" y="7"/>
                    <a:pt x="4" y="6"/>
                  </a:cubicBezTo>
                  <a:cubicBezTo>
                    <a:pt x="3" y="6"/>
                    <a:pt x="0" y="3"/>
                    <a:pt x="0" y="2"/>
                  </a:cubicBezTo>
                  <a:cubicBezTo>
                    <a:pt x="0" y="1"/>
                    <a:pt x="2" y="0"/>
                    <a:pt x="3" y="0"/>
                  </a:cubicBezTo>
                  <a:cubicBezTo>
                    <a:pt x="5" y="1"/>
                    <a:pt x="7" y="3"/>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9" name="Freeform 2944">
              <a:extLst>
                <a:ext uri="{FF2B5EF4-FFF2-40B4-BE49-F238E27FC236}">
                  <a16:creationId xmlns:a16="http://schemas.microsoft.com/office/drawing/2014/main" id="{801BB3A4-C6FA-A768-FA5F-6BF26AD322C3}"/>
                </a:ext>
              </a:extLst>
            </p:cNvPr>
            <p:cNvSpPr>
              <a:spLocks/>
            </p:cNvSpPr>
            <p:nvPr/>
          </p:nvSpPr>
          <p:spPr bwMode="auto">
            <a:xfrm rot="5094805">
              <a:off x="1714313" y="3834009"/>
              <a:ext cx="20565" cy="13710"/>
            </a:xfrm>
            <a:custGeom>
              <a:avLst/>
              <a:gdLst>
                <a:gd name="T0" fmla="*/ 6 w 9"/>
                <a:gd name="T1" fmla="*/ 6 h 6"/>
                <a:gd name="T2" fmla="*/ 1 w 9"/>
                <a:gd name="T3" fmla="*/ 4 h 6"/>
                <a:gd name="T4" fmla="*/ 5 w 9"/>
                <a:gd name="T5" fmla="*/ 0 h 6"/>
                <a:gd name="T6" fmla="*/ 9 w 9"/>
                <a:gd name="T7" fmla="*/ 2 h 6"/>
                <a:gd name="T8" fmla="*/ 6 w 9"/>
                <a:gd name="T9" fmla="*/ 6 h 6"/>
              </a:gdLst>
              <a:ahLst/>
              <a:cxnLst>
                <a:cxn ang="0">
                  <a:pos x="T0" y="T1"/>
                </a:cxn>
                <a:cxn ang="0">
                  <a:pos x="T2" y="T3"/>
                </a:cxn>
                <a:cxn ang="0">
                  <a:pos x="T4" y="T5"/>
                </a:cxn>
                <a:cxn ang="0">
                  <a:pos x="T6" y="T7"/>
                </a:cxn>
                <a:cxn ang="0">
                  <a:pos x="T8" y="T9"/>
                </a:cxn>
              </a:cxnLst>
              <a:rect l="0" t="0" r="r" b="b"/>
              <a:pathLst>
                <a:path w="9" h="6">
                  <a:moveTo>
                    <a:pt x="6" y="6"/>
                  </a:moveTo>
                  <a:cubicBezTo>
                    <a:pt x="4" y="5"/>
                    <a:pt x="2" y="5"/>
                    <a:pt x="1" y="4"/>
                  </a:cubicBezTo>
                  <a:cubicBezTo>
                    <a:pt x="0" y="3"/>
                    <a:pt x="2" y="0"/>
                    <a:pt x="5" y="0"/>
                  </a:cubicBezTo>
                  <a:cubicBezTo>
                    <a:pt x="6" y="0"/>
                    <a:pt x="9" y="1"/>
                    <a:pt x="9" y="2"/>
                  </a:cubicBezTo>
                  <a:cubicBezTo>
                    <a:pt x="9" y="3"/>
                    <a:pt x="8" y="4"/>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0" name="Freeform 2945">
              <a:extLst>
                <a:ext uri="{FF2B5EF4-FFF2-40B4-BE49-F238E27FC236}">
                  <a16:creationId xmlns:a16="http://schemas.microsoft.com/office/drawing/2014/main" id="{A16C7521-301D-86BA-ABEB-98B300FB4FB0}"/>
                </a:ext>
              </a:extLst>
            </p:cNvPr>
            <p:cNvSpPr>
              <a:spLocks/>
            </p:cNvSpPr>
            <p:nvPr/>
          </p:nvSpPr>
          <p:spPr bwMode="auto">
            <a:xfrm rot="5094805">
              <a:off x="1673080" y="3641236"/>
              <a:ext cx="27420" cy="13710"/>
            </a:xfrm>
            <a:custGeom>
              <a:avLst/>
              <a:gdLst>
                <a:gd name="T0" fmla="*/ 0 w 11"/>
                <a:gd name="T1" fmla="*/ 2 h 5"/>
                <a:gd name="T2" fmla="*/ 6 w 11"/>
                <a:gd name="T3" fmla="*/ 0 h 5"/>
                <a:gd name="T4" fmla="*/ 10 w 11"/>
                <a:gd name="T5" fmla="*/ 3 h 5"/>
                <a:gd name="T6" fmla="*/ 6 w 11"/>
                <a:gd name="T7" fmla="*/ 5 h 5"/>
                <a:gd name="T8" fmla="*/ 0 w 11"/>
                <a:gd name="T9" fmla="*/ 2 h 5"/>
              </a:gdLst>
              <a:ahLst/>
              <a:cxnLst>
                <a:cxn ang="0">
                  <a:pos x="T0" y="T1"/>
                </a:cxn>
                <a:cxn ang="0">
                  <a:pos x="T2" y="T3"/>
                </a:cxn>
                <a:cxn ang="0">
                  <a:pos x="T4" y="T5"/>
                </a:cxn>
                <a:cxn ang="0">
                  <a:pos x="T6" y="T7"/>
                </a:cxn>
                <a:cxn ang="0">
                  <a:pos x="T8" y="T9"/>
                </a:cxn>
              </a:cxnLst>
              <a:rect l="0" t="0" r="r" b="b"/>
              <a:pathLst>
                <a:path w="11" h="5">
                  <a:moveTo>
                    <a:pt x="0" y="2"/>
                  </a:moveTo>
                  <a:cubicBezTo>
                    <a:pt x="3" y="1"/>
                    <a:pt x="4" y="0"/>
                    <a:pt x="6" y="0"/>
                  </a:cubicBezTo>
                  <a:cubicBezTo>
                    <a:pt x="8" y="0"/>
                    <a:pt x="11" y="2"/>
                    <a:pt x="10" y="3"/>
                  </a:cubicBezTo>
                  <a:cubicBezTo>
                    <a:pt x="10" y="4"/>
                    <a:pt x="7" y="5"/>
                    <a:pt x="6" y="5"/>
                  </a:cubicBezTo>
                  <a:cubicBezTo>
                    <a:pt x="4" y="5"/>
                    <a:pt x="3" y="4"/>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1" name="Freeform 2946">
              <a:extLst>
                <a:ext uri="{FF2B5EF4-FFF2-40B4-BE49-F238E27FC236}">
                  <a16:creationId xmlns:a16="http://schemas.microsoft.com/office/drawing/2014/main" id="{F2A13E68-855A-ADEB-399A-0A9B54752319}"/>
                </a:ext>
              </a:extLst>
            </p:cNvPr>
            <p:cNvSpPr>
              <a:spLocks/>
            </p:cNvSpPr>
            <p:nvPr/>
          </p:nvSpPr>
          <p:spPr bwMode="auto">
            <a:xfrm rot="5094805">
              <a:off x="1666111" y="3443642"/>
              <a:ext cx="22850" cy="20565"/>
            </a:xfrm>
            <a:custGeom>
              <a:avLst/>
              <a:gdLst>
                <a:gd name="T0" fmla="*/ 9 w 9"/>
                <a:gd name="T1" fmla="*/ 5 h 8"/>
                <a:gd name="T2" fmla="*/ 4 w 9"/>
                <a:gd name="T3" fmla="*/ 8 h 8"/>
                <a:gd name="T4" fmla="*/ 0 w 9"/>
                <a:gd name="T5" fmla="*/ 5 h 8"/>
                <a:gd name="T6" fmla="*/ 2 w 9"/>
                <a:gd name="T7" fmla="*/ 1 h 8"/>
                <a:gd name="T8" fmla="*/ 9 w 9"/>
                <a:gd name="T9" fmla="*/ 5 h 8"/>
              </a:gdLst>
              <a:ahLst/>
              <a:cxnLst>
                <a:cxn ang="0">
                  <a:pos x="T0" y="T1"/>
                </a:cxn>
                <a:cxn ang="0">
                  <a:pos x="T2" y="T3"/>
                </a:cxn>
                <a:cxn ang="0">
                  <a:pos x="T4" y="T5"/>
                </a:cxn>
                <a:cxn ang="0">
                  <a:pos x="T6" y="T7"/>
                </a:cxn>
                <a:cxn ang="0">
                  <a:pos x="T8" y="T9"/>
                </a:cxn>
              </a:cxnLst>
              <a:rect l="0" t="0" r="r" b="b"/>
              <a:pathLst>
                <a:path w="9" h="8">
                  <a:moveTo>
                    <a:pt x="9" y="5"/>
                  </a:moveTo>
                  <a:cubicBezTo>
                    <a:pt x="8" y="6"/>
                    <a:pt x="6" y="7"/>
                    <a:pt x="4" y="8"/>
                  </a:cubicBezTo>
                  <a:cubicBezTo>
                    <a:pt x="4" y="8"/>
                    <a:pt x="1" y="6"/>
                    <a:pt x="0" y="5"/>
                  </a:cubicBezTo>
                  <a:cubicBezTo>
                    <a:pt x="0" y="4"/>
                    <a:pt x="1" y="2"/>
                    <a:pt x="2" y="1"/>
                  </a:cubicBezTo>
                  <a:cubicBezTo>
                    <a:pt x="4" y="0"/>
                    <a:pt x="8" y="2"/>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2" name="Freeform 2947">
              <a:extLst>
                <a:ext uri="{FF2B5EF4-FFF2-40B4-BE49-F238E27FC236}">
                  <a16:creationId xmlns:a16="http://schemas.microsoft.com/office/drawing/2014/main" id="{1F012B73-618B-A237-6C50-7AA929E84413}"/>
                </a:ext>
              </a:extLst>
            </p:cNvPr>
            <p:cNvSpPr>
              <a:spLocks/>
            </p:cNvSpPr>
            <p:nvPr/>
          </p:nvSpPr>
          <p:spPr bwMode="auto">
            <a:xfrm rot="5094805">
              <a:off x="1673627" y="3243500"/>
              <a:ext cx="20565" cy="22850"/>
            </a:xfrm>
            <a:custGeom>
              <a:avLst/>
              <a:gdLst>
                <a:gd name="T0" fmla="*/ 9 w 9"/>
                <a:gd name="T1" fmla="*/ 6 h 9"/>
                <a:gd name="T2" fmla="*/ 4 w 9"/>
                <a:gd name="T3" fmla="*/ 9 h 9"/>
                <a:gd name="T4" fmla="*/ 0 w 9"/>
                <a:gd name="T5" fmla="*/ 5 h 9"/>
                <a:gd name="T6" fmla="*/ 2 w 9"/>
                <a:gd name="T7" fmla="*/ 1 h 9"/>
                <a:gd name="T8" fmla="*/ 9 w 9"/>
                <a:gd name="T9" fmla="*/ 6 h 9"/>
              </a:gdLst>
              <a:ahLst/>
              <a:cxnLst>
                <a:cxn ang="0">
                  <a:pos x="T0" y="T1"/>
                </a:cxn>
                <a:cxn ang="0">
                  <a:pos x="T2" y="T3"/>
                </a:cxn>
                <a:cxn ang="0">
                  <a:pos x="T4" y="T5"/>
                </a:cxn>
                <a:cxn ang="0">
                  <a:pos x="T6" y="T7"/>
                </a:cxn>
                <a:cxn ang="0">
                  <a:pos x="T8" y="T9"/>
                </a:cxn>
              </a:cxnLst>
              <a:rect l="0" t="0" r="r" b="b"/>
              <a:pathLst>
                <a:path w="9" h="9">
                  <a:moveTo>
                    <a:pt x="9" y="6"/>
                  </a:moveTo>
                  <a:cubicBezTo>
                    <a:pt x="7" y="7"/>
                    <a:pt x="6" y="8"/>
                    <a:pt x="4" y="9"/>
                  </a:cubicBezTo>
                  <a:cubicBezTo>
                    <a:pt x="3" y="9"/>
                    <a:pt x="0" y="6"/>
                    <a:pt x="0" y="5"/>
                  </a:cubicBezTo>
                  <a:cubicBezTo>
                    <a:pt x="0" y="3"/>
                    <a:pt x="1" y="1"/>
                    <a:pt x="2" y="1"/>
                  </a:cubicBezTo>
                  <a:cubicBezTo>
                    <a:pt x="4" y="0"/>
                    <a:pt x="7" y="2"/>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3" name="Freeform 2948">
              <a:extLst>
                <a:ext uri="{FF2B5EF4-FFF2-40B4-BE49-F238E27FC236}">
                  <a16:creationId xmlns:a16="http://schemas.microsoft.com/office/drawing/2014/main" id="{0A25DDDE-A3D7-6312-3704-35FFE039D367}"/>
                </a:ext>
              </a:extLst>
            </p:cNvPr>
            <p:cNvSpPr>
              <a:spLocks/>
            </p:cNvSpPr>
            <p:nvPr/>
          </p:nvSpPr>
          <p:spPr bwMode="auto">
            <a:xfrm rot="5094805">
              <a:off x="1686622" y="3039231"/>
              <a:ext cx="22850" cy="27420"/>
            </a:xfrm>
            <a:custGeom>
              <a:avLst/>
              <a:gdLst>
                <a:gd name="T0" fmla="*/ 9 w 9"/>
                <a:gd name="T1" fmla="*/ 7 h 11"/>
                <a:gd name="T2" fmla="*/ 5 w 9"/>
                <a:gd name="T3" fmla="*/ 11 h 11"/>
                <a:gd name="T4" fmla="*/ 1 w 9"/>
                <a:gd name="T5" fmla="*/ 6 h 11"/>
                <a:gd name="T6" fmla="*/ 3 w 9"/>
                <a:gd name="T7" fmla="*/ 2 h 11"/>
                <a:gd name="T8" fmla="*/ 9 w 9"/>
                <a:gd name="T9" fmla="*/ 7 h 11"/>
              </a:gdLst>
              <a:ahLst/>
              <a:cxnLst>
                <a:cxn ang="0">
                  <a:pos x="T0" y="T1"/>
                </a:cxn>
                <a:cxn ang="0">
                  <a:pos x="T2" y="T3"/>
                </a:cxn>
                <a:cxn ang="0">
                  <a:pos x="T4" y="T5"/>
                </a:cxn>
                <a:cxn ang="0">
                  <a:pos x="T6" y="T7"/>
                </a:cxn>
                <a:cxn ang="0">
                  <a:pos x="T8" y="T9"/>
                </a:cxn>
              </a:cxnLst>
              <a:rect l="0" t="0" r="r" b="b"/>
              <a:pathLst>
                <a:path w="9" h="11">
                  <a:moveTo>
                    <a:pt x="9" y="7"/>
                  </a:moveTo>
                  <a:cubicBezTo>
                    <a:pt x="8" y="8"/>
                    <a:pt x="7" y="10"/>
                    <a:pt x="5" y="11"/>
                  </a:cubicBezTo>
                  <a:cubicBezTo>
                    <a:pt x="4" y="11"/>
                    <a:pt x="1" y="8"/>
                    <a:pt x="1" y="6"/>
                  </a:cubicBezTo>
                  <a:cubicBezTo>
                    <a:pt x="0" y="5"/>
                    <a:pt x="1" y="2"/>
                    <a:pt x="3" y="2"/>
                  </a:cubicBezTo>
                  <a:cubicBezTo>
                    <a:pt x="5" y="0"/>
                    <a:pt x="8" y="3"/>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4" name="Freeform 2949">
              <a:extLst>
                <a:ext uri="{FF2B5EF4-FFF2-40B4-BE49-F238E27FC236}">
                  <a16:creationId xmlns:a16="http://schemas.microsoft.com/office/drawing/2014/main" id="{9A3F0D97-A755-F254-E45A-2408B2F4B972}"/>
                </a:ext>
              </a:extLst>
            </p:cNvPr>
            <p:cNvSpPr>
              <a:spLocks/>
            </p:cNvSpPr>
            <p:nvPr/>
          </p:nvSpPr>
          <p:spPr bwMode="auto">
            <a:xfrm rot="5094805">
              <a:off x="1694033" y="2834422"/>
              <a:ext cx="22850" cy="36560"/>
            </a:xfrm>
            <a:custGeom>
              <a:avLst/>
              <a:gdLst>
                <a:gd name="T0" fmla="*/ 6 w 10"/>
                <a:gd name="T1" fmla="*/ 15 h 15"/>
                <a:gd name="T2" fmla="*/ 1 w 10"/>
                <a:gd name="T3" fmla="*/ 7 h 15"/>
                <a:gd name="T4" fmla="*/ 5 w 10"/>
                <a:gd name="T5" fmla="*/ 2 h 15"/>
                <a:gd name="T6" fmla="*/ 10 w 10"/>
                <a:gd name="T7" fmla="*/ 7 h 15"/>
                <a:gd name="T8" fmla="*/ 6 w 10"/>
                <a:gd name="T9" fmla="*/ 15 h 15"/>
              </a:gdLst>
              <a:ahLst/>
              <a:cxnLst>
                <a:cxn ang="0">
                  <a:pos x="T0" y="T1"/>
                </a:cxn>
                <a:cxn ang="0">
                  <a:pos x="T2" y="T3"/>
                </a:cxn>
                <a:cxn ang="0">
                  <a:pos x="T4" y="T5"/>
                </a:cxn>
                <a:cxn ang="0">
                  <a:pos x="T6" y="T7"/>
                </a:cxn>
                <a:cxn ang="0">
                  <a:pos x="T8" y="T9"/>
                </a:cxn>
              </a:cxnLst>
              <a:rect l="0" t="0" r="r" b="b"/>
              <a:pathLst>
                <a:path w="10" h="15">
                  <a:moveTo>
                    <a:pt x="6" y="15"/>
                  </a:moveTo>
                  <a:cubicBezTo>
                    <a:pt x="4" y="11"/>
                    <a:pt x="2" y="9"/>
                    <a:pt x="1" y="7"/>
                  </a:cubicBezTo>
                  <a:cubicBezTo>
                    <a:pt x="0" y="4"/>
                    <a:pt x="2" y="0"/>
                    <a:pt x="5" y="2"/>
                  </a:cubicBezTo>
                  <a:cubicBezTo>
                    <a:pt x="7" y="2"/>
                    <a:pt x="9" y="5"/>
                    <a:pt x="10" y="7"/>
                  </a:cubicBezTo>
                  <a:cubicBezTo>
                    <a:pt x="10" y="9"/>
                    <a:pt x="8" y="11"/>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5" name="Freeform 2950">
              <a:extLst>
                <a:ext uri="{FF2B5EF4-FFF2-40B4-BE49-F238E27FC236}">
                  <a16:creationId xmlns:a16="http://schemas.microsoft.com/office/drawing/2014/main" id="{6C565010-F45C-A375-1D5E-029879CCC05A}"/>
                </a:ext>
              </a:extLst>
            </p:cNvPr>
            <p:cNvSpPr>
              <a:spLocks/>
            </p:cNvSpPr>
            <p:nvPr/>
          </p:nvSpPr>
          <p:spPr bwMode="auto">
            <a:xfrm rot="5094805">
              <a:off x="1694818" y="2634782"/>
              <a:ext cx="22850" cy="41130"/>
            </a:xfrm>
            <a:custGeom>
              <a:avLst/>
              <a:gdLst>
                <a:gd name="T0" fmla="*/ 3 w 9"/>
                <a:gd name="T1" fmla="*/ 0 h 16"/>
                <a:gd name="T2" fmla="*/ 9 w 9"/>
                <a:gd name="T3" fmla="*/ 9 h 16"/>
                <a:gd name="T4" fmla="*/ 6 w 9"/>
                <a:gd name="T5" fmla="*/ 14 h 16"/>
                <a:gd name="T6" fmla="*/ 0 w 9"/>
                <a:gd name="T7" fmla="*/ 8 h 16"/>
                <a:gd name="T8" fmla="*/ 3 w 9"/>
                <a:gd name="T9" fmla="*/ 0 h 16"/>
              </a:gdLst>
              <a:ahLst/>
              <a:cxnLst>
                <a:cxn ang="0">
                  <a:pos x="T0" y="T1"/>
                </a:cxn>
                <a:cxn ang="0">
                  <a:pos x="T2" y="T3"/>
                </a:cxn>
                <a:cxn ang="0">
                  <a:pos x="T4" y="T5"/>
                </a:cxn>
                <a:cxn ang="0">
                  <a:pos x="T6" y="T7"/>
                </a:cxn>
                <a:cxn ang="0">
                  <a:pos x="T8" y="T9"/>
                </a:cxn>
              </a:cxnLst>
              <a:rect l="0" t="0" r="r" b="b"/>
              <a:pathLst>
                <a:path w="9" h="16">
                  <a:moveTo>
                    <a:pt x="3" y="0"/>
                  </a:moveTo>
                  <a:cubicBezTo>
                    <a:pt x="6" y="4"/>
                    <a:pt x="8" y="6"/>
                    <a:pt x="9" y="9"/>
                  </a:cubicBezTo>
                  <a:cubicBezTo>
                    <a:pt x="9" y="10"/>
                    <a:pt x="7" y="13"/>
                    <a:pt x="6" y="14"/>
                  </a:cubicBezTo>
                  <a:cubicBezTo>
                    <a:pt x="4" y="16"/>
                    <a:pt x="0" y="12"/>
                    <a:pt x="0" y="8"/>
                  </a:cubicBezTo>
                  <a:cubicBezTo>
                    <a:pt x="0"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6" name="Freeform 2951">
              <a:extLst>
                <a:ext uri="{FF2B5EF4-FFF2-40B4-BE49-F238E27FC236}">
                  <a16:creationId xmlns:a16="http://schemas.microsoft.com/office/drawing/2014/main" id="{DC9DE2F4-AE1E-02F4-A0B4-23F17BFF4CBD}"/>
                </a:ext>
              </a:extLst>
            </p:cNvPr>
            <p:cNvSpPr>
              <a:spLocks/>
            </p:cNvSpPr>
            <p:nvPr/>
          </p:nvSpPr>
          <p:spPr bwMode="auto">
            <a:xfrm rot="5094805">
              <a:off x="1671908" y="2445258"/>
              <a:ext cx="22850" cy="34275"/>
            </a:xfrm>
            <a:custGeom>
              <a:avLst/>
              <a:gdLst>
                <a:gd name="T0" fmla="*/ 5 w 9"/>
                <a:gd name="T1" fmla="*/ 14 h 14"/>
                <a:gd name="T2" fmla="*/ 0 w 9"/>
                <a:gd name="T3" fmla="*/ 5 h 14"/>
                <a:gd name="T4" fmla="*/ 4 w 9"/>
                <a:gd name="T5" fmla="*/ 1 h 14"/>
                <a:gd name="T6" fmla="*/ 9 w 9"/>
                <a:gd name="T7" fmla="*/ 7 h 14"/>
                <a:gd name="T8" fmla="*/ 5 w 9"/>
                <a:gd name="T9" fmla="*/ 14 h 14"/>
              </a:gdLst>
              <a:ahLst/>
              <a:cxnLst>
                <a:cxn ang="0">
                  <a:pos x="T0" y="T1"/>
                </a:cxn>
                <a:cxn ang="0">
                  <a:pos x="T2" y="T3"/>
                </a:cxn>
                <a:cxn ang="0">
                  <a:pos x="T4" y="T5"/>
                </a:cxn>
                <a:cxn ang="0">
                  <a:pos x="T6" y="T7"/>
                </a:cxn>
                <a:cxn ang="0">
                  <a:pos x="T8" y="T9"/>
                </a:cxn>
              </a:cxnLst>
              <a:rect l="0" t="0" r="r" b="b"/>
              <a:pathLst>
                <a:path w="9" h="14">
                  <a:moveTo>
                    <a:pt x="5" y="14"/>
                  </a:moveTo>
                  <a:cubicBezTo>
                    <a:pt x="2" y="13"/>
                    <a:pt x="0" y="9"/>
                    <a:pt x="0" y="5"/>
                  </a:cubicBezTo>
                  <a:cubicBezTo>
                    <a:pt x="1" y="2"/>
                    <a:pt x="2" y="0"/>
                    <a:pt x="4" y="1"/>
                  </a:cubicBezTo>
                  <a:cubicBezTo>
                    <a:pt x="6" y="2"/>
                    <a:pt x="9" y="5"/>
                    <a:pt x="9" y="7"/>
                  </a:cubicBezTo>
                  <a:cubicBezTo>
                    <a:pt x="8" y="10"/>
                    <a:pt x="6" y="12"/>
                    <a:pt x="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7" name="Freeform 2952">
              <a:extLst>
                <a:ext uri="{FF2B5EF4-FFF2-40B4-BE49-F238E27FC236}">
                  <a16:creationId xmlns:a16="http://schemas.microsoft.com/office/drawing/2014/main" id="{415615BF-9643-4AF7-D376-A765930C01CE}"/>
                </a:ext>
              </a:extLst>
            </p:cNvPr>
            <p:cNvSpPr>
              <a:spLocks/>
            </p:cNvSpPr>
            <p:nvPr/>
          </p:nvSpPr>
          <p:spPr bwMode="auto">
            <a:xfrm rot="5094805">
              <a:off x="1634001" y="2246777"/>
              <a:ext cx="22850" cy="43415"/>
            </a:xfrm>
            <a:custGeom>
              <a:avLst/>
              <a:gdLst>
                <a:gd name="T0" fmla="*/ 3 w 9"/>
                <a:gd name="T1" fmla="*/ 0 h 17"/>
                <a:gd name="T2" fmla="*/ 9 w 9"/>
                <a:gd name="T3" fmla="*/ 9 h 17"/>
                <a:gd name="T4" fmla="*/ 6 w 9"/>
                <a:gd name="T5" fmla="*/ 15 h 17"/>
                <a:gd name="T6" fmla="*/ 0 w 9"/>
                <a:gd name="T7" fmla="*/ 9 h 17"/>
                <a:gd name="T8" fmla="*/ 3 w 9"/>
                <a:gd name="T9" fmla="*/ 0 h 17"/>
              </a:gdLst>
              <a:ahLst/>
              <a:cxnLst>
                <a:cxn ang="0">
                  <a:pos x="T0" y="T1"/>
                </a:cxn>
                <a:cxn ang="0">
                  <a:pos x="T2" y="T3"/>
                </a:cxn>
                <a:cxn ang="0">
                  <a:pos x="T4" y="T5"/>
                </a:cxn>
                <a:cxn ang="0">
                  <a:pos x="T6" y="T7"/>
                </a:cxn>
                <a:cxn ang="0">
                  <a:pos x="T8" y="T9"/>
                </a:cxn>
              </a:cxnLst>
              <a:rect l="0" t="0" r="r" b="b"/>
              <a:pathLst>
                <a:path w="9" h="17">
                  <a:moveTo>
                    <a:pt x="3" y="0"/>
                  </a:moveTo>
                  <a:cubicBezTo>
                    <a:pt x="6" y="4"/>
                    <a:pt x="8" y="6"/>
                    <a:pt x="9" y="9"/>
                  </a:cubicBezTo>
                  <a:cubicBezTo>
                    <a:pt x="9" y="10"/>
                    <a:pt x="7" y="14"/>
                    <a:pt x="6" y="15"/>
                  </a:cubicBezTo>
                  <a:cubicBezTo>
                    <a:pt x="4" y="17"/>
                    <a:pt x="0" y="13"/>
                    <a:pt x="0" y="9"/>
                  </a:cubicBezTo>
                  <a:cubicBezTo>
                    <a:pt x="0" y="7"/>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8" name="Freeform 2953">
              <a:extLst>
                <a:ext uri="{FF2B5EF4-FFF2-40B4-BE49-F238E27FC236}">
                  <a16:creationId xmlns:a16="http://schemas.microsoft.com/office/drawing/2014/main" id="{9EE1A49B-A10A-D382-F758-28F0BC810DAC}"/>
                </a:ext>
              </a:extLst>
            </p:cNvPr>
            <p:cNvSpPr>
              <a:spLocks/>
            </p:cNvSpPr>
            <p:nvPr/>
          </p:nvSpPr>
          <p:spPr bwMode="auto">
            <a:xfrm rot="5094805">
              <a:off x="1620195" y="2054158"/>
              <a:ext cx="22850" cy="41130"/>
            </a:xfrm>
            <a:custGeom>
              <a:avLst/>
              <a:gdLst>
                <a:gd name="T0" fmla="*/ 3 w 9"/>
                <a:gd name="T1" fmla="*/ 0 h 17"/>
                <a:gd name="T2" fmla="*/ 9 w 9"/>
                <a:gd name="T3" fmla="*/ 10 h 17"/>
                <a:gd name="T4" fmla="*/ 6 w 9"/>
                <a:gd name="T5" fmla="*/ 15 h 17"/>
                <a:gd name="T6" fmla="*/ 0 w 9"/>
                <a:gd name="T7" fmla="*/ 9 h 17"/>
                <a:gd name="T8" fmla="*/ 3 w 9"/>
                <a:gd name="T9" fmla="*/ 0 h 17"/>
              </a:gdLst>
              <a:ahLst/>
              <a:cxnLst>
                <a:cxn ang="0">
                  <a:pos x="T0" y="T1"/>
                </a:cxn>
                <a:cxn ang="0">
                  <a:pos x="T2" y="T3"/>
                </a:cxn>
                <a:cxn ang="0">
                  <a:pos x="T4" y="T5"/>
                </a:cxn>
                <a:cxn ang="0">
                  <a:pos x="T6" y="T7"/>
                </a:cxn>
                <a:cxn ang="0">
                  <a:pos x="T8" y="T9"/>
                </a:cxn>
              </a:cxnLst>
              <a:rect l="0" t="0" r="r" b="b"/>
              <a:pathLst>
                <a:path w="9" h="17">
                  <a:moveTo>
                    <a:pt x="3" y="0"/>
                  </a:moveTo>
                  <a:cubicBezTo>
                    <a:pt x="6" y="4"/>
                    <a:pt x="8" y="7"/>
                    <a:pt x="9" y="10"/>
                  </a:cubicBezTo>
                  <a:cubicBezTo>
                    <a:pt x="9" y="11"/>
                    <a:pt x="7" y="14"/>
                    <a:pt x="6" y="15"/>
                  </a:cubicBezTo>
                  <a:cubicBezTo>
                    <a:pt x="4" y="17"/>
                    <a:pt x="0" y="12"/>
                    <a:pt x="0" y="9"/>
                  </a:cubicBezTo>
                  <a:cubicBezTo>
                    <a:pt x="0"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9" name="Freeform 2954">
              <a:extLst>
                <a:ext uri="{FF2B5EF4-FFF2-40B4-BE49-F238E27FC236}">
                  <a16:creationId xmlns:a16="http://schemas.microsoft.com/office/drawing/2014/main" id="{2C3D0FC9-8FB0-3B69-B908-E229E5892D0F}"/>
                </a:ext>
              </a:extLst>
            </p:cNvPr>
            <p:cNvSpPr>
              <a:spLocks/>
            </p:cNvSpPr>
            <p:nvPr/>
          </p:nvSpPr>
          <p:spPr bwMode="auto">
            <a:xfrm rot="5094805">
              <a:off x="1627703" y="1860668"/>
              <a:ext cx="25135" cy="29705"/>
            </a:xfrm>
            <a:custGeom>
              <a:avLst/>
              <a:gdLst>
                <a:gd name="T0" fmla="*/ 0 w 11"/>
                <a:gd name="T1" fmla="*/ 3 h 12"/>
                <a:gd name="T2" fmla="*/ 6 w 11"/>
                <a:gd name="T3" fmla="*/ 0 h 12"/>
                <a:gd name="T4" fmla="*/ 11 w 11"/>
                <a:gd name="T5" fmla="*/ 7 h 12"/>
                <a:gd name="T6" fmla="*/ 7 w 11"/>
                <a:gd name="T7" fmla="*/ 11 h 12"/>
                <a:gd name="T8" fmla="*/ 0 w 11"/>
                <a:gd name="T9" fmla="*/ 3 h 12"/>
              </a:gdLst>
              <a:ahLst/>
              <a:cxnLst>
                <a:cxn ang="0">
                  <a:pos x="T0" y="T1"/>
                </a:cxn>
                <a:cxn ang="0">
                  <a:pos x="T2" y="T3"/>
                </a:cxn>
                <a:cxn ang="0">
                  <a:pos x="T4" y="T5"/>
                </a:cxn>
                <a:cxn ang="0">
                  <a:pos x="T6" y="T7"/>
                </a:cxn>
                <a:cxn ang="0">
                  <a:pos x="T8" y="T9"/>
                </a:cxn>
              </a:cxnLst>
              <a:rect l="0" t="0" r="r" b="b"/>
              <a:pathLst>
                <a:path w="11" h="12">
                  <a:moveTo>
                    <a:pt x="0" y="3"/>
                  </a:moveTo>
                  <a:cubicBezTo>
                    <a:pt x="3" y="1"/>
                    <a:pt x="4" y="0"/>
                    <a:pt x="6" y="0"/>
                  </a:cubicBezTo>
                  <a:cubicBezTo>
                    <a:pt x="8" y="0"/>
                    <a:pt x="11" y="5"/>
                    <a:pt x="11" y="7"/>
                  </a:cubicBezTo>
                  <a:cubicBezTo>
                    <a:pt x="10" y="9"/>
                    <a:pt x="8" y="12"/>
                    <a:pt x="7" y="11"/>
                  </a:cubicBezTo>
                  <a:cubicBezTo>
                    <a:pt x="5" y="10"/>
                    <a:pt x="3" y="7"/>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0" name="Freeform 2955">
              <a:extLst>
                <a:ext uri="{FF2B5EF4-FFF2-40B4-BE49-F238E27FC236}">
                  <a16:creationId xmlns:a16="http://schemas.microsoft.com/office/drawing/2014/main" id="{6E654955-99AF-9D0A-A455-8CDF0C069760}"/>
                </a:ext>
              </a:extLst>
            </p:cNvPr>
            <p:cNvSpPr>
              <a:spLocks/>
            </p:cNvSpPr>
            <p:nvPr/>
          </p:nvSpPr>
          <p:spPr bwMode="auto">
            <a:xfrm rot="5094805">
              <a:off x="1661595" y="1661615"/>
              <a:ext cx="22850" cy="29705"/>
            </a:xfrm>
            <a:custGeom>
              <a:avLst/>
              <a:gdLst>
                <a:gd name="T0" fmla="*/ 9 w 9"/>
                <a:gd name="T1" fmla="*/ 8 h 12"/>
                <a:gd name="T2" fmla="*/ 5 w 9"/>
                <a:gd name="T3" fmla="*/ 12 h 12"/>
                <a:gd name="T4" fmla="*/ 1 w 9"/>
                <a:gd name="T5" fmla="*/ 6 h 12"/>
                <a:gd name="T6" fmla="*/ 3 w 9"/>
                <a:gd name="T7" fmla="*/ 1 h 12"/>
                <a:gd name="T8" fmla="*/ 9 w 9"/>
                <a:gd name="T9" fmla="*/ 8 h 12"/>
              </a:gdLst>
              <a:ahLst/>
              <a:cxnLst>
                <a:cxn ang="0">
                  <a:pos x="T0" y="T1"/>
                </a:cxn>
                <a:cxn ang="0">
                  <a:pos x="T2" y="T3"/>
                </a:cxn>
                <a:cxn ang="0">
                  <a:pos x="T4" y="T5"/>
                </a:cxn>
                <a:cxn ang="0">
                  <a:pos x="T6" y="T7"/>
                </a:cxn>
                <a:cxn ang="0">
                  <a:pos x="T8" y="T9"/>
                </a:cxn>
              </a:cxnLst>
              <a:rect l="0" t="0" r="r" b="b"/>
              <a:pathLst>
                <a:path w="9" h="12">
                  <a:moveTo>
                    <a:pt x="9" y="8"/>
                  </a:moveTo>
                  <a:cubicBezTo>
                    <a:pt x="8" y="9"/>
                    <a:pt x="7" y="12"/>
                    <a:pt x="5" y="12"/>
                  </a:cubicBezTo>
                  <a:cubicBezTo>
                    <a:pt x="4" y="12"/>
                    <a:pt x="1" y="8"/>
                    <a:pt x="1" y="6"/>
                  </a:cubicBezTo>
                  <a:cubicBezTo>
                    <a:pt x="0" y="4"/>
                    <a:pt x="1" y="1"/>
                    <a:pt x="3" y="1"/>
                  </a:cubicBezTo>
                  <a:cubicBezTo>
                    <a:pt x="5" y="0"/>
                    <a:pt x="8" y="3"/>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1" name="Freeform 2956">
              <a:extLst>
                <a:ext uri="{FF2B5EF4-FFF2-40B4-BE49-F238E27FC236}">
                  <a16:creationId xmlns:a16="http://schemas.microsoft.com/office/drawing/2014/main" id="{3D38A650-8FA8-338C-AFB1-7F3D285D7793}"/>
                </a:ext>
              </a:extLst>
            </p:cNvPr>
            <p:cNvSpPr>
              <a:spLocks/>
            </p:cNvSpPr>
            <p:nvPr/>
          </p:nvSpPr>
          <p:spPr bwMode="auto">
            <a:xfrm rot="5094805">
              <a:off x="1706753" y="1461250"/>
              <a:ext cx="27420" cy="27420"/>
            </a:xfrm>
            <a:custGeom>
              <a:avLst/>
              <a:gdLst>
                <a:gd name="T0" fmla="*/ 0 w 11"/>
                <a:gd name="T1" fmla="*/ 2 h 11"/>
                <a:gd name="T2" fmla="*/ 5 w 11"/>
                <a:gd name="T3" fmla="*/ 1 h 11"/>
                <a:gd name="T4" fmla="*/ 10 w 11"/>
                <a:gd name="T5" fmla="*/ 8 h 11"/>
                <a:gd name="T6" fmla="*/ 6 w 11"/>
                <a:gd name="T7" fmla="*/ 11 h 11"/>
                <a:gd name="T8" fmla="*/ 0 w 11"/>
                <a:gd name="T9" fmla="*/ 2 h 11"/>
              </a:gdLst>
              <a:ahLst/>
              <a:cxnLst>
                <a:cxn ang="0">
                  <a:pos x="T0" y="T1"/>
                </a:cxn>
                <a:cxn ang="0">
                  <a:pos x="T2" y="T3"/>
                </a:cxn>
                <a:cxn ang="0">
                  <a:pos x="T4" y="T5"/>
                </a:cxn>
                <a:cxn ang="0">
                  <a:pos x="T6" y="T7"/>
                </a:cxn>
                <a:cxn ang="0">
                  <a:pos x="T8" y="T9"/>
                </a:cxn>
              </a:cxnLst>
              <a:rect l="0" t="0" r="r" b="b"/>
              <a:pathLst>
                <a:path w="11" h="11">
                  <a:moveTo>
                    <a:pt x="0" y="2"/>
                  </a:moveTo>
                  <a:cubicBezTo>
                    <a:pt x="2" y="2"/>
                    <a:pt x="4" y="0"/>
                    <a:pt x="5" y="1"/>
                  </a:cubicBezTo>
                  <a:cubicBezTo>
                    <a:pt x="8" y="1"/>
                    <a:pt x="11" y="6"/>
                    <a:pt x="10" y="8"/>
                  </a:cubicBezTo>
                  <a:cubicBezTo>
                    <a:pt x="10" y="10"/>
                    <a:pt x="8" y="11"/>
                    <a:pt x="6" y="11"/>
                  </a:cubicBezTo>
                  <a:cubicBezTo>
                    <a:pt x="4" y="9"/>
                    <a:pt x="3" y="6"/>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2" name="Freeform 2957">
              <a:extLst>
                <a:ext uri="{FF2B5EF4-FFF2-40B4-BE49-F238E27FC236}">
                  <a16:creationId xmlns:a16="http://schemas.microsoft.com/office/drawing/2014/main" id="{DDF01128-7E35-A344-0CB1-2FC70D7B4127}"/>
                </a:ext>
              </a:extLst>
            </p:cNvPr>
            <p:cNvSpPr>
              <a:spLocks/>
            </p:cNvSpPr>
            <p:nvPr/>
          </p:nvSpPr>
          <p:spPr bwMode="auto">
            <a:xfrm rot="5094805">
              <a:off x="1769105" y="1261009"/>
              <a:ext cx="20565" cy="25135"/>
            </a:xfrm>
            <a:custGeom>
              <a:avLst/>
              <a:gdLst>
                <a:gd name="T0" fmla="*/ 9 w 9"/>
                <a:gd name="T1" fmla="*/ 8 h 10"/>
                <a:gd name="T2" fmla="*/ 4 w 9"/>
                <a:gd name="T3" fmla="*/ 10 h 10"/>
                <a:gd name="T4" fmla="*/ 0 w 9"/>
                <a:gd name="T5" fmla="*/ 5 h 10"/>
                <a:gd name="T6" fmla="*/ 2 w 9"/>
                <a:gd name="T7" fmla="*/ 1 h 10"/>
                <a:gd name="T8" fmla="*/ 9 w 9"/>
                <a:gd name="T9" fmla="*/ 8 h 10"/>
              </a:gdLst>
              <a:ahLst/>
              <a:cxnLst>
                <a:cxn ang="0">
                  <a:pos x="T0" y="T1"/>
                </a:cxn>
                <a:cxn ang="0">
                  <a:pos x="T2" y="T3"/>
                </a:cxn>
                <a:cxn ang="0">
                  <a:pos x="T4" y="T5"/>
                </a:cxn>
                <a:cxn ang="0">
                  <a:pos x="T6" y="T7"/>
                </a:cxn>
                <a:cxn ang="0">
                  <a:pos x="T8" y="T9"/>
                </a:cxn>
              </a:cxnLst>
              <a:rect l="0" t="0" r="r" b="b"/>
              <a:pathLst>
                <a:path w="9" h="10">
                  <a:moveTo>
                    <a:pt x="9" y="8"/>
                  </a:moveTo>
                  <a:cubicBezTo>
                    <a:pt x="8" y="8"/>
                    <a:pt x="6" y="10"/>
                    <a:pt x="4" y="10"/>
                  </a:cubicBezTo>
                  <a:cubicBezTo>
                    <a:pt x="4" y="10"/>
                    <a:pt x="1" y="6"/>
                    <a:pt x="0" y="5"/>
                  </a:cubicBezTo>
                  <a:cubicBezTo>
                    <a:pt x="0" y="3"/>
                    <a:pt x="1" y="1"/>
                    <a:pt x="2" y="1"/>
                  </a:cubicBezTo>
                  <a:cubicBezTo>
                    <a:pt x="4" y="0"/>
                    <a:pt x="8" y="4"/>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3" name="Freeform 2958">
              <a:extLst>
                <a:ext uri="{FF2B5EF4-FFF2-40B4-BE49-F238E27FC236}">
                  <a16:creationId xmlns:a16="http://schemas.microsoft.com/office/drawing/2014/main" id="{935F1447-437A-B5CA-233D-DE7B645A5522}"/>
                </a:ext>
              </a:extLst>
            </p:cNvPr>
            <p:cNvSpPr>
              <a:spLocks/>
            </p:cNvSpPr>
            <p:nvPr/>
          </p:nvSpPr>
          <p:spPr bwMode="auto">
            <a:xfrm rot="5094805">
              <a:off x="1825440" y="1057355"/>
              <a:ext cx="25135" cy="22850"/>
            </a:xfrm>
            <a:custGeom>
              <a:avLst/>
              <a:gdLst>
                <a:gd name="T0" fmla="*/ 6 w 10"/>
                <a:gd name="T1" fmla="*/ 9 h 9"/>
                <a:gd name="T2" fmla="*/ 1 w 10"/>
                <a:gd name="T3" fmla="*/ 2 h 9"/>
                <a:gd name="T4" fmla="*/ 5 w 10"/>
                <a:gd name="T5" fmla="*/ 2 h 9"/>
                <a:gd name="T6" fmla="*/ 10 w 10"/>
                <a:gd name="T7" fmla="*/ 7 h 9"/>
                <a:gd name="T8" fmla="*/ 6 w 10"/>
                <a:gd name="T9" fmla="*/ 9 h 9"/>
              </a:gdLst>
              <a:ahLst/>
              <a:cxnLst>
                <a:cxn ang="0">
                  <a:pos x="T0" y="T1"/>
                </a:cxn>
                <a:cxn ang="0">
                  <a:pos x="T2" y="T3"/>
                </a:cxn>
                <a:cxn ang="0">
                  <a:pos x="T4" y="T5"/>
                </a:cxn>
                <a:cxn ang="0">
                  <a:pos x="T6" y="T7"/>
                </a:cxn>
                <a:cxn ang="0">
                  <a:pos x="T8" y="T9"/>
                </a:cxn>
              </a:cxnLst>
              <a:rect l="0" t="0" r="r" b="b"/>
              <a:pathLst>
                <a:path w="10" h="9">
                  <a:moveTo>
                    <a:pt x="6" y="9"/>
                  </a:moveTo>
                  <a:cubicBezTo>
                    <a:pt x="2" y="7"/>
                    <a:pt x="0" y="4"/>
                    <a:pt x="1" y="2"/>
                  </a:cubicBezTo>
                  <a:cubicBezTo>
                    <a:pt x="1" y="0"/>
                    <a:pt x="3" y="0"/>
                    <a:pt x="5" y="2"/>
                  </a:cubicBezTo>
                  <a:cubicBezTo>
                    <a:pt x="7" y="3"/>
                    <a:pt x="10" y="6"/>
                    <a:pt x="10" y="7"/>
                  </a:cubicBezTo>
                  <a:cubicBezTo>
                    <a:pt x="9" y="8"/>
                    <a:pt x="7" y="9"/>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4" name="Freeform 2959">
              <a:extLst>
                <a:ext uri="{FF2B5EF4-FFF2-40B4-BE49-F238E27FC236}">
                  <a16:creationId xmlns:a16="http://schemas.microsoft.com/office/drawing/2014/main" id="{C8EB2F9A-3E1A-5CB2-FE83-AF51D85AF3FD}"/>
                </a:ext>
              </a:extLst>
            </p:cNvPr>
            <p:cNvSpPr>
              <a:spLocks/>
            </p:cNvSpPr>
            <p:nvPr/>
          </p:nvSpPr>
          <p:spPr bwMode="auto">
            <a:xfrm rot="5094805">
              <a:off x="2024190" y="1310339"/>
              <a:ext cx="25135" cy="13710"/>
            </a:xfrm>
            <a:custGeom>
              <a:avLst/>
              <a:gdLst>
                <a:gd name="T0" fmla="*/ 11 w 11"/>
                <a:gd name="T1" fmla="*/ 4 h 5"/>
                <a:gd name="T2" fmla="*/ 5 w 11"/>
                <a:gd name="T3" fmla="*/ 5 h 5"/>
                <a:gd name="T4" fmla="*/ 0 w 11"/>
                <a:gd name="T5" fmla="*/ 2 h 5"/>
                <a:gd name="T6" fmla="*/ 2 w 11"/>
                <a:gd name="T7" fmla="*/ 0 h 5"/>
                <a:gd name="T8" fmla="*/ 11 w 11"/>
                <a:gd name="T9" fmla="*/ 4 h 5"/>
              </a:gdLst>
              <a:ahLst/>
              <a:cxnLst>
                <a:cxn ang="0">
                  <a:pos x="T0" y="T1"/>
                </a:cxn>
                <a:cxn ang="0">
                  <a:pos x="T2" y="T3"/>
                </a:cxn>
                <a:cxn ang="0">
                  <a:pos x="T4" y="T5"/>
                </a:cxn>
                <a:cxn ang="0">
                  <a:pos x="T6" y="T7"/>
                </a:cxn>
                <a:cxn ang="0">
                  <a:pos x="T8" y="T9"/>
                </a:cxn>
              </a:cxnLst>
              <a:rect l="0" t="0" r="r" b="b"/>
              <a:pathLst>
                <a:path w="11" h="5">
                  <a:moveTo>
                    <a:pt x="11" y="4"/>
                  </a:moveTo>
                  <a:cubicBezTo>
                    <a:pt x="7" y="5"/>
                    <a:pt x="6" y="5"/>
                    <a:pt x="5" y="5"/>
                  </a:cubicBezTo>
                  <a:cubicBezTo>
                    <a:pt x="2" y="5"/>
                    <a:pt x="0" y="4"/>
                    <a:pt x="0" y="2"/>
                  </a:cubicBezTo>
                  <a:cubicBezTo>
                    <a:pt x="0" y="1"/>
                    <a:pt x="1" y="0"/>
                    <a:pt x="2" y="0"/>
                  </a:cubicBezTo>
                  <a:cubicBezTo>
                    <a:pt x="4" y="1"/>
                    <a:pt x="5" y="2"/>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5" name="Freeform 2960">
              <a:extLst>
                <a:ext uri="{FF2B5EF4-FFF2-40B4-BE49-F238E27FC236}">
                  <a16:creationId xmlns:a16="http://schemas.microsoft.com/office/drawing/2014/main" id="{06A71A97-26E2-E5AE-B959-E25D96BCE3A9}"/>
                </a:ext>
              </a:extLst>
            </p:cNvPr>
            <p:cNvSpPr>
              <a:spLocks/>
            </p:cNvSpPr>
            <p:nvPr/>
          </p:nvSpPr>
          <p:spPr bwMode="auto">
            <a:xfrm rot="5094805">
              <a:off x="2005842" y="1501542"/>
              <a:ext cx="18280" cy="18280"/>
            </a:xfrm>
            <a:custGeom>
              <a:avLst/>
              <a:gdLst>
                <a:gd name="T0" fmla="*/ 4 w 7"/>
                <a:gd name="T1" fmla="*/ 7 h 7"/>
                <a:gd name="T2" fmla="*/ 0 w 7"/>
                <a:gd name="T3" fmla="*/ 2 h 7"/>
                <a:gd name="T4" fmla="*/ 3 w 7"/>
                <a:gd name="T5" fmla="*/ 0 h 7"/>
                <a:gd name="T6" fmla="*/ 7 w 7"/>
                <a:gd name="T7" fmla="*/ 4 h 7"/>
                <a:gd name="T8" fmla="*/ 4 w 7"/>
                <a:gd name="T9" fmla="*/ 7 h 7"/>
              </a:gdLst>
              <a:ahLst/>
              <a:cxnLst>
                <a:cxn ang="0">
                  <a:pos x="T0" y="T1"/>
                </a:cxn>
                <a:cxn ang="0">
                  <a:pos x="T2" y="T3"/>
                </a:cxn>
                <a:cxn ang="0">
                  <a:pos x="T4" y="T5"/>
                </a:cxn>
                <a:cxn ang="0">
                  <a:pos x="T6" y="T7"/>
                </a:cxn>
                <a:cxn ang="0">
                  <a:pos x="T8" y="T9"/>
                </a:cxn>
              </a:cxnLst>
              <a:rect l="0" t="0" r="r" b="b"/>
              <a:pathLst>
                <a:path w="7" h="7">
                  <a:moveTo>
                    <a:pt x="4" y="7"/>
                  </a:moveTo>
                  <a:cubicBezTo>
                    <a:pt x="3" y="5"/>
                    <a:pt x="1" y="4"/>
                    <a:pt x="0" y="2"/>
                  </a:cubicBezTo>
                  <a:cubicBezTo>
                    <a:pt x="0" y="2"/>
                    <a:pt x="2" y="0"/>
                    <a:pt x="3" y="0"/>
                  </a:cubicBezTo>
                  <a:cubicBezTo>
                    <a:pt x="5" y="0"/>
                    <a:pt x="7" y="1"/>
                    <a:pt x="7" y="4"/>
                  </a:cubicBezTo>
                  <a:cubicBezTo>
                    <a:pt x="7" y="5"/>
                    <a:pt x="6" y="6"/>
                    <a:pt x="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6" name="Freeform 2961">
              <a:extLst>
                <a:ext uri="{FF2B5EF4-FFF2-40B4-BE49-F238E27FC236}">
                  <a16:creationId xmlns:a16="http://schemas.microsoft.com/office/drawing/2014/main" id="{E6287C92-D949-38F1-3874-1E0C2E025E0E}"/>
                </a:ext>
              </a:extLst>
            </p:cNvPr>
            <p:cNvSpPr>
              <a:spLocks/>
            </p:cNvSpPr>
            <p:nvPr/>
          </p:nvSpPr>
          <p:spPr bwMode="auto">
            <a:xfrm rot="5094805">
              <a:off x="1991586" y="1699699"/>
              <a:ext cx="27420" cy="22850"/>
            </a:xfrm>
            <a:custGeom>
              <a:avLst/>
              <a:gdLst>
                <a:gd name="T0" fmla="*/ 11 w 11"/>
                <a:gd name="T1" fmla="*/ 5 h 9"/>
                <a:gd name="T2" fmla="*/ 5 w 11"/>
                <a:gd name="T3" fmla="*/ 8 h 9"/>
                <a:gd name="T4" fmla="*/ 1 w 11"/>
                <a:gd name="T5" fmla="*/ 4 h 9"/>
                <a:gd name="T6" fmla="*/ 3 w 11"/>
                <a:gd name="T7" fmla="*/ 0 h 9"/>
                <a:gd name="T8" fmla="*/ 11 w 11"/>
                <a:gd name="T9" fmla="*/ 5 h 9"/>
              </a:gdLst>
              <a:ahLst/>
              <a:cxnLst>
                <a:cxn ang="0">
                  <a:pos x="T0" y="T1"/>
                </a:cxn>
                <a:cxn ang="0">
                  <a:pos x="T2" y="T3"/>
                </a:cxn>
                <a:cxn ang="0">
                  <a:pos x="T4" y="T5"/>
                </a:cxn>
                <a:cxn ang="0">
                  <a:pos x="T6" y="T7"/>
                </a:cxn>
                <a:cxn ang="0">
                  <a:pos x="T8" y="T9"/>
                </a:cxn>
              </a:cxnLst>
              <a:rect l="0" t="0" r="r" b="b"/>
              <a:pathLst>
                <a:path w="11" h="9">
                  <a:moveTo>
                    <a:pt x="11" y="5"/>
                  </a:moveTo>
                  <a:cubicBezTo>
                    <a:pt x="8" y="7"/>
                    <a:pt x="7" y="8"/>
                    <a:pt x="5" y="8"/>
                  </a:cubicBezTo>
                  <a:cubicBezTo>
                    <a:pt x="3" y="9"/>
                    <a:pt x="1" y="7"/>
                    <a:pt x="1" y="4"/>
                  </a:cubicBezTo>
                  <a:cubicBezTo>
                    <a:pt x="0" y="3"/>
                    <a:pt x="2" y="0"/>
                    <a:pt x="3" y="0"/>
                  </a:cubicBezTo>
                  <a:cubicBezTo>
                    <a:pt x="4" y="0"/>
                    <a:pt x="6" y="2"/>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7" name="Freeform 2962">
              <a:extLst>
                <a:ext uri="{FF2B5EF4-FFF2-40B4-BE49-F238E27FC236}">
                  <a16:creationId xmlns:a16="http://schemas.microsoft.com/office/drawing/2014/main" id="{1D515F6F-1ABA-72D7-4027-990547CF28C2}"/>
                </a:ext>
              </a:extLst>
            </p:cNvPr>
            <p:cNvSpPr>
              <a:spLocks/>
            </p:cNvSpPr>
            <p:nvPr/>
          </p:nvSpPr>
          <p:spPr bwMode="auto">
            <a:xfrm rot="5094805">
              <a:off x="2001793" y="1889609"/>
              <a:ext cx="18280" cy="27420"/>
            </a:xfrm>
            <a:custGeom>
              <a:avLst/>
              <a:gdLst>
                <a:gd name="T0" fmla="*/ 2 w 8"/>
                <a:gd name="T1" fmla="*/ 0 h 12"/>
                <a:gd name="T2" fmla="*/ 7 w 8"/>
                <a:gd name="T3" fmla="*/ 6 h 12"/>
                <a:gd name="T4" fmla="*/ 5 w 8"/>
                <a:gd name="T5" fmla="*/ 12 h 12"/>
                <a:gd name="T6" fmla="*/ 0 w 8"/>
                <a:gd name="T7" fmla="*/ 6 h 12"/>
                <a:gd name="T8" fmla="*/ 2 w 8"/>
                <a:gd name="T9" fmla="*/ 0 h 12"/>
              </a:gdLst>
              <a:ahLst/>
              <a:cxnLst>
                <a:cxn ang="0">
                  <a:pos x="T0" y="T1"/>
                </a:cxn>
                <a:cxn ang="0">
                  <a:pos x="T2" y="T3"/>
                </a:cxn>
                <a:cxn ang="0">
                  <a:pos x="T4" y="T5"/>
                </a:cxn>
                <a:cxn ang="0">
                  <a:pos x="T6" y="T7"/>
                </a:cxn>
                <a:cxn ang="0">
                  <a:pos x="T8" y="T9"/>
                </a:cxn>
              </a:cxnLst>
              <a:rect l="0" t="0" r="r" b="b"/>
              <a:pathLst>
                <a:path w="8" h="12">
                  <a:moveTo>
                    <a:pt x="2" y="0"/>
                  </a:moveTo>
                  <a:cubicBezTo>
                    <a:pt x="5" y="3"/>
                    <a:pt x="6" y="4"/>
                    <a:pt x="7" y="6"/>
                  </a:cubicBezTo>
                  <a:cubicBezTo>
                    <a:pt x="8" y="8"/>
                    <a:pt x="7" y="12"/>
                    <a:pt x="5" y="12"/>
                  </a:cubicBezTo>
                  <a:cubicBezTo>
                    <a:pt x="3" y="11"/>
                    <a:pt x="0" y="10"/>
                    <a:pt x="0" y="6"/>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8" name="Freeform 2963">
              <a:extLst>
                <a:ext uri="{FF2B5EF4-FFF2-40B4-BE49-F238E27FC236}">
                  <a16:creationId xmlns:a16="http://schemas.microsoft.com/office/drawing/2014/main" id="{8C91DDAF-4EDC-6BD2-9E4F-1934011C780D}"/>
                </a:ext>
              </a:extLst>
            </p:cNvPr>
            <p:cNvSpPr>
              <a:spLocks/>
            </p:cNvSpPr>
            <p:nvPr/>
          </p:nvSpPr>
          <p:spPr bwMode="auto">
            <a:xfrm rot="5094805">
              <a:off x="2022524" y="2081515"/>
              <a:ext cx="20565" cy="31990"/>
            </a:xfrm>
            <a:custGeom>
              <a:avLst/>
              <a:gdLst>
                <a:gd name="T0" fmla="*/ 1 w 8"/>
                <a:gd name="T1" fmla="*/ 0 h 13"/>
                <a:gd name="T2" fmla="*/ 7 w 8"/>
                <a:gd name="T3" fmla="*/ 6 h 13"/>
                <a:gd name="T4" fmla="*/ 5 w 8"/>
                <a:gd name="T5" fmla="*/ 13 h 13"/>
                <a:gd name="T6" fmla="*/ 0 w 8"/>
                <a:gd name="T7" fmla="*/ 7 h 13"/>
                <a:gd name="T8" fmla="*/ 1 w 8"/>
                <a:gd name="T9" fmla="*/ 0 h 13"/>
              </a:gdLst>
              <a:ahLst/>
              <a:cxnLst>
                <a:cxn ang="0">
                  <a:pos x="T0" y="T1"/>
                </a:cxn>
                <a:cxn ang="0">
                  <a:pos x="T2" y="T3"/>
                </a:cxn>
                <a:cxn ang="0">
                  <a:pos x="T4" y="T5"/>
                </a:cxn>
                <a:cxn ang="0">
                  <a:pos x="T6" y="T7"/>
                </a:cxn>
                <a:cxn ang="0">
                  <a:pos x="T8" y="T9"/>
                </a:cxn>
              </a:cxnLst>
              <a:rect l="0" t="0" r="r" b="b"/>
              <a:pathLst>
                <a:path w="8" h="13">
                  <a:moveTo>
                    <a:pt x="1" y="0"/>
                  </a:moveTo>
                  <a:cubicBezTo>
                    <a:pt x="4" y="3"/>
                    <a:pt x="6" y="4"/>
                    <a:pt x="7" y="6"/>
                  </a:cubicBezTo>
                  <a:cubicBezTo>
                    <a:pt x="8" y="8"/>
                    <a:pt x="7" y="13"/>
                    <a:pt x="5" y="13"/>
                  </a:cubicBezTo>
                  <a:cubicBezTo>
                    <a:pt x="2" y="13"/>
                    <a:pt x="0" y="12"/>
                    <a:pt x="0" y="7"/>
                  </a:cubicBezTo>
                  <a:cubicBezTo>
                    <a:pt x="0" y="5"/>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9" name="Freeform 2964">
              <a:extLst>
                <a:ext uri="{FF2B5EF4-FFF2-40B4-BE49-F238E27FC236}">
                  <a16:creationId xmlns:a16="http://schemas.microsoft.com/office/drawing/2014/main" id="{880D7EF3-550B-BCC2-8FEB-1840A4DAF442}"/>
                </a:ext>
              </a:extLst>
            </p:cNvPr>
            <p:cNvSpPr>
              <a:spLocks/>
            </p:cNvSpPr>
            <p:nvPr/>
          </p:nvSpPr>
          <p:spPr bwMode="auto">
            <a:xfrm rot="5094805">
              <a:off x="2056911" y="2274490"/>
              <a:ext cx="22850" cy="31990"/>
            </a:xfrm>
            <a:custGeom>
              <a:avLst/>
              <a:gdLst>
                <a:gd name="T0" fmla="*/ 9 w 9"/>
                <a:gd name="T1" fmla="*/ 4 h 13"/>
                <a:gd name="T2" fmla="*/ 4 w 9"/>
                <a:gd name="T3" fmla="*/ 12 h 13"/>
                <a:gd name="T4" fmla="*/ 0 w 9"/>
                <a:gd name="T5" fmla="*/ 7 h 13"/>
                <a:gd name="T6" fmla="*/ 4 w 9"/>
                <a:gd name="T7" fmla="*/ 1 h 13"/>
                <a:gd name="T8" fmla="*/ 9 w 9"/>
                <a:gd name="T9" fmla="*/ 4 h 13"/>
              </a:gdLst>
              <a:ahLst/>
              <a:cxnLst>
                <a:cxn ang="0">
                  <a:pos x="T0" y="T1"/>
                </a:cxn>
                <a:cxn ang="0">
                  <a:pos x="T2" y="T3"/>
                </a:cxn>
                <a:cxn ang="0">
                  <a:pos x="T4" y="T5"/>
                </a:cxn>
                <a:cxn ang="0">
                  <a:pos x="T6" y="T7"/>
                </a:cxn>
                <a:cxn ang="0">
                  <a:pos x="T8" y="T9"/>
                </a:cxn>
              </a:cxnLst>
              <a:rect l="0" t="0" r="r" b="b"/>
              <a:pathLst>
                <a:path w="9" h="13">
                  <a:moveTo>
                    <a:pt x="9" y="4"/>
                  </a:moveTo>
                  <a:cubicBezTo>
                    <a:pt x="6" y="9"/>
                    <a:pt x="6" y="12"/>
                    <a:pt x="4" y="12"/>
                  </a:cubicBezTo>
                  <a:cubicBezTo>
                    <a:pt x="2" y="13"/>
                    <a:pt x="0" y="12"/>
                    <a:pt x="0" y="7"/>
                  </a:cubicBezTo>
                  <a:cubicBezTo>
                    <a:pt x="0" y="2"/>
                    <a:pt x="1" y="0"/>
                    <a:pt x="4" y="1"/>
                  </a:cubicBezTo>
                  <a:cubicBezTo>
                    <a:pt x="5" y="1"/>
                    <a:pt x="7" y="3"/>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0" name="Freeform 2965">
              <a:extLst>
                <a:ext uri="{FF2B5EF4-FFF2-40B4-BE49-F238E27FC236}">
                  <a16:creationId xmlns:a16="http://schemas.microsoft.com/office/drawing/2014/main" id="{94F4BBC3-2077-90B9-CAB4-B6F370B7F55A}"/>
                </a:ext>
              </a:extLst>
            </p:cNvPr>
            <p:cNvSpPr>
              <a:spLocks/>
            </p:cNvSpPr>
            <p:nvPr/>
          </p:nvSpPr>
          <p:spPr bwMode="auto">
            <a:xfrm rot="5094805">
              <a:off x="2096794" y="2463743"/>
              <a:ext cx="20565" cy="34275"/>
            </a:xfrm>
            <a:custGeom>
              <a:avLst/>
              <a:gdLst>
                <a:gd name="T0" fmla="*/ 9 w 9"/>
                <a:gd name="T1" fmla="*/ 4 h 14"/>
                <a:gd name="T2" fmla="*/ 6 w 9"/>
                <a:gd name="T3" fmla="*/ 12 h 14"/>
                <a:gd name="T4" fmla="*/ 1 w 9"/>
                <a:gd name="T5" fmla="*/ 7 h 14"/>
                <a:gd name="T6" fmla="*/ 2 w 9"/>
                <a:gd name="T7" fmla="*/ 1 h 14"/>
                <a:gd name="T8" fmla="*/ 9 w 9"/>
                <a:gd name="T9" fmla="*/ 4 h 14"/>
              </a:gdLst>
              <a:ahLst/>
              <a:cxnLst>
                <a:cxn ang="0">
                  <a:pos x="T0" y="T1"/>
                </a:cxn>
                <a:cxn ang="0">
                  <a:pos x="T2" y="T3"/>
                </a:cxn>
                <a:cxn ang="0">
                  <a:pos x="T4" y="T5"/>
                </a:cxn>
                <a:cxn ang="0">
                  <a:pos x="T6" y="T7"/>
                </a:cxn>
                <a:cxn ang="0">
                  <a:pos x="T8" y="T9"/>
                </a:cxn>
              </a:cxnLst>
              <a:rect l="0" t="0" r="r" b="b"/>
              <a:pathLst>
                <a:path w="9" h="14">
                  <a:moveTo>
                    <a:pt x="9" y="4"/>
                  </a:moveTo>
                  <a:cubicBezTo>
                    <a:pt x="7" y="8"/>
                    <a:pt x="7" y="11"/>
                    <a:pt x="6" y="12"/>
                  </a:cubicBezTo>
                  <a:cubicBezTo>
                    <a:pt x="4" y="14"/>
                    <a:pt x="1" y="12"/>
                    <a:pt x="1" y="7"/>
                  </a:cubicBezTo>
                  <a:cubicBezTo>
                    <a:pt x="0" y="5"/>
                    <a:pt x="1" y="1"/>
                    <a:pt x="2" y="1"/>
                  </a:cubicBezTo>
                  <a:cubicBezTo>
                    <a:pt x="4" y="0"/>
                    <a:pt x="6" y="2"/>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1" name="Freeform 2966">
              <a:extLst>
                <a:ext uri="{FF2B5EF4-FFF2-40B4-BE49-F238E27FC236}">
                  <a16:creationId xmlns:a16="http://schemas.microsoft.com/office/drawing/2014/main" id="{159587E1-FE39-02CC-46A4-BD07DFBC07EE}"/>
                </a:ext>
              </a:extLst>
            </p:cNvPr>
            <p:cNvSpPr>
              <a:spLocks/>
            </p:cNvSpPr>
            <p:nvPr/>
          </p:nvSpPr>
          <p:spPr bwMode="auto">
            <a:xfrm rot="5094805">
              <a:off x="2105112" y="2660288"/>
              <a:ext cx="20565" cy="34275"/>
            </a:xfrm>
            <a:custGeom>
              <a:avLst/>
              <a:gdLst>
                <a:gd name="T0" fmla="*/ 8 w 8"/>
                <a:gd name="T1" fmla="*/ 5 h 14"/>
                <a:gd name="T2" fmla="*/ 5 w 8"/>
                <a:gd name="T3" fmla="*/ 13 h 14"/>
                <a:gd name="T4" fmla="*/ 0 w 8"/>
                <a:gd name="T5" fmla="*/ 7 h 14"/>
                <a:gd name="T6" fmla="*/ 2 w 8"/>
                <a:gd name="T7" fmla="*/ 0 h 14"/>
                <a:gd name="T8" fmla="*/ 8 w 8"/>
                <a:gd name="T9" fmla="*/ 5 h 14"/>
              </a:gdLst>
              <a:ahLst/>
              <a:cxnLst>
                <a:cxn ang="0">
                  <a:pos x="T0" y="T1"/>
                </a:cxn>
                <a:cxn ang="0">
                  <a:pos x="T2" y="T3"/>
                </a:cxn>
                <a:cxn ang="0">
                  <a:pos x="T4" y="T5"/>
                </a:cxn>
                <a:cxn ang="0">
                  <a:pos x="T6" y="T7"/>
                </a:cxn>
                <a:cxn ang="0">
                  <a:pos x="T8" y="T9"/>
                </a:cxn>
              </a:cxnLst>
              <a:rect l="0" t="0" r="r" b="b"/>
              <a:pathLst>
                <a:path w="8" h="14">
                  <a:moveTo>
                    <a:pt x="8" y="5"/>
                  </a:moveTo>
                  <a:cubicBezTo>
                    <a:pt x="7" y="9"/>
                    <a:pt x="6" y="12"/>
                    <a:pt x="5" y="13"/>
                  </a:cubicBezTo>
                  <a:cubicBezTo>
                    <a:pt x="3" y="14"/>
                    <a:pt x="1" y="12"/>
                    <a:pt x="0" y="7"/>
                  </a:cubicBezTo>
                  <a:cubicBezTo>
                    <a:pt x="0" y="5"/>
                    <a:pt x="1" y="0"/>
                    <a:pt x="2" y="0"/>
                  </a:cubicBezTo>
                  <a:cubicBezTo>
                    <a:pt x="3" y="0"/>
                    <a:pt x="5" y="3"/>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2" name="Freeform 2967">
              <a:extLst>
                <a:ext uri="{FF2B5EF4-FFF2-40B4-BE49-F238E27FC236}">
                  <a16:creationId xmlns:a16="http://schemas.microsoft.com/office/drawing/2014/main" id="{8B83156A-25AC-D14B-403B-709385F055E0}"/>
                </a:ext>
              </a:extLst>
            </p:cNvPr>
            <p:cNvSpPr>
              <a:spLocks/>
            </p:cNvSpPr>
            <p:nvPr/>
          </p:nvSpPr>
          <p:spPr bwMode="auto">
            <a:xfrm rot="5094805">
              <a:off x="2093053" y="2854182"/>
              <a:ext cx="18280" cy="45700"/>
            </a:xfrm>
            <a:custGeom>
              <a:avLst/>
              <a:gdLst>
                <a:gd name="T0" fmla="*/ 3 w 8"/>
                <a:gd name="T1" fmla="*/ 0 h 18"/>
                <a:gd name="T2" fmla="*/ 7 w 8"/>
                <a:gd name="T3" fmla="*/ 10 h 18"/>
                <a:gd name="T4" fmla="*/ 4 w 8"/>
                <a:gd name="T5" fmla="*/ 16 h 18"/>
                <a:gd name="T6" fmla="*/ 0 w 8"/>
                <a:gd name="T7" fmla="*/ 10 h 18"/>
                <a:gd name="T8" fmla="*/ 3 w 8"/>
                <a:gd name="T9" fmla="*/ 0 h 18"/>
              </a:gdLst>
              <a:ahLst/>
              <a:cxnLst>
                <a:cxn ang="0">
                  <a:pos x="T0" y="T1"/>
                </a:cxn>
                <a:cxn ang="0">
                  <a:pos x="T2" y="T3"/>
                </a:cxn>
                <a:cxn ang="0">
                  <a:pos x="T4" y="T5"/>
                </a:cxn>
                <a:cxn ang="0">
                  <a:pos x="T6" y="T7"/>
                </a:cxn>
                <a:cxn ang="0">
                  <a:pos x="T8" y="T9"/>
                </a:cxn>
              </a:cxnLst>
              <a:rect l="0" t="0" r="r" b="b"/>
              <a:pathLst>
                <a:path w="8" h="18">
                  <a:moveTo>
                    <a:pt x="3" y="0"/>
                  </a:moveTo>
                  <a:cubicBezTo>
                    <a:pt x="5" y="5"/>
                    <a:pt x="7" y="7"/>
                    <a:pt x="7" y="10"/>
                  </a:cubicBezTo>
                  <a:cubicBezTo>
                    <a:pt x="8" y="16"/>
                    <a:pt x="6" y="18"/>
                    <a:pt x="4" y="16"/>
                  </a:cubicBezTo>
                  <a:cubicBezTo>
                    <a:pt x="3" y="15"/>
                    <a:pt x="0" y="11"/>
                    <a:pt x="0" y="10"/>
                  </a:cubicBezTo>
                  <a:cubicBezTo>
                    <a:pt x="1"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3" name="Freeform 2968">
              <a:extLst>
                <a:ext uri="{FF2B5EF4-FFF2-40B4-BE49-F238E27FC236}">
                  <a16:creationId xmlns:a16="http://schemas.microsoft.com/office/drawing/2014/main" id="{A3C21103-32D8-6308-BF88-BDD0DFEFF5CF}"/>
                </a:ext>
              </a:extLst>
            </p:cNvPr>
            <p:cNvSpPr>
              <a:spLocks/>
            </p:cNvSpPr>
            <p:nvPr/>
          </p:nvSpPr>
          <p:spPr bwMode="auto">
            <a:xfrm rot="5094805">
              <a:off x="2067435" y="3058327"/>
              <a:ext cx="18280" cy="41130"/>
            </a:xfrm>
            <a:custGeom>
              <a:avLst/>
              <a:gdLst>
                <a:gd name="T0" fmla="*/ 3 w 7"/>
                <a:gd name="T1" fmla="*/ 0 h 17"/>
                <a:gd name="T2" fmla="*/ 7 w 7"/>
                <a:gd name="T3" fmla="*/ 10 h 17"/>
                <a:gd name="T4" fmla="*/ 3 w 7"/>
                <a:gd name="T5" fmla="*/ 16 h 17"/>
                <a:gd name="T6" fmla="*/ 0 w 7"/>
                <a:gd name="T7" fmla="*/ 9 h 17"/>
                <a:gd name="T8" fmla="*/ 3 w 7"/>
                <a:gd name="T9" fmla="*/ 0 h 17"/>
              </a:gdLst>
              <a:ahLst/>
              <a:cxnLst>
                <a:cxn ang="0">
                  <a:pos x="T0" y="T1"/>
                </a:cxn>
                <a:cxn ang="0">
                  <a:pos x="T2" y="T3"/>
                </a:cxn>
                <a:cxn ang="0">
                  <a:pos x="T4" y="T5"/>
                </a:cxn>
                <a:cxn ang="0">
                  <a:pos x="T6" y="T7"/>
                </a:cxn>
                <a:cxn ang="0">
                  <a:pos x="T8" y="T9"/>
                </a:cxn>
              </a:cxnLst>
              <a:rect l="0" t="0" r="r" b="b"/>
              <a:pathLst>
                <a:path w="7" h="17">
                  <a:moveTo>
                    <a:pt x="3" y="0"/>
                  </a:moveTo>
                  <a:cubicBezTo>
                    <a:pt x="5" y="5"/>
                    <a:pt x="6" y="7"/>
                    <a:pt x="7" y="10"/>
                  </a:cubicBezTo>
                  <a:cubicBezTo>
                    <a:pt x="7" y="16"/>
                    <a:pt x="6" y="17"/>
                    <a:pt x="3" y="16"/>
                  </a:cubicBezTo>
                  <a:cubicBezTo>
                    <a:pt x="2" y="15"/>
                    <a:pt x="0" y="10"/>
                    <a:pt x="0" y="9"/>
                  </a:cubicBezTo>
                  <a:cubicBezTo>
                    <a:pt x="0" y="6"/>
                    <a:pt x="1"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4" name="Freeform 2969">
              <a:extLst>
                <a:ext uri="{FF2B5EF4-FFF2-40B4-BE49-F238E27FC236}">
                  <a16:creationId xmlns:a16="http://schemas.microsoft.com/office/drawing/2014/main" id="{EE70C85E-AF99-4F77-5826-454D85C2DA3D}"/>
                </a:ext>
              </a:extLst>
            </p:cNvPr>
            <p:cNvSpPr>
              <a:spLocks/>
            </p:cNvSpPr>
            <p:nvPr/>
          </p:nvSpPr>
          <p:spPr bwMode="auto">
            <a:xfrm rot="5094805">
              <a:off x="2036311" y="3265991"/>
              <a:ext cx="27420" cy="34275"/>
            </a:xfrm>
            <a:custGeom>
              <a:avLst/>
              <a:gdLst>
                <a:gd name="T0" fmla="*/ 11 w 11"/>
                <a:gd name="T1" fmla="*/ 8 h 14"/>
                <a:gd name="T2" fmla="*/ 5 w 11"/>
                <a:gd name="T3" fmla="*/ 13 h 14"/>
                <a:gd name="T4" fmla="*/ 0 w 11"/>
                <a:gd name="T5" fmla="*/ 6 h 14"/>
                <a:gd name="T6" fmla="*/ 2 w 11"/>
                <a:gd name="T7" fmla="*/ 0 h 14"/>
                <a:gd name="T8" fmla="*/ 11 w 11"/>
                <a:gd name="T9" fmla="*/ 8 h 14"/>
              </a:gdLst>
              <a:ahLst/>
              <a:cxnLst>
                <a:cxn ang="0">
                  <a:pos x="T0" y="T1"/>
                </a:cxn>
                <a:cxn ang="0">
                  <a:pos x="T2" y="T3"/>
                </a:cxn>
                <a:cxn ang="0">
                  <a:pos x="T4" y="T5"/>
                </a:cxn>
                <a:cxn ang="0">
                  <a:pos x="T6" y="T7"/>
                </a:cxn>
                <a:cxn ang="0">
                  <a:pos x="T8" y="T9"/>
                </a:cxn>
              </a:cxnLst>
              <a:rect l="0" t="0" r="r" b="b"/>
              <a:pathLst>
                <a:path w="11" h="14">
                  <a:moveTo>
                    <a:pt x="11" y="8"/>
                  </a:moveTo>
                  <a:cubicBezTo>
                    <a:pt x="8" y="11"/>
                    <a:pt x="7" y="13"/>
                    <a:pt x="5" y="13"/>
                  </a:cubicBezTo>
                  <a:cubicBezTo>
                    <a:pt x="3" y="14"/>
                    <a:pt x="1" y="12"/>
                    <a:pt x="0" y="6"/>
                  </a:cubicBezTo>
                  <a:cubicBezTo>
                    <a:pt x="0" y="4"/>
                    <a:pt x="1" y="0"/>
                    <a:pt x="2" y="0"/>
                  </a:cubicBezTo>
                  <a:cubicBezTo>
                    <a:pt x="4" y="0"/>
                    <a:pt x="6" y="3"/>
                    <a:pt x="1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5" name="Freeform 2970">
              <a:extLst>
                <a:ext uri="{FF2B5EF4-FFF2-40B4-BE49-F238E27FC236}">
                  <a16:creationId xmlns:a16="http://schemas.microsoft.com/office/drawing/2014/main" id="{3D9497E1-B253-FCE1-99F9-604409230278}"/>
                </a:ext>
              </a:extLst>
            </p:cNvPr>
            <p:cNvSpPr>
              <a:spLocks/>
            </p:cNvSpPr>
            <p:nvPr/>
          </p:nvSpPr>
          <p:spPr bwMode="auto">
            <a:xfrm rot="5094805">
              <a:off x="2024551" y="3468910"/>
              <a:ext cx="27420" cy="34275"/>
            </a:xfrm>
            <a:custGeom>
              <a:avLst/>
              <a:gdLst>
                <a:gd name="T0" fmla="*/ 11 w 11"/>
                <a:gd name="T1" fmla="*/ 7 h 14"/>
                <a:gd name="T2" fmla="*/ 5 w 11"/>
                <a:gd name="T3" fmla="*/ 13 h 14"/>
                <a:gd name="T4" fmla="*/ 0 w 11"/>
                <a:gd name="T5" fmla="*/ 6 h 14"/>
                <a:gd name="T6" fmla="*/ 2 w 11"/>
                <a:gd name="T7" fmla="*/ 0 h 14"/>
                <a:gd name="T8" fmla="*/ 11 w 11"/>
                <a:gd name="T9" fmla="*/ 7 h 14"/>
              </a:gdLst>
              <a:ahLst/>
              <a:cxnLst>
                <a:cxn ang="0">
                  <a:pos x="T0" y="T1"/>
                </a:cxn>
                <a:cxn ang="0">
                  <a:pos x="T2" y="T3"/>
                </a:cxn>
                <a:cxn ang="0">
                  <a:pos x="T4" y="T5"/>
                </a:cxn>
                <a:cxn ang="0">
                  <a:pos x="T6" y="T7"/>
                </a:cxn>
                <a:cxn ang="0">
                  <a:pos x="T8" y="T9"/>
                </a:cxn>
              </a:cxnLst>
              <a:rect l="0" t="0" r="r" b="b"/>
              <a:pathLst>
                <a:path w="11" h="14">
                  <a:moveTo>
                    <a:pt x="11" y="7"/>
                  </a:moveTo>
                  <a:cubicBezTo>
                    <a:pt x="7" y="10"/>
                    <a:pt x="6" y="12"/>
                    <a:pt x="5" y="13"/>
                  </a:cubicBezTo>
                  <a:cubicBezTo>
                    <a:pt x="2" y="14"/>
                    <a:pt x="0" y="11"/>
                    <a:pt x="0" y="6"/>
                  </a:cubicBezTo>
                  <a:cubicBezTo>
                    <a:pt x="0" y="4"/>
                    <a:pt x="1" y="0"/>
                    <a:pt x="2" y="0"/>
                  </a:cubicBezTo>
                  <a:cubicBezTo>
                    <a:pt x="3" y="0"/>
                    <a:pt x="5" y="2"/>
                    <a:pt x="1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6" name="Freeform 2971">
              <a:extLst>
                <a:ext uri="{FF2B5EF4-FFF2-40B4-BE49-F238E27FC236}">
                  <a16:creationId xmlns:a16="http://schemas.microsoft.com/office/drawing/2014/main" id="{7E8CEB07-FDD5-3678-965D-57E204C5D4DC}"/>
                </a:ext>
              </a:extLst>
            </p:cNvPr>
            <p:cNvSpPr>
              <a:spLocks/>
            </p:cNvSpPr>
            <p:nvPr/>
          </p:nvSpPr>
          <p:spPr bwMode="auto">
            <a:xfrm rot="5094805">
              <a:off x="2041577" y="3660295"/>
              <a:ext cx="22850" cy="34275"/>
            </a:xfrm>
            <a:custGeom>
              <a:avLst/>
              <a:gdLst>
                <a:gd name="T0" fmla="*/ 9 w 9"/>
                <a:gd name="T1" fmla="*/ 3 h 14"/>
                <a:gd name="T2" fmla="*/ 6 w 9"/>
                <a:gd name="T3" fmla="*/ 12 h 14"/>
                <a:gd name="T4" fmla="*/ 1 w 9"/>
                <a:gd name="T5" fmla="*/ 7 h 14"/>
                <a:gd name="T6" fmla="*/ 2 w 9"/>
                <a:gd name="T7" fmla="*/ 0 h 14"/>
                <a:gd name="T8" fmla="*/ 9 w 9"/>
                <a:gd name="T9" fmla="*/ 3 h 14"/>
              </a:gdLst>
              <a:ahLst/>
              <a:cxnLst>
                <a:cxn ang="0">
                  <a:pos x="T0" y="T1"/>
                </a:cxn>
                <a:cxn ang="0">
                  <a:pos x="T2" y="T3"/>
                </a:cxn>
                <a:cxn ang="0">
                  <a:pos x="T4" y="T5"/>
                </a:cxn>
                <a:cxn ang="0">
                  <a:pos x="T6" y="T7"/>
                </a:cxn>
                <a:cxn ang="0">
                  <a:pos x="T8" y="T9"/>
                </a:cxn>
              </a:cxnLst>
              <a:rect l="0" t="0" r="r" b="b"/>
              <a:pathLst>
                <a:path w="9" h="14">
                  <a:moveTo>
                    <a:pt x="9" y="3"/>
                  </a:moveTo>
                  <a:cubicBezTo>
                    <a:pt x="7" y="8"/>
                    <a:pt x="7" y="11"/>
                    <a:pt x="6" y="12"/>
                  </a:cubicBezTo>
                  <a:cubicBezTo>
                    <a:pt x="3" y="14"/>
                    <a:pt x="1" y="11"/>
                    <a:pt x="1" y="7"/>
                  </a:cubicBezTo>
                  <a:cubicBezTo>
                    <a:pt x="0" y="5"/>
                    <a:pt x="1" y="0"/>
                    <a:pt x="2" y="0"/>
                  </a:cubicBezTo>
                  <a:cubicBezTo>
                    <a:pt x="4" y="0"/>
                    <a:pt x="6"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7" name="Freeform 2972">
              <a:extLst>
                <a:ext uri="{FF2B5EF4-FFF2-40B4-BE49-F238E27FC236}">
                  <a16:creationId xmlns:a16="http://schemas.microsoft.com/office/drawing/2014/main" id="{61B606CE-B9FD-5E10-5ABA-E472653B7DFD}"/>
                </a:ext>
              </a:extLst>
            </p:cNvPr>
            <p:cNvSpPr>
              <a:spLocks/>
            </p:cNvSpPr>
            <p:nvPr/>
          </p:nvSpPr>
          <p:spPr bwMode="auto">
            <a:xfrm rot="5094805">
              <a:off x="2100912" y="3853635"/>
              <a:ext cx="18280" cy="27420"/>
            </a:xfrm>
            <a:custGeom>
              <a:avLst/>
              <a:gdLst>
                <a:gd name="T0" fmla="*/ 8 w 8"/>
                <a:gd name="T1" fmla="*/ 1 h 11"/>
                <a:gd name="T2" fmla="*/ 6 w 8"/>
                <a:gd name="T3" fmla="*/ 11 h 11"/>
                <a:gd name="T4" fmla="*/ 0 w 8"/>
                <a:gd name="T5" fmla="*/ 8 h 11"/>
                <a:gd name="T6" fmla="*/ 2 w 8"/>
                <a:gd name="T7" fmla="*/ 1 h 11"/>
                <a:gd name="T8" fmla="*/ 8 w 8"/>
                <a:gd name="T9" fmla="*/ 1 h 11"/>
              </a:gdLst>
              <a:ahLst/>
              <a:cxnLst>
                <a:cxn ang="0">
                  <a:pos x="T0" y="T1"/>
                </a:cxn>
                <a:cxn ang="0">
                  <a:pos x="T2" y="T3"/>
                </a:cxn>
                <a:cxn ang="0">
                  <a:pos x="T4" y="T5"/>
                </a:cxn>
                <a:cxn ang="0">
                  <a:pos x="T6" y="T7"/>
                </a:cxn>
                <a:cxn ang="0">
                  <a:pos x="T8" y="T9"/>
                </a:cxn>
              </a:cxnLst>
              <a:rect l="0" t="0" r="r" b="b"/>
              <a:pathLst>
                <a:path w="8" h="11">
                  <a:moveTo>
                    <a:pt x="8" y="1"/>
                  </a:moveTo>
                  <a:cubicBezTo>
                    <a:pt x="7" y="6"/>
                    <a:pt x="6" y="11"/>
                    <a:pt x="6" y="11"/>
                  </a:cubicBezTo>
                  <a:cubicBezTo>
                    <a:pt x="4" y="11"/>
                    <a:pt x="2" y="9"/>
                    <a:pt x="0" y="8"/>
                  </a:cubicBezTo>
                  <a:cubicBezTo>
                    <a:pt x="1" y="6"/>
                    <a:pt x="1" y="1"/>
                    <a:pt x="2" y="1"/>
                  </a:cubicBezTo>
                  <a:cubicBezTo>
                    <a:pt x="3" y="0"/>
                    <a:pt x="5" y="1"/>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8" name="Freeform 2973">
              <a:extLst>
                <a:ext uri="{FF2B5EF4-FFF2-40B4-BE49-F238E27FC236}">
                  <a16:creationId xmlns:a16="http://schemas.microsoft.com/office/drawing/2014/main" id="{40DDE792-E234-3D95-0937-5F1C373156C4}"/>
                </a:ext>
              </a:extLst>
            </p:cNvPr>
            <p:cNvSpPr>
              <a:spLocks/>
            </p:cNvSpPr>
            <p:nvPr/>
          </p:nvSpPr>
          <p:spPr bwMode="auto">
            <a:xfrm rot="5094805">
              <a:off x="2047436" y="1108788"/>
              <a:ext cx="22850" cy="11425"/>
            </a:xfrm>
            <a:custGeom>
              <a:avLst/>
              <a:gdLst>
                <a:gd name="T0" fmla="*/ 9 w 9"/>
                <a:gd name="T1" fmla="*/ 3 h 5"/>
                <a:gd name="T2" fmla="*/ 5 w 9"/>
                <a:gd name="T3" fmla="*/ 5 h 5"/>
                <a:gd name="T4" fmla="*/ 1 w 9"/>
                <a:gd name="T5" fmla="*/ 2 h 5"/>
                <a:gd name="T6" fmla="*/ 3 w 9"/>
                <a:gd name="T7" fmla="*/ 0 h 5"/>
                <a:gd name="T8" fmla="*/ 9 w 9"/>
                <a:gd name="T9" fmla="*/ 3 h 5"/>
              </a:gdLst>
              <a:ahLst/>
              <a:cxnLst>
                <a:cxn ang="0">
                  <a:pos x="T0" y="T1"/>
                </a:cxn>
                <a:cxn ang="0">
                  <a:pos x="T2" y="T3"/>
                </a:cxn>
                <a:cxn ang="0">
                  <a:pos x="T4" y="T5"/>
                </a:cxn>
                <a:cxn ang="0">
                  <a:pos x="T6" y="T7"/>
                </a:cxn>
                <a:cxn ang="0">
                  <a:pos x="T8" y="T9"/>
                </a:cxn>
              </a:cxnLst>
              <a:rect l="0" t="0" r="r" b="b"/>
              <a:pathLst>
                <a:path w="9" h="5">
                  <a:moveTo>
                    <a:pt x="9" y="3"/>
                  </a:moveTo>
                  <a:cubicBezTo>
                    <a:pt x="7" y="4"/>
                    <a:pt x="7" y="5"/>
                    <a:pt x="5" y="5"/>
                  </a:cubicBezTo>
                  <a:cubicBezTo>
                    <a:pt x="3" y="5"/>
                    <a:pt x="1" y="4"/>
                    <a:pt x="1" y="2"/>
                  </a:cubicBezTo>
                  <a:cubicBezTo>
                    <a:pt x="0" y="1"/>
                    <a:pt x="2" y="0"/>
                    <a:pt x="3" y="0"/>
                  </a:cubicBezTo>
                  <a:cubicBezTo>
                    <a:pt x="4" y="0"/>
                    <a:pt x="6"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9" name="Freeform 2974">
              <a:extLst>
                <a:ext uri="{FF2B5EF4-FFF2-40B4-BE49-F238E27FC236}">
                  <a16:creationId xmlns:a16="http://schemas.microsoft.com/office/drawing/2014/main" id="{AC61EAD0-A42E-1EDA-B697-5394427DD848}"/>
                </a:ext>
              </a:extLst>
            </p:cNvPr>
            <p:cNvSpPr>
              <a:spLocks/>
            </p:cNvSpPr>
            <p:nvPr/>
          </p:nvSpPr>
          <p:spPr bwMode="auto">
            <a:xfrm rot="5094805">
              <a:off x="2066632" y="912089"/>
              <a:ext cx="22850" cy="11425"/>
            </a:xfrm>
            <a:custGeom>
              <a:avLst/>
              <a:gdLst>
                <a:gd name="T0" fmla="*/ 9 w 9"/>
                <a:gd name="T1" fmla="*/ 3 h 5"/>
                <a:gd name="T2" fmla="*/ 5 w 9"/>
                <a:gd name="T3" fmla="*/ 4 h 5"/>
                <a:gd name="T4" fmla="*/ 1 w 9"/>
                <a:gd name="T5" fmla="*/ 2 h 5"/>
                <a:gd name="T6" fmla="*/ 2 w 9"/>
                <a:gd name="T7" fmla="*/ 0 h 5"/>
                <a:gd name="T8" fmla="*/ 9 w 9"/>
                <a:gd name="T9" fmla="*/ 3 h 5"/>
              </a:gdLst>
              <a:ahLst/>
              <a:cxnLst>
                <a:cxn ang="0">
                  <a:pos x="T0" y="T1"/>
                </a:cxn>
                <a:cxn ang="0">
                  <a:pos x="T2" y="T3"/>
                </a:cxn>
                <a:cxn ang="0">
                  <a:pos x="T4" y="T5"/>
                </a:cxn>
                <a:cxn ang="0">
                  <a:pos x="T6" y="T7"/>
                </a:cxn>
                <a:cxn ang="0">
                  <a:pos x="T8" y="T9"/>
                </a:cxn>
              </a:cxnLst>
              <a:rect l="0" t="0" r="r" b="b"/>
              <a:pathLst>
                <a:path w="9" h="5">
                  <a:moveTo>
                    <a:pt x="9" y="3"/>
                  </a:moveTo>
                  <a:cubicBezTo>
                    <a:pt x="7" y="3"/>
                    <a:pt x="6" y="4"/>
                    <a:pt x="5" y="4"/>
                  </a:cubicBezTo>
                  <a:cubicBezTo>
                    <a:pt x="3" y="5"/>
                    <a:pt x="1" y="3"/>
                    <a:pt x="1" y="2"/>
                  </a:cubicBezTo>
                  <a:cubicBezTo>
                    <a:pt x="0" y="1"/>
                    <a:pt x="2" y="0"/>
                    <a:pt x="2" y="0"/>
                  </a:cubicBezTo>
                  <a:cubicBezTo>
                    <a:pt x="4" y="1"/>
                    <a:pt x="6"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0" name="Freeform 2975">
              <a:extLst>
                <a:ext uri="{FF2B5EF4-FFF2-40B4-BE49-F238E27FC236}">
                  <a16:creationId xmlns:a16="http://schemas.microsoft.com/office/drawing/2014/main" id="{FD54CE2E-1141-F36C-5F71-835FD4BA07BA}"/>
                </a:ext>
              </a:extLst>
            </p:cNvPr>
            <p:cNvSpPr>
              <a:spLocks/>
            </p:cNvSpPr>
            <p:nvPr/>
          </p:nvSpPr>
          <p:spPr bwMode="auto">
            <a:xfrm rot="5094805">
              <a:off x="2080976" y="713624"/>
              <a:ext cx="20565" cy="9140"/>
            </a:xfrm>
            <a:custGeom>
              <a:avLst/>
              <a:gdLst>
                <a:gd name="T0" fmla="*/ 2 w 8"/>
                <a:gd name="T1" fmla="*/ 0 h 4"/>
                <a:gd name="T2" fmla="*/ 7 w 8"/>
                <a:gd name="T3" fmla="*/ 2 h 4"/>
                <a:gd name="T4" fmla="*/ 4 w 8"/>
                <a:gd name="T5" fmla="*/ 4 h 4"/>
                <a:gd name="T6" fmla="*/ 0 w 8"/>
                <a:gd name="T7" fmla="*/ 2 h 4"/>
                <a:gd name="T8" fmla="*/ 2 w 8"/>
                <a:gd name="T9" fmla="*/ 0 h 4"/>
              </a:gdLst>
              <a:ahLst/>
              <a:cxnLst>
                <a:cxn ang="0">
                  <a:pos x="T0" y="T1"/>
                </a:cxn>
                <a:cxn ang="0">
                  <a:pos x="T2" y="T3"/>
                </a:cxn>
                <a:cxn ang="0">
                  <a:pos x="T4" y="T5"/>
                </a:cxn>
                <a:cxn ang="0">
                  <a:pos x="T6" y="T7"/>
                </a:cxn>
                <a:cxn ang="0">
                  <a:pos x="T8" y="T9"/>
                </a:cxn>
              </a:cxnLst>
              <a:rect l="0" t="0" r="r" b="b"/>
              <a:pathLst>
                <a:path w="8" h="4">
                  <a:moveTo>
                    <a:pt x="2" y="0"/>
                  </a:moveTo>
                  <a:cubicBezTo>
                    <a:pt x="5" y="1"/>
                    <a:pt x="6" y="2"/>
                    <a:pt x="7" y="2"/>
                  </a:cubicBezTo>
                  <a:cubicBezTo>
                    <a:pt x="8" y="3"/>
                    <a:pt x="6" y="4"/>
                    <a:pt x="4" y="4"/>
                  </a:cubicBezTo>
                  <a:cubicBezTo>
                    <a:pt x="2" y="4"/>
                    <a:pt x="0" y="3"/>
                    <a:pt x="0" y="2"/>
                  </a:cubicBezTo>
                  <a:cubicBezTo>
                    <a:pt x="0" y="1"/>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1" name="Freeform 2976">
              <a:extLst>
                <a:ext uri="{FF2B5EF4-FFF2-40B4-BE49-F238E27FC236}">
                  <a16:creationId xmlns:a16="http://schemas.microsoft.com/office/drawing/2014/main" id="{77C2E705-D44A-736C-1813-FC33A03A7252}"/>
                </a:ext>
              </a:extLst>
            </p:cNvPr>
            <p:cNvSpPr>
              <a:spLocks/>
            </p:cNvSpPr>
            <p:nvPr/>
          </p:nvSpPr>
          <p:spPr bwMode="auto">
            <a:xfrm rot="5094805">
              <a:off x="2077614" y="521227"/>
              <a:ext cx="20565" cy="9140"/>
            </a:xfrm>
            <a:custGeom>
              <a:avLst/>
              <a:gdLst>
                <a:gd name="T0" fmla="*/ 8 w 8"/>
                <a:gd name="T1" fmla="*/ 2 h 3"/>
                <a:gd name="T2" fmla="*/ 2 w 8"/>
                <a:gd name="T3" fmla="*/ 2 h 3"/>
                <a:gd name="T4" fmla="*/ 0 w 8"/>
                <a:gd name="T5" fmla="*/ 1 h 3"/>
                <a:gd name="T6" fmla="*/ 4 w 8"/>
                <a:gd name="T7" fmla="*/ 0 h 3"/>
                <a:gd name="T8" fmla="*/ 8 w 8"/>
                <a:gd name="T9" fmla="*/ 2 h 3"/>
              </a:gdLst>
              <a:ahLst/>
              <a:cxnLst>
                <a:cxn ang="0">
                  <a:pos x="T0" y="T1"/>
                </a:cxn>
                <a:cxn ang="0">
                  <a:pos x="T2" y="T3"/>
                </a:cxn>
                <a:cxn ang="0">
                  <a:pos x="T4" y="T5"/>
                </a:cxn>
                <a:cxn ang="0">
                  <a:pos x="T6" y="T7"/>
                </a:cxn>
                <a:cxn ang="0">
                  <a:pos x="T8" y="T9"/>
                </a:cxn>
              </a:cxnLst>
              <a:rect l="0" t="0" r="r" b="b"/>
              <a:pathLst>
                <a:path w="8" h="3">
                  <a:moveTo>
                    <a:pt x="8" y="2"/>
                  </a:moveTo>
                  <a:cubicBezTo>
                    <a:pt x="6" y="2"/>
                    <a:pt x="4" y="3"/>
                    <a:pt x="2" y="2"/>
                  </a:cubicBezTo>
                  <a:cubicBezTo>
                    <a:pt x="1" y="2"/>
                    <a:pt x="1" y="2"/>
                    <a:pt x="0" y="1"/>
                  </a:cubicBezTo>
                  <a:cubicBezTo>
                    <a:pt x="1" y="1"/>
                    <a:pt x="3" y="0"/>
                    <a:pt x="4" y="0"/>
                  </a:cubicBezTo>
                  <a:cubicBezTo>
                    <a:pt x="5" y="0"/>
                    <a:pt x="6" y="1"/>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2" name="Freeform 2977">
              <a:extLst>
                <a:ext uri="{FF2B5EF4-FFF2-40B4-BE49-F238E27FC236}">
                  <a16:creationId xmlns:a16="http://schemas.microsoft.com/office/drawing/2014/main" id="{78EBA3E8-E9FC-C04F-4C49-EB1666255FD6}"/>
                </a:ext>
              </a:extLst>
            </p:cNvPr>
            <p:cNvSpPr>
              <a:spLocks/>
            </p:cNvSpPr>
            <p:nvPr/>
          </p:nvSpPr>
          <p:spPr bwMode="auto">
            <a:xfrm rot="5094805">
              <a:off x="2056989" y="331702"/>
              <a:ext cx="15995" cy="2285"/>
            </a:xfrm>
            <a:custGeom>
              <a:avLst/>
              <a:gdLst>
                <a:gd name="T0" fmla="*/ 7 w 7"/>
                <a:gd name="T1" fmla="*/ 0 h 1"/>
                <a:gd name="T2" fmla="*/ 5 w 7"/>
                <a:gd name="T3" fmla="*/ 1 h 1"/>
                <a:gd name="T4" fmla="*/ 0 w 7"/>
                <a:gd name="T5" fmla="*/ 1 h 1"/>
                <a:gd name="T6" fmla="*/ 1 w 7"/>
                <a:gd name="T7" fmla="*/ 0 h 1"/>
                <a:gd name="T8" fmla="*/ 7 w 7"/>
                <a:gd name="T9" fmla="*/ 0 h 1"/>
              </a:gdLst>
              <a:ahLst/>
              <a:cxnLst>
                <a:cxn ang="0">
                  <a:pos x="T0" y="T1"/>
                </a:cxn>
                <a:cxn ang="0">
                  <a:pos x="T2" y="T3"/>
                </a:cxn>
                <a:cxn ang="0">
                  <a:pos x="T4" y="T5"/>
                </a:cxn>
                <a:cxn ang="0">
                  <a:pos x="T6" y="T7"/>
                </a:cxn>
                <a:cxn ang="0">
                  <a:pos x="T8" y="T9"/>
                </a:cxn>
              </a:cxnLst>
              <a:rect l="0" t="0" r="r" b="b"/>
              <a:pathLst>
                <a:path w="7" h="1">
                  <a:moveTo>
                    <a:pt x="7" y="0"/>
                  </a:moveTo>
                  <a:cubicBezTo>
                    <a:pt x="6" y="0"/>
                    <a:pt x="5" y="1"/>
                    <a:pt x="5" y="1"/>
                  </a:cubicBezTo>
                  <a:cubicBezTo>
                    <a:pt x="3" y="1"/>
                    <a:pt x="1" y="1"/>
                    <a:pt x="0" y="1"/>
                  </a:cubicBezTo>
                  <a:cubicBezTo>
                    <a:pt x="0" y="0"/>
                    <a:pt x="0" y="0"/>
                    <a:pt x="1" y="0"/>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3" name="Freeform 2978">
              <a:extLst>
                <a:ext uri="{FF2B5EF4-FFF2-40B4-BE49-F238E27FC236}">
                  <a16:creationId xmlns:a16="http://schemas.microsoft.com/office/drawing/2014/main" id="{3EBAA36A-2EB9-A687-DFEE-846C645B7506}"/>
                </a:ext>
              </a:extLst>
            </p:cNvPr>
            <p:cNvSpPr>
              <a:spLocks/>
            </p:cNvSpPr>
            <p:nvPr/>
          </p:nvSpPr>
          <p:spPr bwMode="auto">
            <a:xfrm rot="5094805">
              <a:off x="2008205" y="143251"/>
              <a:ext cx="18280" cy="4570"/>
            </a:xfrm>
            <a:custGeom>
              <a:avLst/>
              <a:gdLst>
                <a:gd name="T0" fmla="*/ 1 w 8"/>
                <a:gd name="T1" fmla="*/ 1 h 2"/>
                <a:gd name="T2" fmla="*/ 6 w 8"/>
                <a:gd name="T3" fmla="*/ 0 h 2"/>
                <a:gd name="T4" fmla="*/ 4 w 8"/>
                <a:gd name="T5" fmla="*/ 2 h 2"/>
                <a:gd name="T6" fmla="*/ 0 w 8"/>
                <a:gd name="T7" fmla="*/ 2 h 2"/>
                <a:gd name="T8" fmla="*/ 1 w 8"/>
                <a:gd name="T9" fmla="*/ 1 h 2"/>
              </a:gdLst>
              <a:ahLst/>
              <a:cxnLst>
                <a:cxn ang="0">
                  <a:pos x="T0" y="T1"/>
                </a:cxn>
                <a:cxn ang="0">
                  <a:pos x="T2" y="T3"/>
                </a:cxn>
                <a:cxn ang="0">
                  <a:pos x="T4" y="T5"/>
                </a:cxn>
                <a:cxn ang="0">
                  <a:pos x="T6" y="T7"/>
                </a:cxn>
                <a:cxn ang="0">
                  <a:pos x="T8" y="T9"/>
                </a:cxn>
              </a:cxnLst>
              <a:rect l="0" t="0" r="r" b="b"/>
              <a:pathLst>
                <a:path w="8" h="2">
                  <a:moveTo>
                    <a:pt x="1" y="1"/>
                  </a:moveTo>
                  <a:cubicBezTo>
                    <a:pt x="4" y="0"/>
                    <a:pt x="6" y="0"/>
                    <a:pt x="6" y="0"/>
                  </a:cubicBezTo>
                  <a:cubicBezTo>
                    <a:pt x="8" y="0"/>
                    <a:pt x="6" y="1"/>
                    <a:pt x="4" y="2"/>
                  </a:cubicBezTo>
                  <a:cubicBezTo>
                    <a:pt x="2" y="2"/>
                    <a:pt x="0" y="2"/>
                    <a:pt x="0" y="2"/>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4" name="Freeform 2979">
              <a:extLst>
                <a:ext uri="{FF2B5EF4-FFF2-40B4-BE49-F238E27FC236}">
                  <a16:creationId xmlns:a16="http://schemas.microsoft.com/office/drawing/2014/main" id="{47F9F620-366E-8DC9-3E51-C1B31D1DE571}"/>
                </a:ext>
              </a:extLst>
            </p:cNvPr>
            <p:cNvSpPr>
              <a:spLocks/>
            </p:cNvSpPr>
            <p:nvPr/>
          </p:nvSpPr>
          <p:spPr bwMode="auto">
            <a:xfrm rot="5094805">
              <a:off x="1925475" y="-42374"/>
              <a:ext cx="25135" cy="11425"/>
            </a:xfrm>
            <a:custGeom>
              <a:avLst/>
              <a:gdLst>
                <a:gd name="T0" fmla="*/ 10 w 10"/>
                <a:gd name="T1" fmla="*/ 0 h 5"/>
                <a:gd name="T2" fmla="*/ 4 w 10"/>
                <a:gd name="T3" fmla="*/ 3 h 5"/>
                <a:gd name="T4" fmla="*/ 0 w 10"/>
                <a:gd name="T5" fmla="*/ 5 h 5"/>
                <a:gd name="T6" fmla="*/ 2 w 10"/>
                <a:gd name="T7" fmla="*/ 3 h 5"/>
                <a:gd name="T8" fmla="*/ 10 w 10"/>
                <a:gd name="T9" fmla="*/ 0 h 5"/>
              </a:gdLst>
              <a:ahLst/>
              <a:cxnLst>
                <a:cxn ang="0">
                  <a:pos x="T0" y="T1"/>
                </a:cxn>
                <a:cxn ang="0">
                  <a:pos x="T2" y="T3"/>
                </a:cxn>
                <a:cxn ang="0">
                  <a:pos x="T4" y="T5"/>
                </a:cxn>
                <a:cxn ang="0">
                  <a:pos x="T6" y="T7"/>
                </a:cxn>
                <a:cxn ang="0">
                  <a:pos x="T8" y="T9"/>
                </a:cxn>
              </a:cxnLst>
              <a:rect l="0" t="0" r="r" b="b"/>
              <a:pathLst>
                <a:path w="10" h="5">
                  <a:moveTo>
                    <a:pt x="10" y="0"/>
                  </a:moveTo>
                  <a:cubicBezTo>
                    <a:pt x="7" y="2"/>
                    <a:pt x="5" y="3"/>
                    <a:pt x="4" y="3"/>
                  </a:cubicBezTo>
                  <a:cubicBezTo>
                    <a:pt x="2" y="4"/>
                    <a:pt x="0" y="5"/>
                    <a:pt x="0" y="5"/>
                  </a:cubicBezTo>
                  <a:cubicBezTo>
                    <a:pt x="0" y="5"/>
                    <a:pt x="1" y="4"/>
                    <a:pt x="2" y="3"/>
                  </a:cubicBezTo>
                  <a:cubicBezTo>
                    <a:pt x="3" y="3"/>
                    <a:pt x="5" y="2"/>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5" name="Freeform 3000">
              <a:extLst>
                <a:ext uri="{FF2B5EF4-FFF2-40B4-BE49-F238E27FC236}">
                  <a16:creationId xmlns:a16="http://schemas.microsoft.com/office/drawing/2014/main" id="{0F2282B7-6C25-C38C-2E5C-1637E6A072D7}"/>
                </a:ext>
              </a:extLst>
            </p:cNvPr>
            <p:cNvSpPr>
              <a:spLocks/>
            </p:cNvSpPr>
            <p:nvPr/>
          </p:nvSpPr>
          <p:spPr bwMode="auto">
            <a:xfrm rot="5094805">
              <a:off x="3207916" y="6865644"/>
              <a:ext cx="20565" cy="11425"/>
            </a:xfrm>
            <a:custGeom>
              <a:avLst/>
              <a:gdLst>
                <a:gd name="T0" fmla="*/ 2 w 8"/>
                <a:gd name="T1" fmla="*/ 0 h 5"/>
                <a:gd name="T2" fmla="*/ 7 w 8"/>
                <a:gd name="T3" fmla="*/ 1 h 5"/>
                <a:gd name="T4" fmla="*/ 5 w 8"/>
                <a:gd name="T5" fmla="*/ 4 h 5"/>
                <a:gd name="T6" fmla="*/ 0 w 8"/>
                <a:gd name="T7" fmla="*/ 4 h 5"/>
                <a:gd name="T8" fmla="*/ 2 w 8"/>
                <a:gd name="T9" fmla="*/ 0 h 5"/>
              </a:gdLst>
              <a:ahLst/>
              <a:cxnLst>
                <a:cxn ang="0">
                  <a:pos x="T0" y="T1"/>
                </a:cxn>
                <a:cxn ang="0">
                  <a:pos x="T2" y="T3"/>
                </a:cxn>
                <a:cxn ang="0">
                  <a:pos x="T4" y="T5"/>
                </a:cxn>
                <a:cxn ang="0">
                  <a:pos x="T6" y="T7"/>
                </a:cxn>
                <a:cxn ang="0">
                  <a:pos x="T8" y="T9"/>
                </a:cxn>
              </a:cxnLst>
              <a:rect l="0" t="0" r="r" b="b"/>
              <a:pathLst>
                <a:path w="8" h="5">
                  <a:moveTo>
                    <a:pt x="2" y="0"/>
                  </a:moveTo>
                  <a:cubicBezTo>
                    <a:pt x="5" y="0"/>
                    <a:pt x="6" y="0"/>
                    <a:pt x="7" y="1"/>
                  </a:cubicBezTo>
                  <a:cubicBezTo>
                    <a:pt x="8" y="1"/>
                    <a:pt x="7" y="3"/>
                    <a:pt x="5" y="4"/>
                  </a:cubicBezTo>
                  <a:cubicBezTo>
                    <a:pt x="3" y="5"/>
                    <a:pt x="1" y="5"/>
                    <a:pt x="0" y="4"/>
                  </a:cubicBezTo>
                  <a:cubicBezTo>
                    <a:pt x="0" y="3"/>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6" name="Freeform 3001">
              <a:extLst>
                <a:ext uri="{FF2B5EF4-FFF2-40B4-BE49-F238E27FC236}">
                  <a16:creationId xmlns:a16="http://schemas.microsoft.com/office/drawing/2014/main" id="{30DAF733-954E-7362-7E77-C425532A45E0}"/>
                </a:ext>
              </a:extLst>
            </p:cNvPr>
            <p:cNvSpPr>
              <a:spLocks/>
            </p:cNvSpPr>
            <p:nvPr/>
          </p:nvSpPr>
          <p:spPr bwMode="auto">
            <a:xfrm rot="5094805">
              <a:off x="2170770" y="4044402"/>
              <a:ext cx="25135" cy="29705"/>
            </a:xfrm>
            <a:custGeom>
              <a:avLst/>
              <a:gdLst>
                <a:gd name="T0" fmla="*/ 10 w 10"/>
                <a:gd name="T1" fmla="*/ 3 h 12"/>
                <a:gd name="T2" fmla="*/ 4 w 10"/>
                <a:gd name="T3" fmla="*/ 11 h 12"/>
                <a:gd name="T4" fmla="*/ 0 w 10"/>
                <a:gd name="T5" fmla="*/ 7 h 12"/>
                <a:gd name="T6" fmla="*/ 2 w 10"/>
                <a:gd name="T7" fmla="*/ 0 h 12"/>
                <a:gd name="T8" fmla="*/ 10 w 10"/>
                <a:gd name="T9" fmla="*/ 3 h 12"/>
              </a:gdLst>
              <a:ahLst/>
              <a:cxnLst>
                <a:cxn ang="0">
                  <a:pos x="T0" y="T1"/>
                </a:cxn>
                <a:cxn ang="0">
                  <a:pos x="T2" y="T3"/>
                </a:cxn>
                <a:cxn ang="0">
                  <a:pos x="T4" y="T5"/>
                </a:cxn>
                <a:cxn ang="0">
                  <a:pos x="T6" y="T7"/>
                </a:cxn>
                <a:cxn ang="0">
                  <a:pos x="T8" y="T9"/>
                </a:cxn>
              </a:cxnLst>
              <a:rect l="0" t="0" r="r" b="b"/>
              <a:pathLst>
                <a:path w="10" h="12">
                  <a:moveTo>
                    <a:pt x="10" y="3"/>
                  </a:moveTo>
                  <a:cubicBezTo>
                    <a:pt x="7" y="8"/>
                    <a:pt x="6" y="10"/>
                    <a:pt x="4" y="11"/>
                  </a:cubicBezTo>
                  <a:cubicBezTo>
                    <a:pt x="2" y="12"/>
                    <a:pt x="0" y="11"/>
                    <a:pt x="0" y="7"/>
                  </a:cubicBezTo>
                  <a:cubicBezTo>
                    <a:pt x="0" y="5"/>
                    <a:pt x="1" y="1"/>
                    <a:pt x="2" y="0"/>
                  </a:cubicBezTo>
                  <a:cubicBezTo>
                    <a:pt x="3" y="0"/>
                    <a:pt x="5" y="1"/>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7" name="Freeform 3002">
              <a:extLst>
                <a:ext uri="{FF2B5EF4-FFF2-40B4-BE49-F238E27FC236}">
                  <a16:creationId xmlns:a16="http://schemas.microsoft.com/office/drawing/2014/main" id="{4985E0D6-E625-05DA-0E37-5522ADB42342}"/>
                </a:ext>
              </a:extLst>
            </p:cNvPr>
            <p:cNvSpPr>
              <a:spLocks/>
            </p:cNvSpPr>
            <p:nvPr/>
          </p:nvSpPr>
          <p:spPr bwMode="auto">
            <a:xfrm rot="5094805">
              <a:off x="2259287" y="4225986"/>
              <a:ext cx="20565" cy="31990"/>
            </a:xfrm>
            <a:custGeom>
              <a:avLst/>
              <a:gdLst>
                <a:gd name="T0" fmla="*/ 1 w 8"/>
                <a:gd name="T1" fmla="*/ 0 h 13"/>
                <a:gd name="T2" fmla="*/ 6 w 8"/>
                <a:gd name="T3" fmla="*/ 5 h 13"/>
                <a:gd name="T4" fmla="*/ 4 w 8"/>
                <a:gd name="T5" fmla="*/ 13 h 13"/>
                <a:gd name="T6" fmla="*/ 0 w 8"/>
                <a:gd name="T7" fmla="*/ 8 h 13"/>
                <a:gd name="T8" fmla="*/ 1 w 8"/>
                <a:gd name="T9" fmla="*/ 0 h 13"/>
              </a:gdLst>
              <a:ahLst/>
              <a:cxnLst>
                <a:cxn ang="0">
                  <a:pos x="T0" y="T1"/>
                </a:cxn>
                <a:cxn ang="0">
                  <a:pos x="T2" y="T3"/>
                </a:cxn>
                <a:cxn ang="0">
                  <a:pos x="T4" y="T5"/>
                </a:cxn>
                <a:cxn ang="0">
                  <a:pos x="T6" y="T7"/>
                </a:cxn>
                <a:cxn ang="0">
                  <a:pos x="T8" y="T9"/>
                </a:cxn>
              </a:cxnLst>
              <a:rect l="0" t="0" r="r" b="b"/>
              <a:pathLst>
                <a:path w="8" h="13">
                  <a:moveTo>
                    <a:pt x="1" y="0"/>
                  </a:moveTo>
                  <a:cubicBezTo>
                    <a:pt x="4" y="2"/>
                    <a:pt x="5" y="3"/>
                    <a:pt x="6" y="5"/>
                  </a:cubicBezTo>
                  <a:cubicBezTo>
                    <a:pt x="8" y="7"/>
                    <a:pt x="6" y="13"/>
                    <a:pt x="4" y="13"/>
                  </a:cubicBezTo>
                  <a:cubicBezTo>
                    <a:pt x="2" y="13"/>
                    <a:pt x="0" y="13"/>
                    <a:pt x="0" y="8"/>
                  </a:cubicBezTo>
                  <a:cubicBezTo>
                    <a:pt x="0" y="5"/>
                    <a:pt x="1" y="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8" name="Freeform 3003">
              <a:extLst>
                <a:ext uri="{FF2B5EF4-FFF2-40B4-BE49-F238E27FC236}">
                  <a16:creationId xmlns:a16="http://schemas.microsoft.com/office/drawing/2014/main" id="{169B5397-D3FD-BC12-E9E6-E63EBE151AE4}"/>
                </a:ext>
              </a:extLst>
            </p:cNvPr>
            <p:cNvSpPr>
              <a:spLocks/>
            </p:cNvSpPr>
            <p:nvPr/>
          </p:nvSpPr>
          <p:spPr bwMode="auto">
            <a:xfrm rot="5094805">
              <a:off x="2346966" y="4413270"/>
              <a:ext cx="18280" cy="29705"/>
            </a:xfrm>
            <a:custGeom>
              <a:avLst/>
              <a:gdLst>
                <a:gd name="T0" fmla="*/ 1 w 8"/>
                <a:gd name="T1" fmla="*/ 0 h 12"/>
                <a:gd name="T2" fmla="*/ 6 w 8"/>
                <a:gd name="T3" fmla="*/ 4 h 12"/>
                <a:gd name="T4" fmla="*/ 4 w 8"/>
                <a:gd name="T5" fmla="*/ 12 h 12"/>
                <a:gd name="T6" fmla="*/ 0 w 8"/>
                <a:gd name="T7" fmla="*/ 7 h 12"/>
                <a:gd name="T8" fmla="*/ 1 w 8"/>
                <a:gd name="T9" fmla="*/ 0 h 12"/>
              </a:gdLst>
              <a:ahLst/>
              <a:cxnLst>
                <a:cxn ang="0">
                  <a:pos x="T0" y="T1"/>
                </a:cxn>
                <a:cxn ang="0">
                  <a:pos x="T2" y="T3"/>
                </a:cxn>
                <a:cxn ang="0">
                  <a:pos x="T4" y="T5"/>
                </a:cxn>
                <a:cxn ang="0">
                  <a:pos x="T6" y="T7"/>
                </a:cxn>
                <a:cxn ang="0">
                  <a:pos x="T8" y="T9"/>
                </a:cxn>
              </a:cxnLst>
              <a:rect l="0" t="0" r="r" b="b"/>
              <a:pathLst>
                <a:path w="8" h="12">
                  <a:moveTo>
                    <a:pt x="1" y="0"/>
                  </a:moveTo>
                  <a:cubicBezTo>
                    <a:pt x="4" y="2"/>
                    <a:pt x="5" y="3"/>
                    <a:pt x="6" y="4"/>
                  </a:cubicBezTo>
                  <a:cubicBezTo>
                    <a:pt x="8" y="6"/>
                    <a:pt x="6" y="11"/>
                    <a:pt x="4" y="12"/>
                  </a:cubicBezTo>
                  <a:cubicBezTo>
                    <a:pt x="2" y="12"/>
                    <a:pt x="0" y="12"/>
                    <a:pt x="0" y="7"/>
                  </a:cubicBezTo>
                  <a:cubicBezTo>
                    <a:pt x="0" y="5"/>
                    <a:pt x="1" y="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9" name="Freeform 3004">
              <a:extLst>
                <a:ext uri="{FF2B5EF4-FFF2-40B4-BE49-F238E27FC236}">
                  <a16:creationId xmlns:a16="http://schemas.microsoft.com/office/drawing/2014/main" id="{540D9478-498C-F3F9-068B-0E53C9A63112}"/>
                </a:ext>
              </a:extLst>
            </p:cNvPr>
            <p:cNvSpPr>
              <a:spLocks/>
            </p:cNvSpPr>
            <p:nvPr/>
          </p:nvSpPr>
          <p:spPr bwMode="auto">
            <a:xfrm rot="5094805">
              <a:off x="2435773" y="4601392"/>
              <a:ext cx="20565" cy="25135"/>
            </a:xfrm>
            <a:custGeom>
              <a:avLst/>
              <a:gdLst>
                <a:gd name="T0" fmla="*/ 1 w 8"/>
                <a:gd name="T1" fmla="*/ 0 h 10"/>
                <a:gd name="T2" fmla="*/ 6 w 8"/>
                <a:gd name="T3" fmla="*/ 3 h 10"/>
                <a:gd name="T4" fmla="*/ 4 w 8"/>
                <a:gd name="T5" fmla="*/ 10 h 10"/>
                <a:gd name="T6" fmla="*/ 0 w 8"/>
                <a:gd name="T7" fmla="*/ 6 h 10"/>
                <a:gd name="T8" fmla="*/ 1 w 8"/>
                <a:gd name="T9" fmla="*/ 0 h 10"/>
              </a:gdLst>
              <a:ahLst/>
              <a:cxnLst>
                <a:cxn ang="0">
                  <a:pos x="T0" y="T1"/>
                </a:cxn>
                <a:cxn ang="0">
                  <a:pos x="T2" y="T3"/>
                </a:cxn>
                <a:cxn ang="0">
                  <a:pos x="T4" y="T5"/>
                </a:cxn>
                <a:cxn ang="0">
                  <a:pos x="T6" y="T7"/>
                </a:cxn>
                <a:cxn ang="0">
                  <a:pos x="T8" y="T9"/>
                </a:cxn>
              </a:cxnLst>
              <a:rect l="0" t="0" r="r" b="b"/>
              <a:pathLst>
                <a:path w="8" h="10">
                  <a:moveTo>
                    <a:pt x="1" y="0"/>
                  </a:moveTo>
                  <a:cubicBezTo>
                    <a:pt x="4" y="1"/>
                    <a:pt x="5" y="2"/>
                    <a:pt x="6" y="3"/>
                  </a:cubicBezTo>
                  <a:cubicBezTo>
                    <a:pt x="8" y="5"/>
                    <a:pt x="6" y="9"/>
                    <a:pt x="4" y="10"/>
                  </a:cubicBezTo>
                  <a:cubicBezTo>
                    <a:pt x="2" y="10"/>
                    <a:pt x="0" y="10"/>
                    <a:pt x="0"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0" name="Freeform 3005">
              <a:extLst>
                <a:ext uri="{FF2B5EF4-FFF2-40B4-BE49-F238E27FC236}">
                  <a16:creationId xmlns:a16="http://schemas.microsoft.com/office/drawing/2014/main" id="{BA498853-9960-7B5A-9339-778059A773DB}"/>
                </a:ext>
              </a:extLst>
            </p:cNvPr>
            <p:cNvSpPr>
              <a:spLocks/>
            </p:cNvSpPr>
            <p:nvPr/>
          </p:nvSpPr>
          <p:spPr bwMode="auto">
            <a:xfrm rot="5094805">
              <a:off x="2521909" y="4783083"/>
              <a:ext cx="18280" cy="25135"/>
            </a:xfrm>
            <a:custGeom>
              <a:avLst/>
              <a:gdLst>
                <a:gd name="T0" fmla="*/ 5 w 7"/>
                <a:gd name="T1" fmla="*/ 10 h 10"/>
                <a:gd name="T2" fmla="*/ 1 w 7"/>
                <a:gd name="T3" fmla="*/ 6 h 10"/>
                <a:gd name="T4" fmla="*/ 3 w 7"/>
                <a:gd name="T5" fmla="*/ 1 h 10"/>
                <a:gd name="T6" fmla="*/ 7 w 7"/>
                <a:gd name="T7" fmla="*/ 4 h 10"/>
                <a:gd name="T8" fmla="*/ 5 w 7"/>
                <a:gd name="T9" fmla="*/ 10 h 10"/>
              </a:gdLst>
              <a:ahLst/>
              <a:cxnLst>
                <a:cxn ang="0">
                  <a:pos x="T0" y="T1"/>
                </a:cxn>
                <a:cxn ang="0">
                  <a:pos x="T2" y="T3"/>
                </a:cxn>
                <a:cxn ang="0">
                  <a:pos x="T4" y="T5"/>
                </a:cxn>
                <a:cxn ang="0">
                  <a:pos x="T6" y="T7"/>
                </a:cxn>
                <a:cxn ang="0">
                  <a:pos x="T8" y="T9"/>
                </a:cxn>
              </a:cxnLst>
              <a:rect l="0" t="0" r="r" b="b"/>
              <a:pathLst>
                <a:path w="7" h="10">
                  <a:moveTo>
                    <a:pt x="5" y="10"/>
                  </a:moveTo>
                  <a:cubicBezTo>
                    <a:pt x="3" y="8"/>
                    <a:pt x="1" y="7"/>
                    <a:pt x="1" y="6"/>
                  </a:cubicBezTo>
                  <a:cubicBezTo>
                    <a:pt x="0" y="5"/>
                    <a:pt x="2" y="2"/>
                    <a:pt x="3" y="1"/>
                  </a:cubicBezTo>
                  <a:cubicBezTo>
                    <a:pt x="5" y="0"/>
                    <a:pt x="7" y="1"/>
                    <a:pt x="7" y="4"/>
                  </a:cubicBezTo>
                  <a:cubicBezTo>
                    <a:pt x="7" y="5"/>
                    <a:pt x="6" y="7"/>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1" name="Freeform 3006">
              <a:extLst>
                <a:ext uri="{FF2B5EF4-FFF2-40B4-BE49-F238E27FC236}">
                  <a16:creationId xmlns:a16="http://schemas.microsoft.com/office/drawing/2014/main" id="{852A7696-CCBF-4749-2804-2A1BB47BAEC0}"/>
                </a:ext>
              </a:extLst>
            </p:cNvPr>
            <p:cNvSpPr>
              <a:spLocks/>
            </p:cNvSpPr>
            <p:nvPr/>
          </p:nvSpPr>
          <p:spPr bwMode="auto">
            <a:xfrm rot="5094805">
              <a:off x="2605229" y="4975130"/>
              <a:ext cx="20565" cy="18280"/>
            </a:xfrm>
            <a:custGeom>
              <a:avLst/>
              <a:gdLst>
                <a:gd name="T0" fmla="*/ 8 w 8"/>
                <a:gd name="T1" fmla="*/ 3 h 7"/>
                <a:gd name="T2" fmla="*/ 2 w 8"/>
                <a:gd name="T3" fmla="*/ 7 h 7"/>
                <a:gd name="T4" fmla="*/ 0 w 8"/>
                <a:gd name="T5" fmla="*/ 4 h 7"/>
                <a:gd name="T6" fmla="*/ 4 w 8"/>
                <a:gd name="T7" fmla="*/ 0 h 7"/>
                <a:gd name="T8" fmla="*/ 8 w 8"/>
                <a:gd name="T9" fmla="*/ 3 h 7"/>
              </a:gdLst>
              <a:ahLst/>
              <a:cxnLst>
                <a:cxn ang="0">
                  <a:pos x="T0" y="T1"/>
                </a:cxn>
                <a:cxn ang="0">
                  <a:pos x="T2" y="T3"/>
                </a:cxn>
                <a:cxn ang="0">
                  <a:pos x="T4" y="T5"/>
                </a:cxn>
                <a:cxn ang="0">
                  <a:pos x="T6" y="T7"/>
                </a:cxn>
                <a:cxn ang="0">
                  <a:pos x="T8" y="T9"/>
                </a:cxn>
              </a:cxnLst>
              <a:rect l="0" t="0" r="r" b="b"/>
              <a:pathLst>
                <a:path w="8" h="7">
                  <a:moveTo>
                    <a:pt x="8" y="3"/>
                  </a:moveTo>
                  <a:cubicBezTo>
                    <a:pt x="5" y="5"/>
                    <a:pt x="4" y="6"/>
                    <a:pt x="2" y="7"/>
                  </a:cubicBezTo>
                  <a:cubicBezTo>
                    <a:pt x="1" y="7"/>
                    <a:pt x="0" y="5"/>
                    <a:pt x="0" y="4"/>
                  </a:cubicBezTo>
                  <a:cubicBezTo>
                    <a:pt x="0" y="2"/>
                    <a:pt x="2" y="0"/>
                    <a:pt x="4" y="0"/>
                  </a:cubicBezTo>
                  <a:cubicBezTo>
                    <a:pt x="5" y="0"/>
                    <a:pt x="6" y="2"/>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2" name="Freeform 3007">
              <a:extLst>
                <a:ext uri="{FF2B5EF4-FFF2-40B4-BE49-F238E27FC236}">
                  <a16:creationId xmlns:a16="http://schemas.microsoft.com/office/drawing/2014/main" id="{3E592634-B2D2-0F82-7D47-85A062AD4662}"/>
                </a:ext>
              </a:extLst>
            </p:cNvPr>
            <p:cNvSpPr>
              <a:spLocks/>
            </p:cNvSpPr>
            <p:nvPr/>
          </p:nvSpPr>
          <p:spPr bwMode="auto">
            <a:xfrm rot="5094805">
              <a:off x="2680680" y="5166638"/>
              <a:ext cx="25135" cy="15995"/>
            </a:xfrm>
            <a:custGeom>
              <a:avLst/>
              <a:gdLst>
                <a:gd name="T0" fmla="*/ 10 w 10"/>
                <a:gd name="T1" fmla="*/ 1 h 6"/>
                <a:gd name="T2" fmla="*/ 4 w 10"/>
                <a:gd name="T3" fmla="*/ 5 h 6"/>
                <a:gd name="T4" fmla="*/ 0 w 10"/>
                <a:gd name="T5" fmla="*/ 4 h 6"/>
                <a:gd name="T6" fmla="*/ 2 w 10"/>
                <a:gd name="T7" fmla="*/ 1 h 6"/>
                <a:gd name="T8" fmla="*/ 10 w 10"/>
                <a:gd name="T9" fmla="*/ 1 h 6"/>
              </a:gdLst>
              <a:ahLst/>
              <a:cxnLst>
                <a:cxn ang="0">
                  <a:pos x="T0" y="T1"/>
                </a:cxn>
                <a:cxn ang="0">
                  <a:pos x="T2" y="T3"/>
                </a:cxn>
                <a:cxn ang="0">
                  <a:pos x="T4" y="T5"/>
                </a:cxn>
                <a:cxn ang="0">
                  <a:pos x="T6" y="T7"/>
                </a:cxn>
                <a:cxn ang="0">
                  <a:pos x="T8" y="T9"/>
                </a:cxn>
              </a:cxnLst>
              <a:rect l="0" t="0" r="r" b="b"/>
              <a:pathLst>
                <a:path w="10" h="6">
                  <a:moveTo>
                    <a:pt x="10" y="1"/>
                  </a:moveTo>
                  <a:cubicBezTo>
                    <a:pt x="7" y="3"/>
                    <a:pt x="6" y="4"/>
                    <a:pt x="4" y="5"/>
                  </a:cubicBezTo>
                  <a:cubicBezTo>
                    <a:pt x="2" y="6"/>
                    <a:pt x="0" y="6"/>
                    <a:pt x="0" y="4"/>
                  </a:cubicBezTo>
                  <a:cubicBezTo>
                    <a:pt x="0" y="3"/>
                    <a:pt x="1" y="1"/>
                    <a:pt x="2" y="1"/>
                  </a:cubicBezTo>
                  <a:cubicBezTo>
                    <a:pt x="3" y="0"/>
                    <a:pt x="5"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3" name="Freeform 3008">
              <a:extLst>
                <a:ext uri="{FF2B5EF4-FFF2-40B4-BE49-F238E27FC236}">
                  <a16:creationId xmlns:a16="http://schemas.microsoft.com/office/drawing/2014/main" id="{1BBCC5AC-5F2E-9B6A-3F5C-4F518EB51415}"/>
                </a:ext>
              </a:extLst>
            </p:cNvPr>
            <p:cNvSpPr>
              <a:spLocks/>
            </p:cNvSpPr>
            <p:nvPr/>
          </p:nvSpPr>
          <p:spPr bwMode="auto">
            <a:xfrm rot="5094805">
              <a:off x="2755541" y="5351723"/>
              <a:ext cx="20565" cy="13710"/>
            </a:xfrm>
            <a:custGeom>
              <a:avLst/>
              <a:gdLst>
                <a:gd name="T0" fmla="*/ 1 w 8"/>
                <a:gd name="T1" fmla="*/ 0 h 5"/>
                <a:gd name="T2" fmla="*/ 7 w 8"/>
                <a:gd name="T3" fmla="*/ 1 h 5"/>
                <a:gd name="T4" fmla="*/ 4 w 8"/>
                <a:gd name="T5" fmla="*/ 5 h 5"/>
                <a:gd name="T6" fmla="*/ 0 w 8"/>
                <a:gd name="T7" fmla="*/ 3 h 5"/>
                <a:gd name="T8" fmla="*/ 1 w 8"/>
                <a:gd name="T9" fmla="*/ 0 h 5"/>
              </a:gdLst>
              <a:ahLst/>
              <a:cxnLst>
                <a:cxn ang="0">
                  <a:pos x="T0" y="T1"/>
                </a:cxn>
                <a:cxn ang="0">
                  <a:pos x="T2" y="T3"/>
                </a:cxn>
                <a:cxn ang="0">
                  <a:pos x="T4" y="T5"/>
                </a:cxn>
                <a:cxn ang="0">
                  <a:pos x="T6" y="T7"/>
                </a:cxn>
                <a:cxn ang="0">
                  <a:pos x="T8" y="T9"/>
                </a:cxn>
              </a:cxnLst>
              <a:rect l="0" t="0" r="r" b="b"/>
              <a:pathLst>
                <a:path w="8" h="5">
                  <a:moveTo>
                    <a:pt x="1" y="0"/>
                  </a:moveTo>
                  <a:cubicBezTo>
                    <a:pt x="4" y="1"/>
                    <a:pt x="6" y="1"/>
                    <a:pt x="7" y="1"/>
                  </a:cubicBezTo>
                  <a:cubicBezTo>
                    <a:pt x="8" y="2"/>
                    <a:pt x="6" y="4"/>
                    <a:pt x="4" y="5"/>
                  </a:cubicBezTo>
                  <a:cubicBezTo>
                    <a:pt x="2" y="5"/>
                    <a:pt x="0" y="5"/>
                    <a:pt x="0" y="3"/>
                  </a:cubicBezTo>
                  <a:cubicBezTo>
                    <a:pt x="0" y="2"/>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4" name="Freeform 3009">
              <a:extLst>
                <a:ext uri="{FF2B5EF4-FFF2-40B4-BE49-F238E27FC236}">
                  <a16:creationId xmlns:a16="http://schemas.microsoft.com/office/drawing/2014/main" id="{0658D145-D0B9-D6D2-E5E5-A19F5110D76C}"/>
                </a:ext>
              </a:extLst>
            </p:cNvPr>
            <p:cNvSpPr>
              <a:spLocks/>
            </p:cNvSpPr>
            <p:nvPr/>
          </p:nvSpPr>
          <p:spPr bwMode="auto">
            <a:xfrm rot="5094805">
              <a:off x="2815899" y="5543520"/>
              <a:ext cx="22850" cy="6855"/>
            </a:xfrm>
            <a:custGeom>
              <a:avLst/>
              <a:gdLst>
                <a:gd name="T0" fmla="*/ 9 w 9"/>
                <a:gd name="T1" fmla="*/ 1 h 3"/>
                <a:gd name="T2" fmla="*/ 3 w 9"/>
                <a:gd name="T3" fmla="*/ 3 h 3"/>
                <a:gd name="T4" fmla="*/ 0 w 9"/>
                <a:gd name="T5" fmla="*/ 2 h 3"/>
                <a:gd name="T6" fmla="*/ 4 w 9"/>
                <a:gd name="T7" fmla="*/ 0 h 3"/>
                <a:gd name="T8" fmla="*/ 9 w 9"/>
                <a:gd name="T9" fmla="*/ 1 h 3"/>
              </a:gdLst>
              <a:ahLst/>
              <a:cxnLst>
                <a:cxn ang="0">
                  <a:pos x="T0" y="T1"/>
                </a:cxn>
                <a:cxn ang="0">
                  <a:pos x="T2" y="T3"/>
                </a:cxn>
                <a:cxn ang="0">
                  <a:pos x="T4" y="T5"/>
                </a:cxn>
                <a:cxn ang="0">
                  <a:pos x="T6" y="T7"/>
                </a:cxn>
                <a:cxn ang="0">
                  <a:pos x="T8" y="T9"/>
                </a:cxn>
              </a:cxnLst>
              <a:rect l="0" t="0" r="r" b="b"/>
              <a:pathLst>
                <a:path w="9" h="3">
                  <a:moveTo>
                    <a:pt x="9" y="1"/>
                  </a:moveTo>
                  <a:cubicBezTo>
                    <a:pt x="6" y="2"/>
                    <a:pt x="4" y="3"/>
                    <a:pt x="3" y="3"/>
                  </a:cubicBezTo>
                  <a:cubicBezTo>
                    <a:pt x="2" y="3"/>
                    <a:pt x="0" y="2"/>
                    <a:pt x="0" y="2"/>
                  </a:cubicBezTo>
                  <a:cubicBezTo>
                    <a:pt x="0" y="1"/>
                    <a:pt x="2" y="0"/>
                    <a:pt x="4" y="0"/>
                  </a:cubicBezTo>
                  <a:cubicBezTo>
                    <a:pt x="6" y="0"/>
                    <a:pt x="6"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5" name="Freeform 3010">
              <a:extLst>
                <a:ext uri="{FF2B5EF4-FFF2-40B4-BE49-F238E27FC236}">
                  <a16:creationId xmlns:a16="http://schemas.microsoft.com/office/drawing/2014/main" id="{B523F0C0-0904-2953-ABC3-C7B0C352544A}"/>
                </a:ext>
              </a:extLst>
            </p:cNvPr>
            <p:cNvSpPr>
              <a:spLocks/>
            </p:cNvSpPr>
            <p:nvPr/>
          </p:nvSpPr>
          <p:spPr bwMode="auto">
            <a:xfrm rot="5094805">
              <a:off x="2870778" y="5734875"/>
              <a:ext cx="20565" cy="6855"/>
            </a:xfrm>
            <a:custGeom>
              <a:avLst/>
              <a:gdLst>
                <a:gd name="T0" fmla="*/ 9 w 9"/>
                <a:gd name="T1" fmla="*/ 0 h 3"/>
                <a:gd name="T2" fmla="*/ 4 w 9"/>
                <a:gd name="T3" fmla="*/ 3 h 3"/>
                <a:gd name="T4" fmla="*/ 0 w 9"/>
                <a:gd name="T5" fmla="*/ 2 h 3"/>
                <a:gd name="T6" fmla="*/ 4 w 9"/>
                <a:gd name="T7" fmla="*/ 0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6" y="2"/>
                    <a:pt x="5" y="3"/>
                    <a:pt x="4" y="3"/>
                  </a:cubicBezTo>
                  <a:cubicBezTo>
                    <a:pt x="2" y="3"/>
                    <a:pt x="0" y="3"/>
                    <a:pt x="0" y="2"/>
                  </a:cubicBezTo>
                  <a:cubicBezTo>
                    <a:pt x="0" y="1"/>
                    <a:pt x="1" y="1"/>
                    <a:pt x="4" y="0"/>
                  </a:cubicBezTo>
                  <a:cubicBezTo>
                    <a:pt x="5" y="0"/>
                    <a:pt x="7"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6" name="Freeform 3011">
              <a:extLst>
                <a:ext uri="{FF2B5EF4-FFF2-40B4-BE49-F238E27FC236}">
                  <a16:creationId xmlns:a16="http://schemas.microsoft.com/office/drawing/2014/main" id="{4F633F83-8EAB-4E11-F92E-C55AC60E3F94}"/>
                </a:ext>
              </a:extLst>
            </p:cNvPr>
            <p:cNvSpPr>
              <a:spLocks/>
            </p:cNvSpPr>
            <p:nvPr/>
          </p:nvSpPr>
          <p:spPr bwMode="auto">
            <a:xfrm rot="5094805">
              <a:off x="2912832" y="5923829"/>
              <a:ext cx="20565" cy="6855"/>
            </a:xfrm>
            <a:custGeom>
              <a:avLst/>
              <a:gdLst>
                <a:gd name="T0" fmla="*/ 3 w 8"/>
                <a:gd name="T1" fmla="*/ 3 h 3"/>
                <a:gd name="T2" fmla="*/ 0 w 8"/>
                <a:gd name="T3" fmla="*/ 1 h 3"/>
                <a:gd name="T4" fmla="*/ 4 w 8"/>
                <a:gd name="T5" fmla="*/ 0 h 3"/>
                <a:gd name="T6" fmla="*/ 7 w 8"/>
                <a:gd name="T7" fmla="*/ 1 h 3"/>
                <a:gd name="T8" fmla="*/ 3 w 8"/>
                <a:gd name="T9" fmla="*/ 3 h 3"/>
              </a:gdLst>
              <a:ahLst/>
              <a:cxnLst>
                <a:cxn ang="0">
                  <a:pos x="T0" y="T1"/>
                </a:cxn>
                <a:cxn ang="0">
                  <a:pos x="T2" y="T3"/>
                </a:cxn>
                <a:cxn ang="0">
                  <a:pos x="T4" y="T5"/>
                </a:cxn>
                <a:cxn ang="0">
                  <a:pos x="T6" y="T7"/>
                </a:cxn>
                <a:cxn ang="0">
                  <a:pos x="T8" y="T9"/>
                </a:cxn>
              </a:cxnLst>
              <a:rect l="0" t="0" r="r" b="b"/>
              <a:pathLst>
                <a:path w="8" h="3">
                  <a:moveTo>
                    <a:pt x="3" y="3"/>
                  </a:moveTo>
                  <a:cubicBezTo>
                    <a:pt x="2" y="2"/>
                    <a:pt x="1" y="2"/>
                    <a:pt x="0" y="1"/>
                  </a:cubicBezTo>
                  <a:cubicBezTo>
                    <a:pt x="0" y="1"/>
                    <a:pt x="2" y="0"/>
                    <a:pt x="4" y="0"/>
                  </a:cubicBezTo>
                  <a:cubicBezTo>
                    <a:pt x="6" y="0"/>
                    <a:pt x="8" y="0"/>
                    <a:pt x="7" y="1"/>
                  </a:cubicBezTo>
                  <a:cubicBezTo>
                    <a:pt x="7" y="1"/>
                    <a:pt x="5"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7" name="Freeform 3012">
              <a:extLst>
                <a:ext uri="{FF2B5EF4-FFF2-40B4-BE49-F238E27FC236}">
                  <a16:creationId xmlns:a16="http://schemas.microsoft.com/office/drawing/2014/main" id="{462CF29D-12D0-CF97-2455-644FA40E1247}"/>
                </a:ext>
              </a:extLst>
            </p:cNvPr>
            <p:cNvSpPr>
              <a:spLocks/>
            </p:cNvSpPr>
            <p:nvPr/>
          </p:nvSpPr>
          <p:spPr bwMode="auto">
            <a:xfrm rot="5094805">
              <a:off x="2948356" y="6115560"/>
              <a:ext cx="22850" cy="9140"/>
            </a:xfrm>
            <a:custGeom>
              <a:avLst/>
              <a:gdLst>
                <a:gd name="T0" fmla="*/ 9 w 9"/>
                <a:gd name="T1" fmla="*/ 0 h 3"/>
                <a:gd name="T2" fmla="*/ 4 w 9"/>
                <a:gd name="T3" fmla="*/ 2 h 3"/>
                <a:gd name="T4" fmla="*/ 0 w 9"/>
                <a:gd name="T5" fmla="*/ 2 h 3"/>
                <a:gd name="T6" fmla="*/ 4 w 9"/>
                <a:gd name="T7" fmla="*/ 0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6" y="2"/>
                    <a:pt x="5" y="2"/>
                    <a:pt x="4" y="2"/>
                  </a:cubicBezTo>
                  <a:cubicBezTo>
                    <a:pt x="2" y="3"/>
                    <a:pt x="0" y="2"/>
                    <a:pt x="0" y="2"/>
                  </a:cubicBezTo>
                  <a:cubicBezTo>
                    <a:pt x="0" y="1"/>
                    <a:pt x="2" y="0"/>
                    <a:pt x="4" y="0"/>
                  </a:cubicBezTo>
                  <a:cubicBezTo>
                    <a:pt x="6" y="0"/>
                    <a:pt x="7"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8" name="Freeform 3013">
              <a:extLst>
                <a:ext uri="{FF2B5EF4-FFF2-40B4-BE49-F238E27FC236}">
                  <a16:creationId xmlns:a16="http://schemas.microsoft.com/office/drawing/2014/main" id="{F9E96245-A9B0-1F53-8885-51E75E4A2172}"/>
                </a:ext>
              </a:extLst>
            </p:cNvPr>
            <p:cNvSpPr>
              <a:spLocks/>
            </p:cNvSpPr>
            <p:nvPr/>
          </p:nvSpPr>
          <p:spPr bwMode="auto">
            <a:xfrm rot="5094805">
              <a:off x="2997449" y="6306385"/>
              <a:ext cx="18280" cy="9140"/>
            </a:xfrm>
            <a:custGeom>
              <a:avLst/>
              <a:gdLst>
                <a:gd name="T0" fmla="*/ 8 w 8"/>
                <a:gd name="T1" fmla="*/ 1 h 3"/>
                <a:gd name="T2" fmla="*/ 2 w 8"/>
                <a:gd name="T3" fmla="*/ 3 h 3"/>
                <a:gd name="T4" fmla="*/ 0 w 8"/>
                <a:gd name="T5" fmla="*/ 2 h 3"/>
                <a:gd name="T6" fmla="*/ 4 w 8"/>
                <a:gd name="T7" fmla="*/ 1 h 3"/>
                <a:gd name="T8" fmla="*/ 8 w 8"/>
                <a:gd name="T9" fmla="*/ 1 h 3"/>
              </a:gdLst>
              <a:ahLst/>
              <a:cxnLst>
                <a:cxn ang="0">
                  <a:pos x="T0" y="T1"/>
                </a:cxn>
                <a:cxn ang="0">
                  <a:pos x="T2" y="T3"/>
                </a:cxn>
                <a:cxn ang="0">
                  <a:pos x="T4" y="T5"/>
                </a:cxn>
                <a:cxn ang="0">
                  <a:pos x="T6" y="T7"/>
                </a:cxn>
                <a:cxn ang="0">
                  <a:pos x="T8" y="T9"/>
                </a:cxn>
              </a:cxnLst>
              <a:rect l="0" t="0" r="r" b="b"/>
              <a:pathLst>
                <a:path w="8" h="3">
                  <a:moveTo>
                    <a:pt x="8" y="1"/>
                  </a:moveTo>
                  <a:cubicBezTo>
                    <a:pt x="5" y="2"/>
                    <a:pt x="4" y="2"/>
                    <a:pt x="2" y="3"/>
                  </a:cubicBezTo>
                  <a:cubicBezTo>
                    <a:pt x="1" y="3"/>
                    <a:pt x="1" y="2"/>
                    <a:pt x="0" y="2"/>
                  </a:cubicBezTo>
                  <a:cubicBezTo>
                    <a:pt x="1" y="2"/>
                    <a:pt x="3" y="1"/>
                    <a:pt x="4" y="1"/>
                  </a:cubicBezTo>
                  <a:cubicBezTo>
                    <a:pt x="5" y="0"/>
                    <a:pt x="6" y="1"/>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9" name="Freeform 3014">
              <a:extLst>
                <a:ext uri="{FF2B5EF4-FFF2-40B4-BE49-F238E27FC236}">
                  <a16:creationId xmlns:a16="http://schemas.microsoft.com/office/drawing/2014/main" id="{28D09AA9-B795-CF8C-7CDA-AD6460502156}"/>
                </a:ext>
              </a:extLst>
            </p:cNvPr>
            <p:cNvSpPr>
              <a:spLocks/>
            </p:cNvSpPr>
            <p:nvPr/>
          </p:nvSpPr>
          <p:spPr bwMode="auto">
            <a:xfrm rot="5094805">
              <a:off x="3054489" y="6497238"/>
              <a:ext cx="22850" cy="6855"/>
            </a:xfrm>
            <a:custGeom>
              <a:avLst/>
              <a:gdLst>
                <a:gd name="T0" fmla="*/ 9 w 9"/>
                <a:gd name="T1" fmla="*/ 0 h 3"/>
                <a:gd name="T2" fmla="*/ 4 w 9"/>
                <a:gd name="T3" fmla="*/ 2 h 3"/>
                <a:gd name="T4" fmla="*/ 0 w 9"/>
                <a:gd name="T5" fmla="*/ 2 h 3"/>
                <a:gd name="T6" fmla="*/ 4 w 9"/>
                <a:gd name="T7" fmla="*/ 1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6" y="1"/>
                    <a:pt x="6" y="2"/>
                    <a:pt x="4" y="2"/>
                  </a:cubicBezTo>
                  <a:cubicBezTo>
                    <a:pt x="2" y="3"/>
                    <a:pt x="0" y="3"/>
                    <a:pt x="0" y="2"/>
                  </a:cubicBezTo>
                  <a:cubicBezTo>
                    <a:pt x="0" y="2"/>
                    <a:pt x="2" y="1"/>
                    <a:pt x="4" y="1"/>
                  </a:cubicBezTo>
                  <a:cubicBezTo>
                    <a:pt x="6" y="0"/>
                    <a:pt x="7"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0" name="Freeform 3015">
              <a:extLst>
                <a:ext uri="{FF2B5EF4-FFF2-40B4-BE49-F238E27FC236}">
                  <a16:creationId xmlns:a16="http://schemas.microsoft.com/office/drawing/2014/main" id="{7ECB7079-1F90-57FF-61A7-3167302DC834}"/>
                </a:ext>
              </a:extLst>
            </p:cNvPr>
            <p:cNvSpPr>
              <a:spLocks/>
            </p:cNvSpPr>
            <p:nvPr/>
          </p:nvSpPr>
          <p:spPr bwMode="auto">
            <a:xfrm rot="5094805">
              <a:off x="3122813" y="6682613"/>
              <a:ext cx="25135" cy="11425"/>
            </a:xfrm>
            <a:custGeom>
              <a:avLst/>
              <a:gdLst>
                <a:gd name="T0" fmla="*/ 10 w 10"/>
                <a:gd name="T1" fmla="*/ 0 h 4"/>
                <a:gd name="T2" fmla="*/ 5 w 10"/>
                <a:gd name="T3" fmla="*/ 3 h 4"/>
                <a:gd name="T4" fmla="*/ 1 w 10"/>
                <a:gd name="T5" fmla="*/ 3 h 4"/>
                <a:gd name="T6" fmla="*/ 5 w 10"/>
                <a:gd name="T7" fmla="*/ 1 h 4"/>
                <a:gd name="T8" fmla="*/ 10 w 10"/>
                <a:gd name="T9" fmla="*/ 0 h 4"/>
              </a:gdLst>
              <a:ahLst/>
              <a:cxnLst>
                <a:cxn ang="0">
                  <a:pos x="T0" y="T1"/>
                </a:cxn>
                <a:cxn ang="0">
                  <a:pos x="T2" y="T3"/>
                </a:cxn>
                <a:cxn ang="0">
                  <a:pos x="T4" y="T5"/>
                </a:cxn>
                <a:cxn ang="0">
                  <a:pos x="T6" y="T7"/>
                </a:cxn>
                <a:cxn ang="0">
                  <a:pos x="T8" y="T9"/>
                </a:cxn>
              </a:cxnLst>
              <a:rect l="0" t="0" r="r" b="b"/>
              <a:pathLst>
                <a:path w="10" h="4">
                  <a:moveTo>
                    <a:pt x="10" y="0"/>
                  </a:moveTo>
                  <a:cubicBezTo>
                    <a:pt x="7" y="1"/>
                    <a:pt x="6" y="2"/>
                    <a:pt x="5" y="3"/>
                  </a:cubicBezTo>
                  <a:cubicBezTo>
                    <a:pt x="3" y="3"/>
                    <a:pt x="1" y="4"/>
                    <a:pt x="1" y="3"/>
                  </a:cubicBezTo>
                  <a:cubicBezTo>
                    <a:pt x="0" y="2"/>
                    <a:pt x="2" y="2"/>
                    <a:pt x="5" y="1"/>
                  </a:cubicBezTo>
                  <a:cubicBezTo>
                    <a:pt x="6" y="1"/>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1" name="Freeform 3016">
              <a:extLst>
                <a:ext uri="{FF2B5EF4-FFF2-40B4-BE49-F238E27FC236}">
                  <a16:creationId xmlns:a16="http://schemas.microsoft.com/office/drawing/2014/main" id="{A8FA4E59-0E06-994F-A7DE-6D0592166BF7}"/>
                </a:ext>
              </a:extLst>
            </p:cNvPr>
            <p:cNvSpPr>
              <a:spLocks/>
            </p:cNvSpPr>
            <p:nvPr/>
          </p:nvSpPr>
          <p:spPr bwMode="auto">
            <a:xfrm rot="5094805">
              <a:off x="2140343" y="1373834"/>
              <a:ext cx="15995" cy="22850"/>
            </a:xfrm>
            <a:custGeom>
              <a:avLst/>
              <a:gdLst>
                <a:gd name="T0" fmla="*/ 3 w 6"/>
                <a:gd name="T1" fmla="*/ 0 h 10"/>
                <a:gd name="T2" fmla="*/ 6 w 6"/>
                <a:gd name="T3" fmla="*/ 6 h 10"/>
                <a:gd name="T4" fmla="*/ 4 w 6"/>
                <a:gd name="T5" fmla="*/ 10 h 10"/>
                <a:gd name="T6" fmla="*/ 0 w 6"/>
                <a:gd name="T7" fmla="*/ 6 h 10"/>
                <a:gd name="T8" fmla="*/ 3 w 6"/>
                <a:gd name="T9" fmla="*/ 0 h 10"/>
              </a:gdLst>
              <a:ahLst/>
              <a:cxnLst>
                <a:cxn ang="0">
                  <a:pos x="T0" y="T1"/>
                </a:cxn>
                <a:cxn ang="0">
                  <a:pos x="T2" y="T3"/>
                </a:cxn>
                <a:cxn ang="0">
                  <a:pos x="T4" y="T5"/>
                </a:cxn>
                <a:cxn ang="0">
                  <a:pos x="T6" y="T7"/>
                </a:cxn>
                <a:cxn ang="0">
                  <a:pos x="T8" y="T9"/>
                </a:cxn>
              </a:cxnLst>
              <a:rect l="0" t="0" r="r" b="b"/>
              <a:pathLst>
                <a:path w="6" h="10">
                  <a:moveTo>
                    <a:pt x="3" y="0"/>
                  </a:moveTo>
                  <a:cubicBezTo>
                    <a:pt x="4" y="2"/>
                    <a:pt x="6" y="4"/>
                    <a:pt x="6" y="6"/>
                  </a:cubicBezTo>
                  <a:cubicBezTo>
                    <a:pt x="6" y="7"/>
                    <a:pt x="5" y="10"/>
                    <a:pt x="4" y="10"/>
                  </a:cubicBezTo>
                  <a:cubicBezTo>
                    <a:pt x="3" y="10"/>
                    <a:pt x="1" y="7"/>
                    <a:pt x="0" y="6"/>
                  </a:cubicBezTo>
                  <a:cubicBezTo>
                    <a:pt x="0" y="4"/>
                    <a:pt x="1"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2" name="Freeform 3017">
              <a:extLst>
                <a:ext uri="{FF2B5EF4-FFF2-40B4-BE49-F238E27FC236}">
                  <a16:creationId xmlns:a16="http://schemas.microsoft.com/office/drawing/2014/main" id="{ABD729A3-A269-CFDC-24AB-DC9DE8CD8BC0}"/>
                </a:ext>
              </a:extLst>
            </p:cNvPr>
            <p:cNvSpPr>
              <a:spLocks/>
            </p:cNvSpPr>
            <p:nvPr/>
          </p:nvSpPr>
          <p:spPr bwMode="auto">
            <a:xfrm rot="5094805">
              <a:off x="2153117" y="1565509"/>
              <a:ext cx="13710" cy="29705"/>
            </a:xfrm>
            <a:custGeom>
              <a:avLst/>
              <a:gdLst>
                <a:gd name="T0" fmla="*/ 2 w 6"/>
                <a:gd name="T1" fmla="*/ 0 h 12"/>
                <a:gd name="T2" fmla="*/ 5 w 6"/>
                <a:gd name="T3" fmla="*/ 7 h 12"/>
                <a:gd name="T4" fmla="*/ 3 w 6"/>
                <a:gd name="T5" fmla="*/ 12 h 12"/>
                <a:gd name="T6" fmla="*/ 0 w 6"/>
                <a:gd name="T7" fmla="*/ 7 h 12"/>
                <a:gd name="T8" fmla="*/ 2 w 6"/>
                <a:gd name="T9" fmla="*/ 0 h 12"/>
              </a:gdLst>
              <a:ahLst/>
              <a:cxnLst>
                <a:cxn ang="0">
                  <a:pos x="T0" y="T1"/>
                </a:cxn>
                <a:cxn ang="0">
                  <a:pos x="T2" y="T3"/>
                </a:cxn>
                <a:cxn ang="0">
                  <a:pos x="T4" y="T5"/>
                </a:cxn>
                <a:cxn ang="0">
                  <a:pos x="T6" y="T7"/>
                </a:cxn>
                <a:cxn ang="0">
                  <a:pos x="T8" y="T9"/>
                </a:cxn>
              </a:cxnLst>
              <a:rect l="0" t="0" r="r" b="b"/>
              <a:pathLst>
                <a:path w="6" h="12">
                  <a:moveTo>
                    <a:pt x="2" y="0"/>
                  </a:moveTo>
                  <a:cubicBezTo>
                    <a:pt x="4" y="3"/>
                    <a:pt x="5" y="5"/>
                    <a:pt x="5" y="7"/>
                  </a:cubicBezTo>
                  <a:cubicBezTo>
                    <a:pt x="6" y="9"/>
                    <a:pt x="4" y="12"/>
                    <a:pt x="3" y="12"/>
                  </a:cubicBezTo>
                  <a:cubicBezTo>
                    <a:pt x="2" y="12"/>
                    <a:pt x="0" y="9"/>
                    <a:pt x="0" y="7"/>
                  </a:cubicBezTo>
                  <a:cubicBezTo>
                    <a:pt x="0" y="5"/>
                    <a:pt x="1" y="3"/>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3" name="Freeform 3018">
              <a:extLst>
                <a:ext uri="{FF2B5EF4-FFF2-40B4-BE49-F238E27FC236}">
                  <a16:creationId xmlns:a16="http://schemas.microsoft.com/office/drawing/2014/main" id="{07874DC8-C398-55D2-14AF-94CB6A3C524D}"/>
                </a:ext>
              </a:extLst>
            </p:cNvPr>
            <p:cNvSpPr>
              <a:spLocks/>
            </p:cNvSpPr>
            <p:nvPr/>
          </p:nvSpPr>
          <p:spPr bwMode="auto">
            <a:xfrm rot="5094805">
              <a:off x="2170328" y="1758764"/>
              <a:ext cx="18280" cy="29705"/>
            </a:xfrm>
            <a:custGeom>
              <a:avLst/>
              <a:gdLst>
                <a:gd name="T0" fmla="*/ 7 w 7"/>
                <a:gd name="T1" fmla="*/ 10 h 12"/>
                <a:gd name="T2" fmla="*/ 2 w 7"/>
                <a:gd name="T3" fmla="*/ 11 h 12"/>
                <a:gd name="T4" fmla="*/ 1 w 7"/>
                <a:gd name="T5" fmla="*/ 4 h 12"/>
                <a:gd name="T6" fmla="*/ 4 w 7"/>
                <a:gd name="T7" fmla="*/ 1 h 12"/>
                <a:gd name="T8" fmla="*/ 7 w 7"/>
                <a:gd name="T9" fmla="*/ 10 h 12"/>
              </a:gdLst>
              <a:ahLst/>
              <a:cxnLst>
                <a:cxn ang="0">
                  <a:pos x="T0" y="T1"/>
                </a:cxn>
                <a:cxn ang="0">
                  <a:pos x="T2" y="T3"/>
                </a:cxn>
                <a:cxn ang="0">
                  <a:pos x="T4" y="T5"/>
                </a:cxn>
                <a:cxn ang="0">
                  <a:pos x="T6" y="T7"/>
                </a:cxn>
                <a:cxn ang="0">
                  <a:pos x="T8" y="T9"/>
                </a:cxn>
              </a:cxnLst>
              <a:rect l="0" t="0" r="r" b="b"/>
              <a:pathLst>
                <a:path w="7" h="12">
                  <a:moveTo>
                    <a:pt x="7" y="10"/>
                  </a:moveTo>
                  <a:cubicBezTo>
                    <a:pt x="5" y="11"/>
                    <a:pt x="3" y="12"/>
                    <a:pt x="2" y="11"/>
                  </a:cubicBezTo>
                  <a:cubicBezTo>
                    <a:pt x="1" y="10"/>
                    <a:pt x="0" y="5"/>
                    <a:pt x="1" y="4"/>
                  </a:cubicBezTo>
                  <a:cubicBezTo>
                    <a:pt x="1" y="2"/>
                    <a:pt x="3" y="0"/>
                    <a:pt x="4" y="1"/>
                  </a:cubicBezTo>
                  <a:cubicBezTo>
                    <a:pt x="5" y="2"/>
                    <a:pt x="6" y="6"/>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4" name="Freeform 3020">
              <a:extLst>
                <a:ext uri="{FF2B5EF4-FFF2-40B4-BE49-F238E27FC236}">
                  <a16:creationId xmlns:a16="http://schemas.microsoft.com/office/drawing/2014/main" id="{067D0E3B-12F6-1B05-0003-D6819EDC3769}"/>
                </a:ext>
              </a:extLst>
            </p:cNvPr>
            <p:cNvSpPr>
              <a:spLocks/>
            </p:cNvSpPr>
            <p:nvPr/>
          </p:nvSpPr>
          <p:spPr bwMode="auto">
            <a:xfrm rot="5094805">
              <a:off x="2204521" y="1947382"/>
              <a:ext cx="15995" cy="34275"/>
            </a:xfrm>
            <a:custGeom>
              <a:avLst/>
              <a:gdLst>
                <a:gd name="T0" fmla="*/ 6 w 6"/>
                <a:gd name="T1" fmla="*/ 9 h 14"/>
                <a:gd name="T2" fmla="*/ 3 w 6"/>
                <a:gd name="T3" fmla="*/ 13 h 14"/>
                <a:gd name="T4" fmla="*/ 0 w 6"/>
                <a:gd name="T5" fmla="*/ 6 h 14"/>
                <a:gd name="T6" fmla="*/ 2 w 6"/>
                <a:gd name="T7" fmla="*/ 0 h 14"/>
                <a:gd name="T8" fmla="*/ 6 w 6"/>
                <a:gd name="T9" fmla="*/ 9 h 14"/>
              </a:gdLst>
              <a:ahLst/>
              <a:cxnLst>
                <a:cxn ang="0">
                  <a:pos x="T0" y="T1"/>
                </a:cxn>
                <a:cxn ang="0">
                  <a:pos x="T2" y="T3"/>
                </a:cxn>
                <a:cxn ang="0">
                  <a:pos x="T4" y="T5"/>
                </a:cxn>
                <a:cxn ang="0">
                  <a:pos x="T6" y="T7"/>
                </a:cxn>
                <a:cxn ang="0">
                  <a:pos x="T8" y="T9"/>
                </a:cxn>
              </a:cxnLst>
              <a:rect l="0" t="0" r="r" b="b"/>
              <a:pathLst>
                <a:path w="6" h="14">
                  <a:moveTo>
                    <a:pt x="6" y="9"/>
                  </a:moveTo>
                  <a:cubicBezTo>
                    <a:pt x="5" y="11"/>
                    <a:pt x="4" y="14"/>
                    <a:pt x="3" y="13"/>
                  </a:cubicBezTo>
                  <a:cubicBezTo>
                    <a:pt x="1" y="12"/>
                    <a:pt x="0" y="8"/>
                    <a:pt x="0" y="6"/>
                  </a:cubicBezTo>
                  <a:cubicBezTo>
                    <a:pt x="0" y="3"/>
                    <a:pt x="1" y="0"/>
                    <a:pt x="2" y="0"/>
                  </a:cubicBezTo>
                  <a:cubicBezTo>
                    <a:pt x="3" y="0"/>
                    <a:pt x="5" y="5"/>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5" name="Freeform 3021">
              <a:extLst>
                <a:ext uri="{FF2B5EF4-FFF2-40B4-BE49-F238E27FC236}">
                  <a16:creationId xmlns:a16="http://schemas.microsoft.com/office/drawing/2014/main" id="{4284CCB0-FB35-5BFE-E05E-03CCFCF68303}"/>
                </a:ext>
              </a:extLst>
            </p:cNvPr>
            <p:cNvSpPr>
              <a:spLocks/>
            </p:cNvSpPr>
            <p:nvPr/>
          </p:nvSpPr>
          <p:spPr bwMode="auto">
            <a:xfrm rot="5094805">
              <a:off x="2250287" y="2139344"/>
              <a:ext cx="18280" cy="34275"/>
            </a:xfrm>
            <a:custGeom>
              <a:avLst/>
              <a:gdLst>
                <a:gd name="T0" fmla="*/ 8 w 8"/>
                <a:gd name="T1" fmla="*/ 8 h 14"/>
                <a:gd name="T2" fmla="*/ 4 w 8"/>
                <a:gd name="T3" fmla="*/ 14 h 14"/>
                <a:gd name="T4" fmla="*/ 0 w 8"/>
                <a:gd name="T5" fmla="*/ 8 h 14"/>
                <a:gd name="T6" fmla="*/ 2 w 8"/>
                <a:gd name="T7" fmla="*/ 0 h 14"/>
                <a:gd name="T8" fmla="*/ 8 w 8"/>
                <a:gd name="T9" fmla="*/ 8 h 14"/>
              </a:gdLst>
              <a:ahLst/>
              <a:cxnLst>
                <a:cxn ang="0">
                  <a:pos x="T0" y="T1"/>
                </a:cxn>
                <a:cxn ang="0">
                  <a:pos x="T2" y="T3"/>
                </a:cxn>
                <a:cxn ang="0">
                  <a:pos x="T4" y="T5"/>
                </a:cxn>
                <a:cxn ang="0">
                  <a:pos x="T6" y="T7"/>
                </a:cxn>
                <a:cxn ang="0">
                  <a:pos x="T8" y="T9"/>
                </a:cxn>
              </a:cxnLst>
              <a:rect l="0" t="0" r="r" b="b"/>
              <a:pathLst>
                <a:path w="8" h="14">
                  <a:moveTo>
                    <a:pt x="8" y="8"/>
                  </a:moveTo>
                  <a:cubicBezTo>
                    <a:pt x="6" y="11"/>
                    <a:pt x="5" y="14"/>
                    <a:pt x="4" y="14"/>
                  </a:cubicBezTo>
                  <a:cubicBezTo>
                    <a:pt x="3" y="14"/>
                    <a:pt x="1" y="10"/>
                    <a:pt x="0" y="8"/>
                  </a:cubicBezTo>
                  <a:cubicBezTo>
                    <a:pt x="0" y="6"/>
                    <a:pt x="1" y="1"/>
                    <a:pt x="2" y="0"/>
                  </a:cubicBezTo>
                  <a:cubicBezTo>
                    <a:pt x="3" y="0"/>
                    <a:pt x="4" y="3"/>
                    <a:pt x="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6" name="Freeform 3022">
              <a:extLst>
                <a:ext uri="{FF2B5EF4-FFF2-40B4-BE49-F238E27FC236}">
                  <a16:creationId xmlns:a16="http://schemas.microsoft.com/office/drawing/2014/main" id="{682EC767-5055-0C86-C3FA-464A933A191D}"/>
                </a:ext>
              </a:extLst>
            </p:cNvPr>
            <p:cNvSpPr>
              <a:spLocks/>
            </p:cNvSpPr>
            <p:nvPr/>
          </p:nvSpPr>
          <p:spPr bwMode="auto">
            <a:xfrm rot="5094805">
              <a:off x="2312631" y="2319831"/>
              <a:ext cx="13710" cy="43415"/>
            </a:xfrm>
            <a:custGeom>
              <a:avLst/>
              <a:gdLst>
                <a:gd name="T0" fmla="*/ 1 w 6"/>
                <a:gd name="T1" fmla="*/ 0 h 18"/>
                <a:gd name="T2" fmla="*/ 5 w 6"/>
                <a:gd name="T3" fmla="*/ 8 h 18"/>
                <a:gd name="T4" fmla="*/ 4 w 6"/>
                <a:gd name="T5" fmla="*/ 18 h 18"/>
                <a:gd name="T6" fmla="*/ 0 w 6"/>
                <a:gd name="T7" fmla="*/ 12 h 18"/>
                <a:gd name="T8" fmla="*/ 1 w 6"/>
                <a:gd name="T9" fmla="*/ 0 h 18"/>
              </a:gdLst>
              <a:ahLst/>
              <a:cxnLst>
                <a:cxn ang="0">
                  <a:pos x="T0" y="T1"/>
                </a:cxn>
                <a:cxn ang="0">
                  <a:pos x="T2" y="T3"/>
                </a:cxn>
                <a:cxn ang="0">
                  <a:pos x="T4" y="T5"/>
                </a:cxn>
                <a:cxn ang="0">
                  <a:pos x="T6" y="T7"/>
                </a:cxn>
                <a:cxn ang="0">
                  <a:pos x="T8" y="T9"/>
                </a:cxn>
              </a:cxnLst>
              <a:rect l="0" t="0" r="r" b="b"/>
              <a:pathLst>
                <a:path w="6" h="18">
                  <a:moveTo>
                    <a:pt x="1" y="0"/>
                  </a:moveTo>
                  <a:cubicBezTo>
                    <a:pt x="3" y="4"/>
                    <a:pt x="5" y="6"/>
                    <a:pt x="5" y="8"/>
                  </a:cubicBezTo>
                  <a:cubicBezTo>
                    <a:pt x="6" y="11"/>
                    <a:pt x="5" y="15"/>
                    <a:pt x="4" y="18"/>
                  </a:cubicBezTo>
                  <a:cubicBezTo>
                    <a:pt x="3" y="16"/>
                    <a:pt x="1" y="15"/>
                    <a:pt x="0" y="12"/>
                  </a:cubicBezTo>
                  <a:cubicBezTo>
                    <a:pt x="0" y="10"/>
                    <a:pt x="1" y="6"/>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7" name="Freeform 3023">
              <a:extLst>
                <a:ext uri="{FF2B5EF4-FFF2-40B4-BE49-F238E27FC236}">
                  <a16:creationId xmlns:a16="http://schemas.microsoft.com/office/drawing/2014/main" id="{CCD03C03-270E-FA0F-2A1F-878797254D74}"/>
                </a:ext>
              </a:extLst>
            </p:cNvPr>
            <p:cNvSpPr>
              <a:spLocks/>
            </p:cNvSpPr>
            <p:nvPr/>
          </p:nvSpPr>
          <p:spPr bwMode="auto">
            <a:xfrm rot="5094805">
              <a:off x="2339148" y="2516837"/>
              <a:ext cx="18280" cy="38845"/>
            </a:xfrm>
            <a:custGeom>
              <a:avLst/>
              <a:gdLst>
                <a:gd name="T0" fmla="*/ 7 w 7"/>
                <a:gd name="T1" fmla="*/ 10 h 15"/>
                <a:gd name="T2" fmla="*/ 3 w 7"/>
                <a:gd name="T3" fmla="*/ 14 h 15"/>
                <a:gd name="T4" fmla="*/ 0 w 7"/>
                <a:gd name="T5" fmla="*/ 6 h 15"/>
                <a:gd name="T6" fmla="*/ 3 w 7"/>
                <a:gd name="T7" fmla="*/ 0 h 15"/>
                <a:gd name="T8" fmla="*/ 7 w 7"/>
                <a:gd name="T9" fmla="*/ 10 h 15"/>
              </a:gdLst>
              <a:ahLst/>
              <a:cxnLst>
                <a:cxn ang="0">
                  <a:pos x="T0" y="T1"/>
                </a:cxn>
                <a:cxn ang="0">
                  <a:pos x="T2" y="T3"/>
                </a:cxn>
                <a:cxn ang="0">
                  <a:pos x="T4" y="T5"/>
                </a:cxn>
                <a:cxn ang="0">
                  <a:pos x="T6" y="T7"/>
                </a:cxn>
                <a:cxn ang="0">
                  <a:pos x="T8" y="T9"/>
                </a:cxn>
              </a:cxnLst>
              <a:rect l="0" t="0" r="r" b="b"/>
              <a:pathLst>
                <a:path w="7" h="15">
                  <a:moveTo>
                    <a:pt x="7" y="10"/>
                  </a:moveTo>
                  <a:cubicBezTo>
                    <a:pt x="5" y="12"/>
                    <a:pt x="4" y="15"/>
                    <a:pt x="3" y="14"/>
                  </a:cubicBezTo>
                  <a:cubicBezTo>
                    <a:pt x="2" y="14"/>
                    <a:pt x="0" y="8"/>
                    <a:pt x="0" y="6"/>
                  </a:cubicBezTo>
                  <a:cubicBezTo>
                    <a:pt x="0" y="3"/>
                    <a:pt x="2" y="0"/>
                    <a:pt x="3" y="0"/>
                  </a:cubicBezTo>
                  <a:cubicBezTo>
                    <a:pt x="4" y="0"/>
                    <a:pt x="5" y="5"/>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8" name="Freeform 3024">
              <a:extLst>
                <a:ext uri="{FF2B5EF4-FFF2-40B4-BE49-F238E27FC236}">
                  <a16:creationId xmlns:a16="http://schemas.microsoft.com/office/drawing/2014/main" id="{6A4BC5CF-66F0-2136-D104-3A77D99413B9}"/>
                </a:ext>
              </a:extLst>
            </p:cNvPr>
            <p:cNvSpPr>
              <a:spLocks/>
            </p:cNvSpPr>
            <p:nvPr/>
          </p:nvSpPr>
          <p:spPr bwMode="auto">
            <a:xfrm rot="5094805">
              <a:off x="2338565" y="2716468"/>
              <a:ext cx="18280" cy="38845"/>
            </a:xfrm>
            <a:custGeom>
              <a:avLst/>
              <a:gdLst>
                <a:gd name="T0" fmla="*/ 8 w 8"/>
                <a:gd name="T1" fmla="*/ 10 h 16"/>
                <a:gd name="T2" fmla="*/ 4 w 8"/>
                <a:gd name="T3" fmla="*/ 15 h 16"/>
                <a:gd name="T4" fmla="*/ 0 w 8"/>
                <a:gd name="T5" fmla="*/ 8 h 16"/>
                <a:gd name="T6" fmla="*/ 2 w 8"/>
                <a:gd name="T7" fmla="*/ 1 h 16"/>
                <a:gd name="T8" fmla="*/ 8 w 8"/>
                <a:gd name="T9" fmla="*/ 10 h 16"/>
              </a:gdLst>
              <a:ahLst/>
              <a:cxnLst>
                <a:cxn ang="0">
                  <a:pos x="T0" y="T1"/>
                </a:cxn>
                <a:cxn ang="0">
                  <a:pos x="T2" y="T3"/>
                </a:cxn>
                <a:cxn ang="0">
                  <a:pos x="T4" y="T5"/>
                </a:cxn>
                <a:cxn ang="0">
                  <a:pos x="T6" y="T7"/>
                </a:cxn>
                <a:cxn ang="0">
                  <a:pos x="T8" y="T9"/>
                </a:cxn>
              </a:cxnLst>
              <a:rect l="0" t="0" r="r" b="b"/>
              <a:pathLst>
                <a:path w="8" h="16">
                  <a:moveTo>
                    <a:pt x="8" y="10"/>
                  </a:moveTo>
                  <a:cubicBezTo>
                    <a:pt x="6" y="13"/>
                    <a:pt x="5" y="16"/>
                    <a:pt x="4" y="15"/>
                  </a:cubicBezTo>
                  <a:cubicBezTo>
                    <a:pt x="2" y="15"/>
                    <a:pt x="1" y="11"/>
                    <a:pt x="0" y="8"/>
                  </a:cubicBezTo>
                  <a:cubicBezTo>
                    <a:pt x="0" y="6"/>
                    <a:pt x="1" y="1"/>
                    <a:pt x="2" y="1"/>
                  </a:cubicBezTo>
                  <a:cubicBezTo>
                    <a:pt x="3" y="0"/>
                    <a:pt x="4" y="4"/>
                    <a:pt x="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9" name="Freeform 3025">
              <a:extLst>
                <a:ext uri="{FF2B5EF4-FFF2-40B4-BE49-F238E27FC236}">
                  <a16:creationId xmlns:a16="http://schemas.microsoft.com/office/drawing/2014/main" id="{C13C6F4D-8C88-CC5B-ACF0-BF6AC18DC7DE}"/>
                </a:ext>
              </a:extLst>
            </p:cNvPr>
            <p:cNvSpPr>
              <a:spLocks/>
            </p:cNvSpPr>
            <p:nvPr/>
          </p:nvSpPr>
          <p:spPr bwMode="auto">
            <a:xfrm rot="5094805">
              <a:off x="2317296" y="2915646"/>
              <a:ext cx="18280" cy="38845"/>
            </a:xfrm>
            <a:custGeom>
              <a:avLst/>
              <a:gdLst>
                <a:gd name="T0" fmla="*/ 7 w 7"/>
                <a:gd name="T1" fmla="*/ 11 h 16"/>
                <a:gd name="T2" fmla="*/ 3 w 7"/>
                <a:gd name="T3" fmla="*/ 15 h 16"/>
                <a:gd name="T4" fmla="*/ 0 w 7"/>
                <a:gd name="T5" fmla="*/ 6 h 16"/>
                <a:gd name="T6" fmla="*/ 3 w 7"/>
                <a:gd name="T7" fmla="*/ 1 h 16"/>
                <a:gd name="T8" fmla="*/ 7 w 7"/>
                <a:gd name="T9" fmla="*/ 11 h 16"/>
              </a:gdLst>
              <a:ahLst/>
              <a:cxnLst>
                <a:cxn ang="0">
                  <a:pos x="T0" y="T1"/>
                </a:cxn>
                <a:cxn ang="0">
                  <a:pos x="T2" y="T3"/>
                </a:cxn>
                <a:cxn ang="0">
                  <a:pos x="T4" y="T5"/>
                </a:cxn>
                <a:cxn ang="0">
                  <a:pos x="T6" y="T7"/>
                </a:cxn>
                <a:cxn ang="0">
                  <a:pos x="T8" y="T9"/>
                </a:cxn>
              </a:cxnLst>
              <a:rect l="0" t="0" r="r" b="b"/>
              <a:pathLst>
                <a:path w="7" h="16">
                  <a:moveTo>
                    <a:pt x="7" y="11"/>
                  </a:moveTo>
                  <a:cubicBezTo>
                    <a:pt x="5" y="13"/>
                    <a:pt x="4" y="16"/>
                    <a:pt x="3" y="15"/>
                  </a:cubicBezTo>
                  <a:cubicBezTo>
                    <a:pt x="2" y="14"/>
                    <a:pt x="0" y="8"/>
                    <a:pt x="0" y="6"/>
                  </a:cubicBezTo>
                  <a:cubicBezTo>
                    <a:pt x="0" y="3"/>
                    <a:pt x="2" y="0"/>
                    <a:pt x="3" y="1"/>
                  </a:cubicBezTo>
                  <a:cubicBezTo>
                    <a:pt x="4" y="1"/>
                    <a:pt x="5" y="6"/>
                    <a:pt x="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0" name="Freeform 3026">
              <a:extLst>
                <a:ext uri="{FF2B5EF4-FFF2-40B4-BE49-F238E27FC236}">
                  <a16:creationId xmlns:a16="http://schemas.microsoft.com/office/drawing/2014/main" id="{492B866D-43D9-31E8-345B-35200416A0EB}"/>
                </a:ext>
              </a:extLst>
            </p:cNvPr>
            <p:cNvSpPr>
              <a:spLocks/>
            </p:cNvSpPr>
            <p:nvPr/>
          </p:nvSpPr>
          <p:spPr bwMode="auto">
            <a:xfrm rot="5094805">
              <a:off x="2287029" y="3118016"/>
              <a:ext cx="15995" cy="36560"/>
            </a:xfrm>
            <a:custGeom>
              <a:avLst/>
              <a:gdLst>
                <a:gd name="T0" fmla="*/ 0 w 7"/>
                <a:gd name="T1" fmla="*/ 5 h 15"/>
                <a:gd name="T2" fmla="*/ 4 w 7"/>
                <a:gd name="T3" fmla="*/ 0 h 15"/>
                <a:gd name="T4" fmla="*/ 7 w 7"/>
                <a:gd name="T5" fmla="*/ 10 h 15"/>
                <a:gd name="T6" fmla="*/ 4 w 7"/>
                <a:gd name="T7" fmla="*/ 14 h 15"/>
                <a:gd name="T8" fmla="*/ 0 w 7"/>
                <a:gd name="T9" fmla="*/ 5 h 15"/>
              </a:gdLst>
              <a:ahLst/>
              <a:cxnLst>
                <a:cxn ang="0">
                  <a:pos x="T0" y="T1"/>
                </a:cxn>
                <a:cxn ang="0">
                  <a:pos x="T2" y="T3"/>
                </a:cxn>
                <a:cxn ang="0">
                  <a:pos x="T4" y="T5"/>
                </a:cxn>
                <a:cxn ang="0">
                  <a:pos x="T6" y="T7"/>
                </a:cxn>
                <a:cxn ang="0">
                  <a:pos x="T8" y="T9"/>
                </a:cxn>
              </a:cxnLst>
              <a:rect l="0" t="0" r="r" b="b"/>
              <a:pathLst>
                <a:path w="7" h="15">
                  <a:moveTo>
                    <a:pt x="0" y="5"/>
                  </a:moveTo>
                  <a:cubicBezTo>
                    <a:pt x="2" y="3"/>
                    <a:pt x="3" y="0"/>
                    <a:pt x="4" y="0"/>
                  </a:cubicBezTo>
                  <a:cubicBezTo>
                    <a:pt x="5" y="1"/>
                    <a:pt x="7" y="7"/>
                    <a:pt x="7" y="10"/>
                  </a:cubicBezTo>
                  <a:cubicBezTo>
                    <a:pt x="7" y="12"/>
                    <a:pt x="5" y="15"/>
                    <a:pt x="4" y="14"/>
                  </a:cubicBezTo>
                  <a:cubicBezTo>
                    <a:pt x="3" y="13"/>
                    <a:pt x="2" y="9"/>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1" name="Freeform 3027">
              <a:extLst>
                <a:ext uri="{FF2B5EF4-FFF2-40B4-BE49-F238E27FC236}">
                  <a16:creationId xmlns:a16="http://schemas.microsoft.com/office/drawing/2014/main" id="{D7DC9B96-9795-1230-92F5-B9803235D3F7}"/>
                </a:ext>
              </a:extLst>
            </p:cNvPr>
            <p:cNvSpPr>
              <a:spLocks/>
            </p:cNvSpPr>
            <p:nvPr/>
          </p:nvSpPr>
          <p:spPr bwMode="auto">
            <a:xfrm rot="5094805">
              <a:off x="2260669" y="3325469"/>
              <a:ext cx="20565" cy="34275"/>
            </a:xfrm>
            <a:custGeom>
              <a:avLst/>
              <a:gdLst>
                <a:gd name="T0" fmla="*/ 8 w 8"/>
                <a:gd name="T1" fmla="*/ 7 h 14"/>
                <a:gd name="T2" fmla="*/ 3 w 8"/>
                <a:gd name="T3" fmla="*/ 14 h 14"/>
                <a:gd name="T4" fmla="*/ 0 w 8"/>
                <a:gd name="T5" fmla="*/ 6 h 14"/>
                <a:gd name="T6" fmla="*/ 3 w 8"/>
                <a:gd name="T7" fmla="*/ 0 h 14"/>
                <a:gd name="T8" fmla="*/ 8 w 8"/>
                <a:gd name="T9" fmla="*/ 7 h 14"/>
              </a:gdLst>
              <a:ahLst/>
              <a:cxnLst>
                <a:cxn ang="0">
                  <a:pos x="T0" y="T1"/>
                </a:cxn>
                <a:cxn ang="0">
                  <a:pos x="T2" y="T3"/>
                </a:cxn>
                <a:cxn ang="0">
                  <a:pos x="T4" y="T5"/>
                </a:cxn>
                <a:cxn ang="0">
                  <a:pos x="T6" y="T7"/>
                </a:cxn>
                <a:cxn ang="0">
                  <a:pos x="T8" y="T9"/>
                </a:cxn>
              </a:cxnLst>
              <a:rect l="0" t="0" r="r" b="b"/>
              <a:pathLst>
                <a:path w="8" h="14">
                  <a:moveTo>
                    <a:pt x="8" y="7"/>
                  </a:moveTo>
                  <a:cubicBezTo>
                    <a:pt x="5" y="11"/>
                    <a:pt x="4" y="14"/>
                    <a:pt x="3" y="14"/>
                  </a:cubicBezTo>
                  <a:cubicBezTo>
                    <a:pt x="2" y="13"/>
                    <a:pt x="1" y="9"/>
                    <a:pt x="0" y="6"/>
                  </a:cubicBezTo>
                  <a:cubicBezTo>
                    <a:pt x="1" y="4"/>
                    <a:pt x="2" y="0"/>
                    <a:pt x="3" y="0"/>
                  </a:cubicBezTo>
                  <a:cubicBezTo>
                    <a:pt x="4" y="0"/>
                    <a:pt x="6" y="4"/>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2" name="Freeform 3028">
              <a:extLst>
                <a:ext uri="{FF2B5EF4-FFF2-40B4-BE49-F238E27FC236}">
                  <a16:creationId xmlns:a16="http://schemas.microsoft.com/office/drawing/2014/main" id="{3C8B8DBD-CD25-7756-AB73-4A45AB5A373A}"/>
                </a:ext>
              </a:extLst>
            </p:cNvPr>
            <p:cNvSpPr>
              <a:spLocks/>
            </p:cNvSpPr>
            <p:nvPr/>
          </p:nvSpPr>
          <p:spPr bwMode="auto">
            <a:xfrm rot="5094805">
              <a:off x="2255341" y="3523431"/>
              <a:ext cx="15995" cy="34275"/>
            </a:xfrm>
            <a:custGeom>
              <a:avLst/>
              <a:gdLst>
                <a:gd name="T0" fmla="*/ 7 w 7"/>
                <a:gd name="T1" fmla="*/ 6 h 14"/>
                <a:gd name="T2" fmla="*/ 5 w 7"/>
                <a:gd name="T3" fmla="*/ 14 h 14"/>
                <a:gd name="T4" fmla="*/ 1 w 7"/>
                <a:gd name="T5" fmla="*/ 9 h 14"/>
                <a:gd name="T6" fmla="*/ 2 w 7"/>
                <a:gd name="T7" fmla="*/ 1 h 14"/>
                <a:gd name="T8" fmla="*/ 7 w 7"/>
                <a:gd name="T9" fmla="*/ 6 h 14"/>
              </a:gdLst>
              <a:ahLst/>
              <a:cxnLst>
                <a:cxn ang="0">
                  <a:pos x="T0" y="T1"/>
                </a:cxn>
                <a:cxn ang="0">
                  <a:pos x="T2" y="T3"/>
                </a:cxn>
                <a:cxn ang="0">
                  <a:pos x="T4" y="T5"/>
                </a:cxn>
                <a:cxn ang="0">
                  <a:pos x="T6" y="T7"/>
                </a:cxn>
                <a:cxn ang="0">
                  <a:pos x="T8" y="T9"/>
                </a:cxn>
              </a:cxnLst>
              <a:rect l="0" t="0" r="r" b="b"/>
              <a:pathLst>
                <a:path w="7" h="14">
                  <a:moveTo>
                    <a:pt x="7" y="6"/>
                  </a:moveTo>
                  <a:cubicBezTo>
                    <a:pt x="6" y="9"/>
                    <a:pt x="6" y="14"/>
                    <a:pt x="5" y="14"/>
                  </a:cubicBezTo>
                  <a:cubicBezTo>
                    <a:pt x="4" y="14"/>
                    <a:pt x="1" y="11"/>
                    <a:pt x="1" y="9"/>
                  </a:cubicBezTo>
                  <a:cubicBezTo>
                    <a:pt x="0" y="7"/>
                    <a:pt x="1" y="2"/>
                    <a:pt x="2" y="1"/>
                  </a:cubicBezTo>
                  <a:cubicBezTo>
                    <a:pt x="3" y="0"/>
                    <a:pt x="5" y="4"/>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3" name="Freeform 3029">
              <a:extLst>
                <a:ext uri="{FF2B5EF4-FFF2-40B4-BE49-F238E27FC236}">
                  <a16:creationId xmlns:a16="http://schemas.microsoft.com/office/drawing/2014/main" id="{FCA0E184-8197-B687-0A0A-EA3DD4B92C91}"/>
                </a:ext>
              </a:extLst>
            </p:cNvPr>
            <p:cNvSpPr>
              <a:spLocks/>
            </p:cNvSpPr>
            <p:nvPr/>
          </p:nvSpPr>
          <p:spPr bwMode="auto">
            <a:xfrm rot="5094805">
              <a:off x="2274192" y="3724459"/>
              <a:ext cx="22850" cy="29705"/>
            </a:xfrm>
            <a:custGeom>
              <a:avLst/>
              <a:gdLst>
                <a:gd name="T0" fmla="*/ 9 w 9"/>
                <a:gd name="T1" fmla="*/ 7 h 12"/>
                <a:gd name="T2" fmla="*/ 4 w 9"/>
                <a:gd name="T3" fmla="*/ 12 h 12"/>
                <a:gd name="T4" fmla="*/ 0 w 9"/>
                <a:gd name="T5" fmla="*/ 7 h 12"/>
                <a:gd name="T6" fmla="*/ 2 w 9"/>
                <a:gd name="T7" fmla="*/ 0 h 12"/>
                <a:gd name="T8" fmla="*/ 9 w 9"/>
                <a:gd name="T9" fmla="*/ 7 h 12"/>
              </a:gdLst>
              <a:ahLst/>
              <a:cxnLst>
                <a:cxn ang="0">
                  <a:pos x="T0" y="T1"/>
                </a:cxn>
                <a:cxn ang="0">
                  <a:pos x="T2" y="T3"/>
                </a:cxn>
                <a:cxn ang="0">
                  <a:pos x="T4" y="T5"/>
                </a:cxn>
                <a:cxn ang="0">
                  <a:pos x="T6" y="T7"/>
                </a:cxn>
                <a:cxn ang="0">
                  <a:pos x="T8" y="T9"/>
                </a:cxn>
              </a:cxnLst>
              <a:rect l="0" t="0" r="r" b="b"/>
              <a:pathLst>
                <a:path w="9" h="12">
                  <a:moveTo>
                    <a:pt x="9" y="7"/>
                  </a:moveTo>
                  <a:cubicBezTo>
                    <a:pt x="6" y="10"/>
                    <a:pt x="5" y="12"/>
                    <a:pt x="4" y="12"/>
                  </a:cubicBezTo>
                  <a:cubicBezTo>
                    <a:pt x="3" y="12"/>
                    <a:pt x="1" y="9"/>
                    <a:pt x="0" y="7"/>
                  </a:cubicBezTo>
                  <a:cubicBezTo>
                    <a:pt x="1" y="5"/>
                    <a:pt x="1" y="1"/>
                    <a:pt x="2" y="0"/>
                  </a:cubicBezTo>
                  <a:cubicBezTo>
                    <a:pt x="3" y="0"/>
                    <a:pt x="5" y="3"/>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4" name="Freeform 3030">
              <a:extLst>
                <a:ext uri="{FF2B5EF4-FFF2-40B4-BE49-F238E27FC236}">
                  <a16:creationId xmlns:a16="http://schemas.microsoft.com/office/drawing/2014/main" id="{A009A81F-9B98-057E-9D0D-E12659978BBA}"/>
                </a:ext>
              </a:extLst>
            </p:cNvPr>
            <p:cNvSpPr>
              <a:spLocks/>
            </p:cNvSpPr>
            <p:nvPr/>
          </p:nvSpPr>
          <p:spPr bwMode="auto">
            <a:xfrm rot="5094805">
              <a:off x="2333227" y="3911059"/>
              <a:ext cx="15995" cy="29705"/>
            </a:xfrm>
            <a:custGeom>
              <a:avLst/>
              <a:gdLst>
                <a:gd name="T0" fmla="*/ 6 w 6"/>
                <a:gd name="T1" fmla="*/ 4 h 12"/>
                <a:gd name="T2" fmla="*/ 4 w 6"/>
                <a:gd name="T3" fmla="*/ 12 h 12"/>
                <a:gd name="T4" fmla="*/ 0 w 6"/>
                <a:gd name="T5" fmla="*/ 8 h 12"/>
                <a:gd name="T6" fmla="*/ 2 w 6"/>
                <a:gd name="T7" fmla="*/ 1 h 12"/>
                <a:gd name="T8" fmla="*/ 6 w 6"/>
                <a:gd name="T9" fmla="*/ 4 h 12"/>
              </a:gdLst>
              <a:ahLst/>
              <a:cxnLst>
                <a:cxn ang="0">
                  <a:pos x="T0" y="T1"/>
                </a:cxn>
                <a:cxn ang="0">
                  <a:pos x="T2" y="T3"/>
                </a:cxn>
                <a:cxn ang="0">
                  <a:pos x="T4" y="T5"/>
                </a:cxn>
                <a:cxn ang="0">
                  <a:pos x="T6" y="T7"/>
                </a:cxn>
                <a:cxn ang="0">
                  <a:pos x="T8" y="T9"/>
                </a:cxn>
              </a:cxnLst>
              <a:rect l="0" t="0" r="r" b="b"/>
              <a:pathLst>
                <a:path w="6" h="12">
                  <a:moveTo>
                    <a:pt x="6" y="4"/>
                  </a:moveTo>
                  <a:cubicBezTo>
                    <a:pt x="5" y="8"/>
                    <a:pt x="5" y="12"/>
                    <a:pt x="4" y="12"/>
                  </a:cubicBezTo>
                  <a:cubicBezTo>
                    <a:pt x="3" y="12"/>
                    <a:pt x="1" y="10"/>
                    <a:pt x="0" y="8"/>
                  </a:cubicBezTo>
                  <a:cubicBezTo>
                    <a:pt x="0" y="7"/>
                    <a:pt x="1" y="2"/>
                    <a:pt x="2" y="1"/>
                  </a:cubicBezTo>
                  <a:cubicBezTo>
                    <a:pt x="3" y="0"/>
                    <a:pt x="4"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5" name="Freeform 3031">
              <a:extLst>
                <a:ext uri="{FF2B5EF4-FFF2-40B4-BE49-F238E27FC236}">
                  <a16:creationId xmlns:a16="http://schemas.microsoft.com/office/drawing/2014/main" id="{AA32A4DB-40C8-F227-D11E-2AAC3EB9A0FF}"/>
                </a:ext>
              </a:extLst>
            </p:cNvPr>
            <p:cNvSpPr>
              <a:spLocks/>
            </p:cNvSpPr>
            <p:nvPr/>
          </p:nvSpPr>
          <p:spPr bwMode="auto">
            <a:xfrm rot="5094805">
              <a:off x="2136682" y="1179266"/>
              <a:ext cx="13710" cy="20565"/>
            </a:xfrm>
            <a:custGeom>
              <a:avLst/>
              <a:gdLst>
                <a:gd name="T0" fmla="*/ 3 w 6"/>
                <a:gd name="T1" fmla="*/ 0 h 8"/>
                <a:gd name="T2" fmla="*/ 6 w 6"/>
                <a:gd name="T3" fmla="*/ 5 h 8"/>
                <a:gd name="T4" fmla="*/ 4 w 6"/>
                <a:gd name="T5" fmla="*/ 8 h 8"/>
                <a:gd name="T6" fmla="*/ 1 w 6"/>
                <a:gd name="T7" fmla="*/ 5 h 8"/>
                <a:gd name="T8" fmla="*/ 3 w 6"/>
                <a:gd name="T9" fmla="*/ 0 h 8"/>
              </a:gdLst>
              <a:ahLst/>
              <a:cxnLst>
                <a:cxn ang="0">
                  <a:pos x="T0" y="T1"/>
                </a:cxn>
                <a:cxn ang="0">
                  <a:pos x="T2" y="T3"/>
                </a:cxn>
                <a:cxn ang="0">
                  <a:pos x="T4" y="T5"/>
                </a:cxn>
                <a:cxn ang="0">
                  <a:pos x="T6" y="T7"/>
                </a:cxn>
                <a:cxn ang="0">
                  <a:pos x="T8" y="T9"/>
                </a:cxn>
              </a:cxnLst>
              <a:rect l="0" t="0" r="r" b="b"/>
              <a:pathLst>
                <a:path w="6" h="8">
                  <a:moveTo>
                    <a:pt x="3" y="0"/>
                  </a:moveTo>
                  <a:cubicBezTo>
                    <a:pt x="4" y="2"/>
                    <a:pt x="6" y="4"/>
                    <a:pt x="6" y="5"/>
                  </a:cubicBezTo>
                  <a:cubicBezTo>
                    <a:pt x="6" y="6"/>
                    <a:pt x="5" y="8"/>
                    <a:pt x="4" y="8"/>
                  </a:cubicBezTo>
                  <a:cubicBezTo>
                    <a:pt x="3" y="8"/>
                    <a:pt x="1" y="6"/>
                    <a:pt x="1" y="5"/>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6" name="Freeform 3032">
              <a:extLst>
                <a:ext uri="{FF2B5EF4-FFF2-40B4-BE49-F238E27FC236}">
                  <a16:creationId xmlns:a16="http://schemas.microsoft.com/office/drawing/2014/main" id="{0C30DD60-712F-36DE-E87D-AD121EA7C31A}"/>
                </a:ext>
              </a:extLst>
            </p:cNvPr>
            <p:cNvSpPr>
              <a:spLocks/>
            </p:cNvSpPr>
            <p:nvPr/>
          </p:nvSpPr>
          <p:spPr bwMode="auto">
            <a:xfrm rot="5094805">
              <a:off x="2131044" y="989356"/>
              <a:ext cx="13710" cy="15995"/>
            </a:xfrm>
            <a:custGeom>
              <a:avLst/>
              <a:gdLst>
                <a:gd name="T0" fmla="*/ 3 w 6"/>
                <a:gd name="T1" fmla="*/ 6 h 6"/>
                <a:gd name="T2" fmla="*/ 0 w 6"/>
                <a:gd name="T3" fmla="*/ 2 h 6"/>
                <a:gd name="T4" fmla="*/ 3 w 6"/>
                <a:gd name="T5" fmla="*/ 0 h 6"/>
                <a:gd name="T6" fmla="*/ 5 w 6"/>
                <a:gd name="T7" fmla="*/ 3 h 6"/>
                <a:gd name="T8" fmla="*/ 3 w 6"/>
                <a:gd name="T9" fmla="*/ 6 h 6"/>
              </a:gdLst>
              <a:ahLst/>
              <a:cxnLst>
                <a:cxn ang="0">
                  <a:pos x="T0" y="T1"/>
                </a:cxn>
                <a:cxn ang="0">
                  <a:pos x="T2" y="T3"/>
                </a:cxn>
                <a:cxn ang="0">
                  <a:pos x="T4" y="T5"/>
                </a:cxn>
                <a:cxn ang="0">
                  <a:pos x="T6" y="T7"/>
                </a:cxn>
                <a:cxn ang="0">
                  <a:pos x="T8" y="T9"/>
                </a:cxn>
              </a:cxnLst>
              <a:rect l="0" t="0" r="r" b="b"/>
              <a:pathLst>
                <a:path w="6" h="6">
                  <a:moveTo>
                    <a:pt x="3" y="6"/>
                  </a:moveTo>
                  <a:cubicBezTo>
                    <a:pt x="2" y="4"/>
                    <a:pt x="0" y="3"/>
                    <a:pt x="0" y="2"/>
                  </a:cubicBezTo>
                  <a:cubicBezTo>
                    <a:pt x="0" y="1"/>
                    <a:pt x="2" y="0"/>
                    <a:pt x="3" y="0"/>
                  </a:cubicBezTo>
                  <a:cubicBezTo>
                    <a:pt x="4" y="1"/>
                    <a:pt x="5" y="2"/>
                    <a:pt x="5" y="3"/>
                  </a:cubicBezTo>
                  <a:cubicBezTo>
                    <a:pt x="6" y="4"/>
                    <a:pt x="4" y="5"/>
                    <a:pt x="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7" name="Freeform 3033">
              <a:extLst>
                <a:ext uri="{FF2B5EF4-FFF2-40B4-BE49-F238E27FC236}">
                  <a16:creationId xmlns:a16="http://schemas.microsoft.com/office/drawing/2014/main" id="{4CF298F1-F25E-B3A7-BEA8-6947DC46C9EF}"/>
                </a:ext>
              </a:extLst>
            </p:cNvPr>
            <p:cNvSpPr>
              <a:spLocks/>
            </p:cNvSpPr>
            <p:nvPr/>
          </p:nvSpPr>
          <p:spPr bwMode="auto">
            <a:xfrm rot="5094805">
              <a:off x="2124251" y="800285"/>
              <a:ext cx="22850" cy="9140"/>
            </a:xfrm>
            <a:custGeom>
              <a:avLst/>
              <a:gdLst>
                <a:gd name="T0" fmla="*/ 9 w 9"/>
                <a:gd name="T1" fmla="*/ 2 h 4"/>
                <a:gd name="T2" fmla="*/ 4 w 9"/>
                <a:gd name="T3" fmla="*/ 3 h 4"/>
                <a:gd name="T4" fmla="*/ 0 w 9"/>
                <a:gd name="T5" fmla="*/ 2 h 4"/>
                <a:gd name="T6" fmla="*/ 3 w 9"/>
                <a:gd name="T7" fmla="*/ 0 h 4"/>
                <a:gd name="T8" fmla="*/ 9 w 9"/>
                <a:gd name="T9" fmla="*/ 2 h 4"/>
              </a:gdLst>
              <a:ahLst/>
              <a:cxnLst>
                <a:cxn ang="0">
                  <a:pos x="T0" y="T1"/>
                </a:cxn>
                <a:cxn ang="0">
                  <a:pos x="T2" y="T3"/>
                </a:cxn>
                <a:cxn ang="0">
                  <a:pos x="T4" y="T5"/>
                </a:cxn>
                <a:cxn ang="0">
                  <a:pos x="T6" y="T7"/>
                </a:cxn>
                <a:cxn ang="0">
                  <a:pos x="T8" y="T9"/>
                </a:cxn>
              </a:cxnLst>
              <a:rect l="0" t="0" r="r" b="b"/>
              <a:pathLst>
                <a:path w="9" h="4">
                  <a:moveTo>
                    <a:pt x="9" y="2"/>
                  </a:moveTo>
                  <a:cubicBezTo>
                    <a:pt x="6" y="3"/>
                    <a:pt x="5" y="4"/>
                    <a:pt x="4" y="3"/>
                  </a:cubicBezTo>
                  <a:cubicBezTo>
                    <a:pt x="3" y="3"/>
                    <a:pt x="1" y="2"/>
                    <a:pt x="0" y="2"/>
                  </a:cubicBezTo>
                  <a:cubicBezTo>
                    <a:pt x="1" y="1"/>
                    <a:pt x="1" y="0"/>
                    <a:pt x="3" y="0"/>
                  </a:cubicBezTo>
                  <a:cubicBezTo>
                    <a:pt x="3" y="0"/>
                    <a:pt x="5" y="1"/>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8" name="Freeform 3034">
              <a:extLst>
                <a:ext uri="{FF2B5EF4-FFF2-40B4-BE49-F238E27FC236}">
                  <a16:creationId xmlns:a16="http://schemas.microsoft.com/office/drawing/2014/main" id="{9DEF395E-EFAB-B6EA-7732-8E5FC24ED346}"/>
                </a:ext>
              </a:extLst>
            </p:cNvPr>
            <p:cNvSpPr>
              <a:spLocks/>
            </p:cNvSpPr>
            <p:nvPr/>
          </p:nvSpPr>
          <p:spPr bwMode="auto">
            <a:xfrm rot="5094805">
              <a:off x="2121543" y="602602"/>
              <a:ext cx="11425" cy="9140"/>
            </a:xfrm>
            <a:custGeom>
              <a:avLst/>
              <a:gdLst>
                <a:gd name="T0" fmla="*/ 1 w 5"/>
                <a:gd name="T1" fmla="*/ 0 h 3"/>
                <a:gd name="T2" fmla="*/ 5 w 5"/>
                <a:gd name="T3" fmla="*/ 1 h 3"/>
                <a:gd name="T4" fmla="*/ 3 w 5"/>
                <a:gd name="T5" fmla="*/ 3 h 3"/>
                <a:gd name="T6" fmla="*/ 0 w 5"/>
                <a:gd name="T7" fmla="*/ 2 h 3"/>
                <a:gd name="T8" fmla="*/ 1 w 5"/>
                <a:gd name="T9" fmla="*/ 0 h 3"/>
              </a:gdLst>
              <a:ahLst/>
              <a:cxnLst>
                <a:cxn ang="0">
                  <a:pos x="T0" y="T1"/>
                </a:cxn>
                <a:cxn ang="0">
                  <a:pos x="T2" y="T3"/>
                </a:cxn>
                <a:cxn ang="0">
                  <a:pos x="T4" y="T5"/>
                </a:cxn>
                <a:cxn ang="0">
                  <a:pos x="T6" y="T7"/>
                </a:cxn>
                <a:cxn ang="0">
                  <a:pos x="T8" y="T9"/>
                </a:cxn>
              </a:cxnLst>
              <a:rect l="0" t="0" r="r" b="b"/>
              <a:pathLst>
                <a:path w="5" h="3">
                  <a:moveTo>
                    <a:pt x="1" y="0"/>
                  </a:moveTo>
                  <a:cubicBezTo>
                    <a:pt x="3" y="1"/>
                    <a:pt x="5" y="1"/>
                    <a:pt x="5" y="1"/>
                  </a:cubicBezTo>
                  <a:cubicBezTo>
                    <a:pt x="5" y="2"/>
                    <a:pt x="4" y="2"/>
                    <a:pt x="3" y="3"/>
                  </a:cubicBezTo>
                  <a:cubicBezTo>
                    <a:pt x="2" y="2"/>
                    <a:pt x="0" y="2"/>
                    <a:pt x="0" y="2"/>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9" name="Freeform 3035">
              <a:extLst>
                <a:ext uri="{FF2B5EF4-FFF2-40B4-BE49-F238E27FC236}">
                  <a16:creationId xmlns:a16="http://schemas.microsoft.com/office/drawing/2014/main" id="{3AA37B31-B5FE-A982-5646-A1E7A8844A2C}"/>
                </a:ext>
              </a:extLst>
            </p:cNvPr>
            <p:cNvSpPr>
              <a:spLocks/>
            </p:cNvSpPr>
            <p:nvPr/>
          </p:nvSpPr>
          <p:spPr bwMode="auto">
            <a:xfrm rot="5094805">
              <a:off x="2097592" y="414216"/>
              <a:ext cx="13710" cy="2285"/>
            </a:xfrm>
            <a:custGeom>
              <a:avLst/>
              <a:gdLst>
                <a:gd name="T0" fmla="*/ 3 w 6"/>
                <a:gd name="T1" fmla="*/ 0 h 1"/>
                <a:gd name="T2" fmla="*/ 6 w 6"/>
                <a:gd name="T3" fmla="*/ 0 h 1"/>
                <a:gd name="T4" fmla="*/ 4 w 6"/>
                <a:gd name="T5" fmla="*/ 1 h 1"/>
                <a:gd name="T6" fmla="*/ 0 w 6"/>
                <a:gd name="T7" fmla="*/ 1 h 1"/>
                <a:gd name="T8" fmla="*/ 3 w 6"/>
                <a:gd name="T9" fmla="*/ 0 h 1"/>
              </a:gdLst>
              <a:ahLst/>
              <a:cxnLst>
                <a:cxn ang="0">
                  <a:pos x="T0" y="T1"/>
                </a:cxn>
                <a:cxn ang="0">
                  <a:pos x="T2" y="T3"/>
                </a:cxn>
                <a:cxn ang="0">
                  <a:pos x="T4" y="T5"/>
                </a:cxn>
                <a:cxn ang="0">
                  <a:pos x="T6" y="T7"/>
                </a:cxn>
                <a:cxn ang="0">
                  <a:pos x="T8" y="T9"/>
                </a:cxn>
              </a:cxnLst>
              <a:rect l="0" t="0" r="r" b="b"/>
              <a:pathLst>
                <a:path w="6" h="1">
                  <a:moveTo>
                    <a:pt x="3" y="0"/>
                  </a:moveTo>
                  <a:cubicBezTo>
                    <a:pt x="4" y="0"/>
                    <a:pt x="6" y="0"/>
                    <a:pt x="6" y="0"/>
                  </a:cubicBezTo>
                  <a:cubicBezTo>
                    <a:pt x="6" y="1"/>
                    <a:pt x="4" y="1"/>
                    <a:pt x="4" y="1"/>
                  </a:cubicBezTo>
                  <a:cubicBezTo>
                    <a:pt x="2" y="1"/>
                    <a:pt x="1" y="1"/>
                    <a:pt x="0" y="1"/>
                  </a:cubicBezTo>
                  <a:cubicBezTo>
                    <a:pt x="0" y="1"/>
                    <a:pt x="2"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0" name="Freeform 3036">
              <a:extLst>
                <a:ext uri="{FF2B5EF4-FFF2-40B4-BE49-F238E27FC236}">
                  <a16:creationId xmlns:a16="http://schemas.microsoft.com/office/drawing/2014/main" id="{3E850E89-8764-8AC0-0C00-DD8A90895736}"/>
                </a:ext>
              </a:extLst>
            </p:cNvPr>
            <p:cNvSpPr>
              <a:spLocks/>
            </p:cNvSpPr>
            <p:nvPr/>
          </p:nvSpPr>
          <p:spPr bwMode="auto">
            <a:xfrm rot="5094805">
              <a:off x="2052309" y="226295"/>
              <a:ext cx="22850" cy="4570"/>
            </a:xfrm>
            <a:custGeom>
              <a:avLst/>
              <a:gdLst>
                <a:gd name="T0" fmla="*/ 9 w 9"/>
                <a:gd name="T1" fmla="*/ 0 h 1"/>
                <a:gd name="T2" fmla="*/ 4 w 9"/>
                <a:gd name="T3" fmla="*/ 1 h 1"/>
                <a:gd name="T4" fmla="*/ 0 w 9"/>
                <a:gd name="T5" fmla="*/ 1 h 1"/>
                <a:gd name="T6" fmla="*/ 3 w 9"/>
                <a:gd name="T7" fmla="*/ 1 h 1"/>
                <a:gd name="T8" fmla="*/ 9 w 9"/>
                <a:gd name="T9" fmla="*/ 0 h 1"/>
              </a:gdLst>
              <a:ahLst/>
              <a:cxnLst>
                <a:cxn ang="0">
                  <a:pos x="T0" y="T1"/>
                </a:cxn>
                <a:cxn ang="0">
                  <a:pos x="T2" y="T3"/>
                </a:cxn>
                <a:cxn ang="0">
                  <a:pos x="T4" y="T5"/>
                </a:cxn>
                <a:cxn ang="0">
                  <a:pos x="T6" y="T7"/>
                </a:cxn>
                <a:cxn ang="0">
                  <a:pos x="T8" y="T9"/>
                </a:cxn>
              </a:cxnLst>
              <a:rect l="0" t="0" r="r" b="b"/>
              <a:pathLst>
                <a:path w="9" h="1">
                  <a:moveTo>
                    <a:pt x="9" y="0"/>
                  </a:moveTo>
                  <a:cubicBezTo>
                    <a:pt x="6" y="0"/>
                    <a:pt x="5" y="1"/>
                    <a:pt x="4" y="1"/>
                  </a:cubicBezTo>
                  <a:cubicBezTo>
                    <a:pt x="3" y="1"/>
                    <a:pt x="2" y="1"/>
                    <a:pt x="0" y="1"/>
                  </a:cubicBezTo>
                  <a:cubicBezTo>
                    <a:pt x="1" y="1"/>
                    <a:pt x="2" y="1"/>
                    <a:pt x="3" y="1"/>
                  </a:cubicBezTo>
                  <a:cubicBezTo>
                    <a:pt x="4" y="0"/>
                    <a:pt x="5"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1" name="Freeform 3037">
              <a:extLst>
                <a:ext uri="{FF2B5EF4-FFF2-40B4-BE49-F238E27FC236}">
                  <a16:creationId xmlns:a16="http://schemas.microsoft.com/office/drawing/2014/main" id="{DFDD1D49-69DA-58DC-DC90-6DAEF4AD06BE}"/>
                </a:ext>
              </a:extLst>
            </p:cNvPr>
            <p:cNvSpPr>
              <a:spLocks/>
            </p:cNvSpPr>
            <p:nvPr/>
          </p:nvSpPr>
          <p:spPr bwMode="auto">
            <a:xfrm rot="5094805">
              <a:off x="1986271" y="38634"/>
              <a:ext cx="15995" cy="4570"/>
            </a:xfrm>
            <a:custGeom>
              <a:avLst/>
              <a:gdLst>
                <a:gd name="T0" fmla="*/ 6 w 6"/>
                <a:gd name="T1" fmla="*/ 0 h 2"/>
                <a:gd name="T2" fmla="*/ 4 w 6"/>
                <a:gd name="T3" fmla="*/ 1 h 2"/>
                <a:gd name="T4" fmla="*/ 0 w 6"/>
                <a:gd name="T5" fmla="*/ 2 h 2"/>
                <a:gd name="T6" fmla="*/ 2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5" y="1"/>
                    <a:pt x="5" y="1"/>
                    <a:pt x="4" y="1"/>
                  </a:cubicBezTo>
                  <a:cubicBezTo>
                    <a:pt x="3" y="2"/>
                    <a:pt x="1" y="2"/>
                    <a:pt x="0" y="2"/>
                  </a:cubicBezTo>
                  <a:cubicBezTo>
                    <a:pt x="0" y="2"/>
                    <a:pt x="1" y="2"/>
                    <a:pt x="2" y="1"/>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2" name="Freeform 3058">
              <a:extLst>
                <a:ext uri="{FF2B5EF4-FFF2-40B4-BE49-F238E27FC236}">
                  <a16:creationId xmlns:a16="http://schemas.microsoft.com/office/drawing/2014/main" id="{F42E6C27-7A0D-7085-CD91-3A0A98978AA8}"/>
                </a:ext>
              </a:extLst>
            </p:cNvPr>
            <p:cNvSpPr>
              <a:spLocks/>
            </p:cNvSpPr>
            <p:nvPr/>
          </p:nvSpPr>
          <p:spPr bwMode="auto">
            <a:xfrm rot="5094805">
              <a:off x="3225512" y="6754169"/>
              <a:ext cx="15995" cy="11425"/>
            </a:xfrm>
            <a:custGeom>
              <a:avLst/>
              <a:gdLst>
                <a:gd name="T0" fmla="*/ 7 w 7"/>
                <a:gd name="T1" fmla="*/ 0 h 4"/>
                <a:gd name="T2" fmla="*/ 4 w 7"/>
                <a:gd name="T3" fmla="*/ 3 h 4"/>
                <a:gd name="T4" fmla="*/ 1 w 7"/>
                <a:gd name="T5" fmla="*/ 3 h 4"/>
                <a:gd name="T6" fmla="*/ 2 w 7"/>
                <a:gd name="T7" fmla="*/ 0 h 4"/>
                <a:gd name="T8" fmla="*/ 7 w 7"/>
                <a:gd name="T9" fmla="*/ 0 h 4"/>
              </a:gdLst>
              <a:ahLst/>
              <a:cxnLst>
                <a:cxn ang="0">
                  <a:pos x="T0" y="T1"/>
                </a:cxn>
                <a:cxn ang="0">
                  <a:pos x="T2" y="T3"/>
                </a:cxn>
                <a:cxn ang="0">
                  <a:pos x="T4" y="T5"/>
                </a:cxn>
                <a:cxn ang="0">
                  <a:pos x="T6" y="T7"/>
                </a:cxn>
                <a:cxn ang="0">
                  <a:pos x="T8" y="T9"/>
                </a:cxn>
              </a:cxnLst>
              <a:rect l="0" t="0" r="r" b="b"/>
              <a:pathLst>
                <a:path w="7" h="4">
                  <a:moveTo>
                    <a:pt x="7" y="0"/>
                  </a:moveTo>
                  <a:cubicBezTo>
                    <a:pt x="6" y="1"/>
                    <a:pt x="5" y="3"/>
                    <a:pt x="4" y="3"/>
                  </a:cubicBezTo>
                  <a:cubicBezTo>
                    <a:pt x="3" y="4"/>
                    <a:pt x="1" y="4"/>
                    <a:pt x="1" y="3"/>
                  </a:cubicBezTo>
                  <a:cubicBezTo>
                    <a:pt x="0" y="3"/>
                    <a:pt x="1" y="1"/>
                    <a:pt x="2" y="0"/>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3" name="Freeform 3059">
              <a:extLst>
                <a:ext uri="{FF2B5EF4-FFF2-40B4-BE49-F238E27FC236}">
                  <a16:creationId xmlns:a16="http://schemas.microsoft.com/office/drawing/2014/main" id="{BEB4DAD0-E666-9314-577C-0BE5771DF73A}"/>
                </a:ext>
              </a:extLst>
            </p:cNvPr>
            <p:cNvSpPr>
              <a:spLocks/>
            </p:cNvSpPr>
            <p:nvPr/>
          </p:nvSpPr>
          <p:spPr bwMode="auto">
            <a:xfrm rot="5094805">
              <a:off x="2398146" y="4100369"/>
              <a:ext cx="13710" cy="27420"/>
            </a:xfrm>
            <a:custGeom>
              <a:avLst/>
              <a:gdLst>
                <a:gd name="T0" fmla="*/ 0 w 6"/>
                <a:gd name="T1" fmla="*/ 5 h 11"/>
                <a:gd name="T2" fmla="*/ 3 w 6"/>
                <a:gd name="T3" fmla="*/ 0 h 11"/>
                <a:gd name="T4" fmla="*/ 6 w 6"/>
                <a:gd name="T5" fmla="*/ 6 h 11"/>
                <a:gd name="T6" fmla="*/ 3 w 6"/>
                <a:gd name="T7" fmla="*/ 11 h 11"/>
                <a:gd name="T8" fmla="*/ 0 w 6"/>
                <a:gd name="T9" fmla="*/ 5 h 11"/>
              </a:gdLst>
              <a:ahLst/>
              <a:cxnLst>
                <a:cxn ang="0">
                  <a:pos x="T0" y="T1"/>
                </a:cxn>
                <a:cxn ang="0">
                  <a:pos x="T2" y="T3"/>
                </a:cxn>
                <a:cxn ang="0">
                  <a:pos x="T4" y="T5"/>
                </a:cxn>
                <a:cxn ang="0">
                  <a:pos x="T6" y="T7"/>
                </a:cxn>
                <a:cxn ang="0">
                  <a:pos x="T8" y="T9"/>
                </a:cxn>
              </a:cxnLst>
              <a:rect l="0" t="0" r="r" b="b"/>
              <a:pathLst>
                <a:path w="6" h="11">
                  <a:moveTo>
                    <a:pt x="0" y="5"/>
                  </a:moveTo>
                  <a:cubicBezTo>
                    <a:pt x="1" y="3"/>
                    <a:pt x="2" y="0"/>
                    <a:pt x="3" y="0"/>
                  </a:cubicBezTo>
                  <a:cubicBezTo>
                    <a:pt x="4" y="1"/>
                    <a:pt x="6" y="4"/>
                    <a:pt x="6" y="6"/>
                  </a:cubicBezTo>
                  <a:cubicBezTo>
                    <a:pt x="6" y="8"/>
                    <a:pt x="4" y="11"/>
                    <a:pt x="3" y="11"/>
                  </a:cubicBezTo>
                  <a:cubicBezTo>
                    <a:pt x="2" y="11"/>
                    <a:pt x="1"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4" name="Freeform 3060">
              <a:extLst>
                <a:ext uri="{FF2B5EF4-FFF2-40B4-BE49-F238E27FC236}">
                  <a16:creationId xmlns:a16="http://schemas.microsoft.com/office/drawing/2014/main" id="{7036F2B6-C244-0AF3-58D4-371DA4FA5C1A}"/>
                </a:ext>
              </a:extLst>
            </p:cNvPr>
            <p:cNvSpPr>
              <a:spLocks/>
            </p:cNvSpPr>
            <p:nvPr/>
          </p:nvSpPr>
          <p:spPr bwMode="auto">
            <a:xfrm rot="5094805">
              <a:off x="2465437" y="4291655"/>
              <a:ext cx="13710" cy="22850"/>
            </a:xfrm>
            <a:custGeom>
              <a:avLst/>
              <a:gdLst>
                <a:gd name="T0" fmla="*/ 6 w 6"/>
                <a:gd name="T1" fmla="*/ 3 h 10"/>
                <a:gd name="T2" fmla="*/ 4 w 6"/>
                <a:gd name="T3" fmla="*/ 9 h 10"/>
                <a:gd name="T4" fmla="*/ 0 w 6"/>
                <a:gd name="T5" fmla="*/ 7 h 10"/>
                <a:gd name="T6" fmla="*/ 2 w 6"/>
                <a:gd name="T7" fmla="*/ 1 h 10"/>
                <a:gd name="T8" fmla="*/ 6 w 6"/>
                <a:gd name="T9" fmla="*/ 3 h 10"/>
              </a:gdLst>
              <a:ahLst/>
              <a:cxnLst>
                <a:cxn ang="0">
                  <a:pos x="T0" y="T1"/>
                </a:cxn>
                <a:cxn ang="0">
                  <a:pos x="T2" y="T3"/>
                </a:cxn>
                <a:cxn ang="0">
                  <a:pos x="T4" y="T5"/>
                </a:cxn>
                <a:cxn ang="0">
                  <a:pos x="T6" y="T7"/>
                </a:cxn>
                <a:cxn ang="0">
                  <a:pos x="T8" y="T9"/>
                </a:cxn>
              </a:cxnLst>
              <a:rect l="0" t="0" r="r" b="b"/>
              <a:pathLst>
                <a:path w="6" h="10">
                  <a:moveTo>
                    <a:pt x="6" y="3"/>
                  </a:moveTo>
                  <a:cubicBezTo>
                    <a:pt x="5" y="6"/>
                    <a:pt x="5" y="9"/>
                    <a:pt x="4" y="9"/>
                  </a:cubicBezTo>
                  <a:cubicBezTo>
                    <a:pt x="3" y="10"/>
                    <a:pt x="1" y="8"/>
                    <a:pt x="0" y="7"/>
                  </a:cubicBezTo>
                  <a:cubicBezTo>
                    <a:pt x="0" y="5"/>
                    <a:pt x="1" y="2"/>
                    <a:pt x="2" y="1"/>
                  </a:cubicBezTo>
                  <a:cubicBezTo>
                    <a:pt x="3" y="0"/>
                    <a:pt x="4" y="2"/>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5" name="Freeform 3061">
              <a:extLst>
                <a:ext uri="{FF2B5EF4-FFF2-40B4-BE49-F238E27FC236}">
                  <a16:creationId xmlns:a16="http://schemas.microsoft.com/office/drawing/2014/main" id="{3412C071-CCAB-123B-DA40-6F967B8E5712}"/>
                </a:ext>
              </a:extLst>
            </p:cNvPr>
            <p:cNvSpPr>
              <a:spLocks/>
            </p:cNvSpPr>
            <p:nvPr/>
          </p:nvSpPr>
          <p:spPr bwMode="auto">
            <a:xfrm rot="5094805">
              <a:off x="2529500" y="4483973"/>
              <a:ext cx="22850" cy="20565"/>
            </a:xfrm>
            <a:custGeom>
              <a:avLst/>
              <a:gdLst>
                <a:gd name="T0" fmla="*/ 9 w 9"/>
                <a:gd name="T1" fmla="*/ 3 h 8"/>
                <a:gd name="T2" fmla="*/ 4 w 9"/>
                <a:gd name="T3" fmla="*/ 8 h 8"/>
                <a:gd name="T4" fmla="*/ 0 w 9"/>
                <a:gd name="T5" fmla="*/ 5 h 8"/>
                <a:gd name="T6" fmla="*/ 2 w 9"/>
                <a:gd name="T7" fmla="*/ 0 h 8"/>
                <a:gd name="T8" fmla="*/ 9 w 9"/>
                <a:gd name="T9" fmla="*/ 3 h 8"/>
              </a:gdLst>
              <a:ahLst/>
              <a:cxnLst>
                <a:cxn ang="0">
                  <a:pos x="T0" y="T1"/>
                </a:cxn>
                <a:cxn ang="0">
                  <a:pos x="T2" y="T3"/>
                </a:cxn>
                <a:cxn ang="0">
                  <a:pos x="T4" y="T5"/>
                </a:cxn>
                <a:cxn ang="0">
                  <a:pos x="T6" y="T7"/>
                </a:cxn>
                <a:cxn ang="0">
                  <a:pos x="T8" y="T9"/>
                </a:cxn>
              </a:cxnLst>
              <a:rect l="0" t="0" r="r" b="b"/>
              <a:pathLst>
                <a:path w="9" h="8">
                  <a:moveTo>
                    <a:pt x="9" y="3"/>
                  </a:moveTo>
                  <a:cubicBezTo>
                    <a:pt x="6" y="6"/>
                    <a:pt x="5" y="8"/>
                    <a:pt x="4" y="8"/>
                  </a:cubicBezTo>
                  <a:cubicBezTo>
                    <a:pt x="3" y="8"/>
                    <a:pt x="1" y="6"/>
                    <a:pt x="0" y="5"/>
                  </a:cubicBezTo>
                  <a:cubicBezTo>
                    <a:pt x="1" y="3"/>
                    <a:pt x="1" y="1"/>
                    <a:pt x="2" y="0"/>
                  </a:cubicBezTo>
                  <a:cubicBezTo>
                    <a:pt x="3" y="0"/>
                    <a:pt x="5" y="1"/>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6" name="Freeform 3062">
              <a:extLst>
                <a:ext uri="{FF2B5EF4-FFF2-40B4-BE49-F238E27FC236}">
                  <a16:creationId xmlns:a16="http://schemas.microsoft.com/office/drawing/2014/main" id="{41C00AA6-FABF-BB96-6B6C-49507B729B45}"/>
                </a:ext>
              </a:extLst>
            </p:cNvPr>
            <p:cNvSpPr>
              <a:spLocks/>
            </p:cNvSpPr>
            <p:nvPr/>
          </p:nvSpPr>
          <p:spPr bwMode="auto">
            <a:xfrm rot="5094805">
              <a:off x="2604370" y="4669261"/>
              <a:ext cx="13710" cy="18280"/>
            </a:xfrm>
            <a:custGeom>
              <a:avLst/>
              <a:gdLst>
                <a:gd name="T0" fmla="*/ 0 w 6"/>
                <a:gd name="T1" fmla="*/ 4 h 7"/>
                <a:gd name="T2" fmla="*/ 4 w 6"/>
                <a:gd name="T3" fmla="*/ 0 h 7"/>
                <a:gd name="T4" fmla="*/ 6 w 6"/>
                <a:gd name="T5" fmla="*/ 4 h 7"/>
                <a:gd name="T6" fmla="*/ 3 w 6"/>
                <a:gd name="T7" fmla="*/ 7 h 7"/>
                <a:gd name="T8" fmla="*/ 0 w 6"/>
                <a:gd name="T9" fmla="*/ 4 h 7"/>
              </a:gdLst>
              <a:ahLst/>
              <a:cxnLst>
                <a:cxn ang="0">
                  <a:pos x="T0" y="T1"/>
                </a:cxn>
                <a:cxn ang="0">
                  <a:pos x="T2" y="T3"/>
                </a:cxn>
                <a:cxn ang="0">
                  <a:pos x="T4" y="T5"/>
                </a:cxn>
                <a:cxn ang="0">
                  <a:pos x="T6" y="T7"/>
                </a:cxn>
                <a:cxn ang="0">
                  <a:pos x="T8" y="T9"/>
                </a:cxn>
              </a:cxnLst>
              <a:rect l="0" t="0" r="r" b="b"/>
              <a:pathLst>
                <a:path w="6" h="7">
                  <a:moveTo>
                    <a:pt x="0" y="4"/>
                  </a:moveTo>
                  <a:cubicBezTo>
                    <a:pt x="1" y="2"/>
                    <a:pt x="3" y="0"/>
                    <a:pt x="4" y="0"/>
                  </a:cubicBezTo>
                  <a:cubicBezTo>
                    <a:pt x="5" y="0"/>
                    <a:pt x="6" y="3"/>
                    <a:pt x="6" y="4"/>
                  </a:cubicBezTo>
                  <a:cubicBezTo>
                    <a:pt x="6" y="5"/>
                    <a:pt x="4" y="7"/>
                    <a:pt x="3" y="7"/>
                  </a:cubicBezTo>
                  <a:cubicBezTo>
                    <a:pt x="2" y="7"/>
                    <a:pt x="1"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7" name="Freeform 3063">
              <a:extLst>
                <a:ext uri="{FF2B5EF4-FFF2-40B4-BE49-F238E27FC236}">
                  <a16:creationId xmlns:a16="http://schemas.microsoft.com/office/drawing/2014/main" id="{2DF5165A-CCE8-45F7-4BDA-FB5105E89410}"/>
                </a:ext>
              </a:extLst>
            </p:cNvPr>
            <p:cNvSpPr>
              <a:spLocks/>
            </p:cNvSpPr>
            <p:nvPr/>
          </p:nvSpPr>
          <p:spPr bwMode="auto">
            <a:xfrm rot="5094805">
              <a:off x="2671565" y="4858368"/>
              <a:ext cx="11425" cy="15995"/>
            </a:xfrm>
            <a:custGeom>
              <a:avLst/>
              <a:gdLst>
                <a:gd name="T0" fmla="*/ 2 w 5"/>
                <a:gd name="T1" fmla="*/ 0 h 7"/>
                <a:gd name="T2" fmla="*/ 5 w 5"/>
                <a:gd name="T3" fmla="*/ 3 h 7"/>
                <a:gd name="T4" fmla="*/ 4 w 5"/>
                <a:gd name="T5" fmla="*/ 7 h 7"/>
                <a:gd name="T6" fmla="*/ 0 w 5"/>
                <a:gd name="T7" fmla="*/ 5 h 7"/>
                <a:gd name="T8" fmla="*/ 2 w 5"/>
                <a:gd name="T9" fmla="*/ 0 h 7"/>
              </a:gdLst>
              <a:ahLst/>
              <a:cxnLst>
                <a:cxn ang="0">
                  <a:pos x="T0" y="T1"/>
                </a:cxn>
                <a:cxn ang="0">
                  <a:pos x="T2" y="T3"/>
                </a:cxn>
                <a:cxn ang="0">
                  <a:pos x="T4" y="T5"/>
                </a:cxn>
                <a:cxn ang="0">
                  <a:pos x="T6" y="T7"/>
                </a:cxn>
                <a:cxn ang="0">
                  <a:pos x="T8" y="T9"/>
                </a:cxn>
              </a:cxnLst>
              <a:rect l="0" t="0" r="r" b="b"/>
              <a:pathLst>
                <a:path w="5" h="7">
                  <a:moveTo>
                    <a:pt x="2" y="0"/>
                  </a:moveTo>
                  <a:cubicBezTo>
                    <a:pt x="3" y="1"/>
                    <a:pt x="5" y="2"/>
                    <a:pt x="5" y="3"/>
                  </a:cubicBezTo>
                  <a:cubicBezTo>
                    <a:pt x="5" y="4"/>
                    <a:pt x="4" y="5"/>
                    <a:pt x="4" y="7"/>
                  </a:cubicBezTo>
                  <a:cubicBezTo>
                    <a:pt x="2" y="6"/>
                    <a:pt x="1" y="6"/>
                    <a:pt x="0" y="5"/>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8" name="Freeform 3064">
              <a:extLst>
                <a:ext uri="{FF2B5EF4-FFF2-40B4-BE49-F238E27FC236}">
                  <a16:creationId xmlns:a16="http://schemas.microsoft.com/office/drawing/2014/main" id="{4C95BA60-1FD3-6CA0-63EC-ABCAD865949A}"/>
                </a:ext>
              </a:extLst>
            </p:cNvPr>
            <p:cNvSpPr>
              <a:spLocks/>
            </p:cNvSpPr>
            <p:nvPr/>
          </p:nvSpPr>
          <p:spPr bwMode="auto">
            <a:xfrm rot="5094805">
              <a:off x="2729637" y="5047880"/>
              <a:ext cx="18280" cy="13710"/>
            </a:xfrm>
            <a:custGeom>
              <a:avLst/>
              <a:gdLst>
                <a:gd name="T0" fmla="*/ 0 w 7"/>
                <a:gd name="T1" fmla="*/ 3 h 5"/>
                <a:gd name="T2" fmla="*/ 4 w 7"/>
                <a:gd name="T3" fmla="*/ 0 h 5"/>
                <a:gd name="T4" fmla="*/ 7 w 7"/>
                <a:gd name="T5" fmla="*/ 2 h 5"/>
                <a:gd name="T6" fmla="*/ 4 w 7"/>
                <a:gd name="T7" fmla="*/ 5 h 5"/>
                <a:gd name="T8" fmla="*/ 0 w 7"/>
                <a:gd name="T9" fmla="*/ 3 h 5"/>
              </a:gdLst>
              <a:ahLst/>
              <a:cxnLst>
                <a:cxn ang="0">
                  <a:pos x="T0" y="T1"/>
                </a:cxn>
                <a:cxn ang="0">
                  <a:pos x="T2" y="T3"/>
                </a:cxn>
                <a:cxn ang="0">
                  <a:pos x="T4" y="T5"/>
                </a:cxn>
                <a:cxn ang="0">
                  <a:pos x="T6" y="T7"/>
                </a:cxn>
                <a:cxn ang="0">
                  <a:pos x="T8" y="T9"/>
                </a:cxn>
              </a:cxnLst>
              <a:rect l="0" t="0" r="r" b="b"/>
              <a:pathLst>
                <a:path w="7" h="5">
                  <a:moveTo>
                    <a:pt x="0" y="3"/>
                  </a:moveTo>
                  <a:cubicBezTo>
                    <a:pt x="2" y="2"/>
                    <a:pt x="3" y="0"/>
                    <a:pt x="4" y="0"/>
                  </a:cubicBezTo>
                  <a:cubicBezTo>
                    <a:pt x="5" y="0"/>
                    <a:pt x="7" y="2"/>
                    <a:pt x="7" y="2"/>
                  </a:cubicBezTo>
                  <a:cubicBezTo>
                    <a:pt x="7" y="3"/>
                    <a:pt x="5" y="5"/>
                    <a:pt x="4" y="5"/>
                  </a:cubicBezTo>
                  <a:cubicBezTo>
                    <a:pt x="3" y="5"/>
                    <a:pt x="2" y="4"/>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9" name="Freeform 3065">
              <a:extLst>
                <a:ext uri="{FF2B5EF4-FFF2-40B4-BE49-F238E27FC236}">
                  <a16:creationId xmlns:a16="http://schemas.microsoft.com/office/drawing/2014/main" id="{8F42F780-891A-554B-1B29-4AE21F68D766}"/>
                </a:ext>
              </a:extLst>
            </p:cNvPr>
            <p:cNvSpPr>
              <a:spLocks/>
            </p:cNvSpPr>
            <p:nvPr/>
          </p:nvSpPr>
          <p:spPr bwMode="auto">
            <a:xfrm rot="5094805">
              <a:off x="2788230" y="5244529"/>
              <a:ext cx="18280" cy="9140"/>
            </a:xfrm>
            <a:custGeom>
              <a:avLst/>
              <a:gdLst>
                <a:gd name="T0" fmla="*/ 8 w 8"/>
                <a:gd name="T1" fmla="*/ 1 h 4"/>
                <a:gd name="T2" fmla="*/ 3 w 8"/>
                <a:gd name="T3" fmla="*/ 4 h 4"/>
                <a:gd name="T4" fmla="*/ 0 w 8"/>
                <a:gd name="T5" fmla="*/ 3 h 4"/>
                <a:gd name="T6" fmla="*/ 3 w 8"/>
                <a:gd name="T7" fmla="*/ 0 h 4"/>
                <a:gd name="T8" fmla="*/ 8 w 8"/>
                <a:gd name="T9" fmla="*/ 1 h 4"/>
              </a:gdLst>
              <a:ahLst/>
              <a:cxnLst>
                <a:cxn ang="0">
                  <a:pos x="T0" y="T1"/>
                </a:cxn>
                <a:cxn ang="0">
                  <a:pos x="T2" y="T3"/>
                </a:cxn>
                <a:cxn ang="0">
                  <a:pos x="T4" y="T5"/>
                </a:cxn>
                <a:cxn ang="0">
                  <a:pos x="T6" y="T7"/>
                </a:cxn>
                <a:cxn ang="0">
                  <a:pos x="T8" y="T9"/>
                </a:cxn>
              </a:cxnLst>
              <a:rect l="0" t="0" r="r" b="b"/>
              <a:pathLst>
                <a:path w="8" h="4">
                  <a:moveTo>
                    <a:pt x="8" y="1"/>
                  </a:moveTo>
                  <a:cubicBezTo>
                    <a:pt x="5" y="3"/>
                    <a:pt x="4" y="4"/>
                    <a:pt x="3" y="4"/>
                  </a:cubicBezTo>
                  <a:cubicBezTo>
                    <a:pt x="2" y="4"/>
                    <a:pt x="1" y="3"/>
                    <a:pt x="0" y="3"/>
                  </a:cubicBezTo>
                  <a:cubicBezTo>
                    <a:pt x="1" y="2"/>
                    <a:pt x="1" y="1"/>
                    <a:pt x="3" y="0"/>
                  </a:cubicBezTo>
                  <a:cubicBezTo>
                    <a:pt x="4" y="0"/>
                    <a:pt x="5" y="1"/>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0" name="Freeform 3066">
              <a:extLst>
                <a:ext uri="{FF2B5EF4-FFF2-40B4-BE49-F238E27FC236}">
                  <a16:creationId xmlns:a16="http://schemas.microsoft.com/office/drawing/2014/main" id="{C447E332-92A3-3B50-85F9-84BF8AB9538D}"/>
                </a:ext>
              </a:extLst>
            </p:cNvPr>
            <p:cNvSpPr>
              <a:spLocks/>
            </p:cNvSpPr>
            <p:nvPr/>
          </p:nvSpPr>
          <p:spPr bwMode="auto">
            <a:xfrm rot="5094805">
              <a:off x="2841566" y="5432575"/>
              <a:ext cx="15995" cy="6855"/>
            </a:xfrm>
            <a:custGeom>
              <a:avLst/>
              <a:gdLst>
                <a:gd name="T0" fmla="*/ 7 w 7"/>
                <a:gd name="T1" fmla="*/ 1 h 3"/>
                <a:gd name="T2" fmla="*/ 4 w 7"/>
                <a:gd name="T3" fmla="*/ 3 h 3"/>
                <a:gd name="T4" fmla="*/ 1 w 7"/>
                <a:gd name="T5" fmla="*/ 3 h 3"/>
                <a:gd name="T6" fmla="*/ 2 w 7"/>
                <a:gd name="T7" fmla="*/ 1 h 3"/>
                <a:gd name="T8" fmla="*/ 7 w 7"/>
                <a:gd name="T9" fmla="*/ 1 h 3"/>
              </a:gdLst>
              <a:ahLst/>
              <a:cxnLst>
                <a:cxn ang="0">
                  <a:pos x="T0" y="T1"/>
                </a:cxn>
                <a:cxn ang="0">
                  <a:pos x="T2" y="T3"/>
                </a:cxn>
                <a:cxn ang="0">
                  <a:pos x="T4" y="T5"/>
                </a:cxn>
                <a:cxn ang="0">
                  <a:pos x="T6" y="T7"/>
                </a:cxn>
                <a:cxn ang="0">
                  <a:pos x="T8" y="T9"/>
                </a:cxn>
              </a:cxnLst>
              <a:rect l="0" t="0" r="r" b="b"/>
              <a:pathLst>
                <a:path w="7" h="3">
                  <a:moveTo>
                    <a:pt x="7" y="1"/>
                  </a:moveTo>
                  <a:cubicBezTo>
                    <a:pt x="6" y="2"/>
                    <a:pt x="5" y="3"/>
                    <a:pt x="4" y="3"/>
                  </a:cubicBezTo>
                  <a:cubicBezTo>
                    <a:pt x="3" y="3"/>
                    <a:pt x="1" y="3"/>
                    <a:pt x="1" y="3"/>
                  </a:cubicBezTo>
                  <a:cubicBezTo>
                    <a:pt x="0" y="2"/>
                    <a:pt x="1" y="1"/>
                    <a:pt x="2" y="1"/>
                  </a:cubicBezTo>
                  <a:cubicBezTo>
                    <a:pt x="3" y="0"/>
                    <a:pt x="5" y="1"/>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1" name="Freeform 3067">
              <a:extLst>
                <a:ext uri="{FF2B5EF4-FFF2-40B4-BE49-F238E27FC236}">
                  <a16:creationId xmlns:a16="http://schemas.microsoft.com/office/drawing/2014/main" id="{CD35642A-9436-6E05-2393-5D22A75C1DD3}"/>
                </a:ext>
              </a:extLst>
            </p:cNvPr>
            <p:cNvSpPr>
              <a:spLocks/>
            </p:cNvSpPr>
            <p:nvPr/>
          </p:nvSpPr>
          <p:spPr bwMode="auto">
            <a:xfrm rot="5094805">
              <a:off x="2885154" y="5626919"/>
              <a:ext cx="20565" cy="4570"/>
            </a:xfrm>
            <a:custGeom>
              <a:avLst/>
              <a:gdLst>
                <a:gd name="T0" fmla="*/ 8 w 8"/>
                <a:gd name="T1" fmla="*/ 0 h 2"/>
                <a:gd name="T2" fmla="*/ 3 w 8"/>
                <a:gd name="T3" fmla="*/ 2 h 2"/>
                <a:gd name="T4" fmla="*/ 0 w 8"/>
                <a:gd name="T5" fmla="*/ 1 h 2"/>
                <a:gd name="T6" fmla="*/ 3 w 8"/>
                <a:gd name="T7" fmla="*/ 0 h 2"/>
                <a:gd name="T8" fmla="*/ 8 w 8"/>
                <a:gd name="T9" fmla="*/ 0 h 2"/>
              </a:gdLst>
              <a:ahLst/>
              <a:cxnLst>
                <a:cxn ang="0">
                  <a:pos x="T0" y="T1"/>
                </a:cxn>
                <a:cxn ang="0">
                  <a:pos x="T2" y="T3"/>
                </a:cxn>
                <a:cxn ang="0">
                  <a:pos x="T4" y="T5"/>
                </a:cxn>
                <a:cxn ang="0">
                  <a:pos x="T6" y="T7"/>
                </a:cxn>
                <a:cxn ang="0">
                  <a:pos x="T8" y="T9"/>
                </a:cxn>
              </a:cxnLst>
              <a:rect l="0" t="0" r="r" b="b"/>
              <a:pathLst>
                <a:path w="8" h="2">
                  <a:moveTo>
                    <a:pt x="8" y="0"/>
                  </a:moveTo>
                  <a:cubicBezTo>
                    <a:pt x="5" y="1"/>
                    <a:pt x="4" y="2"/>
                    <a:pt x="3" y="2"/>
                  </a:cubicBezTo>
                  <a:cubicBezTo>
                    <a:pt x="2" y="2"/>
                    <a:pt x="1" y="2"/>
                    <a:pt x="0" y="1"/>
                  </a:cubicBezTo>
                  <a:cubicBezTo>
                    <a:pt x="1" y="1"/>
                    <a:pt x="2" y="0"/>
                    <a:pt x="3" y="0"/>
                  </a:cubicBezTo>
                  <a:cubicBezTo>
                    <a:pt x="4" y="0"/>
                    <a:pt x="5"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2" name="Freeform 3068">
              <a:extLst>
                <a:ext uri="{FF2B5EF4-FFF2-40B4-BE49-F238E27FC236}">
                  <a16:creationId xmlns:a16="http://schemas.microsoft.com/office/drawing/2014/main" id="{C806FDC4-F1D4-AF95-D502-4BF883B4BD3A}"/>
                </a:ext>
              </a:extLst>
            </p:cNvPr>
            <p:cNvSpPr>
              <a:spLocks/>
            </p:cNvSpPr>
            <p:nvPr/>
          </p:nvSpPr>
          <p:spPr bwMode="auto">
            <a:xfrm rot="5094805">
              <a:off x="2929289" y="5813597"/>
              <a:ext cx="15995" cy="4570"/>
            </a:xfrm>
            <a:custGeom>
              <a:avLst/>
              <a:gdLst>
                <a:gd name="T0" fmla="*/ 0 w 6"/>
                <a:gd name="T1" fmla="*/ 2 h 2"/>
                <a:gd name="T2" fmla="*/ 4 w 6"/>
                <a:gd name="T3" fmla="*/ 0 h 2"/>
                <a:gd name="T4" fmla="*/ 6 w 6"/>
                <a:gd name="T5" fmla="*/ 1 h 2"/>
                <a:gd name="T6" fmla="*/ 3 w 6"/>
                <a:gd name="T7" fmla="*/ 2 h 2"/>
                <a:gd name="T8" fmla="*/ 0 w 6"/>
                <a:gd name="T9" fmla="*/ 2 h 2"/>
              </a:gdLst>
              <a:ahLst/>
              <a:cxnLst>
                <a:cxn ang="0">
                  <a:pos x="T0" y="T1"/>
                </a:cxn>
                <a:cxn ang="0">
                  <a:pos x="T2" y="T3"/>
                </a:cxn>
                <a:cxn ang="0">
                  <a:pos x="T4" y="T5"/>
                </a:cxn>
                <a:cxn ang="0">
                  <a:pos x="T6" y="T7"/>
                </a:cxn>
                <a:cxn ang="0">
                  <a:pos x="T8" y="T9"/>
                </a:cxn>
              </a:cxnLst>
              <a:rect l="0" t="0" r="r" b="b"/>
              <a:pathLst>
                <a:path w="6" h="2">
                  <a:moveTo>
                    <a:pt x="0" y="2"/>
                  </a:moveTo>
                  <a:cubicBezTo>
                    <a:pt x="1" y="1"/>
                    <a:pt x="3" y="0"/>
                    <a:pt x="4" y="0"/>
                  </a:cubicBezTo>
                  <a:cubicBezTo>
                    <a:pt x="5" y="0"/>
                    <a:pt x="6" y="1"/>
                    <a:pt x="6" y="1"/>
                  </a:cubicBezTo>
                  <a:cubicBezTo>
                    <a:pt x="6" y="2"/>
                    <a:pt x="4" y="2"/>
                    <a:pt x="3" y="2"/>
                  </a:cubicBezTo>
                  <a:cubicBezTo>
                    <a:pt x="2" y="2"/>
                    <a:pt x="1"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3" name="Freeform 3069">
              <a:extLst>
                <a:ext uri="{FF2B5EF4-FFF2-40B4-BE49-F238E27FC236}">
                  <a16:creationId xmlns:a16="http://schemas.microsoft.com/office/drawing/2014/main" id="{481B0D5F-64B2-D462-D53B-7E0517E69333}"/>
                </a:ext>
              </a:extLst>
            </p:cNvPr>
            <p:cNvSpPr>
              <a:spLocks/>
            </p:cNvSpPr>
            <p:nvPr/>
          </p:nvSpPr>
          <p:spPr bwMode="auto">
            <a:xfrm rot="5094805">
              <a:off x="2962644" y="6007913"/>
              <a:ext cx="15995" cy="4570"/>
            </a:xfrm>
            <a:custGeom>
              <a:avLst/>
              <a:gdLst>
                <a:gd name="T0" fmla="*/ 7 w 7"/>
                <a:gd name="T1" fmla="*/ 1 h 2"/>
                <a:gd name="T2" fmla="*/ 3 w 7"/>
                <a:gd name="T3" fmla="*/ 2 h 2"/>
                <a:gd name="T4" fmla="*/ 1 w 7"/>
                <a:gd name="T5" fmla="*/ 1 h 2"/>
                <a:gd name="T6" fmla="*/ 4 w 7"/>
                <a:gd name="T7" fmla="*/ 0 h 2"/>
                <a:gd name="T8" fmla="*/ 7 w 7"/>
                <a:gd name="T9" fmla="*/ 1 h 2"/>
              </a:gdLst>
              <a:ahLst/>
              <a:cxnLst>
                <a:cxn ang="0">
                  <a:pos x="T0" y="T1"/>
                </a:cxn>
                <a:cxn ang="0">
                  <a:pos x="T2" y="T3"/>
                </a:cxn>
                <a:cxn ang="0">
                  <a:pos x="T4" y="T5"/>
                </a:cxn>
                <a:cxn ang="0">
                  <a:pos x="T6" y="T7"/>
                </a:cxn>
                <a:cxn ang="0">
                  <a:pos x="T8" y="T9"/>
                </a:cxn>
              </a:cxnLst>
              <a:rect l="0" t="0" r="r" b="b"/>
              <a:pathLst>
                <a:path w="7" h="2">
                  <a:moveTo>
                    <a:pt x="7" y="1"/>
                  </a:moveTo>
                  <a:cubicBezTo>
                    <a:pt x="5" y="1"/>
                    <a:pt x="4" y="2"/>
                    <a:pt x="3" y="2"/>
                  </a:cubicBezTo>
                  <a:cubicBezTo>
                    <a:pt x="2" y="2"/>
                    <a:pt x="0" y="1"/>
                    <a:pt x="1" y="1"/>
                  </a:cubicBezTo>
                  <a:cubicBezTo>
                    <a:pt x="1" y="0"/>
                    <a:pt x="3" y="0"/>
                    <a:pt x="4" y="0"/>
                  </a:cubicBezTo>
                  <a:cubicBezTo>
                    <a:pt x="5" y="0"/>
                    <a:pt x="5" y="0"/>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4" name="Freeform 3070">
              <a:extLst>
                <a:ext uri="{FF2B5EF4-FFF2-40B4-BE49-F238E27FC236}">
                  <a16:creationId xmlns:a16="http://schemas.microsoft.com/office/drawing/2014/main" id="{B0E26174-B97E-C2E1-FB23-102F8822CCEC}"/>
                </a:ext>
              </a:extLst>
            </p:cNvPr>
            <p:cNvSpPr>
              <a:spLocks/>
            </p:cNvSpPr>
            <p:nvPr/>
          </p:nvSpPr>
          <p:spPr bwMode="auto">
            <a:xfrm rot="5094805">
              <a:off x="3000541" y="6201621"/>
              <a:ext cx="20565" cy="4570"/>
            </a:xfrm>
            <a:custGeom>
              <a:avLst/>
              <a:gdLst>
                <a:gd name="T0" fmla="*/ 8 w 8"/>
                <a:gd name="T1" fmla="*/ 0 h 2"/>
                <a:gd name="T2" fmla="*/ 3 w 8"/>
                <a:gd name="T3" fmla="*/ 2 h 2"/>
                <a:gd name="T4" fmla="*/ 0 w 8"/>
                <a:gd name="T5" fmla="*/ 1 h 2"/>
                <a:gd name="T6" fmla="*/ 3 w 8"/>
                <a:gd name="T7" fmla="*/ 0 h 2"/>
                <a:gd name="T8" fmla="*/ 8 w 8"/>
                <a:gd name="T9" fmla="*/ 0 h 2"/>
              </a:gdLst>
              <a:ahLst/>
              <a:cxnLst>
                <a:cxn ang="0">
                  <a:pos x="T0" y="T1"/>
                </a:cxn>
                <a:cxn ang="0">
                  <a:pos x="T2" y="T3"/>
                </a:cxn>
                <a:cxn ang="0">
                  <a:pos x="T4" y="T5"/>
                </a:cxn>
                <a:cxn ang="0">
                  <a:pos x="T6" y="T7"/>
                </a:cxn>
                <a:cxn ang="0">
                  <a:pos x="T8" y="T9"/>
                </a:cxn>
              </a:cxnLst>
              <a:rect l="0" t="0" r="r" b="b"/>
              <a:pathLst>
                <a:path w="8" h="2">
                  <a:moveTo>
                    <a:pt x="8" y="0"/>
                  </a:moveTo>
                  <a:cubicBezTo>
                    <a:pt x="5" y="1"/>
                    <a:pt x="4" y="2"/>
                    <a:pt x="3" y="2"/>
                  </a:cubicBezTo>
                  <a:cubicBezTo>
                    <a:pt x="2" y="2"/>
                    <a:pt x="1" y="1"/>
                    <a:pt x="0" y="1"/>
                  </a:cubicBezTo>
                  <a:cubicBezTo>
                    <a:pt x="1" y="1"/>
                    <a:pt x="2" y="0"/>
                    <a:pt x="3" y="0"/>
                  </a:cubicBezTo>
                  <a:cubicBezTo>
                    <a:pt x="4" y="0"/>
                    <a:pt x="5"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5" name="Freeform 3071">
              <a:extLst>
                <a:ext uri="{FF2B5EF4-FFF2-40B4-BE49-F238E27FC236}">
                  <a16:creationId xmlns:a16="http://schemas.microsoft.com/office/drawing/2014/main" id="{0DA75360-C841-205A-AEC3-D8AE2CA1B912}"/>
                </a:ext>
              </a:extLst>
            </p:cNvPr>
            <p:cNvSpPr>
              <a:spLocks/>
            </p:cNvSpPr>
            <p:nvPr/>
          </p:nvSpPr>
          <p:spPr bwMode="auto">
            <a:xfrm rot="5094805">
              <a:off x="3059471" y="6385840"/>
              <a:ext cx="15995" cy="6855"/>
            </a:xfrm>
            <a:custGeom>
              <a:avLst/>
              <a:gdLst>
                <a:gd name="T0" fmla="*/ 2 w 6"/>
                <a:gd name="T1" fmla="*/ 0 h 3"/>
                <a:gd name="T2" fmla="*/ 6 w 6"/>
                <a:gd name="T3" fmla="*/ 1 h 3"/>
                <a:gd name="T4" fmla="*/ 3 w 6"/>
                <a:gd name="T5" fmla="*/ 3 h 3"/>
                <a:gd name="T6" fmla="*/ 0 w 6"/>
                <a:gd name="T7" fmla="*/ 2 h 3"/>
                <a:gd name="T8" fmla="*/ 2 w 6"/>
                <a:gd name="T9" fmla="*/ 0 h 3"/>
              </a:gdLst>
              <a:ahLst/>
              <a:cxnLst>
                <a:cxn ang="0">
                  <a:pos x="T0" y="T1"/>
                </a:cxn>
                <a:cxn ang="0">
                  <a:pos x="T2" y="T3"/>
                </a:cxn>
                <a:cxn ang="0">
                  <a:pos x="T4" y="T5"/>
                </a:cxn>
                <a:cxn ang="0">
                  <a:pos x="T6" y="T7"/>
                </a:cxn>
                <a:cxn ang="0">
                  <a:pos x="T8" y="T9"/>
                </a:cxn>
              </a:cxnLst>
              <a:rect l="0" t="0" r="r" b="b"/>
              <a:pathLst>
                <a:path w="6" h="3">
                  <a:moveTo>
                    <a:pt x="2" y="0"/>
                  </a:moveTo>
                  <a:cubicBezTo>
                    <a:pt x="4" y="0"/>
                    <a:pt x="6" y="1"/>
                    <a:pt x="6" y="1"/>
                  </a:cubicBezTo>
                  <a:cubicBezTo>
                    <a:pt x="6" y="1"/>
                    <a:pt x="4" y="3"/>
                    <a:pt x="3" y="3"/>
                  </a:cubicBezTo>
                  <a:cubicBezTo>
                    <a:pt x="2" y="3"/>
                    <a:pt x="0" y="3"/>
                    <a:pt x="0" y="2"/>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6" name="Freeform 3072">
              <a:extLst>
                <a:ext uri="{FF2B5EF4-FFF2-40B4-BE49-F238E27FC236}">
                  <a16:creationId xmlns:a16="http://schemas.microsoft.com/office/drawing/2014/main" id="{F74FCA88-107E-B098-55AF-5C9AB0A3BCFC}"/>
                </a:ext>
              </a:extLst>
            </p:cNvPr>
            <p:cNvSpPr>
              <a:spLocks/>
            </p:cNvSpPr>
            <p:nvPr/>
          </p:nvSpPr>
          <p:spPr bwMode="auto">
            <a:xfrm rot="5094805">
              <a:off x="3135672" y="6571957"/>
              <a:ext cx="11425" cy="6855"/>
            </a:xfrm>
            <a:custGeom>
              <a:avLst/>
              <a:gdLst>
                <a:gd name="T0" fmla="*/ 2 w 5"/>
                <a:gd name="T1" fmla="*/ 0 h 3"/>
                <a:gd name="T2" fmla="*/ 5 w 5"/>
                <a:gd name="T3" fmla="*/ 0 h 3"/>
                <a:gd name="T4" fmla="*/ 4 w 5"/>
                <a:gd name="T5" fmla="*/ 3 h 3"/>
                <a:gd name="T6" fmla="*/ 0 w 5"/>
                <a:gd name="T7" fmla="*/ 3 h 3"/>
                <a:gd name="T8" fmla="*/ 2 w 5"/>
                <a:gd name="T9" fmla="*/ 0 h 3"/>
              </a:gdLst>
              <a:ahLst/>
              <a:cxnLst>
                <a:cxn ang="0">
                  <a:pos x="T0" y="T1"/>
                </a:cxn>
                <a:cxn ang="0">
                  <a:pos x="T2" y="T3"/>
                </a:cxn>
                <a:cxn ang="0">
                  <a:pos x="T4" y="T5"/>
                </a:cxn>
                <a:cxn ang="0">
                  <a:pos x="T6" y="T7"/>
                </a:cxn>
                <a:cxn ang="0">
                  <a:pos x="T8" y="T9"/>
                </a:cxn>
              </a:cxnLst>
              <a:rect l="0" t="0" r="r" b="b"/>
              <a:pathLst>
                <a:path w="5" h="3">
                  <a:moveTo>
                    <a:pt x="2" y="0"/>
                  </a:moveTo>
                  <a:cubicBezTo>
                    <a:pt x="3" y="0"/>
                    <a:pt x="5" y="0"/>
                    <a:pt x="5" y="0"/>
                  </a:cubicBezTo>
                  <a:cubicBezTo>
                    <a:pt x="5" y="1"/>
                    <a:pt x="4" y="2"/>
                    <a:pt x="4" y="3"/>
                  </a:cubicBezTo>
                  <a:cubicBezTo>
                    <a:pt x="2" y="3"/>
                    <a:pt x="1" y="3"/>
                    <a:pt x="0" y="3"/>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7" name="Freeform 3073">
              <a:extLst>
                <a:ext uri="{FF2B5EF4-FFF2-40B4-BE49-F238E27FC236}">
                  <a16:creationId xmlns:a16="http://schemas.microsoft.com/office/drawing/2014/main" id="{82BC74A4-CA9A-A95F-DF58-4B85317EBBE4}"/>
                </a:ext>
              </a:extLst>
            </p:cNvPr>
            <p:cNvSpPr>
              <a:spLocks/>
            </p:cNvSpPr>
            <p:nvPr/>
          </p:nvSpPr>
          <p:spPr bwMode="auto">
            <a:xfrm rot="5094805">
              <a:off x="2292010" y="1247927"/>
              <a:ext cx="15995" cy="22850"/>
            </a:xfrm>
            <a:custGeom>
              <a:avLst/>
              <a:gdLst>
                <a:gd name="T0" fmla="*/ 7 w 7"/>
                <a:gd name="T1" fmla="*/ 4 h 9"/>
                <a:gd name="T2" fmla="*/ 4 w 7"/>
                <a:gd name="T3" fmla="*/ 9 h 9"/>
                <a:gd name="T4" fmla="*/ 0 w 7"/>
                <a:gd name="T5" fmla="*/ 6 h 9"/>
                <a:gd name="T6" fmla="*/ 2 w 7"/>
                <a:gd name="T7" fmla="*/ 1 h 9"/>
                <a:gd name="T8" fmla="*/ 7 w 7"/>
                <a:gd name="T9" fmla="*/ 4 h 9"/>
              </a:gdLst>
              <a:ahLst/>
              <a:cxnLst>
                <a:cxn ang="0">
                  <a:pos x="T0" y="T1"/>
                </a:cxn>
                <a:cxn ang="0">
                  <a:pos x="T2" y="T3"/>
                </a:cxn>
                <a:cxn ang="0">
                  <a:pos x="T4" y="T5"/>
                </a:cxn>
                <a:cxn ang="0">
                  <a:pos x="T6" y="T7"/>
                </a:cxn>
                <a:cxn ang="0">
                  <a:pos x="T8" y="T9"/>
                </a:cxn>
              </a:cxnLst>
              <a:rect l="0" t="0" r="r" b="b"/>
              <a:pathLst>
                <a:path w="7" h="9">
                  <a:moveTo>
                    <a:pt x="7" y="4"/>
                  </a:moveTo>
                  <a:cubicBezTo>
                    <a:pt x="5" y="6"/>
                    <a:pt x="5" y="9"/>
                    <a:pt x="4" y="9"/>
                  </a:cubicBezTo>
                  <a:cubicBezTo>
                    <a:pt x="3" y="9"/>
                    <a:pt x="2" y="7"/>
                    <a:pt x="0" y="6"/>
                  </a:cubicBezTo>
                  <a:cubicBezTo>
                    <a:pt x="1" y="4"/>
                    <a:pt x="1" y="1"/>
                    <a:pt x="2" y="1"/>
                  </a:cubicBezTo>
                  <a:cubicBezTo>
                    <a:pt x="3" y="0"/>
                    <a:pt x="5" y="2"/>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8" name="Freeform 3074">
              <a:extLst>
                <a:ext uri="{FF2B5EF4-FFF2-40B4-BE49-F238E27FC236}">
                  <a16:creationId xmlns:a16="http://schemas.microsoft.com/office/drawing/2014/main" id="{209F94DB-C7C0-5362-AC88-5C5A85F82C29}"/>
                </a:ext>
              </a:extLst>
            </p:cNvPr>
            <p:cNvSpPr>
              <a:spLocks/>
            </p:cNvSpPr>
            <p:nvPr/>
          </p:nvSpPr>
          <p:spPr bwMode="auto">
            <a:xfrm rot="5094805">
              <a:off x="2328277" y="1434066"/>
              <a:ext cx="13710" cy="27420"/>
            </a:xfrm>
            <a:custGeom>
              <a:avLst/>
              <a:gdLst>
                <a:gd name="T0" fmla="*/ 6 w 6"/>
                <a:gd name="T1" fmla="*/ 4 h 11"/>
                <a:gd name="T2" fmla="*/ 4 w 6"/>
                <a:gd name="T3" fmla="*/ 11 h 11"/>
                <a:gd name="T4" fmla="*/ 0 w 6"/>
                <a:gd name="T5" fmla="*/ 7 h 11"/>
                <a:gd name="T6" fmla="*/ 2 w 6"/>
                <a:gd name="T7" fmla="*/ 1 h 11"/>
                <a:gd name="T8" fmla="*/ 6 w 6"/>
                <a:gd name="T9" fmla="*/ 4 h 11"/>
              </a:gdLst>
              <a:ahLst/>
              <a:cxnLst>
                <a:cxn ang="0">
                  <a:pos x="T0" y="T1"/>
                </a:cxn>
                <a:cxn ang="0">
                  <a:pos x="T2" y="T3"/>
                </a:cxn>
                <a:cxn ang="0">
                  <a:pos x="T4" y="T5"/>
                </a:cxn>
                <a:cxn ang="0">
                  <a:pos x="T6" y="T7"/>
                </a:cxn>
                <a:cxn ang="0">
                  <a:pos x="T8" y="T9"/>
                </a:cxn>
              </a:cxnLst>
              <a:rect l="0" t="0" r="r" b="b"/>
              <a:pathLst>
                <a:path w="6" h="11">
                  <a:moveTo>
                    <a:pt x="6" y="4"/>
                  </a:moveTo>
                  <a:cubicBezTo>
                    <a:pt x="5" y="7"/>
                    <a:pt x="5" y="10"/>
                    <a:pt x="4" y="11"/>
                  </a:cubicBezTo>
                  <a:cubicBezTo>
                    <a:pt x="3" y="11"/>
                    <a:pt x="2" y="8"/>
                    <a:pt x="0" y="7"/>
                  </a:cubicBezTo>
                  <a:cubicBezTo>
                    <a:pt x="1" y="5"/>
                    <a:pt x="1" y="1"/>
                    <a:pt x="2" y="1"/>
                  </a:cubicBezTo>
                  <a:cubicBezTo>
                    <a:pt x="3" y="0"/>
                    <a:pt x="4" y="2"/>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9" name="Freeform 3075">
              <a:extLst>
                <a:ext uri="{FF2B5EF4-FFF2-40B4-BE49-F238E27FC236}">
                  <a16:creationId xmlns:a16="http://schemas.microsoft.com/office/drawing/2014/main" id="{A373A595-5305-98A6-57BD-69639507B4FA}"/>
                </a:ext>
              </a:extLst>
            </p:cNvPr>
            <p:cNvSpPr>
              <a:spLocks/>
            </p:cNvSpPr>
            <p:nvPr/>
          </p:nvSpPr>
          <p:spPr bwMode="auto">
            <a:xfrm rot="5094805">
              <a:off x="2370427" y="1622914"/>
              <a:ext cx="15995" cy="29705"/>
            </a:xfrm>
            <a:custGeom>
              <a:avLst/>
              <a:gdLst>
                <a:gd name="T0" fmla="*/ 6 w 6"/>
                <a:gd name="T1" fmla="*/ 4 h 12"/>
                <a:gd name="T2" fmla="*/ 4 w 6"/>
                <a:gd name="T3" fmla="*/ 12 h 12"/>
                <a:gd name="T4" fmla="*/ 0 w 6"/>
                <a:gd name="T5" fmla="*/ 7 h 12"/>
                <a:gd name="T6" fmla="*/ 2 w 6"/>
                <a:gd name="T7" fmla="*/ 0 h 12"/>
                <a:gd name="T8" fmla="*/ 6 w 6"/>
                <a:gd name="T9" fmla="*/ 4 h 12"/>
              </a:gdLst>
              <a:ahLst/>
              <a:cxnLst>
                <a:cxn ang="0">
                  <a:pos x="T0" y="T1"/>
                </a:cxn>
                <a:cxn ang="0">
                  <a:pos x="T2" y="T3"/>
                </a:cxn>
                <a:cxn ang="0">
                  <a:pos x="T4" y="T5"/>
                </a:cxn>
                <a:cxn ang="0">
                  <a:pos x="T6" y="T7"/>
                </a:cxn>
                <a:cxn ang="0">
                  <a:pos x="T8" y="T9"/>
                </a:cxn>
              </a:cxnLst>
              <a:rect l="0" t="0" r="r" b="b"/>
              <a:pathLst>
                <a:path w="6" h="12">
                  <a:moveTo>
                    <a:pt x="6" y="4"/>
                  </a:moveTo>
                  <a:cubicBezTo>
                    <a:pt x="5" y="8"/>
                    <a:pt x="5" y="11"/>
                    <a:pt x="4" y="12"/>
                  </a:cubicBezTo>
                  <a:cubicBezTo>
                    <a:pt x="3" y="12"/>
                    <a:pt x="1" y="9"/>
                    <a:pt x="0" y="7"/>
                  </a:cubicBezTo>
                  <a:cubicBezTo>
                    <a:pt x="1" y="5"/>
                    <a:pt x="1" y="1"/>
                    <a:pt x="2" y="0"/>
                  </a:cubicBezTo>
                  <a:cubicBezTo>
                    <a:pt x="3" y="0"/>
                    <a:pt x="4" y="2"/>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0" name="Freeform 3076">
              <a:extLst>
                <a:ext uri="{FF2B5EF4-FFF2-40B4-BE49-F238E27FC236}">
                  <a16:creationId xmlns:a16="http://schemas.microsoft.com/office/drawing/2014/main" id="{9F02968A-AEB8-1CA3-7B1B-83C33210474C}"/>
                </a:ext>
              </a:extLst>
            </p:cNvPr>
            <p:cNvSpPr>
              <a:spLocks/>
            </p:cNvSpPr>
            <p:nvPr/>
          </p:nvSpPr>
          <p:spPr bwMode="auto">
            <a:xfrm rot="5094805">
              <a:off x="2419211" y="1806795"/>
              <a:ext cx="13710" cy="36560"/>
            </a:xfrm>
            <a:custGeom>
              <a:avLst/>
              <a:gdLst>
                <a:gd name="T0" fmla="*/ 3 w 5"/>
                <a:gd name="T1" fmla="*/ 15 h 15"/>
                <a:gd name="T2" fmla="*/ 0 w 5"/>
                <a:gd name="T3" fmla="*/ 6 h 15"/>
                <a:gd name="T4" fmla="*/ 2 w 5"/>
                <a:gd name="T5" fmla="*/ 0 h 15"/>
                <a:gd name="T6" fmla="*/ 5 w 5"/>
                <a:gd name="T7" fmla="*/ 7 h 15"/>
                <a:gd name="T8" fmla="*/ 3 w 5"/>
                <a:gd name="T9" fmla="*/ 15 h 15"/>
              </a:gdLst>
              <a:ahLst/>
              <a:cxnLst>
                <a:cxn ang="0">
                  <a:pos x="T0" y="T1"/>
                </a:cxn>
                <a:cxn ang="0">
                  <a:pos x="T2" y="T3"/>
                </a:cxn>
                <a:cxn ang="0">
                  <a:pos x="T4" y="T5"/>
                </a:cxn>
                <a:cxn ang="0">
                  <a:pos x="T6" y="T7"/>
                </a:cxn>
                <a:cxn ang="0">
                  <a:pos x="T8" y="T9"/>
                </a:cxn>
              </a:cxnLst>
              <a:rect l="0" t="0" r="r" b="b"/>
              <a:pathLst>
                <a:path w="5" h="15">
                  <a:moveTo>
                    <a:pt x="3" y="15"/>
                  </a:moveTo>
                  <a:cubicBezTo>
                    <a:pt x="1" y="11"/>
                    <a:pt x="0" y="8"/>
                    <a:pt x="0" y="6"/>
                  </a:cubicBezTo>
                  <a:cubicBezTo>
                    <a:pt x="0" y="3"/>
                    <a:pt x="1" y="0"/>
                    <a:pt x="2" y="0"/>
                  </a:cubicBezTo>
                  <a:cubicBezTo>
                    <a:pt x="3" y="0"/>
                    <a:pt x="5" y="5"/>
                    <a:pt x="5" y="7"/>
                  </a:cubicBezTo>
                  <a:cubicBezTo>
                    <a:pt x="5" y="10"/>
                    <a:pt x="4" y="12"/>
                    <a:pt x="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1" name="Freeform 3077">
              <a:extLst>
                <a:ext uri="{FF2B5EF4-FFF2-40B4-BE49-F238E27FC236}">
                  <a16:creationId xmlns:a16="http://schemas.microsoft.com/office/drawing/2014/main" id="{E0E7FB4B-B81D-10A0-94F3-BC9BD3355A70}"/>
                </a:ext>
              </a:extLst>
            </p:cNvPr>
            <p:cNvSpPr>
              <a:spLocks/>
            </p:cNvSpPr>
            <p:nvPr/>
          </p:nvSpPr>
          <p:spPr bwMode="auto">
            <a:xfrm rot="5094805">
              <a:off x="2485268" y="1992576"/>
              <a:ext cx="11425" cy="41130"/>
            </a:xfrm>
            <a:custGeom>
              <a:avLst/>
              <a:gdLst>
                <a:gd name="T0" fmla="*/ 2 w 5"/>
                <a:gd name="T1" fmla="*/ 0 h 17"/>
                <a:gd name="T2" fmla="*/ 5 w 5"/>
                <a:gd name="T3" fmla="*/ 10 h 17"/>
                <a:gd name="T4" fmla="*/ 3 w 5"/>
                <a:gd name="T5" fmla="*/ 17 h 17"/>
                <a:gd name="T6" fmla="*/ 0 w 5"/>
                <a:gd name="T7" fmla="*/ 9 h 17"/>
                <a:gd name="T8" fmla="*/ 2 w 5"/>
                <a:gd name="T9" fmla="*/ 0 h 17"/>
              </a:gdLst>
              <a:ahLst/>
              <a:cxnLst>
                <a:cxn ang="0">
                  <a:pos x="T0" y="T1"/>
                </a:cxn>
                <a:cxn ang="0">
                  <a:pos x="T2" y="T3"/>
                </a:cxn>
                <a:cxn ang="0">
                  <a:pos x="T4" y="T5"/>
                </a:cxn>
                <a:cxn ang="0">
                  <a:pos x="T6" y="T7"/>
                </a:cxn>
                <a:cxn ang="0">
                  <a:pos x="T8" y="T9"/>
                </a:cxn>
              </a:cxnLst>
              <a:rect l="0" t="0" r="r" b="b"/>
              <a:pathLst>
                <a:path w="5" h="17">
                  <a:moveTo>
                    <a:pt x="2" y="0"/>
                  </a:moveTo>
                  <a:cubicBezTo>
                    <a:pt x="3" y="5"/>
                    <a:pt x="5" y="8"/>
                    <a:pt x="5" y="10"/>
                  </a:cubicBezTo>
                  <a:cubicBezTo>
                    <a:pt x="5" y="13"/>
                    <a:pt x="4" y="17"/>
                    <a:pt x="3" y="17"/>
                  </a:cubicBezTo>
                  <a:cubicBezTo>
                    <a:pt x="2" y="17"/>
                    <a:pt x="0" y="12"/>
                    <a:pt x="0" y="9"/>
                  </a:cubicBezTo>
                  <a:cubicBezTo>
                    <a:pt x="0" y="7"/>
                    <a:pt x="1" y="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2" name="Freeform 3078">
              <a:extLst>
                <a:ext uri="{FF2B5EF4-FFF2-40B4-BE49-F238E27FC236}">
                  <a16:creationId xmlns:a16="http://schemas.microsoft.com/office/drawing/2014/main" id="{706ACE25-7893-4ABF-8AEB-42C0A1299BC5}"/>
                </a:ext>
              </a:extLst>
            </p:cNvPr>
            <p:cNvSpPr>
              <a:spLocks/>
            </p:cNvSpPr>
            <p:nvPr/>
          </p:nvSpPr>
          <p:spPr bwMode="auto">
            <a:xfrm rot="5094805">
              <a:off x="2543446" y="2184470"/>
              <a:ext cx="15995" cy="36560"/>
            </a:xfrm>
            <a:custGeom>
              <a:avLst/>
              <a:gdLst>
                <a:gd name="T0" fmla="*/ 6 w 6"/>
                <a:gd name="T1" fmla="*/ 5 h 15"/>
                <a:gd name="T2" fmla="*/ 3 w 6"/>
                <a:gd name="T3" fmla="*/ 15 h 15"/>
                <a:gd name="T4" fmla="*/ 0 w 6"/>
                <a:gd name="T5" fmla="*/ 10 h 15"/>
                <a:gd name="T6" fmla="*/ 1 w 6"/>
                <a:gd name="T7" fmla="*/ 1 h 15"/>
                <a:gd name="T8" fmla="*/ 6 w 6"/>
                <a:gd name="T9" fmla="*/ 5 h 15"/>
              </a:gdLst>
              <a:ahLst/>
              <a:cxnLst>
                <a:cxn ang="0">
                  <a:pos x="T0" y="T1"/>
                </a:cxn>
                <a:cxn ang="0">
                  <a:pos x="T2" y="T3"/>
                </a:cxn>
                <a:cxn ang="0">
                  <a:pos x="T4" y="T5"/>
                </a:cxn>
                <a:cxn ang="0">
                  <a:pos x="T6" y="T7"/>
                </a:cxn>
                <a:cxn ang="0">
                  <a:pos x="T8" y="T9"/>
                </a:cxn>
              </a:cxnLst>
              <a:rect l="0" t="0" r="r" b="b"/>
              <a:pathLst>
                <a:path w="6" h="15">
                  <a:moveTo>
                    <a:pt x="6" y="5"/>
                  </a:moveTo>
                  <a:cubicBezTo>
                    <a:pt x="5" y="10"/>
                    <a:pt x="4" y="14"/>
                    <a:pt x="3" y="15"/>
                  </a:cubicBezTo>
                  <a:cubicBezTo>
                    <a:pt x="2" y="15"/>
                    <a:pt x="1" y="12"/>
                    <a:pt x="0" y="10"/>
                  </a:cubicBezTo>
                  <a:cubicBezTo>
                    <a:pt x="0" y="7"/>
                    <a:pt x="0" y="2"/>
                    <a:pt x="1" y="1"/>
                  </a:cubicBezTo>
                  <a:cubicBezTo>
                    <a:pt x="2" y="0"/>
                    <a:pt x="4" y="3"/>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3" name="Freeform 3079">
              <a:extLst>
                <a:ext uri="{FF2B5EF4-FFF2-40B4-BE49-F238E27FC236}">
                  <a16:creationId xmlns:a16="http://schemas.microsoft.com/office/drawing/2014/main" id="{A225F0B6-71B3-3027-0084-A90773FC0AFF}"/>
                </a:ext>
              </a:extLst>
            </p:cNvPr>
            <p:cNvSpPr>
              <a:spLocks/>
            </p:cNvSpPr>
            <p:nvPr/>
          </p:nvSpPr>
          <p:spPr bwMode="auto">
            <a:xfrm rot="5094805">
              <a:off x="2596879" y="2372411"/>
              <a:ext cx="15995" cy="36560"/>
            </a:xfrm>
            <a:custGeom>
              <a:avLst/>
              <a:gdLst>
                <a:gd name="T0" fmla="*/ 6 w 6"/>
                <a:gd name="T1" fmla="*/ 6 h 15"/>
                <a:gd name="T2" fmla="*/ 4 w 6"/>
                <a:gd name="T3" fmla="*/ 15 h 15"/>
                <a:gd name="T4" fmla="*/ 0 w 6"/>
                <a:gd name="T5" fmla="*/ 9 h 15"/>
                <a:gd name="T6" fmla="*/ 2 w 6"/>
                <a:gd name="T7" fmla="*/ 1 h 15"/>
                <a:gd name="T8" fmla="*/ 6 w 6"/>
                <a:gd name="T9" fmla="*/ 6 h 15"/>
              </a:gdLst>
              <a:ahLst/>
              <a:cxnLst>
                <a:cxn ang="0">
                  <a:pos x="T0" y="T1"/>
                </a:cxn>
                <a:cxn ang="0">
                  <a:pos x="T2" y="T3"/>
                </a:cxn>
                <a:cxn ang="0">
                  <a:pos x="T4" y="T5"/>
                </a:cxn>
                <a:cxn ang="0">
                  <a:pos x="T6" y="T7"/>
                </a:cxn>
                <a:cxn ang="0">
                  <a:pos x="T8" y="T9"/>
                </a:cxn>
              </a:cxnLst>
              <a:rect l="0" t="0" r="r" b="b"/>
              <a:pathLst>
                <a:path w="6" h="15">
                  <a:moveTo>
                    <a:pt x="6" y="6"/>
                  </a:moveTo>
                  <a:cubicBezTo>
                    <a:pt x="5" y="10"/>
                    <a:pt x="4" y="14"/>
                    <a:pt x="4" y="15"/>
                  </a:cubicBezTo>
                  <a:cubicBezTo>
                    <a:pt x="3" y="15"/>
                    <a:pt x="1" y="11"/>
                    <a:pt x="0" y="9"/>
                  </a:cubicBezTo>
                  <a:cubicBezTo>
                    <a:pt x="0" y="6"/>
                    <a:pt x="1" y="1"/>
                    <a:pt x="2" y="1"/>
                  </a:cubicBezTo>
                  <a:cubicBezTo>
                    <a:pt x="2" y="0"/>
                    <a:pt x="4" y="3"/>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4" name="Freeform 3080">
              <a:extLst>
                <a:ext uri="{FF2B5EF4-FFF2-40B4-BE49-F238E27FC236}">
                  <a16:creationId xmlns:a16="http://schemas.microsoft.com/office/drawing/2014/main" id="{2A166CD7-7241-9D85-8913-25FF11D9CAA1}"/>
                </a:ext>
              </a:extLst>
            </p:cNvPr>
            <p:cNvSpPr>
              <a:spLocks/>
            </p:cNvSpPr>
            <p:nvPr/>
          </p:nvSpPr>
          <p:spPr bwMode="auto">
            <a:xfrm rot="5094805">
              <a:off x="2608612" y="2569794"/>
              <a:ext cx="15995" cy="34275"/>
            </a:xfrm>
            <a:custGeom>
              <a:avLst/>
              <a:gdLst>
                <a:gd name="T0" fmla="*/ 7 w 7"/>
                <a:gd name="T1" fmla="*/ 8 h 14"/>
                <a:gd name="T2" fmla="*/ 3 w 7"/>
                <a:gd name="T3" fmla="*/ 13 h 14"/>
                <a:gd name="T4" fmla="*/ 0 w 7"/>
                <a:gd name="T5" fmla="*/ 5 h 14"/>
                <a:gd name="T6" fmla="*/ 3 w 7"/>
                <a:gd name="T7" fmla="*/ 0 h 14"/>
                <a:gd name="T8" fmla="*/ 7 w 7"/>
                <a:gd name="T9" fmla="*/ 8 h 14"/>
              </a:gdLst>
              <a:ahLst/>
              <a:cxnLst>
                <a:cxn ang="0">
                  <a:pos x="T0" y="T1"/>
                </a:cxn>
                <a:cxn ang="0">
                  <a:pos x="T2" y="T3"/>
                </a:cxn>
                <a:cxn ang="0">
                  <a:pos x="T4" y="T5"/>
                </a:cxn>
                <a:cxn ang="0">
                  <a:pos x="T6" y="T7"/>
                </a:cxn>
                <a:cxn ang="0">
                  <a:pos x="T8" y="T9"/>
                </a:cxn>
              </a:cxnLst>
              <a:rect l="0" t="0" r="r" b="b"/>
              <a:pathLst>
                <a:path w="7" h="14">
                  <a:moveTo>
                    <a:pt x="7" y="8"/>
                  </a:moveTo>
                  <a:cubicBezTo>
                    <a:pt x="5" y="11"/>
                    <a:pt x="4" y="14"/>
                    <a:pt x="3" y="13"/>
                  </a:cubicBezTo>
                  <a:cubicBezTo>
                    <a:pt x="2" y="13"/>
                    <a:pt x="1" y="8"/>
                    <a:pt x="0" y="5"/>
                  </a:cubicBezTo>
                  <a:cubicBezTo>
                    <a:pt x="1" y="3"/>
                    <a:pt x="2" y="0"/>
                    <a:pt x="3" y="0"/>
                  </a:cubicBezTo>
                  <a:cubicBezTo>
                    <a:pt x="4" y="0"/>
                    <a:pt x="5" y="4"/>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5" name="Freeform 3081">
              <a:extLst>
                <a:ext uri="{FF2B5EF4-FFF2-40B4-BE49-F238E27FC236}">
                  <a16:creationId xmlns:a16="http://schemas.microsoft.com/office/drawing/2014/main" id="{FBFC1805-DBFB-75F1-CC20-5991652E2635}"/>
                </a:ext>
              </a:extLst>
            </p:cNvPr>
            <p:cNvSpPr>
              <a:spLocks/>
            </p:cNvSpPr>
            <p:nvPr/>
          </p:nvSpPr>
          <p:spPr bwMode="auto">
            <a:xfrm rot="5094805">
              <a:off x="2591056" y="2771981"/>
              <a:ext cx="18280" cy="34275"/>
            </a:xfrm>
            <a:custGeom>
              <a:avLst/>
              <a:gdLst>
                <a:gd name="T0" fmla="*/ 7 w 7"/>
                <a:gd name="T1" fmla="*/ 9 h 14"/>
                <a:gd name="T2" fmla="*/ 3 w 7"/>
                <a:gd name="T3" fmla="*/ 14 h 14"/>
                <a:gd name="T4" fmla="*/ 0 w 7"/>
                <a:gd name="T5" fmla="*/ 5 h 14"/>
                <a:gd name="T6" fmla="*/ 3 w 7"/>
                <a:gd name="T7" fmla="*/ 1 h 14"/>
                <a:gd name="T8" fmla="*/ 7 w 7"/>
                <a:gd name="T9" fmla="*/ 9 h 14"/>
              </a:gdLst>
              <a:ahLst/>
              <a:cxnLst>
                <a:cxn ang="0">
                  <a:pos x="T0" y="T1"/>
                </a:cxn>
                <a:cxn ang="0">
                  <a:pos x="T2" y="T3"/>
                </a:cxn>
                <a:cxn ang="0">
                  <a:pos x="T4" y="T5"/>
                </a:cxn>
                <a:cxn ang="0">
                  <a:pos x="T6" y="T7"/>
                </a:cxn>
                <a:cxn ang="0">
                  <a:pos x="T8" y="T9"/>
                </a:cxn>
              </a:cxnLst>
              <a:rect l="0" t="0" r="r" b="b"/>
              <a:pathLst>
                <a:path w="7" h="14">
                  <a:moveTo>
                    <a:pt x="7" y="9"/>
                  </a:moveTo>
                  <a:cubicBezTo>
                    <a:pt x="5" y="11"/>
                    <a:pt x="4" y="14"/>
                    <a:pt x="3" y="14"/>
                  </a:cubicBezTo>
                  <a:cubicBezTo>
                    <a:pt x="2" y="13"/>
                    <a:pt x="1" y="8"/>
                    <a:pt x="0" y="5"/>
                  </a:cubicBezTo>
                  <a:cubicBezTo>
                    <a:pt x="1" y="4"/>
                    <a:pt x="2" y="0"/>
                    <a:pt x="3" y="1"/>
                  </a:cubicBezTo>
                  <a:cubicBezTo>
                    <a:pt x="4" y="1"/>
                    <a:pt x="5" y="5"/>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6" name="Freeform 3082">
              <a:extLst>
                <a:ext uri="{FF2B5EF4-FFF2-40B4-BE49-F238E27FC236}">
                  <a16:creationId xmlns:a16="http://schemas.microsoft.com/office/drawing/2014/main" id="{246028D2-EAE0-A573-11DC-0FE33A738114}"/>
                </a:ext>
              </a:extLst>
            </p:cNvPr>
            <p:cNvSpPr>
              <a:spLocks/>
            </p:cNvSpPr>
            <p:nvPr/>
          </p:nvSpPr>
          <p:spPr bwMode="auto">
            <a:xfrm rot="5094805">
              <a:off x="2558619" y="2972365"/>
              <a:ext cx="13710" cy="38845"/>
            </a:xfrm>
            <a:custGeom>
              <a:avLst/>
              <a:gdLst>
                <a:gd name="T0" fmla="*/ 3 w 6"/>
                <a:gd name="T1" fmla="*/ 0 h 16"/>
                <a:gd name="T2" fmla="*/ 6 w 6"/>
                <a:gd name="T3" fmla="*/ 11 h 16"/>
                <a:gd name="T4" fmla="*/ 3 w 6"/>
                <a:gd name="T5" fmla="*/ 15 h 16"/>
                <a:gd name="T6" fmla="*/ 0 w 6"/>
                <a:gd name="T7" fmla="*/ 7 h 16"/>
                <a:gd name="T8" fmla="*/ 3 w 6"/>
                <a:gd name="T9" fmla="*/ 0 h 16"/>
              </a:gdLst>
              <a:ahLst/>
              <a:cxnLst>
                <a:cxn ang="0">
                  <a:pos x="T0" y="T1"/>
                </a:cxn>
                <a:cxn ang="0">
                  <a:pos x="T2" y="T3"/>
                </a:cxn>
                <a:cxn ang="0">
                  <a:pos x="T4" y="T5"/>
                </a:cxn>
                <a:cxn ang="0">
                  <a:pos x="T6" y="T7"/>
                </a:cxn>
                <a:cxn ang="0">
                  <a:pos x="T8" y="T9"/>
                </a:cxn>
              </a:cxnLst>
              <a:rect l="0" t="0" r="r" b="b"/>
              <a:pathLst>
                <a:path w="6" h="16">
                  <a:moveTo>
                    <a:pt x="3" y="0"/>
                  </a:moveTo>
                  <a:cubicBezTo>
                    <a:pt x="4" y="5"/>
                    <a:pt x="6" y="9"/>
                    <a:pt x="6" y="11"/>
                  </a:cubicBezTo>
                  <a:cubicBezTo>
                    <a:pt x="6" y="13"/>
                    <a:pt x="4" y="16"/>
                    <a:pt x="3" y="15"/>
                  </a:cubicBezTo>
                  <a:cubicBezTo>
                    <a:pt x="2" y="15"/>
                    <a:pt x="1" y="10"/>
                    <a:pt x="0" y="7"/>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7" name="Freeform 3083">
              <a:extLst>
                <a:ext uri="{FF2B5EF4-FFF2-40B4-BE49-F238E27FC236}">
                  <a16:creationId xmlns:a16="http://schemas.microsoft.com/office/drawing/2014/main" id="{7E94546D-D6E2-F990-580E-71AC6B149D5D}"/>
                </a:ext>
              </a:extLst>
            </p:cNvPr>
            <p:cNvSpPr>
              <a:spLocks/>
            </p:cNvSpPr>
            <p:nvPr/>
          </p:nvSpPr>
          <p:spPr bwMode="auto">
            <a:xfrm rot="5094805">
              <a:off x="2512816" y="3182788"/>
              <a:ext cx="15995" cy="31990"/>
            </a:xfrm>
            <a:custGeom>
              <a:avLst/>
              <a:gdLst>
                <a:gd name="T0" fmla="*/ 6 w 6"/>
                <a:gd name="T1" fmla="*/ 8 h 13"/>
                <a:gd name="T2" fmla="*/ 3 w 6"/>
                <a:gd name="T3" fmla="*/ 12 h 13"/>
                <a:gd name="T4" fmla="*/ 0 w 6"/>
                <a:gd name="T5" fmla="*/ 4 h 13"/>
                <a:gd name="T6" fmla="*/ 2 w 6"/>
                <a:gd name="T7" fmla="*/ 0 h 13"/>
                <a:gd name="T8" fmla="*/ 6 w 6"/>
                <a:gd name="T9" fmla="*/ 8 h 13"/>
              </a:gdLst>
              <a:ahLst/>
              <a:cxnLst>
                <a:cxn ang="0">
                  <a:pos x="T0" y="T1"/>
                </a:cxn>
                <a:cxn ang="0">
                  <a:pos x="T2" y="T3"/>
                </a:cxn>
                <a:cxn ang="0">
                  <a:pos x="T4" y="T5"/>
                </a:cxn>
                <a:cxn ang="0">
                  <a:pos x="T6" y="T7"/>
                </a:cxn>
                <a:cxn ang="0">
                  <a:pos x="T8" y="T9"/>
                </a:cxn>
              </a:cxnLst>
              <a:rect l="0" t="0" r="r" b="b"/>
              <a:pathLst>
                <a:path w="6" h="13">
                  <a:moveTo>
                    <a:pt x="6" y="8"/>
                  </a:moveTo>
                  <a:cubicBezTo>
                    <a:pt x="5" y="10"/>
                    <a:pt x="4" y="13"/>
                    <a:pt x="3" y="12"/>
                  </a:cubicBezTo>
                  <a:cubicBezTo>
                    <a:pt x="2" y="11"/>
                    <a:pt x="1" y="7"/>
                    <a:pt x="0" y="4"/>
                  </a:cubicBezTo>
                  <a:cubicBezTo>
                    <a:pt x="1" y="3"/>
                    <a:pt x="1" y="0"/>
                    <a:pt x="2" y="0"/>
                  </a:cubicBezTo>
                  <a:cubicBezTo>
                    <a:pt x="3" y="1"/>
                    <a:pt x="5" y="4"/>
                    <a:pt x="6"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8" name="Freeform 3084">
              <a:extLst>
                <a:ext uri="{FF2B5EF4-FFF2-40B4-BE49-F238E27FC236}">
                  <a16:creationId xmlns:a16="http://schemas.microsoft.com/office/drawing/2014/main" id="{FB9B16DC-67E2-1273-795D-5172668E85F0}"/>
                </a:ext>
              </a:extLst>
            </p:cNvPr>
            <p:cNvSpPr>
              <a:spLocks/>
            </p:cNvSpPr>
            <p:nvPr/>
          </p:nvSpPr>
          <p:spPr bwMode="auto">
            <a:xfrm rot="5094805">
              <a:off x="2483890" y="3388475"/>
              <a:ext cx="13710" cy="27420"/>
            </a:xfrm>
            <a:custGeom>
              <a:avLst/>
              <a:gdLst>
                <a:gd name="T0" fmla="*/ 6 w 6"/>
                <a:gd name="T1" fmla="*/ 5 h 11"/>
                <a:gd name="T2" fmla="*/ 4 w 6"/>
                <a:gd name="T3" fmla="*/ 11 h 11"/>
                <a:gd name="T4" fmla="*/ 0 w 6"/>
                <a:gd name="T5" fmla="*/ 6 h 11"/>
                <a:gd name="T6" fmla="*/ 2 w 6"/>
                <a:gd name="T7" fmla="*/ 0 h 11"/>
                <a:gd name="T8" fmla="*/ 6 w 6"/>
                <a:gd name="T9" fmla="*/ 5 h 11"/>
              </a:gdLst>
              <a:ahLst/>
              <a:cxnLst>
                <a:cxn ang="0">
                  <a:pos x="T0" y="T1"/>
                </a:cxn>
                <a:cxn ang="0">
                  <a:pos x="T2" y="T3"/>
                </a:cxn>
                <a:cxn ang="0">
                  <a:pos x="T4" y="T5"/>
                </a:cxn>
                <a:cxn ang="0">
                  <a:pos x="T6" y="T7"/>
                </a:cxn>
                <a:cxn ang="0">
                  <a:pos x="T8" y="T9"/>
                </a:cxn>
              </a:cxnLst>
              <a:rect l="0" t="0" r="r" b="b"/>
              <a:pathLst>
                <a:path w="6" h="11">
                  <a:moveTo>
                    <a:pt x="6" y="5"/>
                  </a:moveTo>
                  <a:cubicBezTo>
                    <a:pt x="5" y="8"/>
                    <a:pt x="5" y="11"/>
                    <a:pt x="4" y="11"/>
                  </a:cubicBezTo>
                  <a:cubicBezTo>
                    <a:pt x="3" y="11"/>
                    <a:pt x="1" y="8"/>
                    <a:pt x="0" y="6"/>
                  </a:cubicBezTo>
                  <a:cubicBezTo>
                    <a:pt x="1" y="4"/>
                    <a:pt x="1" y="0"/>
                    <a:pt x="2" y="0"/>
                  </a:cubicBezTo>
                  <a:cubicBezTo>
                    <a:pt x="3" y="0"/>
                    <a:pt x="4" y="3"/>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9" name="Freeform 3085">
              <a:extLst>
                <a:ext uri="{FF2B5EF4-FFF2-40B4-BE49-F238E27FC236}">
                  <a16:creationId xmlns:a16="http://schemas.microsoft.com/office/drawing/2014/main" id="{65E9819C-D9C1-74D7-53D1-8C449598C796}"/>
                </a:ext>
              </a:extLst>
            </p:cNvPr>
            <p:cNvSpPr>
              <a:spLocks/>
            </p:cNvSpPr>
            <p:nvPr/>
          </p:nvSpPr>
          <p:spPr bwMode="auto">
            <a:xfrm rot="5094805">
              <a:off x="2475341" y="3587673"/>
              <a:ext cx="13710" cy="29705"/>
            </a:xfrm>
            <a:custGeom>
              <a:avLst/>
              <a:gdLst>
                <a:gd name="T0" fmla="*/ 2 w 5"/>
                <a:gd name="T1" fmla="*/ 0 h 12"/>
                <a:gd name="T2" fmla="*/ 5 w 5"/>
                <a:gd name="T3" fmla="*/ 8 h 12"/>
                <a:gd name="T4" fmla="*/ 2 w 5"/>
                <a:gd name="T5" fmla="*/ 12 h 12"/>
                <a:gd name="T6" fmla="*/ 0 w 5"/>
                <a:gd name="T7" fmla="*/ 6 h 12"/>
                <a:gd name="T8" fmla="*/ 2 w 5"/>
                <a:gd name="T9" fmla="*/ 0 h 12"/>
              </a:gdLst>
              <a:ahLst/>
              <a:cxnLst>
                <a:cxn ang="0">
                  <a:pos x="T0" y="T1"/>
                </a:cxn>
                <a:cxn ang="0">
                  <a:pos x="T2" y="T3"/>
                </a:cxn>
                <a:cxn ang="0">
                  <a:pos x="T4" y="T5"/>
                </a:cxn>
                <a:cxn ang="0">
                  <a:pos x="T6" y="T7"/>
                </a:cxn>
                <a:cxn ang="0">
                  <a:pos x="T8" y="T9"/>
                </a:cxn>
              </a:cxnLst>
              <a:rect l="0" t="0" r="r" b="b"/>
              <a:pathLst>
                <a:path w="5" h="12">
                  <a:moveTo>
                    <a:pt x="2" y="0"/>
                  </a:moveTo>
                  <a:cubicBezTo>
                    <a:pt x="3" y="3"/>
                    <a:pt x="5" y="6"/>
                    <a:pt x="5" y="8"/>
                  </a:cubicBezTo>
                  <a:cubicBezTo>
                    <a:pt x="5" y="10"/>
                    <a:pt x="3" y="12"/>
                    <a:pt x="2" y="12"/>
                  </a:cubicBezTo>
                  <a:cubicBezTo>
                    <a:pt x="1" y="12"/>
                    <a:pt x="0" y="8"/>
                    <a:pt x="0" y="6"/>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0" name="Freeform 3086">
              <a:extLst>
                <a:ext uri="{FF2B5EF4-FFF2-40B4-BE49-F238E27FC236}">
                  <a16:creationId xmlns:a16="http://schemas.microsoft.com/office/drawing/2014/main" id="{8944AD2C-39FE-AFE7-0564-166542606D38}"/>
                </a:ext>
              </a:extLst>
            </p:cNvPr>
            <p:cNvSpPr>
              <a:spLocks/>
            </p:cNvSpPr>
            <p:nvPr/>
          </p:nvSpPr>
          <p:spPr bwMode="auto">
            <a:xfrm rot="5094805">
              <a:off x="2498454" y="3786328"/>
              <a:ext cx="13710" cy="22850"/>
            </a:xfrm>
            <a:custGeom>
              <a:avLst/>
              <a:gdLst>
                <a:gd name="T0" fmla="*/ 6 w 6"/>
                <a:gd name="T1" fmla="*/ 3 h 9"/>
                <a:gd name="T2" fmla="*/ 4 w 6"/>
                <a:gd name="T3" fmla="*/ 9 h 9"/>
                <a:gd name="T4" fmla="*/ 0 w 6"/>
                <a:gd name="T5" fmla="*/ 6 h 9"/>
                <a:gd name="T6" fmla="*/ 2 w 6"/>
                <a:gd name="T7" fmla="*/ 0 h 9"/>
                <a:gd name="T8" fmla="*/ 6 w 6"/>
                <a:gd name="T9" fmla="*/ 3 h 9"/>
              </a:gdLst>
              <a:ahLst/>
              <a:cxnLst>
                <a:cxn ang="0">
                  <a:pos x="T0" y="T1"/>
                </a:cxn>
                <a:cxn ang="0">
                  <a:pos x="T2" y="T3"/>
                </a:cxn>
                <a:cxn ang="0">
                  <a:pos x="T4" y="T5"/>
                </a:cxn>
                <a:cxn ang="0">
                  <a:pos x="T6" y="T7"/>
                </a:cxn>
                <a:cxn ang="0">
                  <a:pos x="T8" y="T9"/>
                </a:cxn>
              </a:cxnLst>
              <a:rect l="0" t="0" r="r" b="b"/>
              <a:pathLst>
                <a:path w="6" h="9">
                  <a:moveTo>
                    <a:pt x="6" y="3"/>
                  </a:moveTo>
                  <a:cubicBezTo>
                    <a:pt x="5" y="6"/>
                    <a:pt x="5" y="9"/>
                    <a:pt x="4" y="9"/>
                  </a:cubicBezTo>
                  <a:cubicBezTo>
                    <a:pt x="3" y="9"/>
                    <a:pt x="1" y="7"/>
                    <a:pt x="0" y="6"/>
                  </a:cubicBezTo>
                  <a:cubicBezTo>
                    <a:pt x="1" y="4"/>
                    <a:pt x="1" y="1"/>
                    <a:pt x="2" y="0"/>
                  </a:cubicBezTo>
                  <a:cubicBezTo>
                    <a:pt x="3" y="0"/>
                    <a:pt x="4" y="2"/>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1" name="Freeform 3087">
              <a:extLst>
                <a:ext uri="{FF2B5EF4-FFF2-40B4-BE49-F238E27FC236}">
                  <a16:creationId xmlns:a16="http://schemas.microsoft.com/office/drawing/2014/main" id="{6E4ED550-855E-3CD8-78F7-232694860893}"/>
                </a:ext>
              </a:extLst>
            </p:cNvPr>
            <p:cNvSpPr>
              <a:spLocks/>
            </p:cNvSpPr>
            <p:nvPr/>
          </p:nvSpPr>
          <p:spPr bwMode="auto">
            <a:xfrm rot="5094805">
              <a:off x="2258858" y="1055887"/>
              <a:ext cx="15995" cy="22850"/>
            </a:xfrm>
            <a:custGeom>
              <a:avLst/>
              <a:gdLst>
                <a:gd name="T0" fmla="*/ 3 w 6"/>
                <a:gd name="T1" fmla="*/ 0 h 9"/>
                <a:gd name="T2" fmla="*/ 6 w 6"/>
                <a:gd name="T3" fmla="*/ 6 h 9"/>
                <a:gd name="T4" fmla="*/ 3 w 6"/>
                <a:gd name="T5" fmla="*/ 9 h 9"/>
                <a:gd name="T6" fmla="*/ 1 w 6"/>
                <a:gd name="T7" fmla="*/ 5 h 9"/>
                <a:gd name="T8" fmla="*/ 3 w 6"/>
                <a:gd name="T9" fmla="*/ 0 h 9"/>
              </a:gdLst>
              <a:ahLst/>
              <a:cxnLst>
                <a:cxn ang="0">
                  <a:pos x="T0" y="T1"/>
                </a:cxn>
                <a:cxn ang="0">
                  <a:pos x="T2" y="T3"/>
                </a:cxn>
                <a:cxn ang="0">
                  <a:pos x="T4" y="T5"/>
                </a:cxn>
                <a:cxn ang="0">
                  <a:pos x="T6" y="T7"/>
                </a:cxn>
                <a:cxn ang="0">
                  <a:pos x="T8" y="T9"/>
                </a:cxn>
              </a:cxnLst>
              <a:rect l="0" t="0" r="r" b="b"/>
              <a:pathLst>
                <a:path w="6" h="9">
                  <a:moveTo>
                    <a:pt x="3" y="0"/>
                  </a:moveTo>
                  <a:cubicBezTo>
                    <a:pt x="4" y="3"/>
                    <a:pt x="6" y="5"/>
                    <a:pt x="6" y="6"/>
                  </a:cubicBezTo>
                  <a:cubicBezTo>
                    <a:pt x="6" y="7"/>
                    <a:pt x="4" y="9"/>
                    <a:pt x="3" y="9"/>
                  </a:cubicBezTo>
                  <a:cubicBezTo>
                    <a:pt x="2" y="9"/>
                    <a:pt x="1" y="6"/>
                    <a:pt x="1" y="5"/>
                  </a:cubicBezTo>
                  <a:cubicBezTo>
                    <a:pt x="0" y="4"/>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2" name="Freeform 3088">
              <a:extLst>
                <a:ext uri="{FF2B5EF4-FFF2-40B4-BE49-F238E27FC236}">
                  <a16:creationId xmlns:a16="http://schemas.microsoft.com/office/drawing/2014/main" id="{4CDF9563-362B-C59D-1EFD-E476424706BC}"/>
                </a:ext>
              </a:extLst>
            </p:cNvPr>
            <p:cNvSpPr>
              <a:spLocks/>
            </p:cNvSpPr>
            <p:nvPr/>
          </p:nvSpPr>
          <p:spPr bwMode="auto">
            <a:xfrm rot="5094805">
              <a:off x="2223730" y="873075"/>
              <a:ext cx="18280" cy="11425"/>
            </a:xfrm>
            <a:custGeom>
              <a:avLst/>
              <a:gdLst>
                <a:gd name="T0" fmla="*/ 7 w 7"/>
                <a:gd name="T1" fmla="*/ 3 h 5"/>
                <a:gd name="T2" fmla="*/ 3 w 7"/>
                <a:gd name="T3" fmla="*/ 5 h 5"/>
                <a:gd name="T4" fmla="*/ 0 w 7"/>
                <a:gd name="T5" fmla="*/ 2 h 5"/>
                <a:gd name="T6" fmla="*/ 3 w 7"/>
                <a:gd name="T7" fmla="*/ 0 h 5"/>
                <a:gd name="T8" fmla="*/ 7 w 7"/>
                <a:gd name="T9" fmla="*/ 3 h 5"/>
              </a:gdLst>
              <a:ahLst/>
              <a:cxnLst>
                <a:cxn ang="0">
                  <a:pos x="T0" y="T1"/>
                </a:cxn>
                <a:cxn ang="0">
                  <a:pos x="T2" y="T3"/>
                </a:cxn>
                <a:cxn ang="0">
                  <a:pos x="T4" y="T5"/>
                </a:cxn>
                <a:cxn ang="0">
                  <a:pos x="T6" y="T7"/>
                </a:cxn>
                <a:cxn ang="0">
                  <a:pos x="T8" y="T9"/>
                </a:cxn>
              </a:cxnLst>
              <a:rect l="0" t="0" r="r" b="b"/>
              <a:pathLst>
                <a:path w="7" h="5">
                  <a:moveTo>
                    <a:pt x="7" y="3"/>
                  </a:moveTo>
                  <a:cubicBezTo>
                    <a:pt x="5" y="4"/>
                    <a:pt x="4" y="5"/>
                    <a:pt x="3" y="5"/>
                  </a:cubicBezTo>
                  <a:cubicBezTo>
                    <a:pt x="2" y="5"/>
                    <a:pt x="1" y="3"/>
                    <a:pt x="0" y="2"/>
                  </a:cubicBezTo>
                  <a:cubicBezTo>
                    <a:pt x="1" y="1"/>
                    <a:pt x="2" y="0"/>
                    <a:pt x="3" y="0"/>
                  </a:cubicBezTo>
                  <a:cubicBezTo>
                    <a:pt x="4" y="0"/>
                    <a:pt x="5" y="1"/>
                    <a:pt x="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3" name="Freeform 3089">
              <a:extLst>
                <a:ext uri="{FF2B5EF4-FFF2-40B4-BE49-F238E27FC236}">
                  <a16:creationId xmlns:a16="http://schemas.microsoft.com/office/drawing/2014/main" id="{5D9A2D0D-209A-9E02-EFE7-0DFCA79D43FF}"/>
                </a:ext>
              </a:extLst>
            </p:cNvPr>
            <p:cNvSpPr>
              <a:spLocks/>
            </p:cNvSpPr>
            <p:nvPr/>
          </p:nvSpPr>
          <p:spPr bwMode="auto">
            <a:xfrm rot="5094805">
              <a:off x="2195245" y="680929"/>
              <a:ext cx="11425" cy="13710"/>
            </a:xfrm>
            <a:custGeom>
              <a:avLst/>
              <a:gdLst>
                <a:gd name="T0" fmla="*/ 2 w 5"/>
                <a:gd name="T1" fmla="*/ 0 h 5"/>
                <a:gd name="T2" fmla="*/ 5 w 5"/>
                <a:gd name="T3" fmla="*/ 3 h 5"/>
                <a:gd name="T4" fmla="*/ 2 w 5"/>
                <a:gd name="T5" fmla="*/ 5 h 5"/>
                <a:gd name="T6" fmla="*/ 0 w 5"/>
                <a:gd name="T7" fmla="*/ 3 h 5"/>
                <a:gd name="T8" fmla="*/ 2 w 5"/>
                <a:gd name="T9" fmla="*/ 0 h 5"/>
              </a:gdLst>
              <a:ahLst/>
              <a:cxnLst>
                <a:cxn ang="0">
                  <a:pos x="T0" y="T1"/>
                </a:cxn>
                <a:cxn ang="0">
                  <a:pos x="T2" y="T3"/>
                </a:cxn>
                <a:cxn ang="0">
                  <a:pos x="T4" y="T5"/>
                </a:cxn>
                <a:cxn ang="0">
                  <a:pos x="T6" y="T7"/>
                </a:cxn>
                <a:cxn ang="0">
                  <a:pos x="T8" y="T9"/>
                </a:cxn>
              </a:cxnLst>
              <a:rect l="0" t="0" r="r" b="b"/>
              <a:pathLst>
                <a:path w="5" h="5">
                  <a:moveTo>
                    <a:pt x="2" y="0"/>
                  </a:moveTo>
                  <a:cubicBezTo>
                    <a:pt x="3" y="2"/>
                    <a:pt x="5" y="3"/>
                    <a:pt x="5" y="3"/>
                  </a:cubicBezTo>
                  <a:cubicBezTo>
                    <a:pt x="5" y="4"/>
                    <a:pt x="3" y="5"/>
                    <a:pt x="2" y="5"/>
                  </a:cubicBezTo>
                  <a:cubicBezTo>
                    <a:pt x="1" y="5"/>
                    <a:pt x="0" y="4"/>
                    <a:pt x="0" y="3"/>
                  </a:cubicBezTo>
                  <a:cubicBezTo>
                    <a:pt x="0" y="2"/>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4" name="Freeform 3090">
              <a:extLst>
                <a:ext uri="{FF2B5EF4-FFF2-40B4-BE49-F238E27FC236}">
                  <a16:creationId xmlns:a16="http://schemas.microsoft.com/office/drawing/2014/main" id="{8D4371CA-82D8-24AD-AFC2-36AE75573079}"/>
                </a:ext>
              </a:extLst>
            </p:cNvPr>
            <p:cNvSpPr>
              <a:spLocks/>
            </p:cNvSpPr>
            <p:nvPr/>
          </p:nvSpPr>
          <p:spPr bwMode="auto">
            <a:xfrm rot="5094805">
              <a:off x="2155468" y="494058"/>
              <a:ext cx="11425" cy="9140"/>
            </a:xfrm>
            <a:custGeom>
              <a:avLst/>
              <a:gdLst>
                <a:gd name="T0" fmla="*/ 2 w 5"/>
                <a:gd name="T1" fmla="*/ 0 h 4"/>
                <a:gd name="T2" fmla="*/ 5 w 5"/>
                <a:gd name="T3" fmla="*/ 2 h 4"/>
                <a:gd name="T4" fmla="*/ 2 w 5"/>
                <a:gd name="T5" fmla="*/ 4 h 4"/>
                <a:gd name="T6" fmla="*/ 0 w 5"/>
                <a:gd name="T7" fmla="*/ 3 h 4"/>
                <a:gd name="T8" fmla="*/ 2 w 5"/>
                <a:gd name="T9" fmla="*/ 0 h 4"/>
              </a:gdLst>
              <a:ahLst/>
              <a:cxnLst>
                <a:cxn ang="0">
                  <a:pos x="T0" y="T1"/>
                </a:cxn>
                <a:cxn ang="0">
                  <a:pos x="T2" y="T3"/>
                </a:cxn>
                <a:cxn ang="0">
                  <a:pos x="T4" y="T5"/>
                </a:cxn>
                <a:cxn ang="0">
                  <a:pos x="T6" y="T7"/>
                </a:cxn>
                <a:cxn ang="0">
                  <a:pos x="T8" y="T9"/>
                </a:cxn>
              </a:cxnLst>
              <a:rect l="0" t="0" r="r" b="b"/>
              <a:pathLst>
                <a:path w="5" h="4">
                  <a:moveTo>
                    <a:pt x="2" y="0"/>
                  </a:moveTo>
                  <a:cubicBezTo>
                    <a:pt x="4" y="1"/>
                    <a:pt x="5" y="2"/>
                    <a:pt x="5" y="2"/>
                  </a:cubicBezTo>
                  <a:cubicBezTo>
                    <a:pt x="5" y="3"/>
                    <a:pt x="3" y="4"/>
                    <a:pt x="2" y="4"/>
                  </a:cubicBezTo>
                  <a:cubicBezTo>
                    <a:pt x="1" y="4"/>
                    <a:pt x="0" y="3"/>
                    <a:pt x="0" y="3"/>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5" name="Freeform 3091">
              <a:extLst>
                <a:ext uri="{FF2B5EF4-FFF2-40B4-BE49-F238E27FC236}">
                  <a16:creationId xmlns:a16="http://schemas.microsoft.com/office/drawing/2014/main" id="{9CE2299B-7553-A585-FA6C-90663E5441AD}"/>
                </a:ext>
              </a:extLst>
            </p:cNvPr>
            <p:cNvSpPr>
              <a:spLocks/>
            </p:cNvSpPr>
            <p:nvPr/>
          </p:nvSpPr>
          <p:spPr bwMode="auto">
            <a:xfrm rot="5094805">
              <a:off x="2102026" y="308200"/>
              <a:ext cx="15995" cy="4570"/>
            </a:xfrm>
            <a:custGeom>
              <a:avLst/>
              <a:gdLst>
                <a:gd name="T0" fmla="*/ 6 w 6"/>
                <a:gd name="T1" fmla="*/ 0 h 2"/>
                <a:gd name="T2" fmla="*/ 3 w 6"/>
                <a:gd name="T3" fmla="*/ 2 h 2"/>
                <a:gd name="T4" fmla="*/ 0 w 6"/>
                <a:gd name="T5" fmla="*/ 2 h 2"/>
                <a:gd name="T6" fmla="*/ 2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5" y="1"/>
                    <a:pt x="4" y="2"/>
                    <a:pt x="3" y="2"/>
                  </a:cubicBezTo>
                  <a:cubicBezTo>
                    <a:pt x="2" y="2"/>
                    <a:pt x="1" y="2"/>
                    <a:pt x="0" y="2"/>
                  </a:cubicBezTo>
                  <a:cubicBezTo>
                    <a:pt x="1" y="2"/>
                    <a:pt x="1" y="1"/>
                    <a:pt x="2" y="1"/>
                  </a:cubicBezTo>
                  <a:cubicBezTo>
                    <a:pt x="3" y="0"/>
                    <a:pt x="4"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6" name="Freeform 3092">
              <a:extLst>
                <a:ext uri="{FF2B5EF4-FFF2-40B4-BE49-F238E27FC236}">
                  <a16:creationId xmlns:a16="http://schemas.microsoft.com/office/drawing/2014/main" id="{7A24710F-E806-FFFD-6E1E-E58E56E06B79}"/>
                </a:ext>
              </a:extLst>
            </p:cNvPr>
            <p:cNvSpPr>
              <a:spLocks/>
            </p:cNvSpPr>
            <p:nvPr/>
          </p:nvSpPr>
          <p:spPr bwMode="auto">
            <a:xfrm rot="5094805">
              <a:off x="2032863" y="123953"/>
              <a:ext cx="15995" cy="4570"/>
            </a:xfrm>
            <a:custGeom>
              <a:avLst/>
              <a:gdLst>
                <a:gd name="T0" fmla="*/ 6 w 6"/>
                <a:gd name="T1" fmla="*/ 0 h 2"/>
                <a:gd name="T2" fmla="*/ 3 w 6"/>
                <a:gd name="T3" fmla="*/ 1 h 2"/>
                <a:gd name="T4" fmla="*/ 0 w 6"/>
                <a:gd name="T5" fmla="*/ 2 h 2"/>
                <a:gd name="T6" fmla="*/ 2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4" y="1"/>
                    <a:pt x="4" y="1"/>
                    <a:pt x="3" y="1"/>
                  </a:cubicBezTo>
                  <a:cubicBezTo>
                    <a:pt x="2" y="2"/>
                    <a:pt x="1" y="2"/>
                    <a:pt x="0" y="2"/>
                  </a:cubicBezTo>
                  <a:cubicBezTo>
                    <a:pt x="0" y="2"/>
                    <a:pt x="1" y="1"/>
                    <a:pt x="2" y="1"/>
                  </a:cubicBezTo>
                  <a:cubicBezTo>
                    <a:pt x="3" y="1"/>
                    <a:pt x="4"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7" name="Freeform 3093">
              <a:extLst>
                <a:ext uri="{FF2B5EF4-FFF2-40B4-BE49-F238E27FC236}">
                  <a16:creationId xmlns:a16="http://schemas.microsoft.com/office/drawing/2014/main" id="{B4293BD4-D396-FDCA-FF20-02FF3E1D9AC8}"/>
                </a:ext>
              </a:extLst>
            </p:cNvPr>
            <p:cNvSpPr>
              <a:spLocks/>
            </p:cNvSpPr>
            <p:nvPr/>
          </p:nvSpPr>
          <p:spPr bwMode="auto">
            <a:xfrm rot="5094805">
              <a:off x="1943120" y="-60649"/>
              <a:ext cx="13710" cy="6855"/>
            </a:xfrm>
            <a:custGeom>
              <a:avLst/>
              <a:gdLst>
                <a:gd name="T0" fmla="*/ 6 w 6"/>
                <a:gd name="T1" fmla="*/ 0 h 3"/>
                <a:gd name="T2" fmla="*/ 2 w 6"/>
                <a:gd name="T3" fmla="*/ 2 h 3"/>
                <a:gd name="T4" fmla="*/ 0 w 6"/>
                <a:gd name="T5" fmla="*/ 3 h 3"/>
                <a:gd name="T6" fmla="*/ 2 w 6"/>
                <a:gd name="T7" fmla="*/ 1 h 3"/>
                <a:gd name="T8" fmla="*/ 6 w 6"/>
                <a:gd name="T9" fmla="*/ 0 h 3"/>
              </a:gdLst>
              <a:ahLst/>
              <a:cxnLst>
                <a:cxn ang="0">
                  <a:pos x="T0" y="T1"/>
                </a:cxn>
                <a:cxn ang="0">
                  <a:pos x="T2" y="T3"/>
                </a:cxn>
                <a:cxn ang="0">
                  <a:pos x="T4" y="T5"/>
                </a:cxn>
                <a:cxn ang="0">
                  <a:pos x="T6" y="T7"/>
                </a:cxn>
                <a:cxn ang="0">
                  <a:pos x="T8" y="T9"/>
                </a:cxn>
              </a:cxnLst>
              <a:rect l="0" t="0" r="r" b="b"/>
              <a:pathLst>
                <a:path w="6" h="3">
                  <a:moveTo>
                    <a:pt x="6" y="0"/>
                  </a:moveTo>
                  <a:cubicBezTo>
                    <a:pt x="4" y="1"/>
                    <a:pt x="3" y="1"/>
                    <a:pt x="2" y="2"/>
                  </a:cubicBezTo>
                  <a:cubicBezTo>
                    <a:pt x="1" y="2"/>
                    <a:pt x="0" y="3"/>
                    <a:pt x="0" y="3"/>
                  </a:cubicBezTo>
                  <a:cubicBezTo>
                    <a:pt x="0" y="2"/>
                    <a:pt x="1" y="2"/>
                    <a:pt x="2" y="1"/>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8" name="Freeform 3114">
              <a:extLst>
                <a:ext uri="{FF2B5EF4-FFF2-40B4-BE49-F238E27FC236}">
                  <a16:creationId xmlns:a16="http://schemas.microsoft.com/office/drawing/2014/main" id="{3CB12D8F-7A32-D731-65E2-E5F9182A9115}"/>
                </a:ext>
              </a:extLst>
            </p:cNvPr>
            <p:cNvSpPr>
              <a:spLocks/>
            </p:cNvSpPr>
            <p:nvPr/>
          </p:nvSpPr>
          <p:spPr bwMode="auto">
            <a:xfrm rot="5094805">
              <a:off x="3356122" y="6827634"/>
              <a:ext cx="11425" cy="15995"/>
            </a:xfrm>
            <a:custGeom>
              <a:avLst/>
              <a:gdLst>
                <a:gd name="T0" fmla="*/ 2 w 5"/>
                <a:gd name="T1" fmla="*/ 0 h 6"/>
                <a:gd name="T2" fmla="*/ 5 w 5"/>
                <a:gd name="T3" fmla="*/ 2 h 6"/>
                <a:gd name="T4" fmla="*/ 2 w 5"/>
                <a:gd name="T5" fmla="*/ 5 h 6"/>
                <a:gd name="T6" fmla="*/ 0 w 5"/>
                <a:gd name="T7" fmla="*/ 4 h 6"/>
                <a:gd name="T8" fmla="*/ 2 w 5"/>
                <a:gd name="T9" fmla="*/ 0 h 6"/>
              </a:gdLst>
              <a:ahLst/>
              <a:cxnLst>
                <a:cxn ang="0">
                  <a:pos x="T0" y="T1"/>
                </a:cxn>
                <a:cxn ang="0">
                  <a:pos x="T2" y="T3"/>
                </a:cxn>
                <a:cxn ang="0">
                  <a:pos x="T4" y="T5"/>
                </a:cxn>
                <a:cxn ang="0">
                  <a:pos x="T6" y="T7"/>
                </a:cxn>
                <a:cxn ang="0">
                  <a:pos x="T8" y="T9"/>
                </a:cxn>
              </a:cxnLst>
              <a:rect l="0" t="0" r="r" b="b"/>
              <a:pathLst>
                <a:path w="5" h="6">
                  <a:moveTo>
                    <a:pt x="2" y="0"/>
                  </a:moveTo>
                  <a:cubicBezTo>
                    <a:pt x="3" y="1"/>
                    <a:pt x="5" y="1"/>
                    <a:pt x="5" y="2"/>
                  </a:cubicBezTo>
                  <a:cubicBezTo>
                    <a:pt x="4" y="3"/>
                    <a:pt x="3" y="5"/>
                    <a:pt x="2" y="5"/>
                  </a:cubicBezTo>
                  <a:cubicBezTo>
                    <a:pt x="1" y="6"/>
                    <a:pt x="0" y="5"/>
                    <a:pt x="0" y="4"/>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9" name="Freeform 3115">
              <a:extLst>
                <a:ext uri="{FF2B5EF4-FFF2-40B4-BE49-F238E27FC236}">
                  <a16:creationId xmlns:a16="http://schemas.microsoft.com/office/drawing/2014/main" id="{1DEFDD91-6D66-ECA0-BE64-230ACA93992F}"/>
                </a:ext>
              </a:extLst>
            </p:cNvPr>
            <p:cNvSpPr>
              <a:spLocks/>
            </p:cNvSpPr>
            <p:nvPr/>
          </p:nvSpPr>
          <p:spPr bwMode="auto">
            <a:xfrm rot="5094805">
              <a:off x="2538627" y="3979834"/>
              <a:ext cx="18280" cy="22850"/>
            </a:xfrm>
            <a:custGeom>
              <a:avLst/>
              <a:gdLst>
                <a:gd name="T0" fmla="*/ 7 w 7"/>
                <a:gd name="T1" fmla="*/ 4 h 9"/>
                <a:gd name="T2" fmla="*/ 3 w 7"/>
                <a:gd name="T3" fmla="*/ 9 h 9"/>
                <a:gd name="T4" fmla="*/ 0 w 7"/>
                <a:gd name="T5" fmla="*/ 4 h 9"/>
                <a:gd name="T6" fmla="*/ 3 w 7"/>
                <a:gd name="T7" fmla="*/ 0 h 9"/>
                <a:gd name="T8" fmla="*/ 7 w 7"/>
                <a:gd name="T9" fmla="*/ 4 h 9"/>
              </a:gdLst>
              <a:ahLst/>
              <a:cxnLst>
                <a:cxn ang="0">
                  <a:pos x="T0" y="T1"/>
                </a:cxn>
                <a:cxn ang="0">
                  <a:pos x="T2" y="T3"/>
                </a:cxn>
                <a:cxn ang="0">
                  <a:pos x="T4" y="T5"/>
                </a:cxn>
                <a:cxn ang="0">
                  <a:pos x="T6" y="T7"/>
                </a:cxn>
                <a:cxn ang="0">
                  <a:pos x="T8" y="T9"/>
                </a:cxn>
              </a:cxnLst>
              <a:rect l="0" t="0" r="r" b="b"/>
              <a:pathLst>
                <a:path w="7" h="9">
                  <a:moveTo>
                    <a:pt x="7" y="4"/>
                  </a:moveTo>
                  <a:cubicBezTo>
                    <a:pt x="5" y="6"/>
                    <a:pt x="4" y="9"/>
                    <a:pt x="3" y="9"/>
                  </a:cubicBezTo>
                  <a:cubicBezTo>
                    <a:pt x="2" y="8"/>
                    <a:pt x="1" y="6"/>
                    <a:pt x="0" y="4"/>
                  </a:cubicBezTo>
                  <a:cubicBezTo>
                    <a:pt x="1" y="3"/>
                    <a:pt x="2" y="0"/>
                    <a:pt x="3" y="0"/>
                  </a:cubicBezTo>
                  <a:cubicBezTo>
                    <a:pt x="4" y="0"/>
                    <a:pt x="5" y="2"/>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0" name="Freeform 3116">
              <a:extLst>
                <a:ext uri="{FF2B5EF4-FFF2-40B4-BE49-F238E27FC236}">
                  <a16:creationId xmlns:a16="http://schemas.microsoft.com/office/drawing/2014/main" id="{A330945B-CF6F-E5FF-6A78-32ACC89CC73A}"/>
                </a:ext>
              </a:extLst>
            </p:cNvPr>
            <p:cNvSpPr>
              <a:spLocks/>
            </p:cNvSpPr>
            <p:nvPr/>
          </p:nvSpPr>
          <p:spPr bwMode="auto">
            <a:xfrm rot="5094805">
              <a:off x="2586476" y="4171805"/>
              <a:ext cx="15995" cy="18280"/>
            </a:xfrm>
            <a:custGeom>
              <a:avLst/>
              <a:gdLst>
                <a:gd name="T0" fmla="*/ 6 w 6"/>
                <a:gd name="T1" fmla="*/ 2 h 7"/>
                <a:gd name="T2" fmla="*/ 3 w 6"/>
                <a:gd name="T3" fmla="*/ 7 h 7"/>
                <a:gd name="T4" fmla="*/ 0 w 6"/>
                <a:gd name="T5" fmla="*/ 5 h 7"/>
                <a:gd name="T6" fmla="*/ 2 w 6"/>
                <a:gd name="T7" fmla="*/ 0 h 7"/>
                <a:gd name="T8" fmla="*/ 6 w 6"/>
                <a:gd name="T9" fmla="*/ 2 h 7"/>
              </a:gdLst>
              <a:ahLst/>
              <a:cxnLst>
                <a:cxn ang="0">
                  <a:pos x="T0" y="T1"/>
                </a:cxn>
                <a:cxn ang="0">
                  <a:pos x="T2" y="T3"/>
                </a:cxn>
                <a:cxn ang="0">
                  <a:pos x="T4" y="T5"/>
                </a:cxn>
                <a:cxn ang="0">
                  <a:pos x="T6" y="T7"/>
                </a:cxn>
                <a:cxn ang="0">
                  <a:pos x="T8" y="T9"/>
                </a:cxn>
              </a:cxnLst>
              <a:rect l="0" t="0" r="r" b="b"/>
              <a:pathLst>
                <a:path w="6" h="7">
                  <a:moveTo>
                    <a:pt x="6" y="2"/>
                  </a:moveTo>
                  <a:cubicBezTo>
                    <a:pt x="5" y="4"/>
                    <a:pt x="4" y="7"/>
                    <a:pt x="3" y="7"/>
                  </a:cubicBezTo>
                  <a:cubicBezTo>
                    <a:pt x="2" y="7"/>
                    <a:pt x="1" y="6"/>
                    <a:pt x="0" y="5"/>
                  </a:cubicBezTo>
                  <a:cubicBezTo>
                    <a:pt x="1" y="3"/>
                    <a:pt x="1" y="1"/>
                    <a:pt x="2" y="0"/>
                  </a:cubicBezTo>
                  <a:cubicBezTo>
                    <a:pt x="3" y="0"/>
                    <a:pt x="4" y="1"/>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1" name="Freeform 3117">
              <a:extLst>
                <a:ext uri="{FF2B5EF4-FFF2-40B4-BE49-F238E27FC236}">
                  <a16:creationId xmlns:a16="http://schemas.microsoft.com/office/drawing/2014/main" id="{9ECA8FEF-232B-D414-DC41-B53ADF6E0096}"/>
                </a:ext>
              </a:extLst>
            </p:cNvPr>
            <p:cNvSpPr>
              <a:spLocks/>
            </p:cNvSpPr>
            <p:nvPr/>
          </p:nvSpPr>
          <p:spPr bwMode="auto">
            <a:xfrm rot="5094805">
              <a:off x="2636804" y="4363565"/>
              <a:ext cx="13710" cy="18280"/>
            </a:xfrm>
            <a:custGeom>
              <a:avLst/>
              <a:gdLst>
                <a:gd name="T0" fmla="*/ 6 w 6"/>
                <a:gd name="T1" fmla="*/ 3 h 7"/>
                <a:gd name="T2" fmla="*/ 3 w 6"/>
                <a:gd name="T3" fmla="*/ 7 h 7"/>
                <a:gd name="T4" fmla="*/ 0 w 6"/>
                <a:gd name="T5" fmla="*/ 5 h 7"/>
                <a:gd name="T6" fmla="*/ 2 w 6"/>
                <a:gd name="T7" fmla="*/ 1 h 7"/>
                <a:gd name="T8" fmla="*/ 6 w 6"/>
                <a:gd name="T9" fmla="*/ 3 h 7"/>
              </a:gdLst>
              <a:ahLst/>
              <a:cxnLst>
                <a:cxn ang="0">
                  <a:pos x="T0" y="T1"/>
                </a:cxn>
                <a:cxn ang="0">
                  <a:pos x="T2" y="T3"/>
                </a:cxn>
                <a:cxn ang="0">
                  <a:pos x="T4" y="T5"/>
                </a:cxn>
                <a:cxn ang="0">
                  <a:pos x="T6" y="T7"/>
                </a:cxn>
                <a:cxn ang="0">
                  <a:pos x="T8" y="T9"/>
                </a:cxn>
              </a:cxnLst>
              <a:rect l="0" t="0" r="r" b="b"/>
              <a:pathLst>
                <a:path w="6" h="7">
                  <a:moveTo>
                    <a:pt x="6" y="3"/>
                  </a:moveTo>
                  <a:cubicBezTo>
                    <a:pt x="5" y="5"/>
                    <a:pt x="4" y="7"/>
                    <a:pt x="3" y="7"/>
                  </a:cubicBezTo>
                  <a:cubicBezTo>
                    <a:pt x="2" y="7"/>
                    <a:pt x="1" y="6"/>
                    <a:pt x="0" y="5"/>
                  </a:cubicBezTo>
                  <a:cubicBezTo>
                    <a:pt x="0" y="4"/>
                    <a:pt x="1" y="1"/>
                    <a:pt x="2" y="1"/>
                  </a:cubicBezTo>
                  <a:cubicBezTo>
                    <a:pt x="3" y="0"/>
                    <a:pt x="4" y="2"/>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2" name="Freeform 3118">
              <a:extLst>
                <a:ext uri="{FF2B5EF4-FFF2-40B4-BE49-F238E27FC236}">
                  <a16:creationId xmlns:a16="http://schemas.microsoft.com/office/drawing/2014/main" id="{AF7DE343-0E14-98FC-A189-78EB3173D5BA}"/>
                </a:ext>
              </a:extLst>
            </p:cNvPr>
            <p:cNvSpPr>
              <a:spLocks/>
            </p:cNvSpPr>
            <p:nvPr/>
          </p:nvSpPr>
          <p:spPr bwMode="auto">
            <a:xfrm rot="5094805">
              <a:off x="2683409" y="4552113"/>
              <a:ext cx="13710" cy="18280"/>
            </a:xfrm>
            <a:custGeom>
              <a:avLst/>
              <a:gdLst>
                <a:gd name="T0" fmla="*/ 3 w 6"/>
                <a:gd name="T1" fmla="*/ 7 h 7"/>
                <a:gd name="T2" fmla="*/ 0 w 6"/>
                <a:gd name="T3" fmla="*/ 3 h 7"/>
                <a:gd name="T4" fmla="*/ 3 w 6"/>
                <a:gd name="T5" fmla="*/ 0 h 7"/>
                <a:gd name="T6" fmla="*/ 6 w 6"/>
                <a:gd name="T7" fmla="*/ 3 h 7"/>
                <a:gd name="T8" fmla="*/ 3 w 6"/>
                <a:gd name="T9" fmla="*/ 7 h 7"/>
              </a:gdLst>
              <a:ahLst/>
              <a:cxnLst>
                <a:cxn ang="0">
                  <a:pos x="T0" y="T1"/>
                </a:cxn>
                <a:cxn ang="0">
                  <a:pos x="T2" y="T3"/>
                </a:cxn>
                <a:cxn ang="0">
                  <a:pos x="T4" y="T5"/>
                </a:cxn>
                <a:cxn ang="0">
                  <a:pos x="T6" y="T7"/>
                </a:cxn>
                <a:cxn ang="0">
                  <a:pos x="T8" y="T9"/>
                </a:cxn>
              </a:cxnLst>
              <a:rect l="0" t="0" r="r" b="b"/>
              <a:pathLst>
                <a:path w="6" h="7">
                  <a:moveTo>
                    <a:pt x="3" y="7"/>
                  </a:moveTo>
                  <a:cubicBezTo>
                    <a:pt x="2" y="5"/>
                    <a:pt x="0" y="4"/>
                    <a:pt x="0" y="3"/>
                  </a:cubicBezTo>
                  <a:cubicBezTo>
                    <a:pt x="1" y="1"/>
                    <a:pt x="2" y="0"/>
                    <a:pt x="3" y="0"/>
                  </a:cubicBezTo>
                  <a:cubicBezTo>
                    <a:pt x="4" y="0"/>
                    <a:pt x="6" y="2"/>
                    <a:pt x="6" y="3"/>
                  </a:cubicBezTo>
                  <a:cubicBezTo>
                    <a:pt x="6" y="4"/>
                    <a:pt x="4" y="5"/>
                    <a:pt x="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3" name="Freeform 3119">
              <a:extLst>
                <a:ext uri="{FF2B5EF4-FFF2-40B4-BE49-F238E27FC236}">
                  <a16:creationId xmlns:a16="http://schemas.microsoft.com/office/drawing/2014/main" id="{CEE937EA-37CE-FCD3-03C4-BD500CA9BC01}"/>
                </a:ext>
              </a:extLst>
            </p:cNvPr>
            <p:cNvSpPr>
              <a:spLocks/>
            </p:cNvSpPr>
            <p:nvPr/>
          </p:nvSpPr>
          <p:spPr bwMode="auto">
            <a:xfrm rot="5094805">
              <a:off x="2734768" y="4742533"/>
              <a:ext cx="13710" cy="18280"/>
            </a:xfrm>
            <a:custGeom>
              <a:avLst/>
              <a:gdLst>
                <a:gd name="T0" fmla="*/ 3 w 5"/>
                <a:gd name="T1" fmla="*/ 7 h 7"/>
                <a:gd name="T2" fmla="*/ 0 w 5"/>
                <a:gd name="T3" fmla="*/ 3 h 7"/>
                <a:gd name="T4" fmla="*/ 3 w 5"/>
                <a:gd name="T5" fmla="*/ 0 h 7"/>
                <a:gd name="T6" fmla="*/ 5 w 5"/>
                <a:gd name="T7" fmla="*/ 3 h 7"/>
                <a:gd name="T8" fmla="*/ 3 w 5"/>
                <a:gd name="T9" fmla="*/ 7 h 7"/>
              </a:gdLst>
              <a:ahLst/>
              <a:cxnLst>
                <a:cxn ang="0">
                  <a:pos x="T0" y="T1"/>
                </a:cxn>
                <a:cxn ang="0">
                  <a:pos x="T2" y="T3"/>
                </a:cxn>
                <a:cxn ang="0">
                  <a:pos x="T4" y="T5"/>
                </a:cxn>
                <a:cxn ang="0">
                  <a:pos x="T6" y="T7"/>
                </a:cxn>
                <a:cxn ang="0">
                  <a:pos x="T8" y="T9"/>
                </a:cxn>
              </a:cxnLst>
              <a:rect l="0" t="0" r="r" b="b"/>
              <a:pathLst>
                <a:path w="5" h="7">
                  <a:moveTo>
                    <a:pt x="3" y="7"/>
                  </a:moveTo>
                  <a:cubicBezTo>
                    <a:pt x="1" y="5"/>
                    <a:pt x="0" y="4"/>
                    <a:pt x="0" y="3"/>
                  </a:cubicBezTo>
                  <a:cubicBezTo>
                    <a:pt x="0" y="2"/>
                    <a:pt x="2" y="0"/>
                    <a:pt x="3" y="0"/>
                  </a:cubicBezTo>
                  <a:cubicBezTo>
                    <a:pt x="4" y="1"/>
                    <a:pt x="5" y="2"/>
                    <a:pt x="5" y="3"/>
                  </a:cubicBezTo>
                  <a:cubicBezTo>
                    <a:pt x="5" y="4"/>
                    <a:pt x="4" y="5"/>
                    <a:pt x="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4" name="Freeform 3120">
              <a:extLst>
                <a:ext uri="{FF2B5EF4-FFF2-40B4-BE49-F238E27FC236}">
                  <a16:creationId xmlns:a16="http://schemas.microsoft.com/office/drawing/2014/main" id="{08CACC90-64FD-9B85-6E8B-59BE15D33B8B}"/>
                </a:ext>
              </a:extLst>
            </p:cNvPr>
            <p:cNvSpPr>
              <a:spLocks/>
            </p:cNvSpPr>
            <p:nvPr/>
          </p:nvSpPr>
          <p:spPr bwMode="auto">
            <a:xfrm rot="5094805">
              <a:off x="2784055" y="4937715"/>
              <a:ext cx="13710" cy="13710"/>
            </a:xfrm>
            <a:custGeom>
              <a:avLst/>
              <a:gdLst>
                <a:gd name="T0" fmla="*/ 6 w 6"/>
                <a:gd name="T1" fmla="*/ 1 h 5"/>
                <a:gd name="T2" fmla="*/ 3 w 6"/>
                <a:gd name="T3" fmla="*/ 5 h 5"/>
                <a:gd name="T4" fmla="*/ 0 w 6"/>
                <a:gd name="T5" fmla="*/ 3 h 5"/>
                <a:gd name="T6" fmla="*/ 2 w 6"/>
                <a:gd name="T7" fmla="*/ 0 h 5"/>
                <a:gd name="T8" fmla="*/ 6 w 6"/>
                <a:gd name="T9" fmla="*/ 1 h 5"/>
              </a:gdLst>
              <a:ahLst/>
              <a:cxnLst>
                <a:cxn ang="0">
                  <a:pos x="T0" y="T1"/>
                </a:cxn>
                <a:cxn ang="0">
                  <a:pos x="T2" y="T3"/>
                </a:cxn>
                <a:cxn ang="0">
                  <a:pos x="T4" y="T5"/>
                </a:cxn>
                <a:cxn ang="0">
                  <a:pos x="T6" y="T7"/>
                </a:cxn>
                <a:cxn ang="0">
                  <a:pos x="T8" y="T9"/>
                </a:cxn>
              </a:cxnLst>
              <a:rect l="0" t="0" r="r" b="b"/>
              <a:pathLst>
                <a:path w="6" h="5">
                  <a:moveTo>
                    <a:pt x="6" y="1"/>
                  </a:moveTo>
                  <a:cubicBezTo>
                    <a:pt x="5" y="3"/>
                    <a:pt x="4" y="4"/>
                    <a:pt x="3" y="5"/>
                  </a:cubicBezTo>
                  <a:cubicBezTo>
                    <a:pt x="2" y="5"/>
                    <a:pt x="1" y="4"/>
                    <a:pt x="0" y="3"/>
                  </a:cubicBezTo>
                  <a:cubicBezTo>
                    <a:pt x="0" y="2"/>
                    <a:pt x="1" y="0"/>
                    <a:pt x="2" y="0"/>
                  </a:cubicBezTo>
                  <a:cubicBezTo>
                    <a:pt x="3" y="0"/>
                    <a:pt x="4"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5" name="Freeform 3121">
              <a:extLst>
                <a:ext uri="{FF2B5EF4-FFF2-40B4-BE49-F238E27FC236}">
                  <a16:creationId xmlns:a16="http://schemas.microsoft.com/office/drawing/2014/main" id="{54DBDE04-88D1-8B92-61BC-4C1B6F873602}"/>
                </a:ext>
              </a:extLst>
            </p:cNvPr>
            <p:cNvSpPr>
              <a:spLocks/>
            </p:cNvSpPr>
            <p:nvPr/>
          </p:nvSpPr>
          <p:spPr bwMode="auto">
            <a:xfrm rot="5094805">
              <a:off x="2828577" y="5128540"/>
              <a:ext cx="18280" cy="13710"/>
            </a:xfrm>
            <a:custGeom>
              <a:avLst/>
              <a:gdLst>
                <a:gd name="T0" fmla="*/ 7 w 7"/>
                <a:gd name="T1" fmla="*/ 2 h 5"/>
                <a:gd name="T2" fmla="*/ 3 w 7"/>
                <a:gd name="T3" fmla="*/ 5 h 5"/>
                <a:gd name="T4" fmla="*/ 0 w 7"/>
                <a:gd name="T5" fmla="*/ 3 h 5"/>
                <a:gd name="T6" fmla="*/ 3 w 7"/>
                <a:gd name="T7" fmla="*/ 0 h 5"/>
                <a:gd name="T8" fmla="*/ 7 w 7"/>
                <a:gd name="T9" fmla="*/ 2 h 5"/>
              </a:gdLst>
              <a:ahLst/>
              <a:cxnLst>
                <a:cxn ang="0">
                  <a:pos x="T0" y="T1"/>
                </a:cxn>
                <a:cxn ang="0">
                  <a:pos x="T2" y="T3"/>
                </a:cxn>
                <a:cxn ang="0">
                  <a:pos x="T4" y="T5"/>
                </a:cxn>
                <a:cxn ang="0">
                  <a:pos x="T6" y="T7"/>
                </a:cxn>
                <a:cxn ang="0">
                  <a:pos x="T8" y="T9"/>
                </a:cxn>
              </a:cxnLst>
              <a:rect l="0" t="0" r="r" b="b"/>
              <a:pathLst>
                <a:path w="7" h="5">
                  <a:moveTo>
                    <a:pt x="7" y="2"/>
                  </a:moveTo>
                  <a:cubicBezTo>
                    <a:pt x="5" y="3"/>
                    <a:pt x="4" y="5"/>
                    <a:pt x="3" y="5"/>
                  </a:cubicBezTo>
                  <a:cubicBezTo>
                    <a:pt x="2" y="5"/>
                    <a:pt x="1" y="3"/>
                    <a:pt x="0" y="3"/>
                  </a:cubicBezTo>
                  <a:cubicBezTo>
                    <a:pt x="1" y="2"/>
                    <a:pt x="2" y="1"/>
                    <a:pt x="3" y="0"/>
                  </a:cubicBezTo>
                  <a:cubicBezTo>
                    <a:pt x="4" y="0"/>
                    <a:pt x="5" y="1"/>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6" name="Freeform 3122">
              <a:extLst>
                <a:ext uri="{FF2B5EF4-FFF2-40B4-BE49-F238E27FC236}">
                  <a16:creationId xmlns:a16="http://schemas.microsoft.com/office/drawing/2014/main" id="{D7321D34-A4CF-FE1F-A738-8F55507AC31D}"/>
                </a:ext>
              </a:extLst>
            </p:cNvPr>
            <p:cNvSpPr>
              <a:spLocks/>
            </p:cNvSpPr>
            <p:nvPr/>
          </p:nvSpPr>
          <p:spPr bwMode="auto">
            <a:xfrm rot="5094805">
              <a:off x="2871874" y="5320917"/>
              <a:ext cx="15995" cy="9140"/>
            </a:xfrm>
            <a:custGeom>
              <a:avLst/>
              <a:gdLst>
                <a:gd name="T0" fmla="*/ 6 w 6"/>
                <a:gd name="T1" fmla="*/ 1 h 4"/>
                <a:gd name="T2" fmla="*/ 3 w 6"/>
                <a:gd name="T3" fmla="*/ 4 h 4"/>
                <a:gd name="T4" fmla="*/ 0 w 6"/>
                <a:gd name="T5" fmla="*/ 3 h 4"/>
                <a:gd name="T6" fmla="*/ 2 w 6"/>
                <a:gd name="T7" fmla="*/ 1 h 4"/>
                <a:gd name="T8" fmla="*/ 6 w 6"/>
                <a:gd name="T9" fmla="*/ 1 h 4"/>
              </a:gdLst>
              <a:ahLst/>
              <a:cxnLst>
                <a:cxn ang="0">
                  <a:pos x="T0" y="T1"/>
                </a:cxn>
                <a:cxn ang="0">
                  <a:pos x="T2" y="T3"/>
                </a:cxn>
                <a:cxn ang="0">
                  <a:pos x="T4" y="T5"/>
                </a:cxn>
                <a:cxn ang="0">
                  <a:pos x="T6" y="T7"/>
                </a:cxn>
                <a:cxn ang="0">
                  <a:pos x="T8" y="T9"/>
                </a:cxn>
              </a:cxnLst>
              <a:rect l="0" t="0" r="r" b="b"/>
              <a:pathLst>
                <a:path w="6" h="4">
                  <a:moveTo>
                    <a:pt x="6" y="1"/>
                  </a:moveTo>
                  <a:cubicBezTo>
                    <a:pt x="5" y="2"/>
                    <a:pt x="4" y="4"/>
                    <a:pt x="3" y="4"/>
                  </a:cubicBezTo>
                  <a:cubicBezTo>
                    <a:pt x="3" y="4"/>
                    <a:pt x="1" y="3"/>
                    <a:pt x="0" y="3"/>
                  </a:cubicBezTo>
                  <a:cubicBezTo>
                    <a:pt x="1" y="2"/>
                    <a:pt x="1" y="1"/>
                    <a:pt x="2" y="1"/>
                  </a:cubicBezTo>
                  <a:cubicBezTo>
                    <a:pt x="3" y="0"/>
                    <a:pt x="5"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7" name="Freeform 3123">
              <a:extLst>
                <a:ext uri="{FF2B5EF4-FFF2-40B4-BE49-F238E27FC236}">
                  <a16:creationId xmlns:a16="http://schemas.microsoft.com/office/drawing/2014/main" id="{2943BBB3-75A9-7DA9-CBE6-A792CA47AF4B}"/>
                </a:ext>
              </a:extLst>
            </p:cNvPr>
            <p:cNvSpPr>
              <a:spLocks/>
            </p:cNvSpPr>
            <p:nvPr/>
          </p:nvSpPr>
          <p:spPr bwMode="auto">
            <a:xfrm rot="5094805">
              <a:off x="2911960" y="5514731"/>
              <a:ext cx="13710" cy="6855"/>
            </a:xfrm>
            <a:custGeom>
              <a:avLst/>
              <a:gdLst>
                <a:gd name="T0" fmla="*/ 6 w 6"/>
                <a:gd name="T1" fmla="*/ 1 h 3"/>
                <a:gd name="T2" fmla="*/ 3 w 6"/>
                <a:gd name="T3" fmla="*/ 3 h 3"/>
                <a:gd name="T4" fmla="*/ 0 w 6"/>
                <a:gd name="T5" fmla="*/ 1 h 3"/>
                <a:gd name="T6" fmla="*/ 3 w 6"/>
                <a:gd name="T7" fmla="*/ 0 h 3"/>
                <a:gd name="T8" fmla="*/ 6 w 6"/>
                <a:gd name="T9" fmla="*/ 1 h 3"/>
              </a:gdLst>
              <a:ahLst/>
              <a:cxnLst>
                <a:cxn ang="0">
                  <a:pos x="T0" y="T1"/>
                </a:cxn>
                <a:cxn ang="0">
                  <a:pos x="T2" y="T3"/>
                </a:cxn>
                <a:cxn ang="0">
                  <a:pos x="T4" y="T5"/>
                </a:cxn>
                <a:cxn ang="0">
                  <a:pos x="T6" y="T7"/>
                </a:cxn>
                <a:cxn ang="0">
                  <a:pos x="T8" y="T9"/>
                </a:cxn>
              </a:cxnLst>
              <a:rect l="0" t="0" r="r" b="b"/>
              <a:pathLst>
                <a:path w="6" h="3">
                  <a:moveTo>
                    <a:pt x="6" y="1"/>
                  </a:moveTo>
                  <a:cubicBezTo>
                    <a:pt x="5" y="2"/>
                    <a:pt x="4" y="3"/>
                    <a:pt x="3" y="3"/>
                  </a:cubicBezTo>
                  <a:cubicBezTo>
                    <a:pt x="2" y="3"/>
                    <a:pt x="1" y="2"/>
                    <a:pt x="0" y="1"/>
                  </a:cubicBezTo>
                  <a:cubicBezTo>
                    <a:pt x="1" y="1"/>
                    <a:pt x="2" y="0"/>
                    <a:pt x="3" y="0"/>
                  </a:cubicBezTo>
                  <a:cubicBezTo>
                    <a:pt x="4" y="0"/>
                    <a:pt x="5"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8" name="Freeform 3124">
              <a:extLst>
                <a:ext uri="{FF2B5EF4-FFF2-40B4-BE49-F238E27FC236}">
                  <a16:creationId xmlns:a16="http://schemas.microsoft.com/office/drawing/2014/main" id="{BBF8E2DF-02C0-1B1C-C1C0-8486FE8FEEF2}"/>
                </a:ext>
              </a:extLst>
            </p:cNvPr>
            <p:cNvSpPr>
              <a:spLocks/>
            </p:cNvSpPr>
            <p:nvPr/>
          </p:nvSpPr>
          <p:spPr bwMode="auto">
            <a:xfrm rot="5094805">
              <a:off x="2947291" y="5704389"/>
              <a:ext cx="11425" cy="9140"/>
            </a:xfrm>
            <a:custGeom>
              <a:avLst/>
              <a:gdLst>
                <a:gd name="T0" fmla="*/ 2 w 5"/>
                <a:gd name="T1" fmla="*/ 3 h 3"/>
                <a:gd name="T2" fmla="*/ 0 w 5"/>
                <a:gd name="T3" fmla="*/ 1 h 3"/>
                <a:gd name="T4" fmla="*/ 3 w 5"/>
                <a:gd name="T5" fmla="*/ 0 h 3"/>
                <a:gd name="T6" fmla="*/ 5 w 5"/>
                <a:gd name="T7" fmla="*/ 1 h 3"/>
                <a:gd name="T8" fmla="*/ 2 w 5"/>
                <a:gd name="T9" fmla="*/ 3 h 3"/>
              </a:gdLst>
              <a:ahLst/>
              <a:cxnLst>
                <a:cxn ang="0">
                  <a:pos x="T0" y="T1"/>
                </a:cxn>
                <a:cxn ang="0">
                  <a:pos x="T2" y="T3"/>
                </a:cxn>
                <a:cxn ang="0">
                  <a:pos x="T4" y="T5"/>
                </a:cxn>
                <a:cxn ang="0">
                  <a:pos x="T6" y="T7"/>
                </a:cxn>
                <a:cxn ang="0">
                  <a:pos x="T8" y="T9"/>
                </a:cxn>
              </a:cxnLst>
              <a:rect l="0" t="0" r="r" b="b"/>
              <a:pathLst>
                <a:path w="5" h="3">
                  <a:moveTo>
                    <a:pt x="2" y="3"/>
                  </a:moveTo>
                  <a:cubicBezTo>
                    <a:pt x="1" y="2"/>
                    <a:pt x="0" y="1"/>
                    <a:pt x="0" y="1"/>
                  </a:cubicBezTo>
                  <a:cubicBezTo>
                    <a:pt x="0" y="1"/>
                    <a:pt x="2" y="0"/>
                    <a:pt x="3" y="0"/>
                  </a:cubicBezTo>
                  <a:cubicBezTo>
                    <a:pt x="4" y="0"/>
                    <a:pt x="5" y="1"/>
                    <a:pt x="5" y="1"/>
                  </a:cubicBezTo>
                  <a:cubicBezTo>
                    <a:pt x="5" y="1"/>
                    <a:pt x="3"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9" name="Freeform 3125">
              <a:extLst>
                <a:ext uri="{FF2B5EF4-FFF2-40B4-BE49-F238E27FC236}">
                  <a16:creationId xmlns:a16="http://schemas.microsoft.com/office/drawing/2014/main" id="{BC79861A-EB61-79C3-0B05-FB746C6C6AB3}"/>
                </a:ext>
              </a:extLst>
            </p:cNvPr>
            <p:cNvSpPr>
              <a:spLocks/>
            </p:cNvSpPr>
            <p:nvPr/>
          </p:nvSpPr>
          <p:spPr bwMode="auto">
            <a:xfrm rot="5094805">
              <a:off x="2978360" y="5900990"/>
              <a:ext cx="15995" cy="4570"/>
            </a:xfrm>
            <a:custGeom>
              <a:avLst/>
              <a:gdLst>
                <a:gd name="T0" fmla="*/ 6 w 6"/>
                <a:gd name="T1" fmla="*/ 1 h 2"/>
                <a:gd name="T2" fmla="*/ 2 w 6"/>
                <a:gd name="T3" fmla="*/ 2 h 2"/>
                <a:gd name="T4" fmla="*/ 0 w 6"/>
                <a:gd name="T5" fmla="*/ 1 h 2"/>
                <a:gd name="T6" fmla="*/ 2 w 6"/>
                <a:gd name="T7" fmla="*/ 0 h 2"/>
                <a:gd name="T8" fmla="*/ 6 w 6"/>
                <a:gd name="T9" fmla="*/ 1 h 2"/>
              </a:gdLst>
              <a:ahLst/>
              <a:cxnLst>
                <a:cxn ang="0">
                  <a:pos x="T0" y="T1"/>
                </a:cxn>
                <a:cxn ang="0">
                  <a:pos x="T2" y="T3"/>
                </a:cxn>
                <a:cxn ang="0">
                  <a:pos x="T4" y="T5"/>
                </a:cxn>
                <a:cxn ang="0">
                  <a:pos x="T6" y="T7"/>
                </a:cxn>
                <a:cxn ang="0">
                  <a:pos x="T8" y="T9"/>
                </a:cxn>
              </a:cxnLst>
              <a:rect l="0" t="0" r="r" b="b"/>
              <a:pathLst>
                <a:path w="6" h="2">
                  <a:moveTo>
                    <a:pt x="6" y="1"/>
                  </a:moveTo>
                  <a:cubicBezTo>
                    <a:pt x="4" y="1"/>
                    <a:pt x="3" y="2"/>
                    <a:pt x="2" y="2"/>
                  </a:cubicBezTo>
                  <a:cubicBezTo>
                    <a:pt x="1" y="2"/>
                    <a:pt x="1" y="1"/>
                    <a:pt x="0" y="1"/>
                  </a:cubicBezTo>
                  <a:cubicBezTo>
                    <a:pt x="1" y="0"/>
                    <a:pt x="1" y="0"/>
                    <a:pt x="2" y="0"/>
                  </a:cubicBezTo>
                  <a:cubicBezTo>
                    <a:pt x="3" y="0"/>
                    <a:pt x="4"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0" name="Freeform 3126">
              <a:extLst>
                <a:ext uri="{FF2B5EF4-FFF2-40B4-BE49-F238E27FC236}">
                  <a16:creationId xmlns:a16="http://schemas.microsoft.com/office/drawing/2014/main" id="{6CD7B1FC-8E74-2114-32EE-8913D76A6BCD}"/>
                </a:ext>
              </a:extLst>
            </p:cNvPr>
            <p:cNvSpPr>
              <a:spLocks/>
            </p:cNvSpPr>
            <p:nvPr/>
          </p:nvSpPr>
          <p:spPr bwMode="auto">
            <a:xfrm rot="5094805">
              <a:off x="3015967" y="6090445"/>
              <a:ext cx="13710" cy="6855"/>
            </a:xfrm>
            <a:custGeom>
              <a:avLst/>
              <a:gdLst>
                <a:gd name="T0" fmla="*/ 3 w 6"/>
                <a:gd name="T1" fmla="*/ 0 h 3"/>
                <a:gd name="T2" fmla="*/ 6 w 6"/>
                <a:gd name="T3" fmla="*/ 2 h 3"/>
                <a:gd name="T4" fmla="*/ 3 w 6"/>
                <a:gd name="T5" fmla="*/ 3 h 3"/>
                <a:gd name="T6" fmla="*/ 1 w 6"/>
                <a:gd name="T7" fmla="*/ 3 h 3"/>
                <a:gd name="T8" fmla="*/ 3 w 6"/>
                <a:gd name="T9" fmla="*/ 0 h 3"/>
              </a:gdLst>
              <a:ahLst/>
              <a:cxnLst>
                <a:cxn ang="0">
                  <a:pos x="T0" y="T1"/>
                </a:cxn>
                <a:cxn ang="0">
                  <a:pos x="T2" y="T3"/>
                </a:cxn>
                <a:cxn ang="0">
                  <a:pos x="T4" y="T5"/>
                </a:cxn>
                <a:cxn ang="0">
                  <a:pos x="T6" y="T7"/>
                </a:cxn>
                <a:cxn ang="0">
                  <a:pos x="T8" y="T9"/>
                </a:cxn>
              </a:cxnLst>
              <a:rect l="0" t="0" r="r" b="b"/>
              <a:pathLst>
                <a:path w="6" h="3">
                  <a:moveTo>
                    <a:pt x="3" y="0"/>
                  </a:moveTo>
                  <a:cubicBezTo>
                    <a:pt x="5" y="1"/>
                    <a:pt x="6" y="1"/>
                    <a:pt x="6" y="2"/>
                  </a:cubicBezTo>
                  <a:cubicBezTo>
                    <a:pt x="6" y="2"/>
                    <a:pt x="4" y="3"/>
                    <a:pt x="3" y="3"/>
                  </a:cubicBezTo>
                  <a:cubicBezTo>
                    <a:pt x="3" y="3"/>
                    <a:pt x="1" y="3"/>
                    <a:pt x="1" y="3"/>
                  </a:cubicBezTo>
                  <a:cubicBezTo>
                    <a:pt x="0" y="2"/>
                    <a:pt x="1"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1" name="Freeform 3127">
              <a:extLst>
                <a:ext uri="{FF2B5EF4-FFF2-40B4-BE49-F238E27FC236}">
                  <a16:creationId xmlns:a16="http://schemas.microsoft.com/office/drawing/2014/main" id="{76B4FD20-726C-6F08-8E33-CCF74E0FDE3C}"/>
                </a:ext>
              </a:extLst>
            </p:cNvPr>
            <p:cNvSpPr>
              <a:spLocks/>
            </p:cNvSpPr>
            <p:nvPr/>
          </p:nvSpPr>
          <p:spPr bwMode="auto">
            <a:xfrm rot="5094805">
              <a:off x="3068368" y="6279727"/>
              <a:ext cx="11425" cy="6855"/>
            </a:xfrm>
            <a:custGeom>
              <a:avLst/>
              <a:gdLst>
                <a:gd name="T0" fmla="*/ 3 w 5"/>
                <a:gd name="T1" fmla="*/ 3 h 3"/>
                <a:gd name="T2" fmla="*/ 0 w 5"/>
                <a:gd name="T3" fmla="*/ 2 h 3"/>
                <a:gd name="T4" fmla="*/ 2 w 5"/>
                <a:gd name="T5" fmla="*/ 1 h 3"/>
                <a:gd name="T6" fmla="*/ 5 w 5"/>
                <a:gd name="T7" fmla="*/ 1 h 3"/>
                <a:gd name="T8" fmla="*/ 3 w 5"/>
                <a:gd name="T9" fmla="*/ 3 h 3"/>
              </a:gdLst>
              <a:ahLst/>
              <a:cxnLst>
                <a:cxn ang="0">
                  <a:pos x="T0" y="T1"/>
                </a:cxn>
                <a:cxn ang="0">
                  <a:pos x="T2" y="T3"/>
                </a:cxn>
                <a:cxn ang="0">
                  <a:pos x="T4" y="T5"/>
                </a:cxn>
                <a:cxn ang="0">
                  <a:pos x="T6" y="T7"/>
                </a:cxn>
                <a:cxn ang="0">
                  <a:pos x="T8" y="T9"/>
                </a:cxn>
              </a:cxnLst>
              <a:rect l="0" t="0" r="r" b="b"/>
              <a:pathLst>
                <a:path w="5" h="3">
                  <a:moveTo>
                    <a:pt x="3" y="3"/>
                  </a:moveTo>
                  <a:cubicBezTo>
                    <a:pt x="1" y="3"/>
                    <a:pt x="0" y="3"/>
                    <a:pt x="0" y="2"/>
                  </a:cubicBezTo>
                  <a:cubicBezTo>
                    <a:pt x="0" y="2"/>
                    <a:pt x="1" y="1"/>
                    <a:pt x="2" y="1"/>
                  </a:cubicBezTo>
                  <a:cubicBezTo>
                    <a:pt x="3" y="0"/>
                    <a:pt x="4" y="0"/>
                    <a:pt x="5" y="1"/>
                  </a:cubicBezTo>
                  <a:cubicBezTo>
                    <a:pt x="5" y="1"/>
                    <a:pt x="4"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2" name="Freeform 3128">
              <a:extLst>
                <a:ext uri="{FF2B5EF4-FFF2-40B4-BE49-F238E27FC236}">
                  <a16:creationId xmlns:a16="http://schemas.microsoft.com/office/drawing/2014/main" id="{1349B631-D091-DAA8-F166-425BDEC4BC11}"/>
                </a:ext>
              </a:extLst>
            </p:cNvPr>
            <p:cNvSpPr>
              <a:spLocks/>
            </p:cNvSpPr>
            <p:nvPr/>
          </p:nvSpPr>
          <p:spPr bwMode="auto">
            <a:xfrm rot="5094805">
              <a:off x="3141235" y="6466779"/>
              <a:ext cx="18280" cy="6855"/>
            </a:xfrm>
            <a:custGeom>
              <a:avLst/>
              <a:gdLst>
                <a:gd name="T0" fmla="*/ 7 w 7"/>
                <a:gd name="T1" fmla="*/ 0 h 3"/>
                <a:gd name="T2" fmla="*/ 4 w 7"/>
                <a:gd name="T3" fmla="*/ 3 h 3"/>
                <a:gd name="T4" fmla="*/ 0 w 7"/>
                <a:gd name="T5" fmla="*/ 3 h 3"/>
                <a:gd name="T6" fmla="*/ 2 w 7"/>
                <a:gd name="T7" fmla="*/ 1 h 3"/>
                <a:gd name="T8" fmla="*/ 7 w 7"/>
                <a:gd name="T9" fmla="*/ 0 h 3"/>
              </a:gdLst>
              <a:ahLst/>
              <a:cxnLst>
                <a:cxn ang="0">
                  <a:pos x="T0" y="T1"/>
                </a:cxn>
                <a:cxn ang="0">
                  <a:pos x="T2" y="T3"/>
                </a:cxn>
                <a:cxn ang="0">
                  <a:pos x="T4" y="T5"/>
                </a:cxn>
                <a:cxn ang="0">
                  <a:pos x="T6" y="T7"/>
                </a:cxn>
                <a:cxn ang="0">
                  <a:pos x="T8" y="T9"/>
                </a:cxn>
              </a:cxnLst>
              <a:rect l="0" t="0" r="r" b="b"/>
              <a:pathLst>
                <a:path w="7" h="3">
                  <a:moveTo>
                    <a:pt x="7" y="0"/>
                  </a:moveTo>
                  <a:cubicBezTo>
                    <a:pt x="5" y="1"/>
                    <a:pt x="5" y="2"/>
                    <a:pt x="4" y="3"/>
                  </a:cubicBezTo>
                  <a:cubicBezTo>
                    <a:pt x="3" y="3"/>
                    <a:pt x="1" y="3"/>
                    <a:pt x="0" y="3"/>
                  </a:cubicBezTo>
                  <a:cubicBezTo>
                    <a:pt x="1" y="2"/>
                    <a:pt x="1" y="1"/>
                    <a:pt x="2" y="1"/>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3" name="Freeform 3129">
              <a:extLst>
                <a:ext uri="{FF2B5EF4-FFF2-40B4-BE49-F238E27FC236}">
                  <a16:creationId xmlns:a16="http://schemas.microsoft.com/office/drawing/2014/main" id="{12434E14-2166-A454-1137-00B0EC419B29}"/>
                </a:ext>
              </a:extLst>
            </p:cNvPr>
            <p:cNvSpPr>
              <a:spLocks/>
            </p:cNvSpPr>
            <p:nvPr/>
          </p:nvSpPr>
          <p:spPr bwMode="auto">
            <a:xfrm rot="5094805">
              <a:off x="3239059" y="6649830"/>
              <a:ext cx="13710" cy="9140"/>
            </a:xfrm>
            <a:custGeom>
              <a:avLst/>
              <a:gdLst>
                <a:gd name="T0" fmla="*/ 6 w 6"/>
                <a:gd name="T1" fmla="*/ 0 h 4"/>
                <a:gd name="T2" fmla="*/ 3 w 6"/>
                <a:gd name="T3" fmla="*/ 4 h 4"/>
                <a:gd name="T4" fmla="*/ 0 w 6"/>
                <a:gd name="T5" fmla="*/ 4 h 4"/>
                <a:gd name="T6" fmla="*/ 2 w 6"/>
                <a:gd name="T7" fmla="*/ 1 h 4"/>
                <a:gd name="T8" fmla="*/ 6 w 6"/>
                <a:gd name="T9" fmla="*/ 0 h 4"/>
              </a:gdLst>
              <a:ahLst/>
              <a:cxnLst>
                <a:cxn ang="0">
                  <a:pos x="T0" y="T1"/>
                </a:cxn>
                <a:cxn ang="0">
                  <a:pos x="T2" y="T3"/>
                </a:cxn>
                <a:cxn ang="0">
                  <a:pos x="T4" y="T5"/>
                </a:cxn>
                <a:cxn ang="0">
                  <a:pos x="T6" y="T7"/>
                </a:cxn>
                <a:cxn ang="0">
                  <a:pos x="T8" y="T9"/>
                </a:cxn>
              </a:cxnLst>
              <a:rect l="0" t="0" r="r" b="b"/>
              <a:pathLst>
                <a:path w="6" h="4">
                  <a:moveTo>
                    <a:pt x="6" y="0"/>
                  </a:moveTo>
                  <a:cubicBezTo>
                    <a:pt x="5" y="2"/>
                    <a:pt x="4" y="3"/>
                    <a:pt x="3" y="4"/>
                  </a:cubicBezTo>
                  <a:cubicBezTo>
                    <a:pt x="2" y="4"/>
                    <a:pt x="1" y="4"/>
                    <a:pt x="0" y="4"/>
                  </a:cubicBezTo>
                  <a:cubicBezTo>
                    <a:pt x="1" y="3"/>
                    <a:pt x="1" y="2"/>
                    <a:pt x="2" y="1"/>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4" name="Freeform 3130">
              <a:extLst>
                <a:ext uri="{FF2B5EF4-FFF2-40B4-BE49-F238E27FC236}">
                  <a16:creationId xmlns:a16="http://schemas.microsoft.com/office/drawing/2014/main" id="{2162E875-94F8-3FE3-3633-5DF5FC38D1B1}"/>
                </a:ext>
              </a:extLst>
            </p:cNvPr>
            <p:cNvSpPr>
              <a:spLocks/>
            </p:cNvSpPr>
            <p:nvPr/>
          </p:nvSpPr>
          <p:spPr bwMode="auto">
            <a:xfrm rot="5094805">
              <a:off x="3229533" y="6439832"/>
              <a:ext cx="9140" cy="9140"/>
            </a:xfrm>
            <a:custGeom>
              <a:avLst/>
              <a:gdLst>
                <a:gd name="T0" fmla="*/ 1 w 4"/>
                <a:gd name="T1" fmla="*/ 1 h 3"/>
                <a:gd name="T2" fmla="*/ 4 w 4"/>
                <a:gd name="T3" fmla="*/ 1 h 3"/>
                <a:gd name="T4" fmla="*/ 3 w 4"/>
                <a:gd name="T5" fmla="*/ 2 h 3"/>
                <a:gd name="T6" fmla="*/ 1 w 4"/>
                <a:gd name="T7" fmla="*/ 3 h 3"/>
                <a:gd name="T8" fmla="*/ 1 w 4"/>
                <a:gd name="T9" fmla="*/ 1 h 3"/>
              </a:gdLst>
              <a:ahLst/>
              <a:cxnLst>
                <a:cxn ang="0">
                  <a:pos x="T0" y="T1"/>
                </a:cxn>
                <a:cxn ang="0">
                  <a:pos x="T2" y="T3"/>
                </a:cxn>
                <a:cxn ang="0">
                  <a:pos x="T4" y="T5"/>
                </a:cxn>
                <a:cxn ang="0">
                  <a:pos x="T6" y="T7"/>
                </a:cxn>
                <a:cxn ang="0">
                  <a:pos x="T8" y="T9"/>
                </a:cxn>
              </a:cxnLst>
              <a:rect l="0" t="0" r="r" b="b"/>
              <a:pathLst>
                <a:path w="4" h="3">
                  <a:moveTo>
                    <a:pt x="1" y="1"/>
                  </a:moveTo>
                  <a:cubicBezTo>
                    <a:pt x="2" y="1"/>
                    <a:pt x="4" y="0"/>
                    <a:pt x="4" y="1"/>
                  </a:cubicBezTo>
                  <a:cubicBezTo>
                    <a:pt x="4" y="1"/>
                    <a:pt x="3" y="2"/>
                    <a:pt x="3" y="2"/>
                  </a:cubicBezTo>
                  <a:cubicBezTo>
                    <a:pt x="2" y="2"/>
                    <a:pt x="1" y="3"/>
                    <a:pt x="1" y="3"/>
                  </a:cubicBezTo>
                  <a:cubicBezTo>
                    <a:pt x="0" y="2"/>
                    <a:pt x="1"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5" name="Freeform 3131">
              <a:extLst>
                <a:ext uri="{FF2B5EF4-FFF2-40B4-BE49-F238E27FC236}">
                  <a16:creationId xmlns:a16="http://schemas.microsoft.com/office/drawing/2014/main" id="{F0E8787A-BB7C-EF94-ABAC-4B6411D34B1F}"/>
                </a:ext>
              </a:extLst>
            </p:cNvPr>
            <p:cNvSpPr>
              <a:spLocks/>
            </p:cNvSpPr>
            <p:nvPr/>
          </p:nvSpPr>
          <p:spPr bwMode="auto">
            <a:xfrm rot="5094805">
              <a:off x="3138441" y="6256280"/>
              <a:ext cx="11425" cy="4570"/>
            </a:xfrm>
            <a:custGeom>
              <a:avLst/>
              <a:gdLst>
                <a:gd name="T0" fmla="*/ 4 w 4"/>
                <a:gd name="T1" fmla="*/ 0 h 2"/>
                <a:gd name="T2" fmla="*/ 1 w 4"/>
                <a:gd name="T3" fmla="*/ 2 h 2"/>
                <a:gd name="T4" fmla="*/ 0 w 4"/>
                <a:gd name="T5" fmla="*/ 1 h 2"/>
                <a:gd name="T6" fmla="*/ 2 w 4"/>
                <a:gd name="T7" fmla="*/ 0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3" y="1"/>
                    <a:pt x="2" y="1"/>
                    <a:pt x="1" y="2"/>
                  </a:cubicBezTo>
                  <a:cubicBezTo>
                    <a:pt x="1" y="2"/>
                    <a:pt x="0" y="1"/>
                    <a:pt x="0" y="1"/>
                  </a:cubicBezTo>
                  <a:cubicBezTo>
                    <a:pt x="0" y="1"/>
                    <a:pt x="2" y="0"/>
                    <a:pt x="2"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6" name="Freeform 3132">
              <a:extLst>
                <a:ext uri="{FF2B5EF4-FFF2-40B4-BE49-F238E27FC236}">
                  <a16:creationId xmlns:a16="http://schemas.microsoft.com/office/drawing/2014/main" id="{EA2F7120-D372-ABA4-6C77-03E660FFDB55}"/>
                </a:ext>
              </a:extLst>
            </p:cNvPr>
            <p:cNvSpPr>
              <a:spLocks/>
            </p:cNvSpPr>
            <p:nvPr/>
          </p:nvSpPr>
          <p:spPr bwMode="auto">
            <a:xfrm rot="5094805">
              <a:off x="3078074" y="6068850"/>
              <a:ext cx="13710" cy="2285"/>
            </a:xfrm>
            <a:custGeom>
              <a:avLst/>
              <a:gdLst>
                <a:gd name="T0" fmla="*/ 5 w 5"/>
                <a:gd name="T1" fmla="*/ 0 h 1"/>
                <a:gd name="T2" fmla="*/ 1 w 5"/>
                <a:gd name="T3" fmla="*/ 1 h 1"/>
                <a:gd name="T4" fmla="*/ 0 w 5"/>
                <a:gd name="T5" fmla="*/ 0 h 1"/>
                <a:gd name="T6" fmla="*/ 3 w 5"/>
                <a:gd name="T7" fmla="*/ 0 h 1"/>
                <a:gd name="T8" fmla="*/ 5 w 5"/>
                <a:gd name="T9" fmla="*/ 0 h 1"/>
              </a:gdLst>
              <a:ahLst/>
              <a:cxnLst>
                <a:cxn ang="0">
                  <a:pos x="T0" y="T1"/>
                </a:cxn>
                <a:cxn ang="0">
                  <a:pos x="T2" y="T3"/>
                </a:cxn>
                <a:cxn ang="0">
                  <a:pos x="T4" y="T5"/>
                </a:cxn>
                <a:cxn ang="0">
                  <a:pos x="T6" y="T7"/>
                </a:cxn>
                <a:cxn ang="0">
                  <a:pos x="T8" y="T9"/>
                </a:cxn>
              </a:cxnLst>
              <a:rect l="0" t="0" r="r" b="b"/>
              <a:pathLst>
                <a:path w="5" h="1">
                  <a:moveTo>
                    <a:pt x="5" y="0"/>
                  </a:moveTo>
                  <a:cubicBezTo>
                    <a:pt x="4" y="1"/>
                    <a:pt x="3" y="1"/>
                    <a:pt x="1" y="1"/>
                  </a:cubicBezTo>
                  <a:cubicBezTo>
                    <a:pt x="1" y="1"/>
                    <a:pt x="0" y="1"/>
                    <a:pt x="0" y="0"/>
                  </a:cubicBezTo>
                  <a:cubicBezTo>
                    <a:pt x="1" y="0"/>
                    <a:pt x="2" y="0"/>
                    <a:pt x="3" y="0"/>
                  </a:cubicBezTo>
                  <a:cubicBezTo>
                    <a:pt x="4" y="0"/>
                    <a:pt x="4"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7" name="Freeform 3133">
              <a:extLst>
                <a:ext uri="{FF2B5EF4-FFF2-40B4-BE49-F238E27FC236}">
                  <a16:creationId xmlns:a16="http://schemas.microsoft.com/office/drawing/2014/main" id="{6C5DA747-816D-3ED9-D4B5-1725993BCE20}"/>
                </a:ext>
              </a:extLst>
            </p:cNvPr>
            <p:cNvSpPr>
              <a:spLocks/>
            </p:cNvSpPr>
            <p:nvPr/>
          </p:nvSpPr>
          <p:spPr bwMode="auto">
            <a:xfrm rot="5094805">
              <a:off x="3052791" y="5872779"/>
              <a:ext cx="11425" cy="6855"/>
            </a:xfrm>
            <a:custGeom>
              <a:avLst/>
              <a:gdLst>
                <a:gd name="T0" fmla="*/ 5 w 5"/>
                <a:gd name="T1" fmla="*/ 1 h 2"/>
                <a:gd name="T2" fmla="*/ 4 w 5"/>
                <a:gd name="T3" fmla="*/ 2 h 2"/>
                <a:gd name="T4" fmla="*/ 1 w 5"/>
                <a:gd name="T5" fmla="*/ 1 h 2"/>
                <a:gd name="T6" fmla="*/ 1 w 5"/>
                <a:gd name="T7" fmla="*/ 0 h 2"/>
                <a:gd name="T8" fmla="*/ 5 w 5"/>
                <a:gd name="T9" fmla="*/ 1 h 2"/>
              </a:gdLst>
              <a:ahLst/>
              <a:cxnLst>
                <a:cxn ang="0">
                  <a:pos x="T0" y="T1"/>
                </a:cxn>
                <a:cxn ang="0">
                  <a:pos x="T2" y="T3"/>
                </a:cxn>
                <a:cxn ang="0">
                  <a:pos x="T4" y="T5"/>
                </a:cxn>
                <a:cxn ang="0">
                  <a:pos x="T6" y="T7"/>
                </a:cxn>
                <a:cxn ang="0">
                  <a:pos x="T8" y="T9"/>
                </a:cxn>
              </a:cxnLst>
              <a:rect l="0" t="0" r="r" b="b"/>
              <a:pathLst>
                <a:path w="5" h="2">
                  <a:moveTo>
                    <a:pt x="5" y="1"/>
                  </a:moveTo>
                  <a:cubicBezTo>
                    <a:pt x="4" y="1"/>
                    <a:pt x="4" y="2"/>
                    <a:pt x="4" y="2"/>
                  </a:cubicBezTo>
                  <a:cubicBezTo>
                    <a:pt x="3" y="2"/>
                    <a:pt x="1" y="2"/>
                    <a:pt x="1" y="1"/>
                  </a:cubicBezTo>
                  <a:cubicBezTo>
                    <a:pt x="0" y="1"/>
                    <a:pt x="1" y="1"/>
                    <a:pt x="1" y="0"/>
                  </a:cubicBezTo>
                  <a:cubicBezTo>
                    <a:pt x="2" y="1"/>
                    <a:pt x="4" y="1"/>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8" name="Freeform 3134">
              <a:extLst>
                <a:ext uri="{FF2B5EF4-FFF2-40B4-BE49-F238E27FC236}">
                  <a16:creationId xmlns:a16="http://schemas.microsoft.com/office/drawing/2014/main" id="{D5AE5F4A-6F18-1EB2-1D45-B7256879734F}"/>
                </a:ext>
              </a:extLst>
            </p:cNvPr>
            <p:cNvSpPr>
              <a:spLocks/>
            </p:cNvSpPr>
            <p:nvPr/>
          </p:nvSpPr>
          <p:spPr bwMode="auto">
            <a:xfrm rot="5094805">
              <a:off x="3037645" y="5676843"/>
              <a:ext cx="11425" cy="6855"/>
            </a:xfrm>
            <a:custGeom>
              <a:avLst/>
              <a:gdLst>
                <a:gd name="T0" fmla="*/ 4 w 4"/>
                <a:gd name="T1" fmla="*/ 1 h 2"/>
                <a:gd name="T2" fmla="*/ 3 w 4"/>
                <a:gd name="T3" fmla="*/ 2 h 2"/>
                <a:gd name="T4" fmla="*/ 0 w 4"/>
                <a:gd name="T5" fmla="*/ 1 h 2"/>
                <a:gd name="T6" fmla="*/ 1 w 4"/>
                <a:gd name="T7" fmla="*/ 0 h 2"/>
                <a:gd name="T8" fmla="*/ 4 w 4"/>
                <a:gd name="T9" fmla="*/ 1 h 2"/>
              </a:gdLst>
              <a:ahLst/>
              <a:cxnLst>
                <a:cxn ang="0">
                  <a:pos x="T0" y="T1"/>
                </a:cxn>
                <a:cxn ang="0">
                  <a:pos x="T2" y="T3"/>
                </a:cxn>
                <a:cxn ang="0">
                  <a:pos x="T4" y="T5"/>
                </a:cxn>
                <a:cxn ang="0">
                  <a:pos x="T6" y="T7"/>
                </a:cxn>
                <a:cxn ang="0">
                  <a:pos x="T8" y="T9"/>
                </a:cxn>
              </a:cxnLst>
              <a:rect l="0" t="0" r="r" b="b"/>
              <a:pathLst>
                <a:path w="4" h="2">
                  <a:moveTo>
                    <a:pt x="4" y="1"/>
                  </a:moveTo>
                  <a:cubicBezTo>
                    <a:pt x="4" y="1"/>
                    <a:pt x="4" y="2"/>
                    <a:pt x="3" y="2"/>
                  </a:cubicBezTo>
                  <a:cubicBezTo>
                    <a:pt x="2" y="2"/>
                    <a:pt x="1" y="2"/>
                    <a:pt x="0" y="1"/>
                  </a:cubicBezTo>
                  <a:cubicBezTo>
                    <a:pt x="0" y="1"/>
                    <a:pt x="1" y="0"/>
                    <a:pt x="1" y="0"/>
                  </a:cubicBezTo>
                  <a:cubicBezTo>
                    <a:pt x="2"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9" name="Freeform 3135">
              <a:extLst>
                <a:ext uri="{FF2B5EF4-FFF2-40B4-BE49-F238E27FC236}">
                  <a16:creationId xmlns:a16="http://schemas.microsoft.com/office/drawing/2014/main" id="{11CCB535-5864-19BF-B28F-390B6DD6428E}"/>
                </a:ext>
              </a:extLst>
            </p:cNvPr>
            <p:cNvSpPr>
              <a:spLocks/>
            </p:cNvSpPr>
            <p:nvPr/>
          </p:nvSpPr>
          <p:spPr bwMode="auto">
            <a:xfrm rot="5094805">
              <a:off x="3029432" y="5482680"/>
              <a:ext cx="9140" cy="4570"/>
            </a:xfrm>
            <a:custGeom>
              <a:avLst/>
              <a:gdLst>
                <a:gd name="T0" fmla="*/ 1 w 4"/>
                <a:gd name="T1" fmla="*/ 2 h 2"/>
                <a:gd name="T2" fmla="*/ 0 w 4"/>
                <a:gd name="T3" fmla="*/ 0 h 2"/>
                <a:gd name="T4" fmla="*/ 2 w 4"/>
                <a:gd name="T5" fmla="*/ 0 h 2"/>
                <a:gd name="T6" fmla="*/ 4 w 4"/>
                <a:gd name="T7" fmla="*/ 2 h 2"/>
                <a:gd name="T8" fmla="*/ 1 w 4"/>
                <a:gd name="T9" fmla="*/ 2 h 2"/>
              </a:gdLst>
              <a:ahLst/>
              <a:cxnLst>
                <a:cxn ang="0">
                  <a:pos x="T0" y="T1"/>
                </a:cxn>
                <a:cxn ang="0">
                  <a:pos x="T2" y="T3"/>
                </a:cxn>
                <a:cxn ang="0">
                  <a:pos x="T4" y="T5"/>
                </a:cxn>
                <a:cxn ang="0">
                  <a:pos x="T6" y="T7"/>
                </a:cxn>
                <a:cxn ang="0">
                  <a:pos x="T8" y="T9"/>
                </a:cxn>
              </a:cxnLst>
              <a:rect l="0" t="0" r="r" b="b"/>
              <a:pathLst>
                <a:path w="4" h="2">
                  <a:moveTo>
                    <a:pt x="1" y="2"/>
                  </a:moveTo>
                  <a:cubicBezTo>
                    <a:pt x="1" y="2"/>
                    <a:pt x="0" y="1"/>
                    <a:pt x="0" y="0"/>
                  </a:cubicBezTo>
                  <a:cubicBezTo>
                    <a:pt x="0" y="0"/>
                    <a:pt x="2" y="0"/>
                    <a:pt x="2" y="0"/>
                  </a:cubicBezTo>
                  <a:cubicBezTo>
                    <a:pt x="3" y="0"/>
                    <a:pt x="3" y="1"/>
                    <a:pt x="4" y="2"/>
                  </a:cubicBezTo>
                  <a:cubicBezTo>
                    <a:pt x="4" y="2"/>
                    <a:pt x="3" y="2"/>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0" name="Freeform 3136">
              <a:extLst>
                <a:ext uri="{FF2B5EF4-FFF2-40B4-BE49-F238E27FC236}">
                  <a16:creationId xmlns:a16="http://schemas.microsoft.com/office/drawing/2014/main" id="{4683049A-2A37-D153-90E2-9845789C8A33}"/>
                </a:ext>
              </a:extLst>
            </p:cNvPr>
            <p:cNvSpPr>
              <a:spLocks/>
            </p:cNvSpPr>
            <p:nvPr/>
          </p:nvSpPr>
          <p:spPr bwMode="auto">
            <a:xfrm rot="5094805">
              <a:off x="3021210" y="5286030"/>
              <a:ext cx="11425" cy="6855"/>
            </a:xfrm>
            <a:custGeom>
              <a:avLst/>
              <a:gdLst>
                <a:gd name="T0" fmla="*/ 5 w 5"/>
                <a:gd name="T1" fmla="*/ 1 h 3"/>
                <a:gd name="T2" fmla="*/ 4 w 5"/>
                <a:gd name="T3" fmla="*/ 3 h 3"/>
                <a:gd name="T4" fmla="*/ 1 w 5"/>
                <a:gd name="T5" fmla="*/ 2 h 3"/>
                <a:gd name="T6" fmla="*/ 1 w 5"/>
                <a:gd name="T7" fmla="*/ 0 h 3"/>
                <a:gd name="T8" fmla="*/ 5 w 5"/>
                <a:gd name="T9" fmla="*/ 1 h 3"/>
              </a:gdLst>
              <a:ahLst/>
              <a:cxnLst>
                <a:cxn ang="0">
                  <a:pos x="T0" y="T1"/>
                </a:cxn>
                <a:cxn ang="0">
                  <a:pos x="T2" y="T3"/>
                </a:cxn>
                <a:cxn ang="0">
                  <a:pos x="T4" y="T5"/>
                </a:cxn>
                <a:cxn ang="0">
                  <a:pos x="T6" y="T7"/>
                </a:cxn>
                <a:cxn ang="0">
                  <a:pos x="T8" y="T9"/>
                </a:cxn>
              </a:cxnLst>
              <a:rect l="0" t="0" r="r" b="b"/>
              <a:pathLst>
                <a:path w="5" h="3">
                  <a:moveTo>
                    <a:pt x="5" y="1"/>
                  </a:moveTo>
                  <a:cubicBezTo>
                    <a:pt x="4" y="2"/>
                    <a:pt x="4" y="3"/>
                    <a:pt x="4" y="3"/>
                  </a:cubicBezTo>
                  <a:cubicBezTo>
                    <a:pt x="3" y="3"/>
                    <a:pt x="1" y="3"/>
                    <a:pt x="1" y="2"/>
                  </a:cubicBezTo>
                  <a:cubicBezTo>
                    <a:pt x="0" y="2"/>
                    <a:pt x="1" y="0"/>
                    <a:pt x="1" y="0"/>
                  </a:cubicBezTo>
                  <a:cubicBezTo>
                    <a:pt x="2" y="0"/>
                    <a:pt x="3" y="1"/>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1" name="Freeform 3137">
              <a:extLst>
                <a:ext uri="{FF2B5EF4-FFF2-40B4-BE49-F238E27FC236}">
                  <a16:creationId xmlns:a16="http://schemas.microsoft.com/office/drawing/2014/main" id="{F9A839EF-DB19-DD7A-9030-DD1E58A675B7}"/>
                </a:ext>
              </a:extLst>
            </p:cNvPr>
            <p:cNvSpPr>
              <a:spLocks/>
            </p:cNvSpPr>
            <p:nvPr/>
          </p:nvSpPr>
          <p:spPr bwMode="auto">
            <a:xfrm rot="5094805">
              <a:off x="3014029" y="5085956"/>
              <a:ext cx="11425" cy="13710"/>
            </a:xfrm>
            <a:custGeom>
              <a:avLst/>
              <a:gdLst>
                <a:gd name="T0" fmla="*/ 1 w 4"/>
                <a:gd name="T1" fmla="*/ 0 h 5"/>
                <a:gd name="T2" fmla="*/ 3 w 4"/>
                <a:gd name="T3" fmla="*/ 1 h 5"/>
                <a:gd name="T4" fmla="*/ 3 w 4"/>
                <a:gd name="T5" fmla="*/ 5 h 5"/>
                <a:gd name="T6" fmla="*/ 0 w 4"/>
                <a:gd name="T7" fmla="*/ 3 h 5"/>
                <a:gd name="T8" fmla="*/ 1 w 4"/>
                <a:gd name="T9" fmla="*/ 0 h 5"/>
              </a:gdLst>
              <a:ahLst/>
              <a:cxnLst>
                <a:cxn ang="0">
                  <a:pos x="T0" y="T1"/>
                </a:cxn>
                <a:cxn ang="0">
                  <a:pos x="T2" y="T3"/>
                </a:cxn>
                <a:cxn ang="0">
                  <a:pos x="T4" y="T5"/>
                </a:cxn>
                <a:cxn ang="0">
                  <a:pos x="T6" y="T7"/>
                </a:cxn>
                <a:cxn ang="0">
                  <a:pos x="T8" y="T9"/>
                </a:cxn>
              </a:cxnLst>
              <a:rect l="0" t="0" r="r" b="b"/>
              <a:pathLst>
                <a:path w="4" h="5">
                  <a:moveTo>
                    <a:pt x="1" y="0"/>
                  </a:moveTo>
                  <a:cubicBezTo>
                    <a:pt x="2" y="1"/>
                    <a:pt x="4" y="1"/>
                    <a:pt x="3" y="1"/>
                  </a:cubicBezTo>
                  <a:cubicBezTo>
                    <a:pt x="3" y="2"/>
                    <a:pt x="3" y="3"/>
                    <a:pt x="3" y="5"/>
                  </a:cubicBezTo>
                  <a:cubicBezTo>
                    <a:pt x="2" y="4"/>
                    <a:pt x="0" y="4"/>
                    <a:pt x="0" y="3"/>
                  </a:cubicBezTo>
                  <a:cubicBezTo>
                    <a:pt x="0" y="2"/>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2" name="Freeform 3138">
              <a:extLst>
                <a:ext uri="{FF2B5EF4-FFF2-40B4-BE49-F238E27FC236}">
                  <a16:creationId xmlns:a16="http://schemas.microsoft.com/office/drawing/2014/main" id="{B5E9F22C-EAF1-3D0A-2994-47CF703676A4}"/>
                </a:ext>
              </a:extLst>
            </p:cNvPr>
            <p:cNvSpPr>
              <a:spLocks/>
            </p:cNvSpPr>
            <p:nvPr/>
          </p:nvSpPr>
          <p:spPr bwMode="auto">
            <a:xfrm rot="5094805">
              <a:off x="3006849" y="4890453"/>
              <a:ext cx="11425" cy="11425"/>
            </a:xfrm>
            <a:custGeom>
              <a:avLst/>
              <a:gdLst>
                <a:gd name="T0" fmla="*/ 5 w 5"/>
                <a:gd name="T1" fmla="*/ 4 h 5"/>
                <a:gd name="T2" fmla="*/ 1 w 5"/>
                <a:gd name="T3" fmla="*/ 5 h 5"/>
                <a:gd name="T4" fmla="*/ 0 w 5"/>
                <a:gd name="T5" fmla="*/ 2 h 5"/>
                <a:gd name="T6" fmla="*/ 3 w 5"/>
                <a:gd name="T7" fmla="*/ 0 h 5"/>
                <a:gd name="T8" fmla="*/ 5 w 5"/>
                <a:gd name="T9" fmla="*/ 4 h 5"/>
              </a:gdLst>
              <a:ahLst/>
              <a:cxnLst>
                <a:cxn ang="0">
                  <a:pos x="T0" y="T1"/>
                </a:cxn>
                <a:cxn ang="0">
                  <a:pos x="T2" y="T3"/>
                </a:cxn>
                <a:cxn ang="0">
                  <a:pos x="T4" y="T5"/>
                </a:cxn>
                <a:cxn ang="0">
                  <a:pos x="T6" y="T7"/>
                </a:cxn>
                <a:cxn ang="0">
                  <a:pos x="T8" y="T9"/>
                </a:cxn>
              </a:cxnLst>
              <a:rect l="0" t="0" r="r" b="b"/>
              <a:pathLst>
                <a:path w="5" h="5">
                  <a:moveTo>
                    <a:pt x="5" y="4"/>
                  </a:moveTo>
                  <a:cubicBezTo>
                    <a:pt x="4" y="4"/>
                    <a:pt x="3" y="5"/>
                    <a:pt x="1" y="5"/>
                  </a:cubicBezTo>
                  <a:cubicBezTo>
                    <a:pt x="1" y="5"/>
                    <a:pt x="0" y="2"/>
                    <a:pt x="0" y="2"/>
                  </a:cubicBezTo>
                  <a:cubicBezTo>
                    <a:pt x="1" y="1"/>
                    <a:pt x="2" y="1"/>
                    <a:pt x="3" y="0"/>
                  </a:cubicBezTo>
                  <a:cubicBezTo>
                    <a:pt x="4" y="1"/>
                    <a:pt x="4" y="2"/>
                    <a:pt x="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3" name="Freeform 3139">
              <a:extLst>
                <a:ext uri="{FF2B5EF4-FFF2-40B4-BE49-F238E27FC236}">
                  <a16:creationId xmlns:a16="http://schemas.microsoft.com/office/drawing/2014/main" id="{DE392190-CDFD-65DD-96BC-6B4BE9FBD895}"/>
                </a:ext>
              </a:extLst>
            </p:cNvPr>
            <p:cNvSpPr>
              <a:spLocks/>
            </p:cNvSpPr>
            <p:nvPr/>
          </p:nvSpPr>
          <p:spPr bwMode="auto">
            <a:xfrm rot="5094805">
              <a:off x="2996254" y="4691826"/>
              <a:ext cx="11425" cy="15995"/>
            </a:xfrm>
            <a:custGeom>
              <a:avLst/>
              <a:gdLst>
                <a:gd name="T0" fmla="*/ 4 w 4"/>
                <a:gd name="T1" fmla="*/ 2 h 7"/>
                <a:gd name="T2" fmla="*/ 3 w 4"/>
                <a:gd name="T3" fmla="*/ 7 h 7"/>
                <a:gd name="T4" fmla="*/ 0 w 4"/>
                <a:gd name="T5" fmla="*/ 4 h 7"/>
                <a:gd name="T6" fmla="*/ 1 w 4"/>
                <a:gd name="T7" fmla="*/ 0 h 7"/>
                <a:gd name="T8" fmla="*/ 4 w 4"/>
                <a:gd name="T9" fmla="*/ 2 h 7"/>
              </a:gdLst>
              <a:ahLst/>
              <a:cxnLst>
                <a:cxn ang="0">
                  <a:pos x="T0" y="T1"/>
                </a:cxn>
                <a:cxn ang="0">
                  <a:pos x="T2" y="T3"/>
                </a:cxn>
                <a:cxn ang="0">
                  <a:pos x="T4" y="T5"/>
                </a:cxn>
                <a:cxn ang="0">
                  <a:pos x="T6" y="T7"/>
                </a:cxn>
                <a:cxn ang="0">
                  <a:pos x="T8" y="T9"/>
                </a:cxn>
              </a:cxnLst>
              <a:rect l="0" t="0" r="r" b="b"/>
              <a:pathLst>
                <a:path w="4" h="7">
                  <a:moveTo>
                    <a:pt x="4" y="2"/>
                  </a:moveTo>
                  <a:cubicBezTo>
                    <a:pt x="4" y="4"/>
                    <a:pt x="3" y="5"/>
                    <a:pt x="3" y="7"/>
                  </a:cubicBezTo>
                  <a:cubicBezTo>
                    <a:pt x="2" y="6"/>
                    <a:pt x="1" y="5"/>
                    <a:pt x="0" y="4"/>
                  </a:cubicBezTo>
                  <a:cubicBezTo>
                    <a:pt x="0" y="3"/>
                    <a:pt x="0" y="1"/>
                    <a:pt x="1" y="0"/>
                  </a:cubicBezTo>
                  <a:cubicBezTo>
                    <a:pt x="2" y="1"/>
                    <a:pt x="3"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4" name="Freeform 3140">
              <a:extLst>
                <a:ext uri="{FF2B5EF4-FFF2-40B4-BE49-F238E27FC236}">
                  <a16:creationId xmlns:a16="http://schemas.microsoft.com/office/drawing/2014/main" id="{D4CBBFF0-BCCF-20EF-F56F-9109D8C16DBC}"/>
                </a:ext>
              </a:extLst>
            </p:cNvPr>
            <p:cNvSpPr>
              <a:spLocks/>
            </p:cNvSpPr>
            <p:nvPr/>
          </p:nvSpPr>
          <p:spPr bwMode="auto">
            <a:xfrm rot="5094805">
              <a:off x="2987944" y="4493200"/>
              <a:ext cx="6855" cy="20565"/>
            </a:xfrm>
            <a:custGeom>
              <a:avLst/>
              <a:gdLst>
                <a:gd name="T0" fmla="*/ 0 w 3"/>
                <a:gd name="T1" fmla="*/ 0 h 8"/>
                <a:gd name="T2" fmla="*/ 3 w 3"/>
                <a:gd name="T3" fmla="*/ 3 h 8"/>
                <a:gd name="T4" fmla="*/ 2 w 3"/>
                <a:gd name="T5" fmla="*/ 8 h 8"/>
                <a:gd name="T6" fmla="*/ 0 w 3"/>
                <a:gd name="T7" fmla="*/ 6 h 8"/>
                <a:gd name="T8" fmla="*/ 0 w 3"/>
                <a:gd name="T9" fmla="*/ 0 h 8"/>
              </a:gdLst>
              <a:ahLst/>
              <a:cxnLst>
                <a:cxn ang="0">
                  <a:pos x="T0" y="T1"/>
                </a:cxn>
                <a:cxn ang="0">
                  <a:pos x="T2" y="T3"/>
                </a:cxn>
                <a:cxn ang="0">
                  <a:pos x="T4" y="T5"/>
                </a:cxn>
                <a:cxn ang="0">
                  <a:pos x="T6" y="T7"/>
                </a:cxn>
                <a:cxn ang="0">
                  <a:pos x="T8" y="T9"/>
                </a:cxn>
              </a:cxnLst>
              <a:rect l="0" t="0" r="r" b="b"/>
              <a:pathLst>
                <a:path w="3" h="8">
                  <a:moveTo>
                    <a:pt x="0" y="0"/>
                  </a:moveTo>
                  <a:cubicBezTo>
                    <a:pt x="1" y="1"/>
                    <a:pt x="3" y="2"/>
                    <a:pt x="3" y="3"/>
                  </a:cubicBezTo>
                  <a:cubicBezTo>
                    <a:pt x="3" y="5"/>
                    <a:pt x="3" y="6"/>
                    <a:pt x="2" y="8"/>
                  </a:cubicBezTo>
                  <a:cubicBezTo>
                    <a:pt x="1" y="8"/>
                    <a:pt x="0" y="7"/>
                    <a:pt x="0" y="6"/>
                  </a:cubicBezTo>
                  <a:cubicBezTo>
                    <a:pt x="0" y="5"/>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5" name="Freeform 3141">
              <a:extLst>
                <a:ext uri="{FF2B5EF4-FFF2-40B4-BE49-F238E27FC236}">
                  <a16:creationId xmlns:a16="http://schemas.microsoft.com/office/drawing/2014/main" id="{AB904543-BE55-BFA4-B2D1-653D77676EBB}"/>
                </a:ext>
              </a:extLst>
            </p:cNvPr>
            <p:cNvSpPr>
              <a:spLocks/>
            </p:cNvSpPr>
            <p:nvPr/>
          </p:nvSpPr>
          <p:spPr bwMode="auto">
            <a:xfrm rot="5094805">
              <a:off x="2969480" y="4298603"/>
              <a:ext cx="9140" cy="20565"/>
            </a:xfrm>
            <a:custGeom>
              <a:avLst/>
              <a:gdLst>
                <a:gd name="T0" fmla="*/ 4 w 4"/>
                <a:gd name="T1" fmla="*/ 2 h 8"/>
                <a:gd name="T2" fmla="*/ 4 w 4"/>
                <a:gd name="T3" fmla="*/ 8 h 8"/>
                <a:gd name="T4" fmla="*/ 0 w 4"/>
                <a:gd name="T5" fmla="*/ 5 h 8"/>
                <a:gd name="T6" fmla="*/ 1 w 4"/>
                <a:gd name="T7" fmla="*/ 1 h 8"/>
                <a:gd name="T8" fmla="*/ 4 w 4"/>
                <a:gd name="T9" fmla="*/ 2 h 8"/>
              </a:gdLst>
              <a:ahLst/>
              <a:cxnLst>
                <a:cxn ang="0">
                  <a:pos x="T0" y="T1"/>
                </a:cxn>
                <a:cxn ang="0">
                  <a:pos x="T2" y="T3"/>
                </a:cxn>
                <a:cxn ang="0">
                  <a:pos x="T4" y="T5"/>
                </a:cxn>
                <a:cxn ang="0">
                  <a:pos x="T6" y="T7"/>
                </a:cxn>
                <a:cxn ang="0">
                  <a:pos x="T8" y="T9"/>
                </a:cxn>
              </a:cxnLst>
              <a:rect l="0" t="0" r="r" b="b"/>
              <a:pathLst>
                <a:path w="4" h="8">
                  <a:moveTo>
                    <a:pt x="4" y="2"/>
                  </a:moveTo>
                  <a:cubicBezTo>
                    <a:pt x="4" y="4"/>
                    <a:pt x="4" y="6"/>
                    <a:pt x="4" y="8"/>
                  </a:cubicBezTo>
                  <a:cubicBezTo>
                    <a:pt x="2" y="7"/>
                    <a:pt x="1" y="6"/>
                    <a:pt x="0" y="5"/>
                  </a:cubicBezTo>
                  <a:cubicBezTo>
                    <a:pt x="0" y="4"/>
                    <a:pt x="0" y="1"/>
                    <a:pt x="1" y="1"/>
                  </a:cubicBezTo>
                  <a:cubicBezTo>
                    <a:pt x="2"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6" name="Freeform 3142">
              <a:extLst>
                <a:ext uri="{FF2B5EF4-FFF2-40B4-BE49-F238E27FC236}">
                  <a16:creationId xmlns:a16="http://schemas.microsoft.com/office/drawing/2014/main" id="{4C142308-147B-ED5D-920A-103E21CA74F7}"/>
                </a:ext>
              </a:extLst>
            </p:cNvPr>
            <p:cNvSpPr>
              <a:spLocks/>
            </p:cNvSpPr>
            <p:nvPr/>
          </p:nvSpPr>
          <p:spPr bwMode="auto">
            <a:xfrm rot="5094805">
              <a:off x="2947603" y="4105454"/>
              <a:ext cx="11425" cy="18280"/>
            </a:xfrm>
            <a:custGeom>
              <a:avLst/>
              <a:gdLst>
                <a:gd name="T0" fmla="*/ 4 w 4"/>
                <a:gd name="T1" fmla="*/ 1 h 8"/>
                <a:gd name="T2" fmla="*/ 3 w 4"/>
                <a:gd name="T3" fmla="*/ 8 h 8"/>
                <a:gd name="T4" fmla="*/ 0 w 4"/>
                <a:gd name="T5" fmla="*/ 5 h 8"/>
                <a:gd name="T6" fmla="*/ 0 w 4"/>
                <a:gd name="T7" fmla="*/ 0 h 8"/>
                <a:gd name="T8" fmla="*/ 4 w 4"/>
                <a:gd name="T9" fmla="*/ 1 h 8"/>
              </a:gdLst>
              <a:ahLst/>
              <a:cxnLst>
                <a:cxn ang="0">
                  <a:pos x="T0" y="T1"/>
                </a:cxn>
                <a:cxn ang="0">
                  <a:pos x="T2" y="T3"/>
                </a:cxn>
                <a:cxn ang="0">
                  <a:pos x="T4" y="T5"/>
                </a:cxn>
                <a:cxn ang="0">
                  <a:pos x="T6" y="T7"/>
                </a:cxn>
                <a:cxn ang="0">
                  <a:pos x="T8" y="T9"/>
                </a:cxn>
              </a:cxnLst>
              <a:rect l="0" t="0" r="r" b="b"/>
              <a:pathLst>
                <a:path w="4" h="8">
                  <a:moveTo>
                    <a:pt x="4" y="1"/>
                  </a:moveTo>
                  <a:cubicBezTo>
                    <a:pt x="4" y="4"/>
                    <a:pt x="3" y="6"/>
                    <a:pt x="3" y="8"/>
                  </a:cubicBezTo>
                  <a:cubicBezTo>
                    <a:pt x="2" y="7"/>
                    <a:pt x="1" y="6"/>
                    <a:pt x="0" y="5"/>
                  </a:cubicBezTo>
                  <a:cubicBezTo>
                    <a:pt x="0" y="4"/>
                    <a:pt x="0" y="0"/>
                    <a:pt x="0" y="0"/>
                  </a:cubicBezTo>
                  <a:cubicBezTo>
                    <a:pt x="1"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7" name="Freeform 3143">
              <a:extLst>
                <a:ext uri="{FF2B5EF4-FFF2-40B4-BE49-F238E27FC236}">
                  <a16:creationId xmlns:a16="http://schemas.microsoft.com/office/drawing/2014/main" id="{ABB93170-E136-A74A-186D-9287E52F19F9}"/>
                </a:ext>
              </a:extLst>
            </p:cNvPr>
            <p:cNvSpPr>
              <a:spLocks/>
            </p:cNvSpPr>
            <p:nvPr/>
          </p:nvSpPr>
          <p:spPr bwMode="auto">
            <a:xfrm rot="5094805">
              <a:off x="2927904" y="3909922"/>
              <a:ext cx="11425" cy="18280"/>
            </a:xfrm>
            <a:custGeom>
              <a:avLst/>
              <a:gdLst>
                <a:gd name="T0" fmla="*/ 5 w 5"/>
                <a:gd name="T1" fmla="*/ 6 h 8"/>
                <a:gd name="T2" fmla="*/ 2 w 5"/>
                <a:gd name="T3" fmla="*/ 8 h 8"/>
                <a:gd name="T4" fmla="*/ 0 w 5"/>
                <a:gd name="T5" fmla="*/ 3 h 8"/>
                <a:gd name="T6" fmla="*/ 3 w 5"/>
                <a:gd name="T7" fmla="*/ 0 h 8"/>
                <a:gd name="T8" fmla="*/ 5 w 5"/>
                <a:gd name="T9" fmla="*/ 6 h 8"/>
              </a:gdLst>
              <a:ahLst/>
              <a:cxnLst>
                <a:cxn ang="0">
                  <a:pos x="T0" y="T1"/>
                </a:cxn>
                <a:cxn ang="0">
                  <a:pos x="T2" y="T3"/>
                </a:cxn>
                <a:cxn ang="0">
                  <a:pos x="T4" y="T5"/>
                </a:cxn>
                <a:cxn ang="0">
                  <a:pos x="T6" y="T7"/>
                </a:cxn>
                <a:cxn ang="0">
                  <a:pos x="T8" y="T9"/>
                </a:cxn>
              </a:cxnLst>
              <a:rect l="0" t="0" r="r" b="b"/>
              <a:pathLst>
                <a:path w="5" h="8">
                  <a:moveTo>
                    <a:pt x="5" y="6"/>
                  </a:moveTo>
                  <a:cubicBezTo>
                    <a:pt x="4" y="7"/>
                    <a:pt x="3" y="8"/>
                    <a:pt x="2" y="8"/>
                  </a:cubicBezTo>
                  <a:cubicBezTo>
                    <a:pt x="1" y="8"/>
                    <a:pt x="0" y="3"/>
                    <a:pt x="0" y="3"/>
                  </a:cubicBezTo>
                  <a:cubicBezTo>
                    <a:pt x="1" y="1"/>
                    <a:pt x="2" y="1"/>
                    <a:pt x="3" y="0"/>
                  </a:cubicBezTo>
                  <a:cubicBezTo>
                    <a:pt x="4" y="1"/>
                    <a:pt x="4" y="3"/>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8" name="Freeform 3144">
              <a:extLst>
                <a:ext uri="{FF2B5EF4-FFF2-40B4-BE49-F238E27FC236}">
                  <a16:creationId xmlns:a16="http://schemas.microsoft.com/office/drawing/2014/main" id="{F0E9DA9E-42B0-7469-2E18-9B96D859F706}"/>
                </a:ext>
              </a:extLst>
            </p:cNvPr>
            <p:cNvSpPr>
              <a:spLocks/>
            </p:cNvSpPr>
            <p:nvPr/>
          </p:nvSpPr>
          <p:spPr bwMode="auto">
            <a:xfrm rot="5094805">
              <a:off x="3343280" y="6623547"/>
              <a:ext cx="9140" cy="6855"/>
            </a:xfrm>
            <a:custGeom>
              <a:avLst/>
              <a:gdLst>
                <a:gd name="T0" fmla="*/ 1 w 4"/>
                <a:gd name="T1" fmla="*/ 1 h 3"/>
                <a:gd name="T2" fmla="*/ 4 w 4"/>
                <a:gd name="T3" fmla="*/ 0 h 3"/>
                <a:gd name="T4" fmla="*/ 2 w 4"/>
                <a:gd name="T5" fmla="*/ 2 h 3"/>
                <a:gd name="T6" fmla="*/ 0 w 4"/>
                <a:gd name="T7" fmla="*/ 3 h 3"/>
                <a:gd name="T8" fmla="*/ 1 w 4"/>
                <a:gd name="T9" fmla="*/ 1 h 3"/>
              </a:gdLst>
              <a:ahLst/>
              <a:cxnLst>
                <a:cxn ang="0">
                  <a:pos x="T0" y="T1"/>
                </a:cxn>
                <a:cxn ang="0">
                  <a:pos x="T2" y="T3"/>
                </a:cxn>
                <a:cxn ang="0">
                  <a:pos x="T4" y="T5"/>
                </a:cxn>
                <a:cxn ang="0">
                  <a:pos x="T6" y="T7"/>
                </a:cxn>
                <a:cxn ang="0">
                  <a:pos x="T8" y="T9"/>
                </a:cxn>
              </a:cxnLst>
              <a:rect l="0" t="0" r="r" b="b"/>
              <a:pathLst>
                <a:path w="4" h="3">
                  <a:moveTo>
                    <a:pt x="1" y="1"/>
                  </a:moveTo>
                  <a:cubicBezTo>
                    <a:pt x="3" y="1"/>
                    <a:pt x="3" y="0"/>
                    <a:pt x="4" y="0"/>
                  </a:cubicBezTo>
                  <a:cubicBezTo>
                    <a:pt x="4" y="1"/>
                    <a:pt x="3" y="2"/>
                    <a:pt x="2" y="2"/>
                  </a:cubicBezTo>
                  <a:cubicBezTo>
                    <a:pt x="2" y="3"/>
                    <a:pt x="0" y="3"/>
                    <a:pt x="0" y="3"/>
                  </a:cubicBezTo>
                  <a:cubicBezTo>
                    <a:pt x="0" y="2"/>
                    <a:pt x="1"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9" name="Freeform 3145">
              <a:extLst>
                <a:ext uri="{FF2B5EF4-FFF2-40B4-BE49-F238E27FC236}">
                  <a16:creationId xmlns:a16="http://schemas.microsoft.com/office/drawing/2014/main" id="{1D226BA3-ADE2-AECF-5059-9A579E6EC949}"/>
                </a:ext>
              </a:extLst>
            </p:cNvPr>
            <p:cNvSpPr>
              <a:spLocks/>
            </p:cNvSpPr>
            <p:nvPr/>
          </p:nvSpPr>
          <p:spPr bwMode="auto">
            <a:xfrm rot="5094805">
              <a:off x="3476469" y="6804291"/>
              <a:ext cx="11425" cy="9140"/>
            </a:xfrm>
            <a:custGeom>
              <a:avLst/>
              <a:gdLst>
                <a:gd name="T0" fmla="*/ 4 w 4"/>
                <a:gd name="T1" fmla="*/ 0 h 3"/>
                <a:gd name="T2" fmla="*/ 1 w 4"/>
                <a:gd name="T3" fmla="*/ 3 h 3"/>
                <a:gd name="T4" fmla="*/ 0 w 4"/>
                <a:gd name="T5" fmla="*/ 3 h 3"/>
                <a:gd name="T6" fmla="*/ 3 w 4"/>
                <a:gd name="T7" fmla="*/ 0 h 3"/>
                <a:gd name="T8" fmla="*/ 4 w 4"/>
                <a:gd name="T9" fmla="*/ 0 h 3"/>
              </a:gdLst>
              <a:ahLst/>
              <a:cxnLst>
                <a:cxn ang="0">
                  <a:pos x="T0" y="T1"/>
                </a:cxn>
                <a:cxn ang="0">
                  <a:pos x="T2" y="T3"/>
                </a:cxn>
                <a:cxn ang="0">
                  <a:pos x="T4" y="T5"/>
                </a:cxn>
                <a:cxn ang="0">
                  <a:pos x="T6" y="T7"/>
                </a:cxn>
                <a:cxn ang="0">
                  <a:pos x="T8" y="T9"/>
                </a:cxn>
              </a:cxnLst>
              <a:rect l="0" t="0" r="r" b="b"/>
              <a:pathLst>
                <a:path w="4" h="3">
                  <a:moveTo>
                    <a:pt x="4" y="0"/>
                  </a:moveTo>
                  <a:cubicBezTo>
                    <a:pt x="3" y="1"/>
                    <a:pt x="2" y="2"/>
                    <a:pt x="1" y="3"/>
                  </a:cubicBezTo>
                  <a:cubicBezTo>
                    <a:pt x="1" y="3"/>
                    <a:pt x="0" y="3"/>
                    <a:pt x="0" y="3"/>
                  </a:cubicBezTo>
                  <a:cubicBezTo>
                    <a:pt x="1" y="2"/>
                    <a:pt x="2" y="1"/>
                    <a:pt x="3"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0" name="Freeform 3166">
              <a:extLst>
                <a:ext uri="{FF2B5EF4-FFF2-40B4-BE49-F238E27FC236}">
                  <a16:creationId xmlns:a16="http://schemas.microsoft.com/office/drawing/2014/main" id="{B7D0F582-0E1F-6B25-B4F3-FC5684AA3995}"/>
                </a:ext>
              </a:extLst>
            </p:cNvPr>
            <p:cNvSpPr>
              <a:spLocks/>
            </p:cNvSpPr>
            <p:nvPr/>
          </p:nvSpPr>
          <p:spPr bwMode="auto">
            <a:xfrm rot="5094805">
              <a:off x="2082162" y="98077"/>
              <a:ext cx="9140" cy="4570"/>
            </a:xfrm>
            <a:custGeom>
              <a:avLst/>
              <a:gdLst>
                <a:gd name="T0" fmla="*/ 2 w 4"/>
                <a:gd name="T1" fmla="*/ 2 h 2"/>
                <a:gd name="T2" fmla="*/ 0 w 4"/>
                <a:gd name="T3" fmla="*/ 1 h 2"/>
                <a:gd name="T4" fmla="*/ 2 w 4"/>
                <a:gd name="T5" fmla="*/ 0 h 2"/>
                <a:gd name="T6" fmla="*/ 4 w 4"/>
                <a:gd name="T7" fmla="*/ 0 h 2"/>
                <a:gd name="T8" fmla="*/ 2 w 4"/>
                <a:gd name="T9" fmla="*/ 2 h 2"/>
              </a:gdLst>
              <a:ahLst/>
              <a:cxnLst>
                <a:cxn ang="0">
                  <a:pos x="T0" y="T1"/>
                </a:cxn>
                <a:cxn ang="0">
                  <a:pos x="T2" y="T3"/>
                </a:cxn>
                <a:cxn ang="0">
                  <a:pos x="T4" y="T5"/>
                </a:cxn>
                <a:cxn ang="0">
                  <a:pos x="T6" y="T7"/>
                </a:cxn>
                <a:cxn ang="0">
                  <a:pos x="T8" y="T9"/>
                </a:cxn>
              </a:cxnLst>
              <a:rect l="0" t="0" r="r" b="b"/>
              <a:pathLst>
                <a:path w="4" h="2">
                  <a:moveTo>
                    <a:pt x="2" y="2"/>
                  </a:moveTo>
                  <a:cubicBezTo>
                    <a:pt x="1" y="2"/>
                    <a:pt x="0" y="2"/>
                    <a:pt x="0" y="1"/>
                  </a:cubicBezTo>
                  <a:cubicBezTo>
                    <a:pt x="0" y="1"/>
                    <a:pt x="2" y="0"/>
                    <a:pt x="2" y="0"/>
                  </a:cubicBezTo>
                  <a:cubicBezTo>
                    <a:pt x="3" y="0"/>
                    <a:pt x="4" y="0"/>
                    <a:pt x="4" y="0"/>
                  </a:cubicBezTo>
                  <a:cubicBezTo>
                    <a:pt x="4" y="0"/>
                    <a:pt x="3"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1" name="Freeform 3167">
              <a:extLst>
                <a:ext uri="{FF2B5EF4-FFF2-40B4-BE49-F238E27FC236}">
                  <a16:creationId xmlns:a16="http://schemas.microsoft.com/office/drawing/2014/main" id="{66A713CD-10B1-7056-D8A4-047CC2856B84}"/>
                </a:ext>
              </a:extLst>
            </p:cNvPr>
            <p:cNvSpPr>
              <a:spLocks/>
            </p:cNvSpPr>
            <p:nvPr/>
          </p:nvSpPr>
          <p:spPr bwMode="auto">
            <a:xfrm rot="5094805">
              <a:off x="2186602" y="278041"/>
              <a:ext cx="9140" cy="6855"/>
            </a:xfrm>
            <a:custGeom>
              <a:avLst/>
              <a:gdLst>
                <a:gd name="T0" fmla="*/ 1 w 4"/>
                <a:gd name="T1" fmla="*/ 2 h 2"/>
                <a:gd name="T2" fmla="*/ 0 w 4"/>
                <a:gd name="T3" fmla="*/ 1 h 2"/>
                <a:gd name="T4" fmla="*/ 2 w 4"/>
                <a:gd name="T5" fmla="*/ 0 h 2"/>
                <a:gd name="T6" fmla="*/ 4 w 4"/>
                <a:gd name="T7" fmla="*/ 1 h 2"/>
                <a:gd name="T8" fmla="*/ 1 w 4"/>
                <a:gd name="T9" fmla="*/ 2 h 2"/>
              </a:gdLst>
              <a:ahLst/>
              <a:cxnLst>
                <a:cxn ang="0">
                  <a:pos x="T0" y="T1"/>
                </a:cxn>
                <a:cxn ang="0">
                  <a:pos x="T2" y="T3"/>
                </a:cxn>
                <a:cxn ang="0">
                  <a:pos x="T4" y="T5"/>
                </a:cxn>
                <a:cxn ang="0">
                  <a:pos x="T6" y="T7"/>
                </a:cxn>
                <a:cxn ang="0">
                  <a:pos x="T8" y="T9"/>
                </a:cxn>
              </a:cxnLst>
              <a:rect l="0" t="0" r="r" b="b"/>
              <a:pathLst>
                <a:path w="4" h="2">
                  <a:moveTo>
                    <a:pt x="1" y="2"/>
                  </a:moveTo>
                  <a:cubicBezTo>
                    <a:pt x="1" y="2"/>
                    <a:pt x="0" y="2"/>
                    <a:pt x="0" y="1"/>
                  </a:cubicBezTo>
                  <a:cubicBezTo>
                    <a:pt x="0" y="1"/>
                    <a:pt x="1" y="0"/>
                    <a:pt x="2" y="0"/>
                  </a:cubicBezTo>
                  <a:cubicBezTo>
                    <a:pt x="2" y="0"/>
                    <a:pt x="3" y="0"/>
                    <a:pt x="4" y="1"/>
                  </a:cubicBezTo>
                  <a:cubicBezTo>
                    <a:pt x="4" y="1"/>
                    <a:pt x="2" y="2"/>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2" name="Freeform 3168">
              <a:extLst>
                <a:ext uri="{FF2B5EF4-FFF2-40B4-BE49-F238E27FC236}">
                  <a16:creationId xmlns:a16="http://schemas.microsoft.com/office/drawing/2014/main" id="{0DF608D1-24D9-9CAA-CCAF-577A678532A8}"/>
                </a:ext>
              </a:extLst>
            </p:cNvPr>
            <p:cNvSpPr>
              <a:spLocks/>
            </p:cNvSpPr>
            <p:nvPr/>
          </p:nvSpPr>
          <p:spPr bwMode="auto">
            <a:xfrm rot="5094805">
              <a:off x="2285255" y="457475"/>
              <a:ext cx="6855" cy="9140"/>
            </a:xfrm>
            <a:custGeom>
              <a:avLst/>
              <a:gdLst>
                <a:gd name="T0" fmla="*/ 0 w 3"/>
                <a:gd name="T1" fmla="*/ 1 h 4"/>
                <a:gd name="T2" fmla="*/ 3 w 3"/>
                <a:gd name="T3" fmla="*/ 0 h 4"/>
                <a:gd name="T4" fmla="*/ 2 w 3"/>
                <a:gd name="T5" fmla="*/ 3 h 4"/>
                <a:gd name="T6" fmla="*/ 0 w 3"/>
                <a:gd name="T7" fmla="*/ 3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1" y="0"/>
                    <a:pt x="3" y="0"/>
                    <a:pt x="3" y="0"/>
                  </a:cubicBezTo>
                  <a:cubicBezTo>
                    <a:pt x="3" y="1"/>
                    <a:pt x="2" y="2"/>
                    <a:pt x="2" y="3"/>
                  </a:cubicBezTo>
                  <a:cubicBezTo>
                    <a:pt x="1" y="3"/>
                    <a:pt x="0" y="4"/>
                    <a:pt x="0" y="3"/>
                  </a:cubicBezTo>
                  <a:cubicBezTo>
                    <a:pt x="0" y="3"/>
                    <a:pt x="0"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3" name="Freeform 3169">
              <a:extLst>
                <a:ext uri="{FF2B5EF4-FFF2-40B4-BE49-F238E27FC236}">
                  <a16:creationId xmlns:a16="http://schemas.microsoft.com/office/drawing/2014/main" id="{9EEA7514-B926-94D5-1321-A15F557658B7}"/>
                </a:ext>
              </a:extLst>
            </p:cNvPr>
            <p:cNvSpPr>
              <a:spLocks/>
            </p:cNvSpPr>
            <p:nvPr/>
          </p:nvSpPr>
          <p:spPr bwMode="auto">
            <a:xfrm rot="5094805">
              <a:off x="2377071" y="635029"/>
              <a:ext cx="9140" cy="15995"/>
            </a:xfrm>
            <a:custGeom>
              <a:avLst/>
              <a:gdLst>
                <a:gd name="T0" fmla="*/ 1 w 4"/>
                <a:gd name="T1" fmla="*/ 6 h 6"/>
                <a:gd name="T2" fmla="*/ 0 w 4"/>
                <a:gd name="T3" fmla="*/ 2 h 6"/>
                <a:gd name="T4" fmla="*/ 2 w 4"/>
                <a:gd name="T5" fmla="*/ 0 h 6"/>
                <a:gd name="T6" fmla="*/ 4 w 4"/>
                <a:gd name="T7" fmla="*/ 3 h 6"/>
                <a:gd name="T8" fmla="*/ 1 w 4"/>
                <a:gd name="T9" fmla="*/ 6 h 6"/>
              </a:gdLst>
              <a:ahLst/>
              <a:cxnLst>
                <a:cxn ang="0">
                  <a:pos x="T0" y="T1"/>
                </a:cxn>
                <a:cxn ang="0">
                  <a:pos x="T2" y="T3"/>
                </a:cxn>
                <a:cxn ang="0">
                  <a:pos x="T4" y="T5"/>
                </a:cxn>
                <a:cxn ang="0">
                  <a:pos x="T6" y="T7"/>
                </a:cxn>
                <a:cxn ang="0">
                  <a:pos x="T8" y="T9"/>
                </a:cxn>
              </a:cxnLst>
              <a:rect l="0" t="0" r="r" b="b"/>
              <a:pathLst>
                <a:path w="4" h="6">
                  <a:moveTo>
                    <a:pt x="1" y="6"/>
                  </a:moveTo>
                  <a:cubicBezTo>
                    <a:pt x="1" y="4"/>
                    <a:pt x="0" y="3"/>
                    <a:pt x="0" y="2"/>
                  </a:cubicBezTo>
                  <a:cubicBezTo>
                    <a:pt x="0" y="2"/>
                    <a:pt x="1" y="1"/>
                    <a:pt x="2" y="0"/>
                  </a:cubicBezTo>
                  <a:cubicBezTo>
                    <a:pt x="3" y="1"/>
                    <a:pt x="3" y="2"/>
                    <a:pt x="4" y="3"/>
                  </a:cubicBezTo>
                  <a:cubicBezTo>
                    <a:pt x="4" y="4"/>
                    <a:pt x="2" y="5"/>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4" name="Freeform 3170">
              <a:extLst>
                <a:ext uri="{FF2B5EF4-FFF2-40B4-BE49-F238E27FC236}">
                  <a16:creationId xmlns:a16="http://schemas.microsoft.com/office/drawing/2014/main" id="{A7A4FF2F-CF5D-6209-FE0E-0E41ABD82259}"/>
                </a:ext>
              </a:extLst>
            </p:cNvPr>
            <p:cNvSpPr>
              <a:spLocks/>
            </p:cNvSpPr>
            <p:nvPr/>
          </p:nvSpPr>
          <p:spPr bwMode="auto">
            <a:xfrm rot="5094805">
              <a:off x="2467952" y="818387"/>
              <a:ext cx="11425" cy="15995"/>
            </a:xfrm>
            <a:custGeom>
              <a:avLst/>
              <a:gdLst>
                <a:gd name="T0" fmla="*/ 4 w 4"/>
                <a:gd name="T1" fmla="*/ 3 h 7"/>
                <a:gd name="T2" fmla="*/ 1 w 4"/>
                <a:gd name="T3" fmla="*/ 7 h 7"/>
                <a:gd name="T4" fmla="*/ 0 w 4"/>
                <a:gd name="T5" fmla="*/ 4 h 7"/>
                <a:gd name="T6" fmla="*/ 2 w 4"/>
                <a:gd name="T7" fmla="*/ 0 h 7"/>
                <a:gd name="T8" fmla="*/ 4 w 4"/>
                <a:gd name="T9" fmla="*/ 3 h 7"/>
              </a:gdLst>
              <a:ahLst/>
              <a:cxnLst>
                <a:cxn ang="0">
                  <a:pos x="T0" y="T1"/>
                </a:cxn>
                <a:cxn ang="0">
                  <a:pos x="T2" y="T3"/>
                </a:cxn>
                <a:cxn ang="0">
                  <a:pos x="T4" y="T5"/>
                </a:cxn>
                <a:cxn ang="0">
                  <a:pos x="T6" y="T7"/>
                </a:cxn>
                <a:cxn ang="0">
                  <a:pos x="T8" y="T9"/>
                </a:cxn>
              </a:cxnLst>
              <a:rect l="0" t="0" r="r" b="b"/>
              <a:pathLst>
                <a:path w="4" h="7">
                  <a:moveTo>
                    <a:pt x="4" y="3"/>
                  </a:moveTo>
                  <a:cubicBezTo>
                    <a:pt x="3" y="4"/>
                    <a:pt x="2" y="6"/>
                    <a:pt x="1" y="7"/>
                  </a:cubicBezTo>
                  <a:cubicBezTo>
                    <a:pt x="1" y="6"/>
                    <a:pt x="0" y="5"/>
                    <a:pt x="0" y="4"/>
                  </a:cubicBezTo>
                  <a:cubicBezTo>
                    <a:pt x="0" y="3"/>
                    <a:pt x="1" y="2"/>
                    <a:pt x="2" y="0"/>
                  </a:cubicBezTo>
                  <a:cubicBezTo>
                    <a:pt x="3" y="1"/>
                    <a:pt x="3"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5" name="Freeform 3171">
              <a:extLst>
                <a:ext uri="{FF2B5EF4-FFF2-40B4-BE49-F238E27FC236}">
                  <a16:creationId xmlns:a16="http://schemas.microsoft.com/office/drawing/2014/main" id="{A0C3EE66-35B8-19C3-1A63-73C670D20987}"/>
                </a:ext>
              </a:extLst>
            </p:cNvPr>
            <p:cNvSpPr>
              <a:spLocks/>
            </p:cNvSpPr>
            <p:nvPr/>
          </p:nvSpPr>
          <p:spPr bwMode="auto">
            <a:xfrm rot="5094805">
              <a:off x="2558534" y="997291"/>
              <a:ext cx="11425" cy="18280"/>
            </a:xfrm>
            <a:custGeom>
              <a:avLst/>
              <a:gdLst>
                <a:gd name="T0" fmla="*/ 1 w 4"/>
                <a:gd name="T1" fmla="*/ 0 h 7"/>
                <a:gd name="T2" fmla="*/ 4 w 4"/>
                <a:gd name="T3" fmla="*/ 1 h 7"/>
                <a:gd name="T4" fmla="*/ 3 w 4"/>
                <a:gd name="T5" fmla="*/ 7 h 7"/>
                <a:gd name="T6" fmla="*/ 1 w 4"/>
                <a:gd name="T7" fmla="*/ 6 h 7"/>
                <a:gd name="T8" fmla="*/ 1 w 4"/>
                <a:gd name="T9" fmla="*/ 0 h 7"/>
              </a:gdLst>
              <a:ahLst/>
              <a:cxnLst>
                <a:cxn ang="0">
                  <a:pos x="T0" y="T1"/>
                </a:cxn>
                <a:cxn ang="0">
                  <a:pos x="T2" y="T3"/>
                </a:cxn>
                <a:cxn ang="0">
                  <a:pos x="T4" y="T5"/>
                </a:cxn>
                <a:cxn ang="0">
                  <a:pos x="T6" y="T7"/>
                </a:cxn>
                <a:cxn ang="0">
                  <a:pos x="T8" y="T9"/>
                </a:cxn>
              </a:cxnLst>
              <a:rect l="0" t="0" r="r" b="b"/>
              <a:pathLst>
                <a:path w="4" h="7">
                  <a:moveTo>
                    <a:pt x="1" y="0"/>
                  </a:moveTo>
                  <a:cubicBezTo>
                    <a:pt x="2" y="1"/>
                    <a:pt x="4" y="1"/>
                    <a:pt x="4" y="1"/>
                  </a:cubicBezTo>
                  <a:cubicBezTo>
                    <a:pt x="4" y="3"/>
                    <a:pt x="3" y="5"/>
                    <a:pt x="3" y="7"/>
                  </a:cubicBezTo>
                  <a:cubicBezTo>
                    <a:pt x="2" y="7"/>
                    <a:pt x="1" y="7"/>
                    <a:pt x="1"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6" name="Freeform 3172">
              <a:extLst>
                <a:ext uri="{FF2B5EF4-FFF2-40B4-BE49-F238E27FC236}">
                  <a16:creationId xmlns:a16="http://schemas.microsoft.com/office/drawing/2014/main" id="{3DC4AD06-8584-56A8-EA86-9401D0C11589}"/>
                </a:ext>
              </a:extLst>
            </p:cNvPr>
            <p:cNvSpPr>
              <a:spLocks/>
            </p:cNvSpPr>
            <p:nvPr/>
          </p:nvSpPr>
          <p:spPr bwMode="auto">
            <a:xfrm rot="5094805">
              <a:off x="2647148" y="1178770"/>
              <a:ext cx="9140" cy="22850"/>
            </a:xfrm>
            <a:custGeom>
              <a:avLst/>
              <a:gdLst>
                <a:gd name="T0" fmla="*/ 2 w 4"/>
                <a:gd name="T1" fmla="*/ 9 h 9"/>
                <a:gd name="T2" fmla="*/ 0 w 4"/>
                <a:gd name="T3" fmla="*/ 3 h 9"/>
                <a:gd name="T4" fmla="*/ 2 w 4"/>
                <a:gd name="T5" fmla="*/ 0 h 9"/>
                <a:gd name="T6" fmla="*/ 4 w 4"/>
                <a:gd name="T7" fmla="*/ 5 h 9"/>
                <a:gd name="T8" fmla="*/ 2 w 4"/>
                <a:gd name="T9" fmla="*/ 9 h 9"/>
              </a:gdLst>
              <a:ahLst/>
              <a:cxnLst>
                <a:cxn ang="0">
                  <a:pos x="T0" y="T1"/>
                </a:cxn>
                <a:cxn ang="0">
                  <a:pos x="T2" y="T3"/>
                </a:cxn>
                <a:cxn ang="0">
                  <a:pos x="T4" y="T5"/>
                </a:cxn>
                <a:cxn ang="0">
                  <a:pos x="T6" y="T7"/>
                </a:cxn>
                <a:cxn ang="0">
                  <a:pos x="T8" y="T9"/>
                </a:cxn>
              </a:cxnLst>
              <a:rect l="0" t="0" r="r" b="b"/>
              <a:pathLst>
                <a:path w="4" h="9">
                  <a:moveTo>
                    <a:pt x="2" y="9"/>
                  </a:moveTo>
                  <a:cubicBezTo>
                    <a:pt x="1" y="7"/>
                    <a:pt x="0" y="5"/>
                    <a:pt x="0" y="3"/>
                  </a:cubicBezTo>
                  <a:cubicBezTo>
                    <a:pt x="0" y="2"/>
                    <a:pt x="1" y="0"/>
                    <a:pt x="2" y="0"/>
                  </a:cubicBezTo>
                  <a:cubicBezTo>
                    <a:pt x="3" y="1"/>
                    <a:pt x="3" y="3"/>
                    <a:pt x="4" y="5"/>
                  </a:cubicBezTo>
                  <a:cubicBezTo>
                    <a:pt x="4" y="5"/>
                    <a:pt x="3" y="7"/>
                    <a:pt x="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7" name="Freeform 3173">
              <a:extLst>
                <a:ext uri="{FF2B5EF4-FFF2-40B4-BE49-F238E27FC236}">
                  <a16:creationId xmlns:a16="http://schemas.microsoft.com/office/drawing/2014/main" id="{5E1A6FFE-5C32-FAE0-B48F-F863B3068EF6}"/>
                </a:ext>
              </a:extLst>
            </p:cNvPr>
            <p:cNvSpPr>
              <a:spLocks/>
            </p:cNvSpPr>
            <p:nvPr/>
          </p:nvSpPr>
          <p:spPr bwMode="auto">
            <a:xfrm rot="5094805">
              <a:off x="2737932" y="1359950"/>
              <a:ext cx="9140" cy="25135"/>
            </a:xfrm>
            <a:custGeom>
              <a:avLst/>
              <a:gdLst>
                <a:gd name="T0" fmla="*/ 1 w 4"/>
                <a:gd name="T1" fmla="*/ 10 h 10"/>
                <a:gd name="T2" fmla="*/ 0 w 4"/>
                <a:gd name="T3" fmla="*/ 3 h 10"/>
                <a:gd name="T4" fmla="*/ 1 w 4"/>
                <a:gd name="T5" fmla="*/ 0 h 10"/>
                <a:gd name="T6" fmla="*/ 4 w 4"/>
                <a:gd name="T7" fmla="*/ 6 h 10"/>
                <a:gd name="T8" fmla="*/ 1 w 4"/>
                <a:gd name="T9" fmla="*/ 10 h 10"/>
              </a:gdLst>
              <a:ahLst/>
              <a:cxnLst>
                <a:cxn ang="0">
                  <a:pos x="T0" y="T1"/>
                </a:cxn>
                <a:cxn ang="0">
                  <a:pos x="T2" y="T3"/>
                </a:cxn>
                <a:cxn ang="0">
                  <a:pos x="T4" y="T5"/>
                </a:cxn>
                <a:cxn ang="0">
                  <a:pos x="T6" y="T7"/>
                </a:cxn>
                <a:cxn ang="0">
                  <a:pos x="T8" y="T9"/>
                </a:cxn>
              </a:cxnLst>
              <a:rect l="0" t="0" r="r" b="b"/>
              <a:pathLst>
                <a:path w="4" h="10">
                  <a:moveTo>
                    <a:pt x="1" y="10"/>
                  </a:moveTo>
                  <a:cubicBezTo>
                    <a:pt x="1" y="7"/>
                    <a:pt x="0" y="5"/>
                    <a:pt x="0" y="3"/>
                  </a:cubicBezTo>
                  <a:cubicBezTo>
                    <a:pt x="0" y="3"/>
                    <a:pt x="1" y="0"/>
                    <a:pt x="1" y="0"/>
                  </a:cubicBezTo>
                  <a:cubicBezTo>
                    <a:pt x="2" y="2"/>
                    <a:pt x="3" y="3"/>
                    <a:pt x="4" y="6"/>
                  </a:cubicBezTo>
                  <a:cubicBezTo>
                    <a:pt x="4" y="6"/>
                    <a:pt x="2" y="8"/>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8" name="Freeform 3174">
              <a:extLst>
                <a:ext uri="{FF2B5EF4-FFF2-40B4-BE49-F238E27FC236}">
                  <a16:creationId xmlns:a16="http://schemas.microsoft.com/office/drawing/2014/main" id="{231A276A-2A00-C8DA-2B31-28FB9626A535}"/>
                </a:ext>
              </a:extLst>
            </p:cNvPr>
            <p:cNvSpPr>
              <a:spLocks/>
            </p:cNvSpPr>
            <p:nvPr/>
          </p:nvSpPr>
          <p:spPr bwMode="auto">
            <a:xfrm rot="5094805">
              <a:off x="2825196" y="1542479"/>
              <a:ext cx="11425" cy="22850"/>
            </a:xfrm>
            <a:custGeom>
              <a:avLst/>
              <a:gdLst>
                <a:gd name="T0" fmla="*/ 5 w 5"/>
                <a:gd name="T1" fmla="*/ 2 h 9"/>
                <a:gd name="T2" fmla="*/ 4 w 5"/>
                <a:gd name="T3" fmla="*/ 9 h 9"/>
                <a:gd name="T4" fmla="*/ 1 w 5"/>
                <a:gd name="T5" fmla="*/ 6 h 9"/>
                <a:gd name="T6" fmla="*/ 1 w 5"/>
                <a:gd name="T7" fmla="*/ 0 h 9"/>
                <a:gd name="T8" fmla="*/ 5 w 5"/>
                <a:gd name="T9" fmla="*/ 2 h 9"/>
              </a:gdLst>
              <a:ahLst/>
              <a:cxnLst>
                <a:cxn ang="0">
                  <a:pos x="T0" y="T1"/>
                </a:cxn>
                <a:cxn ang="0">
                  <a:pos x="T2" y="T3"/>
                </a:cxn>
                <a:cxn ang="0">
                  <a:pos x="T4" y="T5"/>
                </a:cxn>
                <a:cxn ang="0">
                  <a:pos x="T6" y="T7"/>
                </a:cxn>
                <a:cxn ang="0">
                  <a:pos x="T8" y="T9"/>
                </a:cxn>
              </a:cxnLst>
              <a:rect l="0" t="0" r="r" b="b"/>
              <a:pathLst>
                <a:path w="5" h="9">
                  <a:moveTo>
                    <a:pt x="5" y="2"/>
                  </a:moveTo>
                  <a:cubicBezTo>
                    <a:pt x="4" y="5"/>
                    <a:pt x="4" y="7"/>
                    <a:pt x="4" y="9"/>
                  </a:cubicBezTo>
                  <a:cubicBezTo>
                    <a:pt x="3" y="8"/>
                    <a:pt x="2" y="7"/>
                    <a:pt x="1" y="6"/>
                  </a:cubicBezTo>
                  <a:cubicBezTo>
                    <a:pt x="0" y="5"/>
                    <a:pt x="1" y="2"/>
                    <a:pt x="1" y="0"/>
                  </a:cubicBezTo>
                  <a:cubicBezTo>
                    <a:pt x="2" y="1"/>
                    <a:pt x="4" y="1"/>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9" name="Freeform 3175">
              <a:extLst>
                <a:ext uri="{FF2B5EF4-FFF2-40B4-BE49-F238E27FC236}">
                  <a16:creationId xmlns:a16="http://schemas.microsoft.com/office/drawing/2014/main" id="{4528DBEB-9AAD-4265-21A8-C1C3B196F391}"/>
                </a:ext>
              </a:extLst>
            </p:cNvPr>
            <p:cNvSpPr>
              <a:spLocks/>
            </p:cNvSpPr>
            <p:nvPr/>
          </p:nvSpPr>
          <p:spPr bwMode="auto">
            <a:xfrm rot="5094805">
              <a:off x="2909258" y="1726648"/>
              <a:ext cx="9140" cy="22850"/>
            </a:xfrm>
            <a:custGeom>
              <a:avLst/>
              <a:gdLst>
                <a:gd name="T0" fmla="*/ 4 w 4"/>
                <a:gd name="T1" fmla="*/ 2 h 9"/>
                <a:gd name="T2" fmla="*/ 3 w 4"/>
                <a:gd name="T3" fmla="*/ 9 h 9"/>
                <a:gd name="T4" fmla="*/ 0 w 4"/>
                <a:gd name="T5" fmla="*/ 5 h 9"/>
                <a:gd name="T6" fmla="*/ 0 w 4"/>
                <a:gd name="T7" fmla="*/ 0 h 9"/>
                <a:gd name="T8" fmla="*/ 4 w 4"/>
                <a:gd name="T9" fmla="*/ 2 h 9"/>
              </a:gdLst>
              <a:ahLst/>
              <a:cxnLst>
                <a:cxn ang="0">
                  <a:pos x="T0" y="T1"/>
                </a:cxn>
                <a:cxn ang="0">
                  <a:pos x="T2" y="T3"/>
                </a:cxn>
                <a:cxn ang="0">
                  <a:pos x="T4" y="T5"/>
                </a:cxn>
                <a:cxn ang="0">
                  <a:pos x="T6" y="T7"/>
                </a:cxn>
                <a:cxn ang="0">
                  <a:pos x="T8" y="T9"/>
                </a:cxn>
              </a:cxnLst>
              <a:rect l="0" t="0" r="r" b="b"/>
              <a:pathLst>
                <a:path w="4" h="9">
                  <a:moveTo>
                    <a:pt x="4" y="2"/>
                  </a:moveTo>
                  <a:cubicBezTo>
                    <a:pt x="4" y="5"/>
                    <a:pt x="3" y="7"/>
                    <a:pt x="3" y="9"/>
                  </a:cubicBezTo>
                  <a:cubicBezTo>
                    <a:pt x="2" y="8"/>
                    <a:pt x="1" y="7"/>
                    <a:pt x="0" y="5"/>
                  </a:cubicBezTo>
                  <a:cubicBezTo>
                    <a:pt x="0" y="5"/>
                    <a:pt x="0" y="2"/>
                    <a:pt x="0" y="0"/>
                  </a:cubicBezTo>
                  <a:cubicBezTo>
                    <a:pt x="2" y="1"/>
                    <a:pt x="3"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0" name="Freeform 3176">
              <a:extLst>
                <a:ext uri="{FF2B5EF4-FFF2-40B4-BE49-F238E27FC236}">
                  <a16:creationId xmlns:a16="http://schemas.microsoft.com/office/drawing/2014/main" id="{87833021-5430-A119-C11B-F0C44DAE75F7}"/>
                </a:ext>
              </a:extLst>
            </p:cNvPr>
            <p:cNvSpPr>
              <a:spLocks/>
            </p:cNvSpPr>
            <p:nvPr/>
          </p:nvSpPr>
          <p:spPr bwMode="auto">
            <a:xfrm rot="5094805">
              <a:off x="2983166" y="1910278"/>
              <a:ext cx="13710" cy="27420"/>
            </a:xfrm>
            <a:custGeom>
              <a:avLst/>
              <a:gdLst>
                <a:gd name="T0" fmla="*/ 2 w 5"/>
                <a:gd name="T1" fmla="*/ 11 h 11"/>
                <a:gd name="T2" fmla="*/ 0 w 5"/>
                <a:gd name="T3" fmla="*/ 4 h 11"/>
                <a:gd name="T4" fmla="*/ 2 w 5"/>
                <a:gd name="T5" fmla="*/ 1 h 11"/>
                <a:gd name="T6" fmla="*/ 4 w 5"/>
                <a:gd name="T7" fmla="*/ 7 h 11"/>
                <a:gd name="T8" fmla="*/ 2 w 5"/>
                <a:gd name="T9" fmla="*/ 11 h 11"/>
              </a:gdLst>
              <a:ahLst/>
              <a:cxnLst>
                <a:cxn ang="0">
                  <a:pos x="T0" y="T1"/>
                </a:cxn>
                <a:cxn ang="0">
                  <a:pos x="T2" y="T3"/>
                </a:cxn>
                <a:cxn ang="0">
                  <a:pos x="T4" y="T5"/>
                </a:cxn>
                <a:cxn ang="0">
                  <a:pos x="T6" y="T7"/>
                </a:cxn>
                <a:cxn ang="0">
                  <a:pos x="T8" y="T9"/>
                </a:cxn>
              </a:cxnLst>
              <a:rect l="0" t="0" r="r" b="b"/>
              <a:pathLst>
                <a:path w="5" h="11">
                  <a:moveTo>
                    <a:pt x="2" y="11"/>
                  </a:moveTo>
                  <a:cubicBezTo>
                    <a:pt x="1" y="8"/>
                    <a:pt x="1" y="6"/>
                    <a:pt x="0" y="4"/>
                  </a:cubicBezTo>
                  <a:cubicBezTo>
                    <a:pt x="0" y="3"/>
                    <a:pt x="2" y="0"/>
                    <a:pt x="2" y="1"/>
                  </a:cubicBezTo>
                  <a:cubicBezTo>
                    <a:pt x="3" y="2"/>
                    <a:pt x="4" y="4"/>
                    <a:pt x="4" y="7"/>
                  </a:cubicBezTo>
                  <a:cubicBezTo>
                    <a:pt x="5" y="7"/>
                    <a:pt x="3"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1" name="Freeform 3177">
              <a:extLst>
                <a:ext uri="{FF2B5EF4-FFF2-40B4-BE49-F238E27FC236}">
                  <a16:creationId xmlns:a16="http://schemas.microsoft.com/office/drawing/2014/main" id="{39E21D02-CE8F-DAE8-0EA0-9642E618CA8A}"/>
                </a:ext>
              </a:extLst>
            </p:cNvPr>
            <p:cNvSpPr>
              <a:spLocks/>
            </p:cNvSpPr>
            <p:nvPr/>
          </p:nvSpPr>
          <p:spPr bwMode="auto">
            <a:xfrm rot="5094805">
              <a:off x="3057197" y="2098979"/>
              <a:ext cx="6855" cy="25135"/>
            </a:xfrm>
            <a:custGeom>
              <a:avLst/>
              <a:gdLst>
                <a:gd name="T0" fmla="*/ 0 w 3"/>
                <a:gd name="T1" fmla="*/ 0 h 10"/>
                <a:gd name="T2" fmla="*/ 3 w 3"/>
                <a:gd name="T3" fmla="*/ 2 h 10"/>
                <a:gd name="T4" fmla="*/ 2 w 3"/>
                <a:gd name="T5" fmla="*/ 10 h 10"/>
                <a:gd name="T6" fmla="*/ 0 w 3"/>
                <a:gd name="T7" fmla="*/ 8 h 10"/>
                <a:gd name="T8" fmla="*/ 0 w 3"/>
                <a:gd name="T9" fmla="*/ 0 h 10"/>
              </a:gdLst>
              <a:ahLst/>
              <a:cxnLst>
                <a:cxn ang="0">
                  <a:pos x="T0" y="T1"/>
                </a:cxn>
                <a:cxn ang="0">
                  <a:pos x="T2" y="T3"/>
                </a:cxn>
                <a:cxn ang="0">
                  <a:pos x="T4" y="T5"/>
                </a:cxn>
                <a:cxn ang="0">
                  <a:pos x="T6" y="T7"/>
                </a:cxn>
                <a:cxn ang="0">
                  <a:pos x="T8" y="T9"/>
                </a:cxn>
              </a:cxnLst>
              <a:rect l="0" t="0" r="r" b="b"/>
              <a:pathLst>
                <a:path w="3" h="10">
                  <a:moveTo>
                    <a:pt x="0" y="0"/>
                  </a:moveTo>
                  <a:cubicBezTo>
                    <a:pt x="1" y="1"/>
                    <a:pt x="3" y="1"/>
                    <a:pt x="3" y="2"/>
                  </a:cubicBezTo>
                  <a:cubicBezTo>
                    <a:pt x="3" y="4"/>
                    <a:pt x="2" y="7"/>
                    <a:pt x="2" y="10"/>
                  </a:cubicBezTo>
                  <a:cubicBezTo>
                    <a:pt x="1" y="9"/>
                    <a:pt x="0" y="9"/>
                    <a:pt x="0" y="8"/>
                  </a:cubicBezTo>
                  <a:cubicBezTo>
                    <a:pt x="0" y="5"/>
                    <a:pt x="0"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2" name="Freeform 3178">
              <a:extLst>
                <a:ext uri="{FF2B5EF4-FFF2-40B4-BE49-F238E27FC236}">
                  <a16:creationId xmlns:a16="http://schemas.microsoft.com/office/drawing/2014/main" id="{66710928-121A-159E-F019-CADBCE4C4B19}"/>
                </a:ext>
              </a:extLst>
            </p:cNvPr>
            <p:cNvSpPr>
              <a:spLocks/>
            </p:cNvSpPr>
            <p:nvPr/>
          </p:nvSpPr>
          <p:spPr bwMode="auto">
            <a:xfrm rot="5094805">
              <a:off x="3101729" y="2290006"/>
              <a:ext cx="6855" cy="25135"/>
            </a:xfrm>
            <a:custGeom>
              <a:avLst/>
              <a:gdLst>
                <a:gd name="T0" fmla="*/ 0 w 3"/>
                <a:gd name="T1" fmla="*/ 0 h 10"/>
                <a:gd name="T2" fmla="*/ 3 w 3"/>
                <a:gd name="T3" fmla="*/ 3 h 10"/>
                <a:gd name="T4" fmla="*/ 2 w 3"/>
                <a:gd name="T5" fmla="*/ 10 h 10"/>
                <a:gd name="T6" fmla="*/ 0 w 3"/>
                <a:gd name="T7" fmla="*/ 8 h 10"/>
                <a:gd name="T8" fmla="*/ 0 w 3"/>
                <a:gd name="T9" fmla="*/ 0 h 10"/>
              </a:gdLst>
              <a:ahLst/>
              <a:cxnLst>
                <a:cxn ang="0">
                  <a:pos x="T0" y="T1"/>
                </a:cxn>
                <a:cxn ang="0">
                  <a:pos x="T2" y="T3"/>
                </a:cxn>
                <a:cxn ang="0">
                  <a:pos x="T4" y="T5"/>
                </a:cxn>
                <a:cxn ang="0">
                  <a:pos x="T6" y="T7"/>
                </a:cxn>
                <a:cxn ang="0">
                  <a:pos x="T8" y="T9"/>
                </a:cxn>
              </a:cxnLst>
              <a:rect l="0" t="0" r="r" b="b"/>
              <a:pathLst>
                <a:path w="3" h="10">
                  <a:moveTo>
                    <a:pt x="0" y="0"/>
                  </a:moveTo>
                  <a:cubicBezTo>
                    <a:pt x="1" y="2"/>
                    <a:pt x="3" y="3"/>
                    <a:pt x="3" y="3"/>
                  </a:cubicBezTo>
                  <a:cubicBezTo>
                    <a:pt x="3" y="6"/>
                    <a:pt x="2" y="8"/>
                    <a:pt x="2" y="10"/>
                  </a:cubicBezTo>
                  <a:cubicBezTo>
                    <a:pt x="1" y="10"/>
                    <a:pt x="0" y="9"/>
                    <a:pt x="0" y="8"/>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3" name="Freeform 3179">
              <a:extLst>
                <a:ext uri="{FF2B5EF4-FFF2-40B4-BE49-F238E27FC236}">
                  <a16:creationId xmlns:a16="http://schemas.microsoft.com/office/drawing/2014/main" id="{9DFF7040-A826-1506-F0CF-DFA7364F9451}"/>
                </a:ext>
              </a:extLst>
            </p:cNvPr>
            <p:cNvSpPr>
              <a:spLocks/>
            </p:cNvSpPr>
            <p:nvPr/>
          </p:nvSpPr>
          <p:spPr bwMode="auto">
            <a:xfrm rot="5094805">
              <a:off x="3094310" y="2490042"/>
              <a:ext cx="11425" cy="25135"/>
            </a:xfrm>
            <a:custGeom>
              <a:avLst/>
              <a:gdLst>
                <a:gd name="T0" fmla="*/ 1 w 4"/>
                <a:gd name="T1" fmla="*/ 0 h 10"/>
                <a:gd name="T2" fmla="*/ 4 w 4"/>
                <a:gd name="T3" fmla="*/ 4 h 10"/>
                <a:gd name="T4" fmla="*/ 2 w 4"/>
                <a:gd name="T5" fmla="*/ 10 h 10"/>
                <a:gd name="T6" fmla="*/ 0 w 4"/>
                <a:gd name="T7" fmla="*/ 7 h 10"/>
                <a:gd name="T8" fmla="*/ 1 w 4"/>
                <a:gd name="T9" fmla="*/ 0 h 10"/>
              </a:gdLst>
              <a:ahLst/>
              <a:cxnLst>
                <a:cxn ang="0">
                  <a:pos x="T0" y="T1"/>
                </a:cxn>
                <a:cxn ang="0">
                  <a:pos x="T2" y="T3"/>
                </a:cxn>
                <a:cxn ang="0">
                  <a:pos x="T4" y="T5"/>
                </a:cxn>
                <a:cxn ang="0">
                  <a:pos x="T6" y="T7"/>
                </a:cxn>
                <a:cxn ang="0">
                  <a:pos x="T8" y="T9"/>
                </a:cxn>
              </a:cxnLst>
              <a:rect l="0" t="0" r="r" b="b"/>
              <a:pathLst>
                <a:path w="4" h="10">
                  <a:moveTo>
                    <a:pt x="1" y="0"/>
                  </a:moveTo>
                  <a:cubicBezTo>
                    <a:pt x="2" y="2"/>
                    <a:pt x="3" y="3"/>
                    <a:pt x="4" y="4"/>
                  </a:cubicBezTo>
                  <a:cubicBezTo>
                    <a:pt x="3" y="6"/>
                    <a:pt x="3" y="8"/>
                    <a:pt x="2" y="10"/>
                  </a:cubicBezTo>
                  <a:cubicBezTo>
                    <a:pt x="1" y="9"/>
                    <a:pt x="0" y="8"/>
                    <a:pt x="0" y="7"/>
                  </a:cubicBezTo>
                  <a:cubicBezTo>
                    <a:pt x="0" y="5"/>
                    <a:pt x="0" y="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4" name="Freeform 3180">
              <a:extLst>
                <a:ext uri="{FF2B5EF4-FFF2-40B4-BE49-F238E27FC236}">
                  <a16:creationId xmlns:a16="http://schemas.microsoft.com/office/drawing/2014/main" id="{061C16B3-AE78-7A61-3518-CF2F36AA2EF4}"/>
                </a:ext>
              </a:extLst>
            </p:cNvPr>
            <p:cNvSpPr>
              <a:spLocks/>
            </p:cNvSpPr>
            <p:nvPr/>
          </p:nvSpPr>
          <p:spPr bwMode="auto">
            <a:xfrm rot="5094805">
              <a:off x="3058555" y="2694053"/>
              <a:ext cx="9140" cy="25135"/>
            </a:xfrm>
            <a:custGeom>
              <a:avLst/>
              <a:gdLst>
                <a:gd name="T0" fmla="*/ 2 w 4"/>
                <a:gd name="T1" fmla="*/ 10 h 10"/>
                <a:gd name="T2" fmla="*/ 0 w 4"/>
                <a:gd name="T3" fmla="*/ 2 h 10"/>
                <a:gd name="T4" fmla="*/ 2 w 4"/>
                <a:gd name="T5" fmla="*/ 0 h 10"/>
                <a:gd name="T6" fmla="*/ 4 w 4"/>
                <a:gd name="T7" fmla="*/ 7 h 10"/>
                <a:gd name="T8" fmla="*/ 2 w 4"/>
                <a:gd name="T9" fmla="*/ 10 h 10"/>
              </a:gdLst>
              <a:ahLst/>
              <a:cxnLst>
                <a:cxn ang="0">
                  <a:pos x="T0" y="T1"/>
                </a:cxn>
                <a:cxn ang="0">
                  <a:pos x="T2" y="T3"/>
                </a:cxn>
                <a:cxn ang="0">
                  <a:pos x="T4" y="T5"/>
                </a:cxn>
                <a:cxn ang="0">
                  <a:pos x="T6" y="T7"/>
                </a:cxn>
                <a:cxn ang="0">
                  <a:pos x="T8" y="T9"/>
                </a:cxn>
              </a:cxnLst>
              <a:rect l="0" t="0" r="r" b="b"/>
              <a:pathLst>
                <a:path w="4" h="10">
                  <a:moveTo>
                    <a:pt x="2" y="10"/>
                  </a:moveTo>
                  <a:cubicBezTo>
                    <a:pt x="1" y="7"/>
                    <a:pt x="0" y="5"/>
                    <a:pt x="0" y="2"/>
                  </a:cubicBezTo>
                  <a:cubicBezTo>
                    <a:pt x="0" y="1"/>
                    <a:pt x="2" y="0"/>
                    <a:pt x="2" y="0"/>
                  </a:cubicBezTo>
                  <a:cubicBezTo>
                    <a:pt x="3" y="2"/>
                    <a:pt x="3" y="5"/>
                    <a:pt x="4" y="7"/>
                  </a:cubicBezTo>
                  <a:cubicBezTo>
                    <a:pt x="4" y="8"/>
                    <a:pt x="3" y="9"/>
                    <a:pt x="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5" name="Freeform 3181">
              <a:extLst>
                <a:ext uri="{FF2B5EF4-FFF2-40B4-BE49-F238E27FC236}">
                  <a16:creationId xmlns:a16="http://schemas.microsoft.com/office/drawing/2014/main" id="{A6C625C4-D4F6-25D6-613F-E839A97232C5}"/>
                </a:ext>
              </a:extLst>
            </p:cNvPr>
            <p:cNvSpPr>
              <a:spLocks/>
            </p:cNvSpPr>
            <p:nvPr/>
          </p:nvSpPr>
          <p:spPr bwMode="auto">
            <a:xfrm rot="5094805">
              <a:off x="3011720" y="2901246"/>
              <a:ext cx="9140" cy="27420"/>
            </a:xfrm>
            <a:custGeom>
              <a:avLst/>
              <a:gdLst>
                <a:gd name="T0" fmla="*/ 0 w 4"/>
                <a:gd name="T1" fmla="*/ 0 h 11"/>
                <a:gd name="T2" fmla="*/ 4 w 4"/>
                <a:gd name="T3" fmla="*/ 4 h 11"/>
                <a:gd name="T4" fmla="*/ 2 w 4"/>
                <a:gd name="T5" fmla="*/ 11 h 11"/>
                <a:gd name="T6" fmla="*/ 0 w 4"/>
                <a:gd name="T7" fmla="*/ 7 h 11"/>
                <a:gd name="T8" fmla="*/ 0 w 4"/>
                <a:gd name="T9" fmla="*/ 0 h 11"/>
              </a:gdLst>
              <a:ahLst/>
              <a:cxnLst>
                <a:cxn ang="0">
                  <a:pos x="T0" y="T1"/>
                </a:cxn>
                <a:cxn ang="0">
                  <a:pos x="T2" y="T3"/>
                </a:cxn>
                <a:cxn ang="0">
                  <a:pos x="T4" y="T5"/>
                </a:cxn>
                <a:cxn ang="0">
                  <a:pos x="T6" y="T7"/>
                </a:cxn>
                <a:cxn ang="0">
                  <a:pos x="T8" y="T9"/>
                </a:cxn>
              </a:cxnLst>
              <a:rect l="0" t="0" r="r" b="b"/>
              <a:pathLst>
                <a:path w="4" h="11">
                  <a:moveTo>
                    <a:pt x="0" y="0"/>
                  </a:moveTo>
                  <a:cubicBezTo>
                    <a:pt x="2" y="2"/>
                    <a:pt x="3" y="3"/>
                    <a:pt x="4" y="4"/>
                  </a:cubicBezTo>
                  <a:cubicBezTo>
                    <a:pt x="3" y="6"/>
                    <a:pt x="3" y="9"/>
                    <a:pt x="2" y="11"/>
                  </a:cubicBezTo>
                  <a:cubicBezTo>
                    <a:pt x="1" y="9"/>
                    <a:pt x="0" y="8"/>
                    <a:pt x="0" y="7"/>
                  </a:cubicBezTo>
                  <a:cubicBezTo>
                    <a:pt x="0" y="4"/>
                    <a:pt x="0"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6" name="Freeform 3182">
              <a:extLst>
                <a:ext uri="{FF2B5EF4-FFF2-40B4-BE49-F238E27FC236}">
                  <a16:creationId xmlns:a16="http://schemas.microsoft.com/office/drawing/2014/main" id="{4F0FAD67-2138-23F2-8702-F02335A5685B}"/>
                </a:ext>
              </a:extLst>
            </p:cNvPr>
            <p:cNvSpPr>
              <a:spLocks/>
            </p:cNvSpPr>
            <p:nvPr/>
          </p:nvSpPr>
          <p:spPr bwMode="auto">
            <a:xfrm rot="5094805">
              <a:off x="2963342" y="3105131"/>
              <a:ext cx="9140" cy="27420"/>
            </a:xfrm>
            <a:custGeom>
              <a:avLst/>
              <a:gdLst>
                <a:gd name="T0" fmla="*/ 1 w 4"/>
                <a:gd name="T1" fmla="*/ 0 h 11"/>
                <a:gd name="T2" fmla="*/ 4 w 4"/>
                <a:gd name="T3" fmla="*/ 5 h 11"/>
                <a:gd name="T4" fmla="*/ 3 w 4"/>
                <a:gd name="T5" fmla="*/ 11 h 11"/>
                <a:gd name="T6" fmla="*/ 1 w 4"/>
                <a:gd name="T7" fmla="*/ 7 h 11"/>
                <a:gd name="T8" fmla="*/ 1 w 4"/>
                <a:gd name="T9" fmla="*/ 0 h 11"/>
              </a:gdLst>
              <a:ahLst/>
              <a:cxnLst>
                <a:cxn ang="0">
                  <a:pos x="T0" y="T1"/>
                </a:cxn>
                <a:cxn ang="0">
                  <a:pos x="T2" y="T3"/>
                </a:cxn>
                <a:cxn ang="0">
                  <a:pos x="T4" y="T5"/>
                </a:cxn>
                <a:cxn ang="0">
                  <a:pos x="T6" y="T7"/>
                </a:cxn>
                <a:cxn ang="0">
                  <a:pos x="T8" y="T9"/>
                </a:cxn>
              </a:cxnLst>
              <a:rect l="0" t="0" r="r" b="b"/>
              <a:pathLst>
                <a:path w="4" h="11">
                  <a:moveTo>
                    <a:pt x="1" y="0"/>
                  </a:moveTo>
                  <a:cubicBezTo>
                    <a:pt x="3" y="2"/>
                    <a:pt x="3" y="3"/>
                    <a:pt x="4" y="5"/>
                  </a:cubicBezTo>
                  <a:cubicBezTo>
                    <a:pt x="4" y="7"/>
                    <a:pt x="3" y="9"/>
                    <a:pt x="3" y="11"/>
                  </a:cubicBezTo>
                  <a:cubicBezTo>
                    <a:pt x="2" y="10"/>
                    <a:pt x="1" y="8"/>
                    <a:pt x="1" y="7"/>
                  </a:cubicBezTo>
                  <a:cubicBezTo>
                    <a:pt x="0" y="5"/>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7" name="Freeform 3183">
              <a:extLst>
                <a:ext uri="{FF2B5EF4-FFF2-40B4-BE49-F238E27FC236}">
                  <a16:creationId xmlns:a16="http://schemas.microsoft.com/office/drawing/2014/main" id="{F291B364-FB90-20E3-3A8B-21B34CF45881}"/>
                </a:ext>
              </a:extLst>
            </p:cNvPr>
            <p:cNvSpPr>
              <a:spLocks/>
            </p:cNvSpPr>
            <p:nvPr/>
          </p:nvSpPr>
          <p:spPr bwMode="auto">
            <a:xfrm rot="5094805">
              <a:off x="2919815" y="3313066"/>
              <a:ext cx="11425" cy="25135"/>
            </a:xfrm>
            <a:custGeom>
              <a:avLst/>
              <a:gdLst>
                <a:gd name="T0" fmla="*/ 5 w 5"/>
                <a:gd name="T1" fmla="*/ 2 h 10"/>
                <a:gd name="T2" fmla="*/ 4 w 5"/>
                <a:gd name="T3" fmla="*/ 10 h 10"/>
                <a:gd name="T4" fmla="*/ 1 w 5"/>
                <a:gd name="T5" fmla="*/ 5 h 10"/>
                <a:gd name="T6" fmla="*/ 1 w 5"/>
                <a:gd name="T7" fmla="*/ 0 h 10"/>
                <a:gd name="T8" fmla="*/ 5 w 5"/>
                <a:gd name="T9" fmla="*/ 2 h 10"/>
              </a:gdLst>
              <a:ahLst/>
              <a:cxnLst>
                <a:cxn ang="0">
                  <a:pos x="T0" y="T1"/>
                </a:cxn>
                <a:cxn ang="0">
                  <a:pos x="T2" y="T3"/>
                </a:cxn>
                <a:cxn ang="0">
                  <a:pos x="T4" y="T5"/>
                </a:cxn>
                <a:cxn ang="0">
                  <a:pos x="T6" y="T7"/>
                </a:cxn>
                <a:cxn ang="0">
                  <a:pos x="T8" y="T9"/>
                </a:cxn>
              </a:cxnLst>
              <a:rect l="0" t="0" r="r" b="b"/>
              <a:pathLst>
                <a:path w="5" h="10">
                  <a:moveTo>
                    <a:pt x="5" y="2"/>
                  </a:moveTo>
                  <a:cubicBezTo>
                    <a:pt x="5" y="5"/>
                    <a:pt x="4" y="8"/>
                    <a:pt x="4" y="10"/>
                  </a:cubicBezTo>
                  <a:cubicBezTo>
                    <a:pt x="3" y="8"/>
                    <a:pt x="2" y="7"/>
                    <a:pt x="1" y="5"/>
                  </a:cubicBezTo>
                  <a:cubicBezTo>
                    <a:pt x="0" y="4"/>
                    <a:pt x="1" y="0"/>
                    <a:pt x="1" y="0"/>
                  </a:cubicBezTo>
                  <a:cubicBezTo>
                    <a:pt x="2" y="0"/>
                    <a:pt x="3" y="1"/>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8" name="Freeform 3184">
              <a:extLst>
                <a:ext uri="{FF2B5EF4-FFF2-40B4-BE49-F238E27FC236}">
                  <a16:creationId xmlns:a16="http://schemas.microsoft.com/office/drawing/2014/main" id="{D43FA7B4-84AF-57B9-5FEE-5D59125A13F4}"/>
                </a:ext>
              </a:extLst>
            </p:cNvPr>
            <p:cNvSpPr>
              <a:spLocks/>
            </p:cNvSpPr>
            <p:nvPr/>
          </p:nvSpPr>
          <p:spPr bwMode="auto">
            <a:xfrm rot="5094805">
              <a:off x="2900928" y="3512138"/>
              <a:ext cx="9140" cy="27420"/>
            </a:xfrm>
            <a:custGeom>
              <a:avLst/>
              <a:gdLst>
                <a:gd name="T0" fmla="*/ 2 w 4"/>
                <a:gd name="T1" fmla="*/ 11 h 11"/>
                <a:gd name="T2" fmla="*/ 0 w 4"/>
                <a:gd name="T3" fmla="*/ 2 h 11"/>
                <a:gd name="T4" fmla="*/ 2 w 4"/>
                <a:gd name="T5" fmla="*/ 0 h 11"/>
                <a:gd name="T6" fmla="*/ 4 w 4"/>
                <a:gd name="T7" fmla="*/ 8 h 11"/>
                <a:gd name="T8" fmla="*/ 2 w 4"/>
                <a:gd name="T9" fmla="*/ 11 h 11"/>
              </a:gdLst>
              <a:ahLst/>
              <a:cxnLst>
                <a:cxn ang="0">
                  <a:pos x="T0" y="T1"/>
                </a:cxn>
                <a:cxn ang="0">
                  <a:pos x="T2" y="T3"/>
                </a:cxn>
                <a:cxn ang="0">
                  <a:pos x="T4" y="T5"/>
                </a:cxn>
                <a:cxn ang="0">
                  <a:pos x="T6" y="T7"/>
                </a:cxn>
                <a:cxn ang="0">
                  <a:pos x="T8" y="T9"/>
                </a:cxn>
              </a:cxnLst>
              <a:rect l="0" t="0" r="r" b="b"/>
              <a:pathLst>
                <a:path w="4" h="11">
                  <a:moveTo>
                    <a:pt x="2" y="11"/>
                  </a:moveTo>
                  <a:cubicBezTo>
                    <a:pt x="1" y="8"/>
                    <a:pt x="1" y="5"/>
                    <a:pt x="0" y="2"/>
                  </a:cubicBezTo>
                  <a:cubicBezTo>
                    <a:pt x="0" y="1"/>
                    <a:pt x="2" y="0"/>
                    <a:pt x="2" y="0"/>
                  </a:cubicBezTo>
                  <a:cubicBezTo>
                    <a:pt x="3" y="2"/>
                    <a:pt x="4" y="5"/>
                    <a:pt x="4" y="8"/>
                  </a:cubicBezTo>
                  <a:cubicBezTo>
                    <a:pt x="4" y="9"/>
                    <a:pt x="3" y="10"/>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9" name="Freeform 3185">
              <a:extLst>
                <a:ext uri="{FF2B5EF4-FFF2-40B4-BE49-F238E27FC236}">
                  <a16:creationId xmlns:a16="http://schemas.microsoft.com/office/drawing/2014/main" id="{F699BF22-278A-4BD8-03A0-9285E7147B75}"/>
                </a:ext>
              </a:extLst>
            </p:cNvPr>
            <p:cNvSpPr>
              <a:spLocks/>
            </p:cNvSpPr>
            <p:nvPr/>
          </p:nvSpPr>
          <p:spPr bwMode="auto">
            <a:xfrm rot="5094805">
              <a:off x="2906035" y="3710120"/>
              <a:ext cx="9140" cy="29705"/>
            </a:xfrm>
            <a:custGeom>
              <a:avLst/>
              <a:gdLst>
                <a:gd name="T0" fmla="*/ 2 w 4"/>
                <a:gd name="T1" fmla="*/ 12 h 12"/>
                <a:gd name="T2" fmla="*/ 0 w 4"/>
                <a:gd name="T3" fmla="*/ 3 h 12"/>
                <a:gd name="T4" fmla="*/ 2 w 4"/>
                <a:gd name="T5" fmla="*/ 0 h 12"/>
                <a:gd name="T6" fmla="*/ 4 w 4"/>
                <a:gd name="T7" fmla="*/ 8 h 12"/>
                <a:gd name="T8" fmla="*/ 2 w 4"/>
                <a:gd name="T9" fmla="*/ 12 h 12"/>
              </a:gdLst>
              <a:ahLst/>
              <a:cxnLst>
                <a:cxn ang="0">
                  <a:pos x="T0" y="T1"/>
                </a:cxn>
                <a:cxn ang="0">
                  <a:pos x="T2" y="T3"/>
                </a:cxn>
                <a:cxn ang="0">
                  <a:pos x="T4" y="T5"/>
                </a:cxn>
                <a:cxn ang="0">
                  <a:pos x="T6" y="T7"/>
                </a:cxn>
                <a:cxn ang="0">
                  <a:pos x="T8" y="T9"/>
                </a:cxn>
              </a:cxnLst>
              <a:rect l="0" t="0" r="r" b="b"/>
              <a:pathLst>
                <a:path w="4" h="12">
                  <a:moveTo>
                    <a:pt x="2" y="12"/>
                  </a:moveTo>
                  <a:cubicBezTo>
                    <a:pt x="1" y="9"/>
                    <a:pt x="0" y="6"/>
                    <a:pt x="0" y="3"/>
                  </a:cubicBezTo>
                  <a:cubicBezTo>
                    <a:pt x="0" y="3"/>
                    <a:pt x="2" y="0"/>
                    <a:pt x="2" y="0"/>
                  </a:cubicBezTo>
                  <a:cubicBezTo>
                    <a:pt x="3" y="3"/>
                    <a:pt x="4" y="5"/>
                    <a:pt x="4" y="8"/>
                  </a:cubicBezTo>
                  <a:cubicBezTo>
                    <a:pt x="4" y="9"/>
                    <a:pt x="3" y="10"/>
                    <a:pt x="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0" name="Freeform 3186">
              <a:extLst>
                <a:ext uri="{FF2B5EF4-FFF2-40B4-BE49-F238E27FC236}">
                  <a16:creationId xmlns:a16="http://schemas.microsoft.com/office/drawing/2014/main" id="{FD4E3ABD-B5E4-C8DE-5B51-763715B2A5B4}"/>
                </a:ext>
              </a:extLst>
            </p:cNvPr>
            <p:cNvSpPr>
              <a:spLocks/>
            </p:cNvSpPr>
            <p:nvPr/>
          </p:nvSpPr>
          <p:spPr bwMode="auto">
            <a:xfrm rot="5094805">
              <a:off x="2733398" y="4044230"/>
              <a:ext cx="11425" cy="18280"/>
            </a:xfrm>
            <a:custGeom>
              <a:avLst/>
              <a:gdLst>
                <a:gd name="T0" fmla="*/ 5 w 5"/>
                <a:gd name="T1" fmla="*/ 7 h 7"/>
                <a:gd name="T2" fmla="*/ 1 w 5"/>
                <a:gd name="T3" fmla="*/ 6 h 7"/>
                <a:gd name="T4" fmla="*/ 1 w 5"/>
                <a:gd name="T5" fmla="*/ 2 h 7"/>
                <a:gd name="T6" fmla="*/ 3 w 5"/>
                <a:gd name="T7" fmla="*/ 0 h 7"/>
                <a:gd name="T8" fmla="*/ 5 w 5"/>
                <a:gd name="T9" fmla="*/ 7 h 7"/>
              </a:gdLst>
              <a:ahLst/>
              <a:cxnLst>
                <a:cxn ang="0">
                  <a:pos x="T0" y="T1"/>
                </a:cxn>
                <a:cxn ang="0">
                  <a:pos x="T2" y="T3"/>
                </a:cxn>
                <a:cxn ang="0">
                  <a:pos x="T4" y="T5"/>
                </a:cxn>
                <a:cxn ang="0">
                  <a:pos x="T6" y="T7"/>
                </a:cxn>
                <a:cxn ang="0">
                  <a:pos x="T8" y="T9"/>
                </a:cxn>
              </a:cxnLst>
              <a:rect l="0" t="0" r="r" b="b"/>
              <a:pathLst>
                <a:path w="5" h="7">
                  <a:moveTo>
                    <a:pt x="5" y="7"/>
                  </a:moveTo>
                  <a:cubicBezTo>
                    <a:pt x="4" y="7"/>
                    <a:pt x="2" y="7"/>
                    <a:pt x="1" y="6"/>
                  </a:cubicBezTo>
                  <a:cubicBezTo>
                    <a:pt x="1" y="6"/>
                    <a:pt x="0" y="3"/>
                    <a:pt x="1" y="2"/>
                  </a:cubicBezTo>
                  <a:cubicBezTo>
                    <a:pt x="1" y="1"/>
                    <a:pt x="3" y="0"/>
                    <a:pt x="3" y="0"/>
                  </a:cubicBezTo>
                  <a:cubicBezTo>
                    <a:pt x="4" y="1"/>
                    <a:pt x="4" y="4"/>
                    <a:pt x="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1" name="Freeform 3187">
              <a:extLst>
                <a:ext uri="{FF2B5EF4-FFF2-40B4-BE49-F238E27FC236}">
                  <a16:creationId xmlns:a16="http://schemas.microsoft.com/office/drawing/2014/main" id="{990705D2-5666-EC43-86DB-7D6C9CAF227F}"/>
                </a:ext>
              </a:extLst>
            </p:cNvPr>
            <p:cNvSpPr>
              <a:spLocks/>
            </p:cNvSpPr>
            <p:nvPr/>
          </p:nvSpPr>
          <p:spPr bwMode="auto">
            <a:xfrm rot="5094805">
              <a:off x="2771102" y="4238150"/>
              <a:ext cx="11425" cy="13710"/>
            </a:xfrm>
            <a:custGeom>
              <a:avLst/>
              <a:gdLst>
                <a:gd name="T0" fmla="*/ 5 w 5"/>
                <a:gd name="T1" fmla="*/ 6 h 6"/>
                <a:gd name="T2" fmla="*/ 1 w 5"/>
                <a:gd name="T3" fmla="*/ 6 h 6"/>
                <a:gd name="T4" fmla="*/ 1 w 5"/>
                <a:gd name="T5" fmla="*/ 2 h 6"/>
                <a:gd name="T6" fmla="*/ 3 w 5"/>
                <a:gd name="T7" fmla="*/ 0 h 6"/>
                <a:gd name="T8" fmla="*/ 5 w 5"/>
                <a:gd name="T9" fmla="*/ 6 h 6"/>
              </a:gdLst>
              <a:ahLst/>
              <a:cxnLst>
                <a:cxn ang="0">
                  <a:pos x="T0" y="T1"/>
                </a:cxn>
                <a:cxn ang="0">
                  <a:pos x="T2" y="T3"/>
                </a:cxn>
                <a:cxn ang="0">
                  <a:pos x="T4" y="T5"/>
                </a:cxn>
                <a:cxn ang="0">
                  <a:pos x="T6" y="T7"/>
                </a:cxn>
                <a:cxn ang="0">
                  <a:pos x="T8" y="T9"/>
                </a:cxn>
              </a:cxnLst>
              <a:rect l="0" t="0" r="r" b="b"/>
              <a:pathLst>
                <a:path w="5" h="6">
                  <a:moveTo>
                    <a:pt x="5" y="6"/>
                  </a:moveTo>
                  <a:cubicBezTo>
                    <a:pt x="3" y="6"/>
                    <a:pt x="2" y="6"/>
                    <a:pt x="1" y="6"/>
                  </a:cubicBezTo>
                  <a:cubicBezTo>
                    <a:pt x="1" y="6"/>
                    <a:pt x="0" y="2"/>
                    <a:pt x="1" y="2"/>
                  </a:cubicBezTo>
                  <a:cubicBezTo>
                    <a:pt x="1" y="1"/>
                    <a:pt x="3" y="0"/>
                    <a:pt x="3" y="0"/>
                  </a:cubicBezTo>
                  <a:cubicBezTo>
                    <a:pt x="4" y="1"/>
                    <a:pt x="4" y="3"/>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2" name="Freeform 3188">
              <a:extLst>
                <a:ext uri="{FF2B5EF4-FFF2-40B4-BE49-F238E27FC236}">
                  <a16:creationId xmlns:a16="http://schemas.microsoft.com/office/drawing/2014/main" id="{93C597D1-0E65-513B-220B-D36A356013EF}"/>
                </a:ext>
              </a:extLst>
            </p:cNvPr>
            <p:cNvSpPr>
              <a:spLocks/>
            </p:cNvSpPr>
            <p:nvPr/>
          </p:nvSpPr>
          <p:spPr bwMode="auto">
            <a:xfrm rot="5094805">
              <a:off x="2805489" y="4428840"/>
              <a:ext cx="13710" cy="18280"/>
            </a:xfrm>
            <a:custGeom>
              <a:avLst/>
              <a:gdLst>
                <a:gd name="T0" fmla="*/ 2 w 5"/>
                <a:gd name="T1" fmla="*/ 0 h 7"/>
                <a:gd name="T2" fmla="*/ 5 w 5"/>
                <a:gd name="T3" fmla="*/ 3 h 7"/>
                <a:gd name="T4" fmla="*/ 2 w 5"/>
                <a:gd name="T5" fmla="*/ 7 h 7"/>
                <a:gd name="T6" fmla="*/ 0 w 5"/>
                <a:gd name="T7" fmla="*/ 3 h 7"/>
                <a:gd name="T8" fmla="*/ 2 w 5"/>
                <a:gd name="T9" fmla="*/ 0 h 7"/>
              </a:gdLst>
              <a:ahLst/>
              <a:cxnLst>
                <a:cxn ang="0">
                  <a:pos x="T0" y="T1"/>
                </a:cxn>
                <a:cxn ang="0">
                  <a:pos x="T2" y="T3"/>
                </a:cxn>
                <a:cxn ang="0">
                  <a:pos x="T4" y="T5"/>
                </a:cxn>
                <a:cxn ang="0">
                  <a:pos x="T6" y="T7"/>
                </a:cxn>
                <a:cxn ang="0">
                  <a:pos x="T8" y="T9"/>
                </a:cxn>
              </a:cxnLst>
              <a:rect l="0" t="0" r="r" b="b"/>
              <a:pathLst>
                <a:path w="5" h="7">
                  <a:moveTo>
                    <a:pt x="2" y="0"/>
                  </a:moveTo>
                  <a:cubicBezTo>
                    <a:pt x="3" y="1"/>
                    <a:pt x="4" y="2"/>
                    <a:pt x="5" y="3"/>
                  </a:cubicBezTo>
                  <a:cubicBezTo>
                    <a:pt x="4" y="4"/>
                    <a:pt x="3" y="6"/>
                    <a:pt x="2" y="7"/>
                  </a:cubicBezTo>
                  <a:cubicBezTo>
                    <a:pt x="1" y="5"/>
                    <a:pt x="0" y="4"/>
                    <a:pt x="0" y="3"/>
                  </a:cubicBezTo>
                  <a:cubicBezTo>
                    <a:pt x="1" y="2"/>
                    <a:pt x="2"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3" name="Freeform 3189">
              <a:extLst>
                <a:ext uri="{FF2B5EF4-FFF2-40B4-BE49-F238E27FC236}">
                  <a16:creationId xmlns:a16="http://schemas.microsoft.com/office/drawing/2014/main" id="{D334FFE9-C65A-D99C-9E65-7E60E52A5365}"/>
                </a:ext>
              </a:extLst>
            </p:cNvPr>
            <p:cNvSpPr>
              <a:spLocks/>
            </p:cNvSpPr>
            <p:nvPr/>
          </p:nvSpPr>
          <p:spPr bwMode="auto">
            <a:xfrm rot="5094805">
              <a:off x="2844339" y="4624004"/>
              <a:ext cx="9140" cy="11425"/>
            </a:xfrm>
            <a:custGeom>
              <a:avLst/>
              <a:gdLst>
                <a:gd name="T0" fmla="*/ 4 w 4"/>
                <a:gd name="T1" fmla="*/ 1 h 5"/>
                <a:gd name="T2" fmla="*/ 4 w 4"/>
                <a:gd name="T3" fmla="*/ 5 h 5"/>
                <a:gd name="T4" fmla="*/ 0 w 4"/>
                <a:gd name="T5" fmla="*/ 3 h 5"/>
                <a:gd name="T6" fmla="*/ 2 w 4"/>
                <a:gd name="T7" fmla="*/ 0 h 5"/>
                <a:gd name="T8" fmla="*/ 4 w 4"/>
                <a:gd name="T9" fmla="*/ 1 h 5"/>
              </a:gdLst>
              <a:ahLst/>
              <a:cxnLst>
                <a:cxn ang="0">
                  <a:pos x="T0" y="T1"/>
                </a:cxn>
                <a:cxn ang="0">
                  <a:pos x="T2" y="T3"/>
                </a:cxn>
                <a:cxn ang="0">
                  <a:pos x="T4" y="T5"/>
                </a:cxn>
                <a:cxn ang="0">
                  <a:pos x="T6" y="T7"/>
                </a:cxn>
                <a:cxn ang="0">
                  <a:pos x="T8" y="T9"/>
                </a:cxn>
              </a:cxnLst>
              <a:rect l="0" t="0" r="r" b="b"/>
              <a:pathLst>
                <a:path w="4" h="5">
                  <a:moveTo>
                    <a:pt x="4" y="1"/>
                  </a:moveTo>
                  <a:cubicBezTo>
                    <a:pt x="4" y="3"/>
                    <a:pt x="4" y="4"/>
                    <a:pt x="4" y="5"/>
                  </a:cubicBezTo>
                  <a:cubicBezTo>
                    <a:pt x="3" y="5"/>
                    <a:pt x="1" y="4"/>
                    <a:pt x="0" y="3"/>
                  </a:cubicBezTo>
                  <a:cubicBezTo>
                    <a:pt x="1" y="2"/>
                    <a:pt x="1" y="1"/>
                    <a:pt x="2" y="0"/>
                  </a:cubicBezTo>
                  <a:cubicBezTo>
                    <a:pt x="2"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4" name="Freeform 3190">
              <a:extLst>
                <a:ext uri="{FF2B5EF4-FFF2-40B4-BE49-F238E27FC236}">
                  <a16:creationId xmlns:a16="http://schemas.microsoft.com/office/drawing/2014/main" id="{962967A6-7FC8-7B6E-3810-6AD8BB29D85B}"/>
                </a:ext>
              </a:extLst>
            </p:cNvPr>
            <p:cNvSpPr>
              <a:spLocks/>
            </p:cNvSpPr>
            <p:nvPr/>
          </p:nvSpPr>
          <p:spPr bwMode="auto">
            <a:xfrm rot="5094805">
              <a:off x="2876450" y="4817182"/>
              <a:ext cx="11425" cy="11425"/>
            </a:xfrm>
            <a:custGeom>
              <a:avLst/>
              <a:gdLst>
                <a:gd name="T0" fmla="*/ 2 w 5"/>
                <a:gd name="T1" fmla="*/ 0 h 5"/>
                <a:gd name="T2" fmla="*/ 5 w 5"/>
                <a:gd name="T3" fmla="*/ 2 h 5"/>
                <a:gd name="T4" fmla="*/ 2 w 5"/>
                <a:gd name="T5" fmla="*/ 5 h 5"/>
                <a:gd name="T6" fmla="*/ 0 w 5"/>
                <a:gd name="T7" fmla="*/ 2 h 5"/>
                <a:gd name="T8" fmla="*/ 2 w 5"/>
                <a:gd name="T9" fmla="*/ 0 h 5"/>
              </a:gdLst>
              <a:ahLst/>
              <a:cxnLst>
                <a:cxn ang="0">
                  <a:pos x="T0" y="T1"/>
                </a:cxn>
                <a:cxn ang="0">
                  <a:pos x="T2" y="T3"/>
                </a:cxn>
                <a:cxn ang="0">
                  <a:pos x="T4" y="T5"/>
                </a:cxn>
                <a:cxn ang="0">
                  <a:pos x="T6" y="T7"/>
                </a:cxn>
                <a:cxn ang="0">
                  <a:pos x="T8" y="T9"/>
                </a:cxn>
              </a:cxnLst>
              <a:rect l="0" t="0" r="r" b="b"/>
              <a:pathLst>
                <a:path w="5" h="5">
                  <a:moveTo>
                    <a:pt x="2" y="0"/>
                  </a:moveTo>
                  <a:cubicBezTo>
                    <a:pt x="3" y="1"/>
                    <a:pt x="4" y="1"/>
                    <a:pt x="5" y="2"/>
                  </a:cubicBezTo>
                  <a:cubicBezTo>
                    <a:pt x="4" y="3"/>
                    <a:pt x="3" y="4"/>
                    <a:pt x="2" y="5"/>
                  </a:cubicBezTo>
                  <a:cubicBezTo>
                    <a:pt x="1" y="4"/>
                    <a:pt x="0" y="2"/>
                    <a:pt x="0" y="2"/>
                  </a:cubicBezTo>
                  <a:cubicBezTo>
                    <a:pt x="0"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5" name="Freeform 3191">
              <a:extLst>
                <a:ext uri="{FF2B5EF4-FFF2-40B4-BE49-F238E27FC236}">
                  <a16:creationId xmlns:a16="http://schemas.microsoft.com/office/drawing/2014/main" id="{46DCDB39-3E2F-D0DB-1BFB-E903D58A0D01}"/>
                </a:ext>
              </a:extLst>
            </p:cNvPr>
            <p:cNvSpPr>
              <a:spLocks/>
            </p:cNvSpPr>
            <p:nvPr/>
          </p:nvSpPr>
          <p:spPr bwMode="auto">
            <a:xfrm rot="5094805">
              <a:off x="2906188" y="5010668"/>
              <a:ext cx="11425" cy="9140"/>
            </a:xfrm>
            <a:custGeom>
              <a:avLst/>
              <a:gdLst>
                <a:gd name="T0" fmla="*/ 4 w 4"/>
                <a:gd name="T1" fmla="*/ 1 h 4"/>
                <a:gd name="T2" fmla="*/ 4 w 4"/>
                <a:gd name="T3" fmla="*/ 4 h 4"/>
                <a:gd name="T4" fmla="*/ 0 w 4"/>
                <a:gd name="T5" fmla="*/ 2 h 4"/>
                <a:gd name="T6" fmla="*/ 2 w 4"/>
                <a:gd name="T7" fmla="*/ 0 h 4"/>
                <a:gd name="T8" fmla="*/ 4 w 4"/>
                <a:gd name="T9" fmla="*/ 1 h 4"/>
              </a:gdLst>
              <a:ahLst/>
              <a:cxnLst>
                <a:cxn ang="0">
                  <a:pos x="T0" y="T1"/>
                </a:cxn>
                <a:cxn ang="0">
                  <a:pos x="T2" y="T3"/>
                </a:cxn>
                <a:cxn ang="0">
                  <a:pos x="T4" y="T5"/>
                </a:cxn>
                <a:cxn ang="0">
                  <a:pos x="T6" y="T7"/>
                </a:cxn>
                <a:cxn ang="0">
                  <a:pos x="T8" y="T9"/>
                </a:cxn>
              </a:cxnLst>
              <a:rect l="0" t="0" r="r" b="b"/>
              <a:pathLst>
                <a:path w="4" h="4">
                  <a:moveTo>
                    <a:pt x="4" y="1"/>
                  </a:moveTo>
                  <a:cubicBezTo>
                    <a:pt x="4" y="2"/>
                    <a:pt x="4" y="3"/>
                    <a:pt x="4" y="4"/>
                  </a:cubicBezTo>
                  <a:cubicBezTo>
                    <a:pt x="3" y="3"/>
                    <a:pt x="1" y="3"/>
                    <a:pt x="0" y="2"/>
                  </a:cubicBezTo>
                  <a:cubicBezTo>
                    <a:pt x="1" y="2"/>
                    <a:pt x="1" y="0"/>
                    <a:pt x="2" y="0"/>
                  </a:cubicBezTo>
                  <a:cubicBezTo>
                    <a:pt x="2"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6" name="Freeform 3192">
              <a:extLst>
                <a:ext uri="{FF2B5EF4-FFF2-40B4-BE49-F238E27FC236}">
                  <a16:creationId xmlns:a16="http://schemas.microsoft.com/office/drawing/2014/main" id="{1D45D4F8-CF10-F8BC-E458-A16894E1CF20}"/>
                </a:ext>
              </a:extLst>
            </p:cNvPr>
            <p:cNvSpPr>
              <a:spLocks/>
            </p:cNvSpPr>
            <p:nvPr/>
          </p:nvSpPr>
          <p:spPr bwMode="auto">
            <a:xfrm rot="5094805">
              <a:off x="2934990" y="5205389"/>
              <a:ext cx="11425" cy="9140"/>
            </a:xfrm>
            <a:custGeom>
              <a:avLst/>
              <a:gdLst>
                <a:gd name="T0" fmla="*/ 3 w 5"/>
                <a:gd name="T1" fmla="*/ 0 h 3"/>
                <a:gd name="T2" fmla="*/ 5 w 5"/>
                <a:gd name="T3" fmla="*/ 2 h 3"/>
                <a:gd name="T4" fmla="*/ 2 w 5"/>
                <a:gd name="T5" fmla="*/ 3 h 3"/>
                <a:gd name="T6" fmla="*/ 0 w 5"/>
                <a:gd name="T7" fmla="*/ 1 h 3"/>
                <a:gd name="T8" fmla="*/ 3 w 5"/>
                <a:gd name="T9" fmla="*/ 0 h 3"/>
              </a:gdLst>
              <a:ahLst/>
              <a:cxnLst>
                <a:cxn ang="0">
                  <a:pos x="T0" y="T1"/>
                </a:cxn>
                <a:cxn ang="0">
                  <a:pos x="T2" y="T3"/>
                </a:cxn>
                <a:cxn ang="0">
                  <a:pos x="T4" y="T5"/>
                </a:cxn>
                <a:cxn ang="0">
                  <a:pos x="T6" y="T7"/>
                </a:cxn>
                <a:cxn ang="0">
                  <a:pos x="T8" y="T9"/>
                </a:cxn>
              </a:cxnLst>
              <a:rect l="0" t="0" r="r" b="b"/>
              <a:pathLst>
                <a:path w="5" h="3">
                  <a:moveTo>
                    <a:pt x="3" y="0"/>
                  </a:moveTo>
                  <a:cubicBezTo>
                    <a:pt x="3" y="1"/>
                    <a:pt x="4" y="1"/>
                    <a:pt x="5" y="2"/>
                  </a:cubicBezTo>
                  <a:cubicBezTo>
                    <a:pt x="4" y="2"/>
                    <a:pt x="3" y="3"/>
                    <a:pt x="2" y="3"/>
                  </a:cubicBezTo>
                  <a:cubicBezTo>
                    <a:pt x="1" y="3"/>
                    <a:pt x="0" y="2"/>
                    <a:pt x="0"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7" name="Freeform 3193">
              <a:extLst>
                <a:ext uri="{FF2B5EF4-FFF2-40B4-BE49-F238E27FC236}">
                  <a16:creationId xmlns:a16="http://schemas.microsoft.com/office/drawing/2014/main" id="{56B74C76-E570-911C-48C6-CF585935C2B1}"/>
                </a:ext>
              </a:extLst>
            </p:cNvPr>
            <p:cNvSpPr>
              <a:spLocks/>
            </p:cNvSpPr>
            <p:nvPr/>
          </p:nvSpPr>
          <p:spPr bwMode="auto">
            <a:xfrm rot="5094805">
              <a:off x="2959135" y="5400419"/>
              <a:ext cx="13710" cy="6855"/>
            </a:xfrm>
            <a:custGeom>
              <a:avLst/>
              <a:gdLst>
                <a:gd name="T0" fmla="*/ 5 w 5"/>
                <a:gd name="T1" fmla="*/ 3 h 3"/>
                <a:gd name="T2" fmla="*/ 1 w 5"/>
                <a:gd name="T3" fmla="*/ 3 h 3"/>
                <a:gd name="T4" fmla="*/ 1 w 5"/>
                <a:gd name="T5" fmla="*/ 1 h 3"/>
                <a:gd name="T6" fmla="*/ 3 w 5"/>
                <a:gd name="T7" fmla="*/ 1 h 3"/>
                <a:gd name="T8" fmla="*/ 5 w 5"/>
                <a:gd name="T9" fmla="*/ 3 h 3"/>
              </a:gdLst>
              <a:ahLst/>
              <a:cxnLst>
                <a:cxn ang="0">
                  <a:pos x="T0" y="T1"/>
                </a:cxn>
                <a:cxn ang="0">
                  <a:pos x="T2" y="T3"/>
                </a:cxn>
                <a:cxn ang="0">
                  <a:pos x="T4" y="T5"/>
                </a:cxn>
                <a:cxn ang="0">
                  <a:pos x="T6" y="T7"/>
                </a:cxn>
                <a:cxn ang="0">
                  <a:pos x="T8" y="T9"/>
                </a:cxn>
              </a:cxnLst>
              <a:rect l="0" t="0" r="r" b="b"/>
              <a:pathLst>
                <a:path w="5" h="3">
                  <a:moveTo>
                    <a:pt x="5" y="3"/>
                  </a:moveTo>
                  <a:cubicBezTo>
                    <a:pt x="4" y="3"/>
                    <a:pt x="2" y="3"/>
                    <a:pt x="1" y="3"/>
                  </a:cubicBezTo>
                  <a:cubicBezTo>
                    <a:pt x="1" y="3"/>
                    <a:pt x="0" y="1"/>
                    <a:pt x="1" y="1"/>
                  </a:cubicBezTo>
                  <a:cubicBezTo>
                    <a:pt x="1" y="1"/>
                    <a:pt x="3" y="0"/>
                    <a:pt x="3" y="1"/>
                  </a:cubicBezTo>
                  <a:cubicBezTo>
                    <a:pt x="4" y="1"/>
                    <a:pt x="4" y="2"/>
                    <a:pt x="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8" name="Freeform 3194">
              <a:extLst>
                <a:ext uri="{FF2B5EF4-FFF2-40B4-BE49-F238E27FC236}">
                  <a16:creationId xmlns:a16="http://schemas.microsoft.com/office/drawing/2014/main" id="{9E76DBAB-86CB-F1D2-0A46-446A5FC0C65D}"/>
                </a:ext>
              </a:extLst>
            </p:cNvPr>
            <p:cNvSpPr>
              <a:spLocks/>
            </p:cNvSpPr>
            <p:nvPr/>
          </p:nvSpPr>
          <p:spPr bwMode="auto">
            <a:xfrm rot="5094805">
              <a:off x="2983289" y="5595651"/>
              <a:ext cx="11425" cy="4570"/>
            </a:xfrm>
            <a:custGeom>
              <a:avLst/>
              <a:gdLst>
                <a:gd name="T0" fmla="*/ 3 w 5"/>
                <a:gd name="T1" fmla="*/ 0 h 2"/>
                <a:gd name="T2" fmla="*/ 5 w 5"/>
                <a:gd name="T3" fmla="*/ 1 h 2"/>
                <a:gd name="T4" fmla="*/ 2 w 5"/>
                <a:gd name="T5" fmla="*/ 2 h 2"/>
                <a:gd name="T6" fmla="*/ 1 w 5"/>
                <a:gd name="T7" fmla="*/ 1 h 2"/>
                <a:gd name="T8" fmla="*/ 3 w 5"/>
                <a:gd name="T9" fmla="*/ 0 h 2"/>
              </a:gdLst>
              <a:ahLst/>
              <a:cxnLst>
                <a:cxn ang="0">
                  <a:pos x="T0" y="T1"/>
                </a:cxn>
                <a:cxn ang="0">
                  <a:pos x="T2" y="T3"/>
                </a:cxn>
                <a:cxn ang="0">
                  <a:pos x="T4" y="T5"/>
                </a:cxn>
                <a:cxn ang="0">
                  <a:pos x="T6" y="T7"/>
                </a:cxn>
                <a:cxn ang="0">
                  <a:pos x="T8" y="T9"/>
                </a:cxn>
              </a:cxnLst>
              <a:rect l="0" t="0" r="r" b="b"/>
              <a:pathLst>
                <a:path w="5" h="2">
                  <a:moveTo>
                    <a:pt x="3" y="0"/>
                  </a:moveTo>
                  <a:cubicBezTo>
                    <a:pt x="3" y="1"/>
                    <a:pt x="4" y="1"/>
                    <a:pt x="5" y="1"/>
                  </a:cubicBezTo>
                  <a:cubicBezTo>
                    <a:pt x="4" y="2"/>
                    <a:pt x="3" y="2"/>
                    <a:pt x="2" y="2"/>
                  </a:cubicBezTo>
                  <a:cubicBezTo>
                    <a:pt x="1" y="2"/>
                    <a:pt x="0" y="1"/>
                    <a:pt x="1"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9" name="Freeform 3195">
              <a:extLst>
                <a:ext uri="{FF2B5EF4-FFF2-40B4-BE49-F238E27FC236}">
                  <a16:creationId xmlns:a16="http://schemas.microsoft.com/office/drawing/2014/main" id="{9A31A9A6-F194-2EA2-7125-6AA6FEDC622F}"/>
                </a:ext>
              </a:extLst>
            </p:cNvPr>
            <p:cNvSpPr>
              <a:spLocks/>
            </p:cNvSpPr>
            <p:nvPr/>
          </p:nvSpPr>
          <p:spPr bwMode="auto">
            <a:xfrm rot="5094805">
              <a:off x="3005061" y="5788704"/>
              <a:ext cx="11425" cy="4570"/>
            </a:xfrm>
            <a:custGeom>
              <a:avLst/>
              <a:gdLst>
                <a:gd name="T0" fmla="*/ 3 w 5"/>
                <a:gd name="T1" fmla="*/ 0 h 2"/>
                <a:gd name="T2" fmla="*/ 5 w 5"/>
                <a:gd name="T3" fmla="*/ 1 h 2"/>
                <a:gd name="T4" fmla="*/ 2 w 5"/>
                <a:gd name="T5" fmla="*/ 2 h 2"/>
                <a:gd name="T6" fmla="*/ 1 w 5"/>
                <a:gd name="T7" fmla="*/ 1 h 2"/>
                <a:gd name="T8" fmla="*/ 3 w 5"/>
                <a:gd name="T9" fmla="*/ 0 h 2"/>
              </a:gdLst>
              <a:ahLst/>
              <a:cxnLst>
                <a:cxn ang="0">
                  <a:pos x="T0" y="T1"/>
                </a:cxn>
                <a:cxn ang="0">
                  <a:pos x="T2" y="T3"/>
                </a:cxn>
                <a:cxn ang="0">
                  <a:pos x="T4" y="T5"/>
                </a:cxn>
                <a:cxn ang="0">
                  <a:pos x="T6" y="T7"/>
                </a:cxn>
                <a:cxn ang="0">
                  <a:pos x="T8" y="T9"/>
                </a:cxn>
              </a:cxnLst>
              <a:rect l="0" t="0" r="r" b="b"/>
              <a:pathLst>
                <a:path w="5" h="2">
                  <a:moveTo>
                    <a:pt x="3" y="0"/>
                  </a:moveTo>
                  <a:cubicBezTo>
                    <a:pt x="4" y="1"/>
                    <a:pt x="4" y="1"/>
                    <a:pt x="5" y="1"/>
                  </a:cubicBezTo>
                  <a:cubicBezTo>
                    <a:pt x="4" y="1"/>
                    <a:pt x="3" y="2"/>
                    <a:pt x="2" y="2"/>
                  </a:cubicBezTo>
                  <a:cubicBezTo>
                    <a:pt x="1" y="2"/>
                    <a:pt x="0" y="1"/>
                    <a:pt x="1"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0" name="Freeform 3196">
              <a:extLst>
                <a:ext uri="{FF2B5EF4-FFF2-40B4-BE49-F238E27FC236}">
                  <a16:creationId xmlns:a16="http://schemas.microsoft.com/office/drawing/2014/main" id="{6811C572-2744-AA6B-4A57-8B34D8A9A1DB}"/>
                </a:ext>
              </a:extLst>
            </p:cNvPr>
            <p:cNvSpPr>
              <a:spLocks/>
            </p:cNvSpPr>
            <p:nvPr/>
          </p:nvSpPr>
          <p:spPr bwMode="auto">
            <a:xfrm rot="5094805">
              <a:off x="3028173" y="5985074"/>
              <a:ext cx="11425" cy="2285"/>
            </a:xfrm>
            <a:custGeom>
              <a:avLst/>
              <a:gdLst>
                <a:gd name="T0" fmla="*/ 4 w 4"/>
                <a:gd name="T1" fmla="*/ 0 h 1"/>
                <a:gd name="T2" fmla="*/ 3 w 4"/>
                <a:gd name="T3" fmla="*/ 1 h 1"/>
                <a:gd name="T4" fmla="*/ 0 w 4"/>
                <a:gd name="T5" fmla="*/ 1 h 1"/>
                <a:gd name="T6" fmla="*/ 1 w 4"/>
                <a:gd name="T7" fmla="*/ 0 h 1"/>
                <a:gd name="T8" fmla="*/ 4 w 4"/>
                <a:gd name="T9" fmla="*/ 0 h 1"/>
              </a:gdLst>
              <a:ahLst/>
              <a:cxnLst>
                <a:cxn ang="0">
                  <a:pos x="T0" y="T1"/>
                </a:cxn>
                <a:cxn ang="0">
                  <a:pos x="T2" y="T3"/>
                </a:cxn>
                <a:cxn ang="0">
                  <a:pos x="T4" y="T5"/>
                </a:cxn>
                <a:cxn ang="0">
                  <a:pos x="T6" y="T7"/>
                </a:cxn>
                <a:cxn ang="0">
                  <a:pos x="T8" y="T9"/>
                </a:cxn>
              </a:cxnLst>
              <a:rect l="0" t="0" r="r" b="b"/>
              <a:pathLst>
                <a:path w="4" h="1">
                  <a:moveTo>
                    <a:pt x="4" y="0"/>
                  </a:moveTo>
                  <a:cubicBezTo>
                    <a:pt x="4" y="0"/>
                    <a:pt x="3" y="1"/>
                    <a:pt x="3" y="1"/>
                  </a:cubicBezTo>
                  <a:cubicBezTo>
                    <a:pt x="2" y="1"/>
                    <a:pt x="1" y="1"/>
                    <a:pt x="0" y="1"/>
                  </a:cubicBezTo>
                  <a:cubicBezTo>
                    <a:pt x="0" y="0"/>
                    <a:pt x="0" y="0"/>
                    <a:pt x="1" y="0"/>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1" name="Freeform 3197">
              <a:extLst>
                <a:ext uri="{FF2B5EF4-FFF2-40B4-BE49-F238E27FC236}">
                  <a16:creationId xmlns:a16="http://schemas.microsoft.com/office/drawing/2014/main" id="{E35545AF-4BAF-5E09-F824-25A4541D2766}"/>
                </a:ext>
              </a:extLst>
            </p:cNvPr>
            <p:cNvSpPr>
              <a:spLocks/>
            </p:cNvSpPr>
            <p:nvPr/>
          </p:nvSpPr>
          <p:spPr bwMode="auto">
            <a:xfrm rot="5094805">
              <a:off x="3072608" y="6173922"/>
              <a:ext cx="9140" cy="4570"/>
            </a:xfrm>
            <a:custGeom>
              <a:avLst/>
              <a:gdLst>
                <a:gd name="T0" fmla="*/ 2 w 4"/>
                <a:gd name="T1" fmla="*/ 0 h 2"/>
                <a:gd name="T2" fmla="*/ 4 w 4"/>
                <a:gd name="T3" fmla="*/ 0 h 2"/>
                <a:gd name="T4" fmla="*/ 1 w 4"/>
                <a:gd name="T5" fmla="*/ 2 h 2"/>
                <a:gd name="T6" fmla="*/ 0 w 4"/>
                <a:gd name="T7" fmla="*/ 1 h 2"/>
                <a:gd name="T8" fmla="*/ 2 w 4"/>
                <a:gd name="T9" fmla="*/ 0 h 2"/>
              </a:gdLst>
              <a:ahLst/>
              <a:cxnLst>
                <a:cxn ang="0">
                  <a:pos x="T0" y="T1"/>
                </a:cxn>
                <a:cxn ang="0">
                  <a:pos x="T2" y="T3"/>
                </a:cxn>
                <a:cxn ang="0">
                  <a:pos x="T4" y="T5"/>
                </a:cxn>
                <a:cxn ang="0">
                  <a:pos x="T6" y="T7"/>
                </a:cxn>
                <a:cxn ang="0">
                  <a:pos x="T8" y="T9"/>
                </a:cxn>
              </a:cxnLst>
              <a:rect l="0" t="0" r="r" b="b"/>
              <a:pathLst>
                <a:path w="4" h="2">
                  <a:moveTo>
                    <a:pt x="2" y="0"/>
                  </a:moveTo>
                  <a:cubicBezTo>
                    <a:pt x="3" y="0"/>
                    <a:pt x="4" y="0"/>
                    <a:pt x="4" y="0"/>
                  </a:cubicBezTo>
                  <a:cubicBezTo>
                    <a:pt x="3" y="1"/>
                    <a:pt x="2" y="1"/>
                    <a:pt x="1" y="2"/>
                  </a:cubicBezTo>
                  <a:cubicBezTo>
                    <a:pt x="1" y="1"/>
                    <a:pt x="0" y="1"/>
                    <a:pt x="0" y="1"/>
                  </a:cubicBezTo>
                  <a:cubicBezTo>
                    <a:pt x="0"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2" name="Freeform 3198">
              <a:extLst>
                <a:ext uri="{FF2B5EF4-FFF2-40B4-BE49-F238E27FC236}">
                  <a16:creationId xmlns:a16="http://schemas.microsoft.com/office/drawing/2014/main" id="{10BFF6A8-A086-441F-08DB-40D49F9D5EAE}"/>
                </a:ext>
              </a:extLst>
            </p:cNvPr>
            <p:cNvSpPr>
              <a:spLocks/>
            </p:cNvSpPr>
            <p:nvPr/>
          </p:nvSpPr>
          <p:spPr bwMode="auto">
            <a:xfrm rot="5094805">
              <a:off x="3144249" y="6360242"/>
              <a:ext cx="9140" cy="4570"/>
            </a:xfrm>
            <a:custGeom>
              <a:avLst/>
              <a:gdLst>
                <a:gd name="T0" fmla="*/ 3 w 4"/>
                <a:gd name="T1" fmla="*/ 0 h 2"/>
                <a:gd name="T2" fmla="*/ 4 w 4"/>
                <a:gd name="T3" fmla="*/ 0 h 2"/>
                <a:gd name="T4" fmla="*/ 1 w 4"/>
                <a:gd name="T5" fmla="*/ 2 h 2"/>
                <a:gd name="T6" fmla="*/ 0 w 4"/>
                <a:gd name="T7" fmla="*/ 1 h 2"/>
                <a:gd name="T8" fmla="*/ 3 w 4"/>
                <a:gd name="T9" fmla="*/ 0 h 2"/>
              </a:gdLst>
              <a:ahLst/>
              <a:cxnLst>
                <a:cxn ang="0">
                  <a:pos x="T0" y="T1"/>
                </a:cxn>
                <a:cxn ang="0">
                  <a:pos x="T2" y="T3"/>
                </a:cxn>
                <a:cxn ang="0">
                  <a:pos x="T4" y="T5"/>
                </a:cxn>
                <a:cxn ang="0">
                  <a:pos x="T6" y="T7"/>
                </a:cxn>
                <a:cxn ang="0">
                  <a:pos x="T8" y="T9"/>
                </a:cxn>
              </a:cxnLst>
              <a:rect l="0" t="0" r="r" b="b"/>
              <a:pathLst>
                <a:path w="4" h="2">
                  <a:moveTo>
                    <a:pt x="3" y="0"/>
                  </a:moveTo>
                  <a:cubicBezTo>
                    <a:pt x="3" y="0"/>
                    <a:pt x="4" y="0"/>
                    <a:pt x="4" y="0"/>
                  </a:cubicBezTo>
                  <a:cubicBezTo>
                    <a:pt x="3" y="1"/>
                    <a:pt x="2" y="1"/>
                    <a:pt x="1" y="2"/>
                  </a:cubicBezTo>
                  <a:cubicBezTo>
                    <a:pt x="1" y="2"/>
                    <a:pt x="0" y="1"/>
                    <a:pt x="0" y="1"/>
                  </a:cubicBezTo>
                  <a:cubicBezTo>
                    <a:pt x="1" y="1"/>
                    <a:pt x="2"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3" name="Freeform 3199">
              <a:extLst>
                <a:ext uri="{FF2B5EF4-FFF2-40B4-BE49-F238E27FC236}">
                  <a16:creationId xmlns:a16="http://schemas.microsoft.com/office/drawing/2014/main" id="{CC27521F-1544-6E50-D4C5-F3714B054786}"/>
                </a:ext>
              </a:extLst>
            </p:cNvPr>
            <p:cNvSpPr>
              <a:spLocks/>
            </p:cNvSpPr>
            <p:nvPr/>
          </p:nvSpPr>
          <p:spPr bwMode="auto">
            <a:xfrm rot="5094805">
              <a:off x="3240926" y="6542048"/>
              <a:ext cx="9140" cy="9140"/>
            </a:xfrm>
            <a:custGeom>
              <a:avLst/>
              <a:gdLst>
                <a:gd name="T0" fmla="*/ 4 w 4"/>
                <a:gd name="T1" fmla="*/ 1 h 3"/>
                <a:gd name="T2" fmla="*/ 3 w 4"/>
                <a:gd name="T3" fmla="*/ 3 h 3"/>
                <a:gd name="T4" fmla="*/ 0 w 4"/>
                <a:gd name="T5" fmla="*/ 2 h 3"/>
                <a:gd name="T6" fmla="*/ 3 w 4"/>
                <a:gd name="T7" fmla="*/ 0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4" y="1"/>
                    <a:pt x="3" y="2"/>
                    <a:pt x="3" y="3"/>
                  </a:cubicBezTo>
                  <a:cubicBezTo>
                    <a:pt x="2" y="2"/>
                    <a:pt x="1" y="2"/>
                    <a:pt x="0" y="2"/>
                  </a:cubicBezTo>
                  <a:cubicBezTo>
                    <a:pt x="1" y="2"/>
                    <a:pt x="2" y="1"/>
                    <a:pt x="3" y="0"/>
                  </a:cubicBezTo>
                  <a:cubicBezTo>
                    <a:pt x="3" y="0"/>
                    <a:pt x="4"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4" name="Freeform 3200">
              <a:extLst>
                <a:ext uri="{FF2B5EF4-FFF2-40B4-BE49-F238E27FC236}">
                  <a16:creationId xmlns:a16="http://schemas.microsoft.com/office/drawing/2014/main" id="{76C0654E-5919-2CF5-9522-6185867DBAC1}"/>
                </a:ext>
              </a:extLst>
            </p:cNvPr>
            <p:cNvSpPr>
              <a:spLocks/>
            </p:cNvSpPr>
            <p:nvPr/>
          </p:nvSpPr>
          <p:spPr bwMode="auto">
            <a:xfrm rot="5094805">
              <a:off x="3358183" y="6726496"/>
              <a:ext cx="11425" cy="6855"/>
            </a:xfrm>
            <a:custGeom>
              <a:avLst/>
              <a:gdLst>
                <a:gd name="T0" fmla="*/ 2 w 4"/>
                <a:gd name="T1" fmla="*/ 0 h 3"/>
                <a:gd name="T2" fmla="*/ 4 w 4"/>
                <a:gd name="T3" fmla="*/ 0 h 3"/>
                <a:gd name="T4" fmla="*/ 1 w 4"/>
                <a:gd name="T5" fmla="*/ 3 h 3"/>
                <a:gd name="T6" fmla="*/ 0 w 4"/>
                <a:gd name="T7" fmla="*/ 2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3" y="0"/>
                    <a:pt x="3" y="0"/>
                    <a:pt x="4" y="0"/>
                  </a:cubicBezTo>
                  <a:cubicBezTo>
                    <a:pt x="3" y="1"/>
                    <a:pt x="2" y="2"/>
                    <a:pt x="1" y="3"/>
                  </a:cubicBezTo>
                  <a:cubicBezTo>
                    <a:pt x="1" y="3"/>
                    <a:pt x="0" y="3"/>
                    <a:pt x="0" y="2"/>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5" name="Freeform 3201">
              <a:extLst>
                <a:ext uri="{FF2B5EF4-FFF2-40B4-BE49-F238E27FC236}">
                  <a16:creationId xmlns:a16="http://schemas.microsoft.com/office/drawing/2014/main" id="{385D15D1-A608-F235-92A2-4B463E5D6CBB}"/>
                </a:ext>
              </a:extLst>
            </p:cNvPr>
            <p:cNvSpPr>
              <a:spLocks/>
            </p:cNvSpPr>
            <p:nvPr/>
          </p:nvSpPr>
          <p:spPr bwMode="auto">
            <a:xfrm rot="5094805">
              <a:off x="3496965" y="6905697"/>
              <a:ext cx="11425" cy="9140"/>
            </a:xfrm>
            <a:custGeom>
              <a:avLst/>
              <a:gdLst>
                <a:gd name="T0" fmla="*/ 5 w 5"/>
                <a:gd name="T1" fmla="*/ 0 h 4"/>
                <a:gd name="T2" fmla="*/ 4 w 5"/>
                <a:gd name="T3" fmla="*/ 2 h 4"/>
                <a:gd name="T4" fmla="*/ 0 w 5"/>
                <a:gd name="T5" fmla="*/ 4 h 4"/>
                <a:gd name="T6" fmla="*/ 2 w 5"/>
                <a:gd name="T7" fmla="*/ 1 h 4"/>
                <a:gd name="T8" fmla="*/ 5 w 5"/>
                <a:gd name="T9" fmla="*/ 0 h 4"/>
              </a:gdLst>
              <a:ahLst/>
              <a:cxnLst>
                <a:cxn ang="0">
                  <a:pos x="T0" y="T1"/>
                </a:cxn>
                <a:cxn ang="0">
                  <a:pos x="T2" y="T3"/>
                </a:cxn>
                <a:cxn ang="0">
                  <a:pos x="T4" y="T5"/>
                </a:cxn>
                <a:cxn ang="0">
                  <a:pos x="T6" y="T7"/>
                </a:cxn>
                <a:cxn ang="0">
                  <a:pos x="T8" y="T9"/>
                </a:cxn>
              </a:cxnLst>
              <a:rect l="0" t="0" r="r" b="b"/>
              <a:pathLst>
                <a:path w="5" h="4">
                  <a:moveTo>
                    <a:pt x="5" y="0"/>
                  </a:moveTo>
                  <a:cubicBezTo>
                    <a:pt x="4" y="1"/>
                    <a:pt x="4" y="2"/>
                    <a:pt x="4" y="2"/>
                  </a:cubicBezTo>
                  <a:cubicBezTo>
                    <a:pt x="3" y="3"/>
                    <a:pt x="2" y="3"/>
                    <a:pt x="0" y="4"/>
                  </a:cubicBezTo>
                  <a:cubicBezTo>
                    <a:pt x="1" y="3"/>
                    <a:pt x="1" y="2"/>
                    <a:pt x="2" y="1"/>
                  </a:cubicBezTo>
                  <a:cubicBezTo>
                    <a:pt x="3" y="0"/>
                    <a:pt x="4"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6" name="Freeform 3223">
              <a:extLst>
                <a:ext uri="{FF2B5EF4-FFF2-40B4-BE49-F238E27FC236}">
                  <a16:creationId xmlns:a16="http://schemas.microsoft.com/office/drawing/2014/main" id="{1B6C718F-D11B-AD01-2DF5-5D7532DB98B2}"/>
                </a:ext>
              </a:extLst>
            </p:cNvPr>
            <p:cNvSpPr>
              <a:spLocks/>
            </p:cNvSpPr>
            <p:nvPr/>
          </p:nvSpPr>
          <p:spPr bwMode="auto">
            <a:xfrm rot="5094805">
              <a:off x="2005249" y="21187"/>
              <a:ext cx="9140" cy="2286"/>
            </a:xfrm>
            <a:custGeom>
              <a:avLst/>
              <a:gdLst>
                <a:gd name="T0" fmla="*/ 4 w 4"/>
                <a:gd name="T1" fmla="*/ 0 h 1"/>
                <a:gd name="T2" fmla="*/ 2 w 4"/>
                <a:gd name="T3" fmla="*/ 1 h 1"/>
                <a:gd name="T4" fmla="*/ 0 w 4"/>
                <a:gd name="T5" fmla="*/ 1 h 1"/>
                <a:gd name="T6" fmla="*/ 2 w 4"/>
                <a:gd name="T7" fmla="*/ 0 h 1"/>
                <a:gd name="T8" fmla="*/ 4 w 4"/>
                <a:gd name="T9" fmla="*/ 0 h 1"/>
              </a:gdLst>
              <a:ahLst/>
              <a:cxnLst>
                <a:cxn ang="0">
                  <a:pos x="T0" y="T1"/>
                </a:cxn>
                <a:cxn ang="0">
                  <a:pos x="T2" y="T3"/>
                </a:cxn>
                <a:cxn ang="0">
                  <a:pos x="T4" y="T5"/>
                </a:cxn>
                <a:cxn ang="0">
                  <a:pos x="T6" y="T7"/>
                </a:cxn>
                <a:cxn ang="0">
                  <a:pos x="T8" y="T9"/>
                </a:cxn>
              </a:cxnLst>
              <a:rect l="0" t="0" r="r" b="b"/>
              <a:pathLst>
                <a:path w="4" h="1">
                  <a:moveTo>
                    <a:pt x="4" y="0"/>
                  </a:moveTo>
                  <a:cubicBezTo>
                    <a:pt x="3" y="0"/>
                    <a:pt x="3" y="0"/>
                    <a:pt x="2" y="1"/>
                  </a:cubicBezTo>
                  <a:cubicBezTo>
                    <a:pt x="1" y="1"/>
                    <a:pt x="0" y="1"/>
                    <a:pt x="0" y="1"/>
                  </a:cubicBezTo>
                  <a:cubicBezTo>
                    <a:pt x="1" y="1"/>
                    <a:pt x="1" y="0"/>
                    <a:pt x="2"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7" name="Freeform 3224">
              <a:extLst>
                <a:ext uri="{FF2B5EF4-FFF2-40B4-BE49-F238E27FC236}">
                  <a16:creationId xmlns:a16="http://schemas.microsoft.com/office/drawing/2014/main" id="{C1125DD8-9163-38C1-F08A-45D5BE035CE5}"/>
                </a:ext>
              </a:extLst>
            </p:cNvPr>
            <p:cNvSpPr>
              <a:spLocks/>
            </p:cNvSpPr>
            <p:nvPr/>
          </p:nvSpPr>
          <p:spPr bwMode="auto">
            <a:xfrm rot="5094805">
              <a:off x="2099340" y="200824"/>
              <a:ext cx="11426" cy="4570"/>
            </a:xfrm>
            <a:custGeom>
              <a:avLst/>
              <a:gdLst>
                <a:gd name="T0" fmla="*/ 5 w 5"/>
                <a:gd name="T1" fmla="*/ 0 h 2"/>
                <a:gd name="T2" fmla="*/ 3 w 5"/>
                <a:gd name="T3" fmla="*/ 2 h 2"/>
                <a:gd name="T4" fmla="*/ 0 w 5"/>
                <a:gd name="T5" fmla="*/ 2 h 2"/>
                <a:gd name="T6" fmla="*/ 3 w 5"/>
                <a:gd name="T7" fmla="*/ 0 h 2"/>
                <a:gd name="T8" fmla="*/ 5 w 5"/>
                <a:gd name="T9" fmla="*/ 0 h 2"/>
              </a:gdLst>
              <a:ahLst/>
              <a:cxnLst>
                <a:cxn ang="0">
                  <a:pos x="T0" y="T1"/>
                </a:cxn>
                <a:cxn ang="0">
                  <a:pos x="T2" y="T3"/>
                </a:cxn>
                <a:cxn ang="0">
                  <a:pos x="T4" y="T5"/>
                </a:cxn>
                <a:cxn ang="0">
                  <a:pos x="T6" y="T7"/>
                </a:cxn>
                <a:cxn ang="0">
                  <a:pos x="T8" y="T9"/>
                </a:cxn>
              </a:cxnLst>
              <a:rect l="0" t="0" r="r" b="b"/>
              <a:pathLst>
                <a:path w="5" h="2">
                  <a:moveTo>
                    <a:pt x="5" y="0"/>
                  </a:moveTo>
                  <a:cubicBezTo>
                    <a:pt x="4" y="1"/>
                    <a:pt x="4" y="1"/>
                    <a:pt x="3" y="2"/>
                  </a:cubicBezTo>
                  <a:cubicBezTo>
                    <a:pt x="2" y="2"/>
                    <a:pt x="1" y="2"/>
                    <a:pt x="0" y="2"/>
                  </a:cubicBezTo>
                  <a:cubicBezTo>
                    <a:pt x="1" y="1"/>
                    <a:pt x="2" y="0"/>
                    <a:pt x="3" y="0"/>
                  </a:cubicBezTo>
                  <a:cubicBezTo>
                    <a:pt x="4" y="0"/>
                    <a:pt x="4"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8" name="Freeform 3225">
              <a:extLst>
                <a:ext uri="{FF2B5EF4-FFF2-40B4-BE49-F238E27FC236}">
                  <a16:creationId xmlns:a16="http://schemas.microsoft.com/office/drawing/2014/main" id="{52AFCA98-0263-7316-DC85-57868A001EF7}"/>
                </a:ext>
              </a:extLst>
            </p:cNvPr>
            <p:cNvSpPr>
              <a:spLocks/>
            </p:cNvSpPr>
            <p:nvPr/>
          </p:nvSpPr>
          <p:spPr bwMode="auto">
            <a:xfrm rot="5094805">
              <a:off x="2178744" y="383015"/>
              <a:ext cx="11426" cy="6856"/>
            </a:xfrm>
            <a:custGeom>
              <a:avLst/>
              <a:gdLst>
                <a:gd name="T0" fmla="*/ 3 w 5"/>
                <a:gd name="T1" fmla="*/ 0 h 3"/>
                <a:gd name="T2" fmla="*/ 5 w 5"/>
                <a:gd name="T3" fmla="*/ 1 h 3"/>
                <a:gd name="T4" fmla="*/ 2 w 5"/>
                <a:gd name="T5" fmla="*/ 3 h 3"/>
                <a:gd name="T6" fmla="*/ 1 w 5"/>
                <a:gd name="T7" fmla="*/ 2 h 3"/>
                <a:gd name="T8" fmla="*/ 3 w 5"/>
                <a:gd name="T9" fmla="*/ 0 h 3"/>
              </a:gdLst>
              <a:ahLst/>
              <a:cxnLst>
                <a:cxn ang="0">
                  <a:pos x="T0" y="T1"/>
                </a:cxn>
                <a:cxn ang="0">
                  <a:pos x="T2" y="T3"/>
                </a:cxn>
                <a:cxn ang="0">
                  <a:pos x="T4" y="T5"/>
                </a:cxn>
                <a:cxn ang="0">
                  <a:pos x="T6" y="T7"/>
                </a:cxn>
                <a:cxn ang="0">
                  <a:pos x="T8" y="T9"/>
                </a:cxn>
              </a:cxnLst>
              <a:rect l="0" t="0" r="r" b="b"/>
              <a:pathLst>
                <a:path w="5" h="3">
                  <a:moveTo>
                    <a:pt x="3" y="0"/>
                  </a:moveTo>
                  <a:cubicBezTo>
                    <a:pt x="3" y="0"/>
                    <a:pt x="4" y="1"/>
                    <a:pt x="5" y="1"/>
                  </a:cubicBezTo>
                  <a:cubicBezTo>
                    <a:pt x="4" y="1"/>
                    <a:pt x="3" y="2"/>
                    <a:pt x="2" y="3"/>
                  </a:cubicBezTo>
                  <a:cubicBezTo>
                    <a:pt x="1" y="2"/>
                    <a:pt x="0" y="2"/>
                    <a:pt x="1" y="2"/>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9" name="Freeform 3226">
              <a:extLst>
                <a:ext uri="{FF2B5EF4-FFF2-40B4-BE49-F238E27FC236}">
                  <a16:creationId xmlns:a16="http://schemas.microsoft.com/office/drawing/2014/main" id="{30C63894-7D87-1FD9-8767-BF091B4D6DBF}"/>
                </a:ext>
              </a:extLst>
            </p:cNvPr>
            <p:cNvSpPr>
              <a:spLocks/>
            </p:cNvSpPr>
            <p:nvPr/>
          </p:nvSpPr>
          <p:spPr bwMode="auto">
            <a:xfrm rot="5094805">
              <a:off x="2250385" y="569335"/>
              <a:ext cx="11426" cy="6856"/>
            </a:xfrm>
            <a:custGeom>
              <a:avLst/>
              <a:gdLst>
                <a:gd name="T0" fmla="*/ 4 w 4"/>
                <a:gd name="T1" fmla="*/ 2 h 3"/>
                <a:gd name="T2" fmla="*/ 0 w 4"/>
                <a:gd name="T3" fmla="*/ 3 h 3"/>
                <a:gd name="T4" fmla="*/ 0 w 4"/>
                <a:gd name="T5" fmla="*/ 1 h 3"/>
                <a:gd name="T6" fmla="*/ 3 w 4"/>
                <a:gd name="T7" fmla="*/ 0 h 3"/>
                <a:gd name="T8" fmla="*/ 4 w 4"/>
                <a:gd name="T9" fmla="*/ 2 h 3"/>
              </a:gdLst>
              <a:ahLst/>
              <a:cxnLst>
                <a:cxn ang="0">
                  <a:pos x="T0" y="T1"/>
                </a:cxn>
                <a:cxn ang="0">
                  <a:pos x="T2" y="T3"/>
                </a:cxn>
                <a:cxn ang="0">
                  <a:pos x="T4" y="T5"/>
                </a:cxn>
                <a:cxn ang="0">
                  <a:pos x="T6" y="T7"/>
                </a:cxn>
                <a:cxn ang="0">
                  <a:pos x="T8" y="T9"/>
                </a:cxn>
              </a:cxnLst>
              <a:rect l="0" t="0" r="r" b="b"/>
              <a:pathLst>
                <a:path w="4" h="3">
                  <a:moveTo>
                    <a:pt x="4" y="2"/>
                  </a:moveTo>
                  <a:cubicBezTo>
                    <a:pt x="3" y="3"/>
                    <a:pt x="2" y="3"/>
                    <a:pt x="0" y="3"/>
                  </a:cubicBezTo>
                  <a:cubicBezTo>
                    <a:pt x="0" y="3"/>
                    <a:pt x="0" y="2"/>
                    <a:pt x="0" y="1"/>
                  </a:cubicBezTo>
                  <a:cubicBezTo>
                    <a:pt x="1" y="1"/>
                    <a:pt x="2" y="0"/>
                    <a:pt x="3" y="0"/>
                  </a:cubicBezTo>
                  <a:cubicBezTo>
                    <a:pt x="3" y="0"/>
                    <a:pt x="4"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0" name="Freeform 3227">
              <a:extLst>
                <a:ext uri="{FF2B5EF4-FFF2-40B4-BE49-F238E27FC236}">
                  <a16:creationId xmlns:a16="http://schemas.microsoft.com/office/drawing/2014/main" id="{C739C70E-68A1-4A15-1889-F1388C58082F}"/>
                </a:ext>
              </a:extLst>
            </p:cNvPr>
            <p:cNvSpPr>
              <a:spLocks/>
            </p:cNvSpPr>
            <p:nvPr/>
          </p:nvSpPr>
          <p:spPr bwMode="auto">
            <a:xfrm rot="5094805">
              <a:off x="2315103" y="754084"/>
              <a:ext cx="9140" cy="9140"/>
            </a:xfrm>
            <a:custGeom>
              <a:avLst/>
              <a:gdLst>
                <a:gd name="T0" fmla="*/ 4 w 4"/>
                <a:gd name="T1" fmla="*/ 2 h 4"/>
                <a:gd name="T2" fmla="*/ 3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3"/>
                    <a:pt x="3" y="4"/>
                  </a:cubicBezTo>
                  <a:cubicBezTo>
                    <a:pt x="2" y="3"/>
                    <a:pt x="1" y="3"/>
                    <a:pt x="0" y="2"/>
                  </a:cubicBezTo>
                  <a:cubicBezTo>
                    <a:pt x="1" y="1"/>
                    <a:pt x="1" y="0"/>
                    <a:pt x="2" y="0"/>
                  </a:cubicBezTo>
                  <a:cubicBezTo>
                    <a:pt x="3" y="0"/>
                    <a:pt x="4"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1" name="Freeform 3228">
              <a:extLst>
                <a:ext uri="{FF2B5EF4-FFF2-40B4-BE49-F238E27FC236}">
                  <a16:creationId xmlns:a16="http://schemas.microsoft.com/office/drawing/2014/main" id="{04DF2A0A-78F0-7F69-95CE-15AB6CC0C4F0}"/>
                </a:ext>
              </a:extLst>
            </p:cNvPr>
            <p:cNvSpPr>
              <a:spLocks/>
            </p:cNvSpPr>
            <p:nvPr/>
          </p:nvSpPr>
          <p:spPr bwMode="auto">
            <a:xfrm rot="5094805">
              <a:off x="2378574" y="937695"/>
              <a:ext cx="9140" cy="11426"/>
            </a:xfrm>
            <a:custGeom>
              <a:avLst/>
              <a:gdLst>
                <a:gd name="T0" fmla="*/ 2 w 4"/>
                <a:gd name="T1" fmla="*/ 0 h 5"/>
                <a:gd name="T2" fmla="*/ 4 w 4"/>
                <a:gd name="T3" fmla="*/ 2 h 5"/>
                <a:gd name="T4" fmla="*/ 2 w 4"/>
                <a:gd name="T5" fmla="*/ 5 h 5"/>
                <a:gd name="T6" fmla="*/ 0 w 4"/>
                <a:gd name="T7" fmla="*/ 2 h 5"/>
                <a:gd name="T8" fmla="*/ 2 w 4"/>
                <a:gd name="T9" fmla="*/ 0 h 5"/>
              </a:gdLst>
              <a:ahLst/>
              <a:cxnLst>
                <a:cxn ang="0">
                  <a:pos x="T0" y="T1"/>
                </a:cxn>
                <a:cxn ang="0">
                  <a:pos x="T2" y="T3"/>
                </a:cxn>
                <a:cxn ang="0">
                  <a:pos x="T4" y="T5"/>
                </a:cxn>
                <a:cxn ang="0">
                  <a:pos x="T6" y="T7"/>
                </a:cxn>
                <a:cxn ang="0">
                  <a:pos x="T8" y="T9"/>
                </a:cxn>
              </a:cxnLst>
              <a:rect l="0" t="0" r="r" b="b"/>
              <a:pathLst>
                <a:path w="4" h="5">
                  <a:moveTo>
                    <a:pt x="2" y="0"/>
                  </a:moveTo>
                  <a:cubicBezTo>
                    <a:pt x="3" y="0"/>
                    <a:pt x="4" y="1"/>
                    <a:pt x="4" y="2"/>
                  </a:cubicBezTo>
                  <a:cubicBezTo>
                    <a:pt x="3" y="3"/>
                    <a:pt x="3" y="4"/>
                    <a:pt x="2" y="5"/>
                  </a:cubicBezTo>
                  <a:cubicBezTo>
                    <a:pt x="1" y="4"/>
                    <a:pt x="0" y="3"/>
                    <a:pt x="0" y="2"/>
                  </a:cubicBezTo>
                  <a:cubicBezTo>
                    <a:pt x="0"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2" name="Freeform 3229">
              <a:extLst>
                <a:ext uri="{FF2B5EF4-FFF2-40B4-BE49-F238E27FC236}">
                  <a16:creationId xmlns:a16="http://schemas.microsoft.com/office/drawing/2014/main" id="{02559BAB-7A5B-9E1D-8202-975BD8C96936}"/>
                </a:ext>
              </a:extLst>
            </p:cNvPr>
            <p:cNvSpPr>
              <a:spLocks/>
            </p:cNvSpPr>
            <p:nvPr/>
          </p:nvSpPr>
          <p:spPr bwMode="auto">
            <a:xfrm rot="5094805">
              <a:off x="2694450" y="3849171"/>
              <a:ext cx="13710" cy="22850"/>
            </a:xfrm>
            <a:custGeom>
              <a:avLst/>
              <a:gdLst>
                <a:gd name="T0" fmla="*/ 0 w 5"/>
                <a:gd name="T1" fmla="*/ 4 h 9"/>
                <a:gd name="T2" fmla="*/ 2 w 5"/>
                <a:gd name="T3" fmla="*/ 0 h 9"/>
                <a:gd name="T4" fmla="*/ 5 w 5"/>
                <a:gd name="T5" fmla="*/ 6 h 9"/>
                <a:gd name="T6" fmla="*/ 2 w 5"/>
                <a:gd name="T7" fmla="*/ 8 h 9"/>
                <a:gd name="T8" fmla="*/ 0 w 5"/>
                <a:gd name="T9" fmla="*/ 4 h 9"/>
              </a:gdLst>
              <a:ahLst/>
              <a:cxnLst>
                <a:cxn ang="0">
                  <a:pos x="T0" y="T1"/>
                </a:cxn>
                <a:cxn ang="0">
                  <a:pos x="T2" y="T3"/>
                </a:cxn>
                <a:cxn ang="0">
                  <a:pos x="T4" y="T5"/>
                </a:cxn>
                <a:cxn ang="0">
                  <a:pos x="T6" y="T7"/>
                </a:cxn>
                <a:cxn ang="0">
                  <a:pos x="T8" y="T9"/>
                </a:cxn>
              </a:cxnLst>
              <a:rect l="0" t="0" r="r" b="b"/>
              <a:pathLst>
                <a:path w="5" h="9">
                  <a:moveTo>
                    <a:pt x="0" y="4"/>
                  </a:moveTo>
                  <a:cubicBezTo>
                    <a:pt x="1" y="3"/>
                    <a:pt x="1" y="2"/>
                    <a:pt x="2" y="0"/>
                  </a:cubicBezTo>
                  <a:cubicBezTo>
                    <a:pt x="3" y="2"/>
                    <a:pt x="4" y="4"/>
                    <a:pt x="5" y="6"/>
                  </a:cubicBezTo>
                  <a:cubicBezTo>
                    <a:pt x="4" y="7"/>
                    <a:pt x="3" y="9"/>
                    <a:pt x="2" y="8"/>
                  </a:cubicBezTo>
                  <a:cubicBezTo>
                    <a:pt x="1" y="8"/>
                    <a:pt x="1"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3" name="Freeform 3230">
              <a:extLst>
                <a:ext uri="{FF2B5EF4-FFF2-40B4-BE49-F238E27FC236}">
                  <a16:creationId xmlns:a16="http://schemas.microsoft.com/office/drawing/2014/main" id="{7A874EEC-0E78-BEAE-AB7B-D83FCE80A5F2}"/>
                </a:ext>
              </a:extLst>
            </p:cNvPr>
            <p:cNvSpPr>
              <a:spLocks/>
            </p:cNvSpPr>
            <p:nvPr/>
          </p:nvSpPr>
          <p:spPr bwMode="auto">
            <a:xfrm rot="5094805">
              <a:off x="2670209" y="3654248"/>
              <a:ext cx="9140" cy="22850"/>
            </a:xfrm>
            <a:custGeom>
              <a:avLst/>
              <a:gdLst>
                <a:gd name="T0" fmla="*/ 0 w 4"/>
                <a:gd name="T1" fmla="*/ 4 h 9"/>
                <a:gd name="T2" fmla="*/ 2 w 4"/>
                <a:gd name="T3" fmla="*/ 0 h 9"/>
                <a:gd name="T4" fmla="*/ 4 w 4"/>
                <a:gd name="T5" fmla="*/ 7 h 9"/>
                <a:gd name="T6" fmla="*/ 2 w 4"/>
                <a:gd name="T7" fmla="*/ 8 h 9"/>
                <a:gd name="T8" fmla="*/ 0 w 4"/>
                <a:gd name="T9" fmla="*/ 4 h 9"/>
              </a:gdLst>
              <a:ahLst/>
              <a:cxnLst>
                <a:cxn ang="0">
                  <a:pos x="T0" y="T1"/>
                </a:cxn>
                <a:cxn ang="0">
                  <a:pos x="T2" y="T3"/>
                </a:cxn>
                <a:cxn ang="0">
                  <a:pos x="T4" y="T5"/>
                </a:cxn>
                <a:cxn ang="0">
                  <a:pos x="T6" y="T7"/>
                </a:cxn>
                <a:cxn ang="0">
                  <a:pos x="T8" y="T9"/>
                </a:cxn>
              </a:cxnLst>
              <a:rect l="0" t="0" r="r" b="b"/>
              <a:pathLst>
                <a:path w="4" h="9">
                  <a:moveTo>
                    <a:pt x="0" y="4"/>
                  </a:moveTo>
                  <a:cubicBezTo>
                    <a:pt x="1" y="3"/>
                    <a:pt x="1" y="1"/>
                    <a:pt x="2" y="0"/>
                  </a:cubicBezTo>
                  <a:cubicBezTo>
                    <a:pt x="3" y="3"/>
                    <a:pt x="4" y="5"/>
                    <a:pt x="4" y="7"/>
                  </a:cubicBezTo>
                  <a:cubicBezTo>
                    <a:pt x="4" y="7"/>
                    <a:pt x="3" y="9"/>
                    <a:pt x="2" y="8"/>
                  </a:cubicBezTo>
                  <a:cubicBezTo>
                    <a:pt x="1" y="8"/>
                    <a:pt x="0" y="5"/>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4" name="Freeform 3231">
              <a:extLst>
                <a:ext uri="{FF2B5EF4-FFF2-40B4-BE49-F238E27FC236}">
                  <a16:creationId xmlns:a16="http://schemas.microsoft.com/office/drawing/2014/main" id="{EF9A676C-6B1E-AA8F-97FD-CF20EDAC83AB}"/>
                </a:ext>
              </a:extLst>
            </p:cNvPr>
            <p:cNvSpPr>
              <a:spLocks/>
            </p:cNvSpPr>
            <p:nvPr/>
          </p:nvSpPr>
          <p:spPr bwMode="auto">
            <a:xfrm rot="5094805">
              <a:off x="2678960" y="3457327"/>
              <a:ext cx="9140" cy="20566"/>
            </a:xfrm>
            <a:custGeom>
              <a:avLst/>
              <a:gdLst>
                <a:gd name="T0" fmla="*/ 4 w 4"/>
                <a:gd name="T1" fmla="*/ 8 h 8"/>
                <a:gd name="T2" fmla="*/ 0 w 4"/>
                <a:gd name="T3" fmla="*/ 7 h 8"/>
                <a:gd name="T4" fmla="*/ 0 w 4"/>
                <a:gd name="T5" fmla="*/ 1 h 8"/>
                <a:gd name="T6" fmla="*/ 3 w 4"/>
                <a:gd name="T7" fmla="*/ 1 h 8"/>
                <a:gd name="T8" fmla="*/ 4 w 4"/>
                <a:gd name="T9" fmla="*/ 8 h 8"/>
              </a:gdLst>
              <a:ahLst/>
              <a:cxnLst>
                <a:cxn ang="0">
                  <a:pos x="T0" y="T1"/>
                </a:cxn>
                <a:cxn ang="0">
                  <a:pos x="T2" y="T3"/>
                </a:cxn>
                <a:cxn ang="0">
                  <a:pos x="T4" y="T5"/>
                </a:cxn>
                <a:cxn ang="0">
                  <a:pos x="T6" y="T7"/>
                </a:cxn>
                <a:cxn ang="0">
                  <a:pos x="T8" y="T9"/>
                </a:cxn>
              </a:cxnLst>
              <a:rect l="0" t="0" r="r" b="b"/>
              <a:pathLst>
                <a:path w="4" h="8">
                  <a:moveTo>
                    <a:pt x="4" y="8"/>
                  </a:moveTo>
                  <a:cubicBezTo>
                    <a:pt x="3" y="8"/>
                    <a:pt x="2" y="7"/>
                    <a:pt x="0" y="7"/>
                  </a:cubicBezTo>
                  <a:cubicBezTo>
                    <a:pt x="0" y="7"/>
                    <a:pt x="0" y="2"/>
                    <a:pt x="0" y="1"/>
                  </a:cubicBezTo>
                  <a:cubicBezTo>
                    <a:pt x="1" y="0"/>
                    <a:pt x="2" y="0"/>
                    <a:pt x="3" y="1"/>
                  </a:cubicBezTo>
                  <a:cubicBezTo>
                    <a:pt x="3" y="2"/>
                    <a:pt x="4" y="5"/>
                    <a:pt x="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5" name="Freeform 3232">
              <a:extLst>
                <a:ext uri="{FF2B5EF4-FFF2-40B4-BE49-F238E27FC236}">
                  <a16:creationId xmlns:a16="http://schemas.microsoft.com/office/drawing/2014/main" id="{2693F267-425D-94B6-7E48-7C9EB1E44073}"/>
                </a:ext>
              </a:extLst>
            </p:cNvPr>
            <p:cNvSpPr>
              <a:spLocks/>
            </p:cNvSpPr>
            <p:nvPr/>
          </p:nvSpPr>
          <p:spPr bwMode="auto">
            <a:xfrm rot="5094805">
              <a:off x="2711098" y="3252487"/>
              <a:ext cx="11426" cy="18280"/>
            </a:xfrm>
            <a:custGeom>
              <a:avLst/>
              <a:gdLst>
                <a:gd name="T0" fmla="*/ 2 w 5"/>
                <a:gd name="T1" fmla="*/ 8 h 8"/>
                <a:gd name="T2" fmla="*/ 0 w 5"/>
                <a:gd name="T3" fmla="*/ 3 h 8"/>
                <a:gd name="T4" fmla="*/ 4 w 5"/>
                <a:gd name="T5" fmla="*/ 0 h 8"/>
                <a:gd name="T6" fmla="*/ 5 w 5"/>
                <a:gd name="T7" fmla="*/ 6 h 8"/>
                <a:gd name="T8" fmla="*/ 2 w 5"/>
                <a:gd name="T9" fmla="*/ 8 h 8"/>
              </a:gdLst>
              <a:ahLst/>
              <a:cxnLst>
                <a:cxn ang="0">
                  <a:pos x="T0" y="T1"/>
                </a:cxn>
                <a:cxn ang="0">
                  <a:pos x="T2" y="T3"/>
                </a:cxn>
                <a:cxn ang="0">
                  <a:pos x="T4" y="T5"/>
                </a:cxn>
                <a:cxn ang="0">
                  <a:pos x="T6" y="T7"/>
                </a:cxn>
                <a:cxn ang="0">
                  <a:pos x="T8" y="T9"/>
                </a:cxn>
              </a:cxnLst>
              <a:rect l="0" t="0" r="r" b="b"/>
              <a:pathLst>
                <a:path w="5" h="8">
                  <a:moveTo>
                    <a:pt x="2" y="8"/>
                  </a:moveTo>
                  <a:cubicBezTo>
                    <a:pt x="2" y="6"/>
                    <a:pt x="1" y="4"/>
                    <a:pt x="0" y="3"/>
                  </a:cubicBezTo>
                  <a:cubicBezTo>
                    <a:pt x="1" y="2"/>
                    <a:pt x="2" y="1"/>
                    <a:pt x="4" y="0"/>
                  </a:cubicBezTo>
                  <a:cubicBezTo>
                    <a:pt x="4" y="2"/>
                    <a:pt x="5" y="5"/>
                    <a:pt x="5" y="6"/>
                  </a:cubicBezTo>
                  <a:cubicBezTo>
                    <a:pt x="5" y="8"/>
                    <a:pt x="3" y="7"/>
                    <a:pt x="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6" name="Freeform 3233">
              <a:extLst>
                <a:ext uri="{FF2B5EF4-FFF2-40B4-BE49-F238E27FC236}">
                  <a16:creationId xmlns:a16="http://schemas.microsoft.com/office/drawing/2014/main" id="{EA55E718-B197-0523-A5AD-0D483CAA483B}"/>
                </a:ext>
              </a:extLst>
            </p:cNvPr>
            <p:cNvSpPr>
              <a:spLocks/>
            </p:cNvSpPr>
            <p:nvPr/>
          </p:nvSpPr>
          <p:spPr bwMode="auto">
            <a:xfrm rot="5094805">
              <a:off x="2764858" y="3042295"/>
              <a:ext cx="13710" cy="22850"/>
            </a:xfrm>
            <a:custGeom>
              <a:avLst/>
              <a:gdLst>
                <a:gd name="T0" fmla="*/ 0 w 5"/>
                <a:gd name="T1" fmla="*/ 3 h 9"/>
                <a:gd name="T2" fmla="*/ 2 w 5"/>
                <a:gd name="T3" fmla="*/ 0 h 9"/>
                <a:gd name="T4" fmla="*/ 5 w 5"/>
                <a:gd name="T5" fmla="*/ 8 h 9"/>
                <a:gd name="T6" fmla="*/ 2 w 5"/>
                <a:gd name="T7" fmla="*/ 8 h 9"/>
                <a:gd name="T8" fmla="*/ 0 w 5"/>
                <a:gd name="T9" fmla="*/ 3 h 9"/>
              </a:gdLst>
              <a:ahLst/>
              <a:cxnLst>
                <a:cxn ang="0">
                  <a:pos x="T0" y="T1"/>
                </a:cxn>
                <a:cxn ang="0">
                  <a:pos x="T2" y="T3"/>
                </a:cxn>
                <a:cxn ang="0">
                  <a:pos x="T4" y="T5"/>
                </a:cxn>
                <a:cxn ang="0">
                  <a:pos x="T6" y="T7"/>
                </a:cxn>
                <a:cxn ang="0">
                  <a:pos x="T8" y="T9"/>
                </a:cxn>
              </a:cxnLst>
              <a:rect l="0" t="0" r="r" b="b"/>
              <a:pathLst>
                <a:path w="5" h="9">
                  <a:moveTo>
                    <a:pt x="0" y="3"/>
                  </a:moveTo>
                  <a:cubicBezTo>
                    <a:pt x="1" y="2"/>
                    <a:pt x="2" y="1"/>
                    <a:pt x="2" y="0"/>
                  </a:cubicBezTo>
                  <a:cubicBezTo>
                    <a:pt x="3" y="3"/>
                    <a:pt x="4" y="5"/>
                    <a:pt x="5" y="8"/>
                  </a:cubicBezTo>
                  <a:cubicBezTo>
                    <a:pt x="4" y="8"/>
                    <a:pt x="3" y="9"/>
                    <a:pt x="2" y="8"/>
                  </a:cubicBezTo>
                  <a:cubicBezTo>
                    <a:pt x="2" y="8"/>
                    <a:pt x="1" y="5"/>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7" name="Freeform 3234">
              <a:extLst>
                <a:ext uri="{FF2B5EF4-FFF2-40B4-BE49-F238E27FC236}">
                  <a16:creationId xmlns:a16="http://schemas.microsoft.com/office/drawing/2014/main" id="{37A87A3D-F8B7-8750-A4CE-3664E08E11CB}"/>
                </a:ext>
              </a:extLst>
            </p:cNvPr>
            <p:cNvSpPr>
              <a:spLocks/>
            </p:cNvSpPr>
            <p:nvPr/>
          </p:nvSpPr>
          <p:spPr bwMode="auto">
            <a:xfrm rot="5094805">
              <a:off x="2820902" y="2834389"/>
              <a:ext cx="11426" cy="22850"/>
            </a:xfrm>
            <a:custGeom>
              <a:avLst/>
              <a:gdLst>
                <a:gd name="T0" fmla="*/ 5 w 5"/>
                <a:gd name="T1" fmla="*/ 3 h 9"/>
                <a:gd name="T2" fmla="*/ 4 w 5"/>
                <a:gd name="T3" fmla="*/ 9 h 9"/>
                <a:gd name="T4" fmla="*/ 0 w 5"/>
                <a:gd name="T5" fmla="*/ 4 h 9"/>
                <a:gd name="T6" fmla="*/ 2 w 5"/>
                <a:gd name="T7" fmla="*/ 0 h 9"/>
                <a:gd name="T8" fmla="*/ 5 w 5"/>
                <a:gd name="T9" fmla="*/ 3 h 9"/>
              </a:gdLst>
              <a:ahLst/>
              <a:cxnLst>
                <a:cxn ang="0">
                  <a:pos x="T0" y="T1"/>
                </a:cxn>
                <a:cxn ang="0">
                  <a:pos x="T2" y="T3"/>
                </a:cxn>
                <a:cxn ang="0">
                  <a:pos x="T4" y="T5"/>
                </a:cxn>
                <a:cxn ang="0">
                  <a:pos x="T6" y="T7"/>
                </a:cxn>
                <a:cxn ang="0">
                  <a:pos x="T8" y="T9"/>
                </a:cxn>
              </a:cxnLst>
              <a:rect l="0" t="0" r="r" b="b"/>
              <a:pathLst>
                <a:path w="5" h="9">
                  <a:moveTo>
                    <a:pt x="5" y="3"/>
                  </a:moveTo>
                  <a:cubicBezTo>
                    <a:pt x="5" y="5"/>
                    <a:pt x="4" y="7"/>
                    <a:pt x="4" y="9"/>
                  </a:cubicBezTo>
                  <a:cubicBezTo>
                    <a:pt x="3" y="7"/>
                    <a:pt x="2" y="6"/>
                    <a:pt x="0" y="4"/>
                  </a:cubicBezTo>
                  <a:cubicBezTo>
                    <a:pt x="1" y="3"/>
                    <a:pt x="1" y="0"/>
                    <a:pt x="2" y="0"/>
                  </a:cubicBezTo>
                  <a:cubicBezTo>
                    <a:pt x="3" y="0"/>
                    <a:pt x="4" y="2"/>
                    <a:pt x="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8" name="Freeform 3235">
              <a:extLst>
                <a:ext uri="{FF2B5EF4-FFF2-40B4-BE49-F238E27FC236}">
                  <a16:creationId xmlns:a16="http://schemas.microsoft.com/office/drawing/2014/main" id="{C3B05F18-D9A0-07D7-A185-2BFF7D64E9FA}"/>
                </a:ext>
              </a:extLst>
            </p:cNvPr>
            <p:cNvSpPr>
              <a:spLocks/>
            </p:cNvSpPr>
            <p:nvPr/>
          </p:nvSpPr>
          <p:spPr bwMode="auto">
            <a:xfrm rot="5094805">
              <a:off x="2862347" y="2628729"/>
              <a:ext cx="13710" cy="25135"/>
            </a:xfrm>
            <a:custGeom>
              <a:avLst/>
              <a:gdLst>
                <a:gd name="T0" fmla="*/ 0 w 5"/>
                <a:gd name="T1" fmla="*/ 4 h 10"/>
                <a:gd name="T2" fmla="*/ 2 w 5"/>
                <a:gd name="T3" fmla="*/ 0 h 10"/>
                <a:gd name="T4" fmla="*/ 5 w 5"/>
                <a:gd name="T5" fmla="*/ 8 h 10"/>
                <a:gd name="T6" fmla="*/ 2 w 5"/>
                <a:gd name="T7" fmla="*/ 9 h 10"/>
                <a:gd name="T8" fmla="*/ 0 w 5"/>
                <a:gd name="T9" fmla="*/ 4 h 10"/>
              </a:gdLst>
              <a:ahLst/>
              <a:cxnLst>
                <a:cxn ang="0">
                  <a:pos x="T0" y="T1"/>
                </a:cxn>
                <a:cxn ang="0">
                  <a:pos x="T2" y="T3"/>
                </a:cxn>
                <a:cxn ang="0">
                  <a:pos x="T4" y="T5"/>
                </a:cxn>
                <a:cxn ang="0">
                  <a:pos x="T6" y="T7"/>
                </a:cxn>
                <a:cxn ang="0">
                  <a:pos x="T8" y="T9"/>
                </a:cxn>
              </a:cxnLst>
              <a:rect l="0" t="0" r="r" b="b"/>
              <a:pathLst>
                <a:path w="5" h="10">
                  <a:moveTo>
                    <a:pt x="0" y="4"/>
                  </a:moveTo>
                  <a:cubicBezTo>
                    <a:pt x="1" y="3"/>
                    <a:pt x="1" y="1"/>
                    <a:pt x="2" y="0"/>
                  </a:cubicBezTo>
                  <a:cubicBezTo>
                    <a:pt x="3" y="3"/>
                    <a:pt x="4" y="6"/>
                    <a:pt x="5" y="8"/>
                  </a:cubicBezTo>
                  <a:cubicBezTo>
                    <a:pt x="4" y="9"/>
                    <a:pt x="3" y="10"/>
                    <a:pt x="2" y="9"/>
                  </a:cubicBezTo>
                  <a:cubicBezTo>
                    <a:pt x="1" y="9"/>
                    <a:pt x="1"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9" name="Freeform 3236">
              <a:extLst>
                <a:ext uri="{FF2B5EF4-FFF2-40B4-BE49-F238E27FC236}">
                  <a16:creationId xmlns:a16="http://schemas.microsoft.com/office/drawing/2014/main" id="{71E5C626-646E-7FD5-9055-A0101572A395}"/>
                </a:ext>
              </a:extLst>
            </p:cNvPr>
            <p:cNvSpPr>
              <a:spLocks/>
            </p:cNvSpPr>
            <p:nvPr/>
          </p:nvSpPr>
          <p:spPr bwMode="auto">
            <a:xfrm rot="5094805">
              <a:off x="2878765" y="2427786"/>
              <a:ext cx="11426" cy="22850"/>
            </a:xfrm>
            <a:custGeom>
              <a:avLst/>
              <a:gdLst>
                <a:gd name="T0" fmla="*/ 5 w 5"/>
                <a:gd name="T1" fmla="*/ 9 h 9"/>
                <a:gd name="T2" fmla="*/ 1 w 5"/>
                <a:gd name="T3" fmla="*/ 8 h 9"/>
                <a:gd name="T4" fmla="*/ 1 w 5"/>
                <a:gd name="T5" fmla="*/ 2 h 9"/>
                <a:gd name="T6" fmla="*/ 3 w 5"/>
                <a:gd name="T7" fmla="*/ 1 h 9"/>
                <a:gd name="T8" fmla="*/ 5 w 5"/>
                <a:gd name="T9" fmla="*/ 9 h 9"/>
              </a:gdLst>
              <a:ahLst/>
              <a:cxnLst>
                <a:cxn ang="0">
                  <a:pos x="T0" y="T1"/>
                </a:cxn>
                <a:cxn ang="0">
                  <a:pos x="T2" y="T3"/>
                </a:cxn>
                <a:cxn ang="0">
                  <a:pos x="T4" y="T5"/>
                </a:cxn>
                <a:cxn ang="0">
                  <a:pos x="T6" y="T7"/>
                </a:cxn>
                <a:cxn ang="0">
                  <a:pos x="T8" y="T9"/>
                </a:cxn>
              </a:cxnLst>
              <a:rect l="0" t="0" r="r" b="b"/>
              <a:pathLst>
                <a:path w="5" h="9">
                  <a:moveTo>
                    <a:pt x="5" y="9"/>
                  </a:moveTo>
                  <a:cubicBezTo>
                    <a:pt x="4" y="9"/>
                    <a:pt x="2" y="9"/>
                    <a:pt x="1" y="8"/>
                  </a:cubicBezTo>
                  <a:cubicBezTo>
                    <a:pt x="1" y="8"/>
                    <a:pt x="0" y="3"/>
                    <a:pt x="1" y="2"/>
                  </a:cubicBezTo>
                  <a:cubicBezTo>
                    <a:pt x="1" y="1"/>
                    <a:pt x="3" y="0"/>
                    <a:pt x="3" y="1"/>
                  </a:cubicBezTo>
                  <a:cubicBezTo>
                    <a:pt x="4" y="2"/>
                    <a:pt x="4" y="5"/>
                    <a:pt x="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0" name="Freeform 3237">
              <a:extLst>
                <a:ext uri="{FF2B5EF4-FFF2-40B4-BE49-F238E27FC236}">
                  <a16:creationId xmlns:a16="http://schemas.microsoft.com/office/drawing/2014/main" id="{8B6CDDE4-C9D0-1AFD-B4E3-42D26910E638}"/>
                </a:ext>
              </a:extLst>
            </p:cNvPr>
            <p:cNvSpPr>
              <a:spLocks/>
            </p:cNvSpPr>
            <p:nvPr/>
          </p:nvSpPr>
          <p:spPr bwMode="auto">
            <a:xfrm rot="5094805">
              <a:off x="2848921" y="2231917"/>
              <a:ext cx="13710" cy="27420"/>
            </a:xfrm>
            <a:custGeom>
              <a:avLst/>
              <a:gdLst>
                <a:gd name="T0" fmla="*/ 5 w 5"/>
                <a:gd name="T1" fmla="*/ 6 h 11"/>
                <a:gd name="T2" fmla="*/ 3 w 5"/>
                <a:gd name="T3" fmla="*/ 11 h 11"/>
                <a:gd name="T4" fmla="*/ 0 w 5"/>
                <a:gd name="T5" fmla="*/ 3 h 11"/>
                <a:gd name="T6" fmla="*/ 3 w 5"/>
                <a:gd name="T7" fmla="*/ 0 h 11"/>
                <a:gd name="T8" fmla="*/ 5 w 5"/>
                <a:gd name="T9" fmla="*/ 6 h 11"/>
              </a:gdLst>
              <a:ahLst/>
              <a:cxnLst>
                <a:cxn ang="0">
                  <a:pos x="T0" y="T1"/>
                </a:cxn>
                <a:cxn ang="0">
                  <a:pos x="T2" y="T3"/>
                </a:cxn>
                <a:cxn ang="0">
                  <a:pos x="T4" y="T5"/>
                </a:cxn>
                <a:cxn ang="0">
                  <a:pos x="T6" y="T7"/>
                </a:cxn>
                <a:cxn ang="0">
                  <a:pos x="T8" y="T9"/>
                </a:cxn>
              </a:cxnLst>
              <a:rect l="0" t="0" r="r" b="b"/>
              <a:pathLst>
                <a:path w="5" h="11">
                  <a:moveTo>
                    <a:pt x="5" y="6"/>
                  </a:moveTo>
                  <a:cubicBezTo>
                    <a:pt x="4" y="8"/>
                    <a:pt x="3" y="9"/>
                    <a:pt x="3" y="11"/>
                  </a:cubicBezTo>
                  <a:cubicBezTo>
                    <a:pt x="2" y="8"/>
                    <a:pt x="1" y="6"/>
                    <a:pt x="0" y="3"/>
                  </a:cubicBezTo>
                  <a:cubicBezTo>
                    <a:pt x="1" y="2"/>
                    <a:pt x="2" y="0"/>
                    <a:pt x="3" y="0"/>
                  </a:cubicBezTo>
                  <a:cubicBezTo>
                    <a:pt x="3" y="1"/>
                    <a:pt x="4" y="4"/>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1" name="Freeform 3238">
              <a:extLst>
                <a:ext uri="{FF2B5EF4-FFF2-40B4-BE49-F238E27FC236}">
                  <a16:creationId xmlns:a16="http://schemas.microsoft.com/office/drawing/2014/main" id="{12526685-970A-24C6-FB94-674598DE437E}"/>
                </a:ext>
              </a:extLst>
            </p:cNvPr>
            <p:cNvSpPr>
              <a:spLocks/>
            </p:cNvSpPr>
            <p:nvPr/>
          </p:nvSpPr>
          <p:spPr bwMode="auto">
            <a:xfrm rot="5094805">
              <a:off x="2783915" y="2042916"/>
              <a:ext cx="9140" cy="27420"/>
            </a:xfrm>
            <a:custGeom>
              <a:avLst/>
              <a:gdLst>
                <a:gd name="T0" fmla="*/ 2 w 4"/>
                <a:gd name="T1" fmla="*/ 0 h 11"/>
                <a:gd name="T2" fmla="*/ 4 w 4"/>
                <a:gd name="T3" fmla="*/ 5 h 11"/>
                <a:gd name="T4" fmla="*/ 2 w 4"/>
                <a:gd name="T5" fmla="*/ 11 h 11"/>
                <a:gd name="T6" fmla="*/ 0 w 4"/>
                <a:gd name="T7" fmla="*/ 5 h 11"/>
                <a:gd name="T8" fmla="*/ 2 w 4"/>
                <a:gd name="T9" fmla="*/ 0 h 11"/>
              </a:gdLst>
              <a:ahLst/>
              <a:cxnLst>
                <a:cxn ang="0">
                  <a:pos x="T0" y="T1"/>
                </a:cxn>
                <a:cxn ang="0">
                  <a:pos x="T2" y="T3"/>
                </a:cxn>
                <a:cxn ang="0">
                  <a:pos x="T4" y="T5"/>
                </a:cxn>
                <a:cxn ang="0">
                  <a:pos x="T6" y="T7"/>
                </a:cxn>
                <a:cxn ang="0">
                  <a:pos x="T8" y="T9"/>
                </a:cxn>
              </a:cxnLst>
              <a:rect l="0" t="0" r="r" b="b"/>
              <a:pathLst>
                <a:path w="4" h="11">
                  <a:moveTo>
                    <a:pt x="2" y="0"/>
                  </a:moveTo>
                  <a:cubicBezTo>
                    <a:pt x="3" y="2"/>
                    <a:pt x="4" y="3"/>
                    <a:pt x="4" y="5"/>
                  </a:cubicBezTo>
                  <a:cubicBezTo>
                    <a:pt x="4" y="7"/>
                    <a:pt x="3" y="9"/>
                    <a:pt x="2" y="11"/>
                  </a:cubicBezTo>
                  <a:cubicBezTo>
                    <a:pt x="1" y="9"/>
                    <a:pt x="0" y="6"/>
                    <a:pt x="0" y="5"/>
                  </a:cubicBezTo>
                  <a:cubicBezTo>
                    <a:pt x="0" y="3"/>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2" name="Freeform 3239">
              <a:extLst>
                <a:ext uri="{FF2B5EF4-FFF2-40B4-BE49-F238E27FC236}">
                  <a16:creationId xmlns:a16="http://schemas.microsoft.com/office/drawing/2014/main" id="{2742339C-6D27-57C1-64CB-311DB792CD62}"/>
                </a:ext>
              </a:extLst>
            </p:cNvPr>
            <p:cNvSpPr>
              <a:spLocks/>
            </p:cNvSpPr>
            <p:nvPr/>
          </p:nvSpPr>
          <p:spPr bwMode="auto">
            <a:xfrm rot="5094805">
              <a:off x="2714753" y="1860955"/>
              <a:ext cx="9140" cy="22850"/>
            </a:xfrm>
            <a:custGeom>
              <a:avLst/>
              <a:gdLst>
                <a:gd name="T0" fmla="*/ 4 w 4"/>
                <a:gd name="T1" fmla="*/ 3 h 10"/>
                <a:gd name="T2" fmla="*/ 3 w 4"/>
                <a:gd name="T3" fmla="*/ 10 h 10"/>
                <a:gd name="T4" fmla="*/ 0 w 4"/>
                <a:gd name="T5" fmla="*/ 7 h 10"/>
                <a:gd name="T6" fmla="*/ 1 w 4"/>
                <a:gd name="T7" fmla="*/ 1 h 10"/>
                <a:gd name="T8" fmla="*/ 4 w 4"/>
                <a:gd name="T9" fmla="*/ 3 h 10"/>
              </a:gdLst>
              <a:ahLst/>
              <a:cxnLst>
                <a:cxn ang="0">
                  <a:pos x="T0" y="T1"/>
                </a:cxn>
                <a:cxn ang="0">
                  <a:pos x="T2" y="T3"/>
                </a:cxn>
                <a:cxn ang="0">
                  <a:pos x="T4" y="T5"/>
                </a:cxn>
                <a:cxn ang="0">
                  <a:pos x="T6" y="T7"/>
                </a:cxn>
                <a:cxn ang="0">
                  <a:pos x="T8" y="T9"/>
                </a:cxn>
              </a:cxnLst>
              <a:rect l="0" t="0" r="r" b="b"/>
              <a:pathLst>
                <a:path w="4" h="10">
                  <a:moveTo>
                    <a:pt x="4" y="3"/>
                  </a:moveTo>
                  <a:cubicBezTo>
                    <a:pt x="3" y="5"/>
                    <a:pt x="3" y="8"/>
                    <a:pt x="3" y="10"/>
                  </a:cubicBezTo>
                  <a:cubicBezTo>
                    <a:pt x="2" y="9"/>
                    <a:pt x="1" y="8"/>
                    <a:pt x="0" y="7"/>
                  </a:cubicBezTo>
                  <a:cubicBezTo>
                    <a:pt x="0" y="5"/>
                    <a:pt x="0" y="2"/>
                    <a:pt x="1" y="1"/>
                  </a:cubicBezTo>
                  <a:cubicBezTo>
                    <a:pt x="2" y="0"/>
                    <a:pt x="3"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3" name="Freeform 3240">
              <a:extLst>
                <a:ext uri="{FF2B5EF4-FFF2-40B4-BE49-F238E27FC236}">
                  <a16:creationId xmlns:a16="http://schemas.microsoft.com/office/drawing/2014/main" id="{49970D62-5810-CDE6-71F6-5E59C07BF60E}"/>
                </a:ext>
              </a:extLst>
            </p:cNvPr>
            <p:cNvSpPr>
              <a:spLocks/>
            </p:cNvSpPr>
            <p:nvPr/>
          </p:nvSpPr>
          <p:spPr bwMode="auto">
            <a:xfrm rot="5094805">
              <a:off x="2640932" y="1674732"/>
              <a:ext cx="11426" cy="25135"/>
            </a:xfrm>
            <a:custGeom>
              <a:avLst/>
              <a:gdLst>
                <a:gd name="T0" fmla="*/ 0 w 5"/>
                <a:gd name="T1" fmla="*/ 5 h 10"/>
                <a:gd name="T2" fmla="*/ 2 w 5"/>
                <a:gd name="T3" fmla="*/ 0 h 10"/>
                <a:gd name="T4" fmla="*/ 5 w 5"/>
                <a:gd name="T5" fmla="*/ 7 h 10"/>
                <a:gd name="T6" fmla="*/ 2 w 5"/>
                <a:gd name="T7" fmla="*/ 9 h 10"/>
                <a:gd name="T8" fmla="*/ 0 w 5"/>
                <a:gd name="T9" fmla="*/ 5 h 10"/>
              </a:gdLst>
              <a:ahLst/>
              <a:cxnLst>
                <a:cxn ang="0">
                  <a:pos x="T0" y="T1"/>
                </a:cxn>
                <a:cxn ang="0">
                  <a:pos x="T2" y="T3"/>
                </a:cxn>
                <a:cxn ang="0">
                  <a:pos x="T4" y="T5"/>
                </a:cxn>
                <a:cxn ang="0">
                  <a:pos x="T6" y="T7"/>
                </a:cxn>
                <a:cxn ang="0">
                  <a:pos x="T8" y="T9"/>
                </a:cxn>
              </a:cxnLst>
              <a:rect l="0" t="0" r="r" b="b"/>
              <a:pathLst>
                <a:path w="5" h="10">
                  <a:moveTo>
                    <a:pt x="0" y="5"/>
                  </a:moveTo>
                  <a:cubicBezTo>
                    <a:pt x="1" y="3"/>
                    <a:pt x="1" y="2"/>
                    <a:pt x="2" y="0"/>
                  </a:cubicBezTo>
                  <a:cubicBezTo>
                    <a:pt x="3" y="2"/>
                    <a:pt x="4" y="5"/>
                    <a:pt x="5" y="7"/>
                  </a:cubicBezTo>
                  <a:cubicBezTo>
                    <a:pt x="4" y="8"/>
                    <a:pt x="3" y="10"/>
                    <a:pt x="2" y="9"/>
                  </a:cubicBezTo>
                  <a:cubicBezTo>
                    <a:pt x="1" y="9"/>
                    <a:pt x="1" y="6"/>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4" name="Freeform 3241">
              <a:extLst>
                <a:ext uri="{FF2B5EF4-FFF2-40B4-BE49-F238E27FC236}">
                  <a16:creationId xmlns:a16="http://schemas.microsoft.com/office/drawing/2014/main" id="{396B420F-23C6-C310-B97A-796B24A90D84}"/>
                </a:ext>
              </a:extLst>
            </p:cNvPr>
            <p:cNvSpPr>
              <a:spLocks/>
            </p:cNvSpPr>
            <p:nvPr/>
          </p:nvSpPr>
          <p:spPr bwMode="auto">
            <a:xfrm rot="5094805">
              <a:off x="2570429" y="1489454"/>
              <a:ext cx="11426" cy="22850"/>
            </a:xfrm>
            <a:custGeom>
              <a:avLst/>
              <a:gdLst>
                <a:gd name="T0" fmla="*/ 2 w 4"/>
                <a:gd name="T1" fmla="*/ 9 h 9"/>
                <a:gd name="T2" fmla="*/ 0 w 4"/>
                <a:gd name="T3" fmla="*/ 4 h 9"/>
                <a:gd name="T4" fmla="*/ 3 w 4"/>
                <a:gd name="T5" fmla="*/ 0 h 9"/>
                <a:gd name="T6" fmla="*/ 4 w 4"/>
                <a:gd name="T7" fmla="*/ 6 h 9"/>
                <a:gd name="T8" fmla="*/ 2 w 4"/>
                <a:gd name="T9" fmla="*/ 9 h 9"/>
              </a:gdLst>
              <a:ahLst/>
              <a:cxnLst>
                <a:cxn ang="0">
                  <a:pos x="T0" y="T1"/>
                </a:cxn>
                <a:cxn ang="0">
                  <a:pos x="T2" y="T3"/>
                </a:cxn>
                <a:cxn ang="0">
                  <a:pos x="T4" y="T5"/>
                </a:cxn>
                <a:cxn ang="0">
                  <a:pos x="T6" y="T7"/>
                </a:cxn>
                <a:cxn ang="0">
                  <a:pos x="T8" y="T9"/>
                </a:cxn>
              </a:cxnLst>
              <a:rect l="0" t="0" r="r" b="b"/>
              <a:pathLst>
                <a:path w="4" h="9">
                  <a:moveTo>
                    <a:pt x="2" y="9"/>
                  </a:moveTo>
                  <a:cubicBezTo>
                    <a:pt x="1" y="7"/>
                    <a:pt x="0" y="6"/>
                    <a:pt x="0" y="4"/>
                  </a:cubicBezTo>
                  <a:cubicBezTo>
                    <a:pt x="1" y="3"/>
                    <a:pt x="2" y="1"/>
                    <a:pt x="3" y="0"/>
                  </a:cubicBezTo>
                  <a:cubicBezTo>
                    <a:pt x="3" y="2"/>
                    <a:pt x="4" y="4"/>
                    <a:pt x="4" y="6"/>
                  </a:cubicBezTo>
                  <a:cubicBezTo>
                    <a:pt x="4" y="7"/>
                    <a:pt x="3" y="8"/>
                    <a:pt x="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5" name="Freeform 3242">
              <a:extLst>
                <a:ext uri="{FF2B5EF4-FFF2-40B4-BE49-F238E27FC236}">
                  <a16:creationId xmlns:a16="http://schemas.microsoft.com/office/drawing/2014/main" id="{CD4DF37A-C219-3D5E-BDC0-1E2B1AB945AE}"/>
                </a:ext>
              </a:extLst>
            </p:cNvPr>
            <p:cNvSpPr>
              <a:spLocks/>
            </p:cNvSpPr>
            <p:nvPr/>
          </p:nvSpPr>
          <p:spPr bwMode="auto">
            <a:xfrm rot="5094805">
              <a:off x="2505819" y="1307086"/>
              <a:ext cx="11426" cy="18280"/>
            </a:xfrm>
            <a:custGeom>
              <a:avLst/>
              <a:gdLst>
                <a:gd name="T0" fmla="*/ 4 w 4"/>
                <a:gd name="T1" fmla="*/ 5 h 8"/>
                <a:gd name="T2" fmla="*/ 2 w 4"/>
                <a:gd name="T3" fmla="*/ 8 h 8"/>
                <a:gd name="T4" fmla="*/ 0 w 4"/>
                <a:gd name="T5" fmla="*/ 3 h 8"/>
                <a:gd name="T6" fmla="*/ 2 w 4"/>
                <a:gd name="T7" fmla="*/ 1 h 8"/>
                <a:gd name="T8" fmla="*/ 4 w 4"/>
                <a:gd name="T9" fmla="*/ 5 h 8"/>
              </a:gdLst>
              <a:ahLst/>
              <a:cxnLst>
                <a:cxn ang="0">
                  <a:pos x="T0" y="T1"/>
                </a:cxn>
                <a:cxn ang="0">
                  <a:pos x="T2" y="T3"/>
                </a:cxn>
                <a:cxn ang="0">
                  <a:pos x="T4" y="T5"/>
                </a:cxn>
                <a:cxn ang="0">
                  <a:pos x="T6" y="T7"/>
                </a:cxn>
                <a:cxn ang="0">
                  <a:pos x="T8" y="T9"/>
                </a:cxn>
              </a:cxnLst>
              <a:rect l="0" t="0" r="r" b="b"/>
              <a:pathLst>
                <a:path w="4" h="8">
                  <a:moveTo>
                    <a:pt x="4" y="5"/>
                  </a:moveTo>
                  <a:cubicBezTo>
                    <a:pt x="3" y="6"/>
                    <a:pt x="3" y="7"/>
                    <a:pt x="2" y="8"/>
                  </a:cubicBezTo>
                  <a:cubicBezTo>
                    <a:pt x="1" y="7"/>
                    <a:pt x="0" y="5"/>
                    <a:pt x="0" y="3"/>
                  </a:cubicBezTo>
                  <a:cubicBezTo>
                    <a:pt x="0" y="2"/>
                    <a:pt x="1" y="0"/>
                    <a:pt x="2" y="1"/>
                  </a:cubicBezTo>
                  <a:cubicBezTo>
                    <a:pt x="3" y="1"/>
                    <a:pt x="3" y="3"/>
                    <a:pt x="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6" name="Freeform 3243">
              <a:extLst>
                <a:ext uri="{FF2B5EF4-FFF2-40B4-BE49-F238E27FC236}">
                  <a16:creationId xmlns:a16="http://schemas.microsoft.com/office/drawing/2014/main" id="{4ABDAF4D-8FED-A353-469E-0E8C1C02B748}"/>
                </a:ext>
              </a:extLst>
            </p:cNvPr>
            <p:cNvSpPr>
              <a:spLocks/>
            </p:cNvSpPr>
            <p:nvPr/>
          </p:nvSpPr>
          <p:spPr bwMode="auto">
            <a:xfrm rot="5094805">
              <a:off x="2442047" y="1119020"/>
              <a:ext cx="9140" cy="18280"/>
            </a:xfrm>
            <a:custGeom>
              <a:avLst/>
              <a:gdLst>
                <a:gd name="T0" fmla="*/ 4 w 4"/>
                <a:gd name="T1" fmla="*/ 2 h 7"/>
                <a:gd name="T2" fmla="*/ 4 w 4"/>
                <a:gd name="T3" fmla="*/ 7 h 7"/>
                <a:gd name="T4" fmla="*/ 0 w 4"/>
                <a:gd name="T5" fmla="*/ 5 h 7"/>
                <a:gd name="T6" fmla="*/ 2 w 4"/>
                <a:gd name="T7" fmla="*/ 1 h 7"/>
                <a:gd name="T8" fmla="*/ 4 w 4"/>
                <a:gd name="T9" fmla="*/ 2 h 7"/>
              </a:gdLst>
              <a:ahLst/>
              <a:cxnLst>
                <a:cxn ang="0">
                  <a:pos x="T0" y="T1"/>
                </a:cxn>
                <a:cxn ang="0">
                  <a:pos x="T2" y="T3"/>
                </a:cxn>
                <a:cxn ang="0">
                  <a:pos x="T4" y="T5"/>
                </a:cxn>
                <a:cxn ang="0">
                  <a:pos x="T6" y="T7"/>
                </a:cxn>
                <a:cxn ang="0">
                  <a:pos x="T8" y="T9"/>
                </a:cxn>
              </a:cxnLst>
              <a:rect l="0" t="0" r="r" b="b"/>
              <a:pathLst>
                <a:path w="4" h="7">
                  <a:moveTo>
                    <a:pt x="4" y="2"/>
                  </a:moveTo>
                  <a:cubicBezTo>
                    <a:pt x="4" y="3"/>
                    <a:pt x="4" y="5"/>
                    <a:pt x="4" y="7"/>
                  </a:cubicBezTo>
                  <a:cubicBezTo>
                    <a:pt x="3" y="6"/>
                    <a:pt x="2" y="5"/>
                    <a:pt x="0" y="5"/>
                  </a:cubicBezTo>
                  <a:cubicBezTo>
                    <a:pt x="1" y="3"/>
                    <a:pt x="1" y="1"/>
                    <a:pt x="2" y="1"/>
                  </a:cubicBezTo>
                  <a:cubicBezTo>
                    <a:pt x="2" y="0"/>
                    <a:pt x="4"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7" name="Freeform 3244">
              <a:extLst>
                <a:ext uri="{FF2B5EF4-FFF2-40B4-BE49-F238E27FC236}">
                  <a16:creationId xmlns:a16="http://schemas.microsoft.com/office/drawing/2014/main" id="{A069D337-D89F-A565-8CE2-0397D49F3B3F}"/>
                </a:ext>
              </a:extLst>
            </p:cNvPr>
            <p:cNvSpPr>
              <a:spLocks/>
            </p:cNvSpPr>
            <p:nvPr/>
          </p:nvSpPr>
          <p:spPr bwMode="auto">
            <a:xfrm rot="5094805">
              <a:off x="3297242" y="6416896"/>
              <a:ext cx="2286" cy="4570"/>
            </a:xfrm>
            <a:custGeom>
              <a:avLst/>
              <a:gdLst>
                <a:gd name="T0" fmla="*/ 1 w 1"/>
                <a:gd name="T1" fmla="*/ 0 h 2"/>
                <a:gd name="T2" fmla="*/ 1 w 1"/>
                <a:gd name="T3" fmla="*/ 2 h 2"/>
                <a:gd name="T4" fmla="*/ 0 w 1"/>
                <a:gd name="T5" fmla="*/ 2 h 2"/>
                <a:gd name="T6" fmla="*/ 0 w 1"/>
                <a:gd name="T7" fmla="*/ 0 h 2"/>
                <a:gd name="T8" fmla="*/ 1 w 1"/>
                <a:gd name="T9" fmla="*/ 0 h 2"/>
              </a:gdLst>
              <a:ahLst/>
              <a:cxnLst>
                <a:cxn ang="0">
                  <a:pos x="T0" y="T1"/>
                </a:cxn>
                <a:cxn ang="0">
                  <a:pos x="T2" y="T3"/>
                </a:cxn>
                <a:cxn ang="0">
                  <a:pos x="T4" y="T5"/>
                </a:cxn>
                <a:cxn ang="0">
                  <a:pos x="T6" y="T7"/>
                </a:cxn>
                <a:cxn ang="0">
                  <a:pos x="T8" y="T9"/>
                </a:cxn>
              </a:cxnLst>
              <a:rect l="0" t="0" r="r" b="b"/>
              <a:pathLst>
                <a:path w="1" h="2">
                  <a:moveTo>
                    <a:pt x="1" y="0"/>
                  </a:moveTo>
                  <a:cubicBezTo>
                    <a:pt x="1" y="1"/>
                    <a:pt x="1" y="2"/>
                    <a:pt x="1" y="2"/>
                  </a:cubicBezTo>
                  <a:cubicBezTo>
                    <a:pt x="0" y="2"/>
                    <a:pt x="0" y="2"/>
                    <a:pt x="0" y="2"/>
                  </a:cubicBezTo>
                  <a:cubicBezTo>
                    <a:pt x="0" y="2"/>
                    <a:pt x="0" y="1"/>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8" name="Freeform 3245">
              <a:extLst>
                <a:ext uri="{FF2B5EF4-FFF2-40B4-BE49-F238E27FC236}">
                  <a16:creationId xmlns:a16="http://schemas.microsoft.com/office/drawing/2014/main" id="{9B733DA8-FAEA-BCB2-4B6C-42A2354114D9}"/>
                </a:ext>
              </a:extLst>
            </p:cNvPr>
            <p:cNvSpPr>
              <a:spLocks/>
            </p:cNvSpPr>
            <p:nvPr/>
          </p:nvSpPr>
          <p:spPr bwMode="auto">
            <a:xfrm rot="5094805">
              <a:off x="3205011" y="6232302"/>
              <a:ext cx="4570" cy="2286"/>
            </a:xfrm>
            <a:custGeom>
              <a:avLst/>
              <a:gdLst>
                <a:gd name="T0" fmla="*/ 2 w 2"/>
                <a:gd name="T1" fmla="*/ 0 h 1"/>
                <a:gd name="T2" fmla="*/ 1 w 2"/>
                <a:gd name="T3" fmla="*/ 1 h 1"/>
                <a:gd name="T4" fmla="*/ 0 w 2"/>
                <a:gd name="T5" fmla="*/ 1 h 1"/>
                <a:gd name="T6" fmla="*/ 1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2" y="1"/>
                    <a:pt x="1" y="1"/>
                  </a:cubicBezTo>
                  <a:cubicBezTo>
                    <a:pt x="1" y="1"/>
                    <a:pt x="0" y="1"/>
                    <a:pt x="0" y="1"/>
                  </a:cubicBezTo>
                  <a:cubicBezTo>
                    <a:pt x="0" y="1"/>
                    <a:pt x="1" y="0"/>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9" name="Freeform 3246">
              <a:extLst>
                <a:ext uri="{FF2B5EF4-FFF2-40B4-BE49-F238E27FC236}">
                  <a16:creationId xmlns:a16="http://schemas.microsoft.com/office/drawing/2014/main" id="{D429F593-6F76-E83F-8FCF-64C108B2F0DE}"/>
                </a:ext>
              </a:extLst>
            </p:cNvPr>
            <p:cNvSpPr>
              <a:spLocks/>
            </p:cNvSpPr>
            <p:nvPr/>
          </p:nvSpPr>
          <p:spPr bwMode="auto">
            <a:xfrm rot="5094805">
              <a:off x="3153758" y="6041980"/>
              <a:ext cx="2286" cy="4570"/>
            </a:xfrm>
            <a:custGeom>
              <a:avLst/>
              <a:gdLst>
                <a:gd name="T0" fmla="*/ 1 w 1"/>
                <a:gd name="T1" fmla="*/ 2 h 2"/>
                <a:gd name="T2" fmla="*/ 0 w 1"/>
                <a:gd name="T3" fmla="*/ 2 h 2"/>
                <a:gd name="T4" fmla="*/ 0 w 1"/>
                <a:gd name="T5" fmla="*/ 0 h 2"/>
                <a:gd name="T6" fmla="*/ 1 w 1"/>
                <a:gd name="T7" fmla="*/ 1 h 2"/>
                <a:gd name="T8" fmla="*/ 1 w 1"/>
                <a:gd name="T9" fmla="*/ 2 h 2"/>
              </a:gdLst>
              <a:ahLst/>
              <a:cxnLst>
                <a:cxn ang="0">
                  <a:pos x="T0" y="T1"/>
                </a:cxn>
                <a:cxn ang="0">
                  <a:pos x="T2" y="T3"/>
                </a:cxn>
                <a:cxn ang="0">
                  <a:pos x="T4" y="T5"/>
                </a:cxn>
                <a:cxn ang="0">
                  <a:pos x="T6" y="T7"/>
                </a:cxn>
                <a:cxn ang="0">
                  <a:pos x="T8" y="T9"/>
                </a:cxn>
              </a:cxnLst>
              <a:rect l="0" t="0" r="r" b="b"/>
              <a:pathLst>
                <a:path w="1" h="2">
                  <a:moveTo>
                    <a:pt x="1" y="2"/>
                  </a:moveTo>
                  <a:cubicBezTo>
                    <a:pt x="0" y="2"/>
                    <a:pt x="0" y="2"/>
                    <a:pt x="0" y="2"/>
                  </a:cubicBezTo>
                  <a:cubicBezTo>
                    <a:pt x="0" y="1"/>
                    <a:pt x="0" y="1"/>
                    <a:pt x="0" y="0"/>
                  </a:cubicBezTo>
                  <a:cubicBezTo>
                    <a:pt x="1" y="1"/>
                    <a:pt x="1" y="1"/>
                    <a:pt x="1" y="1"/>
                  </a:cubicBezTo>
                  <a:cubicBezTo>
                    <a:pt x="1" y="1"/>
                    <a:pt x="1"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0" name="Freeform 3247">
              <a:extLst>
                <a:ext uri="{FF2B5EF4-FFF2-40B4-BE49-F238E27FC236}">
                  <a16:creationId xmlns:a16="http://schemas.microsoft.com/office/drawing/2014/main" id="{6800CDDC-7F7A-F09E-D55A-1A44044A0205}"/>
                </a:ext>
              </a:extLst>
            </p:cNvPr>
            <p:cNvSpPr>
              <a:spLocks/>
            </p:cNvSpPr>
            <p:nvPr/>
          </p:nvSpPr>
          <p:spPr bwMode="auto">
            <a:xfrm rot="5094805">
              <a:off x="3123808" y="5848300"/>
              <a:ext cx="6856" cy="2286"/>
            </a:xfrm>
            <a:custGeom>
              <a:avLst/>
              <a:gdLst>
                <a:gd name="T0" fmla="*/ 2 w 3"/>
                <a:gd name="T1" fmla="*/ 0 h 1"/>
                <a:gd name="T2" fmla="*/ 2 w 3"/>
                <a:gd name="T3" fmla="*/ 1 h 1"/>
                <a:gd name="T4" fmla="*/ 2 w 3"/>
                <a:gd name="T5" fmla="*/ 1 h 1"/>
                <a:gd name="T6" fmla="*/ 0 w 3"/>
                <a:gd name="T7" fmla="*/ 0 h 1"/>
                <a:gd name="T8" fmla="*/ 2 w 3"/>
                <a:gd name="T9" fmla="*/ 0 h 1"/>
              </a:gdLst>
              <a:ahLst/>
              <a:cxnLst>
                <a:cxn ang="0">
                  <a:pos x="T0" y="T1"/>
                </a:cxn>
                <a:cxn ang="0">
                  <a:pos x="T2" y="T3"/>
                </a:cxn>
                <a:cxn ang="0">
                  <a:pos x="T4" y="T5"/>
                </a:cxn>
                <a:cxn ang="0">
                  <a:pos x="T6" y="T7"/>
                </a:cxn>
                <a:cxn ang="0">
                  <a:pos x="T8" y="T9"/>
                </a:cxn>
              </a:cxnLst>
              <a:rect l="0" t="0" r="r" b="b"/>
              <a:pathLst>
                <a:path w="3" h="1">
                  <a:moveTo>
                    <a:pt x="2" y="0"/>
                  </a:moveTo>
                  <a:cubicBezTo>
                    <a:pt x="2" y="0"/>
                    <a:pt x="2" y="0"/>
                    <a:pt x="2" y="1"/>
                  </a:cubicBezTo>
                  <a:cubicBezTo>
                    <a:pt x="3" y="1"/>
                    <a:pt x="2" y="1"/>
                    <a:pt x="2" y="1"/>
                  </a:cubicBezTo>
                  <a:cubicBezTo>
                    <a:pt x="1" y="1"/>
                    <a:pt x="1" y="1"/>
                    <a:pt x="0" y="0"/>
                  </a:cubicBezTo>
                  <a:cubicBezTo>
                    <a:pt x="0"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1" name="Freeform 3248">
              <a:extLst>
                <a:ext uri="{FF2B5EF4-FFF2-40B4-BE49-F238E27FC236}">
                  <a16:creationId xmlns:a16="http://schemas.microsoft.com/office/drawing/2014/main" id="{4B9F2568-74F5-54A1-AB7C-E6E3C92091C6}"/>
                </a:ext>
              </a:extLst>
            </p:cNvPr>
            <p:cNvSpPr>
              <a:spLocks/>
            </p:cNvSpPr>
            <p:nvPr/>
          </p:nvSpPr>
          <p:spPr bwMode="auto">
            <a:xfrm rot="5094805">
              <a:off x="3111043" y="5652257"/>
              <a:ext cx="4570" cy="4570"/>
            </a:xfrm>
            <a:custGeom>
              <a:avLst/>
              <a:gdLst>
                <a:gd name="T0" fmla="*/ 2 w 2"/>
                <a:gd name="T1" fmla="*/ 1 h 2"/>
                <a:gd name="T2" fmla="*/ 1 w 2"/>
                <a:gd name="T3" fmla="*/ 2 h 2"/>
                <a:gd name="T4" fmla="*/ 0 w 2"/>
                <a:gd name="T5" fmla="*/ 1 h 2"/>
                <a:gd name="T6" fmla="*/ 1 w 2"/>
                <a:gd name="T7" fmla="*/ 0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2"/>
                    <a:pt x="1" y="2"/>
                  </a:cubicBezTo>
                  <a:cubicBezTo>
                    <a:pt x="1" y="2"/>
                    <a:pt x="0" y="1"/>
                    <a:pt x="0" y="1"/>
                  </a:cubicBezTo>
                  <a:cubicBezTo>
                    <a:pt x="1" y="1"/>
                    <a:pt x="1" y="1"/>
                    <a:pt x="1" y="0"/>
                  </a:cubicBezTo>
                  <a:cubicBezTo>
                    <a:pt x="2" y="1"/>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2" name="Freeform 3249">
              <a:extLst>
                <a:ext uri="{FF2B5EF4-FFF2-40B4-BE49-F238E27FC236}">
                  <a16:creationId xmlns:a16="http://schemas.microsoft.com/office/drawing/2014/main" id="{441235B5-EF48-E0ED-FDF0-2E6236D1B550}"/>
                </a:ext>
              </a:extLst>
            </p:cNvPr>
            <p:cNvSpPr>
              <a:spLocks/>
            </p:cNvSpPr>
            <p:nvPr/>
          </p:nvSpPr>
          <p:spPr bwMode="auto">
            <a:xfrm rot="5094805">
              <a:off x="3107373" y="5457487"/>
              <a:ext cx="6856" cy="2286"/>
            </a:xfrm>
            <a:custGeom>
              <a:avLst/>
              <a:gdLst>
                <a:gd name="T0" fmla="*/ 1 w 2"/>
                <a:gd name="T1" fmla="*/ 0 h 1"/>
                <a:gd name="T2" fmla="*/ 2 w 2"/>
                <a:gd name="T3" fmla="*/ 1 h 1"/>
                <a:gd name="T4" fmla="*/ 1 w 2"/>
                <a:gd name="T5" fmla="*/ 1 h 1"/>
                <a:gd name="T6" fmla="*/ 0 w 2"/>
                <a:gd name="T7" fmla="*/ 0 h 1"/>
                <a:gd name="T8" fmla="*/ 1 w 2"/>
                <a:gd name="T9" fmla="*/ 0 h 1"/>
              </a:gdLst>
              <a:ahLst/>
              <a:cxnLst>
                <a:cxn ang="0">
                  <a:pos x="T0" y="T1"/>
                </a:cxn>
                <a:cxn ang="0">
                  <a:pos x="T2" y="T3"/>
                </a:cxn>
                <a:cxn ang="0">
                  <a:pos x="T4" y="T5"/>
                </a:cxn>
                <a:cxn ang="0">
                  <a:pos x="T6" y="T7"/>
                </a:cxn>
                <a:cxn ang="0">
                  <a:pos x="T8" y="T9"/>
                </a:cxn>
              </a:cxnLst>
              <a:rect l="0" t="0" r="r" b="b"/>
              <a:pathLst>
                <a:path w="2" h="1">
                  <a:moveTo>
                    <a:pt x="1" y="0"/>
                  </a:moveTo>
                  <a:cubicBezTo>
                    <a:pt x="1" y="0"/>
                    <a:pt x="1" y="1"/>
                    <a:pt x="2" y="1"/>
                  </a:cubicBezTo>
                  <a:cubicBezTo>
                    <a:pt x="2" y="1"/>
                    <a:pt x="1" y="1"/>
                    <a:pt x="1" y="1"/>
                  </a:cubicBezTo>
                  <a:cubicBezTo>
                    <a:pt x="0" y="1"/>
                    <a:pt x="0"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3" name="Freeform 3250">
              <a:extLst>
                <a:ext uri="{FF2B5EF4-FFF2-40B4-BE49-F238E27FC236}">
                  <a16:creationId xmlns:a16="http://schemas.microsoft.com/office/drawing/2014/main" id="{D3C233EA-36AC-29F0-5ADE-295814FAE00D}"/>
                </a:ext>
              </a:extLst>
            </p:cNvPr>
            <p:cNvSpPr>
              <a:spLocks/>
            </p:cNvSpPr>
            <p:nvPr/>
          </p:nvSpPr>
          <p:spPr bwMode="auto">
            <a:xfrm rot="5094805">
              <a:off x="3118303" y="5258183"/>
              <a:ext cx="4570" cy="2286"/>
            </a:xfrm>
            <a:custGeom>
              <a:avLst/>
              <a:gdLst>
                <a:gd name="T0" fmla="*/ 2 w 2"/>
                <a:gd name="T1" fmla="*/ 0 h 1"/>
                <a:gd name="T2" fmla="*/ 1 w 2"/>
                <a:gd name="T3" fmla="*/ 1 h 1"/>
                <a:gd name="T4" fmla="*/ 0 w 2"/>
                <a:gd name="T5" fmla="*/ 0 h 1"/>
                <a:gd name="T6" fmla="*/ 1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1" y="1"/>
                    <a:pt x="1" y="1"/>
                  </a:cubicBezTo>
                  <a:cubicBezTo>
                    <a:pt x="1" y="1"/>
                    <a:pt x="0" y="1"/>
                    <a:pt x="0" y="0"/>
                  </a:cubicBezTo>
                  <a:cubicBezTo>
                    <a:pt x="0" y="0"/>
                    <a:pt x="1" y="0"/>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4" name="Freeform 3251">
              <a:extLst>
                <a:ext uri="{FF2B5EF4-FFF2-40B4-BE49-F238E27FC236}">
                  <a16:creationId xmlns:a16="http://schemas.microsoft.com/office/drawing/2014/main" id="{83E7DA88-3034-7678-44B9-47691E81CD46}"/>
                </a:ext>
              </a:extLst>
            </p:cNvPr>
            <p:cNvSpPr>
              <a:spLocks/>
            </p:cNvSpPr>
            <p:nvPr/>
          </p:nvSpPr>
          <p:spPr bwMode="auto">
            <a:xfrm rot="5094805">
              <a:off x="3138435" y="5057964"/>
              <a:ext cx="4570" cy="4570"/>
            </a:xfrm>
            <a:custGeom>
              <a:avLst/>
              <a:gdLst>
                <a:gd name="T0" fmla="*/ 2 w 2"/>
                <a:gd name="T1" fmla="*/ 0 h 1"/>
                <a:gd name="T2" fmla="*/ 1 w 2"/>
                <a:gd name="T3" fmla="*/ 1 h 1"/>
                <a:gd name="T4" fmla="*/ 0 w 2"/>
                <a:gd name="T5" fmla="*/ 0 h 1"/>
                <a:gd name="T6" fmla="*/ 1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1" y="1"/>
                    <a:pt x="1" y="1"/>
                  </a:cubicBezTo>
                  <a:cubicBezTo>
                    <a:pt x="1" y="1"/>
                    <a:pt x="0" y="0"/>
                    <a:pt x="0" y="0"/>
                  </a:cubicBezTo>
                  <a:cubicBezTo>
                    <a:pt x="0" y="0"/>
                    <a:pt x="0" y="0"/>
                    <a:pt x="1" y="0"/>
                  </a:cubicBezTo>
                  <a:cubicBezTo>
                    <a:pt x="1"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5" name="Freeform 3252">
              <a:extLst>
                <a:ext uri="{FF2B5EF4-FFF2-40B4-BE49-F238E27FC236}">
                  <a16:creationId xmlns:a16="http://schemas.microsoft.com/office/drawing/2014/main" id="{A8D3AC6A-7468-D2DB-C6EF-5091E752E636}"/>
                </a:ext>
              </a:extLst>
            </p:cNvPr>
            <p:cNvSpPr>
              <a:spLocks/>
            </p:cNvSpPr>
            <p:nvPr/>
          </p:nvSpPr>
          <p:spPr bwMode="auto">
            <a:xfrm rot="5094805">
              <a:off x="3167468" y="4856944"/>
              <a:ext cx="4570" cy="2286"/>
            </a:xfrm>
            <a:custGeom>
              <a:avLst/>
              <a:gdLst>
                <a:gd name="T0" fmla="*/ 2 w 2"/>
                <a:gd name="T1" fmla="*/ 1 h 1"/>
                <a:gd name="T2" fmla="*/ 1 w 2"/>
                <a:gd name="T3" fmla="*/ 1 h 1"/>
                <a:gd name="T4" fmla="*/ 0 w 2"/>
                <a:gd name="T5" fmla="*/ 1 h 1"/>
                <a:gd name="T6" fmla="*/ 1 w 2"/>
                <a:gd name="T7" fmla="*/ 0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1"/>
                    <a:pt x="1" y="1"/>
                    <a:pt x="1" y="1"/>
                  </a:cubicBezTo>
                  <a:cubicBezTo>
                    <a:pt x="0" y="1"/>
                    <a:pt x="0" y="1"/>
                    <a:pt x="0" y="1"/>
                  </a:cubicBezTo>
                  <a:cubicBezTo>
                    <a:pt x="0" y="0"/>
                    <a:pt x="0" y="0"/>
                    <a:pt x="1" y="0"/>
                  </a:cubicBezTo>
                  <a:cubicBezTo>
                    <a:pt x="1" y="0"/>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6" name="Freeform 3253">
              <a:extLst>
                <a:ext uri="{FF2B5EF4-FFF2-40B4-BE49-F238E27FC236}">
                  <a16:creationId xmlns:a16="http://schemas.microsoft.com/office/drawing/2014/main" id="{0194E28D-38D9-633B-061F-B9463759A603}"/>
                </a:ext>
              </a:extLst>
            </p:cNvPr>
            <p:cNvSpPr>
              <a:spLocks/>
            </p:cNvSpPr>
            <p:nvPr/>
          </p:nvSpPr>
          <p:spPr bwMode="auto">
            <a:xfrm rot="5094805">
              <a:off x="3201051" y="4653233"/>
              <a:ext cx="4570" cy="4570"/>
            </a:xfrm>
            <a:custGeom>
              <a:avLst/>
              <a:gdLst>
                <a:gd name="T0" fmla="*/ 2 w 2"/>
                <a:gd name="T1" fmla="*/ 1 h 2"/>
                <a:gd name="T2" fmla="*/ 1 w 2"/>
                <a:gd name="T3" fmla="*/ 2 h 2"/>
                <a:gd name="T4" fmla="*/ 0 w 2"/>
                <a:gd name="T5" fmla="*/ 1 h 2"/>
                <a:gd name="T6" fmla="*/ 1 w 2"/>
                <a:gd name="T7" fmla="*/ 0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1"/>
                    <a:pt x="1" y="2"/>
                  </a:cubicBezTo>
                  <a:cubicBezTo>
                    <a:pt x="1" y="1"/>
                    <a:pt x="0" y="1"/>
                    <a:pt x="0" y="1"/>
                  </a:cubicBezTo>
                  <a:cubicBezTo>
                    <a:pt x="0" y="1"/>
                    <a:pt x="1" y="0"/>
                    <a:pt x="1" y="0"/>
                  </a:cubicBezTo>
                  <a:cubicBezTo>
                    <a:pt x="1"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7" name="Freeform 3254">
              <a:extLst>
                <a:ext uri="{FF2B5EF4-FFF2-40B4-BE49-F238E27FC236}">
                  <a16:creationId xmlns:a16="http://schemas.microsoft.com/office/drawing/2014/main" id="{4A8566E5-C609-F95F-77FB-BE5541696307}"/>
                </a:ext>
              </a:extLst>
            </p:cNvPr>
            <p:cNvSpPr>
              <a:spLocks/>
            </p:cNvSpPr>
            <p:nvPr/>
          </p:nvSpPr>
          <p:spPr bwMode="auto">
            <a:xfrm rot="5094805">
              <a:off x="3233498" y="4450766"/>
              <a:ext cx="4570" cy="4570"/>
            </a:xfrm>
            <a:custGeom>
              <a:avLst/>
              <a:gdLst>
                <a:gd name="T0" fmla="*/ 1 w 2"/>
                <a:gd name="T1" fmla="*/ 0 h 2"/>
                <a:gd name="T2" fmla="*/ 2 w 2"/>
                <a:gd name="T3" fmla="*/ 2 h 2"/>
                <a:gd name="T4" fmla="*/ 1 w 2"/>
                <a:gd name="T5" fmla="*/ 2 h 2"/>
                <a:gd name="T6" fmla="*/ 0 w 2"/>
                <a:gd name="T7" fmla="*/ 0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2" y="1"/>
                    <a:pt x="2" y="2"/>
                  </a:cubicBezTo>
                  <a:cubicBezTo>
                    <a:pt x="2" y="2"/>
                    <a:pt x="1" y="2"/>
                    <a:pt x="1" y="2"/>
                  </a:cubicBezTo>
                  <a:cubicBezTo>
                    <a:pt x="0" y="1"/>
                    <a:pt x="0" y="1"/>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8" name="Freeform 3255">
              <a:extLst>
                <a:ext uri="{FF2B5EF4-FFF2-40B4-BE49-F238E27FC236}">
                  <a16:creationId xmlns:a16="http://schemas.microsoft.com/office/drawing/2014/main" id="{9150C07C-2100-0BC5-0E24-89D0539CD4D2}"/>
                </a:ext>
              </a:extLst>
            </p:cNvPr>
            <p:cNvSpPr>
              <a:spLocks/>
            </p:cNvSpPr>
            <p:nvPr/>
          </p:nvSpPr>
          <p:spPr bwMode="auto">
            <a:xfrm rot="5094805">
              <a:off x="3267082" y="4247054"/>
              <a:ext cx="4570" cy="6856"/>
            </a:xfrm>
            <a:custGeom>
              <a:avLst/>
              <a:gdLst>
                <a:gd name="T0" fmla="*/ 1 w 2"/>
                <a:gd name="T1" fmla="*/ 0 h 3"/>
                <a:gd name="T2" fmla="*/ 2 w 2"/>
                <a:gd name="T3" fmla="*/ 2 h 3"/>
                <a:gd name="T4" fmla="*/ 2 w 2"/>
                <a:gd name="T5" fmla="*/ 3 h 3"/>
                <a:gd name="T6" fmla="*/ 0 w 2"/>
                <a:gd name="T7" fmla="*/ 0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2" y="1"/>
                    <a:pt x="2" y="1"/>
                    <a:pt x="2" y="2"/>
                  </a:cubicBezTo>
                  <a:cubicBezTo>
                    <a:pt x="2" y="3"/>
                    <a:pt x="2" y="3"/>
                    <a:pt x="2" y="3"/>
                  </a:cubicBezTo>
                  <a:cubicBezTo>
                    <a:pt x="1" y="2"/>
                    <a:pt x="1" y="1"/>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9" name="Freeform 3256">
              <a:extLst>
                <a:ext uri="{FF2B5EF4-FFF2-40B4-BE49-F238E27FC236}">
                  <a16:creationId xmlns:a16="http://schemas.microsoft.com/office/drawing/2014/main" id="{C48BCC81-CF6C-A01B-453E-067359FA89E6}"/>
                </a:ext>
              </a:extLst>
            </p:cNvPr>
            <p:cNvSpPr>
              <a:spLocks/>
            </p:cNvSpPr>
            <p:nvPr/>
          </p:nvSpPr>
          <p:spPr bwMode="auto">
            <a:xfrm rot="5094805">
              <a:off x="3297253" y="4042506"/>
              <a:ext cx="4570" cy="11426"/>
            </a:xfrm>
            <a:custGeom>
              <a:avLst/>
              <a:gdLst>
                <a:gd name="T0" fmla="*/ 1 w 2"/>
                <a:gd name="T1" fmla="*/ 0 h 4"/>
                <a:gd name="T2" fmla="*/ 2 w 2"/>
                <a:gd name="T3" fmla="*/ 3 h 4"/>
                <a:gd name="T4" fmla="*/ 1 w 2"/>
                <a:gd name="T5" fmla="*/ 4 h 4"/>
                <a:gd name="T6" fmla="*/ 0 w 2"/>
                <a:gd name="T7" fmla="*/ 1 h 4"/>
                <a:gd name="T8" fmla="*/ 1 w 2"/>
                <a:gd name="T9" fmla="*/ 0 h 4"/>
              </a:gdLst>
              <a:ahLst/>
              <a:cxnLst>
                <a:cxn ang="0">
                  <a:pos x="T0" y="T1"/>
                </a:cxn>
                <a:cxn ang="0">
                  <a:pos x="T2" y="T3"/>
                </a:cxn>
                <a:cxn ang="0">
                  <a:pos x="T4" y="T5"/>
                </a:cxn>
                <a:cxn ang="0">
                  <a:pos x="T6" y="T7"/>
                </a:cxn>
                <a:cxn ang="0">
                  <a:pos x="T8" y="T9"/>
                </a:cxn>
              </a:cxnLst>
              <a:rect l="0" t="0" r="r" b="b"/>
              <a:pathLst>
                <a:path w="2" h="4">
                  <a:moveTo>
                    <a:pt x="1" y="0"/>
                  </a:moveTo>
                  <a:cubicBezTo>
                    <a:pt x="1" y="1"/>
                    <a:pt x="2" y="2"/>
                    <a:pt x="2" y="3"/>
                  </a:cubicBezTo>
                  <a:cubicBezTo>
                    <a:pt x="2" y="4"/>
                    <a:pt x="2" y="4"/>
                    <a:pt x="1" y="4"/>
                  </a:cubicBezTo>
                  <a:cubicBezTo>
                    <a:pt x="1" y="3"/>
                    <a:pt x="0" y="2"/>
                    <a:pt x="0" y="1"/>
                  </a:cubicBezTo>
                  <a:cubicBezTo>
                    <a:pt x="0"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0" name="Freeform 3257">
              <a:extLst>
                <a:ext uri="{FF2B5EF4-FFF2-40B4-BE49-F238E27FC236}">
                  <a16:creationId xmlns:a16="http://schemas.microsoft.com/office/drawing/2014/main" id="{64CDE273-D851-3A8C-B615-613A2D20919A}"/>
                </a:ext>
              </a:extLst>
            </p:cNvPr>
            <p:cNvSpPr>
              <a:spLocks/>
            </p:cNvSpPr>
            <p:nvPr/>
          </p:nvSpPr>
          <p:spPr bwMode="auto">
            <a:xfrm rot="5094805">
              <a:off x="3323073" y="3842923"/>
              <a:ext cx="4570" cy="11426"/>
            </a:xfrm>
            <a:custGeom>
              <a:avLst/>
              <a:gdLst>
                <a:gd name="T0" fmla="*/ 1 w 2"/>
                <a:gd name="T1" fmla="*/ 0 h 5"/>
                <a:gd name="T2" fmla="*/ 2 w 2"/>
                <a:gd name="T3" fmla="*/ 4 h 5"/>
                <a:gd name="T4" fmla="*/ 1 w 2"/>
                <a:gd name="T5" fmla="*/ 5 h 5"/>
                <a:gd name="T6" fmla="*/ 0 w 2"/>
                <a:gd name="T7" fmla="*/ 1 h 5"/>
                <a:gd name="T8" fmla="*/ 1 w 2"/>
                <a:gd name="T9" fmla="*/ 0 h 5"/>
              </a:gdLst>
              <a:ahLst/>
              <a:cxnLst>
                <a:cxn ang="0">
                  <a:pos x="T0" y="T1"/>
                </a:cxn>
                <a:cxn ang="0">
                  <a:pos x="T2" y="T3"/>
                </a:cxn>
                <a:cxn ang="0">
                  <a:pos x="T4" y="T5"/>
                </a:cxn>
                <a:cxn ang="0">
                  <a:pos x="T6" y="T7"/>
                </a:cxn>
                <a:cxn ang="0">
                  <a:pos x="T8" y="T9"/>
                </a:cxn>
              </a:cxnLst>
              <a:rect l="0" t="0" r="r" b="b"/>
              <a:pathLst>
                <a:path w="2" h="5">
                  <a:moveTo>
                    <a:pt x="1" y="0"/>
                  </a:moveTo>
                  <a:cubicBezTo>
                    <a:pt x="1" y="1"/>
                    <a:pt x="2" y="3"/>
                    <a:pt x="2" y="4"/>
                  </a:cubicBezTo>
                  <a:cubicBezTo>
                    <a:pt x="2" y="4"/>
                    <a:pt x="1" y="5"/>
                    <a:pt x="1" y="5"/>
                  </a:cubicBezTo>
                  <a:cubicBezTo>
                    <a:pt x="1" y="4"/>
                    <a:pt x="0" y="2"/>
                    <a:pt x="0" y="1"/>
                  </a:cubicBezTo>
                  <a:cubicBezTo>
                    <a:pt x="0" y="1"/>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1" name="Freeform 3258">
              <a:extLst>
                <a:ext uri="{FF2B5EF4-FFF2-40B4-BE49-F238E27FC236}">
                  <a16:creationId xmlns:a16="http://schemas.microsoft.com/office/drawing/2014/main" id="{E6FE607E-AC2F-8477-58CA-EC649CE6D412}"/>
                </a:ext>
              </a:extLst>
            </p:cNvPr>
            <p:cNvSpPr>
              <a:spLocks/>
            </p:cNvSpPr>
            <p:nvPr/>
          </p:nvSpPr>
          <p:spPr bwMode="auto">
            <a:xfrm rot="5094805">
              <a:off x="3416670" y="6598759"/>
              <a:ext cx="6856" cy="4570"/>
            </a:xfrm>
            <a:custGeom>
              <a:avLst/>
              <a:gdLst>
                <a:gd name="T0" fmla="*/ 2 w 2"/>
                <a:gd name="T1" fmla="*/ 0 h 2"/>
                <a:gd name="T2" fmla="*/ 1 w 2"/>
                <a:gd name="T3" fmla="*/ 2 h 2"/>
                <a:gd name="T4" fmla="*/ 0 w 2"/>
                <a:gd name="T5" fmla="*/ 2 h 2"/>
                <a:gd name="T6" fmla="*/ 1 w 2"/>
                <a:gd name="T7" fmla="*/ 0 h 2"/>
                <a:gd name="T8" fmla="*/ 2 w 2"/>
                <a:gd name="T9" fmla="*/ 0 h 2"/>
              </a:gdLst>
              <a:ahLst/>
              <a:cxnLst>
                <a:cxn ang="0">
                  <a:pos x="T0" y="T1"/>
                </a:cxn>
                <a:cxn ang="0">
                  <a:pos x="T2" y="T3"/>
                </a:cxn>
                <a:cxn ang="0">
                  <a:pos x="T4" y="T5"/>
                </a:cxn>
                <a:cxn ang="0">
                  <a:pos x="T6" y="T7"/>
                </a:cxn>
                <a:cxn ang="0">
                  <a:pos x="T8" y="T9"/>
                </a:cxn>
              </a:cxnLst>
              <a:rect l="0" t="0" r="r" b="b"/>
              <a:pathLst>
                <a:path w="2" h="2">
                  <a:moveTo>
                    <a:pt x="2" y="0"/>
                  </a:moveTo>
                  <a:cubicBezTo>
                    <a:pt x="2" y="1"/>
                    <a:pt x="2" y="2"/>
                    <a:pt x="1" y="2"/>
                  </a:cubicBezTo>
                  <a:cubicBezTo>
                    <a:pt x="1" y="2"/>
                    <a:pt x="0" y="2"/>
                    <a:pt x="0" y="2"/>
                  </a:cubicBezTo>
                  <a:cubicBezTo>
                    <a:pt x="0" y="2"/>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2" name="Freeform 3259">
              <a:extLst>
                <a:ext uri="{FF2B5EF4-FFF2-40B4-BE49-F238E27FC236}">
                  <a16:creationId xmlns:a16="http://schemas.microsoft.com/office/drawing/2014/main" id="{85BAB4FC-01BA-9D88-DCF9-E111AC51CCCF}"/>
                </a:ext>
              </a:extLst>
            </p:cNvPr>
            <p:cNvSpPr>
              <a:spLocks/>
            </p:cNvSpPr>
            <p:nvPr/>
          </p:nvSpPr>
          <p:spPr bwMode="auto">
            <a:xfrm rot="5094805">
              <a:off x="3571287" y="6774362"/>
              <a:ext cx="4570" cy="9140"/>
            </a:xfrm>
            <a:custGeom>
              <a:avLst/>
              <a:gdLst>
                <a:gd name="T0" fmla="*/ 2 w 2"/>
                <a:gd name="T1" fmla="*/ 0 h 3"/>
                <a:gd name="T2" fmla="*/ 2 w 2"/>
                <a:gd name="T3" fmla="*/ 3 h 3"/>
                <a:gd name="T4" fmla="*/ 1 w 2"/>
                <a:gd name="T5" fmla="*/ 3 h 3"/>
                <a:gd name="T6" fmla="*/ 1 w 2"/>
                <a:gd name="T7" fmla="*/ 0 h 3"/>
                <a:gd name="T8" fmla="*/ 2 w 2"/>
                <a:gd name="T9" fmla="*/ 0 h 3"/>
              </a:gdLst>
              <a:ahLst/>
              <a:cxnLst>
                <a:cxn ang="0">
                  <a:pos x="T0" y="T1"/>
                </a:cxn>
                <a:cxn ang="0">
                  <a:pos x="T2" y="T3"/>
                </a:cxn>
                <a:cxn ang="0">
                  <a:pos x="T4" y="T5"/>
                </a:cxn>
                <a:cxn ang="0">
                  <a:pos x="T6" y="T7"/>
                </a:cxn>
                <a:cxn ang="0">
                  <a:pos x="T8" y="T9"/>
                </a:cxn>
              </a:cxnLst>
              <a:rect l="0" t="0" r="r" b="b"/>
              <a:pathLst>
                <a:path w="2" h="3">
                  <a:moveTo>
                    <a:pt x="2" y="0"/>
                  </a:moveTo>
                  <a:cubicBezTo>
                    <a:pt x="2" y="1"/>
                    <a:pt x="2" y="2"/>
                    <a:pt x="2" y="3"/>
                  </a:cubicBezTo>
                  <a:cubicBezTo>
                    <a:pt x="1" y="3"/>
                    <a:pt x="0" y="3"/>
                    <a:pt x="1" y="3"/>
                  </a:cubicBezTo>
                  <a:cubicBezTo>
                    <a:pt x="1" y="2"/>
                    <a:pt x="1" y="1"/>
                    <a:pt x="1" y="0"/>
                  </a:cubicBezTo>
                  <a:cubicBezTo>
                    <a:pt x="2"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3" name="Freeform 3280">
              <a:extLst>
                <a:ext uri="{FF2B5EF4-FFF2-40B4-BE49-F238E27FC236}">
                  <a16:creationId xmlns:a16="http://schemas.microsoft.com/office/drawing/2014/main" id="{7FB07EEE-187A-C96B-20DD-0A15EFC16A20}"/>
                </a:ext>
              </a:extLst>
            </p:cNvPr>
            <p:cNvSpPr>
              <a:spLocks/>
            </p:cNvSpPr>
            <p:nvPr/>
          </p:nvSpPr>
          <p:spPr bwMode="auto">
            <a:xfrm rot="5094805">
              <a:off x="2146351" y="71920"/>
              <a:ext cx="4570" cy="4570"/>
            </a:xfrm>
            <a:custGeom>
              <a:avLst/>
              <a:gdLst>
                <a:gd name="T0" fmla="*/ 2 w 2"/>
                <a:gd name="T1" fmla="*/ 0 h 2"/>
                <a:gd name="T2" fmla="*/ 1 w 2"/>
                <a:gd name="T3" fmla="*/ 2 h 2"/>
                <a:gd name="T4" fmla="*/ 0 w 2"/>
                <a:gd name="T5" fmla="*/ 2 h 2"/>
                <a:gd name="T6" fmla="*/ 1 w 2"/>
                <a:gd name="T7" fmla="*/ 0 h 2"/>
                <a:gd name="T8" fmla="*/ 2 w 2"/>
                <a:gd name="T9" fmla="*/ 0 h 2"/>
              </a:gdLst>
              <a:ahLst/>
              <a:cxnLst>
                <a:cxn ang="0">
                  <a:pos x="T0" y="T1"/>
                </a:cxn>
                <a:cxn ang="0">
                  <a:pos x="T2" y="T3"/>
                </a:cxn>
                <a:cxn ang="0">
                  <a:pos x="T4" y="T5"/>
                </a:cxn>
                <a:cxn ang="0">
                  <a:pos x="T6" y="T7"/>
                </a:cxn>
                <a:cxn ang="0">
                  <a:pos x="T8" y="T9"/>
                </a:cxn>
              </a:cxnLst>
              <a:rect l="0" t="0" r="r" b="b"/>
              <a:pathLst>
                <a:path w="2" h="2">
                  <a:moveTo>
                    <a:pt x="2" y="0"/>
                  </a:moveTo>
                  <a:cubicBezTo>
                    <a:pt x="2" y="1"/>
                    <a:pt x="1" y="1"/>
                    <a:pt x="1" y="2"/>
                  </a:cubicBezTo>
                  <a:cubicBezTo>
                    <a:pt x="1" y="2"/>
                    <a:pt x="0" y="2"/>
                    <a:pt x="0" y="2"/>
                  </a:cubicBezTo>
                  <a:cubicBezTo>
                    <a:pt x="0" y="1"/>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4" name="Freeform 3281">
              <a:extLst>
                <a:ext uri="{FF2B5EF4-FFF2-40B4-BE49-F238E27FC236}">
                  <a16:creationId xmlns:a16="http://schemas.microsoft.com/office/drawing/2014/main" id="{DF73AD0E-7765-4CA8-3510-269137AE5D23}"/>
                </a:ext>
              </a:extLst>
            </p:cNvPr>
            <p:cNvSpPr>
              <a:spLocks/>
            </p:cNvSpPr>
            <p:nvPr/>
          </p:nvSpPr>
          <p:spPr bwMode="auto">
            <a:xfrm rot="5094805">
              <a:off x="2283590" y="247813"/>
              <a:ext cx="4570" cy="4570"/>
            </a:xfrm>
            <a:custGeom>
              <a:avLst/>
              <a:gdLst>
                <a:gd name="T0" fmla="*/ 1 w 2"/>
                <a:gd name="T1" fmla="*/ 0 h 2"/>
                <a:gd name="T2" fmla="*/ 2 w 2"/>
                <a:gd name="T3" fmla="*/ 1 h 2"/>
                <a:gd name="T4" fmla="*/ 1 w 2"/>
                <a:gd name="T5" fmla="*/ 2 h 2"/>
                <a:gd name="T6" fmla="*/ 0 w 2"/>
                <a:gd name="T7" fmla="*/ 2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1"/>
                    <a:pt x="2" y="1"/>
                    <a:pt x="2" y="1"/>
                  </a:cubicBezTo>
                  <a:cubicBezTo>
                    <a:pt x="2" y="1"/>
                    <a:pt x="1" y="2"/>
                    <a:pt x="1" y="2"/>
                  </a:cubicBezTo>
                  <a:cubicBezTo>
                    <a:pt x="1" y="2"/>
                    <a:pt x="0" y="2"/>
                    <a:pt x="0" y="2"/>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5" name="Freeform 3282">
              <a:extLst>
                <a:ext uri="{FF2B5EF4-FFF2-40B4-BE49-F238E27FC236}">
                  <a16:creationId xmlns:a16="http://schemas.microsoft.com/office/drawing/2014/main" id="{D7E6FBC9-9845-87C4-A3A5-C5F78F6C80EA}"/>
                </a:ext>
              </a:extLst>
            </p:cNvPr>
            <p:cNvSpPr>
              <a:spLocks/>
            </p:cNvSpPr>
            <p:nvPr/>
          </p:nvSpPr>
          <p:spPr bwMode="auto">
            <a:xfrm rot="5094805">
              <a:off x="2414001" y="424313"/>
              <a:ext cx="4570" cy="4570"/>
            </a:xfrm>
            <a:custGeom>
              <a:avLst/>
              <a:gdLst>
                <a:gd name="T0" fmla="*/ 2 w 2"/>
                <a:gd name="T1" fmla="*/ 1 h 2"/>
                <a:gd name="T2" fmla="*/ 1 w 2"/>
                <a:gd name="T3" fmla="*/ 2 h 2"/>
                <a:gd name="T4" fmla="*/ 0 w 2"/>
                <a:gd name="T5" fmla="*/ 1 h 2"/>
                <a:gd name="T6" fmla="*/ 1 w 2"/>
                <a:gd name="T7" fmla="*/ 0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2"/>
                    <a:pt x="1" y="2"/>
                  </a:cubicBezTo>
                  <a:cubicBezTo>
                    <a:pt x="1" y="2"/>
                    <a:pt x="0" y="1"/>
                    <a:pt x="0" y="1"/>
                  </a:cubicBezTo>
                  <a:cubicBezTo>
                    <a:pt x="0" y="1"/>
                    <a:pt x="1" y="0"/>
                    <a:pt x="1" y="0"/>
                  </a:cubicBezTo>
                  <a:cubicBezTo>
                    <a:pt x="1" y="0"/>
                    <a:pt x="2"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6" name="Freeform 3283">
              <a:extLst>
                <a:ext uri="{FF2B5EF4-FFF2-40B4-BE49-F238E27FC236}">
                  <a16:creationId xmlns:a16="http://schemas.microsoft.com/office/drawing/2014/main" id="{2FFA08D7-C936-F078-3861-B45DE4B4D206}"/>
                </a:ext>
              </a:extLst>
            </p:cNvPr>
            <p:cNvSpPr>
              <a:spLocks/>
            </p:cNvSpPr>
            <p:nvPr/>
          </p:nvSpPr>
          <p:spPr bwMode="auto">
            <a:xfrm rot="5094805">
              <a:off x="2545549" y="599570"/>
              <a:ext cx="4570" cy="6856"/>
            </a:xfrm>
            <a:custGeom>
              <a:avLst/>
              <a:gdLst>
                <a:gd name="T0" fmla="*/ 1 w 2"/>
                <a:gd name="T1" fmla="*/ 0 h 3"/>
                <a:gd name="T2" fmla="*/ 2 w 2"/>
                <a:gd name="T3" fmla="*/ 2 h 3"/>
                <a:gd name="T4" fmla="*/ 1 w 2"/>
                <a:gd name="T5" fmla="*/ 3 h 3"/>
                <a:gd name="T6" fmla="*/ 0 w 2"/>
                <a:gd name="T7" fmla="*/ 1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1" y="1"/>
                    <a:pt x="2" y="1"/>
                    <a:pt x="2" y="2"/>
                  </a:cubicBezTo>
                  <a:cubicBezTo>
                    <a:pt x="2" y="2"/>
                    <a:pt x="1" y="2"/>
                    <a:pt x="1" y="3"/>
                  </a:cubicBezTo>
                  <a:cubicBezTo>
                    <a:pt x="1" y="2"/>
                    <a:pt x="0" y="2"/>
                    <a:pt x="0" y="1"/>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7" name="Freeform 3284">
              <a:extLst>
                <a:ext uri="{FF2B5EF4-FFF2-40B4-BE49-F238E27FC236}">
                  <a16:creationId xmlns:a16="http://schemas.microsoft.com/office/drawing/2014/main" id="{E82B7253-AD94-2D6D-170D-DB381EB98FD8}"/>
                </a:ext>
              </a:extLst>
            </p:cNvPr>
            <p:cNvSpPr>
              <a:spLocks/>
            </p:cNvSpPr>
            <p:nvPr/>
          </p:nvSpPr>
          <p:spPr bwMode="auto">
            <a:xfrm rot="5094805">
              <a:off x="2672644" y="777412"/>
              <a:ext cx="6856" cy="6856"/>
            </a:xfrm>
            <a:custGeom>
              <a:avLst/>
              <a:gdLst>
                <a:gd name="T0" fmla="*/ 1 w 2"/>
                <a:gd name="T1" fmla="*/ 0 h 3"/>
                <a:gd name="T2" fmla="*/ 2 w 2"/>
                <a:gd name="T3" fmla="*/ 2 h 3"/>
                <a:gd name="T4" fmla="*/ 1 w 2"/>
                <a:gd name="T5" fmla="*/ 3 h 3"/>
                <a:gd name="T6" fmla="*/ 0 w 2"/>
                <a:gd name="T7" fmla="*/ 1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2" y="1"/>
                    <a:pt x="2" y="1"/>
                    <a:pt x="2" y="2"/>
                  </a:cubicBezTo>
                  <a:cubicBezTo>
                    <a:pt x="2" y="2"/>
                    <a:pt x="2" y="3"/>
                    <a:pt x="1" y="3"/>
                  </a:cubicBezTo>
                  <a:cubicBezTo>
                    <a:pt x="1" y="2"/>
                    <a:pt x="1" y="2"/>
                    <a:pt x="0" y="1"/>
                  </a:cubicBezTo>
                  <a:cubicBezTo>
                    <a:pt x="0"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8" name="Freeform 3285">
              <a:extLst>
                <a:ext uri="{FF2B5EF4-FFF2-40B4-BE49-F238E27FC236}">
                  <a16:creationId xmlns:a16="http://schemas.microsoft.com/office/drawing/2014/main" id="{FF038F66-27EC-9ACC-1D09-04730E78CBFB}"/>
                </a:ext>
              </a:extLst>
            </p:cNvPr>
            <p:cNvSpPr>
              <a:spLocks/>
            </p:cNvSpPr>
            <p:nvPr/>
          </p:nvSpPr>
          <p:spPr bwMode="auto">
            <a:xfrm rot="5094805">
              <a:off x="2796535" y="956893"/>
              <a:ext cx="4570" cy="9140"/>
            </a:xfrm>
            <a:custGeom>
              <a:avLst/>
              <a:gdLst>
                <a:gd name="T0" fmla="*/ 2 w 2"/>
                <a:gd name="T1" fmla="*/ 1 h 4"/>
                <a:gd name="T2" fmla="*/ 1 w 2"/>
                <a:gd name="T3" fmla="*/ 4 h 4"/>
                <a:gd name="T4" fmla="*/ 0 w 2"/>
                <a:gd name="T5" fmla="*/ 3 h 4"/>
                <a:gd name="T6" fmla="*/ 0 w 2"/>
                <a:gd name="T7" fmla="*/ 0 h 4"/>
                <a:gd name="T8" fmla="*/ 2 w 2"/>
                <a:gd name="T9" fmla="*/ 1 h 4"/>
              </a:gdLst>
              <a:ahLst/>
              <a:cxnLst>
                <a:cxn ang="0">
                  <a:pos x="T0" y="T1"/>
                </a:cxn>
                <a:cxn ang="0">
                  <a:pos x="T2" y="T3"/>
                </a:cxn>
                <a:cxn ang="0">
                  <a:pos x="T4" y="T5"/>
                </a:cxn>
                <a:cxn ang="0">
                  <a:pos x="T6" y="T7"/>
                </a:cxn>
                <a:cxn ang="0">
                  <a:pos x="T8" y="T9"/>
                </a:cxn>
              </a:cxnLst>
              <a:rect l="0" t="0" r="r" b="b"/>
              <a:pathLst>
                <a:path w="2" h="4">
                  <a:moveTo>
                    <a:pt x="2" y="1"/>
                  </a:moveTo>
                  <a:cubicBezTo>
                    <a:pt x="1" y="2"/>
                    <a:pt x="1" y="3"/>
                    <a:pt x="1" y="4"/>
                  </a:cubicBezTo>
                  <a:cubicBezTo>
                    <a:pt x="0" y="4"/>
                    <a:pt x="0" y="3"/>
                    <a:pt x="0" y="3"/>
                  </a:cubicBezTo>
                  <a:cubicBezTo>
                    <a:pt x="0" y="2"/>
                    <a:pt x="0" y="1"/>
                    <a:pt x="0" y="0"/>
                  </a:cubicBezTo>
                  <a:cubicBezTo>
                    <a:pt x="1" y="1"/>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9" name="Freeform 3286">
              <a:extLst>
                <a:ext uri="{FF2B5EF4-FFF2-40B4-BE49-F238E27FC236}">
                  <a16:creationId xmlns:a16="http://schemas.microsoft.com/office/drawing/2014/main" id="{C2F6F496-415E-8856-D2D2-0121787E6061}"/>
                </a:ext>
              </a:extLst>
            </p:cNvPr>
            <p:cNvSpPr>
              <a:spLocks/>
            </p:cNvSpPr>
            <p:nvPr/>
          </p:nvSpPr>
          <p:spPr bwMode="auto">
            <a:xfrm rot="5094805">
              <a:off x="2915567" y="1134407"/>
              <a:ext cx="4570" cy="9140"/>
            </a:xfrm>
            <a:custGeom>
              <a:avLst/>
              <a:gdLst>
                <a:gd name="T0" fmla="*/ 2 w 2"/>
                <a:gd name="T1" fmla="*/ 0 h 3"/>
                <a:gd name="T2" fmla="*/ 1 w 2"/>
                <a:gd name="T3" fmla="*/ 3 h 3"/>
                <a:gd name="T4" fmla="*/ 0 w 2"/>
                <a:gd name="T5" fmla="*/ 3 h 3"/>
                <a:gd name="T6" fmla="*/ 1 w 2"/>
                <a:gd name="T7" fmla="*/ 0 h 3"/>
                <a:gd name="T8" fmla="*/ 2 w 2"/>
                <a:gd name="T9" fmla="*/ 0 h 3"/>
              </a:gdLst>
              <a:ahLst/>
              <a:cxnLst>
                <a:cxn ang="0">
                  <a:pos x="T0" y="T1"/>
                </a:cxn>
                <a:cxn ang="0">
                  <a:pos x="T2" y="T3"/>
                </a:cxn>
                <a:cxn ang="0">
                  <a:pos x="T4" y="T5"/>
                </a:cxn>
                <a:cxn ang="0">
                  <a:pos x="T6" y="T7"/>
                </a:cxn>
                <a:cxn ang="0">
                  <a:pos x="T8" y="T9"/>
                </a:cxn>
              </a:cxnLst>
              <a:rect l="0" t="0" r="r" b="b"/>
              <a:pathLst>
                <a:path w="2" h="3">
                  <a:moveTo>
                    <a:pt x="2" y="0"/>
                  </a:moveTo>
                  <a:cubicBezTo>
                    <a:pt x="2" y="1"/>
                    <a:pt x="1" y="2"/>
                    <a:pt x="1" y="3"/>
                  </a:cubicBezTo>
                  <a:cubicBezTo>
                    <a:pt x="1" y="3"/>
                    <a:pt x="0" y="3"/>
                    <a:pt x="0" y="3"/>
                  </a:cubicBezTo>
                  <a:cubicBezTo>
                    <a:pt x="0" y="2"/>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0" name="Freeform 3287">
              <a:extLst>
                <a:ext uri="{FF2B5EF4-FFF2-40B4-BE49-F238E27FC236}">
                  <a16:creationId xmlns:a16="http://schemas.microsoft.com/office/drawing/2014/main" id="{8A19DE88-19C6-DCA7-6EA6-22A8F6D586D9}"/>
                </a:ext>
              </a:extLst>
            </p:cNvPr>
            <p:cNvSpPr>
              <a:spLocks/>
            </p:cNvSpPr>
            <p:nvPr/>
          </p:nvSpPr>
          <p:spPr bwMode="auto">
            <a:xfrm rot="5094805">
              <a:off x="3029111" y="1315846"/>
              <a:ext cx="4570" cy="6856"/>
            </a:xfrm>
            <a:custGeom>
              <a:avLst/>
              <a:gdLst>
                <a:gd name="T0" fmla="*/ 2 w 2"/>
                <a:gd name="T1" fmla="*/ 2 h 3"/>
                <a:gd name="T2" fmla="*/ 1 w 2"/>
                <a:gd name="T3" fmla="*/ 3 h 3"/>
                <a:gd name="T4" fmla="*/ 0 w 2"/>
                <a:gd name="T5" fmla="*/ 1 h 3"/>
                <a:gd name="T6" fmla="*/ 1 w 2"/>
                <a:gd name="T7" fmla="*/ 0 h 3"/>
                <a:gd name="T8" fmla="*/ 2 w 2"/>
                <a:gd name="T9" fmla="*/ 2 h 3"/>
              </a:gdLst>
              <a:ahLst/>
              <a:cxnLst>
                <a:cxn ang="0">
                  <a:pos x="T0" y="T1"/>
                </a:cxn>
                <a:cxn ang="0">
                  <a:pos x="T2" y="T3"/>
                </a:cxn>
                <a:cxn ang="0">
                  <a:pos x="T4" y="T5"/>
                </a:cxn>
                <a:cxn ang="0">
                  <a:pos x="T6" y="T7"/>
                </a:cxn>
                <a:cxn ang="0">
                  <a:pos x="T8" y="T9"/>
                </a:cxn>
              </a:cxnLst>
              <a:rect l="0" t="0" r="r" b="b"/>
              <a:pathLst>
                <a:path w="2" h="3">
                  <a:moveTo>
                    <a:pt x="2" y="2"/>
                  </a:moveTo>
                  <a:cubicBezTo>
                    <a:pt x="2" y="2"/>
                    <a:pt x="1" y="3"/>
                    <a:pt x="1" y="3"/>
                  </a:cubicBezTo>
                  <a:cubicBezTo>
                    <a:pt x="1" y="3"/>
                    <a:pt x="0" y="2"/>
                    <a:pt x="0" y="1"/>
                  </a:cubicBezTo>
                  <a:cubicBezTo>
                    <a:pt x="0" y="1"/>
                    <a:pt x="0" y="0"/>
                    <a:pt x="1" y="0"/>
                  </a:cubicBezTo>
                  <a:cubicBezTo>
                    <a:pt x="1" y="0"/>
                    <a:pt x="1"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1" name="Freeform 3288">
              <a:extLst>
                <a:ext uri="{FF2B5EF4-FFF2-40B4-BE49-F238E27FC236}">
                  <a16:creationId xmlns:a16="http://schemas.microsoft.com/office/drawing/2014/main" id="{3B90D789-CDE8-F085-2C1A-C30D663AF94C}"/>
                </a:ext>
              </a:extLst>
            </p:cNvPr>
            <p:cNvSpPr>
              <a:spLocks/>
            </p:cNvSpPr>
            <p:nvPr/>
          </p:nvSpPr>
          <p:spPr bwMode="auto">
            <a:xfrm rot="5094805">
              <a:off x="3132412" y="1494768"/>
              <a:ext cx="4570" cy="11426"/>
            </a:xfrm>
            <a:custGeom>
              <a:avLst/>
              <a:gdLst>
                <a:gd name="T0" fmla="*/ 2 w 2"/>
                <a:gd name="T1" fmla="*/ 0 h 4"/>
                <a:gd name="T2" fmla="*/ 1 w 2"/>
                <a:gd name="T3" fmla="*/ 4 h 4"/>
                <a:gd name="T4" fmla="*/ 0 w 2"/>
                <a:gd name="T5" fmla="*/ 3 h 4"/>
                <a:gd name="T6" fmla="*/ 1 w 2"/>
                <a:gd name="T7" fmla="*/ 0 h 4"/>
                <a:gd name="T8" fmla="*/ 2 w 2"/>
                <a:gd name="T9" fmla="*/ 0 h 4"/>
              </a:gdLst>
              <a:ahLst/>
              <a:cxnLst>
                <a:cxn ang="0">
                  <a:pos x="T0" y="T1"/>
                </a:cxn>
                <a:cxn ang="0">
                  <a:pos x="T2" y="T3"/>
                </a:cxn>
                <a:cxn ang="0">
                  <a:pos x="T4" y="T5"/>
                </a:cxn>
                <a:cxn ang="0">
                  <a:pos x="T6" y="T7"/>
                </a:cxn>
                <a:cxn ang="0">
                  <a:pos x="T8" y="T9"/>
                </a:cxn>
              </a:cxnLst>
              <a:rect l="0" t="0" r="r" b="b"/>
              <a:pathLst>
                <a:path w="2" h="4">
                  <a:moveTo>
                    <a:pt x="2" y="0"/>
                  </a:moveTo>
                  <a:cubicBezTo>
                    <a:pt x="2" y="1"/>
                    <a:pt x="1" y="3"/>
                    <a:pt x="1" y="4"/>
                  </a:cubicBezTo>
                  <a:cubicBezTo>
                    <a:pt x="1" y="3"/>
                    <a:pt x="0" y="3"/>
                    <a:pt x="0" y="3"/>
                  </a:cubicBezTo>
                  <a:cubicBezTo>
                    <a:pt x="0" y="2"/>
                    <a:pt x="0" y="1"/>
                    <a:pt x="1" y="0"/>
                  </a:cubicBezTo>
                  <a:cubicBezTo>
                    <a:pt x="1"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2" name="Freeform 3289">
              <a:extLst>
                <a:ext uri="{FF2B5EF4-FFF2-40B4-BE49-F238E27FC236}">
                  <a16:creationId xmlns:a16="http://schemas.microsoft.com/office/drawing/2014/main" id="{DD75D093-595C-7700-F9C6-29ED4378760F}"/>
                </a:ext>
              </a:extLst>
            </p:cNvPr>
            <p:cNvSpPr>
              <a:spLocks/>
            </p:cNvSpPr>
            <p:nvPr/>
          </p:nvSpPr>
          <p:spPr bwMode="auto">
            <a:xfrm rot="5094805">
              <a:off x="3227749" y="1677828"/>
              <a:ext cx="4570" cy="9140"/>
            </a:xfrm>
            <a:custGeom>
              <a:avLst/>
              <a:gdLst>
                <a:gd name="T0" fmla="*/ 2 w 2"/>
                <a:gd name="T1" fmla="*/ 0 h 4"/>
                <a:gd name="T2" fmla="*/ 1 w 2"/>
                <a:gd name="T3" fmla="*/ 4 h 4"/>
                <a:gd name="T4" fmla="*/ 0 w 2"/>
                <a:gd name="T5" fmla="*/ 3 h 4"/>
                <a:gd name="T6" fmla="*/ 1 w 2"/>
                <a:gd name="T7" fmla="*/ 0 h 4"/>
                <a:gd name="T8" fmla="*/ 2 w 2"/>
                <a:gd name="T9" fmla="*/ 0 h 4"/>
              </a:gdLst>
              <a:ahLst/>
              <a:cxnLst>
                <a:cxn ang="0">
                  <a:pos x="T0" y="T1"/>
                </a:cxn>
                <a:cxn ang="0">
                  <a:pos x="T2" y="T3"/>
                </a:cxn>
                <a:cxn ang="0">
                  <a:pos x="T4" y="T5"/>
                </a:cxn>
                <a:cxn ang="0">
                  <a:pos x="T6" y="T7"/>
                </a:cxn>
                <a:cxn ang="0">
                  <a:pos x="T8" y="T9"/>
                </a:cxn>
              </a:cxnLst>
              <a:rect l="0" t="0" r="r" b="b"/>
              <a:pathLst>
                <a:path w="2" h="4">
                  <a:moveTo>
                    <a:pt x="2" y="0"/>
                  </a:moveTo>
                  <a:cubicBezTo>
                    <a:pt x="2" y="1"/>
                    <a:pt x="2" y="3"/>
                    <a:pt x="1" y="4"/>
                  </a:cubicBezTo>
                  <a:cubicBezTo>
                    <a:pt x="1" y="3"/>
                    <a:pt x="0" y="3"/>
                    <a:pt x="0" y="3"/>
                  </a:cubicBezTo>
                  <a:cubicBezTo>
                    <a:pt x="0" y="2"/>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3" name="Freeform 3290">
              <a:extLst>
                <a:ext uri="{FF2B5EF4-FFF2-40B4-BE49-F238E27FC236}">
                  <a16:creationId xmlns:a16="http://schemas.microsoft.com/office/drawing/2014/main" id="{9DA9D4FA-6A39-3D09-C683-A2216D519795}"/>
                </a:ext>
              </a:extLst>
            </p:cNvPr>
            <p:cNvSpPr>
              <a:spLocks/>
            </p:cNvSpPr>
            <p:nvPr/>
          </p:nvSpPr>
          <p:spPr bwMode="auto">
            <a:xfrm rot="5094805">
              <a:off x="3313249" y="1862923"/>
              <a:ext cx="4570" cy="13710"/>
            </a:xfrm>
            <a:custGeom>
              <a:avLst/>
              <a:gdLst>
                <a:gd name="T0" fmla="*/ 2 w 2"/>
                <a:gd name="T1" fmla="*/ 3 h 5"/>
                <a:gd name="T2" fmla="*/ 1 w 2"/>
                <a:gd name="T3" fmla="*/ 5 h 5"/>
                <a:gd name="T4" fmla="*/ 0 w 2"/>
                <a:gd name="T5" fmla="*/ 2 h 5"/>
                <a:gd name="T6" fmla="*/ 1 w 2"/>
                <a:gd name="T7" fmla="*/ 0 h 5"/>
                <a:gd name="T8" fmla="*/ 2 w 2"/>
                <a:gd name="T9" fmla="*/ 3 h 5"/>
              </a:gdLst>
              <a:ahLst/>
              <a:cxnLst>
                <a:cxn ang="0">
                  <a:pos x="T0" y="T1"/>
                </a:cxn>
                <a:cxn ang="0">
                  <a:pos x="T2" y="T3"/>
                </a:cxn>
                <a:cxn ang="0">
                  <a:pos x="T4" y="T5"/>
                </a:cxn>
                <a:cxn ang="0">
                  <a:pos x="T6" y="T7"/>
                </a:cxn>
                <a:cxn ang="0">
                  <a:pos x="T8" y="T9"/>
                </a:cxn>
              </a:cxnLst>
              <a:rect l="0" t="0" r="r" b="b"/>
              <a:pathLst>
                <a:path w="2" h="5">
                  <a:moveTo>
                    <a:pt x="2" y="3"/>
                  </a:moveTo>
                  <a:cubicBezTo>
                    <a:pt x="2" y="4"/>
                    <a:pt x="1" y="4"/>
                    <a:pt x="1" y="5"/>
                  </a:cubicBezTo>
                  <a:cubicBezTo>
                    <a:pt x="1" y="4"/>
                    <a:pt x="0" y="3"/>
                    <a:pt x="0" y="2"/>
                  </a:cubicBezTo>
                  <a:cubicBezTo>
                    <a:pt x="0" y="1"/>
                    <a:pt x="1" y="1"/>
                    <a:pt x="1" y="0"/>
                  </a:cubicBezTo>
                  <a:cubicBezTo>
                    <a:pt x="1" y="1"/>
                    <a:pt x="2"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4" name="Freeform 3291">
              <a:extLst>
                <a:ext uri="{FF2B5EF4-FFF2-40B4-BE49-F238E27FC236}">
                  <a16:creationId xmlns:a16="http://schemas.microsoft.com/office/drawing/2014/main" id="{41DDE35A-19CD-0465-CF80-76D10A95E13A}"/>
                </a:ext>
              </a:extLst>
            </p:cNvPr>
            <p:cNvSpPr>
              <a:spLocks/>
            </p:cNvSpPr>
            <p:nvPr/>
          </p:nvSpPr>
          <p:spPr bwMode="auto">
            <a:xfrm rot="5094805">
              <a:off x="3382613" y="2051731"/>
              <a:ext cx="4570" cy="9140"/>
            </a:xfrm>
            <a:custGeom>
              <a:avLst/>
              <a:gdLst>
                <a:gd name="T0" fmla="*/ 2 w 2"/>
                <a:gd name="T1" fmla="*/ 1 h 4"/>
                <a:gd name="T2" fmla="*/ 1 w 2"/>
                <a:gd name="T3" fmla="*/ 4 h 4"/>
                <a:gd name="T4" fmla="*/ 0 w 2"/>
                <a:gd name="T5" fmla="*/ 3 h 4"/>
                <a:gd name="T6" fmla="*/ 1 w 2"/>
                <a:gd name="T7" fmla="*/ 0 h 4"/>
                <a:gd name="T8" fmla="*/ 2 w 2"/>
                <a:gd name="T9" fmla="*/ 1 h 4"/>
              </a:gdLst>
              <a:ahLst/>
              <a:cxnLst>
                <a:cxn ang="0">
                  <a:pos x="T0" y="T1"/>
                </a:cxn>
                <a:cxn ang="0">
                  <a:pos x="T2" y="T3"/>
                </a:cxn>
                <a:cxn ang="0">
                  <a:pos x="T4" y="T5"/>
                </a:cxn>
                <a:cxn ang="0">
                  <a:pos x="T6" y="T7"/>
                </a:cxn>
                <a:cxn ang="0">
                  <a:pos x="T8" y="T9"/>
                </a:cxn>
              </a:cxnLst>
              <a:rect l="0" t="0" r="r" b="b"/>
              <a:pathLst>
                <a:path w="2" h="4">
                  <a:moveTo>
                    <a:pt x="2" y="1"/>
                  </a:moveTo>
                  <a:cubicBezTo>
                    <a:pt x="2" y="2"/>
                    <a:pt x="2" y="3"/>
                    <a:pt x="1" y="4"/>
                  </a:cubicBezTo>
                  <a:cubicBezTo>
                    <a:pt x="1" y="4"/>
                    <a:pt x="0" y="3"/>
                    <a:pt x="0" y="3"/>
                  </a:cubicBezTo>
                  <a:cubicBezTo>
                    <a:pt x="0" y="2"/>
                    <a:pt x="1" y="1"/>
                    <a:pt x="1" y="0"/>
                  </a:cubicBezTo>
                  <a:cubicBezTo>
                    <a:pt x="1"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5" name="Freeform 3292">
              <a:extLst>
                <a:ext uri="{FF2B5EF4-FFF2-40B4-BE49-F238E27FC236}">
                  <a16:creationId xmlns:a16="http://schemas.microsoft.com/office/drawing/2014/main" id="{1EF86B76-24F0-3281-5FD1-A9818BCE4CDD}"/>
                </a:ext>
              </a:extLst>
            </p:cNvPr>
            <p:cNvSpPr>
              <a:spLocks/>
            </p:cNvSpPr>
            <p:nvPr/>
          </p:nvSpPr>
          <p:spPr bwMode="auto">
            <a:xfrm rot="5094805">
              <a:off x="3422593" y="2243164"/>
              <a:ext cx="4570" cy="9140"/>
            </a:xfrm>
            <a:custGeom>
              <a:avLst/>
              <a:gdLst>
                <a:gd name="T0" fmla="*/ 1 w 2"/>
                <a:gd name="T1" fmla="*/ 0 h 4"/>
                <a:gd name="T2" fmla="*/ 2 w 2"/>
                <a:gd name="T3" fmla="*/ 3 h 4"/>
                <a:gd name="T4" fmla="*/ 1 w 2"/>
                <a:gd name="T5" fmla="*/ 4 h 4"/>
                <a:gd name="T6" fmla="*/ 0 w 2"/>
                <a:gd name="T7" fmla="*/ 1 h 4"/>
                <a:gd name="T8" fmla="*/ 1 w 2"/>
                <a:gd name="T9" fmla="*/ 0 h 4"/>
              </a:gdLst>
              <a:ahLst/>
              <a:cxnLst>
                <a:cxn ang="0">
                  <a:pos x="T0" y="T1"/>
                </a:cxn>
                <a:cxn ang="0">
                  <a:pos x="T2" y="T3"/>
                </a:cxn>
                <a:cxn ang="0">
                  <a:pos x="T4" y="T5"/>
                </a:cxn>
                <a:cxn ang="0">
                  <a:pos x="T6" y="T7"/>
                </a:cxn>
                <a:cxn ang="0">
                  <a:pos x="T8" y="T9"/>
                </a:cxn>
              </a:cxnLst>
              <a:rect l="0" t="0" r="r" b="b"/>
              <a:pathLst>
                <a:path w="2" h="4">
                  <a:moveTo>
                    <a:pt x="1" y="0"/>
                  </a:moveTo>
                  <a:cubicBezTo>
                    <a:pt x="2" y="1"/>
                    <a:pt x="2" y="2"/>
                    <a:pt x="2" y="3"/>
                  </a:cubicBezTo>
                  <a:cubicBezTo>
                    <a:pt x="2" y="3"/>
                    <a:pt x="2" y="3"/>
                    <a:pt x="1" y="4"/>
                  </a:cubicBezTo>
                  <a:cubicBezTo>
                    <a:pt x="1" y="3"/>
                    <a:pt x="0" y="2"/>
                    <a:pt x="0" y="1"/>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6" name="Freeform 3293">
              <a:extLst>
                <a:ext uri="{FF2B5EF4-FFF2-40B4-BE49-F238E27FC236}">
                  <a16:creationId xmlns:a16="http://schemas.microsoft.com/office/drawing/2014/main" id="{BB369998-AAEE-7B01-A8D1-F5A6BBD65F22}"/>
                </a:ext>
              </a:extLst>
            </p:cNvPr>
            <p:cNvSpPr>
              <a:spLocks/>
            </p:cNvSpPr>
            <p:nvPr/>
          </p:nvSpPr>
          <p:spPr bwMode="auto">
            <a:xfrm rot="5094805">
              <a:off x="3432251" y="2440739"/>
              <a:ext cx="4570" cy="11426"/>
            </a:xfrm>
            <a:custGeom>
              <a:avLst/>
              <a:gdLst>
                <a:gd name="T0" fmla="*/ 2 w 2"/>
                <a:gd name="T1" fmla="*/ 3 h 4"/>
                <a:gd name="T2" fmla="*/ 1 w 2"/>
                <a:gd name="T3" fmla="*/ 4 h 4"/>
                <a:gd name="T4" fmla="*/ 0 w 2"/>
                <a:gd name="T5" fmla="*/ 1 h 4"/>
                <a:gd name="T6" fmla="*/ 1 w 2"/>
                <a:gd name="T7" fmla="*/ 0 h 4"/>
                <a:gd name="T8" fmla="*/ 2 w 2"/>
                <a:gd name="T9" fmla="*/ 3 h 4"/>
              </a:gdLst>
              <a:ahLst/>
              <a:cxnLst>
                <a:cxn ang="0">
                  <a:pos x="T0" y="T1"/>
                </a:cxn>
                <a:cxn ang="0">
                  <a:pos x="T2" y="T3"/>
                </a:cxn>
                <a:cxn ang="0">
                  <a:pos x="T4" y="T5"/>
                </a:cxn>
                <a:cxn ang="0">
                  <a:pos x="T6" y="T7"/>
                </a:cxn>
                <a:cxn ang="0">
                  <a:pos x="T8" y="T9"/>
                </a:cxn>
              </a:cxnLst>
              <a:rect l="0" t="0" r="r" b="b"/>
              <a:pathLst>
                <a:path w="2" h="4">
                  <a:moveTo>
                    <a:pt x="2" y="3"/>
                  </a:moveTo>
                  <a:cubicBezTo>
                    <a:pt x="2" y="3"/>
                    <a:pt x="2" y="4"/>
                    <a:pt x="1" y="4"/>
                  </a:cubicBezTo>
                  <a:cubicBezTo>
                    <a:pt x="1" y="3"/>
                    <a:pt x="0" y="2"/>
                    <a:pt x="0" y="1"/>
                  </a:cubicBezTo>
                  <a:cubicBezTo>
                    <a:pt x="0" y="0"/>
                    <a:pt x="1" y="0"/>
                    <a:pt x="1" y="0"/>
                  </a:cubicBezTo>
                  <a:cubicBezTo>
                    <a:pt x="1" y="1"/>
                    <a:pt x="2"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7" name="Freeform 3294">
              <a:extLst>
                <a:ext uri="{FF2B5EF4-FFF2-40B4-BE49-F238E27FC236}">
                  <a16:creationId xmlns:a16="http://schemas.microsoft.com/office/drawing/2014/main" id="{193E764D-CD4D-18B6-0B54-4A52ACF11D7E}"/>
                </a:ext>
              </a:extLst>
            </p:cNvPr>
            <p:cNvSpPr>
              <a:spLocks/>
            </p:cNvSpPr>
            <p:nvPr/>
          </p:nvSpPr>
          <p:spPr bwMode="auto">
            <a:xfrm rot="5094805">
              <a:off x="3423501" y="2637661"/>
              <a:ext cx="4570" cy="13710"/>
            </a:xfrm>
            <a:custGeom>
              <a:avLst/>
              <a:gdLst>
                <a:gd name="T0" fmla="*/ 2 w 2"/>
                <a:gd name="T1" fmla="*/ 1 h 5"/>
                <a:gd name="T2" fmla="*/ 2 w 2"/>
                <a:gd name="T3" fmla="*/ 5 h 5"/>
                <a:gd name="T4" fmla="*/ 0 w 2"/>
                <a:gd name="T5" fmla="*/ 3 h 5"/>
                <a:gd name="T6" fmla="*/ 1 w 2"/>
                <a:gd name="T7" fmla="*/ 0 h 5"/>
                <a:gd name="T8" fmla="*/ 2 w 2"/>
                <a:gd name="T9" fmla="*/ 1 h 5"/>
              </a:gdLst>
              <a:ahLst/>
              <a:cxnLst>
                <a:cxn ang="0">
                  <a:pos x="T0" y="T1"/>
                </a:cxn>
                <a:cxn ang="0">
                  <a:pos x="T2" y="T3"/>
                </a:cxn>
                <a:cxn ang="0">
                  <a:pos x="T4" y="T5"/>
                </a:cxn>
                <a:cxn ang="0">
                  <a:pos x="T6" y="T7"/>
                </a:cxn>
                <a:cxn ang="0">
                  <a:pos x="T8" y="T9"/>
                </a:cxn>
              </a:cxnLst>
              <a:rect l="0" t="0" r="r" b="b"/>
              <a:pathLst>
                <a:path w="2" h="5">
                  <a:moveTo>
                    <a:pt x="2" y="1"/>
                  </a:moveTo>
                  <a:cubicBezTo>
                    <a:pt x="2" y="3"/>
                    <a:pt x="2" y="4"/>
                    <a:pt x="2" y="5"/>
                  </a:cubicBezTo>
                  <a:cubicBezTo>
                    <a:pt x="1" y="4"/>
                    <a:pt x="0" y="4"/>
                    <a:pt x="0" y="3"/>
                  </a:cubicBezTo>
                  <a:cubicBezTo>
                    <a:pt x="1" y="2"/>
                    <a:pt x="1" y="1"/>
                    <a:pt x="1" y="0"/>
                  </a:cubicBezTo>
                  <a:cubicBezTo>
                    <a:pt x="2"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8" name="Freeform 3295">
              <a:extLst>
                <a:ext uri="{FF2B5EF4-FFF2-40B4-BE49-F238E27FC236}">
                  <a16:creationId xmlns:a16="http://schemas.microsoft.com/office/drawing/2014/main" id="{7B40AD73-F6CC-ED0F-C0EE-034D355476F7}"/>
                </a:ext>
              </a:extLst>
            </p:cNvPr>
            <p:cNvSpPr>
              <a:spLocks/>
            </p:cNvSpPr>
            <p:nvPr/>
          </p:nvSpPr>
          <p:spPr bwMode="auto">
            <a:xfrm rot="5094805">
              <a:off x="3407189" y="2840986"/>
              <a:ext cx="4570" cy="13710"/>
            </a:xfrm>
            <a:custGeom>
              <a:avLst/>
              <a:gdLst>
                <a:gd name="T0" fmla="*/ 2 w 2"/>
                <a:gd name="T1" fmla="*/ 4 h 5"/>
                <a:gd name="T2" fmla="*/ 1 w 2"/>
                <a:gd name="T3" fmla="*/ 5 h 5"/>
                <a:gd name="T4" fmla="*/ 0 w 2"/>
                <a:gd name="T5" fmla="*/ 1 h 5"/>
                <a:gd name="T6" fmla="*/ 1 w 2"/>
                <a:gd name="T7" fmla="*/ 0 h 5"/>
                <a:gd name="T8" fmla="*/ 2 w 2"/>
                <a:gd name="T9" fmla="*/ 4 h 5"/>
              </a:gdLst>
              <a:ahLst/>
              <a:cxnLst>
                <a:cxn ang="0">
                  <a:pos x="T0" y="T1"/>
                </a:cxn>
                <a:cxn ang="0">
                  <a:pos x="T2" y="T3"/>
                </a:cxn>
                <a:cxn ang="0">
                  <a:pos x="T4" y="T5"/>
                </a:cxn>
                <a:cxn ang="0">
                  <a:pos x="T6" y="T7"/>
                </a:cxn>
                <a:cxn ang="0">
                  <a:pos x="T8" y="T9"/>
                </a:cxn>
              </a:cxnLst>
              <a:rect l="0" t="0" r="r" b="b"/>
              <a:pathLst>
                <a:path w="2" h="5">
                  <a:moveTo>
                    <a:pt x="2" y="4"/>
                  </a:moveTo>
                  <a:cubicBezTo>
                    <a:pt x="2" y="4"/>
                    <a:pt x="1" y="5"/>
                    <a:pt x="1" y="5"/>
                  </a:cubicBezTo>
                  <a:cubicBezTo>
                    <a:pt x="1" y="4"/>
                    <a:pt x="0" y="3"/>
                    <a:pt x="0" y="1"/>
                  </a:cubicBezTo>
                  <a:cubicBezTo>
                    <a:pt x="0" y="1"/>
                    <a:pt x="0" y="0"/>
                    <a:pt x="1" y="0"/>
                  </a:cubicBezTo>
                  <a:cubicBezTo>
                    <a:pt x="1" y="1"/>
                    <a:pt x="1" y="3"/>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9" name="Freeform 3296">
              <a:extLst>
                <a:ext uri="{FF2B5EF4-FFF2-40B4-BE49-F238E27FC236}">
                  <a16:creationId xmlns:a16="http://schemas.microsoft.com/office/drawing/2014/main" id="{F7C772D5-CEA0-F5EB-7369-C1BC22BAEC5C}"/>
                </a:ext>
              </a:extLst>
            </p:cNvPr>
            <p:cNvSpPr>
              <a:spLocks/>
            </p:cNvSpPr>
            <p:nvPr/>
          </p:nvSpPr>
          <p:spPr bwMode="auto">
            <a:xfrm rot="5094805">
              <a:off x="3387057" y="3038920"/>
              <a:ext cx="4570" cy="15996"/>
            </a:xfrm>
            <a:custGeom>
              <a:avLst/>
              <a:gdLst>
                <a:gd name="T0" fmla="*/ 2 w 2"/>
                <a:gd name="T1" fmla="*/ 4 h 6"/>
                <a:gd name="T2" fmla="*/ 2 w 2"/>
                <a:gd name="T3" fmla="*/ 6 h 6"/>
                <a:gd name="T4" fmla="*/ 0 w 2"/>
                <a:gd name="T5" fmla="*/ 1 h 6"/>
                <a:gd name="T6" fmla="*/ 1 w 2"/>
                <a:gd name="T7" fmla="*/ 0 h 6"/>
                <a:gd name="T8" fmla="*/ 2 w 2"/>
                <a:gd name="T9" fmla="*/ 4 h 6"/>
              </a:gdLst>
              <a:ahLst/>
              <a:cxnLst>
                <a:cxn ang="0">
                  <a:pos x="T0" y="T1"/>
                </a:cxn>
                <a:cxn ang="0">
                  <a:pos x="T2" y="T3"/>
                </a:cxn>
                <a:cxn ang="0">
                  <a:pos x="T4" y="T5"/>
                </a:cxn>
                <a:cxn ang="0">
                  <a:pos x="T6" y="T7"/>
                </a:cxn>
                <a:cxn ang="0">
                  <a:pos x="T8" y="T9"/>
                </a:cxn>
              </a:cxnLst>
              <a:rect l="0" t="0" r="r" b="b"/>
              <a:pathLst>
                <a:path w="2" h="6">
                  <a:moveTo>
                    <a:pt x="2" y="4"/>
                  </a:moveTo>
                  <a:cubicBezTo>
                    <a:pt x="2" y="5"/>
                    <a:pt x="2" y="5"/>
                    <a:pt x="2" y="6"/>
                  </a:cubicBezTo>
                  <a:cubicBezTo>
                    <a:pt x="1" y="4"/>
                    <a:pt x="1" y="3"/>
                    <a:pt x="0" y="1"/>
                  </a:cubicBezTo>
                  <a:cubicBezTo>
                    <a:pt x="0" y="1"/>
                    <a:pt x="1" y="0"/>
                    <a:pt x="1" y="0"/>
                  </a:cubicBezTo>
                  <a:cubicBezTo>
                    <a:pt x="2" y="1"/>
                    <a:pt x="2" y="3"/>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0" name="Freeform 3297">
              <a:extLst>
                <a:ext uri="{FF2B5EF4-FFF2-40B4-BE49-F238E27FC236}">
                  <a16:creationId xmlns:a16="http://schemas.microsoft.com/office/drawing/2014/main" id="{1ED9281E-2940-D4AB-0A94-C6B680E91AD3}"/>
                </a:ext>
              </a:extLst>
            </p:cNvPr>
            <p:cNvSpPr>
              <a:spLocks/>
            </p:cNvSpPr>
            <p:nvPr/>
          </p:nvSpPr>
          <p:spPr bwMode="auto">
            <a:xfrm rot="5094805">
              <a:off x="3367333" y="3243691"/>
              <a:ext cx="4570" cy="13710"/>
            </a:xfrm>
            <a:custGeom>
              <a:avLst/>
              <a:gdLst>
                <a:gd name="T0" fmla="*/ 2 w 2"/>
                <a:gd name="T1" fmla="*/ 2 h 6"/>
                <a:gd name="T2" fmla="*/ 1 w 2"/>
                <a:gd name="T3" fmla="*/ 6 h 6"/>
                <a:gd name="T4" fmla="*/ 0 w 2"/>
                <a:gd name="T5" fmla="*/ 4 h 6"/>
                <a:gd name="T6" fmla="*/ 0 w 2"/>
                <a:gd name="T7" fmla="*/ 0 h 6"/>
                <a:gd name="T8" fmla="*/ 2 w 2"/>
                <a:gd name="T9" fmla="*/ 2 h 6"/>
              </a:gdLst>
              <a:ahLst/>
              <a:cxnLst>
                <a:cxn ang="0">
                  <a:pos x="T0" y="T1"/>
                </a:cxn>
                <a:cxn ang="0">
                  <a:pos x="T2" y="T3"/>
                </a:cxn>
                <a:cxn ang="0">
                  <a:pos x="T4" y="T5"/>
                </a:cxn>
                <a:cxn ang="0">
                  <a:pos x="T6" y="T7"/>
                </a:cxn>
                <a:cxn ang="0">
                  <a:pos x="T8" y="T9"/>
                </a:cxn>
              </a:cxnLst>
              <a:rect l="0" t="0" r="r" b="b"/>
              <a:pathLst>
                <a:path w="2" h="6">
                  <a:moveTo>
                    <a:pt x="2" y="2"/>
                  </a:moveTo>
                  <a:cubicBezTo>
                    <a:pt x="1" y="3"/>
                    <a:pt x="1" y="4"/>
                    <a:pt x="1" y="6"/>
                  </a:cubicBezTo>
                  <a:cubicBezTo>
                    <a:pt x="0" y="5"/>
                    <a:pt x="0" y="4"/>
                    <a:pt x="0" y="4"/>
                  </a:cubicBezTo>
                  <a:cubicBezTo>
                    <a:pt x="0" y="2"/>
                    <a:pt x="0" y="1"/>
                    <a:pt x="0" y="0"/>
                  </a:cubicBezTo>
                  <a:cubicBezTo>
                    <a:pt x="1" y="0"/>
                    <a:pt x="1"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1" name="Freeform 3298">
              <a:extLst>
                <a:ext uri="{FF2B5EF4-FFF2-40B4-BE49-F238E27FC236}">
                  <a16:creationId xmlns:a16="http://schemas.microsoft.com/office/drawing/2014/main" id="{A1091D4A-59C7-7369-F417-73F4EBA2BEC7}"/>
                </a:ext>
              </a:extLst>
            </p:cNvPr>
            <p:cNvSpPr>
              <a:spLocks/>
            </p:cNvSpPr>
            <p:nvPr/>
          </p:nvSpPr>
          <p:spPr bwMode="auto">
            <a:xfrm rot="5094805">
              <a:off x="3352892" y="3442262"/>
              <a:ext cx="4570" cy="13710"/>
            </a:xfrm>
            <a:custGeom>
              <a:avLst/>
              <a:gdLst>
                <a:gd name="T0" fmla="*/ 2 w 2"/>
                <a:gd name="T1" fmla="*/ 2 h 6"/>
                <a:gd name="T2" fmla="*/ 1 w 2"/>
                <a:gd name="T3" fmla="*/ 6 h 6"/>
                <a:gd name="T4" fmla="*/ 0 w 2"/>
                <a:gd name="T5" fmla="*/ 4 h 6"/>
                <a:gd name="T6" fmla="*/ 1 w 2"/>
                <a:gd name="T7" fmla="*/ 0 h 6"/>
                <a:gd name="T8" fmla="*/ 2 w 2"/>
                <a:gd name="T9" fmla="*/ 2 h 6"/>
              </a:gdLst>
              <a:ahLst/>
              <a:cxnLst>
                <a:cxn ang="0">
                  <a:pos x="T0" y="T1"/>
                </a:cxn>
                <a:cxn ang="0">
                  <a:pos x="T2" y="T3"/>
                </a:cxn>
                <a:cxn ang="0">
                  <a:pos x="T4" y="T5"/>
                </a:cxn>
                <a:cxn ang="0">
                  <a:pos x="T6" y="T7"/>
                </a:cxn>
                <a:cxn ang="0">
                  <a:pos x="T8" y="T9"/>
                </a:cxn>
              </a:cxnLst>
              <a:rect l="0" t="0" r="r" b="b"/>
              <a:pathLst>
                <a:path w="2" h="6">
                  <a:moveTo>
                    <a:pt x="2" y="2"/>
                  </a:moveTo>
                  <a:cubicBezTo>
                    <a:pt x="2" y="3"/>
                    <a:pt x="1" y="4"/>
                    <a:pt x="1" y="6"/>
                  </a:cubicBezTo>
                  <a:cubicBezTo>
                    <a:pt x="1" y="5"/>
                    <a:pt x="0" y="4"/>
                    <a:pt x="0" y="4"/>
                  </a:cubicBezTo>
                  <a:cubicBezTo>
                    <a:pt x="0" y="2"/>
                    <a:pt x="0" y="1"/>
                    <a:pt x="1" y="0"/>
                  </a:cubicBezTo>
                  <a:cubicBezTo>
                    <a:pt x="1" y="0"/>
                    <a:pt x="1"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2" name="Freeform 3299">
              <a:extLst>
                <a:ext uri="{FF2B5EF4-FFF2-40B4-BE49-F238E27FC236}">
                  <a16:creationId xmlns:a16="http://schemas.microsoft.com/office/drawing/2014/main" id="{E3B53AD1-DFED-9A90-687C-F82BCC060412}"/>
                </a:ext>
              </a:extLst>
            </p:cNvPr>
            <p:cNvSpPr>
              <a:spLocks/>
            </p:cNvSpPr>
            <p:nvPr/>
          </p:nvSpPr>
          <p:spPr bwMode="auto">
            <a:xfrm rot="5094805">
              <a:off x="3340718" y="3640428"/>
              <a:ext cx="9140" cy="13710"/>
            </a:xfrm>
            <a:custGeom>
              <a:avLst/>
              <a:gdLst>
                <a:gd name="T0" fmla="*/ 3 w 3"/>
                <a:gd name="T1" fmla="*/ 4 h 6"/>
                <a:gd name="T2" fmla="*/ 2 w 3"/>
                <a:gd name="T3" fmla="*/ 6 h 6"/>
                <a:gd name="T4" fmla="*/ 1 w 3"/>
                <a:gd name="T5" fmla="*/ 2 h 6"/>
                <a:gd name="T6" fmla="*/ 1 w 3"/>
                <a:gd name="T7" fmla="*/ 0 h 6"/>
                <a:gd name="T8" fmla="*/ 3 w 3"/>
                <a:gd name="T9" fmla="*/ 4 h 6"/>
              </a:gdLst>
              <a:ahLst/>
              <a:cxnLst>
                <a:cxn ang="0">
                  <a:pos x="T0" y="T1"/>
                </a:cxn>
                <a:cxn ang="0">
                  <a:pos x="T2" y="T3"/>
                </a:cxn>
                <a:cxn ang="0">
                  <a:pos x="T4" y="T5"/>
                </a:cxn>
                <a:cxn ang="0">
                  <a:pos x="T6" y="T7"/>
                </a:cxn>
                <a:cxn ang="0">
                  <a:pos x="T8" y="T9"/>
                </a:cxn>
              </a:cxnLst>
              <a:rect l="0" t="0" r="r" b="b"/>
              <a:pathLst>
                <a:path w="3" h="6">
                  <a:moveTo>
                    <a:pt x="3" y="4"/>
                  </a:moveTo>
                  <a:cubicBezTo>
                    <a:pt x="3" y="5"/>
                    <a:pt x="2" y="5"/>
                    <a:pt x="2" y="6"/>
                  </a:cubicBezTo>
                  <a:cubicBezTo>
                    <a:pt x="1" y="4"/>
                    <a:pt x="1" y="3"/>
                    <a:pt x="1" y="2"/>
                  </a:cubicBezTo>
                  <a:cubicBezTo>
                    <a:pt x="0" y="1"/>
                    <a:pt x="1" y="1"/>
                    <a:pt x="1" y="0"/>
                  </a:cubicBezTo>
                  <a:cubicBezTo>
                    <a:pt x="2" y="2"/>
                    <a:pt x="2" y="3"/>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3" name="Freeform 3300">
              <a:extLst>
                <a:ext uri="{FF2B5EF4-FFF2-40B4-BE49-F238E27FC236}">
                  <a16:creationId xmlns:a16="http://schemas.microsoft.com/office/drawing/2014/main" id="{12C4E152-2CF1-61B5-DC1B-3EC0FB879A4F}"/>
                </a:ext>
              </a:extLst>
            </p:cNvPr>
            <p:cNvSpPr>
              <a:spLocks/>
            </p:cNvSpPr>
            <p:nvPr/>
          </p:nvSpPr>
          <p:spPr bwMode="auto">
            <a:xfrm rot="5094805">
              <a:off x="3145628" y="3976651"/>
              <a:ext cx="9140" cy="9140"/>
            </a:xfrm>
            <a:custGeom>
              <a:avLst/>
              <a:gdLst>
                <a:gd name="T0" fmla="*/ 4 w 4"/>
                <a:gd name="T1" fmla="*/ 2 h 4"/>
                <a:gd name="T2" fmla="*/ 1 w 4"/>
                <a:gd name="T3" fmla="*/ 4 h 4"/>
                <a:gd name="T4" fmla="*/ 0 w 4"/>
                <a:gd name="T5" fmla="*/ 2 h 4"/>
                <a:gd name="T6" fmla="*/ 3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3" y="3"/>
                    <a:pt x="2" y="4"/>
                    <a:pt x="1" y="4"/>
                  </a:cubicBezTo>
                  <a:cubicBezTo>
                    <a:pt x="1" y="4"/>
                    <a:pt x="1" y="2"/>
                    <a:pt x="0" y="2"/>
                  </a:cubicBezTo>
                  <a:cubicBezTo>
                    <a:pt x="1" y="1"/>
                    <a:pt x="2" y="0"/>
                    <a:pt x="3" y="0"/>
                  </a:cubicBezTo>
                  <a:cubicBezTo>
                    <a:pt x="3"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4" name="Freeform 3301">
              <a:extLst>
                <a:ext uri="{FF2B5EF4-FFF2-40B4-BE49-F238E27FC236}">
                  <a16:creationId xmlns:a16="http://schemas.microsoft.com/office/drawing/2014/main" id="{D4844FBB-BDBD-078E-629C-DE2562E5FD56}"/>
                </a:ext>
              </a:extLst>
            </p:cNvPr>
            <p:cNvSpPr>
              <a:spLocks/>
            </p:cNvSpPr>
            <p:nvPr/>
          </p:nvSpPr>
          <p:spPr bwMode="auto">
            <a:xfrm rot="5094805">
              <a:off x="3142470" y="4174314"/>
              <a:ext cx="6856" cy="6856"/>
            </a:xfrm>
            <a:custGeom>
              <a:avLst/>
              <a:gdLst>
                <a:gd name="T0" fmla="*/ 0 w 3"/>
                <a:gd name="T1" fmla="*/ 1 h 3"/>
                <a:gd name="T2" fmla="*/ 2 w 3"/>
                <a:gd name="T3" fmla="*/ 0 h 3"/>
                <a:gd name="T4" fmla="*/ 3 w 3"/>
                <a:gd name="T5" fmla="*/ 2 h 3"/>
                <a:gd name="T6" fmla="*/ 3 w 3"/>
                <a:gd name="T7" fmla="*/ 3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1" y="1"/>
                    <a:pt x="2" y="0"/>
                    <a:pt x="2" y="0"/>
                  </a:cubicBezTo>
                  <a:cubicBezTo>
                    <a:pt x="3" y="0"/>
                    <a:pt x="3" y="1"/>
                    <a:pt x="3" y="2"/>
                  </a:cubicBezTo>
                  <a:cubicBezTo>
                    <a:pt x="3" y="2"/>
                    <a:pt x="3" y="3"/>
                    <a:pt x="3" y="3"/>
                  </a:cubicBezTo>
                  <a:cubicBezTo>
                    <a:pt x="2" y="3"/>
                    <a:pt x="1"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5" name="Freeform 3302">
              <a:extLst>
                <a:ext uri="{FF2B5EF4-FFF2-40B4-BE49-F238E27FC236}">
                  <a16:creationId xmlns:a16="http://schemas.microsoft.com/office/drawing/2014/main" id="{9055D82D-CDCC-ABC0-0442-B6A79D700A0E}"/>
                </a:ext>
              </a:extLst>
            </p:cNvPr>
            <p:cNvSpPr>
              <a:spLocks/>
            </p:cNvSpPr>
            <p:nvPr/>
          </p:nvSpPr>
          <p:spPr bwMode="auto">
            <a:xfrm rot="5094805">
              <a:off x="3136092" y="4373212"/>
              <a:ext cx="9140" cy="6856"/>
            </a:xfrm>
            <a:custGeom>
              <a:avLst/>
              <a:gdLst>
                <a:gd name="T0" fmla="*/ 3 w 3"/>
                <a:gd name="T1" fmla="*/ 2 h 2"/>
                <a:gd name="T2" fmla="*/ 1 w 3"/>
                <a:gd name="T3" fmla="*/ 2 h 2"/>
                <a:gd name="T4" fmla="*/ 0 w 3"/>
                <a:gd name="T5" fmla="*/ 1 h 2"/>
                <a:gd name="T6" fmla="*/ 2 w 3"/>
                <a:gd name="T7" fmla="*/ 0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2"/>
                    <a:pt x="2" y="2"/>
                    <a:pt x="1" y="2"/>
                  </a:cubicBezTo>
                  <a:cubicBezTo>
                    <a:pt x="1" y="2"/>
                    <a:pt x="0" y="1"/>
                    <a:pt x="0" y="1"/>
                  </a:cubicBezTo>
                  <a:cubicBezTo>
                    <a:pt x="1" y="0"/>
                    <a:pt x="2" y="0"/>
                    <a:pt x="2" y="0"/>
                  </a:cubicBezTo>
                  <a:cubicBezTo>
                    <a:pt x="3"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6" name="Freeform 3303">
              <a:extLst>
                <a:ext uri="{FF2B5EF4-FFF2-40B4-BE49-F238E27FC236}">
                  <a16:creationId xmlns:a16="http://schemas.microsoft.com/office/drawing/2014/main" id="{8E4F1488-C956-D106-577F-C879B489F579}"/>
                </a:ext>
              </a:extLst>
            </p:cNvPr>
            <p:cNvSpPr>
              <a:spLocks/>
            </p:cNvSpPr>
            <p:nvPr/>
          </p:nvSpPr>
          <p:spPr bwMode="auto">
            <a:xfrm rot="5094805">
              <a:off x="3127446" y="4572515"/>
              <a:ext cx="6856" cy="6856"/>
            </a:xfrm>
            <a:custGeom>
              <a:avLst/>
              <a:gdLst>
                <a:gd name="T0" fmla="*/ 3 w 3"/>
                <a:gd name="T1" fmla="*/ 2 h 2"/>
                <a:gd name="T2" fmla="*/ 1 w 3"/>
                <a:gd name="T3" fmla="*/ 2 h 2"/>
                <a:gd name="T4" fmla="*/ 0 w 3"/>
                <a:gd name="T5" fmla="*/ 1 h 2"/>
                <a:gd name="T6" fmla="*/ 2 w 3"/>
                <a:gd name="T7" fmla="*/ 0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2"/>
                    <a:pt x="2" y="2"/>
                    <a:pt x="1" y="2"/>
                  </a:cubicBezTo>
                  <a:cubicBezTo>
                    <a:pt x="1" y="2"/>
                    <a:pt x="0" y="2"/>
                    <a:pt x="0" y="1"/>
                  </a:cubicBezTo>
                  <a:cubicBezTo>
                    <a:pt x="1" y="1"/>
                    <a:pt x="2" y="0"/>
                    <a:pt x="2" y="0"/>
                  </a:cubicBezTo>
                  <a:cubicBezTo>
                    <a:pt x="3"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7" name="Freeform 3304">
              <a:extLst>
                <a:ext uri="{FF2B5EF4-FFF2-40B4-BE49-F238E27FC236}">
                  <a16:creationId xmlns:a16="http://schemas.microsoft.com/office/drawing/2014/main" id="{DBB4FB4F-C3DF-5F9D-65DA-BA2708CA7C5D}"/>
                </a:ext>
              </a:extLst>
            </p:cNvPr>
            <p:cNvSpPr>
              <a:spLocks/>
            </p:cNvSpPr>
            <p:nvPr/>
          </p:nvSpPr>
          <p:spPr bwMode="auto">
            <a:xfrm rot="5094805">
              <a:off x="3114240" y="4774305"/>
              <a:ext cx="9140" cy="2286"/>
            </a:xfrm>
            <a:custGeom>
              <a:avLst/>
              <a:gdLst>
                <a:gd name="T0" fmla="*/ 3 w 3"/>
                <a:gd name="T1" fmla="*/ 1 h 1"/>
                <a:gd name="T2" fmla="*/ 1 w 3"/>
                <a:gd name="T3" fmla="*/ 1 h 1"/>
                <a:gd name="T4" fmla="*/ 0 w 3"/>
                <a:gd name="T5" fmla="*/ 0 h 1"/>
                <a:gd name="T6" fmla="*/ 2 w 3"/>
                <a:gd name="T7" fmla="*/ 0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2" y="1"/>
                    <a:pt x="2" y="1"/>
                    <a:pt x="1" y="1"/>
                  </a:cubicBezTo>
                  <a:cubicBezTo>
                    <a:pt x="1" y="1"/>
                    <a:pt x="0" y="1"/>
                    <a:pt x="0" y="0"/>
                  </a:cubicBezTo>
                  <a:cubicBezTo>
                    <a:pt x="1" y="0"/>
                    <a:pt x="2" y="0"/>
                    <a:pt x="2" y="0"/>
                  </a:cubicBezTo>
                  <a:cubicBezTo>
                    <a:pt x="3"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8" name="Freeform 3305">
              <a:extLst>
                <a:ext uri="{FF2B5EF4-FFF2-40B4-BE49-F238E27FC236}">
                  <a16:creationId xmlns:a16="http://schemas.microsoft.com/office/drawing/2014/main" id="{B869EE0B-7A68-847B-D2AA-0FB902CFFA31}"/>
                </a:ext>
              </a:extLst>
            </p:cNvPr>
            <p:cNvSpPr>
              <a:spLocks/>
            </p:cNvSpPr>
            <p:nvPr/>
          </p:nvSpPr>
          <p:spPr bwMode="auto">
            <a:xfrm rot="5094805">
              <a:off x="3099905" y="4972974"/>
              <a:ext cx="6856" cy="4570"/>
            </a:xfrm>
            <a:custGeom>
              <a:avLst/>
              <a:gdLst>
                <a:gd name="T0" fmla="*/ 0 w 3"/>
                <a:gd name="T1" fmla="*/ 0 h 1"/>
                <a:gd name="T2" fmla="*/ 2 w 3"/>
                <a:gd name="T3" fmla="*/ 0 h 1"/>
                <a:gd name="T4" fmla="*/ 3 w 3"/>
                <a:gd name="T5" fmla="*/ 1 h 1"/>
                <a:gd name="T6" fmla="*/ 2 w 3"/>
                <a:gd name="T7" fmla="*/ 1 h 1"/>
                <a:gd name="T8" fmla="*/ 0 w 3"/>
                <a:gd name="T9" fmla="*/ 0 h 1"/>
              </a:gdLst>
              <a:ahLst/>
              <a:cxnLst>
                <a:cxn ang="0">
                  <a:pos x="T0" y="T1"/>
                </a:cxn>
                <a:cxn ang="0">
                  <a:pos x="T2" y="T3"/>
                </a:cxn>
                <a:cxn ang="0">
                  <a:pos x="T4" y="T5"/>
                </a:cxn>
                <a:cxn ang="0">
                  <a:pos x="T6" y="T7"/>
                </a:cxn>
                <a:cxn ang="0">
                  <a:pos x="T8" y="T9"/>
                </a:cxn>
              </a:cxnLst>
              <a:rect l="0" t="0" r="r" b="b"/>
              <a:pathLst>
                <a:path w="3" h="1">
                  <a:moveTo>
                    <a:pt x="0" y="0"/>
                  </a:moveTo>
                  <a:cubicBezTo>
                    <a:pt x="0" y="0"/>
                    <a:pt x="1" y="0"/>
                    <a:pt x="2" y="0"/>
                  </a:cubicBezTo>
                  <a:cubicBezTo>
                    <a:pt x="2" y="0"/>
                    <a:pt x="3" y="0"/>
                    <a:pt x="3" y="1"/>
                  </a:cubicBezTo>
                  <a:cubicBezTo>
                    <a:pt x="3" y="1"/>
                    <a:pt x="3" y="1"/>
                    <a:pt x="2" y="1"/>
                  </a:cubicBezTo>
                  <a:cubicBezTo>
                    <a:pt x="1" y="1"/>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9" name="Freeform 3306">
              <a:extLst>
                <a:ext uri="{FF2B5EF4-FFF2-40B4-BE49-F238E27FC236}">
                  <a16:creationId xmlns:a16="http://schemas.microsoft.com/office/drawing/2014/main" id="{86256FFC-57A7-1E59-DAA2-1C4F8D24A3C8}"/>
                </a:ext>
              </a:extLst>
            </p:cNvPr>
            <p:cNvSpPr>
              <a:spLocks/>
            </p:cNvSpPr>
            <p:nvPr/>
          </p:nvSpPr>
          <p:spPr bwMode="auto">
            <a:xfrm rot="5094805">
              <a:off x="3088878" y="5172382"/>
              <a:ext cx="6856" cy="2286"/>
            </a:xfrm>
            <a:custGeom>
              <a:avLst/>
              <a:gdLst>
                <a:gd name="T0" fmla="*/ 2 w 3"/>
                <a:gd name="T1" fmla="*/ 0 h 1"/>
                <a:gd name="T2" fmla="*/ 3 w 3"/>
                <a:gd name="T3" fmla="*/ 1 h 1"/>
                <a:gd name="T4" fmla="*/ 1 w 3"/>
                <a:gd name="T5" fmla="*/ 1 h 1"/>
                <a:gd name="T6" fmla="*/ 0 w 3"/>
                <a:gd name="T7" fmla="*/ 0 h 1"/>
                <a:gd name="T8" fmla="*/ 2 w 3"/>
                <a:gd name="T9" fmla="*/ 0 h 1"/>
              </a:gdLst>
              <a:ahLst/>
              <a:cxnLst>
                <a:cxn ang="0">
                  <a:pos x="T0" y="T1"/>
                </a:cxn>
                <a:cxn ang="0">
                  <a:pos x="T2" y="T3"/>
                </a:cxn>
                <a:cxn ang="0">
                  <a:pos x="T4" y="T5"/>
                </a:cxn>
                <a:cxn ang="0">
                  <a:pos x="T6" y="T7"/>
                </a:cxn>
                <a:cxn ang="0">
                  <a:pos x="T8" y="T9"/>
                </a:cxn>
              </a:cxnLst>
              <a:rect l="0" t="0" r="r" b="b"/>
              <a:pathLst>
                <a:path w="3" h="1">
                  <a:moveTo>
                    <a:pt x="2" y="0"/>
                  </a:moveTo>
                  <a:cubicBezTo>
                    <a:pt x="2" y="0"/>
                    <a:pt x="3" y="1"/>
                    <a:pt x="3" y="1"/>
                  </a:cubicBezTo>
                  <a:cubicBezTo>
                    <a:pt x="2" y="1"/>
                    <a:pt x="2" y="1"/>
                    <a:pt x="1" y="1"/>
                  </a:cubicBezTo>
                  <a:cubicBezTo>
                    <a:pt x="0" y="1"/>
                    <a:pt x="0" y="1"/>
                    <a:pt x="0" y="0"/>
                  </a:cubicBezTo>
                  <a:cubicBezTo>
                    <a:pt x="0"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0" name="Freeform 3307">
              <a:extLst>
                <a:ext uri="{FF2B5EF4-FFF2-40B4-BE49-F238E27FC236}">
                  <a16:creationId xmlns:a16="http://schemas.microsoft.com/office/drawing/2014/main" id="{8E653943-725B-13C7-BA4F-70B42142EAF1}"/>
                </a:ext>
              </a:extLst>
            </p:cNvPr>
            <p:cNvSpPr>
              <a:spLocks/>
            </p:cNvSpPr>
            <p:nvPr/>
          </p:nvSpPr>
          <p:spPr bwMode="auto">
            <a:xfrm rot="5094805">
              <a:off x="3079191" y="5372823"/>
              <a:ext cx="6856" cy="2286"/>
            </a:xfrm>
            <a:custGeom>
              <a:avLst/>
              <a:gdLst>
                <a:gd name="T0" fmla="*/ 3 w 3"/>
                <a:gd name="T1" fmla="*/ 1 h 1"/>
                <a:gd name="T2" fmla="*/ 1 w 3"/>
                <a:gd name="T3" fmla="*/ 1 h 1"/>
                <a:gd name="T4" fmla="*/ 0 w 3"/>
                <a:gd name="T5" fmla="*/ 0 h 1"/>
                <a:gd name="T6" fmla="*/ 2 w 3"/>
                <a:gd name="T7" fmla="*/ 0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2" y="1"/>
                    <a:pt x="1" y="1"/>
                    <a:pt x="1" y="1"/>
                  </a:cubicBezTo>
                  <a:cubicBezTo>
                    <a:pt x="0" y="1"/>
                    <a:pt x="0" y="0"/>
                    <a:pt x="0" y="0"/>
                  </a:cubicBezTo>
                  <a:cubicBezTo>
                    <a:pt x="0" y="0"/>
                    <a:pt x="1" y="0"/>
                    <a:pt x="2" y="0"/>
                  </a:cubicBezTo>
                  <a:cubicBezTo>
                    <a:pt x="2"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1" name="Freeform 3308">
              <a:extLst>
                <a:ext uri="{FF2B5EF4-FFF2-40B4-BE49-F238E27FC236}">
                  <a16:creationId xmlns:a16="http://schemas.microsoft.com/office/drawing/2014/main" id="{2E7D13F5-D208-C5CD-67DE-0F0BDC88DEB9}"/>
                </a:ext>
              </a:extLst>
            </p:cNvPr>
            <p:cNvSpPr>
              <a:spLocks/>
            </p:cNvSpPr>
            <p:nvPr/>
          </p:nvSpPr>
          <p:spPr bwMode="auto">
            <a:xfrm rot="5094805">
              <a:off x="3073749" y="5570487"/>
              <a:ext cx="9140" cy="0"/>
            </a:xfrm>
            <a:custGeom>
              <a:avLst/>
              <a:gdLst>
                <a:gd name="T0" fmla="*/ 4 w 4"/>
                <a:gd name="T1" fmla="*/ 1 w 4"/>
                <a:gd name="T2" fmla="*/ 0 w 4"/>
                <a:gd name="T3" fmla="*/ 3 w 4"/>
                <a:gd name="T4" fmla="*/ 4 w 4"/>
              </a:gdLst>
              <a:ahLst/>
              <a:cxnLst>
                <a:cxn ang="0">
                  <a:pos x="T0" y="0"/>
                </a:cxn>
                <a:cxn ang="0">
                  <a:pos x="T1" y="0"/>
                </a:cxn>
                <a:cxn ang="0">
                  <a:pos x="T2" y="0"/>
                </a:cxn>
                <a:cxn ang="0">
                  <a:pos x="T3" y="0"/>
                </a:cxn>
                <a:cxn ang="0">
                  <a:pos x="T4" y="0"/>
                </a:cxn>
              </a:cxnLst>
              <a:rect l="0" t="0" r="r" b="b"/>
              <a:pathLst>
                <a:path w="4">
                  <a:moveTo>
                    <a:pt x="4" y="0"/>
                  </a:moveTo>
                  <a:cubicBezTo>
                    <a:pt x="3" y="0"/>
                    <a:pt x="2" y="0"/>
                    <a:pt x="1" y="0"/>
                  </a:cubicBezTo>
                  <a:cubicBezTo>
                    <a:pt x="1" y="0"/>
                    <a:pt x="0" y="0"/>
                    <a:pt x="0" y="0"/>
                  </a:cubicBezTo>
                  <a:cubicBezTo>
                    <a:pt x="1" y="0"/>
                    <a:pt x="2" y="0"/>
                    <a:pt x="3"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2" name="Freeform 3309">
              <a:extLst>
                <a:ext uri="{FF2B5EF4-FFF2-40B4-BE49-F238E27FC236}">
                  <a16:creationId xmlns:a16="http://schemas.microsoft.com/office/drawing/2014/main" id="{E81E6D6F-DF04-3A85-E0C2-EF5D1D0D6033}"/>
                </a:ext>
              </a:extLst>
            </p:cNvPr>
            <p:cNvSpPr>
              <a:spLocks/>
            </p:cNvSpPr>
            <p:nvPr/>
          </p:nvSpPr>
          <p:spPr bwMode="auto">
            <a:xfrm rot="5094805">
              <a:off x="3079791" y="5767234"/>
              <a:ext cx="9140" cy="0"/>
            </a:xfrm>
            <a:custGeom>
              <a:avLst/>
              <a:gdLst>
                <a:gd name="T0" fmla="*/ 3 w 3"/>
                <a:gd name="T1" fmla="*/ 1 w 3"/>
                <a:gd name="T2" fmla="*/ 0 w 3"/>
                <a:gd name="T3" fmla="*/ 2 w 3"/>
                <a:gd name="T4" fmla="*/ 3 w 3"/>
              </a:gdLst>
              <a:ahLst/>
              <a:cxnLst>
                <a:cxn ang="0">
                  <a:pos x="T0" y="0"/>
                </a:cxn>
                <a:cxn ang="0">
                  <a:pos x="T1" y="0"/>
                </a:cxn>
                <a:cxn ang="0">
                  <a:pos x="T2" y="0"/>
                </a:cxn>
                <a:cxn ang="0">
                  <a:pos x="T3" y="0"/>
                </a:cxn>
                <a:cxn ang="0">
                  <a:pos x="T4" y="0"/>
                </a:cxn>
              </a:cxnLst>
              <a:rect l="0" t="0" r="r" b="b"/>
              <a:pathLst>
                <a:path w="3">
                  <a:moveTo>
                    <a:pt x="3" y="0"/>
                  </a:moveTo>
                  <a:cubicBezTo>
                    <a:pt x="2" y="0"/>
                    <a:pt x="2" y="0"/>
                    <a:pt x="1" y="0"/>
                  </a:cubicBezTo>
                  <a:cubicBezTo>
                    <a:pt x="0" y="0"/>
                    <a:pt x="0" y="0"/>
                    <a:pt x="0" y="0"/>
                  </a:cubicBezTo>
                  <a:cubicBezTo>
                    <a:pt x="1" y="0"/>
                    <a:pt x="1" y="0"/>
                    <a:pt x="2" y="0"/>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3" name="Freeform 3310">
              <a:extLst>
                <a:ext uri="{FF2B5EF4-FFF2-40B4-BE49-F238E27FC236}">
                  <a16:creationId xmlns:a16="http://schemas.microsoft.com/office/drawing/2014/main" id="{BC1279D8-D559-C09F-0E2B-67FFE4670F4F}"/>
                </a:ext>
              </a:extLst>
            </p:cNvPr>
            <p:cNvSpPr>
              <a:spLocks/>
            </p:cNvSpPr>
            <p:nvPr/>
          </p:nvSpPr>
          <p:spPr bwMode="auto">
            <a:xfrm rot="5094805">
              <a:off x="3099393" y="5960586"/>
              <a:ext cx="6856" cy="2286"/>
            </a:xfrm>
            <a:custGeom>
              <a:avLst/>
              <a:gdLst>
                <a:gd name="T0" fmla="*/ 3 w 3"/>
                <a:gd name="T1" fmla="*/ 0 h 1"/>
                <a:gd name="T2" fmla="*/ 1 w 3"/>
                <a:gd name="T3" fmla="*/ 1 h 1"/>
                <a:gd name="T4" fmla="*/ 0 w 3"/>
                <a:gd name="T5" fmla="*/ 0 h 1"/>
                <a:gd name="T6" fmla="*/ 2 w 3"/>
                <a:gd name="T7" fmla="*/ 0 h 1"/>
                <a:gd name="T8" fmla="*/ 3 w 3"/>
                <a:gd name="T9" fmla="*/ 0 h 1"/>
              </a:gdLst>
              <a:ahLst/>
              <a:cxnLst>
                <a:cxn ang="0">
                  <a:pos x="T0" y="T1"/>
                </a:cxn>
                <a:cxn ang="0">
                  <a:pos x="T2" y="T3"/>
                </a:cxn>
                <a:cxn ang="0">
                  <a:pos x="T4" y="T5"/>
                </a:cxn>
                <a:cxn ang="0">
                  <a:pos x="T6" y="T7"/>
                </a:cxn>
                <a:cxn ang="0">
                  <a:pos x="T8" y="T9"/>
                </a:cxn>
              </a:cxnLst>
              <a:rect l="0" t="0" r="r" b="b"/>
              <a:pathLst>
                <a:path w="3" h="1">
                  <a:moveTo>
                    <a:pt x="3" y="0"/>
                  </a:moveTo>
                  <a:cubicBezTo>
                    <a:pt x="2" y="1"/>
                    <a:pt x="2" y="1"/>
                    <a:pt x="1" y="1"/>
                  </a:cubicBezTo>
                  <a:cubicBezTo>
                    <a:pt x="1" y="1"/>
                    <a:pt x="0" y="1"/>
                    <a:pt x="0" y="0"/>
                  </a:cubicBezTo>
                  <a:cubicBezTo>
                    <a:pt x="1" y="0"/>
                    <a:pt x="1" y="0"/>
                    <a:pt x="2" y="0"/>
                  </a:cubicBezTo>
                  <a:cubicBezTo>
                    <a:pt x="3"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4" name="Freeform 3311">
              <a:extLst>
                <a:ext uri="{FF2B5EF4-FFF2-40B4-BE49-F238E27FC236}">
                  <a16:creationId xmlns:a16="http://schemas.microsoft.com/office/drawing/2014/main" id="{30F0C52E-85F4-E6A4-FA70-707F47189986}"/>
                </a:ext>
              </a:extLst>
            </p:cNvPr>
            <p:cNvSpPr>
              <a:spLocks/>
            </p:cNvSpPr>
            <p:nvPr/>
          </p:nvSpPr>
          <p:spPr bwMode="auto">
            <a:xfrm rot="5094805">
              <a:off x="3138129" y="6150880"/>
              <a:ext cx="9140" cy="2286"/>
            </a:xfrm>
            <a:custGeom>
              <a:avLst/>
              <a:gdLst>
                <a:gd name="T0" fmla="*/ 3 w 4"/>
                <a:gd name="T1" fmla="*/ 0 h 1"/>
                <a:gd name="T2" fmla="*/ 4 w 4"/>
                <a:gd name="T3" fmla="*/ 1 h 1"/>
                <a:gd name="T4" fmla="*/ 2 w 4"/>
                <a:gd name="T5" fmla="*/ 1 h 1"/>
                <a:gd name="T6" fmla="*/ 0 w 4"/>
                <a:gd name="T7" fmla="*/ 1 h 1"/>
                <a:gd name="T8" fmla="*/ 3 w 4"/>
                <a:gd name="T9" fmla="*/ 0 h 1"/>
              </a:gdLst>
              <a:ahLst/>
              <a:cxnLst>
                <a:cxn ang="0">
                  <a:pos x="T0" y="T1"/>
                </a:cxn>
                <a:cxn ang="0">
                  <a:pos x="T2" y="T3"/>
                </a:cxn>
                <a:cxn ang="0">
                  <a:pos x="T4" y="T5"/>
                </a:cxn>
                <a:cxn ang="0">
                  <a:pos x="T6" y="T7"/>
                </a:cxn>
                <a:cxn ang="0">
                  <a:pos x="T8" y="T9"/>
                </a:cxn>
              </a:cxnLst>
              <a:rect l="0" t="0" r="r" b="b"/>
              <a:pathLst>
                <a:path w="4" h="1">
                  <a:moveTo>
                    <a:pt x="3" y="0"/>
                  </a:moveTo>
                  <a:cubicBezTo>
                    <a:pt x="3" y="0"/>
                    <a:pt x="3" y="0"/>
                    <a:pt x="4" y="1"/>
                  </a:cubicBezTo>
                  <a:cubicBezTo>
                    <a:pt x="3" y="1"/>
                    <a:pt x="2" y="1"/>
                    <a:pt x="2" y="1"/>
                  </a:cubicBezTo>
                  <a:cubicBezTo>
                    <a:pt x="1" y="1"/>
                    <a:pt x="1" y="1"/>
                    <a:pt x="0"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5" name="Freeform 3312">
              <a:extLst>
                <a:ext uri="{FF2B5EF4-FFF2-40B4-BE49-F238E27FC236}">
                  <a16:creationId xmlns:a16="http://schemas.microsoft.com/office/drawing/2014/main" id="{F173C7D8-CFCA-C28A-7328-52AC55DB5AA4}"/>
                </a:ext>
              </a:extLst>
            </p:cNvPr>
            <p:cNvSpPr>
              <a:spLocks/>
            </p:cNvSpPr>
            <p:nvPr/>
          </p:nvSpPr>
          <p:spPr bwMode="auto">
            <a:xfrm rot="5094805">
              <a:off x="3209973" y="6339475"/>
              <a:ext cx="9140" cy="2286"/>
            </a:xfrm>
            <a:custGeom>
              <a:avLst/>
              <a:gdLst>
                <a:gd name="T0" fmla="*/ 0 w 3"/>
                <a:gd name="T1" fmla="*/ 1 h 1"/>
                <a:gd name="T2" fmla="*/ 2 w 3"/>
                <a:gd name="T3" fmla="*/ 0 h 1"/>
                <a:gd name="T4" fmla="*/ 3 w 3"/>
                <a:gd name="T5" fmla="*/ 0 h 1"/>
                <a:gd name="T6" fmla="*/ 3 w 3"/>
                <a:gd name="T7" fmla="*/ 1 h 1"/>
                <a:gd name="T8" fmla="*/ 0 w 3"/>
                <a:gd name="T9" fmla="*/ 1 h 1"/>
              </a:gdLst>
              <a:ahLst/>
              <a:cxnLst>
                <a:cxn ang="0">
                  <a:pos x="T0" y="T1"/>
                </a:cxn>
                <a:cxn ang="0">
                  <a:pos x="T2" y="T3"/>
                </a:cxn>
                <a:cxn ang="0">
                  <a:pos x="T4" y="T5"/>
                </a:cxn>
                <a:cxn ang="0">
                  <a:pos x="T6" y="T7"/>
                </a:cxn>
                <a:cxn ang="0">
                  <a:pos x="T8" y="T9"/>
                </a:cxn>
              </a:cxnLst>
              <a:rect l="0" t="0" r="r" b="b"/>
              <a:pathLst>
                <a:path w="3" h="1">
                  <a:moveTo>
                    <a:pt x="0" y="1"/>
                  </a:moveTo>
                  <a:cubicBezTo>
                    <a:pt x="1" y="1"/>
                    <a:pt x="2" y="0"/>
                    <a:pt x="2" y="0"/>
                  </a:cubicBezTo>
                  <a:cubicBezTo>
                    <a:pt x="3" y="0"/>
                    <a:pt x="3" y="0"/>
                    <a:pt x="3" y="0"/>
                  </a:cubicBezTo>
                  <a:cubicBezTo>
                    <a:pt x="3" y="0"/>
                    <a:pt x="3" y="1"/>
                    <a:pt x="3" y="1"/>
                  </a:cubicBezTo>
                  <a:cubicBezTo>
                    <a:pt x="2" y="1"/>
                    <a:pt x="1"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6" name="Freeform 3313">
              <a:extLst>
                <a:ext uri="{FF2B5EF4-FFF2-40B4-BE49-F238E27FC236}">
                  <a16:creationId xmlns:a16="http://schemas.microsoft.com/office/drawing/2014/main" id="{B8012BB4-6757-92B3-C1E7-F8C14ADBCF0C}"/>
                </a:ext>
              </a:extLst>
            </p:cNvPr>
            <p:cNvSpPr>
              <a:spLocks/>
            </p:cNvSpPr>
            <p:nvPr/>
          </p:nvSpPr>
          <p:spPr bwMode="auto">
            <a:xfrm rot="5094805">
              <a:off x="3310266" y="6524397"/>
              <a:ext cx="9140" cy="4570"/>
            </a:xfrm>
            <a:custGeom>
              <a:avLst/>
              <a:gdLst>
                <a:gd name="T0" fmla="*/ 4 w 4"/>
                <a:gd name="T1" fmla="*/ 0 h 2"/>
                <a:gd name="T2" fmla="*/ 1 w 4"/>
                <a:gd name="T3" fmla="*/ 1 h 2"/>
                <a:gd name="T4" fmla="*/ 0 w 4"/>
                <a:gd name="T5" fmla="*/ 2 h 2"/>
                <a:gd name="T6" fmla="*/ 3 w 4"/>
                <a:gd name="T7" fmla="*/ 0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3" y="0"/>
                    <a:pt x="2" y="1"/>
                    <a:pt x="1" y="1"/>
                  </a:cubicBezTo>
                  <a:cubicBezTo>
                    <a:pt x="1" y="2"/>
                    <a:pt x="0" y="2"/>
                    <a:pt x="0" y="2"/>
                  </a:cubicBezTo>
                  <a:cubicBezTo>
                    <a:pt x="1" y="1"/>
                    <a:pt x="2" y="1"/>
                    <a:pt x="3"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7" name="Freeform 3314">
              <a:extLst>
                <a:ext uri="{FF2B5EF4-FFF2-40B4-BE49-F238E27FC236}">
                  <a16:creationId xmlns:a16="http://schemas.microsoft.com/office/drawing/2014/main" id="{4AF645D1-F4C4-D90E-2E4C-2F5A48E7BB3D}"/>
                </a:ext>
              </a:extLst>
            </p:cNvPr>
            <p:cNvSpPr>
              <a:spLocks/>
            </p:cNvSpPr>
            <p:nvPr/>
          </p:nvSpPr>
          <p:spPr bwMode="auto">
            <a:xfrm rot="5094805">
              <a:off x="3438709" y="6703473"/>
              <a:ext cx="6856" cy="6856"/>
            </a:xfrm>
            <a:custGeom>
              <a:avLst/>
              <a:gdLst>
                <a:gd name="T0" fmla="*/ 3 w 3"/>
                <a:gd name="T1" fmla="*/ 1 h 2"/>
                <a:gd name="T2" fmla="*/ 0 w 3"/>
                <a:gd name="T3" fmla="*/ 2 h 2"/>
                <a:gd name="T4" fmla="*/ 1 w 3"/>
                <a:gd name="T5" fmla="*/ 1 h 2"/>
                <a:gd name="T6" fmla="*/ 3 w 3"/>
                <a:gd name="T7" fmla="*/ 0 h 2"/>
                <a:gd name="T8" fmla="*/ 3 w 3"/>
                <a:gd name="T9" fmla="*/ 1 h 2"/>
              </a:gdLst>
              <a:ahLst/>
              <a:cxnLst>
                <a:cxn ang="0">
                  <a:pos x="T0" y="T1"/>
                </a:cxn>
                <a:cxn ang="0">
                  <a:pos x="T2" y="T3"/>
                </a:cxn>
                <a:cxn ang="0">
                  <a:pos x="T4" y="T5"/>
                </a:cxn>
                <a:cxn ang="0">
                  <a:pos x="T6" y="T7"/>
                </a:cxn>
                <a:cxn ang="0">
                  <a:pos x="T8" y="T9"/>
                </a:cxn>
              </a:cxnLst>
              <a:rect l="0" t="0" r="r" b="b"/>
              <a:pathLst>
                <a:path w="3" h="2">
                  <a:moveTo>
                    <a:pt x="3" y="1"/>
                  </a:moveTo>
                  <a:cubicBezTo>
                    <a:pt x="2" y="1"/>
                    <a:pt x="1" y="2"/>
                    <a:pt x="0" y="2"/>
                  </a:cubicBezTo>
                  <a:cubicBezTo>
                    <a:pt x="0" y="2"/>
                    <a:pt x="1" y="1"/>
                    <a:pt x="1" y="1"/>
                  </a:cubicBezTo>
                  <a:cubicBezTo>
                    <a:pt x="2" y="1"/>
                    <a:pt x="3" y="0"/>
                    <a:pt x="3" y="0"/>
                  </a:cubicBezTo>
                  <a:cubicBezTo>
                    <a:pt x="3"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8" name="Freeform 3336">
              <a:extLst>
                <a:ext uri="{FF2B5EF4-FFF2-40B4-BE49-F238E27FC236}">
                  <a16:creationId xmlns:a16="http://schemas.microsoft.com/office/drawing/2014/main" id="{A979A565-369B-85B0-C463-BE28003AA44C}"/>
                </a:ext>
              </a:extLst>
            </p:cNvPr>
            <p:cNvSpPr>
              <a:spLocks/>
            </p:cNvSpPr>
            <p:nvPr/>
          </p:nvSpPr>
          <p:spPr bwMode="auto">
            <a:xfrm rot="5094805">
              <a:off x="2049051" y="-3252"/>
              <a:ext cx="6856" cy="4570"/>
            </a:xfrm>
            <a:custGeom>
              <a:avLst/>
              <a:gdLst>
                <a:gd name="T0" fmla="*/ 3 w 3"/>
                <a:gd name="T1" fmla="*/ 0 h 2"/>
                <a:gd name="T2" fmla="*/ 1 w 3"/>
                <a:gd name="T3" fmla="*/ 2 h 2"/>
                <a:gd name="T4" fmla="*/ 0 w 3"/>
                <a:gd name="T5" fmla="*/ 2 h 2"/>
                <a:gd name="T6" fmla="*/ 2 w 3"/>
                <a:gd name="T7" fmla="*/ 0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2" y="1"/>
                    <a:pt x="2" y="1"/>
                    <a:pt x="1" y="2"/>
                  </a:cubicBezTo>
                  <a:cubicBezTo>
                    <a:pt x="1" y="2"/>
                    <a:pt x="0" y="2"/>
                    <a:pt x="0" y="2"/>
                  </a:cubicBezTo>
                  <a:cubicBezTo>
                    <a:pt x="0" y="2"/>
                    <a:pt x="1" y="1"/>
                    <a:pt x="2" y="0"/>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9" name="Freeform 3337">
              <a:extLst>
                <a:ext uri="{FF2B5EF4-FFF2-40B4-BE49-F238E27FC236}">
                  <a16:creationId xmlns:a16="http://schemas.microsoft.com/office/drawing/2014/main" id="{7F8EA8BD-F9CD-49A5-802B-7430B423FA81}"/>
                </a:ext>
              </a:extLst>
            </p:cNvPr>
            <p:cNvSpPr>
              <a:spLocks/>
            </p:cNvSpPr>
            <p:nvPr/>
          </p:nvSpPr>
          <p:spPr bwMode="auto">
            <a:xfrm rot="5094805">
              <a:off x="2171592" y="174995"/>
              <a:ext cx="9140" cy="4570"/>
            </a:xfrm>
            <a:custGeom>
              <a:avLst/>
              <a:gdLst>
                <a:gd name="T0" fmla="*/ 3 w 3"/>
                <a:gd name="T1" fmla="*/ 0 h 2"/>
                <a:gd name="T2" fmla="*/ 1 w 3"/>
                <a:gd name="T3" fmla="*/ 2 h 2"/>
                <a:gd name="T4" fmla="*/ 0 w 3"/>
                <a:gd name="T5" fmla="*/ 2 h 2"/>
                <a:gd name="T6" fmla="*/ 2 w 3"/>
                <a:gd name="T7" fmla="*/ 1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3" y="1"/>
                    <a:pt x="2" y="2"/>
                    <a:pt x="1" y="2"/>
                  </a:cubicBezTo>
                  <a:cubicBezTo>
                    <a:pt x="1" y="2"/>
                    <a:pt x="0" y="2"/>
                    <a:pt x="0" y="2"/>
                  </a:cubicBezTo>
                  <a:cubicBezTo>
                    <a:pt x="1" y="2"/>
                    <a:pt x="1" y="1"/>
                    <a:pt x="2" y="1"/>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0" name="Freeform 3338">
              <a:extLst>
                <a:ext uri="{FF2B5EF4-FFF2-40B4-BE49-F238E27FC236}">
                  <a16:creationId xmlns:a16="http://schemas.microsoft.com/office/drawing/2014/main" id="{F75F3C4D-8AAC-1E86-5B94-3566AF2EB0AC}"/>
                </a:ext>
              </a:extLst>
            </p:cNvPr>
            <p:cNvSpPr>
              <a:spLocks/>
            </p:cNvSpPr>
            <p:nvPr/>
          </p:nvSpPr>
          <p:spPr bwMode="auto">
            <a:xfrm rot="5094805">
              <a:off x="2290720" y="352403"/>
              <a:ext cx="11426" cy="6856"/>
            </a:xfrm>
            <a:custGeom>
              <a:avLst/>
              <a:gdLst>
                <a:gd name="T0" fmla="*/ 4 w 4"/>
                <a:gd name="T1" fmla="*/ 1 h 3"/>
                <a:gd name="T2" fmla="*/ 1 w 4"/>
                <a:gd name="T3" fmla="*/ 2 h 3"/>
                <a:gd name="T4" fmla="*/ 0 w 4"/>
                <a:gd name="T5" fmla="*/ 2 h 3"/>
                <a:gd name="T6" fmla="*/ 3 w 4"/>
                <a:gd name="T7" fmla="*/ 1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1"/>
                    <a:pt x="2" y="2"/>
                    <a:pt x="1" y="2"/>
                  </a:cubicBezTo>
                  <a:cubicBezTo>
                    <a:pt x="1" y="3"/>
                    <a:pt x="1" y="2"/>
                    <a:pt x="0" y="2"/>
                  </a:cubicBezTo>
                  <a:cubicBezTo>
                    <a:pt x="1" y="2"/>
                    <a:pt x="2" y="1"/>
                    <a:pt x="3" y="1"/>
                  </a:cubicBezTo>
                  <a:cubicBezTo>
                    <a:pt x="3"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1" name="Freeform 3339">
              <a:extLst>
                <a:ext uri="{FF2B5EF4-FFF2-40B4-BE49-F238E27FC236}">
                  <a16:creationId xmlns:a16="http://schemas.microsoft.com/office/drawing/2014/main" id="{86E8E038-6D5F-3006-95F7-F617A6155B0F}"/>
                </a:ext>
              </a:extLst>
            </p:cNvPr>
            <p:cNvSpPr>
              <a:spLocks/>
            </p:cNvSpPr>
            <p:nvPr/>
          </p:nvSpPr>
          <p:spPr bwMode="auto">
            <a:xfrm rot="5094805">
              <a:off x="2409963" y="532395"/>
              <a:ext cx="6856" cy="6856"/>
            </a:xfrm>
            <a:custGeom>
              <a:avLst/>
              <a:gdLst>
                <a:gd name="T0" fmla="*/ 3 w 3"/>
                <a:gd name="T1" fmla="*/ 1 h 3"/>
                <a:gd name="T2" fmla="*/ 0 w 3"/>
                <a:gd name="T3" fmla="*/ 3 h 3"/>
                <a:gd name="T4" fmla="*/ 0 w 3"/>
                <a:gd name="T5" fmla="*/ 2 h 3"/>
                <a:gd name="T6" fmla="*/ 2 w 3"/>
                <a:gd name="T7" fmla="*/ 0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2"/>
                    <a:pt x="1" y="2"/>
                    <a:pt x="0" y="3"/>
                  </a:cubicBezTo>
                  <a:cubicBezTo>
                    <a:pt x="0" y="3"/>
                    <a:pt x="0" y="3"/>
                    <a:pt x="0" y="2"/>
                  </a:cubicBezTo>
                  <a:cubicBezTo>
                    <a:pt x="0" y="2"/>
                    <a:pt x="1" y="1"/>
                    <a:pt x="2" y="0"/>
                  </a:cubicBezTo>
                  <a:cubicBezTo>
                    <a:pt x="2" y="0"/>
                    <a:pt x="2"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2" name="Freeform 3340">
              <a:extLst>
                <a:ext uri="{FF2B5EF4-FFF2-40B4-BE49-F238E27FC236}">
                  <a16:creationId xmlns:a16="http://schemas.microsoft.com/office/drawing/2014/main" id="{64371FBB-1454-3470-68A7-D002154FD098}"/>
                </a:ext>
              </a:extLst>
            </p:cNvPr>
            <p:cNvSpPr>
              <a:spLocks/>
            </p:cNvSpPr>
            <p:nvPr/>
          </p:nvSpPr>
          <p:spPr bwMode="auto">
            <a:xfrm rot="5094805">
              <a:off x="2524443" y="710314"/>
              <a:ext cx="6856" cy="6856"/>
            </a:xfrm>
            <a:custGeom>
              <a:avLst/>
              <a:gdLst>
                <a:gd name="T0" fmla="*/ 3 w 3"/>
                <a:gd name="T1" fmla="*/ 1 h 3"/>
                <a:gd name="T2" fmla="*/ 1 w 3"/>
                <a:gd name="T3" fmla="*/ 3 h 3"/>
                <a:gd name="T4" fmla="*/ 0 w 3"/>
                <a:gd name="T5" fmla="*/ 2 h 3"/>
                <a:gd name="T6" fmla="*/ 2 w 3"/>
                <a:gd name="T7" fmla="*/ 0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2"/>
                    <a:pt x="1" y="2"/>
                    <a:pt x="1" y="3"/>
                  </a:cubicBezTo>
                  <a:cubicBezTo>
                    <a:pt x="0" y="3"/>
                    <a:pt x="0" y="3"/>
                    <a:pt x="0" y="2"/>
                  </a:cubicBezTo>
                  <a:cubicBezTo>
                    <a:pt x="0" y="2"/>
                    <a:pt x="1" y="1"/>
                    <a:pt x="2" y="0"/>
                  </a:cubicBezTo>
                  <a:cubicBezTo>
                    <a:pt x="2"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3" name="Freeform 3341">
              <a:extLst>
                <a:ext uri="{FF2B5EF4-FFF2-40B4-BE49-F238E27FC236}">
                  <a16:creationId xmlns:a16="http://schemas.microsoft.com/office/drawing/2014/main" id="{A5813EFA-034C-E528-E93A-5BA2882E00D3}"/>
                </a:ext>
              </a:extLst>
            </p:cNvPr>
            <p:cNvSpPr>
              <a:spLocks/>
            </p:cNvSpPr>
            <p:nvPr/>
          </p:nvSpPr>
          <p:spPr bwMode="auto">
            <a:xfrm rot="5094805">
              <a:off x="2636646" y="888435"/>
              <a:ext cx="6856" cy="6856"/>
            </a:xfrm>
            <a:custGeom>
              <a:avLst/>
              <a:gdLst>
                <a:gd name="T0" fmla="*/ 3 w 3"/>
                <a:gd name="T1" fmla="*/ 1 h 3"/>
                <a:gd name="T2" fmla="*/ 1 w 3"/>
                <a:gd name="T3" fmla="*/ 3 h 3"/>
                <a:gd name="T4" fmla="*/ 0 w 3"/>
                <a:gd name="T5" fmla="*/ 2 h 3"/>
                <a:gd name="T6" fmla="*/ 2 w 3"/>
                <a:gd name="T7" fmla="*/ 0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2"/>
                    <a:pt x="2" y="3"/>
                    <a:pt x="1" y="3"/>
                  </a:cubicBezTo>
                  <a:cubicBezTo>
                    <a:pt x="1" y="3"/>
                    <a:pt x="0" y="3"/>
                    <a:pt x="0" y="2"/>
                  </a:cubicBezTo>
                  <a:cubicBezTo>
                    <a:pt x="1" y="2"/>
                    <a:pt x="2" y="1"/>
                    <a:pt x="2" y="0"/>
                  </a:cubicBezTo>
                  <a:cubicBezTo>
                    <a:pt x="3"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4" name="Freeform 3342">
              <a:extLst>
                <a:ext uri="{FF2B5EF4-FFF2-40B4-BE49-F238E27FC236}">
                  <a16:creationId xmlns:a16="http://schemas.microsoft.com/office/drawing/2014/main" id="{F2E2C922-2387-30CE-86B5-300E3E854DBF}"/>
                </a:ext>
              </a:extLst>
            </p:cNvPr>
            <p:cNvSpPr>
              <a:spLocks/>
            </p:cNvSpPr>
            <p:nvPr/>
          </p:nvSpPr>
          <p:spPr bwMode="auto">
            <a:xfrm rot="5094805">
              <a:off x="2743256" y="1068100"/>
              <a:ext cx="9140" cy="6856"/>
            </a:xfrm>
            <a:custGeom>
              <a:avLst/>
              <a:gdLst>
                <a:gd name="T0" fmla="*/ 4 w 4"/>
                <a:gd name="T1" fmla="*/ 1 h 3"/>
                <a:gd name="T2" fmla="*/ 1 w 4"/>
                <a:gd name="T3" fmla="*/ 3 h 3"/>
                <a:gd name="T4" fmla="*/ 0 w 4"/>
                <a:gd name="T5" fmla="*/ 2 h 3"/>
                <a:gd name="T6" fmla="*/ 3 w 4"/>
                <a:gd name="T7" fmla="*/ 0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2"/>
                    <a:pt x="2" y="2"/>
                    <a:pt x="1" y="3"/>
                  </a:cubicBezTo>
                  <a:cubicBezTo>
                    <a:pt x="1" y="3"/>
                    <a:pt x="1" y="2"/>
                    <a:pt x="0" y="2"/>
                  </a:cubicBezTo>
                  <a:cubicBezTo>
                    <a:pt x="1" y="1"/>
                    <a:pt x="2" y="0"/>
                    <a:pt x="3" y="0"/>
                  </a:cubicBezTo>
                  <a:cubicBezTo>
                    <a:pt x="3" y="0"/>
                    <a:pt x="3" y="0"/>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5" name="Freeform 3343">
              <a:extLst>
                <a:ext uri="{FF2B5EF4-FFF2-40B4-BE49-F238E27FC236}">
                  <a16:creationId xmlns:a16="http://schemas.microsoft.com/office/drawing/2014/main" id="{8967345C-20BA-5EEC-CEC6-712F1121D81A}"/>
                </a:ext>
              </a:extLst>
            </p:cNvPr>
            <p:cNvSpPr>
              <a:spLocks/>
            </p:cNvSpPr>
            <p:nvPr/>
          </p:nvSpPr>
          <p:spPr bwMode="auto">
            <a:xfrm rot="5094805">
              <a:off x="2851014" y="1246723"/>
              <a:ext cx="6856" cy="9140"/>
            </a:xfrm>
            <a:custGeom>
              <a:avLst/>
              <a:gdLst>
                <a:gd name="T0" fmla="*/ 3 w 3"/>
                <a:gd name="T1" fmla="*/ 2 h 4"/>
                <a:gd name="T2" fmla="*/ 1 w 3"/>
                <a:gd name="T3" fmla="*/ 4 h 4"/>
                <a:gd name="T4" fmla="*/ 0 w 3"/>
                <a:gd name="T5" fmla="*/ 3 h 4"/>
                <a:gd name="T6" fmla="*/ 2 w 3"/>
                <a:gd name="T7" fmla="*/ 1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3"/>
                    <a:pt x="2" y="4"/>
                    <a:pt x="1" y="4"/>
                  </a:cubicBezTo>
                  <a:cubicBezTo>
                    <a:pt x="1" y="4"/>
                    <a:pt x="0" y="3"/>
                    <a:pt x="0" y="3"/>
                  </a:cubicBezTo>
                  <a:cubicBezTo>
                    <a:pt x="1" y="2"/>
                    <a:pt x="2" y="1"/>
                    <a:pt x="2" y="1"/>
                  </a:cubicBezTo>
                  <a:cubicBezTo>
                    <a:pt x="3"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6" name="Freeform 3344">
              <a:extLst>
                <a:ext uri="{FF2B5EF4-FFF2-40B4-BE49-F238E27FC236}">
                  <a16:creationId xmlns:a16="http://schemas.microsoft.com/office/drawing/2014/main" id="{DB1C4E9D-6C41-4376-D3AC-D3CF8145719E}"/>
                </a:ext>
              </a:extLst>
            </p:cNvPr>
            <p:cNvSpPr>
              <a:spLocks/>
            </p:cNvSpPr>
            <p:nvPr/>
          </p:nvSpPr>
          <p:spPr bwMode="auto">
            <a:xfrm rot="5094805">
              <a:off x="2948723" y="1429474"/>
              <a:ext cx="9140" cy="9140"/>
            </a:xfrm>
            <a:custGeom>
              <a:avLst/>
              <a:gdLst>
                <a:gd name="T0" fmla="*/ 3 w 3"/>
                <a:gd name="T1" fmla="*/ 1 h 4"/>
                <a:gd name="T2" fmla="*/ 1 w 3"/>
                <a:gd name="T3" fmla="*/ 3 h 4"/>
                <a:gd name="T4" fmla="*/ 0 w 3"/>
                <a:gd name="T5" fmla="*/ 2 h 4"/>
                <a:gd name="T6" fmla="*/ 2 w 3"/>
                <a:gd name="T7" fmla="*/ 0 h 4"/>
                <a:gd name="T8" fmla="*/ 3 w 3"/>
                <a:gd name="T9" fmla="*/ 1 h 4"/>
              </a:gdLst>
              <a:ahLst/>
              <a:cxnLst>
                <a:cxn ang="0">
                  <a:pos x="T0" y="T1"/>
                </a:cxn>
                <a:cxn ang="0">
                  <a:pos x="T2" y="T3"/>
                </a:cxn>
                <a:cxn ang="0">
                  <a:pos x="T4" y="T5"/>
                </a:cxn>
                <a:cxn ang="0">
                  <a:pos x="T6" y="T7"/>
                </a:cxn>
                <a:cxn ang="0">
                  <a:pos x="T8" y="T9"/>
                </a:cxn>
              </a:cxnLst>
              <a:rect l="0" t="0" r="r" b="b"/>
              <a:pathLst>
                <a:path w="3" h="4">
                  <a:moveTo>
                    <a:pt x="3" y="1"/>
                  </a:moveTo>
                  <a:cubicBezTo>
                    <a:pt x="2" y="2"/>
                    <a:pt x="2" y="3"/>
                    <a:pt x="1" y="3"/>
                  </a:cubicBezTo>
                  <a:cubicBezTo>
                    <a:pt x="1" y="4"/>
                    <a:pt x="0" y="3"/>
                    <a:pt x="0" y="2"/>
                  </a:cubicBezTo>
                  <a:cubicBezTo>
                    <a:pt x="0" y="1"/>
                    <a:pt x="1" y="0"/>
                    <a:pt x="2" y="0"/>
                  </a:cubicBezTo>
                  <a:cubicBezTo>
                    <a:pt x="2" y="0"/>
                    <a:pt x="3" y="0"/>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7" name="Freeform 3345">
              <a:extLst>
                <a:ext uri="{FF2B5EF4-FFF2-40B4-BE49-F238E27FC236}">
                  <a16:creationId xmlns:a16="http://schemas.microsoft.com/office/drawing/2014/main" id="{B653AC2D-85C8-B52B-04F9-7614B97F2B4D}"/>
                </a:ext>
              </a:extLst>
            </p:cNvPr>
            <p:cNvSpPr>
              <a:spLocks/>
            </p:cNvSpPr>
            <p:nvPr/>
          </p:nvSpPr>
          <p:spPr bwMode="auto">
            <a:xfrm rot="5094805">
              <a:off x="3045301" y="1611387"/>
              <a:ext cx="6856" cy="11426"/>
            </a:xfrm>
            <a:custGeom>
              <a:avLst/>
              <a:gdLst>
                <a:gd name="T0" fmla="*/ 3 w 3"/>
                <a:gd name="T1" fmla="*/ 2 h 4"/>
                <a:gd name="T2" fmla="*/ 1 w 3"/>
                <a:gd name="T3" fmla="*/ 4 h 4"/>
                <a:gd name="T4" fmla="*/ 0 w 3"/>
                <a:gd name="T5" fmla="*/ 3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3"/>
                    <a:pt x="2" y="3"/>
                    <a:pt x="1" y="4"/>
                  </a:cubicBezTo>
                  <a:cubicBezTo>
                    <a:pt x="1" y="4"/>
                    <a:pt x="0" y="3"/>
                    <a:pt x="0" y="3"/>
                  </a:cubicBezTo>
                  <a:cubicBezTo>
                    <a:pt x="1" y="2"/>
                    <a:pt x="2" y="1"/>
                    <a:pt x="2" y="0"/>
                  </a:cubicBezTo>
                  <a:cubicBezTo>
                    <a:pt x="2"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8" name="Freeform 3346">
              <a:extLst>
                <a:ext uri="{FF2B5EF4-FFF2-40B4-BE49-F238E27FC236}">
                  <a16:creationId xmlns:a16="http://schemas.microsoft.com/office/drawing/2014/main" id="{AF42104F-7BFD-E694-66D5-29583F52A587}"/>
                </a:ext>
              </a:extLst>
            </p:cNvPr>
            <p:cNvSpPr>
              <a:spLocks/>
            </p:cNvSpPr>
            <p:nvPr/>
          </p:nvSpPr>
          <p:spPr bwMode="auto">
            <a:xfrm rot="5094805">
              <a:off x="3130493" y="1796394"/>
              <a:ext cx="9140" cy="9140"/>
            </a:xfrm>
            <a:custGeom>
              <a:avLst/>
              <a:gdLst>
                <a:gd name="T0" fmla="*/ 4 w 4"/>
                <a:gd name="T1" fmla="*/ 1 h 4"/>
                <a:gd name="T2" fmla="*/ 1 w 4"/>
                <a:gd name="T3" fmla="*/ 4 h 4"/>
                <a:gd name="T4" fmla="*/ 0 w 4"/>
                <a:gd name="T5" fmla="*/ 3 h 4"/>
                <a:gd name="T6" fmla="*/ 3 w 4"/>
                <a:gd name="T7" fmla="*/ 0 h 4"/>
                <a:gd name="T8" fmla="*/ 4 w 4"/>
                <a:gd name="T9" fmla="*/ 1 h 4"/>
              </a:gdLst>
              <a:ahLst/>
              <a:cxnLst>
                <a:cxn ang="0">
                  <a:pos x="T0" y="T1"/>
                </a:cxn>
                <a:cxn ang="0">
                  <a:pos x="T2" y="T3"/>
                </a:cxn>
                <a:cxn ang="0">
                  <a:pos x="T4" y="T5"/>
                </a:cxn>
                <a:cxn ang="0">
                  <a:pos x="T6" y="T7"/>
                </a:cxn>
                <a:cxn ang="0">
                  <a:pos x="T8" y="T9"/>
                </a:cxn>
              </a:cxnLst>
              <a:rect l="0" t="0" r="r" b="b"/>
              <a:pathLst>
                <a:path w="4" h="4">
                  <a:moveTo>
                    <a:pt x="4" y="1"/>
                  </a:moveTo>
                  <a:cubicBezTo>
                    <a:pt x="3" y="2"/>
                    <a:pt x="2" y="3"/>
                    <a:pt x="1" y="4"/>
                  </a:cubicBezTo>
                  <a:cubicBezTo>
                    <a:pt x="1" y="4"/>
                    <a:pt x="1" y="3"/>
                    <a:pt x="0" y="3"/>
                  </a:cubicBezTo>
                  <a:cubicBezTo>
                    <a:pt x="1" y="2"/>
                    <a:pt x="2" y="1"/>
                    <a:pt x="3" y="0"/>
                  </a:cubicBezTo>
                  <a:cubicBezTo>
                    <a:pt x="3"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9" name="Freeform 3347">
              <a:extLst>
                <a:ext uri="{FF2B5EF4-FFF2-40B4-BE49-F238E27FC236}">
                  <a16:creationId xmlns:a16="http://schemas.microsoft.com/office/drawing/2014/main" id="{30B780E0-F4C8-B4BE-7E47-609E8D22AD73}"/>
                </a:ext>
              </a:extLst>
            </p:cNvPr>
            <p:cNvSpPr>
              <a:spLocks/>
            </p:cNvSpPr>
            <p:nvPr/>
          </p:nvSpPr>
          <p:spPr bwMode="auto">
            <a:xfrm rot="5094805">
              <a:off x="3207823" y="1983349"/>
              <a:ext cx="9140" cy="6856"/>
            </a:xfrm>
            <a:custGeom>
              <a:avLst/>
              <a:gdLst>
                <a:gd name="T0" fmla="*/ 4 w 4"/>
                <a:gd name="T1" fmla="*/ 1 h 3"/>
                <a:gd name="T2" fmla="*/ 1 w 4"/>
                <a:gd name="T3" fmla="*/ 3 h 3"/>
                <a:gd name="T4" fmla="*/ 0 w 4"/>
                <a:gd name="T5" fmla="*/ 2 h 3"/>
                <a:gd name="T6" fmla="*/ 3 w 4"/>
                <a:gd name="T7" fmla="*/ 0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2"/>
                    <a:pt x="2" y="3"/>
                    <a:pt x="1" y="3"/>
                  </a:cubicBezTo>
                  <a:cubicBezTo>
                    <a:pt x="1" y="3"/>
                    <a:pt x="1" y="2"/>
                    <a:pt x="0" y="2"/>
                  </a:cubicBezTo>
                  <a:cubicBezTo>
                    <a:pt x="1" y="1"/>
                    <a:pt x="2" y="0"/>
                    <a:pt x="3" y="0"/>
                  </a:cubicBezTo>
                  <a:cubicBezTo>
                    <a:pt x="3"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0" name="Freeform 3348">
              <a:extLst>
                <a:ext uri="{FF2B5EF4-FFF2-40B4-BE49-F238E27FC236}">
                  <a16:creationId xmlns:a16="http://schemas.microsoft.com/office/drawing/2014/main" id="{AA87CA55-07B4-02C5-9A94-86AE3C605888}"/>
                </a:ext>
              </a:extLst>
            </p:cNvPr>
            <p:cNvSpPr>
              <a:spLocks/>
            </p:cNvSpPr>
            <p:nvPr/>
          </p:nvSpPr>
          <p:spPr bwMode="auto">
            <a:xfrm rot="5094805">
              <a:off x="3267150" y="2171918"/>
              <a:ext cx="9140" cy="9140"/>
            </a:xfrm>
            <a:custGeom>
              <a:avLst/>
              <a:gdLst>
                <a:gd name="T0" fmla="*/ 3 w 3"/>
                <a:gd name="T1" fmla="*/ 2 h 4"/>
                <a:gd name="T2" fmla="*/ 1 w 3"/>
                <a:gd name="T3" fmla="*/ 4 h 4"/>
                <a:gd name="T4" fmla="*/ 0 w 3"/>
                <a:gd name="T5" fmla="*/ 2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2"/>
                    <a:pt x="1" y="3"/>
                    <a:pt x="1" y="4"/>
                  </a:cubicBezTo>
                  <a:cubicBezTo>
                    <a:pt x="0" y="4"/>
                    <a:pt x="0" y="3"/>
                    <a:pt x="0" y="2"/>
                  </a:cubicBezTo>
                  <a:cubicBezTo>
                    <a:pt x="0" y="1"/>
                    <a:pt x="1" y="1"/>
                    <a:pt x="2" y="0"/>
                  </a:cubicBezTo>
                  <a:cubicBezTo>
                    <a:pt x="2"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1" name="Freeform 3349">
              <a:extLst>
                <a:ext uri="{FF2B5EF4-FFF2-40B4-BE49-F238E27FC236}">
                  <a16:creationId xmlns:a16="http://schemas.microsoft.com/office/drawing/2014/main" id="{044426BE-B372-3B2A-0793-10FAF7AF60D2}"/>
                </a:ext>
              </a:extLst>
            </p:cNvPr>
            <p:cNvSpPr>
              <a:spLocks/>
            </p:cNvSpPr>
            <p:nvPr/>
          </p:nvSpPr>
          <p:spPr bwMode="auto">
            <a:xfrm rot="5094805">
              <a:off x="3282296" y="2367855"/>
              <a:ext cx="9140" cy="9140"/>
            </a:xfrm>
            <a:custGeom>
              <a:avLst/>
              <a:gdLst>
                <a:gd name="T0" fmla="*/ 0 w 4"/>
                <a:gd name="T1" fmla="*/ 2 h 4"/>
                <a:gd name="T2" fmla="*/ 3 w 4"/>
                <a:gd name="T3" fmla="*/ 0 h 4"/>
                <a:gd name="T4" fmla="*/ 4 w 4"/>
                <a:gd name="T5" fmla="*/ 2 h 4"/>
                <a:gd name="T6" fmla="*/ 3 w 4"/>
                <a:gd name="T7" fmla="*/ 4 h 4"/>
                <a:gd name="T8" fmla="*/ 0 w 4"/>
                <a:gd name="T9" fmla="*/ 2 h 4"/>
              </a:gdLst>
              <a:ahLst/>
              <a:cxnLst>
                <a:cxn ang="0">
                  <a:pos x="T0" y="T1"/>
                </a:cxn>
                <a:cxn ang="0">
                  <a:pos x="T2" y="T3"/>
                </a:cxn>
                <a:cxn ang="0">
                  <a:pos x="T4" y="T5"/>
                </a:cxn>
                <a:cxn ang="0">
                  <a:pos x="T6" y="T7"/>
                </a:cxn>
                <a:cxn ang="0">
                  <a:pos x="T8" y="T9"/>
                </a:cxn>
              </a:cxnLst>
              <a:rect l="0" t="0" r="r" b="b"/>
              <a:pathLst>
                <a:path w="4" h="4">
                  <a:moveTo>
                    <a:pt x="0" y="2"/>
                  </a:moveTo>
                  <a:cubicBezTo>
                    <a:pt x="1" y="1"/>
                    <a:pt x="2" y="0"/>
                    <a:pt x="3" y="0"/>
                  </a:cubicBezTo>
                  <a:cubicBezTo>
                    <a:pt x="3" y="0"/>
                    <a:pt x="4" y="1"/>
                    <a:pt x="4" y="2"/>
                  </a:cubicBezTo>
                  <a:cubicBezTo>
                    <a:pt x="4" y="3"/>
                    <a:pt x="3" y="4"/>
                    <a:pt x="3" y="4"/>
                  </a:cubicBezTo>
                  <a:cubicBezTo>
                    <a:pt x="2" y="3"/>
                    <a:pt x="1"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2" name="Freeform 3350">
              <a:extLst>
                <a:ext uri="{FF2B5EF4-FFF2-40B4-BE49-F238E27FC236}">
                  <a16:creationId xmlns:a16="http://schemas.microsoft.com/office/drawing/2014/main" id="{98215968-E058-B3F8-2C34-D415598C90AA}"/>
                </a:ext>
              </a:extLst>
            </p:cNvPr>
            <p:cNvSpPr>
              <a:spLocks/>
            </p:cNvSpPr>
            <p:nvPr/>
          </p:nvSpPr>
          <p:spPr bwMode="auto">
            <a:xfrm rot="5094805">
              <a:off x="3270236" y="2568604"/>
              <a:ext cx="6856" cy="6856"/>
            </a:xfrm>
            <a:custGeom>
              <a:avLst/>
              <a:gdLst>
                <a:gd name="T0" fmla="*/ 3 w 3"/>
                <a:gd name="T1" fmla="*/ 2 h 3"/>
                <a:gd name="T2" fmla="*/ 1 w 3"/>
                <a:gd name="T3" fmla="*/ 3 h 3"/>
                <a:gd name="T4" fmla="*/ 0 w 3"/>
                <a:gd name="T5" fmla="*/ 1 h 3"/>
                <a:gd name="T6" fmla="*/ 2 w 3"/>
                <a:gd name="T7" fmla="*/ 0 h 3"/>
                <a:gd name="T8" fmla="*/ 3 w 3"/>
                <a:gd name="T9" fmla="*/ 2 h 3"/>
              </a:gdLst>
              <a:ahLst/>
              <a:cxnLst>
                <a:cxn ang="0">
                  <a:pos x="T0" y="T1"/>
                </a:cxn>
                <a:cxn ang="0">
                  <a:pos x="T2" y="T3"/>
                </a:cxn>
                <a:cxn ang="0">
                  <a:pos x="T4" y="T5"/>
                </a:cxn>
                <a:cxn ang="0">
                  <a:pos x="T6" y="T7"/>
                </a:cxn>
                <a:cxn ang="0">
                  <a:pos x="T8" y="T9"/>
                </a:cxn>
              </a:cxnLst>
              <a:rect l="0" t="0" r="r" b="b"/>
              <a:pathLst>
                <a:path w="3" h="3">
                  <a:moveTo>
                    <a:pt x="3" y="2"/>
                  </a:moveTo>
                  <a:cubicBezTo>
                    <a:pt x="3" y="2"/>
                    <a:pt x="2" y="3"/>
                    <a:pt x="1" y="3"/>
                  </a:cubicBezTo>
                  <a:cubicBezTo>
                    <a:pt x="1" y="3"/>
                    <a:pt x="0" y="2"/>
                    <a:pt x="0" y="1"/>
                  </a:cubicBezTo>
                  <a:cubicBezTo>
                    <a:pt x="1" y="1"/>
                    <a:pt x="1" y="0"/>
                    <a:pt x="2" y="0"/>
                  </a:cubicBezTo>
                  <a:cubicBezTo>
                    <a:pt x="2"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3" name="Freeform 3351">
              <a:extLst>
                <a:ext uri="{FF2B5EF4-FFF2-40B4-BE49-F238E27FC236}">
                  <a16:creationId xmlns:a16="http://schemas.microsoft.com/office/drawing/2014/main" id="{329A5433-5414-16F6-2AE2-9372C2BED9CD}"/>
                </a:ext>
              </a:extLst>
            </p:cNvPr>
            <p:cNvSpPr>
              <a:spLocks/>
            </p:cNvSpPr>
            <p:nvPr/>
          </p:nvSpPr>
          <p:spPr bwMode="auto">
            <a:xfrm rot="5094805">
              <a:off x="3240268" y="2770859"/>
              <a:ext cx="6856" cy="11426"/>
            </a:xfrm>
            <a:custGeom>
              <a:avLst/>
              <a:gdLst>
                <a:gd name="T0" fmla="*/ 3 w 3"/>
                <a:gd name="T1" fmla="*/ 2 h 4"/>
                <a:gd name="T2" fmla="*/ 1 w 3"/>
                <a:gd name="T3" fmla="*/ 4 h 4"/>
                <a:gd name="T4" fmla="*/ 0 w 3"/>
                <a:gd name="T5" fmla="*/ 1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3" y="3"/>
                    <a:pt x="2" y="4"/>
                    <a:pt x="1" y="4"/>
                  </a:cubicBezTo>
                  <a:cubicBezTo>
                    <a:pt x="1" y="4"/>
                    <a:pt x="0" y="2"/>
                    <a:pt x="0" y="1"/>
                  </a:cubicBezTo>
                  <a:cubicBezTo>
                    <a:pt x="1" y="1"/>
                    <a:pt x="1" y="0"/>
                    <a:pt x="2" y="0"/>
                  </a:cubicBezTo>
                  <a:cubicBezTo>
                    <a:pt x="3" y="0"/>
                    <a:pt x="3" y="2"/>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4" name="Freeform 3352">
              <a:extLst>
                <a:ext uri="{FF2B5EF4-FFF2-40B4-BE49-F238E27FC236}">
                  <a16:creationId xmlns:a16="http://schemas.microsoft.com/office/drawing/2014/main" id="{91CF672C-C032-96A2-A98B-69ADBE9997EE}"/>
                </a:ext>
              </a:extLst>
            </p:cNvPr>
            <p:cNvSpPr>
              <a:spLocks/>
            </p:cNvSpPr>
            <p:nvPr/>
          </p:nvSpPr>
          <p:spPr bwMode="auto">
            <a:xfrm rot="5094805">
              <a:off x="3203464" y="2978090"/>
              <a:ext cx="11426" cy="6856"/>
            </a:xfrm>
            <a:custGeom>
              <a:avLst/>
              <a:gdLst>
                <a:gd name="T0" fmla="*/ 4 w 4"/>
                <a:gd name="T1" fmla="*/ 2 h 3"/>
                <a:gd name="T2" fmla="*/ 1 w 4"/>
                <a:gd name="T3" fmla="*/ 3 h 3"/>
                <a:gd name="T4" fmla="*/ 0 w 4"/>
                <a:gd name="T5" fmla="*/ 1 h 3"/>
                <a:gd name="T6" fmla="*/ 3 w 4"/>
                <a:gd name="T7" fmla="*/ 0 h 3"/>
                <a:gd name="T8" fmla="*/ 4 w 4"/>
                <a:gd name="T9" fmla="*/ 2 h 3"/>
              </a:gdLst>
              <a:ahLst/>
              <a:cxnLst>
                <a:cxn ang="0">
                  <a:pos x="T0" y="T1"/>
                </a:cxn>
                <a:cxn ang="0">
                  <a:pos x="T2" y="T3"/>
                </a:cxn>
                <a:cxn ang="0">
                  <a:pos x="T4" y="T5"/>
                </a:cxn>
                <a:cxn ang="0">
                  <a:pos x="T6" y="T7"/>
                </a:cxn>
                <a:cxn ang="0">
                  <a:pos x="T8" y="T9"/>
                </a:cxn>
              </a:cxnLst>
              <a:rect l="0" t="0" r="r" b="b"/>
              <a:pathLst>
                <a:path w="4" h="3">
                  <a:moveTo>
                    <a:pt x="4" y="2"/>
                  </a:moveTo>
                  <a:cubicBezTo>
                    <a:pt x="3" y="3"/>
                    <a:pt x="2" y="3"/>
                    <a:pt x="1" y="3"/>
                  </a:cubicBezTo>
                  <a:cubicBezTo>
                    <a:pt x="1" y="3"/>
                    <a:pt x="1" y="2"/>
                    <a:pt x="0" y="1"/>
                  </a:cubicBezTo>
                  <a:cubicBezTo>
                    <a:pt x="1" y="0"/>
                    <a:pt x="2" y="0"/>
                    <a:pt x="3" y="0"/>
                  </a:cubicBezTo>
                  <a:cubicBezTo>
                    <a:pt x="3"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5" name="Freeform 3353">
              <a:extLst>
                <a:ext uri="{FF2B5EF4-FFF2-40B4-BE49-F238E27FC236}">
                  <a16:creationId xmlns:a16="http://schemas.microsoft.com/office/drawing/2014/main" id="{A71E022F-D99D-FEDE-7C6E-364781503F72}"/>
                </a:ext>
              </a:extLst>
            </p:cNvPr>
            <p:cNvSpPr>
              <a:spLocks/>
            </p:cNvSpPr>
            <p:nvPr/>
          </p:nvSpPr>
          <p:spPr bwMode="auto">
            <a:xfrm rot="5094805">
              <a:off x="3171124" y="3180654"/>
              <a:ext cx="9140" cy="9140"/>
            </a:xfrm>
            <a:custGeom>
              <a:avLst/>
              <a:gdLst>
                <a:gd name="T0" fmla="*/ 4 w 4"/>
                <a:gd name="T1" fmla="*/ 2 h 4"/>
                <a:gd name="T2" fmla="*/ 1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3" y="3"/>
                    <a:pt x="2" y="4"/>
                    <a:pt x="1" y="4"/>
                  </a:cubicBezTo>
                  <a:cubicBezTo>
                    <a:pt x="1" y="4"/>
                    <a:pt x="0" y="2"/>
                    <a:pt x="0" y="2"/>
                  </a:cubicBezTo>
                  <a:cubicBezTo>
                    <a:pt x="1" y="1"/>
                    <a:pt x="2" y="0"/>
                    <a:pt x="2" y="0"/>
                  </a:cubicBezTo>
                  <a:cubicBezTo>
                    <a:pt x="3"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6" name="Freeform 3354">
              <a:extLst>
                <a:ext uri="{FF2B5EF4-FFF2-40B4-BE49-F238E27FC236}">
                  <a16:creationId xmlns:a16="http://schemas.microsoft.com/office/drawing/2014/main" id="{6BED8488-D7E0-201F-FB96-128695EEF190}"/>
                </a:ext>
              </a:extLst>
            </p:cNvPr>
            <p:cNvSpPr>
              <a:spLocks/>
            </p:cNvSpPr>
            <p:nvPr/>
          </p:nvSpPr>
          <p:spPr bwMode="auto">
            <a:xfrm rot="5094805">
              <a:off x="3150058" y="3382107"/>
              <a:ext cx="9140" cy="9140"/>
            </a:xfrm>
            <a:custGeom>
              <a:avLst/>
              <a:gdLst>
                <a:gd name="T0" fmla="*/ 3 w 3"/>
                <a:gd name="T1" fmla="*/ 3 h 4"/>
                <a:gd name="T2" fmla="*/ 1 w 3"/>
                <a:gd name="T3" fmla="*/ 4 h 4"/>
                <a:gd name="T4" fmla="*/ 0 w 3"/>
                <a:gd name="T5" fmla="*/ 2 h 4"/>
                <a:gd name="T6" fmla="*/ 2 w 3"/>
                <a:gd name="T7" fmla="*/ 0 h 4"/>
                <a:gd name="T8" fmla="*/ 3 w 3"/>
                <a:gd name="T9" fmla="*/ 3 h 4"/>
              </a:gdLst>
              <a:ahLst/>
              <a:cxnLst>
                <a:cxn ang="0">
                  <a:pos x="T0" y="T1"/>
                </a:cxn>
                <a:cxn ang="0">
                  <a:pos x="T2" y="T3"/>
                </a:cxn>
                <a:cxn ang="0">
                  <a:pos x="T4" y="T5"/>
                </a:cxn>
                <a:cxn ang="0">
                  <a:pos x="T6" y="T7"/>
                </a:cxn>
                <a:cxn ang="0">
                  <a:pos x="T8" y="T9"/>
                </a:cxn>
              </a:cxnLst>
              <a:rect l="0" t="0" r="r" b="b"/>
              <a:pathLst>
                <a:path w="3" h="4">
                  <a:moveTo>
                    <a:pt x="3" y="3"/>
                  </a:moveTo>
                  <a:cubicBezTo>
                    <a:pt x="3" y="3"/>
                    <a:pt x="2" y="4"/>
                    <a:pt x="1" y="4"/>
                  </a:cubicBezTo>
                  <a:cubicBezTo>
                    <a:pt x="1" y="4"/>
                    <a:pt x="0" y="3"/>
                    <a:pt x="0" y="2"/>
                  </a:cubicBezTo>
                  <a:cubicBezTo>
                    <a:pt x="1" y="1"/>
                    <a:pt x="1" y="0"/>
                    <a:pt x="2" y="0"/>
                  </a:cubicBezTo>
                  <a:cubicBezTo>
                    <a:pt x="2" y="0"/>
                    <a:pt x="3"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7" name="Freeform 3355">
              <a:extLst>
                <a:ext uri="{FF2B5EF4-FFF2-40B4-BE49-F238E27FC236}">
                  <a16:creationId xmlns:a16="http://schemas.microsoft.com/office/drawing/2014/main" id="{56AD3340-2429-25B8-4591-E4806221A53F}"/>
                </a:ext>
              </a:extLst>
            </p:cNvPr>
            <p:cNvSpPr>
              <a:spLocks/>
            </p:cNvSpPr>
            <p:nvPr/>
          </p:nvSpPr>
          <p:spPr bwMode="auto">
            <a:xfrm rot="5094805">
              <a:off x="3142549" y="3580168"/>
              <a:ext cx="6856" cy="11426"/>
            </a:xfrm>
            <a:custGeom>
              <a:avLst/>
              <a:gdLst>
                <a:gd name="T0" fmla="*/ 3 w 3"/>
                <a:gd name="T1" fmla="*/ 5 h 5"/>
                <a:gd name="T2" fmla="*/ 0 w 3"/>
                <a:gd name="T3" fmla="*/ 2 h 5"/>
                <a:gd name="T4" fmla="*/ 1 w 3"/>
                <a:gd name="T5" fmla="*/ 0 h 5"/>
                <a:gd name="T6" fmla="*/ 3 w 3"/>
                <a:gd name="T7" fmla="*/ 3 h 5"/>
                <a:gd name="T8" fmla="*/ 3 w 3"/>
                <a:gd name="T9" fmla="*/ 5 h 5"/>
              </a:gdLst>
              <a:ahLst/>
              <a:cxnLst>
                <a:cxn ang="0">
                  <a:pos x="T0" y="T1"/>
                </a:cxn>
                <a:cxn ang="0">
                  <a:pos x="T2" y="T3"/>
                </a:cxn>
                <a:cxn ang="0">
                  <a:pos x="T4" y="T5"/>
                </a:cxn>
                <a:cxn ang="0">
                  <a:pos x="T6" y="T7"/>
                </a:cxn>
                <a:cxn ang="0">
                  <a:pos x="T8" y="T9"/>
                </a:cxn>
              </a:cxnLst>
              <a:rect l="0" t="0" r="r" b="b"/>
              <a:pathLst>
                <a:path w="3" h="5">
                  <a:moveTo>
                    <a:pt x="3" y="5"/>
                  </a:moveTo>
                  <a:cubicBezTo>
                    <a:pt x="2" y="4"/>
                    <a:pt x="1" y="3"/>
                    <a:pt x="0" y="2"/>
                  </a:cubicBezTo>
                  <a:cubicBezTo>
                    <a:pt x="0" y="2"/>
                    <a:pt x="0" y="0"/>
                    <a:pt x="1" y="0"/>
                  </a:cubicBezTo>
                  <a:cubicBezTo>
                    <a:pt x="2" y="1"/>
                    <a:pt x="2" y="2"/>
                    <a:pt x="3" y="3"/>
                  </a:cubicBezTo>
                  <a:cubicBezTo>
                    <a:pt x="3" y="4"/>
                    <a:pt x="3" y="4"/>
                    <a:pt x="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8" name="Freeform 3356">
              <a:extLst>
                <a:ext uri="{FF2B5EF4-FFF2-40B4-BE49-F238E27FC236}">
                  <a16:creationId xmlns:a16="http://schemas.microsoft.com/office/drawing/2014/main" id="{0A16F197-333F-BE37-CCDB-C7C1D262DC46}"/>
                </a:ext>
              </a:extLst>
            </p:cNvPr>
            <p:cNvSpPr>
              <a:spLocks/>
            </p:cNvSpPr>
            <p:nvPr/>
          </p:nvSpPr>
          <p:spPr bwMode="auto">
            <a:xfrm rot="5094805">
              <a:off x="3146316" y="3777117"/>
              <a:ext cx="6856" cy="11426"/>
            </a:xfrm>
            <a:custGeom>
              <a:avLst/>
              <a:gdLst>
                <a:gd name="T0" fmla="*/ 3 w 3"/>
                <a:gd name="T1" fmla="*/ 2 h 4"/>
                <a:gd name="T2" fmla="*/ 1 w 3"/>
                <a:gd name="T3" fmla="*/ 4 h 4"/>
                <a:gd name="T4" fmla="*/ 0 w 3"/>
                <a:gd name="T5" fmla="*/ 2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3"/>
                    <a:pt x="2" y="4"/>
                    <a:pt x="1" y="4"/>
                  </a:cubicBezTo>
                  <a:cubicBezTo>
                    <a:pt x="0" y="4"/>
                    <a:pt x="0" y="2"/>
                    <a:pt x="0" y="2"/>
                  </a:cubicBezTo>
                  <a:cubicBezTo>
                    <a:pt x="0" y="1"/>
                    <a:pt x="1" y="0"/>
                    <a:pt x="2" y="0"/>
                  </a:cubicBezTo>
                  <a:cubicBezTo>
                    <a:pt x="2" y="0"/>
                    <a:pt x="3" y="2"/>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
        <p:nvSpPr>
          <p:cNvPr id="2" name="Circle: Hollow 1">
            <a:extLst>
              <a:ext uri="{FF2B5EF4-FFF2-40B4-BE49-F238E27FC236}">
                <a16:creationId xmlns:a16="http://schemas.microsoft.com/office/drawing/2014/main" id="{00A61E07-99DA-C1E0-F86E-4EC4403DA5D9}"/>
              </a:ext>
            </a:extLst>
          </p:cNvPr>
          <p:cNvSpPr/>
          <p:nvPr userDrawn="1"/>
        </p:nvSpPr>
        <p:spPr>
          <a:xfrm>
            <a:off x="1749733" y="490414"/>
            <a:ext cx="5967848" cy="5970956"/>
          </a:xfrm>
          <a:prstGeom prst="donut">
            <a:avLst>
              <a:gd name="adj" fmla="val 8166"/>
            </a:avLst>
          </a:prstGeom>
          <a:solidFill>
            <a:srgbClr val="FFE600"/>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1199" b="0" i="0" u="none" strike="noStrike" kern="0" cap="none" spc="0" normalizeH="0" baseline="0" noProof="0">
              <a:ln>
                <a:noFill/>
              </a:ln>
              <a:solidFill>
                <a:srgbClr val="2E2E38"/>
              </a:solidFill>
              <a:effectLst/>
              <a:uLnTx/>
              <a:uFillTx/>
              <a:latin typeface="EYInterstate Light"/>
              <a:ea typeface="+mn-ea"/>
              <a:cs typeface="+mn-cs"/>
            </a:endParaRPr>
          </a:p>
        </p:txBody>
      </p:sp>
      <p:sp>
        <p:nvSpPr>
          <p:cNvPr id="3" name="Freeform: Shape 2">
            <a:extLst>
              <a:ext uri="{FF2B5EF4-FFF2-40B4-BE49-F238E27FC236}">
                <a16:creationId xmlns:a16="http://schemas.microsoft.com/office/drawing/2014/main" id="{9611A908-3408-A7D1-3E13-5B785A6CFBB3}"/>
              </a:ext>
            </a:extLst>
          </p:cNvPr>
          <p:cNvSpPr/>
          <p:nvPr userDrawn="1"/>
        </p:nvSpPr>
        <p:spPr>
          <a:xfrm>
            <a:off x="3985554" y="-25041"/>
            <a:ext cx="3670447" cy="6883042"/>
          </a:xfrm>
          <a:custGeom>
            <a:avLst/>
            <a:gdLst>
              <a:gd name="connsiteX0" fmla="*/ 423406 w 3672359"/>
              <a:gd name="connsiteY0" fmla="*/ 0 h 6883042"/>
              <a:gd name="connsiteX1" fmla="*/ 404826 w 3672359"/>
              <a:gd name="connsiteY1" fmla="*/ 104045 h 6883042"/>
              <a:gd name="connsiteX2" fmla="*/ 328248 w 3672359"/>
              <a:gd name="connsiteY2" fmla="*/ 1116179 h 6883042"/>
              <a:gd name="connsiteX3" fmla="*/ 3528101 w 3672359"/>
              <a:gd name="connsiteY3" fmla="*/ 6800096 h 6883042"/>
              <a:gd name="connsiteX4" fmla="*/ 3672359 w 3672359"/>
              <a:gd name="connsiteY4" fmla="*/ 6883042 h 6883042"/>
              <a:gd name="connsiteX5" fmla="*/ 1498841 w 3672359"/>
              <a:gd name="connsiteY5" fmla="*/ 6883042 h 6883042"/>
              <a:gd name="connsiteX6" fmla="*/ 1450765 w 3672359"/>
              <a:gd name="connsiteY6" fmla="*/ 6821866 h 6883042"/>
              <a:gd name="connsiteX7" fmla="*/ 0 w 3672359"/>
              <a:gd name="connsiteY7" fmla="*/ 2452612 h 6883042"/>
              <a:gd name="connsiteX8" fmla="*/ 328310 w 3672359"/>
              <a:gd name="connsiteY8" fmla="*/ 281046 h 688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72359" h="6883042">
                <a:moveTo>
                  <a:pt x="423406" y="0"/>
                </a:moveTo>
                <a:lnTo>
                  <a:pt x="404826" y="104045"/>
                </a:lnTo>
                <a:cubicBezTo>
                  <a:pt x="354400" y="434062"/>
                  <a:pt x="328248" y="772066"/>
                  <a:pt x="328248" y="1116179"/>
                </a:cubicBezTo>
                <a:cubicBezTo>
                  <a:pt x="328248" y="3524968"/>
                  <a:pt x="1609714" y="5634456"/>
                  <a:pt x="3528101" y="6800096"/>
                </a:cubicBezTo>
                <a:lnTo>
                  <a:pt x="3672359" y="6883042"/>
                </a:lnTo>
                <a:lnTo>
                  <a:pt x="1498841" y="6883042"/>
                </a:lnTo>
                <a:lnTo>
                  <a:pt x="1450765" y="6821866"/>
                </a:lnTo>
                <a:cubicBezTo>
                  <a:pt x="539593" y="5603483"/>
                  <a:pt x="0" y="4091062"/>
                  <a:pt x="0" y="2452612"/>
                </a:cubicBezTo>
                <a:cubicBezTo>
                  <a:pt x="0" y="1696405"/>
                  <a:pt x="114942" y="967043"/>
                  <a:pt x="328310" y="281046"/>
                </a:cubicBezTo>
                <a:close/>
              </a:path>
            </a:pathLst>
          </a:custGeom>
          <a:gradFill>
            <a:gsLst>
              <a:gs pos="0">
                <a:srgbClr val="FFE600"/>
              </a:gs>
              <a:gs pos="100000">
                <a:srgbClr val="FFE600">
                  <a:lumMod val="50000"/>
                </a:srgbClr>
              </a:gs>
            </a:gsLst>
            <a:lin ang="0" scaled="1"/>
          </a:gradFill>
          <a:ln w="9525" cap="flat" cmpd="sng" algn="ctr">
            <a:noFill/>
            <a:prstDash val="solid"/>
          </a:ln>
          <a:effectLst/>
        </p:spPr>
        <p:txBody>
          <a:bodyPr wrap="square" rtlCol="0" anchor="t"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1199" b="0" i="0" u="none" strike="noStrike" kern="0" cap="none" spc="0" normalizeH="0" baseline="0" noProof="0">
              <a:ln>
                <a:noFill/>
              </a:ln>
              <a:solidFill>
                <a:srgbClr val="2E2E38"/>
              </a:solidFill>
              <a:effectLst/>
              <a:uLnTx/>
              <a:uFillTx/>
              <a:latin typeface="EYInterstate Light"/>
              <a:ea typeface="+mn-ea"/>
              <a:cs typeface="+mn-cs"/>
            </a:endParaRPr>
          </a:p>
        </p:txBody>
      </p:sp>
      <p:sp>
        <p:nvSpPr>
          <p:cNvPr id="4" name="Freeform: Shape 3">
            <a:extLst>
              <a:ext uri="{FF2B5EF4-FFF2-40B4-BE49-F238E27FC236}">
                <a16:creationId xmlns:a16="http://schemas.microsoft.com/office/drawing/2014/main" id="{8B0AF7E3-A523-26BB-0A76-B23401CFFF57}"/>
              </a:ext>
            </a:extLst>
          </p:cNvPr>
          <p:cNvSpPr/>
          <p:nvPr userDrawn="1"/>
        </p:nvSpPr>
        <p:spPr>
          <a:xfrm>
            <a:off x="4290196" y="0"/>
            <a:ext cx="7901804" cy="6858000"/>
          </a:xfrm>
          <a:custGeom>
            <a:avLst/>
            <a:gdLst>
              <a:gd name="connsiteX0" fmla="*/ 635806 w 7905920"/>
              <a:gd name="connsiteY0" fmla="*/ 6857999 h 6858000"/>
              <a:gd name="connsiteX1" fmla="*/ 1116001 w 7905920"/>
              <a:gd name="connsiteY1" fmla="*/ 6857999 h 6858000"/>
              <a:gd name="connsiteX2" fmla="*/ 635806 w 7905920"/>
              <a:gd name="connsiteY2" fmla="*/ 6857999 h 6858000"/>
              <a:gd name="connsiteX3" fmla="*/ 611894 w 7905920"/>
              <a:gd name="connsiteY3" fmla="*/ 6080947 h 6858000"/>
              <a:gd name="connsiteX4" fmla="*/ 670471 w 7905920"/>
              <a:gd name="connsiteY4" fmla="*/ 6182822 h 6858000"/>
              <a:gd name="connsiteX5" fmla="*/ 639261 w 7905920"/>
              <a:gd name="connsiteY5" fmla="*/ 6132822 h 6858000"/>
              <a:gd name="connsiteX6" fmla="*/ 108949 w 7905920"/>
              <a:gd name="connsiteY6" fmla="*/ 0 h 6858000"/>
              <a:gd name="connsiteX7" fmla="*/ 7905920 w 7905920"/>
              <a:gd name="connsiteY7" fmla="*/ 0 h 6858000"/>
              <a:gd name="connsiteX8" fmla="*/ 7905920 w 7905920"/>
              <a:gd name="connsiteY8" fmla="*/ 6858000 h 6858000"/>
              <a:gd name="connsiteX9" fmla="*/ 3221780 w 7905920"/>
              <a:gd name="connsiteY9" fmla="*/ 6858000 h 6858000"/>
              <a:gd name="connsiteX10" fmla="*/ 3199852 w 7905920"/>
              <a:gd name="connsiteY10" fmla="*/ 6845392 h 6858000"/>
              <a:gd name="connsiteX11" fmla="*/ 0 w 7905920"/>
              <a:gd name="connsiteY11" fmla="*/ 1161475 h 6858000"/>
              <a:gd name="connsiteX12" fmla="*/ 76577 w 7905920"/>
              <a:gd name="connsiteY12" fmla="*/ 149341 h 6858000"/>
              <a:gd name="connsiteX13" fmla="*/ 95155 w 7905920"/>
              <a:gd name="connsiteY13" fmla="*/ 45308 h 6858000"/>
              <a:gd name="connsiteX14" fmla="*/ 95159 w 7905920"/>
              <a:gd name="connsiteY14" fmla="*/ 45296 h 6858000"/>
              <a:gd name="connsiteX15" fmla="*/ 76581 w 7905920"/>
              <a:gd name="connsiteY15" fmla="*/ 149341 h 6858000"/>
              <a:gd name="connsiteX0" fmla="*/ 611894 w 7905920"/>
              <a:gd name="connsiteY0" fmla="*/ 6080947 h 6858000"/>
              <a:gd name="connsiteX1" fmla="*/ 670471 w 7905920"/>
              <a:gd name="connsiteY1" fmla="*/ 6182822 h 6858000"/>
              <a:gd name="connsiteX2" fmla="*/ 639261 w 7905920"/>
              <a:gd name="connsiteY2" fmla="*/ 6132822 h 6858000"/>
              <a:gd name="connsiteX3" fmla="*/ 611894 w 7905920"/>
              <a:gd name="connsiteY3" fmla="*/ 6080947 h 6858000"/>
              <a:gd name="connsiteX4" fmla="*/ 108949 w 7905920"/>
              <a:gd name="connsiteY4" fmla="*/ 0 h 6858000"/>
              <a:gd name="connsiteX5" fmla="*/ 7905920 w 7905920"/>
              <a:gd name="connsiteY5" fmla="*/ 0 h 6858000"/>
              <a:gd name="connsiteX6" fmla="*/ 7905920 w 7905920"/>
              <a:gd name="connsiteY6" fmla="*/ 6858000 h 6858000"/>
              <a:gd name="connsiteX7" fmla="*/ 3221780 w 7905920"/>
              <a:gd name="connsiteY7" fmla="*/ 6858000 h 6858000"/>
              <a:gd name="connsiteX8" fmla="*/ 3199852 w 7905920"/>
              <a:gd name="connsiteY8" fmla="*/ 6845392 h 6858000"/>
              <a:gd name="connsiteX9" fmla="*/ 0 w 7905920"/>
              <a:gd name="connsiteY9" fmla="*/ 1161475 h 6858000"/>
              <a:gd name="connsiteX10" fmla="*/ 76577 w 7905920"/>
              <a:gd name="connsiteY10" fmla="*/ 149341 h 6858000"/>
              <a:gd name="connsiteX11" fmla="*/ 95155 w 7905920"/>
              <a:gd name="connsiteY11" fmla="*/ 45308 h 6858000"/>
              <a:gd name="connsiteX12" fmla="*/ 95159 w 7905920"/>
              <a:gd name="connsiteY12" fmla="*/ 45296 h 6858000"/>
              <a:gd name="connsiteX13" fmla="*/ 76581 w 7905920"/>
              <a:gd name="connsiteY13" fmla="*/ 149341 h 6858000"/>
              <a:gd name="connsiteX14" fmla="*/ 108949 w 7905920"/>
              <a:gd name="connsiteY14" fmla="*/ 0 h 6858000"/>
              <a:gd name="connsiteX0" fmla="*/ 639261 w 7905920"/>
              <a:gd name="connsiteY0" fmla="*/ 6132822 h 6858000"/>
              <a:gd name="connsiteX1" fmla="*/ 670471 w 7905920"/>
              <a:gd name="connsiteY1" fmla="*/ 6182822 h 6858000"/>
              <a:gd name="connsiteX2" fmla="*/ 639261 w 7905920"/>
              <a:gd name="connsiteY2" fmla="*/ 6132822 h 6858000"/>
              <a:gd name="connsiteX3" fmla="*/ 108949 w 7905920"/>
              <a:gd name="connsiteY3" fmla="*/ 0 h 6858000"/>
              <a:gd name="connsiteX4" fmla="*/ 7905920 w 7905920"/>
              <a:gd name="connsiteY4" fmla="*/ 0 h 6858000"/>
              <a:gd name="connsiteX5" fmla="*/ 7905920 w 7905920"/>
              <a:gd name="connsiteY5" fmla="*/ 6858000 h 6858000"/>
              <a:gd name="connsiteX6" fmla="*/ 3221780 w 7905920"/>
              <a:gd name="connsiteY6" fmla="*/ 6858000 h 6858000"/>
              <a:gd name="connsiteX7" fmla="*/ 3199852 w 7905920"/>
              <a:gd name="connsiteY7" fmla="*/ 6845392 h 6858000"/>
              <a:gd name="connsiteX8" fmla="*/ 0 w 7905920"/>
              <a:gd name="connsiteY8" fmla="*/ 1161475 h 6858000"/>
              <a:gd name="connsiteX9" fmla="*/ 76577 w 7905920"/>
              <a:gd name="connsiteY9" fmla="*/ 149341 h 6858000"/>
              <a:gd name="connsiteX10" fmla="*/ 95155 w 7905920"/>
              <a:gd name="connsiteY10" fmla="*/ 45308 h 6858000"/>
              <a:gd name="connsiteX11" fmla="*/ 95159 w 7905920"/>
              <a:gd name="connsiteY11" fmla="*/ 45296 h 6858000"/>
              <a:gd name="connsiteX12" fmla="*/ 76581 w 7905920"/>
              <a:gd name="connsiteY12" fmla="*/ 149341 h 6858000"/>
              <a:gd name="connsiteX13" fmla="*/ 108949 w 7905920"/>
              <a:gd name="connsiteY13" fmla="*/ 0 h 6858000"/>
              <a:gd name="connsiteX0" fmla="*/ 108949 w 7905920"/>
              <a:gd name="connsiteY0" fmla="*/ 0 h 6858000"/>
              <a:gd name="connsiteX1" fmla="*/ 7905920 w 7905920"/>
              <a:gd name="connsiteY1" fmla="*/ 0 h 6858000"/>
              <a:gd name="connsiteX2" fmla="*/ 7905920 w 7905920"/>
              <a:gd name="connsiteY2" fmla="*/ 6858000 h 6858000"/>
              <a:gd name="connsiteX3" fmla="*/ 3221780 w 7905920"/>
              <a:gd name="connsiteY3" fmla="*/ 6858000 h 6858000"/>
              <a:gd name="connsiteX4" fmla="*/ 3199852 w 7905920"/>
              <a:gd name="connsiteY4" fmla="*/ 6845392 h 6858000"/>
              <a:gd name="connsiteX5" fmla="*/ 0 w 7905920"/>
              <a:gd name="connsiteY5" fmla="*/ 1161475 h 6858000"/>
              <a:gd name="connsiteX6" fmla="*/ 76577 w 7905920"/>
              <a:gd name="connsiteY6" fmla="*/ 149341 h 6858000"/>
              <a:gd name="connsiteX7" fmla="*/ 95155 w 7905920"/>
              <a:gd name="connsiteY7" fmla="*/ 45308 h 6858000"/>
              <a:gd name="connsiteX8" fmla="*/ 95159 w 7905920"/>
              <a:gd name="connsiteY8" fmla="*/ 45296 h 6858000"/>
              <a:gd name="connsiteX9" fmla="*/ 76581 w 7905920"/>
              <a:gd name="connsiteY9" fmla="*/ 149341 h 6858000"/>
              <a:gd name="connsiteX10" fmla="*/ 108949 w 7905920"/>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05920" h="6858000">
                <a:moveTo>
                  <a:pt x="108949" y="0"/>
                </a:moveTo>
                <a:lnTo>
                  <a:pt x="7905920" y="0"/>
                </a:lnTo>
                <a:lnTo>
                  <a:pt x="7905920" y="6858000"/>
                </a:lnTo>
                <a:lnTo>
                  <a:pt x="3221780" y="6858000"/>
                </a:lnTo>
                <a:lnTo>
                  <a:pt x="3199852" y="6845392"/>
                </a:lnTo>
                <a:cubicBezTo>
                  <a:pt x="1281465" y="5679752"/>
                  <a:pt x="0" y="3570264"/>
                  <a:pt x="0" y="1161475"/>
                </a:cubicBezTo>
                <a:cubicBezTo>
                  <a:pt x="0" y="817362"/>
                  <a:pt x="26152" y="479358"/>
                  <a:pt x="76577" y="149341"/>
                </a:cubicBezTo>
                <a:lnTo>
                  <a:pt x="95155" y="45308"/>
                </a:lnTo>
                <a:cubicBezTo>
                  <a:pt x="95156" y="45304"/>
                  <a:pt x="95158" y="45300"/>
                  <a:pt x="95159" y="45296"/>
                </a:cubicBezTo>
                <a:lnTo>
                  <a:pt x="76581" y="149341"/>
                </a:lnTo>
                <a:lnTo>
                  <a:pt x="108949" y="0"/>
                </a:lnTo>
                <a:close/>
              </a:path>
            </a:pathLst>
          </a:custGeom>
          <a:solidFill>
            <a:schemeClr val="tx1"/>
          </a:solidFill>
          <a:ln w="9525" cap="flat" cmpd="sng" algn="ctr">
            <a:noFill/>
            <a:prstDash val="solid"/>
          </a:ln>
          <a:effectLst>
            <a:outerShdw blurRad="254000" dist="38100" dir="10800000" algn="r" rotWithShape="0">
              <a:prstClr val="black">
                <a:alpha val="23000"/>
              </a:prstClr>
            </a:outerShdw>
          </a:effectLst>
        </p:spPr>
        <p:txBody>
          <a:bodyPr wrap="square" rtlCol="0" anchor="t"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1199" b="0" i="0" u="none" strike="noStrike" kern="0" cap="none" spc="0" normalizeH="0" baseline="0" noProof="0">
              <a:ln>
                <a:noFill/>
              </a:ln>
              <a:solidFill>
                <a:srgbClr val="2E2E38"/>
              </a:solidFill>
              <a:effectLst/>
              <a:uLnTx/>
              <a:uFillTx/>
              <a:latin typeface="EYInterstate Light"/>
              <a:ea typeface="+mn-ea"/>
              <a:cs typeface="+mn-cs"/>
            </a:endParaRPr>
          </a:p>
        </p:txBody>
      </p:sp>
      <p:sp>
        <p:nvSpPr>
          <p:cNvPr id="5" name="Oval 4">
            <a:extLst>
              <a:ext uri="{FF2B5EF4-FFF2-40B4-BE49-F238E27FC236}">
                <a16:creationId xmlns:a16="http://schemas.microsoft.com/office/drawing/2014/main" id="{11B42B2E-3F49-4784-DF8C-1D9BCA0294E9}"/>
              </a:ext>
            </a:extLst>
          </p:cNvPr>
          <p:cNvSpPr/>
          <p:nvPr userDrawn="1"/>
        </p:nvSpPr>
        <p:spPr>
          <a:xfrm>
            <a:off x="1952827" y="693614"/>
            <a:ext cx="5561659" cy="5564556"/>
          </a:xfrm>
          <a:prstGeom prst="ellipse">
            <a:avLst/>
          </a:prstGeom>
          <a:solidFill>
            <a:schemeClr val="tx1">
              <a:lumMod val="95000"/>
            </a:schemeClr>
          </a:solidFill>
          <a:ln w="9525" cap="flat" cmpd="sng" algn="ctr">
            <a:noFill/>
            <a:prstDash val="solid"/>
          </a:ln>
          <a:effectLst>
            <a:outerShdw blurRad="101600" dist="88900" dir="10800000" algn="r" rotWithShape="0">
              <a:prstClr val="black">
                <a:alpha val="30000"/>
              </a:prstClr>
            </a:outerShdw>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1199" b="0" i="0" u="none" strike="noStrike" kern="0" cap="none" spc="0" normalizeH="0" baseline="0" noProof="0">
              <a:ln>
                <a:noFill/>
              </a:ln>
              <a:solidFill>
                <a:srgbClr val="2E2E38"/>
              </a:solidFill>
              <a:effectLst/>
              <a:uLnTx/>
              <a:uFillTx/>
              <a:latin typeface="EYInterstate Light"/>
              <a:ea typeface="+mn-ea"/>
              <a:cs typeface="+mn-cs"/>
            </a:endParaRPr>
          </a:p>
        </p:txBody>
      </p:sp>
      <p:sp>
        <p:nvSpPr>
          <p:cNvPr id="7" name="Arc 6">
            <a:extLst>
              <a:ext uri="{FF2B5EF4-FFF2-40B4-BE49-F238E27FC236}">
                <a16:creationId xmlns:a16="http://schemas.microsoft.com/office/drawing/2014/main" id="{49A64976-9DD6-BE24-E695-42C9C66F8D08}"/>
              </a:ext>
            </a:extLst>
          </p:cNvPr>
          <p:cNvSpPr/>
          <p:nvPr userDrawn="1"/>
        </p:nvSpPr>
        <p:spPr>
          <a:xfrm>
            <a:off x="1617722" y="358334"/>
            <a:ext cx="6231870" cy="6235116"/>
          </a:xfrm>
          <a:prstGeom prst="arc">
            <a:avLst>
              <a:gd name="adj1" fmla="val 15903934"/>
              <a:gd name="adj2" fmla="val 3149935"/>
            </a:avLst>
          </a:prstGeom>
          <a:noFill/>
          <a:ln w="69850" cap="rnd" cmpd="sng" algn="ctr">
            <a:solidFill>
              <a:schemeClr val="tx2"/>
            </a:solid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1199" b="0" i="0" u="none" strike="noStrike" kern="0" cap="none" spc="0" normalizeH="0" baseline="0" noProof="0">
              <a:ln>
                <a:noFill/>
              </a:ln>
              <a:solidFill>
                <a:srgbClr val="2E2E38"/>
              </a:solidFill>
              <a:effectLst/>
              <a:uLnTx/>
              <a:uFillTx/>
              <a:latin typeface="EYInterstate Light"/>
              <a:ea typeface="+mn-ea"/>
              <a:cs typeface="+mn-cs"/>
            </a:endParaRPr>
          </a:p>
        </p:txBody>
      </p:sp>
      <p:sp>
        <p:nvSpPr>
          <p:cNvPr id="1860" name="Arc 1859">
            <a:extLst>
              <a:ext uri="{FF2B5EF4-FFF2-40B4-BE49-F238E27FC236}">
                <a16:creationId xmlns:a16="http://schemas.microsoft.com/office/drawing/2014/main" id="{1ED6529D-E1E3-DC17-2715-D44D3A16ADE4}"/>
              </a:ext>
            </a:extLst>
          </p:cNvPr>
          <p:cNvSpPr/>
          <p:nvPr userDrawn="1"/>
        </p:nvSpPr>
        <p:spPr>
          <a:xfrm>
            <a:off x="1605110" y="345716"/>
            <a:ext cx="6257093" cy="6260352"/>
          </a:xfrm>
          <a:prstGeom prst="arc">
            <a:avLst>
              <a:gd name="adj1" fmla="val 3514315"/>
              <a:gd name="adj2" fmla="val 15549147"/>
            </a:avLst>
          </a:prstGeom>
          <a:noFill/>
          <a:ln w="44450" cap="rnd" cmpd="sng" algn="ctr">
            <a:solidFill>
              <a:schemeClr val="tx1"/>
            </a:solidFill>
            <a:prstDash val="sysDot"/>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1199" b="0" i="0" u="none" strike="noStrike" kern="0" cap="none" spc="0" normalizeH="0" baseline="0" noProof="0">
              <a:ln>
                <a:noFill/>
              </a:ln>
              <a:solidFill>
                <a:srgbClr val="2E2E38"/>
              </a:solidFill>
              <a:effectLst/>
              <a:uLnTx/>
              <a:uFillTx/>
              <a:latin typeface="EYInterstate Light"/>
              <a:ea typeface="+mn-ea"/>
              <a:cs typeface="+mn-cs"/>
            </a:endParaRPr>
          </a:p>
        </p:txBody>
      </p:sp>
    </p:spTree>
    <p:extLst>
      <p:ext uri="{BB962C8B-B14F-4D97-AF65-F5344CB8AC3E}">
        <p14:creationId xmlns:p14="http://schemas.microsoft.com/office/powerpoint/2010/main" val="8899272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57917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ub Section divider">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1A1B1506-7C75-636E-5FF5-1AF0400C5AD1}"/>
              </a:ext>
            </a:extLst>
          </p:cNvPr>
          <p:cNvSpPr/>
          <p:nvPr userDrawn="1"/>
        </p:nvSpPr>
        <p:spPr>
          <a:xfrm>
            <a:off x="0" y="0"/>
            <a:ext cx="12192000" cy="6858000"/>
          </a:xfrm>
          <a:prstGeom prst="rect">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grpSp>
        <p:nvGrpSpPr>
          <p:cNvPr id="3" name="Group 2">
            <a:extLst>
              <a:ext uri="{FF2B5EF4-FFF2-40B4-BE49-F238E27FC236}">
                <a16:creationId xmlns:a16="http://schemas.microsoft.com/office/drawing/2014/main" id="{84B2771E-FCE6-1793-D3A7-BE381255577F}"/>
              </a:ext>
            </a:extLst>
          </p:cNvPr>
          <p:cNvGrpSpPr/>
          <p:nvPr userDrawn="1"/>
        </p:nvGrpSpPr>
        <p:grpSpPr>
          <a:xfrm>
            <a:off x="6084437" y="-313158"/>
            <a:ext cx="6107564" cy="6248365"/>
            <a:chOff x="6087605" y="-313158"/>
            <a:chExt cx="6110745" cy="6248365"/>
          </a:xfrm>
        </p:grpSpPr>
        <p:grpSp>
          <p:nvGrpSpPr>
            <p:cNvPr id="54" name="Group 53">
              <a:extLst>
                <a:ext uri="{FF2B5EF4-FFF2-40B4-BE49-F238E27FC236}">
                  <a16:creationId xmlns:a16="http://schemas.microsoft.com/office/drawing/2014/main" id="{B9C82207-C9AD-93A9-97D6-C039D5F79158}"/>
                </a:ext>
              </a:extLst>
            </p:cNvPr>
            <p:cNvGrpSpPr/>
            <p:nvPr/>
          </p:nvGrpSpPr>
          <p:grpSpPr>
            <a:xfrm>
              <a:off x="9026757" y="-313158"/>
              <a:ext cx="3171593" cy="6240310"/>
              <a:chOff x="3615323" y="-417331"/>
              <a:chExt cx="3961180" cy="7793873"/>
            </a:xfrm>
          </p:grpSpPr>
          <p:sp>
            <p:nvSpPr>
              <p:cNvPr id="61" name="Freeform: Shape 60">
                <a:extLst>
                  <a:ext uri="{FF2B5EF4-FFF2-40B4-BE49-F238E27FC236}">
                    <a16:creationId xmlns:a16="http://schemas.microsoft.com/office/drawing/2014/main" id="{FE2B0500-ED51-21D1-4130-B4178D556352}"/>
                  </a:ext>
                </a:extLst>
              </p:cNvPr>
              <p:cNvSpPr>
                <a:spLocks/>
              </p:cNvSpPr>
              <p:nvPr/>
            </p:nvSpPr>
            <p:spPr bwMode="auto">
              <a:xfrm>
                <a:off x="3615323" y="-417331"/>
                <a:ext cx="3945940" cy="7562422"/>
              </a:xfrm>
              <a:custGeom>
                <a:avLst/>
                <a:gdLst>
                  <a:gd name="connsiteX0" fmla="*/ 4041300 w 4041300"/>
                  <a:gd name="connsiteY0" fmla="*/ 6685467 h 7745183"/>
                  <a:gd name="connsiteX1" fmla="*/ 4041300 w 4041300"/>
                  <a:gd name="connsiteY1" fmla="*/ 6822393 h 7745183"/>
                  <a:gd name="connsiteX2" fmla="*/ 3263115 w 4041300"/>
                  <a:gd name="connsiteY2" fmla="*/ 7257789 h 7745183"/>
                  <a:gd name="connsiteX3" fmla="*/ 2612747 w 4041300"/>
                  <a:gd name="connsiteY3" fmla="*/ 7535541 h 7745183"/>
                  <a:gd name="connsiteX4" fmla="*/ 1327050 w 4041300"/>
                  <a:gd name="connsiteY4" fmla="*/ 7719458 h 7745183"/>
                  <a:gd name="connsiteX5" fmla="*/ 0 w 4041300"/>
                  <a:gd name="connsiteY5" fmla="*/ 6983790 h 7745183"/>
                  <a:gd name="connsiteX6" fmla="*/ 101502 w 4041300"/>
                  <a:gd name="connsiteY6" fmla="*/ 6983790 h 7745183"/>
                  <a:gd name="connsiteX7" fmla="*/ 340891 w 4041300"/>
                  <a:gd name="connsiteY7" fmla="*/ 6971733 h 7745183"/>
                  <a:gd name="connsiteX8" fmla="*/ 466302 w 4041300"/>
                  <a:gd name="connsiteY8" fmla="*/ 7092558 h 7745183"/>
                  <a:gd name="connsiteX9" fmla="*/ 1477485 w 4041300"/>
                  <a:gd name="connsiteY9" fmla="*/ 7528391 h 7745183"/>
                  <a:gd name="connsiteX10" fmla="*/ 2699143 w 4041300"/>
                  <a:gd name="connsiteY10" fmla="*/ 7353634 h 7745183"/>
                  <a:gd name="connsiteX11" fmla="*/ 3317115 w 4041300"/>
                  <a:gd name="connsiteY11" fmla="*/ 7089717 h 7745183"/>
                  <a:gd name="connsiteX12" fmla="*/ 3965470 w 4041300"/>
                  <a:gd name="connsiteY12" fmla="*/ 6732531 h 7745183"/>
                  <a:gd name="connsiteX13" fmla="*/ 3439804 w 4041300"/>
                  <a:gd name="connsiteY13" fmla="*/ 2447 h 7745183"/>
                  <a:gd name="connsiteX14" fmla="*/ 4041300 w 4041300"/>
                  <a:gd name="connsiteY14" fmla="*/ 242665 h 7745183"/>
                  <a:gd name="connsiteX15" fmla="*/ 4041300 w 4041300"/>
                  <a:gd name="connsiteY15" fmla="*/ 345474 h 7745183"/>
                  <a:gd name="connsiteX16" fmla="*/ 4041300 w 4041300"/>
                  <a:gd name="connsiteY16" fmla="*/ 412364 h 7745183"/>
                  <a:gd name="connsiteX17" fmla="*/ 3918010 w 4041300"/>
                  <a:gd name="connsiteY17" fmla="*/ 318132 h 7745183"/>
                  <a:gd name="connsiteX18" fmla="*/ 3485004 w 4041300"/>
                  <a:gd name="connsiteY18" fmla="*/ 195758 h 7745183"/>
                  <a:gd name="connsiteX19" fmla="*/ 2549115 w 4041300"/>
                  <a:gd name="connsiteY19" fmla="*/ 1800663 h 7745183"/>
                  <a:gd name="connsiteX20" fmla="*/ 2684854 w 4041300"/>
                  <a:gd name="connsiteY20" fmla="*/ 3098853 h 7745183"/>
                  <a:gd name="connsiteX21" fmla="*/ 2934901 w 4041300"/>
                  <a:gd name="connsiteY21" fmla="*/ 4215153 h 7745183"/>
                  <a:gd name="connsiteX22" fmla="*/ 2166454 w 4041300"/>
                  <a:gd name="connsiteY22" fmla="*/ 6063915 h 7745183"/>
                  <a:gd name="connsiteX23" fmla="*/ 2108536 w 4041300"/>
                  <a:gd name="connsiteY23" fmla="*/ 6116373 h 7745183"/>
                  <a:gd name="connsiteX24" fmla="*/ 2230303 w 4041300"/>
                  <a:gd name="connsiteY24" fmla="*/ 5982864 h 7745183"/>
                  <a:gd name="connsiteX25" fmla="*/ 2860865 w 4041300"/>
                  <a:gd name="connsiteY25" fmla="*/ 4232540 h 7745183"/>
                  <a:gd name="connsiteX26" fmla="*/ 2597710 w 4041300"/>
                  <a:gd name="connsiteY26" fmla="*/ 3057723 h 7745183"/>
                  <a:gd name="connsiteX27" fmla="*/ 2454855 w 4041300"/>
                  <a:gd name="connsiteY27" fmla="*/ 1691482 h 7745183"/>
                  <a:gd name="connsiteX28" fmla="*/ 3439804 w 4041300"/>
                  <a:gd name="connsiteY28" fmla="*/ 2447 h 774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041300" h="7745183">
                    <a:moveTo>
                      <a:pt x="4041300" y="6685467"/>
                    </a:moveTo>
                    <a:lnTo>
                      <a:pt x="4041300" y="6822393"/>
                    </a:lnTo>
                    <a:cubicBezTo>
                      <a:pt x="3507473" y="7156447"/>
                      <a:pt x="3342061" y="7216501"/>
                      <a:pt x="3263115" y="7257789"/>
                    </a:cubicBezTo>
                    <a:cubicBezTo>
                      <a:pt x="3108981" y="7340364"/>
                      <a:pt x="3067629" y="7362884"/>
                      <a:pt x="2612747" y="7535541"/>
                    </a:cubicBezTo>
                    <a:cubicBezTo>
                      <a:pt x="2108995" y="7730719"/>
                      <a:pt x="1905990" y="7783266"/>
                      <a:pt x="1327050" y="7719458"/>
                    </a:cubicBezTo>
                    <a:cubicBezTo>
                      <a:pt x="751870" y="7655650"/>
                      <a:pt x="323304" y="7389158"/>
                      <a:pt x="0" y="6983790"/>
                    </a:cubicBezTo>
                    <a:cubicBezTo>
                      <a:pt x="33834" y="6983790"/>
                      <a:pt x="67668" y="6983790"/>
                      <a:pt x="101502" y="6983790"/>
                    </a:cubicBezTo>
                    <a:lnTo>
                      <a:pt x="340891" y="6971733"/>
                    </a:lnTo>
                    <a:lnTo>
                      <a:pt x="466302" y="7092558"/>
                    </a:lnTo>
                    <a:cubicBezTo>
                      <a:pt x="736051" y="7329115"/>
                      <a:pt x="1067587" y="7482918"/>
                      <a:pt x="1477485" y="7528391"/>
                    </a:cubicBezTo>
                    <a:cubicBezTo>
                      <a:pt x="2027588" y="7589020"/>
                      <a:pt x="2220481" y="7539090"/>
                      <a:pt x="2699143" y="7353634"/>
                    </a:cubicBezTo>
                    <a:cubicBezTo>
                      <a:pt x="3131367" y="7189577"/>
                      <a:pt x="3170659" y="7168179"/>
                      <a:pt x="3317115" y="7089717"/>
                    </a:cubicBezTo>
                    <a:cubicBezTo>
                      <a:pt x="3387442" y="7052938"/>
                      <a:pt x="3529976" y="7000486"/>
                      <a:pt x="3965470" y="6732531"/>
                    </a:cubicBezTo>
                    <a:close/>
                    <a:moveTo>
                      <a:pt x="3439804" y="2447"/>
                    </a:moveTo>
                    <a:cubicBezTo>
                      <a:pt x="3646568" y="-16320"/>
                      <a:pt x="3849573" y="73762"/>
                      <a:pt x="4041300" y="242665"/>
                    </a:cubicBezTo>
                    <a:cubicBezTo>
                      <a:pt x="4041300" y="242665"/>
                      <a:pt x="4041300" y="242665"/>
                      <a:pt x="4041300" y="345474"/>
                    </a:cubicBezTo>
                    <a:lnTo>
                      <a:pt x="4041300" y="412364"/>
                    </a:lnTo>
                    <a:lnTo>
                      <a:pt x="3918010" y="318132"/>
                    </a:lnTo>
                    <a:cubicBezTo>
                      <a:pt x="3777693" y="227188"/>
                      <a:pt x="3632354" y="182384"/>
                      <a:pt x="3485004" y="195758"/>
                    </a:cubicBezTo>
                    <a:cubicBezTo>
                      <a:pt x="2874175" y="256388"/>
                      <a:pt x="2509821" y="891217"/>
                      <a:pt x="2549115" y="1800663"/>
                    </a:cubicBezTo>
                    <a:cubicBezTo>
                      <a:pt x="2556259" y="1989685"/>
                      <a:pt x="2691998" y="2631647"/>
                      <a:pt x="2684854" y="3098853"/>
                    </a:cubicBezTo>
                    <a:cubicBezTo>
                      <a:pt x="2845599" y="3437666"/>
                      <a:pt x="2934901" y="3815710"/>
                      <a:pt x="2934901" y="4215153"/>
                    </a:cubicBezTo>
                    <a:cubicBezTo>
                      <a:pt x="2934901" y="4937361"/>
                      <a:pt x="2641096" y="5590914"/>
                      <a:pt x="2166454" y="6063915"/>
                    </a:cubicBezTo>
                    <a:lnTo>
                      <a:pt x="2108536" y="6116373"/>
                    </a:lnTo>
                    <a:lnTo>
                      <a:pt x="2230303" y="5982864"/>
                    </a:lnTo>
                    <a:cubicBezTo>
                      <a:pt x="2624129" y="5507336"/>
                      <a:pt x="2860865" y="4897598"/>
                      <a:pt x="2860865" y="4232540"/>
                    </a:cubicBezTo>
                    <a:cubicBezTo>
                      <a:pt x="2860865" y="3812158"/>
                      <a:pt x="2766881" y="3414297"/>
                      <a:pt x="2597710" y="3057723"/>
                    </a:cubicBezTo>
                    <a:cubicBezTo>
                      <a:pt x="2605229" y="2566026"/>
                      <a:pt x="2462373" y="1890412"/>
                      <a:pt x="2454855" y="1691482"/>
                    </a:cubicBezTo>
                    <a:cubicBezTo>
                      <a:pt x="2413502" y="734362"/>
                      <a:pt x="2796955" y="66255"/>
                      <a:pt x="3439804" y="2447"/>
                    </a:cubicBezTo>
                    <a:close/>
                  </a:path>
                </a:pathLst>
              </a:custGeom>
              <a:noFill/>
              <a:ln w="31750" cmpd="sng">
                <a:solidFill>
                  <a:srgbClr val="747480"/>
                </a:solidFill>
              </a:ln>
              <a:effectLst/>
            </p:spPr>
            <p:txBody>
              <a:bodyPr wrap="square" lIns="72000" tIns="72000" rIns="72000" bIns="72000" anchor="ctr">
                <a:noAutofit/>
              </a:bodyPr>
              <a:lstStyle/>
              <a:p>
                <a:pPr marL="0" marR="0" lvl="0" indent="0" defTabSz="913943" eaLnBrk="1" fontAlgn="auto" latinLnBrk="0" hangingPunct="1">
                  <a:lnSpc>
                    <a:spcPct val="100000"/>
                  </a:lnSpc>
                  <a:spcBef>
                    <a:spcPts val="200"/>
                  </a:spcBef>
                  <a:spcAft>
                    <a:spcPts val="300"/>
                  </a:spcAft>
                  <a:buClrTx/>
                  <a:buSzTx/>
                  <a:buFont typeface="Arial" charset="0"/>
                  <a:buNone/>
                  <a:tabLst/>
                  <a:defRPr/>
                </a:pPr>
                <a:endParaRPr kumimoji="0" lang="en-GB" sz="999" b="1" i="0" u="none" strike="noStrike" kern="0" cap="none" spc="0" normalizeH="0" baseline="0" noProof="0">
                  <a:ln>
                    <a:noFill/>
                  </a:ln>
                  <a:solidFill>
                    <a:srgbClr val="000000"/>
                  </a:solidFill>
                  <a:effectLst/>
                  <a:uLnTx/>
                  <a:uFillTx/>
                </a:endParaRPr>
              </a:p>
            </p:txBody>
          </p:sp>
          <p:sp>
            <p:nvSpPr>
              <p:cNvPr id="62" name="Freeform 25">
                <a:extLst>
                  <a:ext uri="{FF2B5EF4-FFF2-40B4-BE49-F238E27FC236}">
                    <a16:creationId xmlns:a16="http://schemas.microsoft.com/office/drawing/2014/main" id="{23FE6768-6D70-BD12-7CCA-8EFB882D2961}"/>
                  </a:ext>
                </a:extLst>
              </p:cNvPr>
              <p:cNvSpPr>
                <a:spLocks/>
              </p:cNvSpPr>
              <p:nvPr/>
            </p:nvSpPr>
            <p:spPr bwMode="auto">
              <a:xfrm>
                <a:off x="3736497" y="-261495"/>
                <a:ext cx="3840006" cy="7411094"/>
              </a:xfrm>
              <a:custGeom>
                <a:avLst/>
                <a:gdLst>
                  <a:gd name="T0" fmla="*/ 915 w 1075"/>
                  <a:gd name="T1" fmla="*/ 5 h 2078"/>
                  <a:gd name="T2" fmla="*/ 653 w 1075"/>
                  <a:gd name="T3" fmla="*/ 455 h 2078"/>
                  <a:gd name="T4" fmla="*/ 691 w 1075"/>
                  <a:gd name="T5" fmla="*/ 819 h 2078"/>
                  <a:gd name="T6" fmla="*/ 761 w 1075"/>
                  <a:gd name="T7" fmla="*/ 1132 h 2078"/>
                  <a:gd name="T8" fmla="*/ 27 w 1075"/>
                  <a:gd name="T9" fmla="*/ 1865 h 2078"/>
                  <a:gd name="T10" fmla="*/ 0 w 1075"/>
                  <a:gd name="T11" fmla="*/ 1865 h 2078"/>
                  <a:gd name="T12" fmla="*/ 353 w 1075"/>
                  <a:gd name="T13" fmla="*/ 2061 h 2078"/>
                  <a:gd name="T14" fmla="*/ 695 w 1075"/>
                  <a:gd name="T15" fmla="*/ 2012 h 2078"/>
                  <a:gd name="T16" fmla="*/ 868 w 1075"/>
                  <a:gd name="T17" fmla="*/ 1938 h 2078"/>
                  <a:gd name="T18" fmla="*/ 1075 w 1075"/>
                  <a:gd name="T19" fmla="*/ 1822 h 2078"/>
                  <a:gd name="T20" fmla="*/ 1075 w 1075"/>
                  <a:gd name="T21" fmla="*/ 69 h 2078"/>
                  <a:gd name="T22" fmla="*/ 915 w 1075"/>
                  <a:gd name="T23" fmla="*/ 5 h 2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75" h="2078">
                    <a:moveTo>
                      <a:pt x="915" y="5"/>
                    </a:moveTo>
                    <a:cubicBezTo>
                      <a:pt x="744" y="22"/>
                      <a:pt x="642" y="200"/>
                      <a:pt x="653" y="455"/>
                    </a:cubicBezTo>
                    <a:cubicBezTo>
                      <a:pt x="655" y="508"/>
                      <a:pt x="693" y="688"/>
                      <a:pt x="691" y="819"/>
                    </a:cubicBezTo>
                    <a:cubicBezTo>
                      <a:pt x="736" y="914"/>
                      <a:pt x="761" y="1020"/>
                      <a:pt x="761" y="1132"/>
                    </a:cubicBezTo>
                    <a:cubicBezTo>
                      <a:pt x="761" y="1537"/>
                      <a:pt x="432" y="1865"/>
                      <a:pt x="27" y="1865"/>
                    </a:cubicBezTo>
                    <a:cubicBezTo>
                      <a:pt x="18" y="1865"/>
                      <a:pt x="9" y="1865"/>
                      <a:pt x="0" y="1865"/>
                    </a:cubicBezTo>
                    <a:cubicBezTo>
                      <a:pt x="86" y="1973"/>
                      <a:pt x="200" y="2044"/>
                      <a:pt x="353" y="2061"/>
                    </a:cubicBezTo>
                    <a:cubicBezTo>
                      <a:pt x="507" y="2078"/>
                      <a:pt x="561" y="2064"/>
                      <a:pt x="695" y="2012"/>
                    </a:cubicBezTo>
                    <a:cubicBezTo>
                      <a:pt x="816" y="1966"/>
                      <a:pt x="827" y="1960"/>
                      <a:pt x="868" y="1938"/>
                    </a:cubicBezTo>
                    <a:cubicBezTo>
                      <a:pt x="889" y="1927"/>
                      <a:pt x="933" y="1911"/>
                      <a:pt x="1075" y="1822"/>
                    </a:cubicBezTo>
                    <a:cubicBezTo>
                      <a:pt x="1075" y="69"/>
                      <a:pt x="1075" y="69"/>
                      <a:pt x="1075" y="69"/>
                    </a:cubicBezTo>
                    <a:cubicBezTo>
                      <a:pt x="1024" y="24"/>
                      <a:pt x="970" y="0"/>
                      <a:pt x="915" y="5"/>
                    </a:cubicBezTo>
                    <a:close/>
                  </a:path>
                </a:pathLst>
              </a:custGeom>
              <a:solidFill>
                <a:srgbClr val="747480"/>
              </a:solidFill>
              <a:ln w="180975" cmpd="dbl">
                <a:noFill/>
              </a:ln>
              <a:effectLst/>
            </p:spPr>
            <p:txBody>
              <a:bodyPr wrap="square" lIns="72000" tIns="72000" rIns="72000" bIns="72000" anchor="ctr">
                <a:noAutofit/>
              </a:bodyPr>
              <a:lstStyle/>
              <a:p>
                <a:pPr marL="0" marR="0" lvl="0" indent="0" defTabSz="913943" eaLnBrk="1" fontAlgn="auto" latinLnBrk="0" hangingPunct="1">
                  <a:lnSpc>
                    <a:spcPct val="100000"/>
                  </a:lnSpc>
                  <a:spcBef>
                    <a:spcPts val="200"/>
                  </a:spcBef>
                  <a:spcAft>
                    <a:spcPts val="300"/>
                  </a:spcAft>
                  <a:buClrTx/>
                  <a:buSzTx/>
                  <a:buFont typeface="Arial" charset="0"/>
                  <a:buNone/>
                  <a:tabLst/>
                  <a:defRPr/>
                </a:pPr>
                <a:endParaRPr kumimoji="0" lang="en-GB" sz="999" b="1" i="0" u="none" strike="noStrike" kern="0" cap="none" spc="0" normalizeH="0" baseline="0" noProof="0">
                  <a:ln>
                    <a:noFill/>
                  </a:ln>
                  <a:solidFill>
                    <a:srgbClr val="000000"/>
                  </a:solidFill>
                  <a:effectLst/>
                  <a:uLnTx/>
                  <a:uFillTx/>
                </a:endParaRPr>
              </a:p>
            </p:txBody>
          </p:sp>
          <p:sp>
            <p:nvSpPr>
              <p:cNvPr id="63" name="Freeform 21">
                <a:extLst>
                  <a:ext uri="{FF2B5EF4-FFF2-40B4-BE49-F238E27FC236}">
                    <a16:creationId xmlns:a16="http://schemas.microsoft.com/office/drawing/2014/main" id="{5510E16E-FF1E-978B-0142-40A77CF0C561}"/>
                  </a:ext>
                </a:extLst>
              </p:cNvPr>
              <p:cNvSpPr>
                <a:spLocks/>
              </p:cNvSpPr>
              <p:nvPr/>
            </p:nvSpPr>
            <p:spPr bwMode="auto">
              <a:xfrm>
                <a:off x="4372592" y="85097"/>
                <a:ext cx="3203911" cy="7291445"/>
              </a:xfrm>
              <a:custGeom>
                <a:avLst/>
                <a:gdLst>
                  <a:gd name="T0" fmla="*/ 860 w 860"/>
                  <a:gd name="T1" fmla="*/ 0 h 1960"/>
                  <a:gd name="T2" fmla="*/ 509 w 860"/>
                  <a:gd name="T3" fmla="*/ 371 h 1960"/>
                  <a:gd name="T4" fmla="*/ 456 w 860"/>
                  <a:gd name="T5" fmla="*/ 673 h 1960"/>
                  <a:gd name="T6" fmla="*/ 546 w 860"/>
                  <a:gd name="T7" fmla="*/ 1025 h 1960"/>
                  <a:gd name="T8" fmla="*/ 0 w 860"/>
                  <a:gd name="T9" fmla="*/ 1734 h 1960"/>
                  <a:gd name="T10" fmla="*/ 478 w 860"/>
                  <a:gd name="T11" fmla="*/ 1960 h 1960"/>
                  <a:gd name="T12" fmla="*/ 515 w 860"/>
                  <a:gd name="T13" fmla="*/ 1958 h 1960"/>
                  <a:gd name="T14" fmla="*/ 860 w 860"/>
                  <a:gd name="T15" fmla="*/ 1817 h 1960"/>
                  <a:gd name="T16" fmla="*/ 860 w 860"/>
                  <a:gd name="T17" fmla="*/ 0 h 1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0" h="1960">
                    <a:moveTo>
                      <a:pt x="860" y="0"/>
                    </a:moveTo>
                    <a:cubicBezTo>
                      <a:pt x="696" y="23"/>
                      <a:pt x="564" y="168"/>
                      <a:pt x="509" y="371"/>
                    </a:cubicBezTo>
                    <a:cubicBezTo>
                      <a:pt x="495" y="424"/>
                      <a:pt x="489" y="569"/>
                      <a:pt x="456" y="673"/>
                    </a:cubicBezTo>
                    <a:cubicBezTo>
                      <a:pt x="513" y="778"/>
                      <a:pt x="546" y="897"/>
                      <a:pt x="546" y="1025"/>
                    </a:cubicBezTo>
                    <a:cubicBezTo>
                      <a:pt x="546" y="1365"/>
                      <a:pt x="314" y="1651"/>
                      <a:pt x="0" y="1734"/>
                    </a:cubicBezTo>
                    <a:cubicBezTo>
                      <a:pt x="137" y="1872"/>
                      <a:pt x="313" y="1960"/>
                      <a:pt x="478" y="1960"/>
                    </a:cubicBezTo>
                    <a:cubicBezTo>
                      <a:pt x="491" y="1960"/>
                      <a:pt x="503" y="1959"/>
                      <a:pt x="515" y="1958"/>
                    </a:cubicBezTo>
                    <a:cubicBezTo>
                      <a:pt x="641" y="1948"/>
                      <a:pt x="758" y="1898"/>
                      <a:pt x="860" y="1817"/>
                    </a:cubicBezTo>
                    <a:cubicBezTo>
                      <a:pt x="860" y="0"/>
                      <a:pt x="860" y="0"/>
                      <a:pt x="860" y="0"/>
                    </a:cubicBezTo>
                  </a:path>
                </a:pathLst>
              </a:custGeom>
              <a:solidFill>
                <a:srgbClr val="C4C4CD"/>
              </a:solidFill>
              <a:ln>
                <a:noFill/>
              </a:ln>
            </p:spPr>
            <p:txBody>
              <a:bodyPr wrap="square" lIns="72000" tIns="72000" rIns="72000" bIns="72000" anchor="ctr">
                <a:noAutofit/>
              </a:bodyPr>
              <a:lstStyle/>
              <a:p>
                <a:pPr marL="0" marR="0" lvl="0" indent="0" defTabSz="913943" eaLnBrk="1" fontAlgn="auto" latinLnBrk="0" hangingPunct="1">
                  <a:lnSpc>
                    <a:spcPct val="100000"/>
                  </a:lnSpc>
                  <a:spcBef>
                    <a:spcPts val="200"/>
                  </a:spcBef>
                  <a:spcAft>
                    <a:spcPts val="300"/>
                  </a:spcAft>
                  <a:buClrTx/>
                  <a:buSzTx/>
                  <a:buFont typeface="Arial" charset="0"/>
                  <a:buNone/>
                  <a:tabLst/>
                  <a:defRPr/>
                </a:pPr>
                <a:endParaRPr kumimoji="0" lang="en-GB" sz="999" b="1" i="0" u="none" strike="noStrike" kern="0" cap="none" spc="0" normalizeH="0" baseline="0" noProof="0">
                  <a:ln>
                    <a:noFill/>
                  </a:ln>
                  <a:solidFill>
                    <a:srgbClr val="000000"/>
                  </a:solidFill>
                  <a:effectLst/>
                  <a:uLnTx/>
                  <a:uFillTx/>
                </a:endParaRPr>
              </a:p>
            </p:txBody>
          </p:sp>
        </p:grpSp>
        <p:sp>
          <p:nvSpPr>
            <p:cNvPr id="55" name="Oval 54">
              <a:extLst>
                <a:ext uri="{FF2B5EF4-FFF2-40B4-BE49-F238E27FC236}">
                  <a16:creationId xmlns:a16="http://schemas.microsoft.com/office/drawing/2014/main" id="{E81A2FA6-752E-4AD4-90ED-385AF1628B0D}"/>
                </a:ext>
              </a:extLst>
            </p:cNvPr>
            <p:cNvSpPr>
              <a:spLocks/>
            </p:cNvSpPr>
            <p:nvPr/>
          </p:nvSpPr>
          <p:spPr>
            <a:xfrm rot="16200000" flipH="1" flipV="1">
              <a:off x="6565752" y="461359"/>
              <a:ext cx="4995699" cy="4995698"/>
            </a:xfrm>
            <a:prstGeom prst="ellipse">
              <a:avLst/>
            </a:prstGeom>
            <a:solidFill>
              <a:schemeClr val="tx1">
                <a:lumMod val="95000"/>
              </a:schemeClr>
            </a:solidFill>
            <a:ln w="76200" cap="flat" cmpd="sng" algn="ctr">
              <a:solidFill>
                <a:schemeClr val="tx2"/>
              </a:solidFill>
              <a:prstDash val="solid"/>
            </a:ln>
            <a:effectLst>
              <a:outerShdw blurRad="101600" dist="88900" algn="l" rotWithShape="0">
                <a:prstClr val="black">
                  <a:alpha val="30000"/>
                </a:prstClr>
              </a:outerShdw>
            </a:effectLst>
          </p:spPr>
          <p:txBody>
            <a:bodyPr rtlCol="0" anchor="t" anchorCtr="0"/>
            <a:lstStyle/>
            <a:p>
              <a:pPr algn="ctr"/>
              <a:endParaRPr lang="en-IN" sz="1199" kern="0">
                <a:solidFill>
                  <a:srgbClr val="2E2E38"/>
                </a:solidFill>
                <a:latin typeface="EYInterstate Light"/>
              </a:endParaRPr>
            </a:p>
          </p:txBody>
        </p:sp>
        <p:sp>
          <p:nvSpPr>
            <p:cNvPr id="56" name="Arc 55">
              <a:extLst>
                <a:ext uri="{FF2B5EF4-FFF2-40B4-BE49-F238E27FC236}">
                  <a16:creationId xmlns:a16="http://schemas.microsoft.com/office/drawing/2014/main" id="{93F918FF-ABDA-270D-4F19-81E31D921D8E}"/>
                </a:ext>
              </a:extLst>
            </p:cNvPr>
            <p:cNvSpPr>
              <a:spLocks/>
            </p:cNvSpPr>
            <p:nvPr/>
          </p:nvSpPr>
          <p:spPr>
            <a:xfrm rot="5400000" flipV="1">
              <a:off x="6297081" y="192687"/>
              <a:ext cx="5533044" cy="5533044"/>
            </a:xfrm>
            <a:prstGeom prst="arc">
              <a:avLst>
                <a:gd name="adj1" fmla="val 3590150"/>
                <a:gd name="adj2" fmla="val 7089050"/>
              </a:avLst>
            </a:prstGeom>
            <a:noFill/>
            <a:ln w="88900" cap="rnd" cmpd="sng" algn="ctr">
              <a:solidFill>
                <a:schemeClr val="tx1"/>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sp>
          <p:nvSpPr>
            <p:cNvPr id="57" name="Arc 56">
              <a:extLst>
                <a:ext uri="{FF2B5EF4-FFF2-40B4-BE49-F238E27FC236}">
                  <a16:creationId xmlns:a16="http://schemas.microsoft.com/office/drawing/2014/main" id="{89651658-8E37-E301-5866-B7FB47412EB7}"/>
                </a:ext>
              </a:extLst>
            </p:cNvPr>
            <p:cNvSpPr>
              <a:spLocks/>
            </p:cNvSpPr>
            <p:nvPr/>
          </p:nvSpPr>
          <p:spPr>
            <a:xfrm rot="5400000" flipV="1">
              <a:off x="6152607" y="78693"/>
              <a:ext cx="5801671" cy="5801670"/>
            </a:xfrm>
            <a:prstGeom prst="arc">
              <a:avLst>
                <a:gd name="adj1" fmla="val 13588566"/>
                <a:gd name="adj2" fmla="val 547744"/>
              </a:avLst>
            </a:prstGeom>
            <a:noFill/>
            <a:ln w="88900" cap="rnd" cmpd="sng" algn="ctr">
              <a:solidFill>
                <a:schemeClr val="tx2"/>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sp>
          <p:nvSpPr>
            <p:cNvPr id="58" name="Arc 57">
              <a:extLst>
                <a:ext uri="{FF2B5EF4-FFF2-40B4-BE49-F238E27FC236}">
                  <a16:creationId xmlns:a16="http://schemas.microsoft.com/office/drawing/2014/main" id="{72B4FCA9-1D78-41DE-CD65-41E0D737CEB3}"/>
                </a:ext>
              </a:extLst>
            </p:cNvPr>
            <p:cNvSpPr>
              <a:spLocks/>
            </p:cNvSpPr>
            <p:nvPr/>
          </p:nvSpPr>
          <p:spPr>
            <a:xfrm rot="5400000" flipV="1">
              <a:off x="6382620" y="278226"/>
              <a:ext cx="5361965" cy="5361964"/>
            </a:xfrm>
            <a:prstGeom prst="arc">
              <a:avLst>
                <a:gd name="adj1" fmla="val 12011138"/>
                <a:gd name="adj2" fmla="val 14926671"/>
              </a:avLst>
            </a:prstGeom>
            <a:noFill/>
            <a:ln w="88900" cap="rnd" cmpd="sng" algn="ctr">
              <a:solidFill>
                <a:srgbClr val="C4C4CD"/>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sp>
          <p:nvSpPr>
            <p:cNvPr id="60" name="Arc 59">
              <a:extLst>
                <a:ext uri="{FF2B5EF4-FFF2-40B4-BE49-F238E27FC236}">
                  <a16:creationId xmlns:a16="http://schemas.microsoft.com/office/drawing/2014/main" id="{93C8BBAA-C5F1-F12C-90B0-AFEAAA71E1D0}"/>
                </a:ext>
              </a:extLst>
            </p:cNvPr>
            <p:cNvSpPr>
              <a:spLocks/>
            </p:cNvSpPr>
            <p:nvPr/>
          </p:nvSpPr>
          <p:spPr>
            <a:xfrm rot="5400000" flipV="1">
              <a:off x="6087605" y="-16789"/>
              <a:ext cx="5951996" cy="5951996"/>
            </a:xfrm>
            <a:prstGeom prst="arc">
              <a:avLst>
                <a:gd name="adj1" fmla="val 1935053"/>
                <a:gd name="adj2" fmla="val 4520299"/>
              </a:avLst>
            </a:prstGeom>
            <a:noFill/>
            <a:ln w="88900" cap="rnd" cmpd="sng" algn="ctr">
              <a:solidFill>
                <a:schemeClr val="tx2"/>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grpSp>
      <p:grpSp>
        <p:nvGrpSpPr>
          <p:cNvPr id="6" name="Group 5">
            <a:extLst>
              <a:ext uri="{FF2B5EF4-FFF2-40B4-BE49-F238E27FC236}">
                <a16:creationId xmlns:a16="http://schemas.microsoft.com/office/drawing/2014/main" id="{7B1A63BC-3447-5702-A9A9-972853A15305}"/>
              </a:ext>
            </a:extLst>
          </p:cNvPr>
          <p:cNvGrpSpPr>
            <a:grpSpLocks noChangeAspect="1"/>
          </p:cNvGrpSpPr>
          <p:nvPr userDrawn="1"/>
        </p:nvGrpSpPr>
        <p:grpSpPr>
          <a:xfrm>
            <a:off x="-101545" y="-31195"/>
            <a:ext cx="3621014" cy="6948000"/>
            <a:chOff x="-121161" y="-103765"/>
            <a:chExt cx="3699303" cy="7094521"/>
          </a:xfrm>
          <a:solidFill>
            <a:srgbClr val="747480">
              <a:alpha val="15000"/>
            </a:srgbClr>
          </a:solidFill>
        </p:grpSpPr>
        <p:sp>
          <p:nvSpPr>
            <p:cNvPr id="7" name="Freeform 15">
              <a:extLst>
                <a:ext uri="{FF2B5EF4-FFF2-40B4-BE49-F238E27FC236}">
                  <a16:creationId xmlns:a16="http://schemas.microsoft.com/office/drawing/2014/main" id="{680A2392-6524-9A8C-F28B-83F697DB99A6}"/>
                </a:ext>
              </a:extLst>
            </p:cNvPr>
            <p:cNvSpPr>
              <a:spLocks/>
            </p:cNvSpPr>
            <p:nvPr/>
          </p:nvSpPr>
          <p:spPr bwMode="auto">
            <a:xfrm rot="5094805">
              <a:off x="-92787" y="6833460"/>
              <a:ext cx="109679" cy="157663"/>
            </a:xfrm>
            <a:custGeom>
              <a:avLst/>
              <a:gdLst>
                <a:gd name="T0" fmla="*/ 43 w 45"/>
                <a:gd name="T1" fmla="*/ 23 h 64"/>
                <a:gd name="T2" fmla="*/ 25 w 45"/>
                <a:gd name="T3" fmla="*/ 59 h 64"/>
                <a:gd name="T4" fmla="*/ 2 w 45"/>
                <a:gd name="T5" fmla="*/ 43 h 64"/>
                <a:gd name="T6" fmla="*/ 19 w 45"/>
                <a:gd name="T7" fmla="*/ 6 h 64"/>
                <a:gd name="T8" fmla="*/ 43 w 45"/>
                <a:gd name="T9" fmla="*/ 23 h 64"/>
              </a:gdLst>
              <a:ahLst/>
              <a:cxnLst>
                <a:cxn ang="0">
                  <a:pos x="T0" y="T1"/>
                </a:cxn>
                <a:cxn ang="0">
                  <a:pos x="T2" y="T3"/>
                </a:cxn>
                <a:cxn ang="0">
                  <a:pos x="T4" y="T5"/>
                </a:cxn>
                <a:cxn ang="0">
                  <a:pos x="T6" y="T7"/>
                </a:cxn>
                <a:cxn ang="0">
                  <a:pos x="T8" y="T9"/>
                </a:cxn>
              </a:cxnLst>
              <a:rect l="0" t="0" r="r" b="b"/>
              <a:pathLst>
                <a:path w="45" h="64">
                  <a:moveTo>
                    <a:pt x="43" y="23"/>
                  </a:moveTo>
                  <a:cubicBezTo>
                    <a:pt x="45" y="37"/>
                    <a:pt x="36" y="54"/>
                    <a:pt x="25" y="59"/>
                  </a:cubicBezTo>
                  <a:cubicBezTo>
                    <a:pt x="14" y="64"/>
                    <a:pt x="4" y="57"/>
                    <a:pt x="2" y="43"/>
                  </a:cubicBezTo>
                  <a:cubicBezTo>
                    <a:pt x="0" y="28"/>
                    <a:pt x="7" y="11"/>
                    <a:pt x="19" y="6"/>
                  </a:cubicBezTo>
                  <a:cubicBezTo>
                    <a:pt x="30" y="0"/>
                    <a:pt x="41" y="8"/>
                    <a:pt x="4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 name="Freeform 54">
              <a:extLst>
                <a:ext uri="{FF2B5EF4-FFF2-40B4-BE49-F238E27FC236}">
                  <a16:creationId xmlns:a16="http://schemas.microsoft.com/office/drawing/2014/main" id="{25CC9C30-D5AB-5C38-626A-4FEF9D96DBFF}"/>
                </a:ext>
              </a:extLst>
            </p:cNvPr>
            <p:cNvSpPr>
              <a:spLocks/>
            </p:cNvSpPr>
            <p:nvPr/>
          </p:nvSpPr>
          <p:spPr bwMode="auto">
            <a:xfrm rot="5094805">
              <a:off x="-79610" y="3952060"/>
              <a:ext cx="107394" cy="57124"/>
            </a:xfrm>
            <a:custGeom>
              <a:avLst/>
              <a:gdLst>
                <a:gd name="T0" fmla="*/ 24 w 44"/>
                <a:gd name="T1" fmla="*/ 23 h 23"/>
                <a:gd name="T2" fmla="*/ 1 w 44"/>
                <a:gd name="T3" fmla="*/ 12 h 23"/>
                <a:gd name="T4" fmla="*/ 18 w 44"/>
                <a:gd name="T5" fmla="*/ 1 h 23"/>
                <a:gd name="T6" fmla="*/ 42 w 44"/>
                <a:gd name="T7" fmla="*/ 11 h 23"/>
                <a:gd name="T8" fmla="*/ 24 w 44"/>
                <a:gd name="T9" fmla="*/ 23 h 23"/>
              </a:gdLst>
              <a:ahLst/>
              <a:cxnLst>
                <a:cxn ang="0">
                  <a:pos x="T0" y="T1"/>
                </a:cxn>
                <a:cxn ang="0">
                  <a:pos x="T2" y="T3"/>
                </a:cxn>
                <a:cxn ang="0">
                  <a:pos x="T4" y="T5"/>
                </a:cxn>
                <a:cxn ang="0">
                  <a:pos x="T6" y="T7"/>
                </a:cxn>
                <a:cxn ang="0">
                  <a:pos x="T8" y="T9"/>
                </a:cxn>
              </a:cxnLst>
              <a:rect l="0" t="0" r="r" b="b"/>
              <a:pathLst>
                <a:path w="44" h="23">
                  <a:moveTo>
                    <a:pt x="24" y="23"/>
                  </a:moveTo>
                  <a:cubicBezTo>
                    <a:pt x="12" y="23"/>
                    <a:pt x="2" y="18"/>
                    <a:pt x="1" y="12"/>
                  </a:cubicBezTo>
                  <a:cubicBezTo>
                    <a:pt x="0" y="6"/>
                    <a:pt x="8" y="2"/>
                    <a:pt x="18" y="1"/>
                  </a:cubicBezTo>
                  <a:cubicBezTo>
                    <a:pt x="29" y="0"/>
                    <a:pt x="41" y="5"/>
                    <a:pt x="42" y="11"/>
                  </a:cubicBezTo>
                  <a:cubicBezTo>
                    <a:pt x="44" y="18"/>
                    <a:pt x="35" y="23"/>
                    <a:pt x="24"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 name="Freeform 55">
              <a:extLst>
                <a:ext uri="{FF2B5EF4-FFF2-40B4-BE49-F238E27FC236}">
                  <a16:creationId xmlns:a16="http://schemas.microsoft.com/office/drawing/2014/main" id="{CC1C5A67-B32C-F6E8-45A6-6A3442E0FA04}"/>
                </a:ext>
              </a:extLst>
            </p:cNvPr>
            <p:cNvSpPr>
              <a:spLocks/>
            </p:cNvSpPr>
            <p:nvPr/>
          </p:nvSpPr>
          <p:spPr bwMode="auto">
            <a:xfrm rot="5094805">
              <a:off x="-69324" y="4141459"/>
              <a:ext cx="109679" cy="63979"/>
            </a:xfrm>
            <a:custGeom>
              <a:avLst/>
              <a:gdLst>
                <a:gd name="T0" fmla="*/ 43 w 44"/>
                <a:gd name="T1" fmla="*/ 14 h 26"/>
                <a:gd name="T2" fmla="*/ 24 w 44"/>
                <a:gd name="T3" fmla="*/ 25 h 26"/>
                <a:gd name="T4" fmla="*/ 2 w 44"/>
                <a:gd name="T5" fmla="*/ 12 h 26"/>
                <a:gd name="T6" fmla="*/ 20 w 44"/>
                <a:gd name="T7" fmla="*/ 0 h 26"/>
                <a:gd name="T8" fmla="*/ 43 w 44"/>
                <a:gd name="T9" fmla="*/ 14 h 26"/>
              </a:gdLst>
              <a:ahLst/>
              <a:cxnLst>
                <a:cxn ang="0">
                  <a:pos x="T0" y="T1"/>
                </a:cxn>
                <a:cxn ang="0">
                  <a:pos x="T2" y="T3"/>
                </a:cxn>
                <a:cxn ang="0">
                  <a:pos x="T4" y="T5"/>
                </a:cxn>
                <a:cxn ang="0">
                  <a:pos x="T6" y="T7"/>
                </a:cxn>
                <a:cxn ang="0">
                  <a:pos x="T8" y="T9"/>
                </a:cxn>
              </a:cxnLst>
              <a:rect l="0" t="0" r="r" b="b"/>
              <a:pathLst>
                <a:path w="44" h="26">
                  <a:moveTo>
                    <a:pt x="43" y="14"/>
                  </a:moveTo>
                  <a:cubicBezTo>
                    <a:pt x="44" y="21"/>
                    <a:pt x="36" y="26"/>
                    <a:pt x="24" y="25"/>
                  </a:cubicBezTo>
                  <a:cubicBezTo>
                    <a:pt x="13" y="24"/>
                    <a:pt x="4" y="18"/>
                    <a:pt x="2" y="12"/>
                  </a:cubicBezTo>
                  <a:cubicBezTo>
                    <a:pt x="0" y="5"/>
                    <a:pt x="8" y="0"/>
                    <a:pt x="20" y="0"/>
                  </a:cubicBezTo>
                  <a:cubicBezTo>
                    <a:pt x="31" y="1"/>
                    <a:pt x="42" y="7"/>
                    <a:pt x="4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 name="Freeform 56">
              <a:extLst>
                <a:ext uri="{FF2B5EF4-FFF2-40B4-BE49-F238E27FC236}">
                  <a16:creationId xmlns:a16="http://schemas.microsoft.com/office/drawing/2014/main" id="{36CB42B3-6BB3-3B80-5274-476E5B94C0E5}"/>
                </a:ext>
              </a:extLst>
            </p:cNvPr>
            <p:cNvSpPr>
              <a:spLocks/>
            </p:cNvSpPr>
            <p:nvPr/>
          </p:nvSpPr>
          <p:spPr bwMode="auto">
            <a:xfrm rot="5094805">
              <a:off x="-74758" y="4332470"/>
              <a:ext cx="107394" cy="75404"/>
            </a:xfrm>
            <a:custGeom>
              <a:avLst/>
              <a:gdLst>
                <a:gd name="T0" fmla="*/ 23 w 43"/>
                <a:gd name="T1" fmla="*/ 29 h 31"/>
                <a:gd name="T2" fmla="*/ 1 w 43"/>
                <a:gd name="T3" fmla="*/ 11 h 31"/>
                <a:gd name="T4" fmla="*/ 19 w 43"/>
                <a:gd name="T5" fmla="*/ 2 h 31"/>
                <a:gd name="T6" fmla="*/ 42 w 43"/>
                <a:gd name="T7" fmla="*/ 19 h 31"/>
                <a:gd name="T8" fmla="*/ 23 w 43"/>
                <a:gd name="T9" fmla="*/ 29 h 31"/>
              </a:gdLst>
              <a:ahLst/>
              <a:cxnLst>
                <a:cxn ang="0">
                  <a:pos x="T0" y="T1"/>
                </a:cxn>
                <a:cxn ang="0">
                  <a:pos x="T2" y="T3"/>
                </a:cxn>
                <a:cxn ang="0">
                  <a:pos x="T4" y="T5"/>
                </a:cxn>
                <a:cxn ang="0">
                  <a:pos x="T6" y="T7"/>
                </a:cxn>
                <a:cxn ang="0">
                  <a:pos x="T8" y="T9"/>
                </a:cxn>
              </a:cxnLst>
              <a:rect l="0" t="0" r="r" b="b"/>
              <a:pathLst>
                <a:path w="43" h="31">
                  <a:moveTo>
                    <a:pt x="23" y="29"/>
                  </a:moveTo>
                  <a:cubicBezTo>
                    <a:pt x="11" y="26"/>
                    <a:pt x="2" y="19"/>
                    <a:pt x="1" y="11"/>
                  </a:cubicBezTo>
                  <a:cubicBezTo>
                    <a:pt x="0" y="5"/>
                    <a:pt x="8" y="0"/>
                    <a:pt x="19" y="2"/>
                  </a:cubicBezTo>
                  <a:cubicBezTo>
                    <a:pt x="30" y="3"/>
                    <a:pt x="41" y="11"/>
                    <a:pt x="42" y="19"/>
                  </a:cubicBezTo>
                  <a:cubicBezTo>
                    <a:pt x="43" y="27"/>
                    <a:pt x="35" y="31"/>
                    <a:pt x="23"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 name="Freeform 57">
              <a:extLst>
                <a:ext uri="{FF2B5EF4-FFF2-40B4-BE49-F238E27FC236}">
                  <a16:creationId xmlns:a16="http://schemas.microsoft.com/office/drawing/2014/main" id="{4ADD2695-58C4-BFF0-2D60-6C9BCE60A876}"/>
                </a:ext>
              </a:extLst>
            </p:cNvPr>
            <p:cNvSpPr>
              <a:spLocks/>
            </p:cNvSpPr>
            <p:nvPr/>
          </p:nvSpPr>
          <p:spPr bwMode="auto">
            <a:xfrm rot="5094805">
              <a:off x="-98408" y="4524899"/>
              <a:ext cx="109679" cy="86829"/>
            </a:xfrm>
            <a:custGeom>
              <a:avLst/>
              <a:gdLst>
                <a:gd name="T0" fmla="*/ 43 w 45"/>
                <a:gd name="T1" fmla="*/ 21 h 35"/>
                <a:gd name="T2" fmla="*/ 25 w 45"/>
                <a:gd name="T3" fmla="*/ 32 h 35"/>
                <a:gd name="T4" fmla="*/ 2 w 45"/>
                <a:gd name="T5" fmla="*/ 13 h 35"/>
                <a:gd name="T6" fmla="*/ 19 w 45"/>
                <a:gd name="T7" fmla="*/ 2 h 35"/>
                <a:gd name="T8" fmla="*/ 43 w 45"/>
                <a:gd name="T9" fmla="*/ 21 h 35"/>
              </a:gdLst>
              <a:ahLst/>
              <a:cxnLst>
                <a:cxn ang="0">
                  <a:pos x="T0" y="T1"/>
                </a:cxn>
                <a:cxn ang="0">
                  <a:pos x="T2" y="T3"/>
                </a:cxn>
                <a:cxn ang="0">
                  <a:pos x="T4" y="T5"/>
                </a:cxn>
                <a:cxn ang="0">
                  <a:pos x="T6" y="T7"/>
                </a:cxn>
                <a:cxn ang="0">
                  <a:pos x="T8" y="T9"/>
                </a:cxn>
              </a:cxnLst>
              <a:rect l="0" t="0" r="r" b="b"/>
              <a:pathLst>
                <a:path w="45" h="35">
                  <a:moveTo>
                    <a:pt x="43" y="21"/>
                  </a:moveTo>
                  <a:cubicBezTo>
                    <a:pt x="45" y="30"/>
                    <a:pt x="37" y="35"/>
                    <a:pt x="25" y="32"/>
                  </a:cubicBezTo>
                  <a:cubicBezTo>
                    <a:pt x="14" y="29"/>
                    <a:pt x="4" y="21"/>
                    <a:pt x="2" y="13"/>
                  </a:cubicBezTo>
                  <a:cubicBezTo>
                    <a:pt x="0" y="5"/>
                    <a:pt x="8" y="0"/>
                    <a:pt x="19" y="2"/>
                  </a:cubicBezTo>
                  <a:cubicBezTo>
                    <a:pt x="30" y="4"/>
                    <a:pt x="41" y="13"/>
                    <a:pt x="43"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 name="Freeform 64">
              <a:extLst>
                <a:ext uri="{FF2B5EF4-FFF2-40B4-BE49-F238E27FC236}">
                  <a16:creationId xmlns:a16="http://schemas.microsoft.com/office/drawing/2014/main" id="{E7567422-D91D-05CC-7CDF-E4506CAD4A50}"/>
                </a:ext>
              </a:extLst>
            </p:cNvPr>
            <p:cNvSpPr>
              <a:spLocks/>
            </p:cNvSpPr>
            <p:nvPr/>
          </p:nvSpPr>
          <p:spPr bwMode="auto">
            <a:xfrm rot="5094805">
              <a:off x="-96027" y="6527697"/>
              <a:ext cx="105109" cy="155378"/>
            </a:xfrm>
            <a:custGeom>
              <a:avLst/>
              <a:gdLst>
                <a:gd name="T0" fmla="*/ 19 w 43"/>
                <a:gd name="T1" fmla="*/ 3 h 63"/>
                <a:gd name="T2" fmla="*/ 42 w 43"/>
                <a:gd name="T3" fmla="*/ 25 h 63"/>
                <a:gd name="T4" fmla="*/ 25 w 43"/>
                <a:gd name="T5" fmla="*/ 59 h 63"/>
                <a:gd name="T6" fmla="*/ 1 w 43"/>
                <a:gd name="T7" fmla="*/ 35 h 63"/>
                <a:gd name="T8" fmla="*/ 19 w 43"/>
                <a:gd name="T9" fmla="*/ 3 h 63"/>
              </a:gdLst>
              <a:ahLst/>
              <a:cxnLst>
                <a:cxn ang="0">
                  <a:pos x="T0" y="T1"/>
                </a:cxn>
                <a:cxn ang="0">
                  <a:pos x="T2" y="T3"/>
                </a:cxn>
                <a:cxn ang="0">
                  <a:pos x="T4" y="T5"/>
                </a:cxn>
                <a:cxn ang="0">
                  <a:pos x="T6" y="T7"/>
                </a:cxn>
                <a:cxn ang="0">
                  <a:pos x="T8" y="T9"/>
                </a:cxn>
              </a:cxnLst>
              <a:rect l="0" t="0" r="r" b="b"/>
              <a:pathLst>
                <a:path w="43" h="63">
                  <a:moveTo>
                    <a:pt x="19" y="3"/>
                  </a:moveTo>
                  <a:cubicBezTo>
                    <a:pt x="30" y="0"/>
                    <a:pt x="40" y="10"/>
                    <a:pt x="42" y="25"/>
                  </a:cubicBezTo>
                  <a:cubicBezTo>
                    <a:pt x="43" y="41"/>
                    <a:pt x="36" y="56"/>
                    <a:pt x="25" y="59"/>
                  </a:cubicBezTo>
                  <a:cubicBezTo>
                    <a:pt x="14" y="63"/>
                    <a:pt x="2" y="51"/>
                    <a:pt x="1" y="35"/>
                  </a:cubicBezTo>
                  <a:cubicBezTo>
                    <a:pt x="0" y="20"/>
                    <a:pt x="8" y="5"/>
                    <a:pt x="1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 name="Freeform 65">
              <a:extLst>
                <a:ext uri="{FF2B5EF4-FFF2-40B4-BE49-F238E27FC236}">
                  <a16:creationId xmlns:a16="http://schemas.microsoft.com/office/drawing/2014/main" id="{79B2292C-E404-E4E1-875C-4E60B0C999FC}"/>
                </a:ext>
              </a:extLst>
            </p:cNvPr>
            <p:cNvSpPr>
              <a:spLocks/>
            </p:cNvSpPr>
            <p:nvPr/>
          </p:nvSpPr>
          <p:spPr bwMode="auto">
            <a:xfrm rot="5094805">
              <a:off x="-15089" y="6712995"/>
              <a:ext cx="109679" cy="159948"/>
            </a:xfrm>
            <a:custGeom>
              <a:avLst/>
              <a:gdLst>
                <a:gd name="T0" fmla="*/ 19 w 44"/>
                <a:gd name="T1" fmla="*/ 5 h 64"/>
                <a:gd name="T2" fmla="*/ 42 w 44"/>
                <a:gd name="T3" fmla="*/ 23 h 64"/>
                <a:gd name="T4" fmla="*/ 25 w 44"/>
                <a:gd name="T5" fmla="*/ 60 h 64"/>
                <a:gd name="T6" fmla="*/ 2 w 44"/>
                <a:gd name="T7" fmla="*/ 40 h 64"/>
                <a:gd name="T8" fmla="*/ 19 w 44"/>
                <a:gd name="T9" fmla="*/ 5 h 64"/>
              </a:gdLst>
              <a:ahLst/>
              <a:cxnLst>
                <a:cxn ang="0">
                  <a:pos x="T0" y="T1"/>
                </a:cxn>
                <a:cxn ang="0">
                  <a:pos x="T2" y="T3"/>
                </a:cxn>
                <a:cxn ang="0">
                  <a:pos x="T4" y="T5"/>
                </a:cxn>
                <a:cxn ang="0">
                  <a:pos x="T6" y="T7"/>
                </a:cxn>
                <a:cxn ang="0">
                  <a:pos x="T8" y="T9"/>
                </a:cxn>
              </a:cxnLst>
              <a:rect l="0" t="0" r="r" b="b"/>
              <a:pathLst>
                <a:path w="44" h="64">
                  <a:moveTo>
                    <a:pt x="19" y="5"/>
                  </a:moveTo>
                  <a:cubicBezTo>
                    <a:pt x="30" y="0"/>
                    <a:pt x="40" y="9"/>
                    <a:pt x="42" y="23"/>
                  </a:cubicBezTo>
                  <a:cubicBezTo>
                    <a:pt x="44" y="39"/>
                    <a:pt x="37" y="56"/>
                    <a:pt x="25" y="60"/>
                  </a:cubicBezTo>
                  <a:cubicBezTo>
                    <a:pt x="14" y="64"/>
                    <a:pt x="4" y="55"/>
                    <a:pt x="2" y="40"/>
                  </a:cubicBezTo>
                  <a:cubicBezTo>
                    <a:pt x="0" y="26"/>
                    <a:pt x="8" y="9"/>
                    <a:pt x="1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 name="Freeform 103">
              <a:extLst>
                <a:ext uri="{FF2B5EF4-FFF2-40B4-BE49-F238E27FC236}">
                  <a16:creationId xmlns:a16="http://schemas.microsoft.com/office/drawing/2014/main" id="{6417FA8B-954C-C297-E6EE-FAA5A2035D3E}"/>
                </a:ext>
              </a:extLst>
            </p:cNvPr>
            <p:cNvSpPr>
              <a:spLocks/>
            </p:cNvSpPr>
            <p:nvPr/>
          </p:nvSpPr>
          <p:spPr bwMode="auto">
            <a:xfrm rot="5094805">
              <a:off x="-75723" y="3652429"/>
              <a:ext cx="105109" cy="47985"/>
            </a:xfrm>
            <a:custGeom>
              <a:avLst/>
              <a:gdLst>
                <a:gd name="T0" fmla="*/ 41 w 43"/>
                <a:gd name="T1" fmla="*/ 7 h 19"/>
                <a:gd name="T2" fmla="*/ 24 w 43"/>
                <a:gd name="T3" fmla="*/ 18 h 19"/>
                <a:gd name="T4" fmla="*/ 1 w 43"/>
                <a:gd name="T5" fmla="*/ 11 h 19"/>
                <a:gd name="T6" fmla="*/ 20 w 43"/>
                <a:gd name="T7" fmla="*/ 1 h 19"/>
                <a:gd name="T8" fmla="*/ 41 w 43"/>
                <a:gd name="T9" fmla="*/ 7 h 19"/>
              </a:gdLst>
              <a:ahLst/>
              <a:cxnLst>
                <a:cxn ang="0">
                  <a:pos x="T0" y="T1"/>
                </a:cxn>
                <a:cxn ang="0">
                  <a:pos x="T2" y="T3"/>
                </a:cxn>
                <a:cxn ang="0">
                  <a:pos x="T4" y="T5"/>
                </a:cxn>
                <a:cxn ang="0">
                  <a:pos x="T6" y="T7"/>
                </a:cxn>
                <a:cxn ang="0">
                  <a:pos x="T8" y="T9"/>
                </a:cxn>
              </a:cxnLst>
              <a:rect l="0" t="0" r="r" b="b"/>
              <a:pathLst>
                <a:path w="43" h="19">
                  <a:moveTo>
                    <a:pt x="41" y="7"/>
                  </a:moveTo>
                  <a:cubicBezTo>
                    <a:pt x="43" y="12"/>
                    <a:pt x="35" y="17"/>
                    <a:pt x="24" y="18"/>
                  </a:cubicBezTo>
                  <a:cubicBezTo>
                    <a:pt x="13" y="19"/>
                    <a:pt x="2" y="15"/>
                    <a:pt x="1" y="11"/>
                  </a:cubicBezTo>
                  <a:cubicBezTo>
                    <a:pt x="0" y="6"/>
                    <a:pt x="9" y="2"/>
                    <a:pt x="20" y="1"/>
                  </a:cubicBezTo>
                  <a:cubicBezTo>
                    <a:pt x="31" y="0"/>
                    <a:pt x="40" y="3"/>
                    <a:pt x="4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 name="Freeform 104">
              <a:extLst>
                <a:ext uri="{FF2B5EF4-FFF2-40B4-BE49-F238E27FC236}">
                  <a16:creationId xmlns:a16="http://schemas.microsoft.com/office/drawing/2014/main" id="{9D4BCAC2-C84A-2824-8FC6-5F82002B2915}"/>
                </a:ext>
              </a:extLst>
            </p:cNvPr>
            <p:cNvSpPr>
              <a:spLocks/>
            </p:cNvSpPr>
            <p:nvPr/>
          </p:nvSpPr>
          <p:spPr bwMode="auto">
            <a:xfrm rot="5094805">
              <a:off x="-44847" y="3844672"/>
              <a:ext cx="105109" cy="47985"/>
            </a:xfrm>
            <a:custGeom>
              <a:avLst/>
              <a:gdLst>
                <a:gd name="T0" fmla="*/ 41 w 42"/>
                <a:gd name="T1" fmla="*/ 8 h 20"/>
                <a:gd name="T2" fmla="*/ 24 w 42"/>
                <a:gd name="T3" fmla="*/ 19 h 20"/>
                <a:gd name="T4" fmla="*/ 1 w 42"/>
                <a:gd name="T5" fmla="*/ 10 h 20"/>
                <a:gd name="T6" fmla="*/ 19 w 42"/>
                <a:gd name="T7" fmla="*/ 0 h 20"/>
                <a:gd name="T8" fmla="*/ 41 w 42"/>
                <a:gd name="T9" fmla="*/ 8 h 20"/>
              </a:gdLst>
              <a:ahLst/>
              <a:cxnLst>
                <a:cxn ang="0">
                  <a:pos x="T0" y="T1"/>
                </a:cxn>
                <a:cxn ang="0">
                  <a:pos x="T2" y="T3"/>
                </a:cxn>
                <a:cxn ang="0">
                  <a:pos x="T4" y="T5"/>
                </a:cxn>
                <a:cxn ang="0">
                  <a:pos x="T6" y="T7"/>
                </a:cxn>
                <a:cxn ang="0">
                  <a:pos x="T8" y="T9"/>
                </a:cxn>
              </a:cxnLst>
              <a:rect l="0" t="0" r="r" b="b"/>
              <a:pathLst>
                <a:path w="42" h="20">
                  <a:moveTo>
                    <a:pt x="41" y="8"/>
                  </a:moveTo>
                  <a:cubicBezTo>
                    <a:pt x="42" y="14"/>
                    <a:pt x="35" y="19"/>
                    <a:pt x="24" y="19"/>
                  </a:cubicBezTo>
                  <a:cubicBezTo>
                    <a:pt x="12" y="20"/>
                    <a:pt x="1" y="16"/>
                    <a:pt x="1" y="10"/>
                  </a:cubicBezTo>
                  <a:cubicBezTo>
                    <a:pt x="0" y="6"/>
                    <a:pt x="8" y="1"/>
                    <a:pt x="19" y="0"/>
                  </a:cubicBezTo>
                  <a:cubicBezTo>
                    <a:pt x="30" y="0"/>
                    <a:pt x="40" y="3"/>
                    <a:pt x="4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 name="Freeform 105">
              <a:extLst>
                <a:ext uri="{FF2B5EF4-FFF2-40B4-BE49-F238E27FC236}">
                  <a16:creationId xmlns:a16="http://schemas.microsoft.com/office/drawing/2014/main" id="{6F2103DD-148C-980E-95D1-FE5A115091FF}"/>
                </a:ext>
              </a:extLst>
            </p:cNvPr>
            <p:cNvSpPr>
              <a:spLocks/>
            </p:cNvSpPr>
            <p:nvPr/>
          </p:nvSpPr>
          <p:spPr bwMode="auto">
            <a:xfrm rot="5094805">
              <a:off x="-19661" y="4033993"/>
              <a:ext cx="105109" cy="54839"/>
            </a:xfrm>
            <a:custGeom>
              <a:avLst/>
              <a:gdLst>
                <a:gd name="T0" fmla="*/ 19 w 43"/>
                <a:gd name="T1" fmla="*/ 0 h 22"/>
                <a:gd name="T2" fmla="*/ 42 w 43"/>
                <a:gd name="T3" fmla="*/ 10 h 22"/>
                <a:gd name="T4" fmla="*/ 24 w 43"/>
                <a:gd name="T5" fmla="*/ 21 h 22"/>
                <a:gd name="T6" fmla="*/ 1 w 43"/>
                <a:gd name="T7" fmla="*/ 11 h 22"/>
                <a:gd name="T8" fmla="*/ 19 w 43"/>
                <a:gd name="T9" fmla="*/ 0 h 22"/>
              </a:gdLst>
              <a:ahLst/>
              <a:cxnLst>
                <a:cxn ang="0">
                  <a:pos x="T0" y="T1"/>
                </a:cxn>
                <a:cxn ang="0">
                  <a:pos x="T2" y="T3"/>
                </a:cxn>
                <a:cxn ang="0">
                  <a:pos x="T4" y="T5"/>
                </a:cxn>
                <a:cxn ang="0">
                  <a:pos x="T6" y="T7"/>
                </a:cxn>
                <a:cxn ang="0">
                  <a:pos x="T8" y="T9"/>
                </a:cxn>
              </a:cxnLst>
              <a:rect l="0" t="0" r="r" b="b"/>
              <a:pathLst>
                <a:path w="43" h="22">
                  <a:moveTo>
                    <a:pt x="19" y="0"/>
                  </a:moveTo>
                  <a:cubicBezTo>
                    <a:pt x="30" y="0"/>
                    <a:pt x="40" y="4"/>
                    <a:pt x="42" y="10"/>
                  </a:cubicBezTo>
                  <a:cubicBezTo>
                    <a:pt x="43" y="16"/>
                    <a:pt x="35" y="22"/>
                    <a:pt x="24" y="21"/>
                  </a:cubicBezTo>
                  <a:cubicBezTo>
                    <a:pt x="13" y="21"/>
                    <a:pt x="3" y="17"/>
                    <a:pt x="1" y="11"/>
                  </a:cubicBezTo>
                  <a:cubicBezTo>
                    <a:pt x="0" y="6"/>
                    <a:pt x="8" y="1"/>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 name="Freeform 106">
              <a:extLst>
                <a:ext uri="{FF2B5EF4-FFF2-40B4-BE49-F238E27FC236}">
                  <a16:creationId xmlns:a16="http://schemas.microsoft.com/office/drawing/2014/main" id="{E4BDECFF-5DEA-DB5D-E56D-F0769E2F873B}"/>
                </a:ext>
              </a:extLst>
            </p:cNvPr>
            <p:cNvSpPr>
              <a:spLocks/>
            </p:cNvSpPr>
            <p:nvPr/>
          </p:nvSpPr>
          <p:spPr bwMode="auto">
            <a:xfrm rot="5094805">
              <a:off x="-11545" y="4223692"/>
              <a:ext cx="105109" cy="63979"/>
            </a:xfrm>
            <a:custGeom>
              <a:avLst/>
              <a:gdLst>
                <a:gd name="T0" fmla="*/ 42 w 43"/>
                <a:gd name="T1" fmla="*/ 15 h 26"/>
                <a:gd name="T2" fmla="*/ 24 w 43"/>
                <a:gd name="T3" fmla="*/ 25 h 26"/>
                <a:gd name="T4" fmla="*/ 1 w 43"/>
                <a:gd name="T5" fmla="*/ 11 h 26"/>
                <a:gd name="T6" fmla="*/ 20 w 43"/>
                <a:gd name="T7" fmla="*/ 1 h 26"/>
                <a:gd name="T8" fmla="*/ 42 w 43"/>
                <a:gd name="T9" fmla="*/ 15 h 26"/>
              </a:gdLst>
              <a:ahLst/>
              <a:cxnLst>
                <a:cxn ang="0">
                  <a:pos x="T0" y="T1"/>
                </a:cxn>
                <a:cxn ang="0">
                  <a:pos x="T2" y="T3"/>
                </a:cxn>
                <a:cxn ang="0">
                  <a:pos x="T4" y="T5"/>
                </a:cxn>
                <a:cxn ang="0">
                  <a:pos x="T6" y="T7"/>
                </a:cxn>
                <a:cxn ang="0">
                  <a:pos x="T8" y="T9"/>
                </a:cxn>
              </a:cxnLst>
              <a:rect l="0" t="0" r="r" b="b"/>
              <a:pathLst>
                <a:path w="43" h="26">
                  <a:moveTo>
                    <a:pt x="42" y="15"/>
                  </a:moveTo>
                  <a:cubicBezTo>
                    <a:pt x="43" y="22"/>
                    <a:pt x="35" y="26"/>
                    <a:pt x="24" y="25"/>
                  </a:cubicBezTo>
                  <a:cubicBezTo>
                    <a:pt x="13" y="24"/>
                    <a:pt x="2" y="17"/>
                    <a:pt x="1" y="11"/>
                  </a:cubicBezTo>
                  <a:cubicBezTo>
                    <a:pt x="0" y="5"/>
                    <a:pt x="9" y="0"/>
                    <a:pt x="20" y="1"/>
                  </a:cubicBezTo>
                  <a:cubicBezTo>
                    <a:pt x="32" y="2"/>
                    <a:pt x="41" y="8"/>
                    <a:pt x="4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 name="Freeform 107">
              <a:extLst>
                <a:ext uri="{FF2B5EF4-FFF2-40B4-BE49-F238E27FC236}">
                  <a16:creationId xmlns:a16="http://schemas.microsoft.com/office/drawing/2014/main" id="{0E929537-18EE-8A87-F7C5-504B5D048E68}"/>
                </a:ext>
              </a:extLst>
            </p:cNvPr>
            <p:cNvSpPr>
              <a:spLocks/>
            </p:cNvSpPr>
            <p:nvPr/>
          </p:nvSpPr>
          <p:spPr bwMode="auto">
            <a:xfrm rot="5094805">
              <a:off x="-19264" y="4414703"/>
              <a:ext cx="107394" cy="75404"/>
            </a:xfrm>
            <a:custGeom>
              <a:avLst/>
              <a:gdLst>
                <a:gd name="T0" fmla="*/ 42 w 43"/>
                <a:gd name="T1" fmla="*/ 18 h 30"/>
                <a:gd name="T2" fmla="*/ 24 w 43"/>
                <a:gd name="T3" fmla="*/ 29 h 30"/>
                <a:gd name="T4" fmla="*/ 1 w 43"/>
                <a:gd name="T5" fmla="*/ 11 h 30"/>
                <a:gd name="T6" fmla="*/ 20 w 43"/>
                <a:gd name="T7" fmla="*/ 2 h 30"/>
                <a:gd name="T8" fmla="*/ 42 w 43"/>
                <a:gd name="T9" fmla="*/ 18 h 30"/>
              </a:gdLst>
              <a:ahLst/>
              <a:cxnLst>
                <a:cxn ang="0">
                  <a:pos x="T0" y="T1"/>
                </a:cxn>
                <a:cxn ang="0">
                  <a:pos x="T2" y="T3"/>
                </a:cxn>
                <a:cxn ang="0">
                  <a:pos x="T4" y="T5"/>
                </a:cxn>
                <a:cxn ang="0">
                  <a:pos x="T6" y="T7"/>
                </a:cxn>
                <a:cxn ang="0">
                  <a:pos x="T8" y="T9"/>
                </a:cxn>
              </a:cxnLst>
              <a:rect l="0" t="0" r="r" b="b"/>
              <a:pathLst>
                <a:path w="43" h="30">
                  <a:moveTo>
                    <a:pt x="42" y="18"/>
                  </a:moveTo>
                  <a:cubicBezTo>
                    <a:pt x="43" y="26"/>
                    <a:pt x="35" y="30"/>
                    <a:pt x="24" y="29"/>
                  </a:cubicBezTo>
                  <a:cubicBezTo>
                    <a:pt x="13" y="27"/>
                    <a:pt x="2" y="18"/>
                    <a:pt x="1" y="11"/>
                  </a:cubicBezTo>
                  <a:cubicBezTo>
                    <a:pt x="0" y="4"/>
                    <a:pt x="9" y="0"/>
                    <a:pt x="20" y="2"/>
                  </a:cubicBezTo>
                  <a:cubicBezTo>
                    <a:pt x="31" y="3"/>
                    <a:pt x="40" y="11"/>
                    <a:pt x="4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 name="Freeform 108">
              <a:extLst>
                <a:ext uri="{FF2B5EF4-FFF2-40B4-BE49-F238E27FC236}">
                  <a16:creationId xmlns:a16="http://schemas.microsoft.com/office/drawing/2014/main" id="{44C8EB50-F71A-A99D-1F06-67189120115C}"/>
                </a:ext>
              </a:extLst>
            </p:cNvPr>
            <p:cNvSpPr>
              <a:spLocks/>
            </p:cNvSpPr>
            <p:nvPr/>
          </p:nvSpPr>
          <p:spPr bwMode="auto">
            <a:xfrm rot="5094805">
              <a:off x="-38354" y="4606929"/>
              <a:ext cx="105109" cy="86829"/>
            </a:xfrm>
            <a:custGeom>
              <a:avLst/>
              <a:gdLst>
                <a:gd name="T0" fmla="*/ 19 w 43"/>
                <a:gd name="T1" fmla="*/ 2 h 35"/>
                <a:gd name="T2" fmla="*/ 41 w 43"/>
                <a:gd name="T3" fmla="*/ 22 h 35"/>
                <a:gd name="T4" fmla="*/ 24 w 43"/>
                <a:gd name="T5" fmla="*/ 33 h 35"/>
                <a:gd name="T6" fmla="*/ 1 w 43"/>
                <a:gd name="T7" fmla="*/ 12 h 35"/>
                <a:gd name="T8" fmla="*/ 19 w 43"/>
                <a:gd name="T9" fmla="*/ 2 h 35"/>
              </a:gdLst>
              <a:ahLst/>
              <a:cxnLst>
                <a:cxn ang="0">
                  <a:pos x="T0" y="T1"/>
                </a:cxn>
                <a:cxn ang="0">
                  <a:pos x="T2" y="T3"/>
                </a:cxn>
                <a:cxn ang="0">
                  <a:pos x="T4" y="T5"/>
                </a:cxn>
                <a:cxn ang="0">
                  <a:pos x="T6" y="T7"/>
                </a:cxn>
                <a:cxn ang="0">
                  <a:pos x="T8" y="T9"/>
                </a:cxn>
              </a:cxnLst>
              <a:rect l="0" t="0" r="r" b="b"/>
              <a:pathLst>
                <a:path w="43" h="35">
                  <a:moveTo>
                    <a:pt x="19" y="2"/>
                  </a:moveTo>
                  <a:cubicBezTo>
                    <a:pt x="30" y="5"/>
                    <a:pt x="40" y="13"/>
                    <a:pt x="41" y="22"/>
                  </a:cubicBezTo>
                  <a:cubicBezTo>
                    <a:pt x="43" y="30"/>
                    <a:pt x="35" y="35"/>
                    <a:pt x="24" y="33"/>
                  </a:cubicBezTo>
                  <a:cubicBezTo>
                    <a:pt x="13" y="30"/>
                    <a:pt x="2" y="20"/>
                    <a:pt x="1" y="12"/>
                  </a:cubicBezTo>
                  <a:cubicBezTo>
                    <a:pt x="0" y="5"/>
                    <a:pt x="8" y="0"/>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 name="Freeform 109">
              <a:extLst>
                <a:ext uri="{FF2B5EF4-FFF2-40B4-BE49-F238E27FC236}">
                  <a16:creationId xmlns:a16="http://schemas.microsoft.com/office/drawing/2014/main" id="{E7C1AF85-F345-0559-91CF-04CF544BE9FA}"/>
                </a:ext>
              </a:extLst>
            </p:cNvPr>
            <p:cNvSpPr>
              <a:spLocks/>
            </p:cNvSpPr>
            <p:nvPr/>
          </p:nvSpPr>
          <p:spPr bwMode="auto">
            <a:xfrm rot="5094805">
              <a:off x="-67994" y="4796552"/>
              <a:ext cx="105109" cy="98254"/>
            </a:xfrm>
            <a:custGeom>
              <a:avLst/>
              <a:gdLst>
                <a:gd name="T0" fmla="*/ 42 w 43"/>
                <a:gd name="T1" fmla="*/ 25 h 40"/>
                <a:gd name="T2" fmla="*/ 24 w 43"/>
                <a:gd name="T3" fmla="*/ 37 h 40"/>
                <a:gd name="T4" fmla="*/ 2 w 43"/>
                <a:gd name="T5" fmla="*/ 15 h 40"/>
                <a:gd name="T6" fmla="*/ 21 w 43"/>
                <a:gd name="T7" fmla="*/ 3 h 40"/>
                <a:gd name="T8" fmla="*/ 42 w 43"/>
                <a:gd name="T9" fmla="*/ 25 h 40"/>
              </a:gdLst>
              <a:ahLst/>
              <a:cxnLst>
                <a:cxn ang="0">
                  <a:pos x="T0" y="T1"/>
                </a:cxn>
                <a:cxn ang="0">
                  <a:pos x="T2" y="T3"/>
                </a:cxn>
                <a:cxn ang="0">
                  <a:pos x="T4" y="T5"/>
                </a:cxn>
                <a:cxn ang="0">
                  <a:pos x="T6" y="T7"/>
                </a:cxn>
                <a:cxn ang="0">
                  <a:pos x="T8" y="T9"/>
                </a:cxn>
              </a:cxnLst>
              <a:rect l="0" t="0" r="r" b="b"/>
              <a:pathLst>
                <a:path w="43" h="40">
                  <a:moveTo>
                    <a:pt x="42" y="25"/>
                  </a:moveTo>
                  <a:cubicBezTo>
                    <a:pt x="43" y="35"/>
                    <a:pt x="35" y="40"/>
                    <a:pt x="24" y="37"/>
                  </a:cubicBezTo>
                  <a:cubicBezTo>
                    <a:pt x="14" y="34"/>
                    <a:pt x="3" y="24"/>
                    <a:pt x="2" y="15"/>
                  </a:cubicBezTo>
                  <a:cubicBezTo>
                    <a:pt x="0" y="6"/>
                    <a:pt x="9" y="0"/>
                    <a:pt x="21" y="3"/>
                  </a:cubicBezTo>
                  <a:cubicBezTo>
                    <a:pt x="32" y="6"/>
                    <a:pt x="41" y="16"/>
                    <a:pt x="42"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 name="Freeform 110">
              <a:extLst>
                <a:ext uri="{FF2B5EF4-FFF2-40B4-BE49-F238E27FC236}">
                  <a16:creationId xmlns:a16="http://schemas.microsoft.com/office/drawing/2014/main" id="{EB732FC4-359E-CDF9-432A-C8E9A2740C29}"/>
                </a:ext>
              </a:extLst>
            </p:cNvPr>
            <p:cNvSpPr>
              <a:spLocks/>
            </p:cNvSpPr>
            <p:nvPr/>
          </p:nvSpPr>
          <p:spPr bwMode="auto">
            <a:xfrm rot="5094805">
              <a:off x="-100546" y="4994352"/>
              <a:ext cx="107394" cy="105109"/>
            </a:xfrm>
            <a:custGeom>
              <a:avLst/>
              <a:gdLst>
                <a:gd name="T0" fmla="*/ 41 w 43"/>
                <a:gd name="T1" fmla="*/ 26 h 43"/>
                <a:gd name="T2" fmla="*/ 24 w 43"/>
                <a:gd name="T3" fmla="*/ 40 h 43"/>
                <a:gd name="T4" fmla="*/ 1 w 43"/>
                <a:gd name="T5" fmla="*/ 15 h 43"/>
                <a:gd name="T6" fmla="*/ 19 w 43"/>
                <a:gd name="T7" fmla="*/ 2 h 43"/>
                <a:gd name="T8" fmla="*/ 41 w 43"/>
                <a:gd name="T9" fmla="*/ 26 h 43"/>
              </a:gdLst>
              <a:ahLst/>
              <a:cxnLst>
                <a:cxn ang="0">
                  <a:pos x="T0" y="T1"/>
                </a:cxn>
                <a:cxn ang="0">
                  <a:pos x="T2" y="T3"/>
                </a:cxn>
                <a:cxn ang="0">
                  <a:pos x="T4" y="T5"/>
                </a:cxn>
                <a:cxn ang="0">
                  <a:pos x="T6" y="T7"/>
                </a:cxn>
                <a:cxn ang="0">
                  <a:pos x="T8" y="T9"/>
                </a:cxn>
              </a:cxnLst>
              <a:rect l="0" t="0" r="r" b="b"/>
              <a:pathLst>
                <a:path w="43" h="43">
                  <a:moveTo>
                    <a:pt x="41" y="26"/>
                  </a:moveTo>
                  <a:cubicBezTo>
                    <a:pt x="43" y="37"/>
                    <a:pt x="35" y="43"/>
                    <a:pt x="24" y="40"/>
                  </a:cubicBezTo>
                  <a:cubicBezTo>
                    <a:pt x="13" y="37"/>
                    <a:pt x="2" y="26"/>
                    <a:pt x="1" y="15"/>
                  </a:cubicBezTo>
                  <a:cubicBezTo>
                    <a:pt x="0" y="6"/>
                    <a:pt x="8" y="0"/>
                    <a:pt x="19" y="2"/>
                  </a:cubicBezTo>
                  <a:cubicBezTo>
                    <a:pt x="30" y="5"/>
                    <a:pt x="40" y="15"/>
                    <a:pt x="4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 name="Freeform 115">
              <a:extLst>
                <a:ext uri="{FF2B5EF4-FFF2-40B4-BE49-F238E27FC236}">
                  <a16:creationId xmlns:a16="http://schemas.microsoft.com/office/drawing/2014/main" id="{5F906617-E3D2-385B-AA1E-55D67549F2BB}"/>
                </a:ext>
              </a:extLst>
            </p:cNvPr>
            <p:cNvSpPr>
              <a:spLocks/>
            </p:cNvSpPr>
            <p:nvPr/>
          </p:nvSpPr>
          <p:spPr bwMode="auto">
            <a:xfrm rot="5094805">
              <a:off x="1262" y="4879951"/>
              <a:ext cx="102824" cy="95969"/>
            </a:xfrm>
            <a:custGeom>
              <a:avLst/>
              <a:gdLst>
                <a:gd name="T0" fmla="*/ 23 w 42"/>
                <a:gd name="T1" fmla="*/ 36 h 39"/>
                <a:gd name="T2" fmla="*/ 1 w 42"/>
                <a:gd name="T3" fmla="*/ 15 h 39"/>
                <a:gd name="T4" fmla="*/ 19 w 42"/>
                <a:gd name="T5" fmla="*/ 2 h 39"/>
                <a:gd name="T6" fmla="*/ 41 w 42"/>
                <a:gd name="T7" fmla="*/ 23 h 39"/>
                <a:gd name="T8" fmla="*/ 23 w 42"/>
                <a:gd name="T9" fmla="*/ 36 h 39"/>
              </a:gdLst>
              <a:ahLst/>
              <a:cxnLst>
                <a:cxn ang="0">
                  <a:pos x="T0" y="T1"/>
                </a:cxn>
                <a:cxn ang="0">
                  <a:pos x="T2" y="T3"/>
                </a:cxn>
                <a:cxn ang="0">
                  <a:pos x="T4" y="T5"/>
                </a:cxn>
                <a:cxn ang="0">
                  <a:pos x="T6" y="T7"/>
                </a:cxn>
                <a:cxn ang="0">
                  <a:pos x="T8" y="T9"/>
                </a:cxn>
              </a:cxnLst>
              <a:rect l="0" t="0" r="r" b="b"/>
              <a:pathLst>
                <a:path w="42" h="39">
                  <a:moveTo>
                    <a:pt x="23" y="36"/>
                  </a:moveTo>
                  <a:cubicBezTo>
                    <a:pt x="12" y="34"/>
                    <a:pt x="2" y="24"/>
                    <a:pt x="1" y="15"/>
                  </a:cubicBezTo>
                  <a:cubicBezTo>
                    <a:pt x="0" y="6"/>
                    <a:pt x="8" y="0"/>
                    <a:pt x="19" y="2"/>
                  </a:cubicBezTo>
                  <a:cubicBezTo>
                    <a:pt x="30" y="4"/>
                    <a:pt x="40" y="14"/>
                    <a:pt x="41" y="23"/>
                  </a:cubicBezTo>
                  <a:cubicBezTo>
                    <a:pt x="42" y="33"/>
                    <a:pt x="34" y="39"/>
                    <a:pt x="23"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 name="Freeform 116">
              <a:extLst>
                <a:ext uri="{FF2B5EF4-FFF2-40B4-BE49-F238E27FC236}">
                  <a16:creationId xmlns:a16="http://schemas.microsoft.com/office/drawing/2014/main" id="{53935484-1658-B9F9-2E26-15744290429C}"/>
                </a:ext>
              </a:extLst>
            </p:cNvPr>
            <p:cNvSpPr>
              <a:spLocks/>
            </p:cNvSpPr>
            <p:nvPr/>
          </p:nvSpPr>
          <p:spPr bwMode="auto">
            <a:xfrm rot="5094805">
              <a:off x="22724" y="4687416"/>
              <a:ext cx="107394" cy="86829"/>
            </a:xfrm>
            <a:custGeom>
              <a:avLst/>
              <a:gdLst>
                <a:gd name="T0" fmla="*/ 23 w 43"/>
                <a:gd name="T1" fmla="*/ 33 h 35"/>
                <a:gd name="T2" fmla="*/ 1 w 43"/>
                <a:gd name="T3" fmla="*/ 14 h 35"/>
                <a:gd name="T4" fmla="*/ 19 w 43"/>
                <a:gd name="T5" fmla="*/ 2 h 35"/>
                <a:gd name="T6" fmla="*/ 41 w 43"/>
                <a:gd name="T7" fmla="*/ 21 h 35"/>
                <a:gd name="T8" fmla="*/ 23 w 43"/>
                <a:gd name="T9" fmla="*/ 33 h 35"/>
              </a:gdLst>
              <a:ahLst/>
              <a:cxnLst>
                <a:cxn ang="0">
                  <a:pos x="T0" y="T1"/>
                </a:cxn>
                <a:cxn ang="0">
                  <a:pos x="T2" y="T3"/>
                </a:cxn>
                <a:cxn ang="0">
                  <a:pos x="T4" y="T5"/>
                </a:cxn>
                <a:cxn ang="0">
                  <a:pos x="T6" y="T7"/>
                </a:cxn>
                <a:cxn ang="0">
                  <a:pos x="T8" y="T9"/>
                </a:cxn>
              </a:cxnLst>
              <a:rect l="0" t="0" r="r" b="b"/>
              <a:pathLst>
                <a:path w="43" h="35">
                  <a:moveTo>
                    <a:pt x="23" y="33"/>
                  </a:moveTo>
                  <a:cubicBezTo>
                    <a:pt x="12" y="30"/>
                    <a:pt x="3" y="22"/>
                    <a:pt x="1" y="14"/>
                  </a:cubicBezTo>
                  <a:cubicBezTo>
                    <a:pt x="0" y="5"/>
                    <a:pt x="8" y="0"/>
                    <a:pt x="19" y="2"/>
                  </a:cubicBezTo>
                  <a:cubicBezTo>
                    <a:pt x="30" y="4"/>
                    <a:pt x="40" y="13"/>
                    <a:pt x="41" y="21"/>
                  </a:cubicBezTo>
                  <a:cubicBezTo>
                    <a:pt x="43" y="30"/>
                    <a:pt x="35" y="35"/>
                    <a:pt x="23"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 name="Freeform 117">
              <a:extLst>
                <a:ext uri="{FF2B5EF4-FFF2-40B4-BE49-F238E27FC236}">
                  <a16:creationId xmlns:a16="http://schemas.microsoft.com/office/drawing/2014/main" id="{9A678B65-DEB8-5049-C2D5-F8DF4161CAA5}"/>
                </a:ext>
              </a:extLst>
            </p:cNvPr>
            <p:cNvSpPr>
              <a:spLocks/>
            </p:cNvSpPr>
            <p:nvPr/>
          </p:nvSpPr>
          <p:spPr bwMode="auto">
            <a:xfrm rot="5094805">
              <a:off x="37368" y="4497977"/>
              <a:ext cx="107394" cy="73119"/>
            </a:xfrm>
            <a:custGeom>
              <a:avLst/>
              <a:gdLst>
                <a:gd name="T0" fmla="*/ 24 w 43"/>
                <a:gd name="T1" fmla="*/ 28 h 30"/>
                <a:gd name="T2" fmla="*/ 2 w 43"/>
                <a:gd name="T3" fmla="*/ 12 h 30"/>
                <a:gd name="T4" fmla="*/ 19 w 43"/>
                <a:gd name="T5" fmla="*/ 1 h 30"/>
                <a:gd name="T6" fmla="*/ 42 w 43"/>
                <a:gd name="T7" fmla="*/ 18 h 30"/>
                <a:gd name="T8" fmla="*/ 24 w 43"/>
                <a:gd name="T9" fmla="*/ 28 h 30"/>
              </a:gdLst>
              <a:ahLst/>
              <a:cxnLst>
                <a:cxn ang="0">
                  <a:pos x="T0" y="T1"/>
                </a:cxn>
                <a:cxn ang="0">
                  <a:pos x="T2" y="T3"/>
                </a:cxn>
                <a:cxn ang="0">
                  <a:pos x="T4" y="T5"/>
                </a:cxn>
                <a:cxn ang="0">
                  <a:pos x="T6" y="T7"/>
                </a:cxn>
                <a:cxn ang="0">
                  <a:pos x="T8" y="T9"/>
                </a:cxn>
              </a:cxnLst>
              <a:rect l="0" t="0" r="r" b="b"/>
              <a:pathLst>
                <a:path w="43" h="30">
                  <a:moveTo>
                    <a:pt x="24" y="28"/>
                  </a:moveTo>
                  <a:cubicBezTo>
                    <a:pt x="13" y="27"/>
                    <a:pt x="3" y="20"/>
                    <a:pt x="2" y="12"/>
                  </a:cubicBezTo>
                  <a:cubicBezTo>
                    <a:pt x="0" y="5"/>
                    <a:pt x="8" y="0"/>
                    <a:pt x="19" y="1"/>
                  </a:cubicBezTo>
                  <a:cubicBezTo>
                    <a:pt x="30" y="3"/>
                    <a:pt x="40" y="10"/>
                    <a:pt x="42" y="18"/>
                  </a:cubicBezTo>
                  <a:cubicBezTo>
                    <a:pt x="43" y="25"/>
                    <a:pt x="35" y="30"/>
                    <a:pt x="24"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 name="Freeform 118">
              <a:extLst>
                <a:ext uri="{FF2B5EF4-FFF2-40B4-BE49-F238E27FC236}">
                  <a16:creationId xmlns:a16="http://schemas.microsoft.com/office/drawing/2014/main" id="{F44B3ABF-6FD6-FC29-1C5C-ED4919AD952E}"/>
                </a:ext>
              </a:extLst>
            </p:cNvPr>
            <p:cNvSpPr>
              <a:spLocks/>
            </p:cNvSpPr>
            <p:nvPr/>
          </p:nvSpPr>
          <p:spPr bwMode="auto">
            <a:xfrm rot="5094805">
              <a:off x="45087" y="4306966"/>
              <a:ext cx="105109" cy="61694"/>
            </a:xfrm>
            <a:custGeom>
              <a:avLst/>
              <a:gdLst>
                <a:gd name="T0" fmla="*/ 24 w 43"/>
                <a:gd name="T1" fmla="*/ 24 h 25"/>
                <a:gd name="T2" fmla="*/ 2 w 43"/>
                <a:gd name="T3" fmla="*/ 11 h 25"/>
                <a:gd name="T4" fmla="*/ 19 w 43"/>
                <a:gd name="T5" fmla="*/ 1 h 25"/>
                <a:gd name="T6" fmla="*/ 42 w 43"/>
                <a:gd name="T7" fmla="*/ 14 h 25"/>
                <a:gd name="T8" fmla="*/ 24 w 43"/>
                <a:gd name="T9" fmla="*/ 24 h 25"/>
              </a:gdLst>
              <a:ahLst/>
              <a:cxnLst>
                <a:cxn ang="0">
                  <a:pos x="T0" y="T1"/>
                </a:cxn>
                <a:cxn ang="0">
                  <a:pos x="T2" y="T3"/>
                </a:cxn>
                <a:cxn ang="0">
                  <a:pos x="T4" y="T5"/>
                </a:cxn>
                <a:cxn ang="0">
                  <a:pos x="T6" y="T7"/>
                </a:cxn>
                <a:cxn ang="0">
                  <a:pos x="T8" y="T9"/>
                </a:cxn>
              </a:cxnLst>
              <a:rect l="0" t="0" r="r" b="b"/>
              <a:pathLst>
                <a:path w="43" h="25">
                  <a:moveTo>
                    <a:pt x="24" y="24"/>
                  </a:moveTo>
                  <a:cubicBezTo>
                    <a:pt x="13" y="23"/>
                    <a:pt x="3" y="17"/>
                    <a:pt x="2" y="11"/>
                  </a:cubicBezTo>
                  <a:cubicBezTo>
                    <a:pt x="0" y="5"/>
                    <a:pt x="8" y="0"/>
                    <a:pt x="19" y="1"/>
                  </a:cubicBezTo>
                  <a:cubicBezTo>
                    <a:pt x="30" y="1"/>
                    <a:pt x="40" y="7"/>
                    <a:pt x="42" y="14"/>
                  </a:cubicBezTo>
                  <a:cubicBezTo>
                    <a:pt x="43" y="21"/>
                    <a:pt x="35" y="25"/>
                    <a:pt x="24"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 name="Freeform 119">
              <a:extLst>
                <a:ext uri="{FF2B5EF4-FFF2-40B4-BE49-F238E27FC236}">
                  <a16:creationId xmlns:a16="http://schemas.microsoft.com/office/drawing/2014/main" id="{73C51D05-600A-48AC-D123-2B4865EEB37E}"/>
                </a:ext>
              </a:extLst>
            </p:cNvPr>
            <p:cNvSpPr>
              <a:spLocks/>
            </p:cNvSpPr>
            <p:nvPr/>
          </p:nvSpPr>
          <p:spPr bwMode="auto">
            <a:xfrm rot="5094805">
              <a:off x="36971" y="4117267"/>
              <a:ext cx="105109" cy="52554"/>
            </a:xfrm>
            <a:custGeom>
              <a:avLst/>
              <a:gdLst>
                <a:gd name="T0" fmla="*/ 22 w 42"/>
                <a:gd name="T1" fmla="*/ 20 h 21"/>
                <a:gd name="T2" fmla="*/ 1 w 42"/>
                <a:gd name="T3" fmla="*/ 10 h 21"/>
                <a:gd name="T4" fmla="*/ 20 w 42"/>
                <a:gd name="T5" fmla="*/ 0 h 21"/>
                <a:gd name="T6" fmla="*/ 41 w 42"/>
                <a:gd name="T7" fmla="*/ 11 h 21"/>
                <a:gd name="T8" fmla="*/ 22 w 42"/>
                <a:gd name="T9" fmla="*/ 20 h 21"/>
              </a:gdLst>
              <a:ahLst/>
              <a:cxnLst>
                <a:cxn ang="0">
                  <a:pos x="T0" y="T1"/>
                </a:cxn>
                <a:cxn ang="0">
                  <a:pos x="T2" y="T3"/>
                </a:cxn>
                <a:cxn ang="0">
                  <a:pos x="T4" y="T5"/>
                </a:cxn>
                <a:cxn ang="0">
                  <a:pos x="T6" y="T7"/>
                </a:cxn>
                <a:cxn ang="0">
                  <a:pos x="T8" y="T9"/>
                </a:cxn>
              </a:cxnLst>
              <a:rect l="0" t="0" r="r" b="b"/>
              <a:pathLst>
                <a:path w="42" h="21">
                  <a:moveTo>
                    <a:pt x="22" y="20"/>
                  </a:moveTo>
                  <a:cubicBezTo>
                    <a:pt x="11" y="20"/>
                    <a:pt x="2" y="15"/>
                    <a:pt x="1" y="10"/>
                  </a:cubicBezTo>
                  <a:cubicBezTo>
                    <a:pt x="0" y="4"/>
                    <a:pt x="9" y="0"/>
                    <a:pt x="20" y="0"/>
                  </a:cubicBezTo>
                  <a:cubicBezTo>
                    <a:pt x="31" y="0"/>
                    <a:pt x="41" y="5"/>
                    <a:pt x="41" y="11"/>
                  </a:cubicBezTo>
                  <a:cubicBezTo>
                    <a:pt x="42" y="17"/>
                    <a:pt x="34" y="21"/>
                    <a:pt x="2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 name="Freeform 120">
              <a:extLst>
                <a:ext uri="{FF2B5EF4-FFF2-40B4-BE49-F238E27FC236}">
                  <a16:creationId xmlns:a16="http://schemas.microsoft.com/office/drawing/2014/main" id="{1CD1FF16-FECC-62E0-EEDA-55B84B4C5B06}"/>
                </a:ext>
              </a:extLst>
            </p:cNvPr>
            <p:cNvSpPr>
              <a:spLocks/>
            </p:cNvSpPr>
            <p:nvPr/>
          </p:nvSpPr>
          <p:spPr bwMode="auto">
            <a:xfrm rot="5094805">
              <a:off x="14167" y="3927840"/>
              <a:ext cx="102824" cy="47985"/>
            </a:xfrm>
            <a:custGeom>
              <a:avLst/>
              <a:gdLst>
                <a:gd name="T0" fmla="*/ 22 w 41"/>
                <a:gd name="T1" fmla="*/ 18 h 19"/>
                <a:gd name="T2" fmla="*/ 0 w 41"/>
                <a:gd name="T3" fmla="*/ 10 h 19"/>
                <a:gd name="T4" fmla="*/ 19 w 41"/>
                <a:gd name="T5" fmla="*/ 1 h 19"/>
                <a:gd name="T6" fmla="*/ 41 w 41"/>
                <a:gd name="T7" fmla="*/ 8 h 19"/>
                <a:gd name="T8" fmla="*/ 22 w 41"/>
                <a:gd name="T9" fmla="*/ 18 h 19"/>
              </a:gdLst>
              <a:ahLst/>
              <a:cxnLst>
                <a:cxn ang="0">
                  <a:pos x="T0" y="T1"/>
                </a:cxn>
                <a:cxn ang="0">
                  <a:pos x="T2" y="T3"/>
                </a:cxn>
                <a:cxn ang="0">
                  <a:pos x="T4" y="T5"/>
                </a:cxn>
                <a:cxn ang="0">
                  <a:pos x="T6" y="T7"/>
                </a:cxn>
                <a:cxn ang="0">
                  <a:pos x="T8" y="T9"/>
                </a:cxn>
              </a:cxnLst>
              <a:rect l="0" t="0" r="r" b="b"/>
              <a:pathLst>
                <a:path w="41" h="19">
                  <a:moveTo>
                    <a:pt x="22" y="18"/>
                  </a:moveTo>
                  <a:cubicBezTo>
                    <a:pt x="11" y="19"/>
                    <a:pt x="1" y="15"/>
                    <a:pt x="0" y="10"/>
                  </a:cubicBezTo>
                  <a:cubicBezTo>
                    <a:pt x="0" y="6"/>
                    <a:pt x="8" y="1"/>
                    <a:pt x="19" y="1"/>
                  </a:cubicBezTo>
                  <a:cubicBezTo>
                    <a:pt x="30" y="0"/>
                    <a:pt x="40" y="3"/>
                    <a:pt x="41" y="8"/>
                  </a:cubicBezTo>
                  <a:cubicBezTo>
                    <a:pt x="41" y="13"/>
                    <a:pt x="33" y="18"/>
                    <a:pt x="2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 name="Freeform 121">
              <a:extLst>
                <a:ext uri="{FF2B5EF4-FFF2-40B4-BE49-F238E27FC236}">
                  <a16:creationId xmlns:a16="http://schemas.microsoft.com/office/drawing/2014/main" id="{DB8D033B-785B-10B0-027A-BB2E8A0CD11B}"/>
                </a:ext>
              </a:extLst>
            </p:cNvPr>
            <p:cNvSpPr>
              <a:spLocks/>
            </p:cNvSpPr>
            <p:nvPr/>
          </p:nvSpPr>
          <p:spPr bwMode="auto">
            <a:xfrm rot="5094805">
              <a:off x="-18985" y="3738085"/>
              <a:ext cx="102824" cy="43415"/>
            </a:xfrm>
            <a:custGeom>
              <a:avLst/>
              <a:gdLst>
                <a:gd name="T0" fmla="*/ 18 w 42"/>
                <a:gd name="T1" fmla="*/ 1 h 18"/>
                <a:gd name="T2" fmla="*/ 41 w 42"/>
                <a:gd name="T3" fmla="*/ 7 h 18"/>
                <a:gd name="T4" fmla="*/ 23 w 42"/>
                <a:gd name="T5" fmla="*/ 17 h 18"/>
                <a:gd name="T6" fmla="*/ 1 w 42"/>
                <a:gd name="T7" fmla="*/ 11 h 18"/>
                <a:gd name="T8" fmla="*/ 18 w 42"/>
                <a:gd name="T9" fmla="*/ 1 h 18"/>
              </a:gdLst>
              <a:ahLst/>
              <a:cxnLst>
                <a:cxn ang="0">
                  <a:pos x="T0" y="T1"/>
                </a:cxn>
                <a:cxn ang="0">
                  <a:pos x="T2" y="T3"/>
                </a:cxn>
                <a:cxn ang="0">
                  <a:pos x="T4" y="T5"/>
                </a:cxn>
                <a:cxn ang="0">
                  <a:pos x="T6" y="T7"/>
                </a:cxn>
                <a:cxn ang="0">
                  <a:pos x="T8" y="T9"/>
                </a:cxn>
              </a:cxnLst>
              <a:rect l="0" t="0" r="r" b="b"/>
              <a:pathLst>
                <a:path w="42" h="18">
                  <a:moveTo>
                    <a:pt x="18" y="1"/>
                  </a:moveTo>
                  <a:cubicBezTo>
                    <a:pt x="29" y="0"/>
                    <a:pt x="39" y="2"/>
                    <a:pt x="41" y="7"/>
                  </a:cubicBezTo>
                  <a:cubicBezTo>
                    <a:pt x="42" y="11"/>
                    <a:pt x="34" y="16"/>
                    <a:pt x="23" y="17"/>
                  </a:cubicBezTo>
                  <a:cubicBezTo>
                    <a:pt x="12" y="18"/>
                    <a:pt x="2" y="15"/>
                    <a:pt x="1" y="11"/>
                  </a:cubicBezTo>
                  <a:cubicBezTo>
                    <a:pt x="0" y="7"/>
                    <a:pt x="7" y="3"/>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 name="Freeform 122">
              <a:extLst>
                <a:ext uri="{FF2B5EF4-FFF2-40B4-BE49-F238E27FC236}">
                  <a16:creationId xmlns:a16="http://schemas.microsoft.com/office/drawing/2014/main" id="{1C9896A9-D2EC-8D17-29E3-C871090DF34C}"/>
                </a:ext>
              </a:extLst>
            </p:cNvPr>
            <p:cNvSpPr>
              <a:spLocks/>
            </p:cNvSpPr>
            <p:nvPr/>
          </p:nvSpPr>
          <p:spPr bwMode="auto">
            <a:xfrm rot="5094805">
              <a:off x="-57836" y="3547491"/>
              <a:ext cx="107394" cy="41130"/>
            </a:xfrm>
            <a:custGeom>
              <a:avLst/>
              <a:gdLst>
                <a:gd name="T0" fmla="*/ 19 w 43"/>
                <a:gd name="T1" fmla="*/ 2 h 16"/>
                <a:gd name="T2" fmla="*/ 41 w 43"/>
                <a:gd name="T3" fmla="*/ 6 h 16"/>
                <a:gd name="T4" fmla="*/ 24 w 43"/>
                <a:gd name="T5" fmla="*/ 15 h 16"/>
                <a:gd name="T6" fmla="*/ 2 w 43"/>
                <a:gd name="T7" fmla="*/ 11 h 16"/>
                <a:gd name="T8" fmla="*/ 19 w 43"/>
                <a:gd name="T9" fmla="*/ 2 h 16"/>
              </a:gdLst>
              <a:ahLst/>
              <a:cxnLst>
                <a:cxn ang="0">
                  <a:pos x="T0" y="T1"/>
                </a:cxn>
                <a:cxn ang="0">
                  <a:pos x="T2" y="T3"/>
                </a:cxn>
                <a:cxn ang="0">
                  <a:pos x="T4" y="T5"/>
                </a:cxn>
                <a:cxn ang="0">
                  <a:pos x="T6" y="T7"/>
                </a:cxn>
                <a:cxn ang="0">
                  <a:pos x="T8" y="T9"/>
                </a:cxn>
              </a:cxnLst>
              <a:rect l="0" t="0" r="r" b="b"/>
              <a:pathLst>
                <a:path w="43" h="16">
                  <a:moveTo>
                    <a:pt x="19" y="2"/>
                  </a:moveTo>
                  <a:cubicBezTo>
                    <a:pt x="30" y="0"/>
                    <a:pt x="40" y="2"/>
                    <a:pt x="41" y="6"/>
                  </a:cubicBezTo>
                  <a:cubicBezTo>
                    <a:pt x="43" y="9"/>
                    <a:pt x="35" y="14"/>
                    <a:pt x="24" y="15"/>
                  </a:cubicBezTo>
                  <a:cubicBezTo>
                    <a:pt x="13" y="16"/>
                    <a:pt x="3" y="14"/>
                    <a:pt x="2" y="11"/>
                  </a:cubicBezTo>
                  <a:cubicBezTo>
                    <a:pt x="0" y="7"/>
                    <a:pt x="8" y="3"/>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 name="Freeform 158">
              <a:extLst>
                <a:ext uri="{FF2B5EF4-FFF2-40B4-BE49-F238E27FC236}">
                  <a16:creationId xmlns:a16="http://schemas.microsoft.com/office/drawing/2014/main" id="{71CB9C8B-251C-0865-FDD6-AF1A37BE22C8}"/>
                </a:ext>
              </a:extLst>
            </p:cNvPr>
            <p:cNvSpPr>
              <a:spLocks/>
            </p:cNvSpPr>
            <p:nvPr/>
          </p:nvSpPr>
          <p:spPr bwMode="auto">
            <a:xfrm rot="5094805">
              <a:off x="162170" y="6785532"/>
              <a:ext cx="109679" cy="157663"/>
            </a:xfrm>
            <a:custGeom>
              <a:avLst/>
              <a:gdLst>
                <a:gd name="T0" fmla="*/ 25 w 44"/>
                <a:gd name="T1" fmla="*/ 59 h 64"/>
                <a:gd name="T2" fmla="*/ 2 w 44"/>
                <a:gd name="T3" fmla="*/ 41 h 64"/>
                <a:gd name="T4" fmla="*/ 18 w 44"/>
                <a:gd name="T5" fmla="*/ 5 h 64"/>
                <a:gd name="T6" fmla="*/ 42 w 44"/>
                <a:gd name="T7" fmla="*/ 23 h 64"/>
                <a:gd name="T8" fmla="*/ 25 w 44"/>
                <a:gd name="T9" fmla="*/ 59 h 64"/>
              </a:gdLst>
              <a:ahLst/>
              <a:cxnLst>
                <a:cxn ang="0">
                  <a:pos x="T0" y="T1"/>
                </a:cxn>
                <a:cxn ang="0">
                  <a:pos x="T2" y="T3"/>
                </a:cxn>
                <a:cxn ang="0">
                  <a:pos x="T4" y="T5"/>
                </a:cxn>
                <a:cxn ang="0">
                  <a:pos x="T6" y="T7"/>
                </a:cxn>
                <a:cxn ang="0">
                  <a:pos x="T8" y="T9"/>
                </a:cxn>
              </a:cxnLst>
              <a:rect l="0" t="0" r="r" b="b"/>
              <a:pathLst>
                <a:path w="44" h="64">
                  <a:moveTo>
                    <a:pt x="25" y="59"/>
                  </a:moveTo>
                  <a:cubicBezTo>
                    <a:pt x="14" y="64"/>
                    <a:pt x="4" y="56"/>
                    <a:pt x="2" y="41"/>
                  </a:cubicBezTo>
                  <a:cubicBezTo>
                    <a:pt x="0" y="26"/>
                    <a:pt x="7" y="10"/>
                    <a:pt x="18" y="5"/>
                  </a:cubicBezTo>
                  <a:cubicBezTo>
                    <a:pt x="30" y="0"/>
                    <a:pt x="40" y="8"/>
                    <a:pt x="42" y="23"/>
                  </a:cubicBezTo>
                  <a:cubicBezTo>
                    <a:pt x="44" y="37"/>
                    <a:pt x="36" y="54"/>
                    <a:pt x="25"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 name="Freeform 159">
              <a:extLst>
                <a:ext uri="{FF2B5EF4-FFF2-40B4-BE49-F238E27FC236}">
                  <a16:creationId xmlns:a16="http://schemas.microsoft.com/office/drawing/2014/main" id="{00E60CC7-764A-782F-04D3-2D1E531BBE68}"/>
                </a:ext>
              </a:extLst>
            </p:cNvPr>
            <p:cNvSpPr>
              <a:spLocks/>
            </p:cNvSpPr>
            <p:nvPr/>
          </p:nvSpPr>
          <p:spPr bwMode="auto">
            <a:xfrm rot="5094805">
              <a:off x="78753" y="6598161"/>
              <a:ext cx="105109" cy="153093"/>
            </a:xfrm>
            <a:custGeom>
              <a:avLst/>
              <a:gdLst>
                <a:gd name="T0" fmla="*/ 24 w 43"/>
                <a:gd name="T1" fmla="*/ 59 h 62"/>
                <a:gd name="T2" fmla="*/ 2 w 43"/>
                <a:gd name="T3" fmla="*/ 36 h 62"/>
                <a:gd name="T4" fmla="*/ 20 w 43"/>
                <a:gd name="T5" fmla="*/ 3 h 62"/>
                <a:gd name="T6" fmla="*/ 42 w 43"/>
                <a:gd name="T7" fmla="*/ 25 h 62"/>
                <a:gd name="T8" fmla="*/ 24 w 43"/>
                <a:gd name="T9" fmla="*/ 59 h 62"/>
              </a:gdLst>
              <a:ahLst/>
              <a:cxnLst>
                <a:cxn ang="0">
                  <a:pos x="T0" y="T1"/>
                </a:cxn>
                <a:cxn ang="0">
                  <a:pos x="T2" y="T3"/>
                </a:cxn>
                <a:cxn ang="0">
                  <a:pos x="T4" y="T5"/>
                </a:cxn>
                <a:cxn ang="0">
                  <a:pos x="T6" y="T7"/>
                </a:cxn>
                <a:cxn ang="0">
                  <a:pos x="T8" y="T9"/>
                </a:cxn>
              </a:cxnLst>
              <a:rect l="0" t="0" r="r" b="b"/>
              <a:pathLst>
                <a:path w="43" h="62">
                  <a:moveTo>
                    <a:pt x="24" y="59"/>
                  </a:moveTo>
                  <a:cubicBezTo>
                    <a:pt x="13" y="62"/>
                    <a:pt x="3" y="52"/>
                    <a:pt x="2" y="36"/>
                  </a:cubicBezTo>
                  <a:cubicBezTo>
                    <a:pt x="0" y="21"/>
                    <a:pt x="8" y="6"/>
                    <a:pt x="20" y="3"/>
                  </a:cubicBezTo>
                  <a:cubicBezTo>
                    <a:pt x="31" y="0"/>
                    <a:pt x="41" y="10"/>
                    <a:pt x="42" y="25"/>
                  </a:cubicBezTo>
                  <a:cubicBezTo>
                    <a:pt x="43" y="41"/>
                    <a:pt x="35" y="56"/>
                    <a:pt x="2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 name="Freeform 160">
              <a:extLst>
                <a:ext uri="{FF2B5EF4-FFF2-40B4-BE49-F238E27FC236}">
                  <a16:creationId xmlns:a16="http://schemas.microsoft.com/office/drawing/2014/main" id="{11DEC136-09E3-D6AB-AF7E-4541B740E99F}"/>
                </a:ext>
              </a:extLst>
            </p:cNvPr>
            <p:cNvSpPr>
              <a:spLocks/>
            </p:cNvSpPr>
            <p:nvPr/>
          </p:nvSpPr>
          <p:spPr bwMode="auto">
            <a:xfrm rot="5094805">
              <a:off x="9176" y="6409159"/>
              <a:ext cx="109679" cy="153093"/>
            </a:xfrm>
            <a:custGeom>
              <a:avLst/>
              <a:gdLst>
                <a:gd name="T0" fmla="*/ 25 w 44"/>
                <a:gd name="T1" fmla="*/ 59 h 62"/>
                <a:gd name="T2" fmla="*/ 2 w 44"/>
                <a:gd name="T3" fmla="*/ 35 h 62"/>
                <a:gd name="T4" fmla="*/ 19 w 44"/>
                <a:gd name="T5" fmla="*/ 2 h 62"/>
                <a:gd name="T6" fmla="*/ 42 w 44"/>
                <a:gd name="T7" fmla="*/ 26 h 62"/>
                <a:gd name="T8" fmla="*/ 25 w 44"/>
                <a:gd name="T9" fmla="*/ 59 h 62"/>
              </a:gdLst>
              <a:ahLst/>
              <a:cxnLst>
                <a:cxn ang="0">
                  <a:pos x="T0" y="T1"/>
                </a:cxn>
                <a:cxn ang="0">
                  <a:pos x="T2" y="T3"/>
                </a:cxn>
                <a:cxn ang="0">
                  <a:pos x="T4" y="T5"/>
                </a:cxn>
                <a:cxn ang="0">
                  <a:pos x="T6" y="T7"/>
                </a:cxn>
                <a:cxn ang="0">
                  <a:pos x="T8" y="T9"/>
                </a:cxn>
              </a:cxnLst>
              <a:rect l="0" t="0" r="r" b="b"/>
              <a:pathLst>
                <a:path w="44" h="62">
                  <a:moveTo>
                    <a:pt x="25" y="59"/>
                  </a:moveTo>
                  <a:cubicBezTo>
                    <a:pt x="14" y="62"/>
                    <a:pt x="4" y="51"/>
                    <a:pt x="2" y="35"/>
                  </a:cubicBezTo>
                  <a:cubicBezTo>
                    <a:pt x="0" y="19"/>
                    <a:pt x="8" y="4"/>
                    <a:pt x="19" y="2"/>
                  </a:cubicBezTo>
                  <a:cubicBezTo>
                    <a:pt x="30" y="0"/>
                    <a:pt x="40" y="11"/>
                    <a:pt x="42" y="26"/>
                  </a:cubicBezTo>
                  <a:cubicBezTo>
                    <a:pt x="44" y="42"/>
                    <a:pt x="36" y="57"/>
                    <a:pt x="25"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 name="Freeform 161">
              <a:extLst>
                <a:ext uri="{FF2B5EF4-FFF2-40B4-BE49-F238E27FC236}">
                  <a16:creationId xmlns:a16="http://schemas.microsoft.com/office/drawing/2014/main" id="{24D5E412-94F6-0164-1D58-593FC669B667}"/>
                </a:ext>
              </a:extLst>
            </p:cNvPr>
            <p:cNvSpPr>
              <a:spLocks/>
            </p:cNvSpPr>
            <p:nvPr/>
          </p:nvSpPr>
          <p:spPr bwMode="auto">
            <a:xfrm rot="5094805">
              <a:off x="-31836" y="6223638"/>
              <a:ext cx="107394" cy="143954"/>
            </a:xfrm>
            <a:custGeom>
              <a:avLst/>
              <a:gdLst>
                <a:gd name="T0" fmla="*/ 24 w 43"/>
                <a:gd name="T1" fmla="*/ 59 h 59"/>
                <a:gd name="T2" fmla="*/ 1 w 43"/>
                <a:gd name="T3" fmla="*/ 32 h 59"/>
                <a:gd name="T4" fmla="*/ 19 w 43"/>
                <a:gd name="T5" fmla="*/ 1 h 59"/>
                <a:gd name="T6" fmla="*/ 41 w 43"/>
                <a:gd name="T7" fmla="*/ 28 h 59"/>
                <a:gd name="T8" fmla="*/ 24 w 43"/>
                <a:gd name="T9" fmla="*/ 59 h 59"/>
              </a:gdLst>
              <a:ahLst/>
              <a:cxnLst>
                <a:cxn ang="0">
                  <a:pos x="T0" y="T1"/>
                </a:cxn>
                <a:cxn ang="0">
                  <a:pos x="T2" y="T3"/>
                </a:cxn>
                <a:cxn ang="0">
                  <a:pos x="T4" y="T5"/>
                </a:cxn>
                <a:cxn ang="0">
                  <a:pos x="T6" y="T7"/>
                </a:cxn>
                <a:cxn ang="0">
                  <a:pos x="T8" y="T9"/>
                </a:cxn>
              </a:cxnLst>
              <a:rect l="0" t="0" r="r" b="b"/>
              <a:pathLst>
                <a:path w="43" h="59">
                  <a:moveTo>
                    <a:pt x="24" y="59"/>
                  </a:moveTo>
                  <a:cubicBezTo>
                    <a:pt x="13" y="59"/>
                    <a:pt x="3" y="48"/>
                    <a:pt x="1" y="32"/>
                  </a:cubicBezTo>
                  <a:cubicBezTo>
                    <a:pt x="0" y="16"/>
                    <a:pt x="8" y="2"/>
                    <a:pt x="19" y="1"/>
                  </a:cubicBezTo>
                  <a:cubicBezTo>
                    <a:pt x="30" y="0"/>
                    <a:pt x="40" y="13"/>
                    <a:pt x="41" y="28"/>
                  </a:cubicBezTo>
                  <a:cubicBezTo>
                    <a:pt x="43" y="44"/>
                    <a:pt x="35" y="58"/>
                    <a:pt x="2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 name="Freeform 162">
              <a:extLst>
                <a:ext uri="{FF2B5EF4-FFF2-40B4-BE49-F238E27FC236}">
                  <a16:creationId xmlns:a16="http://schemas.microsoft.com/office/drawing/2014/main" id="{2BC2CEA7-4EB3-84AC-DED0-F317F26AF404}"/>
                </a:ext>
              </a:extLst>
            </p:cNvPr>
            <p:cNvSpPr>
              <a:spLocks/>
            </p:cNvSpPr>
            <p:nvPr/>
          </p:nvSpPr>
          <p:spPr bwMode="auto">
            <a:xfrm rot="5094805">
              <a:off x="-59394" y="6032339"/>
              <a:ext cx="105109" cy="139384"/>
            </a:xfrm>
            <a:custGeom>
              <a:avLst/>
              <a:gdLst>
                <a:gd name="T0" fmla="*/ 25 w 43"/>
                <a:gd name="T1" fmla="*/ 56 h 56"/>
                <a:gd name="T2" fmla="*/ 2 w 43"/>
                <a:gd name="T3" fmla="*/ 29 h 56"/>
                <a:gd name="T4" fmla="*/ 19 w 43"/>
                <a:gd name="T5" fmla="*/ 1 h 56"/>
                <a:gd name="T6" fmla="*/ 42 w 43"/>
                <a:gd name="T7" fmla="*/ 28 h 56"/>
                <a:gd name="T8" fmla="*/ 25 w 43"/>
                <a:gd name="T9" fmla="*/ 56 h 56"/>
              </a:gdLst>
              <a:ahLst/>
              <a:cxnLst>
                <a:cxn ang="0">
                  <a:pos x="T0" y="T1"/>
                </a:cxn>
                <a:cxn ang="0">
                  <a:pos x="T2" y="T3"/>
                </a:cxn>
                <a:cxn ang="0">
                  <a:pos x="T4" y="T5"/>
                </a:cxn>
                <a:cxn ang="0">
                  <a:pos x="T6" y="T7"/>
                </a:cxn>
                <a:cxn ang="0">
                  <a:pos x="T8" y="T9"/>
                </a:cxn>
              </a:cxnLst>
              <a:rect l="0" t="0" r="r" b="b"/>
              <a:pathLst>
                <a:path w="43" h="56">
                  <a:moveTo>
                    <a:pt x="25" y="56"/>
                  </a:moveTo>
                  <a:cubicBezTo>
                    <a:pt x="13" y="56"/>
                    <a:pt x="3" y="44"/>
                    <a:pt x="2" y="29"/>
                  </a:cubicBezTo>
                  <a:cubicBezTo>
                    <a:pt x="0" y="14"/>
                    <a:pt x="8" y="1"/>
                    <a:pt x="19" y="1"/>
                  </a:cubicBezTo>
                  <a:cubicBezTo>
                    <a:pt x="30" y="0"/>
                    <a:pt x="40" y="13"/>
                    <a:pt x="42" y="28"/>
                  </a:cubicBezTo>
                  <a:cubicBezTo>
                    <a:pt x="43" y="43"/>
                    <a:pt x="36" y="56"/>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 name="Freeform 163">
              <a:extLst>
                <a:ext uri="{FF2B5EF4-FFF2-40B4-BE49-F238E27FC236}">
                  <a16:creationId xmlns:a16="http://schemas.microsoft.com/office/drawing/2014/main" id="{DE3E68CB-7981-A718-B7A1-17D266B0782E}"/>
                </a:ext>
              </a:extLst>
            </p:cNvPr>
            <p:cNvSpPr>
              <a:spLocks/>
            </p:cNvSpPr>
            <p:nvPr/>
          </p:nvSpPr>
          <p:spPr bwMode="auto">
            <a:xfrm rot="5094805">
              <a:off x="-73200" y="5839720"/>
              <a:ext cx="105109" cy="137099"/>
            </a:xfrm>
            <a:custGeom>
              <a:avLst/>
              <a:gdLst>
                <a:gd name="T0" fmla="*/ 23 w 42"/>
                <a:gd name="T1" fmla="*/ 54 h 55"/>
                <a:gd name="T2" fmla="*/ 1 w 42"/>
                <a:gd name="T3" fmla="*/ 25 h 55"/>
                <a:gd name="T4" fmla="*/ 19 w 42"/>
                <a:gd name="T5" fmla="*/ 1 h 55"/>
                <a:gd name="T6" fmla="*/ 41 w 42"/>
                <a:gd name="T7" fmla="*/ 30 h 55"/>
                <a:gd name="T8" fmla="*/ 23 w 42"/>
                <a:gd name="T9" fmla="*/ 54 h 55"/>
              </a:gdLst>
              <a:ahLst/>
              <a:cxnLst>
                <a:cxn ang="0">
                  <a:pos x="T0" y="T1"/>
                </a:cxn>
                <a:cxn ang="0">
                  <a:pos x="T2" y="T3"/>
                </a:cxn>
                <a:cxn ang="0">
                  <a:pos x="T4" y="T5"/>
                </a:cxn>
                <a:cxn ang="0">
                  <a:pos x="T6" y="T7"/>
                </a:cxn>
                <a:cxn ang="0">
                  <a:pos x="T8" y="T9"/>
                </a:cxn>
              </a:cxnLst>
              <a:rect l="0" t="0" r="r" b="b"/>
              <a:pathLst>
                <a:path w="42" h="55">
                  <a:moveTo>
                    <a:pt x="23" y="54"/>
                  </a:moveTo>
                  <a:cubicBezTo>
                    <a:pt x="12" y="53"/>
                    <a:pt x="2" y="40"/>
                    <a:pt x="1" y="25"/>
                  </a:cubicBezTo>
                  <a:cubicBezTo>
                    <a:pt x="0" y="11"/>
                    <a:pt x="8" y="0"/>
                    <a:pt x="19" y="1"/>
                  </a:cubicBezTo>
                  <a:cubicBezTo>
                    <a:pt x="30" y="2"/>
                    <a:pt x="40" y="15"/>
                    <a:pt x="41" y="30"/>
                  </a:cubicBezTo>
                  <a:cubicBezTo>
                    <a:pt x="42" y="45"/>
                    <a:pt x="34" y="55"/>
                    <a:pt x="23"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 name="Freeform 164">
              <a:extLst>
                <a:ext uri="{FF2B5EF4-FFF2-40B4-BE49-F238E27FC236}">
                  <a16:creationId xmlns:a16="http://schemas.microsoft.com/office/drawing/2014/main" id="{F82DC970-7E98-6A8E-AA97-22E9D4FD7653}"/>
                </a:ext>
              </a:extLst>
            </p:cNvPr>
            <p:cNvSpPr>
              <a:spLocks/>
            </p:cNvSpPr>
            <p:nvPr/>
          </p:nvSpPr>
          <p:spPr bwMode="auto">
            <a:xfrm rot="5094805">
              <a:off x="-74392" y="5649308"/>
              <a:ext cx="107394" cy="130244"/>
            </a:xfrm>
            <a:custGeom>
              <a:avLst/>
              <a:gdLst>
                <a:gd name="T0" fmla="*/ 19 w 43"/>
                <a:gd name="T1" fmla="*/ 1 h 53"/>
                <a:gd name="T2" fmla="*/ 42 w 43"/>
                <a:gd name="T3" fmla="*/ 29 h 53"/>
                <a:gd name="T4" fmla="*/ 24 w 43"/>
                <a:gd name="T5" fmla="*/ 51 h 53"/>
                <a:gd name="T6" fmla="*/ 2 w 43"/>
                <a:gd name="T7" fmla="*/ 24 h 53"/>
                <a:gd name="T8" fmla="*/ 19 w 43"/>
                <a:gd name="T9" fmla="*/ 1 h 53"/>
              </a:gdLst>
              <a:ahLst/>
              <a:cxnLst>
                <a:cxn ang="0">
                  <a:pos x="T0" y="T1"/>
                </a:cxn>
                <a:cxn ang="0">
                  <a:pos x="T2" y="T3"/>
                </a:cxn>
                <a:cxn ang="0">
                  <a:pos x="T4" y="T5"/>
                </a:cxn>
                <a:cxn ang="0">
                  <a:pos x="T6" y="T7"/>
                </a:cxn>
                <a:cxn ang="0">
                  <a:pos x="T8" y="T9"/>
                </a:cxn>
              </a:cxnLst>
              <a:rect l="0" t="0" r="r" b="b"/>
              <a:pathLst>
                <a:path w="43" h="53">
                  <a:moveTo>
                    <a:pt x="19" y="1"/>
                  </a:moveTo>
                  <a:cubicBezTo>
                    <a:pt x="30" y="2"/>
                    <a:pt x="40" y="15"/>
                    <a:pt x="42" y="29"/>
                  </a:cubicBezTo>
                  <a:cubicBezTo>
                    <a:pt x="43" y="43"/>
                    <a:pt x="35" y="53"/>
                    <a:pt x="24" y="51"/>
                  </a:cubicBezTo>
                  <a:cubicBezTo>
                    <a:pt x="13" y="50"/>
                    <a:pt x="3" y="38"/>
                    <a:pt x="2" y="24"/>
                  </a:cubicBezTo>
                  <a:cubicBezTo>
                    <a:pt x="0" y="10"/>
                    <a:pt x="8"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 name="Freeform 165">
              <a:extLst>
                <a:ext uri="{FF2B5EF4-FFF2-40B4-BE49-F238E27FC236}">
                  <a16:creationId xmlns:a16="http://schemas.microsoft.com/office/drawing/2014/main" id="{4D1E8F6C-6930-AF9D-8D24-8C4B7C3F4256}"/>
                </a:ext>
              </a:extLst>
            </p:cNvPr>
            <p:cNvSpPr>
              <a:spLocks/>
            </p:cNvSpPr>
            <p:nvPr/>
          </p:nvSpPr>
          <p:spPr bwMode="auto">
            <a:xfrm rot="5094805">
              <a:off x="-62015" y="5455704"/>
              <a:ext cx="102824" cy="125674"/>
            </a:xfrm>
            <a:custGeom>
              <a:avLst/>
              <a:gdLst>
                <a:gd name="T0" fmla="*/ 23 w 42"/>
                <a:gd name="T1" fmla="*/ 48 h 51"/>
                <a:gd name="T2" fmla="*/ 1 w 42"/>
                <a:gd name="T3" fmla="*/ 21 h 51"/>
                <a:gd name="T4" fmla="*/ 19 w 42"/>
                <a:gd name="T5" fmla="*/ 2 h 51"/>
                <a:gd name="T6" fmla="*/ 41 w 42"/>
                <a:gd name="T7" fmla="*/ 29 h 51"/>
                <a:gd name="T8" fmla="*/ 23 w 42"/>
                <a:gd name="T9" fmla="*/ 48 h 51"/>
              </a:gdLst>
              <a:ahLst/>
              <a:cxnLst>
                <a:cxn ang="0">
                  <a:pos x="T0" y="T1"/>
                </a:cxn>
                <a:cxn ang="0">
                  <a:pos x="T2" y="T3"/>
                </a:cxn>
                <a:cxn ang="0">
                  <a:pos x="T4" y="T5"/>
                </a:cxn>
                <a:cxn ang="0">
                  <a:pos x="T6" y="T7"/>
                </a:cxn>
                <a:cxn ang="0">
                  <a:pos x="T8" y="T9"/>
                </a:cxn>
              </a:cxnLst>
              <a:rect l="0" t="0" r="r" b="b"/>
              <a:pathLst>
                <a:path w="42" h="51">
                  <a:moveTo>
                    <a:pt x="23" y="48"/>
                  </a:moveTo>
                  <a:cubicBezTo>
                    <a:pt x="12" y="46"/>
                    <a:pt x="2" y="34"/>
                    <a:pt x="1" y="21"/>
                  </a:cubicBezTo>
                  <a:cubicBezTo>
                    <a:pt x="0" y="9"/>
                    <a:pt x="8" y="0"/>
                    <a:pt x="19" y="2"/>
                  </a:cubicBezTo>
                  <a:cubicBezTo>
                    <a:pt x="30" y="4"/>
                    <a:pt x="40" y="17"/>
                    <a:pt x="41" y="29"/>
                  </a:cubicBezTo>
                  <a:cubicBezTo>
                    <a:pt x="42" y="42"/>
                    <a:pt x="34" y="51"/>
                    <a:pt x="2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 name="Freeform 166">
              <a:extLst>
                <a:ext uri="{FF2B5EF4-FFF2-40B4-BE49-F238E27FC236}">
                  <a16:creationId xmlns:a16="http://schemas.microsoft.com/office/drawing/2014/main" id="{DC8F7E63-5CFD-891F-AF34-6FAB69E06A07}"/>
                </a:ext>
              </a:extLst>
            </p:cNvPr>
            <p:cNvSpPr>
              <a:spLocks/>
            </p:cNvSpPr>
            <p:nvPr/>
          </p:nvSpPr>
          <p:spPr bwMode="auto">
            <a:xfrm rot="5094805">
              <a:off x="-46242" y="5262533"/>
              <a:ext cx="107394" cy="118819"/>
            </a:xfrm>
            <a:custGeom>
              <a:avLst/>
              <a:gdLst>
                <a:gd name="T0" fmla="*/ 19 w 43"/>
                <a:gd name="T1" fmla="*/ 3 h 48"/>
                <a:gd name="T2" fmla="*/ 42 w 43"/>
                <a:gd name="T3" fmla="*/ 28 h 48"/>
                <a:gd name="T4" fmla="*/ 24 w 43"/>
                <a:gd name="T5" fmla="*/ 45 h 48"/>
                <a:gd name="T6" fmla="*/ 1 w 43"/>
                <a:gd name="T7" fmla="*/ 20 h 48"/>
                <a:gd name="T8" fmla="*/ 19 w 43"/>
                <a:gd name="T9" fmla="*/ 3 h 48"/>
              </a:gdLst>
              <a:ahLst/>
              <a:cxnLst>
                <a:cxn ang="0">
                  <a:pos x="T0" y="T1"/>
                </a:cxn>
                <a:cxn ang="0">
                  <a:pos x="T2" y="T3"/>
                </a:cxn>
                <a:cxn ang="0">
                  <a:pos x="T4" y="T5"/>
                </a:cxn>
                <a:cxn ang="0">
                  <a:pos x="T6" y="T7"/>
                </a:cxn>
                <a:cxn ang="0">
                  <a:pos x="T8" y="T9"/>
                </a:cxn>
              </a:cxnLst>
              <a:rect l="0" t="0" r="r" b="b"/>
              <a:pathLst>
                <a:path w="43" h="48">
                  <a:moveTo>
                    <a:pt x="19" y="3"/>
                  </a:moveTo>
                  <a:cubicBezTo>
                    <a:pt x="30" y="5"/>
                    <a:pt x="40" y="16"/>
                    <a:pt x="42" y="28"/>
                  </a:cubicBezTo>
                  <a:cubicBezTo>
                    <a:pt x="43" y="40"/>
                    <a:pt x="35" y="48"/>
                    <a:pt x="24" y="45"/>
                  </a:cubicBezTo>
                  <a:cubicBezTo>
                    <a:pt x="12" y="43"/>
                    <a:pt x="3" y="31"/>
                    <a:pt x="1" y="20"/>
                  </a:cubicBezTo>
                  <a:cubicBezTo>
                    <a:pt x="0" y="8"/>
                    <a:pt x="8" y="0"/>
                    <a:pt x="1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 name="Freeform 167">
              <a:extLst>
                <a:ext uri="{FF2B5EF4-FFF2-40B4-BE49-F238E27FC236}">
                  <a16:creationId xmlns:a16="http://schemas.microsoft.com/office/drawing/2014/main" id="{3615E00E-59CE-D6EC-6AA4-A2C49DFBE82C}"/>
                </a:ext>
              </a:extLst>
            </p:cNvPr>
            <p:cNvSpPr>
              <a:spLocks/>
            </p:cNvSpPr>
            <p:nvPr/>
          </p:nvSpPr>
          <p:spPr bwMode="auto">
            <a:xfrm rot="5094805">
              <a:off x="-22389" y="5072380"/>
              <a:ext cx="105109" cy="107394"/>
            </a:xfrm>
            <a:custGeom>
              <a:avLst/>
              <a:gdLst>
                <a:gd name="T0" fmla="*/ 23 w 42"/>
                <a:gd name="T1" fmla="*/ 41 h 44"/>
                <a:gd name="T2" fmla="*/ 1 w 42"/>
                <a:gd name="T3" fmla="*/ 17 h 44"/>
                <a:gd name="T4" fmla="*/ 18 w 42"/>
                <a:gd name="T5" fmla="*/ 2 h 44"/>
                <a:gd name="T6" fmla="*/ 41 w 42"/>
                <a:gd name="T7" fmla="*/ 26 h 44"/>
                <a:gd name="T8" fmla="*/ 23 w 42"/>
                <a:gd name="T9" fmla="*/ 41 h 44"/>
              </a:gdLst>
              <a:ahLst/>
              <a:cxnLst>
                <a:cxn ang="0">
                  <a:pos x="T0" y="T1"/>
                </a:cxn>
                <a:cxn ang="0">
                  <a:pos x="T2" y="T3"/>
                </a:cxn>
                <a:cxn ang="0">
                  <a:pos x="T4" y="T5"/>
                </a:cxn>
                <a:cxn ang="0">
                  <a:pos x="T6" y="T7"/>
                </a:cxn>
                <a:cxn ang="0">
                  <a:pos x="T8" y="T9"/>
                </a:cxn>
              </a:cxnLst>
              <a:rect l="0" t="0" r="r" b="b"/>
              <a:pathLst>
                <a:path w="42" h="44">
                  <a:moveTo>
                    <a:pt x="23" y="41"/>
                  </a:moveTo>
                  <a:cubicBezTo>
                    <a:pt x="12" y="38"/>
                    <a:pt x="2" y="28"/>
                    <a:pt x="1" y="17"/>
                  </a:cubicBezTo>
                  <a:cubicBezTo>
                    <a:pt x="0" y="7"/>
                    <a:pt x="7" y="0"/>
                    <a:pt x="18" y="2"/>
                  </a:cubicBezTo>
                  <a:cubicBezTo>
                    <a:pt x="29" y="4"/>
                    <a:pt x="40" y="15"/>
                    <a:pt x="41" y="26"/>
                  </a:cubicBezTo>
                  <a:cubicBezTo>
                    <a:pt x="42" y="37"/>
                    <a:pt x="34" y="44"/>
                    <a:pt x="2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 name="Freeform 170">
              <a:extLst>
                <a:ext uri="{FF2B5EF4-FFF2-40B4-BE49-F238E27FC236}">
                  <a16:creationId xmlns:a16="http://schemas.microsoft.com/office/drawing/2014/main" id="{8BA35248-0CFA-537E-D8D2-2D71D76FBBB5}"/>
                </a:ext>
              </a:extLst>
            </p:cNvPr>
            <p:cNvSpPr>
              <a:spLocks/>
            </p:cNvSpPr>
            <p:nvPr/>
          </p:nvSpPr>
          <p:spPr bwMode="auto">
            <a:xfrm rot="5094805">
              <a:off x="81695" y="4957776"/>
              <a:ext cx="100539" cy="98254"/>
            </a:xfrm>
            <a:custGeom>
              <a:avLst/>
              <a:gdLst>
                <a:gd name="T0" fmla="*/ 1 w 41"/>
                <a:gd name="T1" fmla="*/ 16 h 40"/>
                <a:gd name="T2" fmla="*/ 19 w 41"/>
                <a:gd name="T3" fmla="*/ 2 h 40"/>
                <a:gd name="T4" fmla="*/ 40 w 41"/>
                <a:gd name="T5" fmla="*/ 24 h 40"/>
                <a:gd name="T6" fmla="*/ 23 w 41"/>
                <a:gd name="T7" fmla="*/ 38 h 40"/>
                <a:gd name="T8" fmla="*/ 1 w 41"/>
                <a:gd name="T9" fmla="*/ 16 h 40"/>
              </a:gdLst>
              <a:ahLst/>
              <a:cxnLst>
                <a:cxn ang="0">
                  <a:pos x="T0" y="T1"/>
                </a:cxn>
                <a:cxn ang="0">
                  <a:pos x="T2" y="T3"/>
                </a:cxn>
                <a:cxn ang="0">
                  <a:pos x="T4" y="T5"/>
                </a:cxn>
                <a:cxn ang="0">
                  <a:pos x="T6" y="T7"/>
                </a:cxn>
                <a:cxn ang="0">
                  <a:pos x="T8" y="T9"/>
                </a:cxn>
              </a:cxnLst>
              <a:rect l="0" t="0" r="r" b="b"/>
              <a:pathLst>
                <a:path w="41" h="40">
                  <a:moveTo>
                    <a:pt x="1" y="16"/>
                  </a:moveTo>
                  <a:cubicBezTo>
                    <a:pt x="0" y="7"/>
                    <a:pt x="9" y="0"/>
                    <a:pt x="19" y="2"/>
                  </a:cubicBezTo>
                  <a:cubicBezTo>
                    <a:pt x="30" y="4"/>
                    <a:pt x="40" y="14"/>
                    <a:pt x="40" y="24"/>
                  </a:cubicBezTo>
                  <a:cubicBezTo>
                    <a:pt x="41" y="34"/>
                    <a:pt x="33" y="40"/>
                    <a:pt x="23" y="38"/>
                  </a:cubicBezTo>
                  <a:cubicBezTo>
                    <a:pt x="12" y="36"/>
                    <a:pt x="2" y="26"/>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 name="Freeform 171">
              <a:extLst>
                <a:ext uri="{FF2B5EF4-FFF2-40B4-BE49-F238E27FC236}">
                  <a16:creationId xmlns:a16="http://schemas.microsoft.com/office/drawing/2014/main" id="{206A1791-523C-1806-CFC7-17C960BE6FA3}"/>
                </a:ext>
              </a:extLst>
            </p:cNvPr>
            <p:cNvSpPr>
              <a:spLocks/>
            </p:cNvSpPr>
            <p:nvPr/>
          </p:nvSpPr>
          <p:spPr bwMode="auto">
            <a:xfrm rot="5094805">
              <a:off x="64669" y="5147321"/>
              <a:ext cx="102824" cy="109679"/>
            </a:xfrm>
            <a:custGeom>
              <a:avLst/>
              <a:gdLst>
                <a:gd name="T0" fmla="*/ 41 w 42"/>
                <a:gd name="T1" fmla="*/ 24 h 44"/>
                <a:gd name="T2" fmla="*/ 23 w 42"/>
                <a:gd name="T3" fmla="*/ 42 h 44"/>
                <a:gd name="T4" fmla="*/ 2 w 42"/>
                <a:gd name="T5" fmla="*/ 19 h 44"/>
                <a:gd name="T6" fmla="*/ 19 w 42"/>
                <a:gd name="T7" fmla="*/ 1 h 44"/>
                <a:gd name="T8" fmla="*/ 41 w 42"/>
                <a:gd name="T9" fmla="*/ 24 h 44"/>
              </a:gdLst>
              <a:ahLst/>
              <a:cxnLst>
                <a:cxn ang="0">
                  <a:pos x="T0" y="T1"/>
                </a:cxn>
                <a:cxn ang="0">
                  <a:pos x="T2" y="T3"/>
                </a:cxn>
                <a:cxn ang="0">
                  <a:pos x="T4" y="T5"/>
                </a:cxn>
                <a:cxn ang="0">
                  <a:pos x="T6" y="T7"/>
                </a:cxn>
                <a:cxn ang="0">
                  <a:pos x="T8" y="T9"/>
                </a:cxn>
              </a:cxnLst>
              <a:rect l="0" t="0" r="r" b="b"/>
              <a:pathLst>
                <a:path w="42" h="44">
                  <a:moveTo>
                    <a:pt x="41" y="24"/>
                  </a:moveTo>
                  <a:cubicBezTo>
                    <a:pt x="42" y="36"/>
                    <a:pt x="34" y="44"/>
                    <a:pt x="23" y="42"/>
                  </a:cubicBezTo>
                  <a:cubicBezTo>
                    <a:pt x="13" y="39"/>
                    <a:pt x="4" y="29"/>
                    <a:pt x="2" y="19"/>
                  </a:cubicBezTo>
                  <a:cubicBezTo>
                    <a:pt x="0" y="8"/>
                    <a:pt x="8" y="0"/>
                    <a:pt x="19" y="1"/>
                  </a:cubicBezTo>
                  <a:cubicBezTo>
                    <a:pt x="30" y="2"/>
                    <a:pt x="40" y="13"/>
                    <a:pt x="41"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 name="Freeform 172">
              <a:extLst>
                <a:ext uri="{FF2B5EF4-FFF2-40B4-BE49-F238E27FC236}">
                  <a16:creationId xmlns:a16="http://schemas.microsoft.com/office/drawing/2014/main" id="{F5977F17-6743-AB06-BE2E-DC8C0F534261}"/>
                </a:ext>
              </a:extLst>
            </p:cNvPr>
            <p:cNvSpPr>
              <a:spLocks/>
            </p:cNvSpPr>
            <p:nvPr/>
          </p:nvSpPr>
          <p:spPr bwMode="auto">
            <a:xfrm rot="5094805">
              <a:off x="53536" y="5339778"/>
              <a:ext cx="105109" cy="118819"/>
            </a:xfrm>
            <a:custGeom>
              <a:avLst/>
              <a:gdLst>
                <a:gd name="T0" fmla="*/ 40 w 42"/>
                <a:gd name="T1" fmla="*/ 27 h 48"/>
                <a:gd name="T2" fmla="*/ 23 w 42"/>
                <a:gd name="T3" fmla="*/ 46 h 48"/>
                <a:gd name="T4" fmla="*/ 2 w 42"/>
                <a:gd name="T5" fmla="*/ 22 h 48"/>
                <a:gd name="T6" fmla="*/ 18 w 42"/>
                <a:gd name="T7" fmla="*/ 1 h 48"/>
                <a:gd name="T8" fmla="*/ 40 w 42"/>
                <a:gd name="T9" fmla="*/ 27 h 48"/>
              </a:gdLst>
              <a:ahLst/>
              <a:cxnLst>
                <a:cxn ang="0">
                  <a:pos x="T0" y="T1"/>
                </a:cxn>
                <a:cxn ang="0">
                  <a:pos x="T2" y="T3"/>
                </a:cxn>
                <a:cxn ang="0">
                  <a:pos x="T4" y="T5"/>
                </a:cxn>
                <a:cxn ang="0">
                  <a:pos x="T6" y="T7"/>
                </a:cxn>
                <a:cxn ang="0">
                  <a:pos x="T8" y="T9"/>
                </a:cxn>
              </a:cxnLst>
              <a:rect l="0" t="0" r="r" b="b"/>
              <a:pathLst>
                <a:path w="42" h="48">
                  <a:moveTo>
                    <a:pt x="40" y="27"/>
                  </a:moveTo>
                  <a:cubicBezTo>
                    <a:pt x="42" y="39"/>
                    <a:pt x="33" y="48"/>
                    <a:pt x="23" y="46"/>
                  </a:cubicBezTo>
                  <a:cubicBezTo>
                    <a:pt x="12" y="44"/>
                    <a:pt x="3" y="33"/>
                    <a:pt x="2" y="22"/>
                  </a:cubicBezTo>
                  <a:cubicBezTo>
                    <a:pt x="0" y="9"/>
                    <a:pt x="8" y="0"/>
                    <a:pt x="18" y="1"/>
                  </a:cubicBezTo>
                  <a:cubicBezTo>
                    <a:pt x="29" y="2"/>
                    <a:pt x="39" y="14"/>
                    <a:pt x="4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 name="Freeform 173">
              <a:extLst>
                <a:ext uri="{FF2B5EF4-FFF2-40B4-BE49-F238E27FC236}">
                  <a16:creationId xmlns:a16="http://schemas.microsoft.com/office/drawing/2014/main" id="{EA566129-A3F9-7E00-A115-B16305DC532F}"/>
                </a:ext>
              </a:extLst>
            </p:cNvPr>
            <p:cNvSpPr>
              <a:spLocks/>
            </p:cNvSpPr>
            <p:nvPr/>
          </p:nvSpPr>
          <p:spPr bwMode="auto">
            <a:xfrm rot="5094805">
              <a:off x="49038" y="5529554"/>
              <a:ext cx="102824" cy="127959"/>
            </a:xfrm>
            <a:custGeom>
              <a:avLst/>
              <a:gdLst>
                <a:gd name="T0" fmla="*/ 41 w 42"/>
                <a:gd name="T1" fmla="*/ 27 h 51"/>
                <a:gd name="T2" fmla="*/ 24 w 42"/>
                <a:gd name="T3" fmla="*/ 49 h 51"/>
                <a:gd name="T4" fmla="*/ 2 w 42"/>
                <a:gd name="T5" fmla="*/ 24 h 51"/>
                <a:gd name="T6" fmla="*/ 18 w 42"/>
                <a:gd name="T7" fmla="*/ 0 h 51"/>
                <a:gd name="T8" fmla="*/ 41 w 42"/>
                <a:gd name="T9" fmla="*/ 27 h 51"/>
              </a:gdLst>
              <a:ahLst/>
              <a:cxnLst>
                <a:cxn ang="0">
                  <a:pos x="T0" y="T1"/>
                </a:cxn>
                <a:cxn ang="0">
                  <a:pos x="T2" y="T3"/>
                </a:cxn>
                <a:cxn ang="0">
                  <a:pos x="T4" y="T5"/>
                </a:cxn>
                <a:cxn ang="0">
                  <a:pos x="T6" y="T7"/>
                </a:cxn>
                <a:cxn ang="0">
                  <a:pos x="T8" y="T9"/>
                </a:cxn>
              </a:cxnLst>
              <a:rect l="0" t="0" r="r" b="b"/>
              <a:pathLst>
                <a:path w="42" h="51">
                  <a:moveTo>
                    <a:pt x="41" y="27"/>
                  </a:moveTo>
                  <a:cubicBezTo>
                    <a:pt x="42" y="40"/>
                    <a:pt x="34" y="51"/>
                    <a:pt x="24" y="49"/>
                  </a:cubicBezTo>
                  <a:cubicBezTo>
                    <a:pt x="13" y="48"/>
                    <a:pt x="4" y="37"/>
                    <a:pt x="2" y="24"/>
                  </a:cubicBezTo>
                  <a:cubicBezTo>
                    <a:pt x="0" y="10"/>
                    <a:pt x="8" y="0"/>
                    <a:pt x="18" y="0"/>
                  </a:cubicBezTo>
                  <a:cubicBezTo>
                    <a:pt x="29" y="1"/>
                    <a:pt x="39" y="13"/>
                    <a:pt x="4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 name="Freeform 174">
              <a:extLst>
                <a:ext uri="{FF2B5EF4-FFF2-40B4-BE49-F238E27FC236}">
                  <a16:creationId xmlns:a16="http://schemas.microsoft.com/office/drawing/2014/main" id="{D5F677DA-5D69-403C-92ED-399A49A95A62}"/>
                </a:ext>
              </a:extLst>
            </p:cNvPr>
            <p:cNvSpPr>
              <a:spLocks/>
            </p:cNvSpPr>
            <p:nvPr/>
          </p:nvSpPr>
          <p:spPr bwMode="auto">
            <a:xfrm rot="5094805">
              <a:off x="52602" y="5721943"/>
              <a:ext cx="102824" cy="132529"/>
            </a:xfrm>
            <a:custGeom>
              <a:avLst/>
              <a:gdLst>
                <a:gd name="T0" fmla="*/ 40 w 42"/>
                <a:gd name="T1" fmla="*/ 27 h 54"/>
                <a:gd name="T2" fmla="*/ 24 w 42"/>
                <a:gd name="T3" fmla="*/ 53 h 54"/>
                <a:gd name="T4" fmla="*/ 2 w 42"/>
                <a:gd name="T5" fmla="*/ 28 h 54"/>
                <a:gd name="T6" fmla="*/ 17 w 42"/>
                <a:gd name="T7" fmla="*/ 1 h 54"/>
                <a:gd name="T8" fmla="*/ 40 w 42"/>
                <a:gd name="T9" fmla="*/ 27 h 54"/>
              </a:gdLst>
              <a:ahLst/>
              <a:cxnLst>
                <a:cxn ang="0">
                  <a:pos x="T0" y="T1"/>
                </a:cxn>
                <a:cxn ang="0">
                  <a:pos x="T2" y="T3"/>
                </a:cxn>
                <a:cxn ang="0">
                  <a:pos x="T4" y="T5"/>
                </a:cxn>
                <a:cxn ang="0">
                  <a:pos x="T6" y="T7"/>
                </a:cxn>
                <a:cxn ang="0">
                  <a:pos x="T8" y="T9"/>
                </a:cxn>
              </a:cxnLst>
              <a:rect l="0" t="0" r="r" b="b"/>
              <a:pathLst>
                <a:path w="42" h="54">
                  <a:moveTo>
                    <a:pt x="40" y="27"/>
                  </a:moveTo>
                  <a:cubicBezTo>
                    <a:pt x="42" y="42"/>
                    <a:pt x="35" y="54"/>
                    <a:pt x="24" y="53"/>
                  </a:cubicBezTo>
                  <a:cubicBezTo>
                    <a:pt x="14" y="53"/>
                    <a:pt x="4" y="41"/>
                    <a:pt x="2" y="28"/>
                  </a:cubicBezTo>
                  <a:cubicBezTo>
                    <a:pt x="0" y="13"/>
                    <a:pt x="6" y="1"/>
                    <a:pt x="17" y="1"/>
                  </a:cubicBezTo>
                  <a:cubicBezTo>
                    <a:pt x="28" y="0"/>
                    <a:pt x="38" y="12"/>
                    <a:pt x="4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 name="Freeform 175">
              <a:extLst>
                <a:ext uri="{FF2B5EF4-FFF2-40B4-BE49-F238E27FC236}">
                  <a16:creationId xmlns:a16="http://schemas.microsoft.com/office/drawing/2014/main" id="{8F6B9559-5633-4EC8-8585-B893E91004FF}"/>
                </a:ext>
              </a:extLst>
            </p:cNvPr>
            <p:cNvSpPr>
              <a:spLocks/>
            </p:cNvSpPr>
            <p:nvPr/>
          </p:nvSpPr>
          <p:spPr bwMode="auto">
            <a:xfrm rot="5094805">
              <a:off x="66302" y="5912181"/>
              <a:ext cx="105109" cy="137099"/>
            </a:xfrm>
            <a:custGeom>
              <a:avLst/>
              <a:gdLst>
                <a:gd name="T0" fmla="*/ 41 w 42"/>
                <a:gd name="T1" fmla="*/ 28 h 56"/>
                <a:gd name="T2" fmla="*/ 24 w 42"/>
                <a:gd name="T3" fmla="*/ 56 h 56"/>
                <a:gd name="T4" fmla="*/ 2 w 42"/>
                <a:gd name="T5" fmla="*/ 30 h 56"/>
                <a:gd name="T6" fmla="*/ 18 w 42"/>
                <a:gd name="T7" fmla="*/ 1 h 56"/>
                <a:gd name="T8" fmla="*/ 41 w 42"/>
                <a:gd name="T9" fmla="*/ 28 h 56"/>
              </a:gdLst>
              <a:ahLst/>
              <a:cxnLst>
                <a:cxn ang="0">
                  <a:pos x="T0" y="T1"/>
                </a:cxn>
                <a:cxn ang="0">
                  <a:pos x="T2" y="T3"/>
                </a:cxn>
                <a:cxn ang="0">
                  <a:pos x="T4" y="T5"/>
                </a:cxn>
                <a:cxn ang="0">
                  <a:pos x="T6" y="T7"/>
                </a:cxn>
                <a:cxn ang="0">
                  <a:pos x="T8" y="T9"/>
                </a:cxn>
              </a:cxnLst>
              <a:rect l="0" t="0" r="r" b="b"/>
              <a:pathLst>
                <a:path w="42" h="56">
                  <a:moveTo>
                    <a:pt x="41" y="28"/>
                  </a:moveTo>
                  <a:cubicBezTo>
                    <a:pt x="42" y="43"/>
                    <a:pt x="35" y="56"/>
                    <a:pt x="24" y="56"/>
                  </a:cubicBezTo>
                  <a:cubicBezTo>
                    <a:pt x="14" y="56"/>
                    <a:pt x="4" y="45"/>
                    <a:pt x="2" y="30"/>
                  </a:cubicBezTo>
                  <a:cubicBezTo>
                    <a:pt x="0" y="15"/>
                    <a:pt x="7" y="2"/>
                    <a:pt x="18" y="1"/>
                  </a:cubicBezTo>
                  <a:cubicBezTo>
                    <a:pt x="29" y="0"/>
                    <a:pt x="39" y="12"/>
                    <a:pt x="41"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 name="Freeform 176">
              <a:extLst>
                <a:ext uri="{FF2B5EF4-FFF2-40B4-BE49-F238E27FC236}">
                  <a16:creationId xmlns:a16="http://schemas.microsoft.com/office/drawing/2014/main" id="{415EADF4-061E-8EB1-1142-C9DC0F6560A5}"/>
                </a:ext>
              </a:extLst>
            </p:cNvPr>
            <p:cNvSpPr>
              <a:spLocks/>
            </p:cNvSpPr>
            <p:nvPr/>
          </p:nvSpPr>
          <p:spPr bwMode="auto">
            <a:xfrm rot="5094805">
              <a:off x="90456" y="6100558"/>
              <a:ext cx="102824" cy="148523"/>
            </a:xfrm>
            <a:custGeom>
              <a:avLst/>
              <a:gdLst>
                <a:gd name="T0" fmla="*/ 2 w 42"/>
                <a:gd name="T1" fmla="*/ 31 h 60"/>
                <a:gd name="T2" fmla="*/ 18 w 42"/>
                <a:gd name="T3" fmla="*/ 1 h 60"/>
                <a:gd name="T4" fmla="*/ 40 w 42"/>
                <a:gd name="T5" fmla="*/ 28 h 60"/>
                <a:gd name="T6" fmla="*/ 24 w 42"/>
                <a:gd name="T7" fmla="*/ 58 h 60"/>
                <a:gd name="T8" fmla="*/ 2 w 42"/>
                <a:gd name="T9" fmla="*/ 31 h 60"/>
              </a:gdLst>
              <a:ahLst/>
              <a:cxnLst>
                <a:cxn ang="0">
                  <a:pos x="T0" y="T1"/>
                </a:cxn>
                <a:cxn ang="0">
                  <a:pos x="T2" y="T3"/>
                </a:cxn>
                <a:cxn ang="0">
                  <a:pos x="T4" y="T5"/>
                </a:cxn>
                <a:cxn ang="0">
                  <a:pos x="T6" y="T7"/>
                </a:cxn>
                <a:cxn ang="0">
                  <a:pos x="T8" y="T9"/>
                </a:cxn>
              </a:cxnLst>
              <a:rect l="0" t="0" r="r" b="b"/>
              <a:pathLst>
                <a:path w="42" h="60">
                  <a:moveTo>
                    <a:pt x="2" y="31"/>
                  </a:moveTo>
                  <a:cubicBezTo>
                    <a:pt x="0" y="16"/>
                    <a:pt x="7" y="2"/>
                    <a:pt x="18" y="1"/>
                  </a:cubicBezTo>
                  <a:cubicBezTo>
                    <a:pt x="29" y="0"/>
                    <a:pt x="39" y="12"/>
                    <a:pt x="40" y="28"/>
                  </a:cubicBezTo>
                  <a:cubicBezTo>
                    <a:pt x="42" y="43"/>
                    <a:pt x="35" y="57"/>
                    <a:pt x="24" y="58"/>
                  </a:cubicBezTo>
                  <a:cubicBezTo>
                    <a:pt x="14" y="60"/>
                    <a:pt x="3" y="47"/>
                    <a:pt x="2"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 name="Freeform 177">
              <a:extLst>
                <a:ext uri="{FF2B5EF4-FFF2-40B4-BE49-F238E27FC236}">
                  <a16:creationId xmlns:a16="http://schemas.microsoft.com/office/drawing/2014/main" id="{04BB54D2-1BFC-812C-02FC-283CCBD4ACE2}"/>
                </a:ext>
              </a:extLst>
            </p:cNvPr>
            <p:cNvSpPr>
              <a:spLocks/>
            </p:cNvSpPr>
            <p:nvPr/>
          </p:nvSpPr>
          <p:spPr bwMode="auto">
            <a:xfrm rot="5094805">
              <a:off x="129095" y="6286388"/>
              <a:ext cx="102824" cy="155378"/>
            </a:xfrm>
            <a:custGeom>
              <a:avLst/>
              <a:gdLst>
                <a:gd name="T0" fmla="*/ 2 w 42"/>
                <a:gd name="T1" fmla="*/ 34 h 63"/>
                <a:gd name="T2" fmla="*/ 19 w 42"/>
                <a:gd name="T3" fmla="*/ 2 h 63"/>
                <a:gd name="T4" fmla="*/ 41 w 42"/>
                <a:gd name="T5" fmla="*/ 30 h 63"/>
                <a:gd name="T6" fmla="*/ 24 w 42"/>
                <a:gd name="T7" fmla="*/ 61 h 63"/>
                <a:gd name="T8" fmla="*/ 2 w 42"/>
                <a:gd name="T9" fmla="*/ 34 h 63"/>
              </a:gdLst>
              <a:ahLst/>
              <a:cxnLst>
                <a:cxn ang="0">
                  <a:pos x="T0" y="T1"/>
                </a:cxn>
                <a:cxn ang="0">
                  <a:pos x="T2" y="T3"/>
                </a:cxn>
                <a:cxn ang="0">
                  <a:pos x="T4" y="T5"/>
                </a:cxn>
                <a:cxn ang="0">
                  <a:pos x="T6" y="T7"/>
                </a:cxn>
                <a:cxn ang="0">
                  <a:pos x="T8" y="T9"/>
                </a:cxn>
              </a:cxnLst>
              <a:rect l="0" t="0" r="r" b="b"/>
              <a:pathLst>
                <a:path w="42" h="63">
                  <a:moveTo>
                    <a:pt x="2" y="34"/>
                  </a:moveTo>
                  <a:cubicBezTo>
                    <a:pt x="0" y="18"/>
                    <a:pt x="8" y="3"/>
                    <a:pt x="19" y="2"/>
                  </a:cubicBezTo>
                  <a:cubicBezTo>
                    <a:pt x="30" y="0"/>
                    <a:pt x="40" y="13"/>
                    <a:pt x="41" y="30"/>
                  </a:cubicBezTo>
                  <a:cubicBezTo>
                    <a:pt x="42" y="45"/>
                    <a:pt x="34" y="59"/>
                    <a:pt x="24" y="61"/>
                  </a:cubicBezTo>
                  <a:cubicBezTo>
                    <a:pt x="14" y="63"/>
                    <a:pt x="3" y="51"/>
                    <a:pt x="2"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 name="Freeform 178">
              <a:extLst>
                <a:ext uri="{FF2B5EF4-FFF2-40B4-BE49-F238E27FC236}">
                  <a16:creationId xmlns:a16="http://schemas.microsoft.com/office/drawing/2014/main" id="{CA9B435B-F4B2-BA1A-7154-439BBA6E192A}"/>
                </a:ext>
              </a:extLst>
            </p:cNvPr>
            <p:cNvSpPr>
              <a:spLocks/>
            </p:cNvSpPr>
            <p:nvPr/>
          </p:nvSpPr>
          <p:spPr bwMode="auto">
            <a:xfrm rot="5094805">
              <a:off x="183966" y="6477540"/>
              <a:ext cx="105109" cy="155378"/>
            </a:xfrm>
            <a:custGeom>
              <a:avLst/>
              <a:gdLst>
                <a:gd name="T0" fmla="*/ 41 w 42"/>
                <a:gd name="T1" fmla="*/ 27 h 63"/>
                <a:gd name="T2" fmla="*/ 23 w 42"/>
                <a:gd name="T3" fmla="*/ 61 h 63"/>
                <a:gd name="T4" fmla="*/ 2 w 42"/>
                <a:gd name="T5" fmla="*/ 37 h 63"/>
                <a:gd name="T6" fmla="*/ 18 w 42"/>
                <a:gd name="T7" fmla="*/ 3 h 63"/>
                <a:gd name="T8" fmla="*/ 41 w 42"/>
                <a:gd name="T9" fmla="*/ 27 h 63"/>
              </a:gdLst>
              <a:ahLst/>
              <a:cxnLst>
                <a:cxn ang="0">
                  <a:pos x="T0" y="T1"/>
                </a:cxn>
                <a:cxn ang="0">
                  <a:pos x="T2" y="T3"/>
                </a:cxn>
                <a:cxn ang="0">
                  <a:pos x="T4" y="T5"/>
                </a:cxn>
                <a:cxn ang="0">
                  <a:pos x="T6" y="T7"/>
                </a:cxn>
                <a:cxn ang="0">
                  <a:pos x="T8" y="T9"/>
                </a:cxn>
              </a:cxnLst>
              <a:rect l="0" t="0" r="r" b="b"/>
              <a:pathLst>
                <a:path w="42" h="63">
                  <a:moveTo>
                    <a:pt x="41" y="27"/>
                  </a:moveTo>
                  <a:cubicBezTo>
                    <a:pt x="42" y="43"/>
                    <a:pt x="34" y="59"/>
                    <a:pt x="23" y="61"/>
                  </a:cubicBezTo>
                  <a:cubicBezTo>
                    <a:pt x="13" y="63"/>
                    <a:pt x="3" y="53"/>
                    <a:pt x="2" y="37"/>
                  </a:cubicBezTo>
                  <a:cubicBezTo>
                    <a:pt x="0" y="21"/>
                    <a:pt x="7" y="5"/>
                    <a:pt x="18" y="3"/>
                  </a:cubicBezTo>
                  <a:cubicBezTo>
                    <a:pt x="29" y="0"/>
                    <a:pt x="39" y="11"/>
                    <a:pt x="4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 name="Freeform 179">
              <a:extLst>
                <a:ext uri="{FF2B5EF4-FFF2-40B4-BE49-F238E27FC236}">
                  <a16:creationId xmlns:a16="http://schemas.microsoft.com/office/drawing/2014/main" id="{5703F48F-D391-7CC1-2995-E9D124E9AE28}"/>
                </a:ext>
              </a:extLst>
            </p:cNvPr>
            <p:cNvSpPr>
              <a:spLocks/>
            </p:cNvSpPr>
            <p:nvPr/>
          </p:nvSpPr>
          <p:spPr bwMode="auto">
            <a:xfrm rot="5094805">
              <a:off x="254777" y="6667477"/>
              <a:ext cx="102824" cy="155378"/>
            </a:xfrm>
            <a:custGeom>
              <a:avLst/>
              <a:gdLst>
                <a:gd name="T0" fmla="*/ 1 w 42"/>
                <a:gd name="T1" fmla="*/ 37 h 63"/>
                <a:gd name="T2" fmla="*/ 19 w 42"/>
                <a:gd name="T3" fmla="*/ 3 h 63"/>
                <a:gd name="T4" fmla="*/ 41 w 42"/>
                <a:gd name="T5" fmla="*/ 26 h 63"/>
                <a:gd name="T6" fmla="*/ 24 w 42"/>
                <a:gd name="T7" fmla="*/ 60 h 63"/>
                <a:gd name="T8" fmla="*/ 1 w 42"/>
                <a:gd name="T9" fmla="*/ 37 h 63"/>
              </a:gdLst>
              <a:ahLst/>
              <a:cxnLst>
                <a:cxn ang="0">
                  <a:pos x="T0" y="T1"/>
                </a:cxn>
                <a:cxn ang="0">
                  <a:pos x="T2" y="T3"/>
                </a:cxn>
                <a:cxn ang="0">
                  <a:pos x="T4" y="T5"/>
                </a:cxn>
                <a:cxn ang="0">
                  <a:pos x="T6" y="T7"/>
                </a:cxn>
                <a:cxn ang="0">
                  <a:pos x="T8" y="T9"/>
                </a:cxn>
              </a:cxnLst>
              <a:rect l="0" t="0" r="r" b="b"/>
              <a:pathLst>
                <a:path w="42" h="63">
                  <a:moveTo>
                    <a:pt x="1" y="37"/>
                  </a:moveTo>
                  <a:cubicBezTo>
                    <a:pt x="0" y="21"/>
                    <a:pt x="8" y="5"/>
                    <a:pt x="19" y="3"/>
                  </a:cubicBezTo>
                  <a:cubicBezTo>
                    <a:pt x="30" y="0"/>
                    <a:pt x="40" y="10"/>
                    <a:pt x="41" y="26"/>
                  </a:cubicBezTo>
                  <a:cubicBezTo>
                    <a:pt x="42" y="41"/>
                    <a:pt x="34" y="56"/>
                    <a:pt x="24" y="60"/>
                  </a:cubicBezTo>
                  <a:cubicBezTo>
                    <a:pt x="13" y="63"/>
                    <a:pt x="3" y="53"/>
                    <a:pt x="1"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 name="Freeform 219">
              <a:extLst>
                <a:ext uri="{FF2B5EF4-FFF2-40B4-BE49-F238E27FC236}">
                  <a16:creationId xmlns:a16="http://schemas.microsoft.com/office/drawing/2014/main" id="{7CA2800A-B7F4-C75F-8F0C-7F69BC73098A}"/>
                </a:ext>
              </a:extLst>
            </p:cNvPr>
            <p:cNvSpPr>
              <a:spLocks/>
            </p:cNvSpPr>
            <p:nvPr/>
          </p:nvSpPr>
          <p:spPr bwMode="auto">
            <a:xfrm rot="5094805">
              <a:off x="-45619" y="3442321"/>
              <a:ext cx="100539" cy="36560"/>
            </a:xfrm>
            <a:custGeom>
              <a:avLst/>
              <a:gdLst>
                <a:gd name="T0" fmla="*/ 40 w 41"/>
                <a:gd name="T1" fmla="*/ 5 h 15"/>
                <a:gd name="T2" fmla="*/ 22 w 41"/>
                <a:gd name="T3" fmla="*/ 14 h 15"/>
                <a:gd name="T4" fmla="*/ 1 w 41"/>
                <a:gd name="T5" fmla="*/ 11 h 15"/>
                <a:gd name="T6" fmla="*/ 18 w 41"/>
                <a:gd name="T7" fmla="*/ 2 h 15"/>
                <a:gd name="T8" fmla="*/ 40 w 41"/>
                <a:gd name="T9" fmla="*/ 5 h 15"/>
              </a:gdLst>
              <a:ahLst/>
              <a:cxnLst>
                <a:cxn ang="0">
                  <a:pos x="T0" y="T1"/>
                </a:cxn>
                <a:cxn ang="0">
                  <a:pos x="T2" y="T3"/>
                </a:cxn>
                <a:cxn ang="0">
                  <a:pos x="T4" y="T5"/>
                </a:cxn>
                <a:cxn ang="0">
                  <a:pos x="T6" y="T7"/>
                </a:cxn>
                <a:cxn ang="0">
                  <a:pos x="T8" y="T9"/>
                </a:cxn>
              </a:cxnLst>
              <a:rect l="0" t="0" r="r" b="b"/>
              <a:pathLst>
                <a:path w="41" h="15">
                  <a:moveTo>
                    <a:pt x="40" y="5"/>
                  </a:moveTo>
                  <a:cubicBezTo>
                    <a:pt x="41" y="8"/>
                    <a:pt x="32" y="12"/>
                    <a:pt x="22" y="14"/>
                  </a:cubicBezTo>
                  <a:cubicBezTo>
                    <a:pt x="11" y="15"/>
                    <a:pt x="2" y="14"/>
                    <a:pt x="1" y="11"/>
                  </a:cubicBezTo>
                  <a:cubicBezTo>
                    <a:pt x="0" y="8"/>
                    <a:pt x="8" y="4"/>
                    <a:pt x="18" y="2"/>
                  </a:cubicBezTo>
                  <a:cubicBezTo>
                    <a:pt x="29" y="0"/>
                    <a:pt x="39" y="2"/>
                    <a:pt x="4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 name="Freeform 220">
              <a:extLst>
                <a:ext uri="{FF2B5EF4-FFF2-40B4-BE49-F238E27FC236}">
                  <a16:creationId xmlns:a16="http://schemas.microsoft.com/office/drawing/2014/main" id="{99DA43B7-C0A9-7FBA-0BA6-9120738F050E}"/>
                </a:ext>
              </a:extLst>
            </p:cNvPr>
            <p:cNvSpPr>
              <a:spLocks/>
            </p:cNvSpPr>
            <p:nvPr/>
          </p:nvSpPr>
          <p:spPr bwMode="auto">
            <a:xfrm rot="5094805">
              <a:off x="-2225" y="3632306"/>
              <a:ext cx="100539" cy="38845"/>
            </a:xfrm>
            <a:custGeom>
              <a:avLst/>
              <a:gdLst>
                <a:gd name="T0" fmla="*/ 0 w 40"/>
                <a:gd name="T1" fmla="*/ 10 h 16"/>
                <a:gd name="T2" fmla="*/ 19 w 40"/>
                <a:gd name="T3" fmla="*/ 1 h 16"/>
                <a:gd name="T4" fmla="*/ 39 w 40"/>
                <a:gd name="T5" fmla="*/ 6 h 16"/>
                <a:gd name="T6" fmla="*/ 22 w 40"/>
                <a:gd name="T7" fmla="*/ 15 h 16"/>
                <a:gd name="T8" fmla="*/ 0 w 40"/>
                <a:gd name="T9" fmla="*/ 10 h 16"/>
              </a:gdLst>
              <a:ahLst/>
              <a:cxnLst>
                <a:cxn ang="0">
                  <a:pos x="T0" y="T1"/>
                </a:cxn>
                <a:cxn ang="0">
                  <a:pos x="T2" y="T3"/>
                </a:cxn>
                <a:cxn ang="0">
                  <a:pos x="T4" y="T5"/>
                </a:cxn>
                <a:cxn ang="0">
                  <a:pos x="T6" y="T7"/>
                </a:cxn>
                <a:cxn ang="0">
                  <a:pos x="T8" y="T9"/>
                </a:cxn>
              </a:cxnLst>
              <a:rect l="0" t="0" r="r" b="b"/>
              <a:pathLst>
                <a:path w="40" h="16">
                  <a:moveTo>
                    <a:pt x="0" y="10"/>
                  </a:moveTo>
                  <a:cubicBezTo>
                    <a:pt x="0" y="7"/>
                    <a:pt x="8" y="3"/>
                    <a:pt x="19" y="1"/>
                  </a:cubicBezTo>
                  <a:cubicBezTo>
                    <a:pt x="30" y="0"/>
                    <a:pt x="39" y="2"/>
                    <a:pt x="39" y="6"/>
                  </a:cubicBezTo>
                  <a:cubicBezTo>
                    <a:pt x="40" y="9"/>
                    <a:pt x="32" y="13"/>
                    <a:pt x="22" y="15"/>
                  </a:cubicBezTo>
                  <a:cubicBezTo>
                    <a:pt x="11" y="16"/>
                    <a:pt x="1" y="14"/>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 name="Freeform 221">
              <a:extLst>
                <a:ext uri="{FF2B5EF4-FFF2-40B4-BE49-F238E27FC236}">
                  <a16:creationId xmlns:a16="http://schemas.microsoft.com/office/drawing/2014/main" id="{71B24547-BF66-B4F7-D7E1-737F4C526462}"/>
                </a:ext>
              </a:extLst>
            </p:cNvPr>
            <p:cNvSpPr>
              <a:spLocks/>
            </p:cNvSpPr>
            <p:nvPr/>
          </p:nvSpPr>
          <p:spPr bwMode="auto">
            <a:xfrm rot="5094805">
              <a:off x="37754" y="3821454"/>
              <a:ext cx="100539" cy="43415"/>
            </a:xfrm>
            <a:custGeom>
              <a:avLst/>
              <a:gdLst>
                <a:gd name="T0" fmla="*/ 40 w 41"/>
                <a:gd name="T1" fmla="*/ 6 h 17"/>
                <a:gd name="T2" fmla="*/ 21 w 41"/>
                <a:gd name="T3" fmla="*/ 16 h 17"/>
                <a:gd name="T4" fmla="*/ 1 w 41"/>
                <a:gd name="T5" fmla="*/ 11 h 17"/>
                <a:gd name="T6" fmla="*/ 18 w 41"/>
                <a:gd name="T7" fmla="*/ 1 h 17"/>
                <a:gd name="T8" fmla="*/ 40 w 41"/>
                <a:gd name="T9" fmla="*/ 6 h 17"/>
              </a:gdLst>
              <a:ahLst/>
              <a:cxnLst>
                <a:cxn ang="0">
                  <a:pos x="T0" y="T1"/>
                </a:cxn>
                <a:cxn ang="0">
                  <a:pos x="T2" y="T3"/>
                </a:cxn>
                <a:cxn ang="0">
                  <a:pos x="T4" y="T5"/>
                </a:cxn>
                <a:cxn ang="0">
                  <a:pos x="T6" y="T7"/>
                </a:cxn>
                <a:cxn ang="0">
                  <a:pos x="T8" y="T9"/>
                </a:cxn>
              </a:cxnLst>
              <a:rect l="0" t="0" r="r" b="b"/>
              <a:pathLst>
                <a:path w="41" h="17">
                  <a:moveTo>
                    <a:pt x="40" y="6"/>
                  </a:moveTo>
                  <a:cubicBezTo>
                    <a:pt x="41" y="11"/>
                    <a:pt x="32" y="15"/>
                    <a:pt x="21" y="16"/>
                  </a:cubicBezTo>
                  <a:cubicBezTo>
                    <a:pt x="11" y="17"/>
                    <a:pt x="2" y="15"/>
                    <a:pt x="1" y="11"/>
                  </a:cubicBezTo>
                  <a:cubicBezTo>
                    <a:pt x="0" y="7"/>
                    <a:pt x="7" y="2"/>
                    <a:pt x="18" y="1"/>
                  </a:cubicBezTo>
                  <a:cubicBezTo>
                    <a:pt x="29" y="0"/>
                    <a:pt x="39" y="2"/>
                    <a:pt x="4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 name="Freeform 222">
              <a:extLst>
                <a:ext uri="{FF2B5EF4-FFF2-40B4-BE49-F238E27FC236}">
                  <a16:creationId xmlns:a16="http://schemas.microsoft.com/office/drawing/2014/main" id="{0482F634-6068-9866-97C3-9FE5DCF65956}"/>
                </a:ext>
              </a:extLst>
            </p:cNvPr>
            <p:cNvSpPr>
              <a:spLocks/>
            </p:cNvSpPr>
            <p:nvPr/>
          </p:nvSpPr>
          <p:spPr bwMode="auto">
            <a:xfrm rot="5094805">
              <a:off x="76499" y="4009666"/>
              <a:ext cx="98254" cy="47984"/>
            </a:xfrm>
            <a:custGeom>
              <a:avLst/>
              <a:gdLst>
                <a:gd name="T0" fmla="*/ 0 w 40"/>
                <a:gd name="T1" fmla="*/ 11 h 19"/>
                <a:gd name="T2" fmla="*/ 19 w 40"/>
                <a:gd name="T3" fmla="*/ 1 h 19"/>
                <a:gd name="T4" fmla="*/ 39 w 40"/>
                <a:gd name="T5" fmla="*/ 9 h 19"/>
                <a:gd name="T6" fmla="*/ 21 w 40"/>
                <a:gd name="T7" fmla="*/ 19 h 19"/>
                <a:gd name="T8" fmla="*/ 0 w 40"/>
                <a:gd name="T9" fmla="*/ 11 h 19"/>
              </a:gdLst>
              <a:ahLst/>
              <a:cxnLst>
                <a:cxn ang="0">
                  <a:pos x="T0" y="T1"/>
                </a:cxn>
                <a:cxn ang="0">
                  <a:pos x="T2" y="T3"/>
                </a:cxn>
                <a:cxn ang="0">
                  <a:pos x="T4" y="T5"/>
                </a:cxn>
                <a:cxn ang="0">
                  <a:pos x="T6" y="T7"/>
                </a:cxn>
                <a:cxn ang="0">
                  <a:pos x="T8" y="T9"/>
                </a:cxn>
              </a:cxnLst>
              <a:rect l="0" t="0" r="r" b="b"/>
              <a:pathLst>
                <a:path w="40" h="19">
                  <a:moveTo>
                    <a:pt x="0" y="11"/>
                  </a:moveTo>
                  <a:cubicBezTo>
                    <a:pt x="0" y="6"/>
                    <a:pt x="8" y="2"/>
                    <a:pt x="19" y="1"/>
                  </a:cubicBezTo>
                  <a:cubicBezTo>
                    <a:pt x="30" y="0"/>
                    <a:pt x="39" y="4"/>
                    <a:pt x="39" y="9"/>
                  </a:cubicBezTo>
                  <a:cubicBezTo>
                    <a:pt x="40" y="14"/>
                    <a:pt x="31" y="18"/>
                    <a:pt x="21" y="19"/>
                  </a:cubicBezTo>
                  <a:cubicBezTo>
                    <a:pt x="10" y="19"/>
                    <a:pt x="1" y="16"/>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 name="Freeform 223">
              <a:extLst>
                <a:ext uri="{FF2B5EF4-FFF2-40B4-BE49-F238E27FC236}">
                  <a16:creationId xmlns:a16="http://schemas.microsoft.com/office/drawing/2014/main" id="{34D7F2DE-5D84-F8C8-C794-BCE1137EE721}"/>
                </a:ext>
              </a:extLst>
            </p:cNvPr>
            <p:cNvSpPr>
              <a:spLocks/>
            </p:cNvSpPr>
            <p:nvPr/>
          </p:nvSpPr>
          <p:spPr bwMode="auto">
            <a:xfrm rot="5094805">
              <a:off x="94743" y="4199295"/>
              <a:ext cx="105109" cy="52554"/>
            </a:xfrm>
            <a:custGeom>
              <a:avLst/>
              <a:gdLst>
                <a:gd name="T0" fmla="*/ 41 w 42"/>
                <a:gd name="T1" fmla="*/ 11 h 21"/>
                <a:gd name="T2" fmla="*/ 23 w 42"/>
                <a:gd name="T3" fmla="*/ 21 h 21"/>
                <a:gd name="T4" fmla="*/ 2 w 42"/>
                <a:gd name="T5" fmla="*/ 11 h 21"/>
                <a:gd name="T6" fmla="*/ 19 w 42"/>
                <a:gd name="T7" fmla="*/ 0 h 21"/>
                <a:gd name="T8" fmla="*/ 41 w 42"/>
                <a:gd name="T9" fmla="*/ 11 h 21"/>
              </a:gdLst>
              <a:ahLst/>
              <a:cxnLst>
                <a:cxn ang="0">
                  <a:pos x="T0" y="T1"/>
                </a:cxn>
                <a:cxn ang="0">
                  <a:pos x="T2" y="T3"/>
                </a:cxn>
                <a:cxn ang="0">
                  <a:pos x="T4" y="T5"/>
                </a:cxn>
                <a:cxn ang="0">
                  <a:pos x="T6" y="T7"/>
                </a:cxn>
                <a:cxn ang="0">
                  <a:pos x="T8" y="T9"/>
                </a:cxn>
              </a:cxnLst>
              <a:rect l="0" t="0" r="r" b="b"/>
              <a:pathLst>
                <a:path w="42" h="21">
                  <a:moveTo>
                    <a:pt x="41" y="11"/>
                  </a:moveTo>
                  <a:cubicBezTo>
                    <a:pt x="42" y="17"/>
                    <a:pt x="34" y="21"/>
                    <a:pt x="23" y="21"/>
                  </a:cubicBezTo>
                  <a:cubicBezTo>
                    <a:pt x="13" y="20"/>
                    <a:pt x="4" y="16"/>
                    <a:pt x="2" y="11"/>
                  </a:cubicBezTo>
                  <a:cubicBezTo>
                    <a:pt x="0" y="5"/>
                    <a:pt x="8" y="0"/>
                    <a:pt x="19" y="0"/>
                  </a:cubicBezTo>
                  <a:cubicBezTo>
                    <a:pt x="29" y="0"/>
                    <a:pt x="40" y="5"/>
                    <a:pt x="4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 name="Freeform 224">
              <a:extLst>
                <a:ext uri="{FF2B5EF4-FFF2-40B4-BE49-F238E27FC236}">
                  <a16:creationId xmlns:a16="http://schemas.microsoft.com/office/drawing/2014/main" id="{C62C94DD-66B9-74C6-D4F9-E1E95922911D}"/>
                </a:ext>
              </a:extLst>
            </p:cNvPr>
            <p:cNvSpPr>
              <a:spLocks/>
            </p:cNvSpPr>
            <p:nvPr/>
          </p:nvSpPr>
          <p:spPr bwMode="auto">
            <a:xfrm rot="5094805">
              <a:off x="105144" y="4386709"/>
              <a:ext cx="100539" cy="66264"/>
            </a:xfrm>
            <a:custGeom>
              <a:avLst/>
              <a:gdLst>
                <a:gd name="T0" fmla="*/ 41 w 41"/>
                <a:gd name="T1" fmla="*/ 15 h 27"/>
                <a:gd name="T2" fmla="*/ 22 w 41"/>
                <a:gd name="T3" fmla="*/ 25 h 27"/>
                <a:gd name="T4" fmla="*/ 2 w 41"/>
                <a:gd name="T5" fmla="*/ 12 h 27"/>
                <a:gd name="T6" fmla="*/ 19 w 41"/>
                <a:gd name="T7" fmla="*/ 1 h 27"/>
                <a:gd name="T8" fmla="*/ 41 w 41"/>
                <a:gd name="T9" fmla="*/ 15 h 27"/>
              </a:gdLst>
              <a:ahLst/>
              <a:cxnLst>
                <a:cxn ang="0">
                  <a:pos x="T0" y="T1"/>
                </a:cxn>
                <a:cxn ang="0">
                  <a:pos x="T2" y="T3"/>
                </a:cxn>
                <a:cxn ang="0">
                  <a:pos x="T4" y="T5"/>
                </a:cxn>
                <a:cxn ang="0">
                  <a:pos x="T6" y="T7"/>
                </a:cxn>
                <a:cxn ang="0">
                  <a:pos x="T8" y="T9"/>
                </a:cxn>
              </a:cxnLst>
              <a:rect l="0" t="0" r="r" b="b"/>
              <a:pathLst>
                <a:path w="41" h="27">
                  <a:moveTo>
                    <a:pt x="41" y="15"/>
                  </a:moveTo>
                  <a:cubicBezTo>
                    <a:pt x="41" y="22"/>
                    <a:pt x="33" y="27"/>
                    <a:pt x="22" y="25"/>
                  </a:cubicBezTo>
                  <a:cubicBezTo>
                    <a:pt x="11" y="24"/>
                    <a:pt x="3" y="18"/>
                    <a:pt x="2" y="12"/>
                  </a:cubicBezTo>
                  <a:cubicBezTo>
                    <a:pt x="0" y="5"/>
                    <a:pt x="8" y="0"/>
                    <a:pt x="19" y="1"/>
                  </a:cubicBezTo>
                  <a:cubicBezTo>
                    <a:pt x="30" y="2"/>
                    <a:pt x="40" y="8"/>
                    <a:pt x="4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 name="Freeform 225">
              <a:extLst>
                <a:ext uri="{FF2B5EF4-FFF2-40B4-BE49-F238E27FC236}">
                  <a16:creationId xmlns:a16="http://schemas.microsoft.com/office/drawing/2014/main" id="{37F47CC4-6572-088F-2BD7-33623D52DDF3}"/>
                </a:ext>
              </a:extLst>
            </p:cNvPr>
            <p:cNvSpPr>
              <a:spLocks/>
            </p:cNvSpPr>
            <p:nvPr/>
          </p:nvSpPr>
          <p:spPr bwMode="auto">
            <a:xfrm rot="5094805">
              <a:off x="101880" y="4577420"/>
              <a:ext cx="100539" cy="75404"/>
            </a:xfrm>
            <a:custGeom>
              <a:avLst/>
              <a:gdLst>
                <a:gd name="T0" fmla="*/ 40 w 41"/>
                <a:gd name="T1" fmla="*/ 18 h 31"/>
                <a:gd name="T2" fmla="*/ 22 w 41"/>
                <a:gd name="T3" fmla="*/ 29 h 31"/>
                <a:gd name="T4" fmla="*/ 1 w 41"/>
                <a:gd name="T5" fmla="*/ 13 h 31"/>
                <a:gd name="T6" fmla="*/ 18 w 41"/>
                <a:gd name="T7" fmla="*/ 1 h 31"/>
                <a:gd name="T8" fmla="*/ 40 w 41"/>
                <a:gd name="T9" fmla="*/ 18 h 31"/>
              </a:gdLst>
              <a:ahLst/>
              <a:cxnLst>
                <a:cxn ang="0">
                  <a:pos x="T0" y="T1"/>
                </a:cxn>
                <a:cxn ang="0">
                  <a:pos x="T2" y="T3"/>
                </a:cxn>
                <a:cxn ang="0">
                  <a:pos x="T4" y="T5"/>
                </a:cxn>
                <a:cxn ang="0">
                  <a:pos x="T6" y="T7"/>
                </a:cxn>
                <a:cxn ang="0">
                  <a:pos x="T8" y="T9"/>
                </a:cxn>
              </a:cxnLst>
              <a:rect l="0" t="0" r="r" b="b"/>
              <a:pathLst>
                <a:path w="41" h="31">
                  <a:moveTo>
                    <a:pt x="40" y="18"/>
                  </a:moveTo>
                  <a:cubicBezTo>
                    <a:pt x="41" y="26"/>
                    <a:pt x="33" y="31"/>
                    <a:pt x="22" y="29"/>
                  </a:cubicBezTo>
                  <a:cubicBezTo>
                    <a:pt x="12" y="27"/>
                    <a:pt x="3" y="20"/>
                    <a:pt x="1" y="13"/>
                  </a:cubicBezTo>
                  <a:cubicBezTo>
                    <a:pt x="0" y="5"/>
                    <a:pt x="7" y="0"/>
                    <a:pt x="18" y="1"/>
                  </a:cubicBezTo>
                  <a:cubicBezTo>
                    <a:pt x="29" y="2"/>
                    <a:pt x="39" y="9"/>
                    <a:pt x="4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 name="Freeform 226">
              <a:extLst>
                <a:ext uri="{FF2B5EF4-FFF2-40B4-BE49-F238E27FC236}">
                  <a16:creationId xmlns:a16="http://schemas.microsoft.com/office/drawing/2014/main" id="{E0BFE93F-BBCB-F330-6DFB-68BA85FBC6E1}"/>
                </a:ext>
              </a:extLst>
            </p:cNvPr>
            <p:cNvSpPr>
              <a:spLocks/>
            </p:cNvSpPr>
            <p:nvPr/>
          </p:nvSpPr>
          <p:spPr bwMode="auto">
            <a:xfrm rot="5094805">
              <a:off x="93023" y="4767390"/>
              <a:ext cx="102824" cy="89114"/>
            </a:xfrm>
            <a:custGeom>
              <a:avLst/>
              <a:gdLst>
                <a:gd name="T0" fmla="*/ 1 w 41"/>
                <a:gd name="T1" fmla="*/ 15 h 36"/>
                <a:gd name="T2" fmla="*/ 19 w 41"/>
                <a:gd name="T3" fmla="*/ 2 h 36"/>
                <a:gd name="T4" fmla="*/ 40 w 41"/>
                <a:gd name="T5" fmla="*/ 21 h 36"/>
                <a:gd name="T6" fmla="*/ 23 w 41"/>
                <a:gd name="T7" fmla="*/ 34 h 36"/>
                <a:gd name="T8" fmla="*/ 1 w 41"/>
                <a:gd name="T9" fmla="*/ 15 h 36"/>
              </a:gdLst>
              <a:ahLst/>
              <a:cxnLst>
                <a:cxn ang="0">
                  <a:pos x="T0" y="T1"/>
                </a:cxn>
                <a:cxn ang="0">
                  <a:pos x="T2" y="T3"/>
                </a:cxn>
                <a:cxn ang="0">
                  <a:pos x="T4" y="T5"/>
                </a:cxn>
                <a:cxn ang="0">
                  <a:pos x="T6" y="T7"/>
                </a:cxn>
                <a:cxn ang="0">
                  <a:pos x="T8" y="T9"/>
                </a:cxn>
              </a:cxnLst>
              <a:rect l="0" t="0" r="r" b="b"/>
              <a:pathLst>
                <a:path w="41" h="36">
                  <a:moveTo>
                    <a:pt x="1" y="15"/>
                  </a:moveTo>
                  <a:cubicBezTo>
                    <a:pt x="0" y="6"/>
                    <a:pt x="8" y="0"/>
                    <a:pt x="19" y="2"/>
                  </a:cubicBezTo>
                  <a:cubicBezTo>
                    <a:pt x="30" y="3"/>
                    <a:pt x="39" y="12"/>
                    <a:pt x="40" y="21"/>
                  </a:cubicBezTo>
                  <a:cubicBezTo>
                    <a:pt x="41" y="30"/>
                    <a:pt x="33" y="36"/>
                    <a:pt x="23" y="34"/>
                  </a:cubicBezTo>
                  <a:cubicBezTo>
                    <a:pt x="12" y="32"/>
                    <a:pt x="2" y="23"/>
                    <a:pt x="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 name="Freeform 254">
              <a:extLst>
                <a:ext uri="{FF2B5EF4-FFF2-40B4-BE49-F238E27FC236}">
                  <a16:creationId xmlns:a16="http://schemas.microsoft.com/office/drawing/2014/main" id="{9716894A-BC92-4DB2-FD97-E4E381861260}"/>
                </a:ext>
              </a:extLst>
            </p:cNvPr>
            <p:cNvSpPr>
              <a:spLocks/>
            </p:cNvSpPr>
            <p:nvPr/>
          </p:nvSpPr>
          <p:spPr bwMode="auto">
            <a:xfrm rot="5094805">
              <a:off x="-45834" y="3339100"/>
              <a:ext cx="100539" cy="31990"/>
            </a:xfrm>
            <a:custGeom>
              <a:avLst/>
              <a:gdLst>
                <a:gd name="T0" fmla="*/ 19 w 41"/>
                <a:gd name="T1" fmla="*/ 2 h 13"/>
                <a:gd name="T2" fmla="*/ 40 w 41"/>
                <a:gd name="T3" fmla="*/ 3 h 13"/>
                <a:gd name="T4" fmla="*/ 22 w 41"/>
                <a:gd name="T5" fmla="*/ 11 h 13"/>
                <a:gd name="T6" fmla="*/ 1 w 41"/>
                <a:gd name="T7" fmla="*/ 9 h 13"/>
                <a:gd name="T8" fmla="*/ 19 w 41"/>
                <a:gd name="T9" fmla="*/ 2 h 13"/>
              </a:gdLst>
              <a:ahLst/>
              <a:cxnLst>
                <a:cxn ang="0">
                  <a:pos x="T0" y="T1"/>
                </a:cxn>
                <a:cxn ang="0">
                  <a:pos x="T2" y="T3"/>
                </a:cxn>
                <a:cxn ang="0">
                  <a:pos x="T4" y="T5"/>
                </a:cxn>
                <a:cxn ang="0">
                  <a:pos x="T6" y="T7"/>
                </a:cxn>
                <a:cxn ang="0">
                  <a:pos x="T8" y="T9"/>
                </a:cxn>
              </a:cxnLst>
              <a:rect l="0" t="0" r="r" b="b"/>
              <a:pathLst>
                <a:path w="41" h="13">
                  <a:moveTo>
                    <a:pt x="19" y="2"/>
                  </a:moveTo>
                  <a:cubicBezTo>
                    <a:pt x="30" y="0"/>
                    <a:pt x="39" y="0"/>
                    <a:pt x="40" y="3"/>
                  </a:cubicBezTo>
                  <a:cubicBezTo>
                    <a:pt x="41" y="6"/>
                    <a:pt x="33" y="9"/>
                    <a:pt x="22" y="11"/>
                  </a:cubicBezTo>
                  <a:cubicBezTo>
                    <a:pt x="12" y="13"/>
                    <a:pt x="3" y="12"/>
                    <a:pt x="1" y="9"/>
                  </a:cubicBezTo>
                  <a:cubicBezTo>
                    <a:pt x="0" y="7"/>
                    <a:pt x="8" y="3"/>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 name="Freeform 255">
              <a:extLst>
                <a:ext uri="{FF2B5EF4-FFF2-40B4-BE49-F238E27FC236}">
                  <a16:creationId xmlns:a16="http://schemas.microsoft.com/office/drawing/2014/main" id="{07AE5A30-BAC7-6B78-90ED-8AC295F08423}"/>
                </a:ext>
              </a:extLst>
            </p:cNvPr>
            <p:cNvSpPr>
              <a:spLocks/>
            </p:cNvSpPr>
            <p:nvPr/>
          </p:nvSpPr>
          <p:spPr bwMode="auto">
            <a:xfrm rot="5094805">
              <a:off x="3047" y="3525161"/>
              <a:ext cx="100539" cy="36560"/>
            </a:xfrm>
            <a:custGeom>
              <a:avLst/>
              <a:gdLst>
                <a:gd name="T0" fmla="*/ 22 w 41"/>
                <a:gd name="T1" fmla="*/ 13 h 15"/>
                <a:gd name="T2" fmla="*/ 2 w 41"/>
                <a:gd name="T3" fmla="*/ 11 h 15"/>
                <a:gd name="T4" fmla="*/ 20 w 41"/>
                <a:gd name="T5" fmla="*/ 2 h 15"/>
                <a:gd name="T6" fmla="*/ 40 w 41"/>
                <a:gd name="T7" fmla="*/ 4 h 15"/>
                <a:gd name="T8" fmla="*/ 22 w 41"/>
                <a:gd name="T9" fmla="*/ 13 h 15"/>
              </a:gdLst>
              <a:ahLst/>
              <a:cxnLst>
                <a:cxn ang="0">
                  <a:pos x="T0" y="T1"/>
                </a:cxn>
                <a:cxn ang="0">
                  <a:pos x="T2" y="T3"/>
                </a:cxn>
                <a:cxn ang="0">
                  <a:pos x="T4" y="T5"/>
                </a:cxn>
                <a:cxn ang="0">
                  <a:pos x="T6" y="T7"/>
                </a:cxn>
                <a:cxn ang="0">
                  <a:pos x="T8" y="T9"/>
                </a:cxn>
              </a:cxnLst>
              <a:rect l="0" t="0" r="r" b="b"/>
              <a:pathLst>
                <a:path w="41" h="15">
                  <a:moveTo>
                    <a:pt x="22" y="13"/>
                  </a:moveTo>
                  <a:cubicBezTo>
                    <a:pt x="12" y="15"/>
                    <a:pt x="3" y="13"/>
                    <a:pt x="2" y="11"/>
                  </a:cubicBezTo>
                  <a:cubicBezTo>
                    <a:pt x="0" y="8"/>
                    <a:pt x="9" y="4"/>
                    <a:pt x="20" y="2"/>
                  </a:cubicBezTo>
                  <a:cubicBezTo>
                    <a:pt x="30" y="0"/>
                    <a:pt x="39" y="1"/>
                    <a:pt x="40" y="4"/>
                  </a:cubicBezTo>
                  <a:cubicBezTo>
                    <a:pt x="41" y="8"/>
                    <a:pt x="33" y="12"/>
                    <a:pt x="2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 name="Freeform 256">
              <a:extLst>
                <a:ext uri="{FF2B5EF4-FFF2-40B4-BE49-F238E27FC236}">
                  <a16:creationId xmlns:a16="http://schemas.microsoft.com/office/drawing/2014/main" id="{EBBE45BB-FD97-AA0F-58B3-0A91AEE81070}"/>
                </a:ext>
              </a:extLst>
            </p:cNvPr>
            <p:cNvSpPr>
              <a:spLocks/>
            </p:cNvSpPr>
            <p:nvPr/>
          </p:nvSpPr>
          <p:spPr bwMode="auto">
            <a:xfrm rot="5094805">
              <a:off x="48813" y="3717124"/>
              <a:ext cx="102824" cy="36560"/>
            </a:xfrm>
            <a:custGeom>
              <a:avLst/>
              <a:gdLst>
                <a:gd name="T0" fmla="*/ 22 w 41"/>
                <a:gd name="T1" fmla="*/ 14 h 15"/>
                <a:gd name="T2" fmla="*/ 1 w 41"/>
                <a:gd name="T3" fmla="*/ 10 h 15"/>
                <a:gd name="T4" fmla="*/ 19 w 41"/>
                <a:gd name="T5" fmla="*/ 1 h 15"/>
                <a:gd name="T6" fmla="*/ 40 w 41"/>
                <a:gd name="T7" fmla="*/ 5 h 15"/>
                <a:gd name="T8" fmla="*/ 22 w 41"/>
                <a:gd name="T9" fmla="*/ 14 h 15"/>
              </a:gdLst>
              <a:ahLst/>
              <a:cxnLst>
                <a:cxn ang="0">
                  <a:pos x="T0" y="T1"/>
                </a:cxn>
                <a:cxn ang="0">
                  <a:pos x="T2" y="T3"/>
                </a:cxn>
                <a:cxn ang="0">
                  <a:pos x="T4" y="T5"/>
                </a:cxn>
                <a:cxn ang="0">
                  <a:pos x="T6" y="T7"/>
                </a:cxn>
                <a:cxn ang="0">
                  <a:pos x="T8" y="T9"/>
                </a:cxn>
              </a:cxnLst>
              <a:rect l="0" t="0" r="r" b="b"/>
              <a:pathLst>
                <a:path w="41" h="15">
                  <a:moveTo>
                    <a:pt x="22" y="14"/>
                  </a:moveTo>
                  <a:cubicBezTo>
                    <a:pt x="11" y="15"/>
                    <a:pt x="2" y="14"/>
                    <a:pt x="1" y="10"/>
                  </a:cubicBezTo>
                  <a:cubicBezTo>
                    <a:pt x="0" y="7"/>
                    <a:pt x="8" y="3"/>
                    <a:pt x="19" y="1"/>
                  </a:cubicBezTo>
                  <a:cubicBezTo>
                    <a:pt x="29" y="0"/>
                    <a:pt x="38" y="1"/>
                    <a:pt x="40" y="5"/>
                  </a:cubicBezTo>
                  <a:cubicBezTo>
                    <a:pt x="41" y="8"/>
                    <a:pt x="33" y="13"/>
                    <a:pt x="22"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 name="Freeform 257">
              <a:extLst>
                <a:ext uri="{FF2B5EF4-FFF2-40B4-BE49-F238E27FC236}">
                  <a16:creationId xmlns:a16="http://schemas.microsoft.com/office/drawing/2014/main" id="{0112FC41-C6AA-FD77-6241-FD0230BA3BC1}"/>
                </a:ext>
              </a:extLst>
            </p:cNvPr>
            <p:cNvSpPr>
              <a:spLocks/>
            </p:cNvSpPr>
            <p:nvPr/>
          </p:nvSpPr>
          <p:spPr bwMode="auto">
            <a:xfrm rot="5094805">
              <a:off x="94386" y="3904728"/>
              <a:ext cx="100539" cy="41130"/>
            </a:xfrm>
            <a:custGeom>
              <a:avLst/>
              <a:gdLst>
                <a:gd name="T0" fmla="*/ 23 w 41"/>
                <a:gd name="T1" fmla="*/ 16 h 17"/>
                <a:gd name="T2" fmla="*/ 1 w 41"/>
                <a:gd name="T3" fmla="*/ 11 h 17"/>
                <a:gd name="T4" fmla="*/ 18 w 41"/>
                <a:gd name="T5" fmla="*/ 1 h 17"/>
                <a:gd name="T6" fmla="*/ 40 w 41"/>
                <a:gd name="T7" fmla="*/ 6 h 17"/>
                <a:gd name="T8" fmla="*/ 23 w 41"/>
                <a:gd name="T9" fmla="*/ 16 h 17"/>
              </a:gdLst>
              <a:ahLst/>
              <a:cxnLst>
                <a:cxn ang="0">
                  <a:pos x="T0" y="T1"/>
                </a:cxn>
                <a:cxn ang="0">
                  <a:pos x="T2" y="T3"/>
                </a:cxn>
                <a:cxn ang="0">
                  <a:pos x="T4" y="T5"/>
                </a:cxn>
                <a:cxn ang="0">
                  <a:pos x="T6" y="T7"/>
                </a:cxn>
                <a:cxn ang="0">
                  <a:pos x="T8" y="T9"/>
                </a:cxn>
              </a:cxnLst>
              <a:rect l="0" t="0" r="r" b="b"/>
              <a:pathLst>
                <a:path w="41" h="17">
                  <a:moveTo>
                    <a:pt x="23" y="16"/>
                  </a:moveTo>
                  <a:cubicBezTo>
                    <a:pt x="12" y="17"/>
                    <a:pt x="2" y="15"/>
                    <a:pt x="1" y="11"/>
                  </a:cubicBezTo>
                  <a:cubicBezTo>
                    <a:pt x="0" y="7"/>
                    <a:pt x="8" y="3"/>
                    <a:pt x="18" y="1"/>
                  </a:cubicBezTo>
                  <a:cubicBezTo>
                    <a:pt x="30" y="0"/>
                    <a:pt x="39" y="2"/>
                    <a:pt x="40" y="6"/>
                  </a:cubicBezTo>
                  <a:cubicBezTo>
                    <a:pt x="41" y="11"/>
                    <a:pt x="33" y="15"/>
                    <a:pt x="23"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 name="Freeform 258">
              <a:extLst>
                <a:ext uri="{FF2B5EF4-FFF2-40B4-BE49-F238E27FC236}">
                  <a16:creationId xmlns:a16="http://schemas.microsoft.com/office/drawing/2014/main" id="{14835CB4-07EB-2BBE-9FD2-E8A05449A2BD}"/>
                </a:ext>
              </a:extLst>
            </p:cNvPr>
            <p:cNvSpPr>
              <a:spLocks/>
            </p:cNvSpPr>
            <p:nvPr/>
          </p:nvSpPr>
          <p:spPr bwMode="auto">
            <a:xfrm rot="5094805">
              <a:off x="134269" y="4091696"/>
              <a:ext cx="98254" cy="47984"/>
            </a:xfrm>
            <a:custGeom>
              <a:avLst/>
              <a:gdLst>
                <a:gd name="T0" fmla="*/ 18 w 40"/>
                <a:gd name="T1" fmla="*/ 2 h 20"/>
                <a:gd name="T2" fmla="*/ 39 w 40"/>
                <a:gd name="T3" fmla="*/ 9 h 20"/>
                <a:gd name="T4" fmla="*/ 23 w 40"/>
                <a:gd name="T5" fmla="*/ 19 h 20"/>
                <a:gd name="T6" fmla="*/ 1 w 40"/>
                <a:gd name="T7" fmla="*/ 12 h 20"/>
                <a:gd name="T8" fmla="*/ 18 w 40"/>
                <a:gd name="T9" fmla="*/ 2 h 20"/>
              </a:gdLst>
              <a:ahLst/>
              <a:cxnLst>
                <a:cxn ang="0">
                  <a:pos x="T0" y="T1"/>
                </a:cxn>
                <a:cxn ang="0">
                  <a:pos x="T2" y="T3"/>
                </a:cxn>
                <a:cxn ang="0">
                  <a:pos x="T4" y="T5"/>
                </a:cxn>
                <a:cxn ang="0">
                  <a:pos x="T6" y="T7"/>
                </a:cxn>
                <a:cxn ang="0">
                  <a:pos x="T8" y="T9"/>
                </a:cxn>
              </a:cxnLst>
              <a:rect l="0" t="0" r="r" b="b"/>
              <a:pathLst>
                <a:path w="40" h="20">
                  <a:moveTo>
                    <a:pt x="18" y="2"/>
                  </a:moveTo>
                  <a:cubicBezTo>
                    <a:pt x="29" y="0"/>
                    <a:pt x="38" y="4"/>
                    <a:pt x="39" y="9"/>
                  </a:cubicBezTo>
                  <a:cubicBezTo>
                    <a:pt x="40" y="14"/>
                    <a:pt x="33" y="18"/>
                    <a:pt x="23" y="19"/>
                  </a:cubicBezTo>
                  <a:cubicBezTo>
                    <a:pt x="12" y="20"/>
                    <a:pt x="1" y="16"/>
                    <a:pt x="1" y="12"/>
                  </a:cubicBezTo>
                  <a:cubicBezTo>
                    <a:pt x="0" y="7"/>
                    <a:pt x="7"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 name="Freeform 259">
              <a:extLst>
                <a:ext uri="{FF2B5EF4-FFF2-40B4-BE49-F238E27FC236}">
                  <a16:creationId xmlns:a16="http://schemas.microsoft.com/office/drawing/2014/main" id="{973AC12F-F78F-71BD-6A37-E2886779EFA3}"/>
                </a:ext>
              </a:extLst>
            </p:cNvPr>
            <p:cNvSpPr>
              <a:spLocks/>
            </p:cNvSpPr>
            <p:nvPr/>
          </p:nvSpPr>
          <p:spPr bwMode="auto">
            <a:xfrm rot="5094805">
              <a:off x="154797" y="4281326"/>
              <a:ext cx="100539" cy="52554"/>
            </a:xfrm>
            <a:custGeom>
              <a:avLst/>
              <a:gdLst>
                <a:gd name="T0" fmla="*/ 22 w 41"/>
                <a:gd name="T1" fmla="*/ 21 h 22"/>
                <a:gd name="T2" fmla="*/ 1 w 41"/>
                <a:gd name="T3" fmla="*/ 11 h 22"/>
                <a:gd name="T4" fmla="*/ 19 w 41"/>
                <a:gd name="T5" fmla="*/ 0 h 22"/>
                <a:gd name="T6" fmla="*/ 40 w 41"/>
                <a:gd name="T7" fmla="*/ 11 h 22"/>
                <a:gd name="T8" fmla="*/ 22 w 41"/>
                <a:gd name="T9" fmla="*/ 21 h 22"/>
              </a:gdLst>
              <a:ahLst/>
              <a:cxnLst>
                <a:cxn ang="0">
                  <a:pos x="T0" y="T1"/>
                </a:cxn>
                <a:cxn ang="0">
                  <a:pos x="T2" y="T3"/>
                </a:cxn>
                <a:cxn ang="0">
                  <a:pos x="T4" y="T5"/>
                </a:cxn>
                <a:cxn ang="0">
                  <a:pos x="T6" y="T7"/>
                </a:cxn>
                <a:cxn ang="0">
                  <a:pos x="T8" y="T9"/>
                </a:cxn>
              </a:cxnLst>
              <a:rect l="0" t="0" r="r" b="b"/>
              <a:pathLst>
                <a:path w="41" h="22">
                  <a:moveTo>
                    <a:pt x="22" y="21"/>
                  </a:moveTo>
                  <a:cubicBezTo>
                    <a:pt x="12" y="21"/>
                    <a:pt x="2" y="16"/>
                    <a:pt x="1" y="11"/>
                  </a:cubicBezTo>
                  <a:cubicBezTo>
                    <a:pt x="0" y="5"/>
                    <a:pt x="8" y="0"/>
                    <a:pt x="19" y="0"/>
                  </a:cubicBezTo>
                  <a:cubicBezTo>
                    <a:pt x="30" y="0"/>
                    <a:pt x="39" y="5"/>
                    <a:pt x="40" y="11"/>
                  </a:cubicBezTo>
                  <a:cubicBezTo>
                    <a:pt x="41" y="17"/>
                    <a:pt x="33" y="22"/>
                    <a:pt x="2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 name="Freeform 260">
              <a:extLst>
                <a:ext uri="{FF2B5EF4-FFF2-40B4-BE49-F238E27FC236}">
                  <a16:creationId xmlns:a16="http://schemas.microsoft.com/office/drawing/2014/main" id="{7EA8A9FF-9C14-546F-D629-6203DD28A8F8}"/>
                </a:ext>
              </a:extLst>
            </p:cNvPr>
            <p:cNvSpPr>
              <a:spLocks/>
            </p:cNvSpPr>
            <p:nvPr/>
          </p:nvSpPr>
          <p:spPr bwMode="auto">
            <a:xfrm rot="5094805">
              <a:off x="165084" y="4468440"/>
              <a:ext cx="102824" cy="63979"/>
            </a:xfrm>
            <a:custGeom>
              <a:avLst/>
              <a:gdLst>
                <a:gd name="T0" fmla="*/ 23 w 41"/>
                <a:gd name="T1" fmla="*/ 25 h 26"/>
                <a:gd name="T2" fmla="*/ 2 w 41"/>
                <a:gd name="T3" fmla="*/ 12 h 26"/>
                <a:gd name="T4" fmla="*/ 19 w 41"/>
                <a:gd name="T5" fmla="*/ 1 h 26"/>
                <a:gd name="T6" fmla="*/ 41 w 41"/>
                <a:gd name="T7" fmla="*/ 15 h 26"/>
                <a:gd name="T8" fmla="*/ 23 w 41"/>
                <a:gd name="T9" fmla="*/ 25 h 26"/>
              </a:gdLst>
              <a:ahLst/>
              <a:cxnLst>
                <a:cxn ang="0">
                  <a:pos x="T0" y="T1"/>
                </a:cxn>
                <a:cxn ang="0">
                  <a:pos x="T2" y="T3"/>
                </a:cxn>
                <a:cxn ang="0">
                  <a:pos x="T4" y="T5"/>
                </a:cxn>
                <a:cxn ang="0">
                  <a:pos x="T6" y="T7"/>
                </a:cxn>
                <a:cxn ang="0">
                  <a:pos x="T8" y="T9"/>
                </a:cxn>
              </a:cxnLst>
              <a:rect l="0" t="0" r="r" b="b"/>
              <a:pathLst>
                <a:path w="41" h="26">
                  <a:moveTo>
                    <a:pt x="23" y="25"/>
                  </a:moveTo>
                  <a:cubicBezTo>
                    <a:pt x="12" y="24"/>
                    <a:pt x="3" y="19"/>
                    <a:pt x="2" y="12"/>
                  </a:cubicBezTo>
                  <a:cubicBezTo>
                    <a:pt x="0" y="6"/>
                    <a:pt x="8" y="0"/>
                    <a:pt x="19" y="1"/>
                  </a:cubicBezTo>
                  <a:cubicBezTo>
                    <a:pt x="30" y="1"/>
                    <a:pt x="40" y="7"/>
                    <a:pt x="41" y="15"/>
                  </a:cubicBezTo>
                  <a:cubicBezTo>
                    <a:pt x="41" y="22"/>
                    <a:pt x="33" y="26"/>
                    <a:pt x="2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 name="Freeform 261">
              <a:extLst>
                <a:ext uri="{FF2B5EF4-FFF2-40B4-BE49-F238E27FC236}">
                  <a16:creationId xmlns:a16="http://schemas.microsoft.com/office/drawing/2014/main" id="{AC44ED88-14C2-4D1B-5B98-9C7DE841D95E}"/>
                </a:ext>
              </a:extLst>
            </p:cNvPr>
            <p:cNvSpPr>
              <a:spLocks/>
            </p:cNvSpPr>
            <p:nvPr/>
          </p:nvSpPr>
          <p:spPr bwMode="auto">
            <a:xfrm rot="5094805">
              <a:off x="169892" y="4659682"/>
              <a:ext cx="100539" cy="73119"/>
            </a:xfrm>
            <a:custGeom>
              <a:avLst/>
              <a:gdLst>
                <a:gd name="T0" fmla="*/ 23 w 41"/>
                <a:gd name="T1" fmla="*/ 29 h 30"/>
                <a:gd name="T2" fmla="*/ 1 w 41"/>
                <a:gd name="T3" fmla="*/ 12 h 30"/>
                <a:gd name="T4" fmla="*/ 18 w 41"/>
                <a:gd name="T5" fmla="*/ 0 h 30"/>
                <a:gd name="T6" fmla="*/ 40 w 41"/>
                <a:gd name="T7" fmla="*/ 16 h 30"/>
                <a:gd name="T8" fmla="*/ 23 w 41"/>
                <a:gd name="T9" fmla="*/ 29 h 30"/>
              </a:gdLst>
              <a:ahLst/>
              <a:cxnLst>
                <a:cxn ang="0">
                  <a:pos x="T0" y="T1"/>
                </a:cxn>
                <a:cxn ang="0">
                  <a:pos x="T2" y="T3"/>
                </a:cxn>
                <a:cxn ang="0">
                  <a:pos x="T4" y="T5"/>
                </a:cxn>
                <a:cxn ang="0">
                  <a:pos x="T6" y="T7"/>
                </a:cxn>
                <a:cxn ang="0">
                  <a:pos x="T8" y="T9"/>
                </a:cxn>
              </a:cxnLst>
              <a:rect l="0" t="0" r="r" b="b"/>
              <a:pathLst>
                <a:path w="41" h="30">
                  <a:moveTo>
                    <a:pt x="23" y="29"/>
                  </a:moveTo>
                  <a:cubicBezTo>
                    <a:pt x="12" y="28"/>
                    <a:pt x="2" y="20"/>
                    <a:pt x="1" y="12"/>
                  </a:cubicBezTo>
                  <a:cubicBezTo>
                    <a:pt x="0" y="5"/>
                    <a:pt x="8" y="0"/>
                    <a:pt x="18" y="0"/>
                  </a:cubicBezTo>
                  <a:cubicBezTo>
                    <a:pt x="29" y="0"/>
                    <a:pt x="39" y="8"/>
                    <a:pt x="40" y="16"/>
                  </a:cubicBezTo>
                  <a:cubicBezTo>
                    <a:pt x="41" y="24"/>
                    <a:pt x="33" y="30"/>
                    <a:pt x="23"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 name="Freeform 262">
              <a:extLst>
                <a:ext uri="{FF2B5EF4-FFF2-40B4-BE49-F238E27FC236}">
                  <a16:creationId xmlns:a16="http://schemas.microsoft.com/office/drawing/2014/main" id="{E3408731-C127-9200-868A-78CFD1BA5537}"/>
                </a:ext>
              </a:extLst>
            </p:cNvPr>
            <p:cNvSpPr>
              <a:spLocks/>
            </p:cNvSpPr>
            <p:nvPr/>
          </p:nvSpPr>
          <p:spPr bwMode="auto">
            <a:xfrm rot="5094805">
              <a:off x="169839" y="4844386"/>
              <a:ext cx="100539" cy="89114"/>
            </a:xfrm>
            <a:custGeom>
              <a:avLst/>
              <a:gdLst>
                <a:gd name="T0" fmla="*/ 23 w 41"/>
                <a:gd name="T1" fmla="*/ 34 h 36"/>
                <a:gd name="T2" fmla="*/ 2 w 41"/>
                <a:gd name="T3" fmla="*/ 16 h 36"/>
                <a:gd name="T4" fmla="*/ 19 w 41"/>
                <a:gd name="T5" fmla="*/ 1 h 36"/>
                <a:gd name="T6" fmla="*/ 40 w 41"/>
                <a:gd name="T7" fmla="*/ 20 h 36"/>
                <a:gd name="T8" fmla="*/ 23 w 41"/>
                <a:gd name="T9" fmla="*/ 34 h 36"/>
              </a:gdLst>
              <a:ahLst/>
              <a:cxnLst>
                <a:cxn ang="0">
                  <a:pos x="T0" y="T1"/>
                </a:cxn>
                <a:cxn ang="0">
                  <a:pos x="T2" y="T3"/>
                </a:cxn>
                <a:cxn ang="0">
                  <a:pos x="T4" y="T5"/>
                </a:cxn>
                <a:cxn ang="0">
                  <a:pos x="T6" y="T7"/>
                </a:cxn>
                <a:cxn ang="0">
                  <a:pos x="T8" y="T9"/>
                </a:cxn>
              </a:cxnLst>
              <a:rect l="0" t="0" r="r" b="b"/>
              <a:pathLst>
                <a:path w="41" h="36">
                  <a:moveTo>
                    <a:pt x="23" y="34"/>
                  </a:moveTo>
                  <a:cubicBezTo>
                    <a:pt x="13" y="33"/>
                    <a:pt x="3" y="25"/>
                    <a:pt x="2" y="16"/>
                  </a:cubicBezTo>
                  <a:cubicBezTo>
                    <a:pt x="0" y="7"/>
                    <a:pt x="8" y="0"/>
                    <a:pt x="19" y="1"/>
                  </a:cubicBezTo>
                  <a:cubicBezTo>
                    <a:pt x="30" y="2"/>
                    <a:pt x="40" y="11"/>
                    <a:pt x="40" y="20"/>
                  </a:cubicBezTo>
                  <a:cubicBezTo>
                    <a:pt x="41" y="29"/>
                    <a:pt x="33" y="36"/>
                    <a:pt x="23"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 name="Freeform 263">
              <a:extLst>
                <a:ext uri="{FF2B5EF4-FFF2-40B4-BE49-F238E27FC236}">
                  <a16:creationId xmlns:a16="http://schemas.microsoft.com/office/drawing/2014/main" id="{57DF520B-9E33-A65C-33F8-3A7AC1D5ADBF}"/>
                </a:ext>
              </a:extLst>
            </p:cNvPr>
            <p:cNvSpPr>
              <a:spLocks/>
            </p:cNvSpPr>
            <p:nvPr/>
          </p:nvSpPr>
          <p:spPr bwMode="auto">
            <a:xfrm rot="5094805">
              <a:off x="164396" y="5037479"/>
              <a:ext cx="102824" cy="95969"/>
            </a:xfrm>
            <a:custGeom>
              <a:avLst/>
              <a:gdLst>
                <a:gd name="T0" fmla="*/ 23 w 41"/>
                <a:gd name="T1" fmla="*/ 38 h 39"/>
                <a:gd name="T2" fmla="*/ 1 w 41"/>
                <a:gd name="T3" fmla="*/ 17 h 39"/>
                <a:gd name="T4" fmla="*/ 17 w 41"/>
                <a:gd name="T5" fmla="*/ 0 h 39"/>
                <a:gd name="T6" fmla="*/ 40 w 41"/>
                <a:gd name="T7" fmla="*/ 21 h 39"/>
                <a:gd name="T8" fmla="*/ 23 w 41"/>
                <a:gd name="T9" fmla="*/ 38 h 39"/>
              </a:gdLst>
              <a:ahLst/>
              <a:cxnLst>
                <a:cxn ang="0">
                  <a:pos x="T0" y="T1"/>
                </a:cxn>
                <a:cxn ang="0">
                  <a:pos x="T2" y="T3"/>
                </a:cxn>
                <a:cxn ang="0">
                  <a:pos x="T4" y="T5"/>
                </a:cxn>
                <a:cxn ang="0">
                  <a:pos x="T6" y="T7"/>
                </a:cxn>
                <a:cxn ang="0">
                  <a:pos x="T8" y="T9"/>
                </a:cxn>
              </a:cxnLst>
              <a:rect l="0" t="0" r="r" b="b"/>
              <a:pathLst>
                <a:path w="41" h="39">
                  <a:moveTo>
                    <a:pt x="23" y="38"/>
                  </a:moveTo>
                  <a:cubicBezTo>
                    <a:pt x="12" y="36"/>
                    <a:pt x="2" y="27"/>
                    <a:pt x="1" y="17"/>
                  </a:cubicBezTo>
                  <a:cubicBezTo>
                    <a:pt x="0" y="7"/>
                    <a:pt x="7" y="0"/>
                    <a:pt x="17" y="0"/>
                  </a:cubicBezTo>
                  <a:cubicBezTo>
                    <a:pt x="29" y="1"/>
                    <a:pt x="38" y="10"/>
                    <a:pt x="40" y="21"/>
                  </a:cubicBezTo>
                  <a:cubicBezTo>
                    <a:pt x="41" y="31"/>
                    <a:pt x="34" y="39"/>
                    <a:pt x="23"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 name="Freeform 264">
              <a:extLst>
                <a:ext uri="{FF2B5EF4-FFF2-40B4-BE49-F238E27FC236}">
                  <a16:creationId xmlns:a16="http://schemas.microsoft.com/office/drawing/2014/main" id="{B23E3C3A-A3B7-E42D-5FF0-8EDF8AA2A121}"/>
                </a:ext>
              </a:extLst>
            </p:cNvPr>
            <p:cNvSpPr>
              <a:spLocks/>
            </p:cNvSpPr>
            <p:nvPr/>
          </p:nvSpPr>
          <p:spPr bwMode="auto">
            <a:xfrm rot="5094805">
              <a:off x="163409" y="5225703"/>
              <a:ext cx="102824" cy="109679"/>
            </a:xfrm>
            <a:custGeom>
              <a:avLst/>
              <a:gdLst>
                <a:gd name="T0" fmla="*/ 23 w 42"/>
                <a:gd name="T1" fmla="*/ 42 h 44"/>
                <a:gd name="T2" fmla="*/ 1 w 42"/>
                <a:gd name="T3" fmla="*/ 20 h 44"/>
                <a:gd name="T4" fmla="*/ 19 w 42"/>
                <a:gd name="T5" fmla="*/ 1 h 44"/>
                <a:gd name="T6" fmla="*/ 40 w 42"/>
                <a:gd name="T7" fmla="*/ 23 h 44"/>
                <a:gd name="T8" fmla="*/ 23 w 42"/>
                <a:gd name="T9" fmla="*/ 42 h 44"/>
              </a:gdLst>
              <a:ahLst/>
              <a:cxnLst>
                <a:cxn ang="0">
                  <a:pos x="T0" y="T1"/>
                </a:cxn>
                <a:cxn ang="0">
                  <a:pos x="T2" y="T3"/>
                </a:cxn>
                <a:cxn ang="0">
                  <a:pos x="T4" y="T5"/>
                </a:cxn>
                <a:cxn ang="0">
                  <a:pos x="T6" y="T7"/>
                </a:cxn>
                <a:cxn ang="0">
                  <a:pos x="T8" y="T9"/>
                </a:cxn>
              </a:cxnLst>
              <a:rect l="0" t="0" r="r" b="b"/>
              <a:pathLst>
                <a:path w="42" h="44">
                  <a:moveTo>
                    <a:pt x="23" y="42"/>
                  </a:moveTo>
                  <a:cubicBezTo>
                    <a:pt x="12" y="41"/>
                    <a:pt x="3" y="31"/>
                    <a:pt x="1" y="20"/>
                  </a:cubicBezTo>
                  <a:cubicBezTo>
                    <a:pt x="0" y="8"/>
                    <a:pt x="8" y="0"/>
                    <a:pt x="19" y="1"/>
                  </a:cubicBezTo>
                  <a:cubicBezTo>
                    <a:pt x="30" y="2"/>
                    <a:pt x="39" y="11"/>
                    <a:pt x="40" y="23"/>
                  </a:cubicBezTo>
                  <a:cubicBezTo>
                    <a:pt x="42" y="35"/>
                    <a:pt x="34" y="44"/>
                    <a:pt x="2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 name="Freeform 265">
              <a:extLst>
                <a:ext uri="{FF2B5EF4-FFF2-40B4-BE49-F238E27FC236}">
                  <a16:creationId xmlns:a16="http://schemas.microsoft.com/office/drawing/2014/main" id="{75BBF1AE-B247-81C9-0445-1E9854A4AFDB}"/>
                </a:ext>
              </a:extLst>
            </p:cNvPr>
            <p:cNvSpPr>
              <a:spLocks/>
            </p:cNvSpPr>
            <p:nvPr/>
          </p:nvSpPr>
          <p:spPr bwMode="auto">
            <a:xfrm rot="5094805">
              <a:off x="166770" y="5413531"/>
              <a:ext cx="102824" cy="118819"/>
            </a:xfrm>
            <a:custGeom>
              <a:avLst/>
              <a:gdLst>
                <a:gd name="T0" fmla="*/ 20 w 42"/>
                <a:gd name="T1" fmla="*/ 1 h 48"/>
                <a:gd name="T2" fmla="*/ 41 w 42"/>
                <a:gd name="T3" fmla="*/ 25 h 48"/>
                <a:gd name="T4" fmla="*/ 23 w 42"/>
                <a:gd name="T5" fmla="*/ 47 h 48"/>
                <a:gd name="T6" fmla="*/ 2 w 42"/>
                <a:gd name="T7" fmla="*/ 22 h 48"/>
                <a:gd name="T8" fmla="*/ 20 w 42"/>
                <a:gd name="T9" fmla="*/ 1 h 48"/>
              </a:gdLst>
              <a:ahLst/>
              <a:cxnLst>
                <a:cxn ang="0">
                  <a:pos x="T0" y="T1"/>
                </a:cxn>
                <a:cxn ang="0">
                  <a:pos x="T2" y="T3"/>
                </a:cxn>
                <a:cxn ang="0">
                  <a:pos x="T4" y="T5"/>
                </a:cxn>
                <a:cxn ang="0">
                  <a:pos x="T6" y="T7"/>
                </a:cxn>
                <a:cxn ang="0">
                  <a:pos x="T8" y="T9"/>
                </a:cxn>
              </a:cxnLst>
              <a:rect l="0" t="0" r="r" b="b"/>
              <a:pathLst>
                <a:path w="42" h="48">
                  <a:moveTo>
                    <a:pt x="20" y="1"/>
                  </a:moveTo>
                  <a:cubicBezTo>
                    <a:pt x="30" y="2"/>
                    <a:pt x="39" y="12"/>
                    <a:pt x="41" y="25"/>
                  </a:cubicBezTo>
                  <a:cubicBezTo>
                    <a:pt x="42" y="38"/>
                    <a:pt x="34" y="48"/>
                    <a:pt x="23" y="47"/>
                  </a:cubicBezTo>
                  <a:cubicBezTo>
                    <a:pt x="13" y="45"/>
                    <a:pt x="3" y="34"/>
                    <a:pt x="2" y="22"/>
                  </a:cubicBezTo>
                  <a:cubicBezTo>
                    <a:pt x="0" y="10"/>
                    <a:pt x="9"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 name="Freeform 266">
              <a:extLst>
                <a:ext uri="{FF2B5EF4-FFF2-40B4-BE49-F238E27FC236}">
                  <a16:creationId xmlns:a16="http://schemas.microsoft.com/office/drawing/2014/main" id="{A845B521-054D-2FF0-78D0-FB36AAB20D14}"/>
                </a:ext>
              </a:extLst>
            </p:cNvPr>
            <p:cNvSpPr>
              <a:spLocks/>
            </p:cNvSpPr>
            <p:nvPr/>
          </p:nvSpPr>
          <p:spPr bwMode="auto">
            <a:xfrm rot="5094805">
              <a:off x="172610" y="5605717"/>
              <a:ext cx="102824" cy="123389"/>
            </a:xfrm>
            <a:custGeom>
              <a:avLst/>
              <a:gdLst>
                <a:gd name="T0" fmla="*/ 23 w 41"/>
                <a:gd name="T1" fmla="*/ 50 h 50"/>
                <a:gd name="T2" fmla="*/ 1 w 41"/>
                <a:gd name="T3" fmla="*/ 25 h 50"/>
                <a:gd name="T4" fmla="*/ 18 w 41"/>
                <a:gd name="T5" fmla="*/ 0 h 50"/>
                <a:gd name="T6" fmla="*/ 40 w 41"/>
                <a:gd name="T7" fmla="*/ 26 h 50"/>
                <a:gd name="T8" fmla="*/ 23 w 41"/>
                <a:gd name="T9" fmla="*/ 50 h 50"/>
              </a:gdLst>
              <a:ahLst/>
              <a:cxnLst>
                <a:cxn ang="0">
                  <a:pos x="T0" y="T1"/>
                </a:cxn>
                <a:cxn ang="0">
                  <a:pos x="T2" y="T3"/>
                </a:cxn>
                <a:cxn ang="0">
                  <a:pos x="T4" y="T5"/>
                </a:cxn>
                <a:cxn ang="0">
                  <a:pos x="T6" y="T7"/>
                </a:cxn>
                <a:cxn ang="0">
                  <a:pos x="T8" y="T9"/>
                </a:cxn>
              </a:cxnLst>
              <a:rect l="0" t="0" r="r" b="b"/>
              <a:pathLst>
                <a:path w="41" h="50">
                  <a:moveTo>
                    <a:pt x="23" y="50"/>
                  </a:moveTo>
                  <a:cubicBezTo>
                    <a:pt x="13" y="49"/>
                    <a:pt x="3" y="38"/>
                    <a:pt x="1" y="25"/>
                  </a:cubicBezTo>
                  <a:cubicBezTo>
                    <a:pt x="0" y="11"/>
                    <a:pt x="7" y="0"/>
                    <a:pt x="18" y="0"/>
                  </a:cubicBezTo>
                  <a:cubicBezTo>
                    <a:pt x="29" y="0"/>
                    <a:pt x="39" y="12"/>
                    <a:pt x="40" y="26"/>
                  </a:cubicBezTo>
                  <a:cubicBezTo>
                    <a:pt x="41" y="40"/>
                    <a:pt x="33" y="50"/>
                    <a:pt x="23"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 name="Freeform 267">
              <a:extLst>
                <a:ext uri="{FF2B5EF4-FFF2-40B4-BE49-F238E27FC236}">
                  <a16:creationId xmlns:a16="http://schemas.microsoft.com/office/drawing/2014/main" id="{67FE0B49-133B-1BC4-9481-316677A7C73E}"/>
                </a:ext>
              </a:extLst>
            </p:cNvPr>
            <p:cNvSpPr>
              <a:spLocks/>
            </p:cNvSpPr>
            <p:nvPr/>
          </p:nvSpPr>
          <p:spPr bwMode="auto">
            <a:xfrm rot="5094805">
              <a:off x="189936" y="5796987"/>
              <a:ext cx="100539" cy="130244"/>
            </a:xfrm>
            <a:custGeom>
              <a:avLst/>
              <a:gdLst>
                <a:gd name="T0" fmla="*/ 23 w 41"/>
                <a:gd name="T1" fmla="*/ 53 h 53"/>
                <a:gd name="T2" fmla="*/ 1 w 41"/>
                <a:gd name="T3" fmla="*/ 26 h 53"/>
                <a:gd name="T4" fmla="*/ 17 w 41"/>
                <a:gd name="T5" fmla="*/ 0 h 53"/>
                <a:gd name="T6" fmla="*/ 39 w 41"/>
                <a:gd name="T7" fmla="*/ 27 h 53"/>
                <a:gd name="T8" fmla="*/ 23 w 41"/>
                <a:gd name="T9" fmla="*/ 53 h 53"/>
              </a:gdLst>
              <a:ahLst/>
              <a:cxnLst>
                <a:cxn ang="0">
                  <a:pos x="T0" y="T1"/>
                </a:cxn>
                <a:cxn ang="0">
                  <a:pos x="T2" y="T3"/>
                </a:cxn>
                <a:cxn ang="0">
                  <a:pos x="T4" y="T5"/>
                </a:cxn>
                <a:cxn ang="0">
                  <a:pos x="T6" y="T7"/>
                </a:cxn>
                <a:cxn ang="0">
                  <a:pos x="T8" y="T9"/>
                </a:cxn>
              </a:cxnLst>
              <a:rect l="0" t="0" r="r" b="b"/>
              <a:pathLst>
                <a:path w="41" h="53">
                  <a:moveTo>
                    <a:pt x="23" y="53"/>
                  </a:moveTo>
                  <a:cubicBezTo>
                    <a:pt x="12" y="53"/>
                    <a:pt x="2" y="41"/>
                    <a:pt x="1" y="26"/>
                  </a:cubicBezTo>
                  <a:cubicBezTo>
                    <a:pt x="0" y="12"/>
                    <a:pt x="7" y="1"/>
                    <a:pt x="17" y="0"/>
                  </a:cubicBezTo>
                  <a:cubicBezTo>
                    <a:pt x="28" y="0"/>
                    <a:pt x="38" y="11"/>
                    <a:pt x="39" y="27"/>
                  </a:cubicBezTo>
                  <a:cubicBezTo>
                    <a:pt x="41" y="41"/>
                    <a:pt x="33" y="53"/>
                    <a:pt x="23"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 name="Freeform 268">
              <a:extLst>
                <a:ext uri="{FF2B5EF4-FFF2-40B4-BE49-F238E27FC236}">
                  <a16:creationId xmlns:a16="http://schemas.microsoft.com/office/drawing/2014/main" id="{3B155360-45AC-ACA2-A44F-28B4F1815D29}"/>
                </a:ext>
              </a:extLst>
            </p:cNvPr>
            <p:cNvSpPr>
              <a:spLocks/>
            </p:cNvSpPr>
            <p:nvPr/>
          </p:nvSpPr>
          <p:spPr bwMode="auto">
            <a:xfrm rot="5094805">
              <a:off x="216057" y="5980503"/>
              <a:ext cx="100539" cy="143953"/>
            </a:xfrm>
            <a:custGeom>
              <a:avLst/>
              <a:gdLst>
                <a:gd name="T0" fmla="*/ 23 w 41"/>
                <a:gd name="T1" fmla="*/ 57 h 58"/>
                <a:gd name="T2" fmla="*/ 1 w 41"/>
                <a:gd name="T3" fmla="*/ 30 h 58"/>
                <a:gd name="T4" fmla="*/ 17 w 41"/>
                <a:gd name="T5" fmla="*/ 2 h 58"/>
                <a:gd name="T6" fmla="*/ 40 w 41"/>
                <a:gd name="T7" fmla="*/ 28 h 58"/>
                <a:gd name="T8" fmla="*/ 23 w 41"/>
                <a:gd name="T9" fmla="*/ 57 h 58"/>
              </a:gdLst>
              <a:ahLst/>
              <a:cxnLst>
                <a:cxn ang="0">
                  <a:pos x="T0" y="T1"/>
                </a:cxn>
                <a:cxn ang="0">
                  <a:pos x="T2" y="T3"/>
                </a:cxn>
                <a:cxn ang="0">
                  <a:pos x="T4" y="T5"/>
                </a:cxn>
                <a:cxn ang="0">
                  <a:pos x="T6" y="T7"/>
                </a:cxn>
                <a:cxn ang="0">
                  <a:pos x="T8" y="T9"/>
                </a:cxn>
              </a:cxnLst>
              <a:rect l="0" t="0" r="r" b="b"/>
              <a:pathLst>
                <a:path w="41" h="58">
                  <a:moveTo>
                    <a:pt x="23" y="57"/>
                  </a:moveTo>
                  <a:cubicBezTo>
                    <a:pt x="13" y="58"/>
                    <a:pt x="2" y="45"/>
                    <a:pt x="1" y="30"/>
                  </a:cubicBezTo>
                  <a:cubicBezTo>
                    <a:pt x="0" y="15"/>
                    <a:pt x="7" y="3"/>
                    <a:pt x="17" y="2"/>
                  </a:cubicBezTo>
                  <a:cubicBezTo>
                    <a:pt x="29" y="0"/>
                    <a:pt x="39" y="12"/>
                    <a:pt x="40" y="28"/>
                  </a:cubicBezTo>
                  <a:cubicBezTo>
                    <a:pt x="41" y="43"/>
                    <a:pt x="34" y="56"/>
                    <a:pt x="23"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 name="Freeform 269">
              <a:extLst>
                <a:ext uri="{FF2B5EF4-FFF2-40B4-BE49-F238E27FC236}">
                  <a16:creationId xmlns:a16="http://schemas.microsoft.com/office/drawing/2014/main" id="{541F9577-B0A7-584D-4BE4-610828AB4207}"/>
                </a:ext>
              </a:extLst>
            </p:cNvPr>
            <p:cNvSpPr>
              <a:spLocks/>
            </p:cNvSpPr>
            <p:nvPr/>
          </p:nvSpPr>
          <p:spPr bwMode="auto">
            <a:xfrm rot="5094805">
              <a:off x="251379" y="6167674"/>
              <a:ext cx="102824" cy="150808"/>
            </a:xfrm>
            <a:custGeom>
              <a:avLst/>
              <a:gdLst>
                <a:gd name="T0" fmla="*/ 18 w 41"/>
                <a:gd name="T1" fmla="*/ 2 h 61"/>
                <a:gd name="T2" fmla="*/ 40 w 41"/>
                <a:gd name="T3" fmla="*/ 28 h 61"/>
                <a:gd name="T4" fmla="*/ 24 w 41"/>
                <a:gd name="T5" fmla="*/ 59 h 61"/>
                <a:gd name="T6" fmla="*/ 1 w 41"/>
                <a:gd name="T7" fmla="*/ 32 h 61"/>
                <a:gd name="T8" fmla="*/ 18 w 41"/>
                <a:gd name="T9" fmla="*/ 2 h 61"/>
              </a:gdLst>
              <a:ahLst/>
              <a:cxnLst>
                <a:cxn ang="0">
                  <a:pos x="T0" y="T1"/>
                </a:cxn>
                <a:cxn ang="0">
                  <a:pos x="T2" y="T3"/>
                </a:cxn>
                <a:cxn ang="0">
                  <a:pos x="T4" y="T5"/>
                </a:cxn>
                <a:cxn ang="0">
                  <a:pos x="T6" y="T7"/>
                </a:cxn>
                <a:cxn ang="0">
                  <a:pos x="T8" y="T9"/>
                </a:cxn>
              </a:cxnLst>
              <a:rect l="0" t="0" r="r" b="b"/>
              <a:pathLst>
                <a:path w="41" h="61">
                  <a:moveTo>
                    <a:pt x="18" y="2"/>
                  </a:moveTo>
                  <a:cubicBezTo>
                    <a:pt x="29" y="0"/>
                    <a:pt x="39" y="12"/>
                    <a:pt x="40" y="28"/>
                  </a:cubicBezTo>
                  <a:cubicBezTo>
                    <a:pt x="41" y="44"/>
                    <a:pt x="34" y="58"/>
                    <a:pt x="24" y="59"/>
                  </a:cubicBezTo>
                  <a:cubicBezTo>
                    <a:pt x="13" y="61"/>
                    <a:pt x="2" y="48"/>
                    <a:pt x="1" y="32"/>
                  </a:cubicBezTo>
                  <a:cubicBezTo>
                    <a:pt x="0" y="17"/>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 name="Freeform 270">
              <a:extLst>
                <a:ext uri="{FF2B5EF4-FFF2-40B4-BE49-F238E27FC236}">
                  <a16:creationId xmlns:a16="http://schemas.microsoft.com/office/drawing/2014/main" id="{90824149-3E18-6EC1-BBEA-C043AB8F392A}"/>
                </a:ext>
              </a:extLst>
            </p:cNvPr>
            <p:cNvSpPr>
              <a:spLocks/>
            </p:cNvSpPr>
            <p:nvPr/>
          </p:nvSpPr>
          <p:spPr bwMode="auto">
            <a:xfrm rot="5094805">
              <a:off x="300569" y="6358393"/>
              <a:ext cx="100539" cy="153093"/>
            </a:xfrm>
            <a:custGeom>
              <a:avLst/>
              <a:gdLst>
                <a:gd name="T0" fmla="*/ 24 w 41"/>
                <a:gd name="T1" fmla="*/ 60 h 62"/>
                <a:gd name="T2" fmla="*/ 1 w 41"/>
                <a:gd name="T3" fmla="*/ 34 h 62"/>
                <a:gd name="T4" fmla="*/ 17 w 41"/>
                <a:gd name="T5" fmla="*/ 2 h 62"/>
                <a:gd name="T6" fmla="*/ 40 w 41"/>
                <a:gd name="T7" fmla="*/ 28 h 62"/>
                <a:gd name="T8" fmla="*/ 24 w 41"/>
                <a:gd name="T9" fmla="*/ 60 h 62"/>
              </a:gdLst>
              <a:ahLst/>
              <a:cxnLst>
                <a:cxn ang="0">
                  <a:pos x="T0" y="T1"/>
                </a:cxn>
                <a:cxn ang="0">
                  <a:pos x="T2" y="T3"/>
                </a:cxn>
                <a:cxn ang="0">
                  <a:pos x="T4" y="T5"/>
                </a:cxn>
                <a:cxn ang="0">
                  <a:pos x="T6" y="T7"/>
                </a:cxn>
                <a:cxn ang="0">
                  <a:pos x="T8" y="T9"/>
                </a:cxn>
              </a:cxnLst>
              <a:rect l="0" t="0" r="r" b="b"/>
              <a:pathLst>
                <a:path w="41" h="62">
                  <a:moveTo>
                    <a:pt x="24" y="60"/>
                  </a:moveTo>
                  <a:cubicBezTo>
                    <a:pt x="13" y="62"/>
                    <a:pt x="2" y="50"/>
                    <a:pt x="1" y="34"/>
                  </a:cubicBezTo>
                  <a:cubicBezTo>
                    <a:pt x="0" y="18"/>
                    <a:pt x="7" y="4"/>
                    <a:pt x="17" y="2"/>
                  </a:cubicBezTo>
                  <a:cubicBezTo>
                    <a:pt x="28" y="0"/>
                    <a:pt x="38" y="11"/>
                    <a:pt x="40" y="28"/>
                  </a:cubicBezTo>
                  <a:cubicBezTo>
                    <a:pt x="41" y="43"/>
                    <a:pt x="34" y="58"/>
                    <a:pt x="24"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 name="Freeform 271">
              <a:extLst>
                <a:ext uri="{FF2B5EF4-FFF2-40B4-BE49-F238E27FC236}">
                  <a16:creationId xmlns:a16="http://schemas.microsoft.com/office/drawing/2014/main" id="{B18C7189-C57B-BA87-77F7-FBB359F32B7E}"/>
                </a:ext>
              </a:extLst>
            </p:cNvPr>
            <p:cNvSpPr>
              <a:spLocks/>
            </p:cNvSpPr>
            <p:nvPr/>
          </p:nvSpPr>
          <p:spPr bwMode="auto">
            <a:xfrm rot="5094805">
              <a:off x="357513" y="6547066"/>
              <a:ext cx="102824" cy="153093"/>
            </a:xfrm>
            <a:custGeom>
              <a:avLst/>
              <a:gdLst>
                <a:gd name="T0" fmla="*/ 19 w 42"/>
                <a:gd name="T1" fmla="*/ 2 h 62"/>
                <a:gd name="T2" fmla="*/ 41 w 42"/>
                <a:gd name="T3" fmla="*/ 25 h 62"/>
                <a:gd name="T4" fmla="*/ 24 w 42"/>
                <a:gd name="T5" fmla="*/ 59 h 62"/>
                <a:gd name="T6" fmla="*/ 2 w 42"/>
                <a:gd name="T7" fmla="*/ 37 h 62"/>
                <a:gd name="T8" fmla="*/ 19 w 42"/>
                <a:gd name="T9" fmla="*/ 2 h 62"/>
              </a:gdLst>
              <a:ahLst/>
              <a:cxnLst>
                <a:cxn ang="0">
                  <a:pos x="T0" y="T1"/>
                </a:cxn>
                <a:cxn ang="0">
                  <a:pos x="T2" y="T3"/>
                </a:cxn>
                <a:cxn ang="0">
                  <a:pos x="T4" y="T5"/>
                </a:cxn>
                <a:cxn ang="0">
                  <a:pos x="T6" y="T7"/>
                </a:cxn>
                <a:cxn ang="0">
                  <a:pos x="T8" y="T9"/>
                </a:cxn>
              </a:cxnLst>
              <a:rect l="0" t="0" r="r" b="b"/>
              <a:pathLst>
                <a:path w="42" h="62">
                  <a:moveTo>
                    <a:pt x="19" y="2"/>
                  </a:moveTo>
                  <a:cubicBezTo>
                    <a:pt x="30" y="0"/>
                    <a:pt x="39" y="9"/>
                    <a:pt x="41" y="25"/>
                  </a:cubicBezTo>
                  <a:cubicBezTo>
                    <a:pt x="42" y="40"/>
                    <a:pt x="35" y="56"/>
                    <a:pt x="24" y="59"/>
                  </a:cubicBezTo>
                  <a:cubicBezTo>
                    <a:pt x="13" y="62"/>
                    <a:pt x="3" y="52"/>
                    <a:pt x="2" y="37"/>
                  </a:cubicBezTo>
                  <a:cubicBezTo>
                    <a:pt x="0" y="20"/>
                    <a:pt x="8" y="5"/>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 name="Freeform 272">
              <a:extLst>
                <a:ext uri="{FF2B5EF4-FFF2-40B4-BE49-F238E27FC236}">
                  <a16:creationId xmlns:a16="http://schemas.microsoft.com/office/drawing/2014/main" id="{C6136DDD-3258-BFD2-5E46-97D44E63293B}"/>
                </a:ext>
              </a:extLst>
            </p:cNvPr>
            <p:cNvSpPr>
              <a:spLocks/>
            </p:cNvSpPr>
            <p:nvPr/>
          </p:nvSpPr>
          <p:spPr bwMode="auto">
            <a:xfrm rot="5094805">
              <a:off x="435249" y="6736289"/>
              <a:ext cx="102824" cy="155378"/>
            </a:xfrm>
            <a:custGeom>
              <a:avLst/>
              <a:gdLst>
                <a:gd name="T0" fmla="*/ 23 w 41"/>
                <a:gd name="T1" fmla="*/ 59 h 63"/>
                <a:gd name="T2" fmla="*/ 1 w 41"/>
                <a:gd name="T3" fmla="*/ 38 h 63"/>
                <a:gd name="T4" fmla="*/ 18 w 41"/>
                <a:gd name="T5" fmla="*/ 4 h 63"/>
                <a:gd name="T6" fmla="*/ 40 w 41"/>
                <a:gd name="T7" fmla="*/ 25 h 63"/>
                <a:gd name="T8" fmla="*/ 23 w 41"/>
                <a:gd name="T9" fmla="*/ 59 h 63"/>
              </a:gdLst>
              <a:ahLst/>
              <a:cxnLst>
                <a:cxn ang="0">
                  <a:pos x="T0" y="T1"/>
                </a:cxn>
                <a:cxn ang="0">
                  <a:pos x="T2" y="T3"/>
                </a:cxn>
                <a:cxn ang="0">
                  <a:pos x="T4" y="T5"/>
                </a:cxn>
                <a:cxn ang="0">
                  <a:pos x="T6" y="T7"/>
                </a:cxn>
                <a:cxn ang="0">
                  <a:pos x="T8" y="T9"/>
                </a:cxn>
              </a:cxnLst>
              <a:rect l="0" t="0" r="r" b="b"/>
              <a:pathLst>
                <a:path w="41" h="63">
                  <a:moveTo>
                    <a:pt x="23" y="59"/>
                  </a:moveTo>
                  <a:cubicBezTo>
                    <a:pt x="12" y="63"/>
                    <a:pt x="2" y="53"/>
                    <a:pt x="1" y="38"/>
                  </a:cubicBezTo>
                  <a:cubicBezTo>
                    <a:pt x="0" y="23"/>
                    <a:pt x="7" y="8"/>
                    <a:pt x="18" y="4"/>
                  </a:cubicBezTo>
                  <a:cubicBezTo>
                    <a:pt x="29" y="0"/>
                    <a:pt x="39" y="10"/>
                    <a:pt x="40" y="25"/>
                  </a:cubicBezTo>
                  <a:cubicBezTo>
                    <a:pt x="41" y="40"/>
                    <a:pt x="34" y="55"/>
                    <a:pt x="23"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 name="Freeform 282">
              <a:extLst>
                <a:ext uri="{FF2B5EF4-FFF2-40B4-BE49-F238E27FC236}">
                  <a16:creationId xmlns:a16="http://schemas.microsoft.com/office/drawing/2014/main" id="{EF09243A-96F8-C2DD-BE4D-8945055A20BC}"/>
                </a:ext>
              </a:extLst>
            </p:cNvPr>
            <p:cNvSpPr>
              <a:spLocks/>
            </p:cNvSpPr>
            <p:nvPr/>
          </p:nvSpPr>
          <p:spPr bwMode="auto">
            <a:xfrm rot="5094805">
              <a:off x="107730" y="3798113"/>
              <a:ext cx="98254" cy="38845"/>
            </a:xfrm>
            <a:custGeom>
              <a:avLst/>
              <a:gdLst>
                <a:gd name="T0" fmla="*/ 21 w 40"/>
                <a:gd name="T1" fmla="*/ 15 h 16"/>
                <a:gd name="T2" fmla="*/ 1 w 40"/>
                <a:gd name="T3" fmla="*/ 11 h 16"/>
                <a:gd name="T4" fmla="*/ 18 w 40"/>
                <a:gd name="T5" fmla="*/ 2 h 16"/>
                <a:gd name="T6" fmla="*/ 39 w 40"/>
                <a:gd name="T7" fmla="*/ 5 h 16"/>
                <a:gd name="T8" fmla="*/ 21 w 40"/>
                <a:gd name="T9" fmla="*/ 15 h 16"/>
              </a:gdLst>
              <a:ahLst/>
              <a:cxnLst>
                <a:cxn ang="0">
                  <a:pos x="T0" y="T1"/>
                </a:cxn>
                <a:cxn ang="0">
                  <a:pos x="T2" y="T3"/>
                </a:cxn>
                <a:cxn ang="0">
                  <a:pos x="T4" y="T5"/>
                </a:cxn>
                <a:cxn ang="0">
                  <a:pos x="T6" y="T7"/>
                </a:cxn>
                <a:cxn ang="0">
                  <a:pos x="T8" y="T9"/>
                </a:cxn>
              </a:cxnLst>
              <a:rect l="0" t="0" r="r" b="b"/>
              <a:pathLst>
                <a:path w="40" h="16">
                  <a:moveTo>
                    <a:pt x="21" y="15"/>
                  </a:moveTo>
                  <a:cubicBezTo>
                    <a:pt x="10" y="16"/>
                    <a:pt x="2" y="15"/>
                    <a:pt x="1" y="11"/>
                  </a:cubicBezTo>
                  <a:cubicBezTo>
                    <a:pt x="0" y="8"/>
                    <a:pt x="8" y="4"/>
                    <a:pt x="18" y="2"/>
                  </a:cubicBezTo>
                  <a:cubicBezTo>
                    <a:pt x="29" y="0"/>
                    <a:pt x="38" y="2"/>
                    <a:pt x="39" y="5"/>
                  </a:cubicBezTo>
                  <a:cubicBezTo>
                    <a:pt x="40" y="9"/>
                    <a:pt x="32" y="13"/>
                    <a:pt x="2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 name="Freeform 283">
              <a:extLst>
                <a:ext uri="{FF2B5EF4-FFF2-40B4-BE49-F238E27FC236}">
                  <a16:creationId xmlns:a16="http://schemas.microsoft.com/office/drawing/2014/main" id="{06E82555-31FB-F61B-DB04-126D3FB42D91}"/>
                </a:ext>
              </a:extLst>
            </p:cNvPr>
            <p:cNvSpPr>
              <a:spLocks/>
            </p:cNvSpPr>
            <p:nvPr/>
          </p:nvSpPr>
          <p:spPr bwMode="auto">
            <a:xfrm rot="5094805">
              <a:off x="155782" y="3987790"/>
              <a:ext cx="95969" cy="43415"/>
            </a:xfrm>
            <a:custGeom>
              <a:avLst/>
              <a:gdLst>
                <a:gd name="T0" fmla="*/ 20 w 39"/>
                <a:gd name="T1" fmla="*/ 17 h 18"/>
                <a:gd name="T2" fmla="*/ 0 w 39"/>
                <a:gd name="T3" fmla="*/ 11 h 18"/>
                <a:gd name="T4" fmla="*/ 18 w 39"/>
                <a:gd name="T5" fmla="*/ 1 h 18"/>
                <a:gd name="T6" fmla="*/ 38 w 39"/>
                <a:gd name="T7" fmla="*/ 6 h 18"/>
                <a:gd name="T8" fmla="*/ 20 w 39"/>
                <a:gd name="T9" fmla="*/ 17 h 18"/>
              </a:gdLst>
              <a:ahLst/>
              <a:cxnLst>
                <a:cxn ang="0">
                  <a:pos x="T0" y="T1"/>
                </a:cxn>
                <a:cxn ang="0">
                  <a:pos x="T2" y="T3"/>
                </a:cxn>
                <a:cxn ang="0">
                  <a:pos x="T4" y="T5"/>
                </a:cxn>
                <a:cxn ang="0">
                  <a:pos x="T6" y="T7"/>
                </a:cxn>
                <a:cxn ang="0">
                  <a:pos x="T8" y="T9"/>
                </a:cxn>
              </a:cxnLst>
              <a:rect l="0" t="0" r="r" b="b"/>
              <a:pathLst>
                <a:path w="39" h="18">
                  <a:moveTo>
                    <a:pt x="20" y="17"/>
                  </a:moveTo>
                  <a:cubicBezTo>
                    <a:pt x="10" y="18"/>
                    <a:pt x="1" y="16"/>
                    <a:pt x="0" y="11"/>
                  </a:cubicBezTo>
                  <a:cubicBezTo>
                    <a:pt x="0" y="7"/>
                    <a:pt x="8" y="3"/>
                    <a:pt x="18" y="1"/>
                  </a:cubicBezTo>
                  <a:cubicBezTo>
                    <a:pt x="28" y="0"/>
                    <a:pt x="37" y="2"/>
                    <a:pt x="38" y="6"/>
                  </a:cubicBezTo>
                  <a:cubicBezTo>
                    <a:pt x="39" y="11"/>
                    <a:pt x="31" y="15"/>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 name="Freeform 284">
              <a:extLst>
                <a:ext uri="{FF2B5EF4-FFF2-40B4-BE49-F238E27FC236}">
                  <a16:creationId xmlns:a16="http://schemas.microsoft.com/office/drawing/2014/main" id="{1B6B78C0-07B0-1CED-C6DF-C8325CFA4D17}"/>
                </a:ext>
              </a:extLst>
            </p:cNvPr>
            <p:cNvSpPr>
              <a:spLocks/>
            </p:cNvSpPr>
            <p:nvPr/>
          </p:nvSpPr>
          <p:spPr bwMode="auto">
            <a:xfrm rot="5094805">
              <a:off x="194421" y="4173620"/>
              <a:ext cx="95969" cy="50269"/>
            </a:xfrm>
            <a:custGeom>
              <a:avLst/>
              <a:gdLst>
                <a:gd name="T0" fmla="*/ 21 w 39"/>
                <a:gd name="T1" fmla="*/ 19 h 20"/>
                <a:gd name="T2" fmla="*/ 1 w 39"/>
                <a:gd name="T3" fmla="*/ 12 h 20"/>
                <a:gd name="T4" fmla="*/ 17 w 39"/>
                <a:gd name="T5" fmla="*/ 1 h 20"/>
                <a:gd name="T6" fmla="*/ 38 w 39"/>
                <a:gd name="T7" fmla="*/ 9 h 20"/>
                <a:gd name="T8" fmla="*/ 21 w 39"/>
                <a:gd name="T9" fmla="*/ 19 h 20"/>
              </a:gdLst>
              <a:ahLst/>
              <a:cxnLst>
                <a:cxn ang="0">
                  <a:pos x="T0" y="T1"/>
                </a:cxn>
                <a:cxn ang="0">
                  <a:pos x="T2" y="T3"/>
                </a:cxn>
                <a:cxn ang="0">
                  <a:pos x="T4" y="T5"/>
                </a:cxn>
                <a:cxn ang="0">
                  <a:pos x="T6" y="T7"/>
                </a:cxn>
                <a:cxn ang="0">
                  <a:pos x="T8" y="T9"/>
                </a:cxn>
              </a:cxnLst>
              <a:rect l="0" t="0" r="r" b="b"/>
              <a:pathLst>
                <a:path w="39" h="20">
                  <a:moveTo>
                    <a:pt x="21" y="19"/>
                  </a:moveTo>
                  <a:cubicBezTo>
                    <a:pt x="11" y="20"/>
                    <a:pt x="2" y="16"/>
                    <a:pt x="1" y="12"/>
                  </a:cubicBezTo>
                  <a:cubicBezTo>
                    <a:pt x="0" y="7"/>
                    <a:pt x="7" y="2"/>
                    <a:pt x="17" y="1"/>
                  </a:cubicBezTo>
                  <a:cubicBezTo>
                    <a:pt x="28" y="0"/>
                    <a:pt x="37" y="4"/>
                    <a:pt x="38" y="9"/>
                  </a:cubicBezTo>
                  <a:cubicBezTo>
                    <a:pt x="39" y="14"/>
                    <a:pt x="32" y="19"/>
                    <a:pt x="21"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 name="Freeform 285">
              <a:extLst>
                <a:ext uri="{FF2B5EF4-FFF2-40B4-BE49-F238E27FC236}">
                  <a16:creationId xmlns:a16="http://schemas.microsoft.com/office/drawing/2014/main" id="{64EE0018-525B-8799-7F5B-CE9AF7591E3B}"/>
                </a:ext>
              </a:extLst>
            </p:cNvPr>
            <p:cNvSpPr>
              <a:spLocks/>
            </p:cNvSpPr>
            <p:nvPr/>
          </p:nvSpPr>
          <p:spPr bwMode="auto">
            <a:xfrm rot="5094805">
              <a:off x="220639" y="4363886"/>
              <a:ext cx="98254" cy="52554"/>
            </a:xfrm>
            <a:custGeom>
              <a:avLst/>
              <a:gdLst>
                <a:gd name="T0" fmla="*/ 22 w 40"/>
                <a:gd name="T1" fmla="*/ 22 h 22"/>
                <a:gd name="T2" fmla="*/ 1 w 40"/>
                <a:gd name="T3" fmla="*/ 12 h 22"/>
                <a:gd name="T4" fmla="*/ 18 w 40"/>
                <a:gd name="T5" fmla="*/ 0 h 22"/>
                <a:gd name="T6" fmla="*/ 39 w 40"/>
                <a:gd name="T7" fmla="*/ 11 h 22"/>
                <a:gd name="T8" fmla="*/ 22 w 40"/>
                <a:gd name="T9" fmla="*/ 22 h 22"/>
              </a:gdLst>
              <a:ahLst/>
              <a:cxnLst>
                <a:cxn ang="0">
                  <a:pos x="T0" y="T1"/>
                </a:cxn>
                <a:cxn ang="0">
                  <a:pos x="T2" y="T3"/>
                </a:cxn>
                <a:cxn ang="0">
                  <a:pos x="T4" y="T5"/>
                </a:cxn>
                <a:cxn ang="0">
                  <a:pos x="T6" y="T7"/>
                </a:cxn>
                <a:cxn ang="0">
                  <a:pos x="T8" y="T9"/>
                </a:cxn>
              </a:cxnLst>
              <a:rect l="0" t="0" r="r" b="b"/>
              <a:pathLst>
                <a:path w="40" h="22">
                  <a:moveTo>
                    <a:pt x="22" y="22"/>
                  </a:moveTo>
                  <a:cubicBezTo>
                    <a:pt x="11" y="22"/>
                    <a:pt x="2" y="18"/>
                    <a:pt x="1" y="12"/>
                  </a:cubicBezTo>
                  <a:cubicBezTo>
                    <a:pt x="0" y="6"/>
                    <a:pt x="8" y="1"/>
                    <a:pt x="18" y="0"/>
                  </a:cubicBezTo>
                  <a:cubicBezTo>
                    <a:pt x="28" y="0"/>
                    <a:pt x="38" y="5"/>
                    <a:pt x="39" y="11"/>
                  </a:cubicBezTo>
                  <a:cubicBezTo>
                    <a:pt x="40" y="17"/>
                    <a:pt x="32" y="22"/>
                    <a:pt x="2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 name="Freeform 286">
              <a:extLst>
                <a:ext uri="{FF2B5EF4-FFF2-40B4-BE49-F238E27FC236}">
                  <a16:creationId xmlns:a16="http://schemas.microsoft.com/office/drawing/2014/main" id="{954F0AFE-1200-D766-E0F1-7CD13ECC3C9B}"/>
                </a:ext>
              </a:extLst>
            </p:cNvPr>
            <p:cNvSpPr>
              <a:spLocks/>
            </p:cNvSpPr>
            <p:nvPr/>
          </p:nvSpPr>
          <p:spPr bwMode="auto">
            <a:xfrm rot="5094805">
              <a:off x="235477" y="4550595"/>
              <a:ext cx="100539" cy="63979"/>
            </a:xfrm>
            <a:custGeom>
              <a:avLst/>
              <a:gdLst>
                <a:gd name="T0" fmla="*/ 22 w 40"/>
                <a:gd name="T1" fmla="*/ 26 h 26"/>
                <a:gd name="T2" fmla="*/ 1 w 40"/>
                <a:gd name="T3" fmla="*/ 13 h 26"/>
                <a:gd name="T4" fmla="*/ 18 w 40"/>
                <a:gd name="T5" fmla="*/ 0 h 26"/>
                <a:gd name="T6" fmla="*/ 39 w 40"/>
                <a:gd name="T7" fmla="*/ 13 h 26"/>
                <a:gd name="T8" fmla="*/ 22 w 40"/>
                <a:gd name="T9" fmla="*/ 26 h 26"/>
              </a:gdLst>
              <a:ahLst/>
              <a:cxnLst>
                <a:cxn ang="0">
                  <a:pos x="T0" y="T1"/>
                </a:cxn>
                <a:cxn ang="0">
                  <a:pos x="T2" y="T3"/>
                </a:cxn>
                <a:cxn ang="0">
                  <a:pos x="T4" y="T5"/>
                </a:cxn>
                <a:cxn ang="0">
                  <a:pos x="T6" y="T7"/>
                </a:cxn>
                <a:cxn ang="0">
                  <a:pos x="T8" y="T9"/>
                </a:cxn>
              </a:cxnLst>
              <a:rect l="0" t="0" r="r" b="b"/>
              <a:pathLst>
                <a:path w="40" h="26">
                  <a:moveTo>
                    <a:pt x="22" y="26"/>
                  </a:moveTo>
                  <a:cubicBezTo>
                    <a:pt x="11" y="26"/>
                    <a:pt x="2" y="20"/>
                    <a:pt x="1" y="13"/>
                  </a:cubicBezTo>
                  <a:cubicBezTo>
                    <a:pt x="0" y="6"/>
                    <a:pt x="8" y="0"/>
                    <a:pt x="18" y="0"/>
                  </a:cubicBezTo>
                  <a:cubicBezTo>
                    <a:pt x="28" y="0"/>
                    <a:pt x="38" y="6"/>
                    <a:pt x="39" y="13"/>
                  </a:cubicBezTo>
                  <a:cubicBezTo>
                    <a:pt x="40" y="21"/>
                    <a:pt x="33" y="26"/>
                    <a:pt x="22"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 name="Freeform 287">
              <a:extLst>
                <a:ext uri="{FF2B5EF4-FFF2-40B4-BE49-F238E27FC236}">
                  <a16:creationId xmlns:a16="http://schemas.microsoft.com/office/drawing/2014/main" id="{9F97DB16-7C95-7CCC-7057-01E14FF3537F}"/>
                </a:ext>
              </a:extLst>
            </p:cNvPr>
            <p:cNvSpPr>
              <a:spLocks/>
            </p:cNvSpPr>
            <p:nvPr/>
          </p:nvSpPr>
          <p:spPr bwMode="auto">
            <a:xfrm rot="5094805">
              <a:off x="249292" y="4738847"/>
              <a:ext cx="95969" cy="75404"/>
            </a:xfrm>
            <a:custGeom>
              <a:avLst/>
              <a:gdLst>
                <a:gd name="T0" fmla="*/ 21 w 39"/>
                <a:gd name="T1" fmla="*/ 30 h 31"/>
                <a:gd name="T2" fmla="*/ 1 w 39"/>
                <a:gd name="T3" fmla="*/ 14 h 31"/>
                <a:gd name="T4" fmla="*/ 18 w 39"/>
                <a:gd name="T5" fmla="*/ 0 h 31"/>
                <a:gd name="T6" fmla="*/ 38 w 39"/>
                <a:gd name="T7" fmla="*/ 16 h 31"/>
                <a:gd name="T8" fmla="*/ 21 w 39"/>
                <a:gd name="T9" fmla="*/ 30 h 31"/>
              </a:gdLst>
              <a:ahLst/>
              <a:cxnLst>
                <a:cxn ang="0">
                  <a:pos x="T0" y="T1"/>
                </a:cxn>
                <a:cxn ang="0">
                  <a:pos x="T2" y="T3"/>
                </a:cxn>
                <a:cxn ang="0">
                  <a:pos x="T4" y="T5"/>
                </a:cxn>
                <a:cxn ang="0">
                  <a:pos x="T6" y="T7"/>
                </a:cxn>
                <a:cxn ang="0">
                  <a:pos x="T8" y="T9"/>
                </a:cxn>
              </a:cxnLst>
              <a:rect l="0" t="0" r="r" b="b"/>
              <a:pathLst>
                <a:path w="39" h="31">
                  <a:moveTo>
                    <a:pt x="21" y="30"/>
                  </a:moveTo>
                  <a:cubicBezTo>
                    <a:pt x="10" y="29"/>
                    <a:pt x="2" y="22"/>
                    <a:pt x="1" y="14"/>
                  </a:cubicBezTo>
                  <a:cubicBezTo>
                    <a:pt x="0" y="6"/>
                    <a:pt x="8" y="0"/>
                    <a:pt x="18" y="0"/>
                  </a:cubicBezTo>
                  <a:cubicBezTo>
                    <a:pt x="28" y="1"/>
                    <a:pt x="38" y="8"/>
                    <a:pt x="38" y="16"/>
                  </a:cubicBezTo>
                  <a:cubicBezTo>
                    <a:pt x="39" y="25"/>
                    <a:pt x="31" y="31"/>
                    <a:pt x="21"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 name="Freeform 288">
              <a:extLst>
                <a:ext uri="{FF2B5EF4-FFF2-40B4-BE49-F238E27FC236}">
                  <a16:creationId xmlns:a16="http://schemas.microsoft.com/office/drawing/2014/main" id="{ACD2260C-F3F2-F6FB-878F-613AD55557C0}"/>
                </a:ext>
              </a:extLst>
            </p:cNvPr>
            <p:cNvSpPr>
              <a:spLocks/>
            </p:cNvSpPr>
            <p:nvPr/>
          </p:nvSpPr>
          <p:spPr bwMode="auto">
            <a:xfrm rot="5094805">
              <a:off x="256165" y="4925123"/>
              <a:ext cx="98254" cy="89114"/>
            </a:xfrm>
            <a:custGeom>
              <a:avLst/>
              <a:gdLst>
                <a:gd name="T0" fmla="*/ 22 w 40"/>
                <a:gd name="T1" fmla="*/ 35 h 36"/>
                <a:gd name="T2" fmla="*/ 1 w 40"/>
                <a:gd name="T3" fmla="*/ 16 h 36"/>
                <a:gd name="T4" fmla="*/ 18 w 40"/>
                <a:gd name="T5" fmla="*/ 0 h 36"/>
                <a:gd name="T6" fmla="*/ 39 w 40"/>
                <a:gd name="T7" fmla="*/ 19 h 36"/>
                <a:gd name="T8" fmla="*/ 22 w 40"/>
                <a:gd name="T9" fmla="*/ 35 h 36"/>
              </a:gdLst>
              <a:ahLst/>
              <a:cxnLst>
                <a:cxn ang="0">
                  <a:pos x="T0" y="T1"/>
                </a:cxn>
                <a:cxn ang="0">
                  <a:pos x="T2" y="T3"/>
                </a:cxn>
                <a:cxn ang="0">
                  <a:pos x="T4" y="T5"/>
                </a:cxn>
                <a:cxn ang="0">
                  <a:pos x="T6" y="T7"/>
                </a:cxn>
                <a:cxn ang="0">
                  <a:pos x="T8" y="T9"/>
                </a:cxn>
              </a:cxnLst>
              <a:rect l="0" t="0" r="r" b="b"/>
              <a:pathLst>
                <a:path w="40" h="36">
                  <a:moveTo>
                    <a:pt x="22" y="35"/>
                  </a:moveTo>
                  <a:cubicBezTo>
                    <a:pt x="11" y="34"/>
                    <a:pt x="2" y="26"/>
                    <a:pt x="1" y="16"/>
                  </a:cubicBezTo>
                  <a:cubicBezTo>
                    <a:pt x="0" y="7"/>
                    <a:pt x="8" y="0"/>
                    <a:pt x="18" y="0"/>
                  </a:cubicBezTo>
                  <a:cubicBezTo>
                    <a:pt x="28" y="1"/>
                    <a:pt x="38" y="9"/>
                    <a:pt x="39" y="19"/>
                  </a:cubicBezTo>
                  <a:cubicBezTo>
                    <a:pt x="40" y="28"/>
                    <a:pt x="32" y="36"/>
                    <a:pt x="22"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 name="Freeform 289">
              <a:extLst>
                <a:ext uri="{FF2B5EF4-FFF2-40B4-BE49-F238E27FC236}">
                  <a16:creationId xmlns:a16="http://schemas.microsoft.com/office/drawing/2014/main" id="{BF709871-7C5D-6C68-3750-649AB69D0162}"/>
                </a:ext>
              </a:extLst>
            </p:cNvPr>
            <p:cNvSpPr>
              <a:spLocks/>
            </p:cNvSpPr>
            <p:nvPr/>
          </p:nvSpPr>
          <p:spPr bwMode="auto">
            <a:xfrm rot="5094805">
              <a:off x="266354" y="5112343"/>
              <a:ext cx="98254" cy="98254"/>
            </a:xfrm>
            <a:custGeom>
              <a:avLst/>
              <a:gdLst>
                <a:gd name="T0" fmla="*/ 23 w 40"/>
                <a:gd name="T1" fmla="*/ 39 h 40"/>
                <a:gd name="T2" fmla="*/ 1 w 40"/>
                <a:gd name="T3" fmla="*/ 20 h 40"/>
                <a:gd name="T4" fmla="*/ 17 w 40"/>
                <a:gd name="T5" fmla="*/ 1 h 40"/>
                <a:gd name="T6" fmla="*/ 39 w 40"/>
                <a:gd name="T7" fmla="*/ 20 h 40"/>
                <a:gd name="T8" fmla="*/ 23 w 40"/>
                <a:gd name="T9" fmla="*/ 39 h 40"/>
              </a:gdLst>
              <a:ahLst/>
              <a:cxnLst>
                <a:cxn ang="0">
                  <a:pos x="T0" y="T1"/>
                </a:cxn>
                <a:cxn ang="0">
                  <a:pos x="T2" y="T3"/>
                </a:cxn>
                <a:cxn ang="0">
                  <a:pos x="T4" y="T5"/>
                </a:cxn>
                <a:cxn ang="0">
                  <a:pos x="T6" y="T7"/>
                </a:cxn>
                <a:cxn ang="0">
                  <a:pos x="T8" y="T9"/>
                </a:cxn>
              </a:cxnLst>
              <a:rect l="0" t="0" r="r" b="b"/>
              <a:pathLst>
                <a:path w="40" h="40">
                  <a:moveTo>
                    <a:pt x="23" y="39"/>
                  </a:moveTo>
                  <a:cubicBezTo>
                    <a:pt x="12" y="39"/>
                    <a:pt x="3" y="31"/>
                    <a:pt x="1" y="20"/>
                  </a:cubicBezTo>
                  <a:cubicBezTo>
                    <a:pt x="0" y="9"/>
                    <a:pt x="7" y="1"/>
                    <a:pt x="17" y="1"/>
                  </a:cubicBezTo>
                  <a:cubicBezTo>
                    <a:pt x="27" y="0"/>
                    <a:pt x="37" y="9"/>
                    <a:pt x="39" y="20"/>
                  </a:cubicBezTo>
                  <a:cubicBezTo>
                    <a:pt x="40" y="31"/>
                    <a:pt x="33" y="40"/>
                    <a:pt x="23"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 name="Freeform 290">
              <a:extLst>
                <a:ext uri="{FF2B5EF4-FFF2-40B4-BE49-F238E27FC236}">
                  <a16:creationId xmlns:a16="http://schemas.microsoft.com/office/drawing/2014/main" id="{5E95B09C-4F15-3AA2-26A8-1C4649042B98}"/>
                </a:ext>
              </a:extLst>
            </p:cNvPr>
            <p:cNvSpPr>
              <a:spLocks/>
            </p:cNvSpPr>
            <p:nvPr/>
          </p:nvSpPr>
          <p:spPr bwMode="auto">
            <a:xfrm rot="5094805">
              <a:off x="276746" y="5301839"/>
              <a:ext cx="98254" cy="107394"/>
            </a:xfrm>
            <a:custGeom>
              <a:avLst/>
              <a:gdLst>
                <a:gd name="T0" fmla="*/ 23 w 40"/>
                <a:gd name="T1" fmla="*/ 43 h 44"/>
                <a:gd name="T2" fmla="*/ 2 w 40"/>
                <a:gd name="T3" fmla="*/ 21 h 44"/>
                <a:gd name="T4" fmla="*/ 18 w 40"/>
                <a:gd name="T5" fmla="*/ 0 h 44"/>
                <a:gd name="T6" fmla="*/ 39 w 40"/>
                <a:gd name="T7" fmla="*/ 22 h 44"/>
                <a:gd name="T8" fmla="*/ 23 w 40"/>
                <a:gd name="T9" fmla="*/ 43 h 44"/>
              </a:gdLst>
              <a:ahLst/>
              <a:cxnLst>
                <a:cxn ang="0">
                  <a:pos x="T0" y="T1"/>
                </a:cxn>
                <a:cxn ang="0">
                  <a:pos x="T2" y="T3"/>
                </a:cxn>
                <a:cxn ang="0">
                  <a:pos x="T4" y="T5"/>
                </a:cxn>
                <a:cxn ang="0">
                  <a:pos x="T6" y="T7"/>
                </a:cxn>
                <a:cxn ang="0">
                  <a:pos x="T8" y="T9"/>
                </a:cxn>
              </a:cxnLst>
              <a:rect l="0" t="0" r="r" b="b"/>
              <a:pathLst>
                <a:path w="40" h="44">
                  <a:moveTo>
                    <a:pt x="23" y="43"/>
                  </a:moveTo>
                  <a:cubicBezTo>
                    <a:pt x="12" y="43"/>
                    <a:pt x="3" y="33"/>
                    <a:pt x="2" y="21"/>
                  </a:cubicBezTo>
                  <a:cubicBezTo>
                    <a:pt x="0" y="10"/>
                    <a:pt x="8" y="0"/>
                    <a:pt x="18" y="0"/>
                  </a:cubicBezTo>
                  <a:cubicBezTo>
                    <a:pt x="28" y="0"/>
                    <a:pt x="38" y="11"/>
                    <a:pt x="39" y="22"/>
                  </a:cubicBezTo>
                  <a:cubicBezTo>
                    <a:pt x="40" y="34"/>
                    <a:pt x="33" y="44"/>
                    <a:pt x="23"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 name="Freeform 291">
              <a:extLst>
                <a:ext uri="{FF2B5EF4-FFF2-40B4-BE49-F238E27FC236}">
                  <a16:creationId xmlns:a16="http://schemas.microsoft.com/office/drawing/2014/main" id="{48973BE7-6981-E148-CDA4-32D5CEEE2ADB}"/>
                </a:ext>
              </a:extLst>
            </p:cNvPr>
            <p:cNvSpPr>
              <a:spLocks/>
            </p:cNvSpPr>
            <p:nvPr/>
          </p:nvSpPr>
          <p:spPr bwMode="auto">
            <a:xfrm rot="5094805">
              <a:off x="289309" y="5488750"/>
              <a:ext cx="100539" cy="118819"/>
            </a:xfrm>
            <a:custGeom>
              <a:avLst/>
              <a:gdLst>
                <a:gd name="T0" fmla="*/ 24 w 41"/>
                <a:gd name="T1" fmla="*/ 48 h 48"/>
                <a:gd name="T2" fmla="*/ 2 w 41"/>
                <a:gd name="T3" fmla="*/ 25 h 48"/>
                <a:gd name="T4" fmla="*/ 18 w 41"/>
                <a:gd name="T5" fmla="*/ 0 h 48"/>
                <a:gd name="T6" fmla="*/ 39 w 41"/>
                <a:gd name="T7" fmla="*/ 23 h 48"/>
                <a:gd name="T8" fmla="*/ 24 w 41"/>
                <a:gd name="T9" fmla="*/ 48 h 48"/>
              </a:gdLst>
              <a:ahLst/>
              <a:cxnLst>
                <a:cxn ang="0">
                  <a:pos x="T0" y="T1"/>
                </a:cxn>
                <a:cxn ang="0">
                  <a:pos x="T2" y="T3"/>
                </a:cxn>
                <a:cxn ang="0">
                  <a:pos x="T4" y="T5"/>
                </a:cxn>
                <a:cxn ang="0">
                  <a:pos x="T6" y="T7"/>
                </a:cxn>
                <a:cxn ang="0">
                  <a:pos x="T8" y="T9"/>
                </a:cxn>
              </a:cxnLst>
              <a:rect l="0" t="0" r="r" b="b"/>
              <a:pathLst>
                <a:path w="41" h="48">
                  <a:moveTo>
                    <a:pt x="24" y="48"/>
                  </a:moveTo>
                  <a:cubicBezTo>
                    <a:pt x="13" y="48"/>
                    <a:pt x="4" y="38"/>
                    <a:pt x="2" y="25"/>
                  </a:cubicBezTo>
                  <a:cubicBezTo>
                    <a:pt x="0" y="12"/>
                    <a:pt x="7" y="1"/>
                    <a:pt x="18" y="0"/>
                  </a:cubicBezTo>
                  <a:cubicBezTo>
                    <a:pt x="27" y="0"/>
                    <a:pt x="38" y="10"/>
                    <a:pt x="39" y="23"/>
                  </a:cubicBezTo>
                  <a:cubicBezTo>
                    <a:pt x="41" y="36"/>
                    <a:pt x="34" y="47"/>
                    <a:pt x="24"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 name="Freeform 292">
              <a:extLst>
                <a:ext uri="{FF2B5EF4-FFF2-40B4-BE49-F238E27FC236}">
                  <a16:creationId xmlns:a16="http://schemas.microsoft.com/office/drawing/2014/main" id="{E54FD26C-F768-F26C-82FA-16E89D4DD606}"/>
                </a:ext>
              </a:extLst>
            </p:cNvPr>
            <p:cNvSpPr>
              <a:spLocks/>
            </p:cNvSpPr>
            <p:nvPr/>
          </p:nvSpPr>
          <p:spPr bwMode="auto">
            <a:xfrm rot="5094805">
              <a:off x="312122" y="5676095"/>
              <a:ext cx="98254" cy="127959"/>
            </a:xfrm>
            <a:custGeom>
              <a:avLst/>
              <a:gdLst>
                <a:gd name="T0" fmla="*/ 22 w 40"/>
                <a:gd name="T1" fmla="*/ 51 h 51"/>
                <a:gd name="T2" fmla="*/ 1 w 40"/>
                <a:gd name="T3" fmla="*/ 26 h 51"/>
                <a:gd name="T4" fmla="*/ 17 w 40"/>
                <a:gd name="T5" fmla="*/ 1 h 51"/>
                <a:gd name="T6" fmla="*/ 39 w 40"/>
                <a:gd name="T7" fmla="*/ 25 h 51"/>
                <a:gd name="T8" fmla="*/ 22 w 40"/>
                <a:gd name="T9" fmla="*/ 51 h 51"/>
              </a:gdLst>
              <a:ahLst/>
              <a:cxnLst>
                <a:cxn ang="0">
                  <a:pos x="T0" y="T1"/>
                </a:cxn>
                <a:cxn ang="0">
                  <a:pos x="T2" y="T3"/>
                </a:cxn>
                <a:cxn ang="0">
                  <a:pos x="T4" y="T5"/>
                </a:cxn>
                <a:cxn ang="0">
                  <a:pos x="T6" y="T7"/>
                </a:cxn>
                <a:cxn ang="0">
                  <a:pos x="T8" y="T9"/>
                </a:cxn>
              </a:cxnLst>
              <a:rect l="0" t="0" r="r" b="b"/>
              <a:pathLst>
                <a:path w="40" h="51">
                  <a:moveTo>
                    <a:pt x="22" y="51"/>
                  </a:moveTo>
                  <a:cubicBezTo>
                    <a:pt x="12" y="51"/>
                    <a:pt x="2" y="40"/>
                    <a:pt x="1" y="26"/>
                  </a:cubicBezTo>
                  <a:cubicBezTo>
                    <a:pt x="0" y="13"/>
                    <a:pt x="7" y="1"/>
                    <a:pt x="17" y="1"/>
                  </a:cubicBezTo>
                  <a:cubicBezTo>
                    <a:pt x="28" y="0"/>
                    <a:pt x="38" y="11"/>
                    <a:pt x="39" y="25"/>
                  </a:cubicBezTo>
                  <a:cubicBezTo>
                    <a:pt x="40" y="39"/>
                    <a:pt x="33" y="51"/>
                    <a:pt x="22"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 name="Freeform 293">
              <a:extLst>
                <a:ext uri="{FF2B5EF4-FFF2-40B4-BE49-F238E27FC236}">
                  <a16:creationId xmlns:a16="http://schemas.microsoft.com/office/drawing/2014/main" id="{5D57AF33-ED32-5BF2-D117-3FB61D17A711}"/>
                </a:ext>
              </a:extLst>
            </p:cNvPr>
            <p:cNvSpPr>
              <a:spLocks/>
            </p:cNvSpPr>
            <p:nvPr/>
          </p:nvSpPr>
          <p:spPr bwMode="auto">
            <a:xfrm rot="5094805">
              <a:off x="57614" y="3611116"/>
              <a:ext cx="95969" cy="34275"/>
            </a:xfrm>
            <a:custGeom>
              <a:avLst/>
              <a:gdLst>
                <a:gd name="T0" fmla="*/ 21 w 39"/>
                <a:gd name="T1" fmla="*/ 12 h 14"/>
                <a:gd name="T2" fmla="*/ 1 w 39"/>
                <a:gd name="T3" fmla="*/ 10 h 14"/>
                <a:gd name="T4" fmla="*/ 18 w 39"/>
                <a:gd name="T5" fmla="*/ 1 h 14"/>
                <a:gd name="T6" fmla="*/ 39 w 39"/>
                <a:gd name="T7" fmla="*/ 4 h 14"/>
                <a:gd name="T8" fmla="*/ 21 w 39"/>
                <a:gd name="T9" fmla="*/ 12 h 14"/>
              </a:gdLst>
              <a:ahLst/>
              <a:cxnLst>
                <a:cxn ang="0">
                  <a:pos x="T0" y="T1"/>
                </a:cxn>
                <a:cxn ang="0">
                  <a:pos x="T2" y="T3"/>
                </a:cxn>
                <a:cxn ang="0">
                  <a:pos x="T4" y="T5"/>
                </a:cxn>
                <a:cxn ang="0">
                  <a:pos x="T6" y="T7"/>
                </a:cxn>
                <a:cxn ang="0">
                  <a:pos x="T8" y="T9"/>
                </a:cxn>
              </a:cxnLst>
              <a:rect l="0" t="0" r="r" b="b"/>
              <a:pathLst>
                <a:path w="39" h="14">
                  <a:moveTo>
                    <a:pt x="21" y="12"/>
                  </a:moveTo>
                  <a:cubicBezTo>
                    <a:pt x="10" y="14"/>
                    <a:pt x="1" y="13"/>
                    <a:pt x="1" y="10"/>
                  </a:cubicBezTo>
                  <a:cubicBezTo>
                    <a:pt x="0" y="7"/>
                    <a:pt x="8" y="3"/>
                    <a:pt x="18" y="1"/>
                  </a:cubicBezTo>
                  <a:cubicBezTo>
                    <a:pt x="29" y="0"/>
                    <a:pt x="38" y="1"/>
                    <a:pt x="39" y="4"/>
                  </a:cubicBezTo>
                  <a:cubicBezTo>
                    <a:pt x="39" y="7"/>
                    <a:pt x="31" y="11"/>
                    <a:pt x="2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 name="Freeform 294">
              <a:extLst>
                <a:ext uri="{FF2B5EF4-FFF2-40B4-BE49-F238E27FC236}">
                  <a16:creationId xmlns:a16="http://schemas.microsoft.com/office/drawing/2014/main" id="{462F75E9-29D8-0531-F892-58E3A50B2C52}"/>
                </a:ext>
              </a:extLst>
            </p:cNvPr>
            <p:cNvSpPr>
              <a:spLocks/>
            </p:cNvSpPr>
            <p:nvPr/>
          </p:nvSpPr>
          <p:spPr bwMode="auto">
            <a:xfrm rot="5094805">
              <a:off x="7595" y="3424014"/>
              <a:ext cx="95969" cy="31990"/>
            </a:xfrm>
            <a:custGeom>
              <a:avLst/>
              <a:gdLst>
                <a:gd name="T0" fmla="*/ 20 w 39"/>
                <a:gd name="T1" fmla="*/ 12 h 13"/>
                <a:gd name="T2" fmla="*/ 1 w 39"/>
                <a:gd name="T3" fmla="*/ 10 h 13"/>
                <a:gd name="T4" fmla="*/ 18 w 39"/>
                <a:gd name="T5" fmla="*/ 2 h 13"/>
                <a:gd name="T6" fmla="*/ 38 w 39"/>
                <a:gd name="T7" fmla="*/ 4 h 13"/>
                <a:gd name="T8" fmla="*/ 20 w 39"/>
                <a:gd name="T9" fmla="*/ 12 h 13"/>
              </a:gdLst>
              <a:ahLst/>
              <a:cxnLst>
                <a:cxn ang="0">
                  <a:pos x="T0" y="T1"/>
                </a:cxn>
                <a:cxn ang="0">
                  <a:pos x="T2" y="T3"/>
                </a:cxn>
                <a:cxn ang="0">
                  <a:pos x="T4" y="T5"/>
                </a:cxn>
                <a:cxn ang="0">
                  <a:pos x="T6" y="T7"/>
                </a:cxn>
                <a:cxn ang="0">
                  <a:pos x="T8" y="T9"/>
                </a:cxn>
              </a:cxnLst>
              <a:rect l="0" t="0" r="r" b="b"/>
              <a:pathLst>
                <a:path w="39" h="13">
                  <a:moveTo>
                    <a:pt x="20" y="12"/>
                  </a:moveTo>
                  <a:cubicBezTo>
                    <a:pt x="10" y="13"/>
                    <a:pt x="1" y="13"/>
                    <a:pt x="1" y="10"/>
                  </a:cubicBezTo>
                  <a:cubicBezTo>
                    <a:pt x="0" y="8"/>
                    <a:pt x="8" y="4"/>
                    <a:pt x="18" y="2"/>
                  </a:cubicBezTo>
                  <a:cubicBezTo>
                    <a:pt x="29" y="0"/>
                    <a:pt x="38" y="1"/>
                    <a:pt x="38" y="4"/>
                  </a:cubicBezTo>
                  <a:cubicBezTo>
                    <a:pt x="39" y="6"/>
                    <a:pt x="31" y="10"/>
                    <a:pt x="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 name="Freeform 295">
              <a:extLst>
                <a:ext uri="{FF2B5EF4-FFF2-40B4-BE49-F238E27FC236}">
                  <a16:creationId xmlns:a16="http://schemas.microsoft.com/office/drawing/2014/main" id="{427EFCCE-BC36-19F4-4C4B-B535C8B22342}"/>
                </a:ext>
              </a:extLst>
            </p:cNvPr>
            <p:cNvSpPr>
              <a:spLocks/>
            </p:cNvSpPr>
            <p:nvPr/>
          </p:nvSpPr>
          <p:spPr bwMode="auto">
            <a:xfrm rot="5094805">
              <a:off x="-46146" y="3233701"/>
              <a:ext cx="98254" cy="29705"/>
            </a:xfrm>
            <a:custGeom>
              <a:avLst/>
              <a:gdLst>
                <a:gd name="T0" fmla="*/ 22 w 40"/>
                <a:gd name="T1" fmla="*/ 10 h 12"/>
                <a:gd name="T2" fmla="*/ 1 w 40"/>
                <a:gd name="T3" fmla="*/ 9 h 12"/>
                <a:gd name="T4" fmla="*/ 18 w 40"/>
                <a:gd name="T5" fmla="*/ 2 h 12"/>
                <a:gd name="T6" fmla="*/ 39 w 40"/>
                <a:gd name="T7" fmla="*/ 2 h 12"/>
                <a:gd name="T8" fmla="*/ 22 w 40"/>
                <a:gd name="T9" fmla="*/ 10 h 12"/>
              </a:gdLst>
              <a:ahLst/>
              <a:cxnLst>
                <a:cxn ang="0">
                  <a:pos x="T0" y="T1"/>
                </a:cxn>
                <a:cxn ang="0">
                  <a:pos x="T2" y="T3"/>
                </a:cxn>
                <a:cxn ang="0">
                  <a:pos x="T4" y="T5"/>
                </a:cxn>
                <a:cxn ang="0">
                  <a:pos x="T6" y="T7"/>
                </a:cxn>
                <a:cxn ang="0">
                  <a:pos x="T8" y="T9"/>
                </a:cxn>
              </a:cxnLst>
              <a:rect l="0" t="0" r="r" b="b"/>
              <a:pathLst>
                <a:path w="40" h="12">
                  <a:moveTo>
                    <a:pt x="22" y="10"/>
                  </a:moveTo>
                  <a:cubicBezTo>
                    <a:pt x="11" y="12"/>
                    <a:pt x="2" y="11"/>
                    <a:pt x="1" y="9"/>
                  </a:cubicBezTo>
                  <a:cubicBezTo>
                    <a:pt x="0" y="7"/>
                    <a:pt x="8" y="4"/>
                    <a:pt x="18" y="2"/>
                  </a:cubicBezTo>
                  <a:cubicBezTo>
                    <a:pt x="28" y="0"/>
                    <a:pt x="38" y="0"/>
                    <a:pt x="39" y="2"/>
                  </a:cubicBezTo>
                  <a:cubicBezTo>
                    <a:pt x="40" y="5"/>
                    <a:pt x="32" y="8"/>
                    <a:pt x="2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 name="Freeform 320">
              <a:extLst>
                <a:ext uri="{FF2B5EF4-FFF2-40B4-BE49-F238E27FC236}">
                  <a16:creationId xmlns:a16="http://schemas.microsoft.com/office/drawing/2014/main" id="{B2AFAFFC-8F49-264C-0BFC-5DD3AB74A76F}"/>
                </a:ext>
              </a:extLst>
            </p:cNvPr>
            <p:cNvSpPr>
              <a:spLocks/>
            </p:cNvSpPr>
            <p:nvPr/>
          </p:nvSpPr>
          <p:spPr bwMode="auto">
            <a:xfrm rot="5094805">
              <a:off x="616963" y="6808527"/>
              <a:ext cx="100539" cy="150808"/>
            </a:xfrm>
            <a:custGeom>
              <a:avLst/>
              <a:gdLst>
                <a:gd name="T0" fmla="*/ 23 w 41"/>
                <a:gd name="T1" fmla="*/ 57 h 61"/>
                <a:gd name="T2" fmla="*/ 1 w 41"/>
                <a:gd name="T3" fmla="*/ 38 h 61"/>
                <a:gd name="T4" fmla="*/ 17 w 41"/>
                <a:gd name="T5" fmla="*/ 4 h 61"/>
                <a:gd name="T6" fmla="*/ 39 w 41"/>
                <a:gd name="T7" fmla="*/ 23 h 61"/>
                <a:gd name="T8" fmla="*/ 23 w 41"/>
                <a:gd name="T9" fmla="*/ 57 h 61"/>
              </a:gdLst>
              <a:ahLst/>
              <a:cxnLst>
                <a:cxn ang="0">
                  <a:pos x="T0" y="T1"/>
                </a:cxn>
                <a:cxn ang="0">
                  <a:pos x="T2" y="T3"/>
                </a:cxn>
                <a:cxn ang="0">
                  <a:pos x="T4" y="T5"/>
                </a:cxn>
                <a:cxn ang="0">
                  <a:pos x="T6" y="T7"/>
                </a:cxn>
                <a:cxn ang="0">
                  <a:pos x="T8" y="T9"/>
                </a:cxn>
              </a:cxnLst>
              <a:rect l="0" t="0" r="r" b="b"/>
              <a:pathLst>
                <a:path w="41" h="61">
                  <a:moveTo>
                    <a:pt x="23" y="57"/>
                  </a:moveTo>
                  <a:cubicBezTo>
                    <a:pt x="12" y="61"/>
                    <a:pt x="3" y="53"/>
                    <a:pt x="1" y="38"/>
                  </a:cubicBezTo>
                  <a:cubicBezTo>
                    <a:pt x="0" y="23"/>
                    <a:pt x="7" y="8"/>
                    <a:pt x="17" y="4"/>
                  </a:cubicBezTo>
                  <a:cubicBezTo>
                    <a:pt x="27" y="0"/>
                    <a:pt x="38" y="9"/>
                    <a:pt x="39" y="23"/>
                  </a:cubicBezTo>
                  <a:cubicBezTo>
                    <a:pt x="41" y="38"/>
                    <a:pt x="34" y="53"/>
                    <a:pt x="23"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 name="Freeform 321">
              <a:extLst>
                <a:ext uri="{FF2B5EF4-FFF2-40B4-BE49-F238E27FC236}">
                  <a16:creationId xmlns:a16="http://schemas.microsoft.com/office/drawing/2014/main" id="{C6073D73-2E3E-96FC-BDCB-71458EC34B58}"/>
                </a:ext>
              </a:extLst>
            </p:cNvPr>
            <p:cNvSpPr>
              <a:spLocks/>
            </p:cNvSpPr>
            <p:nvPr/>
          </p:nvSpPr>
          <p:spPr bwMode="auto">
            <a:xfrm rot="5094805">
              <a:off x="537056" y="6621888"/>
              <a:ext cx="98254" cy="146238"/>
            </a:xfrm>
            <a:custGeom>
              <a:avLst/>
              <a:gdLst>
                <a:gd name="T0" fmla="*/ 22 w 40"/>
                <a:gd name="T1" fmla="*/ 58 h 60"/>
                <a:gd name="T2" fmla="*/ 1 w 40"/>
                <a:gd name="T3" fmla="*/ 34 h 60"/>
                <a:gd name="T4" fmla="*/ 18 w 40"/>
                <a:gd name="T5" fmla="*/ 2 h 60"/>
                <a:gd name="T6" fmla="*/ 39 w 40"/>
                <a:gd name="T7" fmla="*/ 25 h 60"/>
                <a:gd name="T8" fmla="*/ 22 w 40"/>
                <a:gd name="T9" fmla="*/ 58 h 60"/>
              </a:gdLst>
              <a:ahLst/>
              <a:cxnLst>
                <a:cxn ang="0">
                  <a:pos x="T0" y="T1"/>
                </a:cxn>
                <a:cxn ang="0">
                  <a:pos x="T2" y="T3"/>
                </a:cxn>
                <a:cxn ang="0">
                  <a:pos x="T4" y="T5"/>
                </a:cxn>
                <a:cxn ang="0">
                  <a:pos x="T6" y="T7"/>
                </a:cxn>
                <a:cxn ang="0">
                  <a:pos x="T8" y="T9"/>
                </a:cxn>
              </a:cxnLst>
              <a:rect l="0" t="0" r="r" b="b"/>
              <a:pathLst>
                <a:path w="40" h="60">
                  <a:moveTo>
                    <a:pt x="22" y="58"/>
                  </a:moveTo>
                  <a:cubicBezTo>
                    <a:pt x="11" y="60"/>
                    <a:pt x="2" y="50"/>
                    <a:pt x="1" y="34"/>
                  </a:cubicBezTo>
                  <a:cubicBezTo>
                    <a:pt x="0" y="19"/>
                    <a:pt x="8" y="4"/>
                    <a:pt x="18" y="2"/>
                  </a:cubicBezTo>
                  <a:cubicBezTo>
                    <a:pt x="28" y="0"/>
                    <a:pt x="38" y="10"/>
                    <a:pt x="39" y="25"/>
                  </a:cubicBezTo>
                  <a:cubicBezTo>
                    <a:pt x="40" y="40"/>
                    <a:pt x="32" y="55"/>
                    <a:pt x="22"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 name="Freeform 322">
              <a:extLst>
                <a:ext uri="{FF2B5EF4-FFF2-40B4-BE49-F238E27FC236}">
                  <a16:creationId xmlns:a16="http://schemas.microsoft.com/office/drawing/2014/main" id="{55203E90-A2B4-8E9C-7183-CF4833A47532}"/>
                </a:ext>
              </a:extLst>
            </p:cNvPr>
            <p:cNvSpPr>
              <a:spLocks/>
            </p:cNvSpPr>
            <p:nvPr/>
          </p:nvSpPr>
          <p:spPr bwMode="auto">
            <a:xfrm rot="5094805">
              <a:off x="470691" y="6426880"/>
              <a:ext cx="102824" cy="153093"/>
            </a:xfrm>
            <a:custGeom>
              <a:avLst/>
              <a:gdLst>
                <a:gd name="T0" fmla="*/ 24 w 41"/>
                <a:gd name="T1" fmla="*/ 59 h 62"/>
                <a:gd name="T2" fmla="*/ 2 w 41"/>
                <a:gd name="T3" fmla="*/ 36 h 62"/>
                <a:gd name="T4" fmla="*/ 18 w 41"/>
                <a:gd name="T5" fmla="*/ 2 h 62"/>
                <a:gd name="T6" fmla="*/ 40 w 41"/>
                <a:gd name="T7" fmla="*/ 26 h 62"/>
                <a:gd name="T8" fmla="*/ 24 w 41"/>
                <a:gd name="T9" fmla="*/ 59 h 62"/>
              </a:gdLst>
              <a:ahLst/>
              <a:cxnLst>
                <a:cxn ang="0">
                  <a:pos x="T0" y="T1"/>
                </a:cxn>
                <a:cxn ang="0">
                  <a:pos x="T2" y="T3"/>
                </a:cxn>
                <a:cxn ang="0">
                  <a:pos x="T4" y="T5"/>
                </a:cxn>
                <a:cxn ang="0">
                  <a:pos x="T6" y="T7"/>
                </a:cxn>
                <a:cxn ang="0">
                  <a:pos x="T8" y="T9"/>
                </a:cxn>
              </a:cxnLst>
              <a:rect l="0" t="0" r="r" b="b"/>
              <a:pathLst>
                <a:path w="41" h="62">
                  <a:moveTo>
                    <a:pt x="24" y="59"/>
                  </a:moveTo>
                  <a:cubicBezTo>
                    <a:pt x="13" y="62"/>
                    <a:pt x="3" y="51"/>
                    <a:pt x="2" y="36"/>
                  </a:cubicBezTo>
                  <a:cubicBezTo>
                    <a:pt x="0" y="20"/>
                    <a:pt x="7" y="5"/>
                    <a:pt x="18" y="2"/>
                  </a:cubicBezTo>
                  <a:cubicBezTo>
                    <a:pt x="28" y="0"/>
                    <a:pt x="38" y="11"/>
                    <a:pt x="40" y="26"/>
                  </a:cubicBezTo>
                  <a:cubicBezTo>
                    <a:pt x="41" y="42"/>
                    <a:pt x="34" y="57"/>
                    <a:pt x="2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 name="Freeform 323">
              <a:extLst>
                <a:ext uri="{FF2B5EF4-FFF2-40B4-BE49-F238E27FC236}">
                  <a16:creationId xmlns:a16="http://schemas.microsoft.com/office/drawing/2014/main" id="{A9F4EEB9-BC79-139E-38BD-F2B7D7C8A83E}"/>
                </a:ext>
              </a:extLst>
            </p:cNvPr>
            <p:cNvSpPr>
              <a:spLocks/>
            </p:cNvSpPr>
            <p:nvPr/>
          </p:nvSpPr>
          <p:spPr bwMode="auto">
            <a:xfrm rot="5094805">
              <a:off x="422755" y="6237502"/>
              <a:ext cx="98254" cy="150808"/>
            </a:xfrm>
            <a:custGeom>
              <a:avLst/>
              <a:gdLst>
                <a:gd name="T0" fmla="*/ 23 w 40"/>
                <a:gd name="T1" fmla="*/ 59 h 61"/>
                <a:gd name="T2" fmla="*/ 1 w 40"/>
                <a:gd name="T3" fmla="*/ 34 h 61"/>
                <a:gd name="T4" fmla="*/ 17 w 40"/>
                <a:gd name="T5" fmla="*/ 2 h 61"/>
                <a:gd name="T6" fmla="*/ 39 w 40"/>
                <a:gd name="T7" fmla="*/ 27 h 61"/>
                <a:gd name="T8" fmla="*/ 23 w 40"/>
                <a:gd name="T9" fmla="*/ 59 h 61"/>
              </a:gdLst>
              <a:ahLst/>
              <a:cxnLst>
                <a:cxn ang="0">
                  <a:pos x="T0" y="T1"/>
                </a:cxn>
                <a:cxn ang="0">
                  <a:pos x="T2" y="T3"/>
                </a:cxn>
                <a:cxn ang="0">
                  <a:pos x="T4" y="T5"/>
                </a:cxn>
                <a:cxn ang="0">
                  <a:pos x="T6" y="T7"/>
                </a:cxn>
                <a:cxn ang="0">
                  <a:pos x="T8" y="T9"/>
                </a:cxn>
              </a:cxnLst>
              <a:rect l="0" t="0" r="r" b="b"/>
              <a:pathLst>
                <a:path w="40" h="61">
                  <a:moveTo>
                    <a:pt x="23" y="59"/>
                  </a:moveTo>
                  <a:cubicBezTo>
                    <a:pt x="12" y="61"/>
                    <a:pt x="3" y="50"/>
                    <a:pt x="1" y="34"/>
                  </a:cubicBezTo>
                  <a:cubicBezTo>
                    <a:pt x="0" y="18"/>
                    <a:pt x="7" y="4"/>
                    <a:pt x="17" y="2"/>
                  </a:cubicBezTo>
                  <a:cubicBezTo>
                    <a:pt x="27" y="0"/>
                    <a:pt x="37" y="11"/>
                    <a:pt x="39" y="27"/>
                  </a:cubicBezTo>
                  <a:cubicBezTo>
                    <a:pt x="40" y="43"/>
                    <a:pt x="33" y="57"/>
                    <a:pt x="23"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 name="Freeform 324">
              <a:extLst>
                <a:ext uri="{FF2B5EF4-FFF2-40B4-BE49-F238E27FC236}">
                  <a16:creationId xmlns:a16="http://schemas.microsoft.com/office/drawing/2014/main" id="{A5FA46E1-AFF7-025A-06CD-CA4B7669D0BC}"/>
                </a:ext>
              </a:extLst>
            </p:cNvPr>
            <p:cNvSpPr>
              <a:spLocks/>
            </p:cNvSpPr>
            <p:nvPr/>
          </p:nvSpPr>
          <p:spPr bwMode="auto">
            <a:xfrm rot="5094805">
              <a:off x="375011" y="6052482"/>
              <a:ext cx="98254" cy="143953"/>
            </a:xfrm>
            <a:custGeom>
              <a:avLst/>
              <a:gdLst>
                <a:gd name="T0" fmla="*/ 22 w 40"/>
                <a:gd name="T1" fmla="*/ 57 h 58"/>
                <a:gd name="T2" fmla="*/ 1 w 40"/>
                <a:gd name="T3" fmla="*/ 31 h 58"/>
                <a:gd name="T4" fmla="*/ 17 w 40"/>
                <a:gd name="T5" fmla="*/ 1 h 58"/>
                <a:gd name="T6" fmla="*/ 39 w 40"/>
                <a:gd name="T7" fmla="*/ 27 h 58"/>
                <a:gd name="T8" fmla="*/ 22 w 40"/>
                <a:gd name="T9" fmla="*/ 57 h 58"/>
              </a:gdLst>
              <a:ahLst/>
              <a:cxnLst>
                <a:cxn ang="0">
                  <a:pos x="T0" y="T1"/>
                </a:cxn>
                <a:cxn ang="0">
                  <a:pos x="T2" y="T3"/>
                </a:cxn>
                <a:cxn ang="0">
                  <a:pos x="T4" y="T5"/>
                </a:cxn>
                <a:cxn ang="0">
                  <a:pos x="T6" y="T7"/>
                </a:cxn>
                <a:cxn ang="0">
                  <a:pos x="T8" y="T9"/>
                </a:cxn>
              </a:cxnLst>
              <a:rect l="0" t="0" r="r" b="b"/>
              <a:pathLst>
                <a:path w="40" h="58">
                  <a:moveTo>
                    <a:pt x="22" y="57"/>
                  </a:moveTo>
                  <a:cubicBezTo>
                    <a:pt x="11" y="58"/>
                    <a:pt x="2" y="46"/>
                    <a:pt x="1" y="31"/>
                  </a:cubicBezTo>
                  <a:cubicBezTo>
                    <a:pt x="0" y="15"/>
                    <a:pt x="7" y="2"/>
                    <a:pt x="17" y="1"/>
                  </a:cubicBezTo>
                  <a:cubicBezTo>
                    <a:pt x="28" y="0"/>
                    <a:pt x="37" y="12"/>
                    <a:pt x="39" y="27"/>
                  </a:cubicBezTo>
                  <a:cubicBezTo>
                    <a:pt x="40" y="42"/>
                    <a:pt x="32" y="56"/>
                    <a:pt x="22"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 name="Freeform 325">
              <a:extLst>
                <a:ext uri="{FF2B5EF4-FFF2-40B4-BE49-F238E27FC236}">
                  <a16:creationId xmlns:a16="http://schemas.microsoft.com/office/drawing/2014/main" id="{9F46B658-CC64-158E-A639-D100CA62F652}"/>
                </a:ext>
              </a:extLst>
            </p:cNvPr>
            <p:cNvSpPr>
              <a:spLocks/>
            </p:cNvSpPr>
            <p:nvPr/>
          </p:nvSpPr>
          <p:spPr bwMode="auto">
            <a:xfrm rot="5094805">
              <a:off x="338340" y="5864076"/>
              <a:ext cx="100539" cy="134814"/>
            </a:xfrm>
            <a:custGeom>
              <a:avLst/>
              <a:gdLst>
                <a:gd name="T0" fmla="*/ 23 w 40"/>
                <a:gd name="T1" fmla="*/ 54 h 55"/>
                <a:gd name="T2" fmla="*/ 1 w 40"/>
                <a:gd name="T3" fmla="*/ 29 h 55"/>
                <a:gd name="T4" fmla="*/ 18 w 40"/>
                <a:gd name="T5" fmla="*/ 1 h 55"/>
                <a:gd name="T6" fmla="*/ 39 w 40"/>
                <a:gd name="T7" fmla="*/ 26 h 55"/>
                <a:gd name="T8" fmla="*/ 23 w 40"/>
                <a:gd name="T9" fmla="*/ 54 h 55"/>
              </a:gdLst>
              <a:ahLst/>
              <a:cxnLst>
                <a:cxn ang="0">
                  <a:pos x="T0" y="T1"/>
                </a:cxn>
                <a:cxn ang="0">
                  <a:pos x="T2" y="T3"/>
                </a:cxn>
                <a:cxn ang="0">
                  <a:pos x="T4" y="T5"/>
                </a:cxn>
                <a:cxn ang="0">
                  <a:pos x="T6" y="T7"/>
                </a:cxn>
                <a:cxn ang="0">
                  <a:pos x="T8" y="T9"/>
                </a:cxn>
              </a:cxnLst>
              <a:rect l="0" t="0" r="r" b="b"/>
              <a:pathLst>
                <a:path w="40" h="55">
                  <a:moveTo>
                    <a:pt x="23" y="54"/>
                  </a:moveTo>
                  <a:cubicBezTo>
                    <a:pt x="12" y="55"/>
                    <a:pt x="3" y="44"/>
                    <a:pt x="1" y="29"/>
                  </a:cubicBezTo>
                  <a:cubicBezTo>
                    <a:pt x="0" y="15"/>
                    <a:pt x="7" y="2"/>
                    <a:pt x="18" y="1"/>
                  </a:cubicBezTo>
                  <a:cubicBezTo>
                    <a:pt x="28" y="0"/>
                    <a:pt x="38" y="12"/>
                    <a:pt x="39" y="26"/>
                  </a:cubicBezTo>
                  <a:cubicBezTo>
                    <a:pt x="40" y="41"/>
                    <a:pt x="33" y="54"/>
                    <a:pt x="23"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 name="Freeform 339">
              <a:extLst>
                <a:ext uri="{FF2B5EF4-FFF2-40B4-BE49-F238E27FC236}">
                  <a16:creationId xmlns:a16="http://schemas.microsoft.com/office/drawing/2014/main" id="{E756DCA1-B5B0-EB37-B556-A736FC1B609A}"/>
                </a:ext>
              </a:extLst>
            </p:cNvPr>
            <p:cNvSpPr>
              <a:spLocks/>
            </p:cNvSpPr>
            <p:nvPr/>
          </p:nvSpPr>
          <p:spPr bwMode="auto">
            <a:xfrm rot="5094805">
              <a:off x="-50904" y="3131088"/>
              <a:ext cx="93684" cy="25135"/>
            </a:xfrm>
            <a:custGeom>
              <a:avLst/>
              <a:gdLst>
                <a:gd name="T0" fmla="*/ 18 w 38"/>
                <a:gd name="T1" fmla="*/ 2 h 10"/>
                <a:gd name="T2" fmla="*/ 38 w 38"/>
                <a:gd name="T3" fmla="*/ 2 h 10"/>
                <a:gd name="T4" fmla="*/ 21 w 38"/>
                <a:gd name="T5" fmla="*/ 9 h 10"/>
                <a:gd name="T6" fmla="*/ 1 w 38"/>
                <a:gd name="T7" fmla="*/ 9 h 10"/>
                <a:gd name="T8" fmla="*/ 18 w 38"/>
                <a:gd name="T9" fmla="*/ 2 h 10"/>
              </a:gdLst>
              <a:ahLst/>
              <a:cxnLst>
                <a:cxn ang="0">
                  <a:pos x="T0" y="T1"/>
                </a:cxn>
                <a:cxn ang="0">
                  <a:pos x="T2" y="T3"/>
                </a:cxn>
                <a:cxn ang="0">
                  <a:pos x="T4" y="T5"/>
                </a:cxn>
                <a:cxn ang="0">
                  <a:pos x="T6" y="T7"/>
                </a:cxn>
                <a:cxn ang="0">
                  <a:pos x="T8" y="T9"/>
                </a:cxn>
              </a:cxnLst>
              <a:rect l="0" t="0" r="r" b="b"/>
              <a:pathLst>
                <a:path w="38" h="10">
                  <a:moveTo>
                    <a:pt x="18" y="2"/>
                  </a:moveTo>
                  <a:cubicBezTo>
                    <a:pt x="29" y="0"/>
                    <a:pt x="37" y="0"/>
                    <a:pt x="38" y="2"/>
                  </a:cubicBezTo>
                  <a:cubicBezTo>
                    <a:pt x="38" y="4"/>
                    <a:pt x="31" y="7"/>
                    <a:pt x="21" y="9"/>
                  </a:cubicBezTo>
                  <a:cubicBezTo>
                    <a:pt x="11" y="10"/>
                    <a:pt x="2" y="10"/>
                    <a:pt x="1" y="9"/>
                  </a:cubicBezTo>
                  <a:cubicBezTo>
                    <a:pt x="0" y="7"/>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 name="Freeform 340">
              <a:extLst>
                <a:ext uri="{FF2B5EF4-FFF2-40B4-BE49-F238E27FC236}">
                  <a16:creationId xmlns:a16="http://schemas.microsoft.com/office/drawing/2014/main" id="{937D9E62-314A-7458-D031-5D8A60DA30E2}"/>
                </a:ext>
              </a:extLst>
            </p:cNvPr>
            <p:cNvSpPr>
              <a:spLocks/>
            </p:cNvSpPr>
            <p:nvPr/>
          </p:nvSpPr>
          <p:spPr bwMode="auto">
            <a:xfrm rot="5094805">
              <a:off x="350" y="3319126"/>
              <a:ext cx="95969" cy="27420"/>
            </a:xfrm>
            <a:custGeom>
              <a:avLst/>
              <a:gdLst>
                <a:gd name="T0" fmla="*/ 18 w 39"/>
                <a:gd name="T1" fmla="*/ 2 h 11"/>
                <a:gd name="T2" fmla="*/ 38 w 39"/>
                <a:gd name="T3" fmla="*/ 2 h 11"/>
                <a:gd name="T4" fmla="*/ 22 w 39"/>
                <a:gd name="T5" fmla="*/ 9 h 11"/>
                <a:gd name="T6" fmla="*/ 1 w 39"/>
                <a:gd name="T7" fmla="*/ 9 h 11"/>
                <a:gd name="T8" fmla="*/ 18 w 39"/>
                <a:gd name="T9" fmla="*/ 2 h 11"/>
              </a:gdLst>
              <a:ahLst/>
              <a:cxnLst>
                <a:cxn ang="0">
                  <a:pos x="T0" y="T1"/>
                </a:cxn>
                <a:cxn ang="0">
                  <a:pos x="T2" y="T3"/>
                </a:cxn>
                <a:cxn ang="0">
                  <a:pos x="T4" y="T5"/>
                </a:cxn>
                <a:cxn ang="0">
                  <a:pos x="T6" y="T7"/>
                </a:cxn>
                <a:cxn ang="0">
                  <a:pos x="T8" y="T9"/>
                </a:cxn>
              </a:cxnLst>
              <a:rect l="0" t="0" r="r" b="b"/>
              <a:pathLst>
                <a:path w="39" h="11">
                  <a:moveTo>
                    <a:pt x="18" y="2"/>
                  </a:moveTo>
                  <a:cubicBezTo>
                    <a:pt x="29" y="0"/>
                    <a:pt x="37" y="0"/>
                    <a:pt x="38" y="2"/>
                  </a:cubicBezTo>
                  <a:cubicBezTo>
                    <a:pt x="39" y="4"/>
                    <a:pt x="31" y="8"/>
                    <a:pt x="22" y="9"/>
                  </a:cubicBezTo>
                  <a:cubicBezTo>
                    <a:pt x="12" y="11"/>
                    <a:pt x="2" y="11"/>
                    <a:pt x="1" y="9"/>
                  </a:cubicBezTo>
                  <a:cubicBezTo>
                    <a:pt x="0" y="7"/>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 name="Freeform 341">
              <a:extLst>
                <a:ext uri="{FF2B5EF4-FFF2-40B4-BE49-F238E27FC236}">
                  <a16:creationId xmlns:a16="http://schemas.microsoft.com/office/drawing/2014/main" id="{7149F312-63D5-DFEB-7FEE-E49125634661}"/>
                </a:ext>
              </a:extLst>
            </p:cNvPr>
            <p:cNvSpPr>
              <a:spLocks/>
            </p:cNvSpPr>
            <p:nvPr/>
          </p:nvSpPr>
          <p:spPr bwMode="auto">
            <a:xfrm rot="5094805">
              <a:off x="55017" y="3505717"/>
              <a:ext cx="98254" cy="31990"/>
            </a:xfrm>
            <a:custGeom>
              <a:avLst/>
              <a:gdLst>
                <a:gd name="T0" fmla="*/ 38 w 39"/>
                <a:gd name="T1" fmla="*/ 3 h 13"/>
                <a:gd name="T2" fmla="*/ 21 w 39"/>
                <a:gd name="T3" fmla="*/ 12 h 13"/>
                <a:gd name="T4" fmla="*/ 1 w 39"/>
                <a:gd name="T5" fmla="*/ 11 h 13"/>
                <a:gd name="T6" fmla="*/ 18 w 39"/>
                <a:gd name="T7" fmla="*/ 3 h 13"/>
                <a:gd name="T8" fmla="*/ 38 w 39"/>
                <a:gd name="T9" fmla="*/ 3 h 13"/>
              </a:gdLst>
              <a:ahLst/>
              <a:cxnLst>
                <a:cxn ang="0">
                  <a:pos x="T0" y="T1"/>
                </a:cxn>
                <a:cxn ang="0">
                  <a:pos x="T2" y="T3"/>
                </a:cxn>
                <a:cxn ang="0">
                  <a:pos x="T4" y="T5"/>
                </a:cxn>
                <a:cxn ang="0">
                  <a:pos x="T6" y="T7"/>
                </a:cxn>
                <a:cxn ang="0">
                  <a:pos x="T8" y="T9"/>
                </a:cxn>
              </a:cxnLst>
              <a:rect l="0" t="0" r="r" b="b"/>
              <a:pathLst>
                <a:path w="39" h="13">
                  <a:moveTo>
                    <a:pt x="38" y="3"/>
                  </a:moveTo>
                  <a:cubicBezTo>
                    <a:pt x="39" y="6"/>
                    <a:pt x="31" y="10"/>
                    <a:pt x="21" y="12"/>
                  </a:cubicBezTo>
                  <a:cubicBezTo>
                    <a:pt x="12" y="13"/>
                    <a:pt x="3" y="13"/>
                    <a:pt x="1" y="11"/>
                  </a:cubicBezTo>
                  <a:cubicBezTo>
                    <a:pt x="0" y="9"/>
                    <a:pt x="8" y="5"/>
                    <a:pt x="18" y="3"/>
                  </a:cubicBezTo>
                  <a:cubicBezTo>
                    <a:pt x="28" y="0"/>
                    <a:pt x="37" y="1"/>
                    <a:pt x="3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 name="Freeform 342">
              <a:extLst>
                <a:ext uri="{FF2B5EF4-FFF2-40B4-BE49-F238E27FC236}">
                  <a16:creationId xmlns:a16="http://schemas.microsoft.com/office/drawing/2014/main" id="{73F566E9-3BEA-A288-F5AB-10025E20660A}"/>
                </a:ext>
              </a:extLst>
            </p:cNvPr>
            <p:cNvSpPr>
              <a:spLocks/>
            </p:cNvSpPr>
            <p:nvPr/>
          </p:nvSpPr>
          <p:spPr bwMode="auto">
            <a:xfrm rot="5094805">
              <a:off x="110938" y="3693648"/>
              <a:ext cx="93684" cy="36560"/>
            </a:xfrm>
            <a:custGeom>
              <a:avLst/>
              <a:gdLst>
                <a:gd name="T0" fmla="*/ 18 w 38"/>
                <a:gd name="T1" fmla="*/ 2 h 15"/>
                <a:gd name="T2" fmla="*/ 37 w 38"/>
                <a:gd name="T3" fmla="*/ 4 h 15"/>
                <a:gd name="T4" fmla="*/ 21 w 38"/>
                <a:gd name="T5" fmla="*/ 13 h 15"/>
                <a:gd name="T6" fmla="*/ 0 w 38"/>
                <a:gd name="T7" fmla="*/ 11 h 15"/>
                <a:gd name="T8" fmla="*/ 18 w 38"/>
                <a:gd name="T9" fmla="*/ 2 h 15"/>
              </a:gdLst>
              <a:ahLst/>
              <a:cxnLst>
                <a:cxn ang="0">
                  <a:pos x="T0" y="T1"/>
                </a:cxn>
                <a:cxn ang="0">
                  <a:pos x="T2" y="T3"/>
                </a:cxn>
                <a:cxn ang="0">
                  <a:pos x="T4" y="T5"/>
                </a:cxn>
                <a:cxn ang="0">
                  <a:pos x="T6" y="T7"/>
                </a:cxn>
                <a:cxn ang="0">
                  <a:pos x="T8" y="T9"/>
                </a:cxn>
              </a:cxnLst>
              <a:rect l="0" t="0" r="r" b="b"/>
              <a:pathLst>
                <a:path w="38" h="15">
                  <a:moveTo>
                    <a:pt x="18" y="2"/>
                  </a:moveTo>
                  <a:cubicBezTo>
                    <a:pt x="28" y="0"/>
                    <a:pt x="37" y="1"/>
                    <a:pt x="37" y="4"/>
                  </a:cubicBezTo>
                  <a:cubicBezTo>
                    <a:pt x="38" y="7"/>
                    <a:pt x="30" y="11"/>
                    <a:pt x="21" y="13"/>
                  </a:cubicBezTo>
                  <a:cubicBezTo>
                    <a:pt x="11" y="15"/>
                    <a:pt x="1" y="14"/>
                    <a:pt x="0" y="11"/>
                  </a:cubicBezTo>
                  <a:cubicBezTo>
                    <a:pt x="0" y="8"/>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 name="Freeform 343">
              <a:extLst>
                <a:ext uri="{FF2B5EF4-FFF2-40B4-BE49-F238E27FC236}">
                  <a16:creationId xmlns:a16="http://schemas.microsoft.com/office/drawing/2014/main" id="{E88F8EEF-EB3A-0B5C-C96C-9A2363197E2B}"/>
                </a:ext>
              </a:extLst>
            </p:cNvPr>
            <p:cNvSpPr>
              <a:spLocks/>
            </p:cNvSpPr>
            <p:nvPr/>
          </p:nvSpPr>
          <p:spPr bwMode="auto">
            <a:xfrm rot="5094805">
              <a:off x="167785" y="3877858"/>
              <a:ext cx="93684" cy="43415"/>
            </a:xfrm>
            <a:custGeom>
              <a:avLst/>
              <a:gdLst>
                <a:gd name="T0" fmla="*/ 18 w 38"/>
                <a:gd name="T1" fmla="*/ 2 h 17"/>
                <a:gd name="T2" fmla="*/ 38 w 38"/>
                <a:gd name="T3" fmla="*/ 6 h 17"/>
                <a:gd name="T4" fmla="*/ 21 w 38"/>
                <a:gd name="T5" fmla="*/ 16 h 17"/>
                <a:gd name="T6" fmla="*/ 1 w 38"/>
                <a:gd name="T7" fmla="*/ 12 h 17"/>
                <a:gd name="T8" fmla="*/ 18 w 38"/>
                <a:gd name="T9" fmla="*/ 2 h 17"/>
              </a:gdLst>
              <a:ahLst/>
              <a:cxnLst>
                <a:cxn ang="0">
                  <a:pos x="T0" y="T1"/>
                </a:cxn>
                <a:cxn ang="0">
                  <a:pos x="T2" y="T3"/>
                </a:cxn>
                <a:cxn ang="0">
                  <a:pos x="T4" y="T5"/>
                </a:cxn>
                <a:cxn ang="0">
                  <a:pos x="T6" y="T7"/>
                </a:cxn>
                <a:cxn ang="0">
                  <a:pos x="T8" y="T9"/>
                </a:cxn>
              </a:cxnLst>
              <a:rect l="0" t="0" r="r" b="b"/>
              <a:pathLst>
                <a:path w="38" h="17">
                  <a:moveTo>
                    <a:pt x="18" y="2"/>
                  </a:moveTo>
                  <a:cubicBezTo>
                    <a:pt x="28" y="0"/>
                    <a:pt x="37" y="2"/>
                    <a:pt x="38" y="6"/>
                  </a:cubicBezTo>
                  <a:cubicBezTo>
                    <a:pt x="38" y="10"/>
                    <a:pt x="31" y="14"/>
                    <a:pt x="21" y="16"/>
                  </a:cubicBezTo>
                  <a:cubicBezTo>
                    <a:pt x="11" y="17"/>
                    <a:pt x="1" y="16"/>
                    <a:pt x="1" y="12"/>
                  </a:cubicBezTo>
                  <a:cubicBezTo>
                    <a:pt x="0" y="9"/>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 name="Freeform 344">
              <a:extLst>
                <a:ext uri="{FF2B5EF4-FFF2-40B4-BE49-F238E27FC236}">
                  <a16:creationId xmlns:a16="http://schemas.microsoft.com/office/drawing/2014/main" id="{47A560F9-59CC-6C9A-84BC-BBD8796965A9}"/>
                </a:ext>
              </a:extLst>
            </p:cNvPr>
            <p:cNvSpPr>
              <a:spLocks/>
            </p:cNvSpPr>
            <p:nvPr/>
          </p:nvSpPr>
          <p:spPr bwMode="auto">
            <a:xfrm rot="5094805">
              <a:off x="216763" y="4066098"/>
              <a:ext cx="95969" cy="45700"/>
            </a:xfrm>
            <a:custGeom>
              <a:avLst/>
              <a:gdLst>
                <a:gd name="T0" fmla="*/ 38 w 39"/>
                <a:gd name="T1" fmla="*/ 6 h 18"/>
                <a:gd name="T2" fmla="*/ 21 w 39"/>
                <a:gd name="T3" fmla="*/ 17 h 18"/>
                <a:gd name="T4" fmla="*/ 1 w 39"/>
                <a:gd name="T5" fmla="*/ 12 h 18"/>
                <a:gd name="T6" fmla="*/ 17 w 39"/>
                <a:gd name="T7" fmla="*/ 2 h 18"/>
                <a:gd name="T8" fmla="*/ 38 w 39"/>
                <a:gd name="T9" fmla="*/ 6 h 18"/>
              </a:gdLst>
              <a:ahLst/>
              <a:cxnLst>
                <a:cxn ang="0">
                  <a:pos x="T0" y="T1"/>
                </a:cxn>
                <a:cxn ang="0">
                  <a:pos x="T2" y="T3"/>
                </a:cxn>
                <a:cxn ang="0">
                  <a:pos x="T4" y="T5"/>
                </a:cxn>
                <a:cxn ang="0">
                  <a:pos x="T6" y="T7"/>
                </a:cxn>
                <a:cxn ang="0">
                  <a:pos x="T8" y="T9"/>
                </a:cxn>
              </a:cxnLst>
              <a:rect l="0" t="0" r="r" b="b"/>
              <a:pathLst>
                <a:path w="39" h="18">
                  <a:moveTo>
                    <a:pt x="38" y="6"/>
                  </a:moveTo>
                  <a:cubicBezTo>
                    <a:pt x="39" y="11"/>
                    <a:pt x="31" y="16"/>
                    <a:pt x="21" y="17"/>
                  </a:cubicBezTo>
                  <a:cubicBezTo>
                    <a:pt x="11" y="18"/>
                    <a:pt x="1" y="16"/>
                    <a:pt x="1" y="12"/>
                  </a:cubicBezTo>
                  <a:cubicBezTo>
                    <a:pt x="0" y="8"/>
                    <a:pt x="7" y="3"/>
                    <a:pt x="17" y="2"/>
                  </a:cubicBezTo>
                  <a:cubicBezTo>
                    <a:pt x="27" y="0"/>
                    <a:pt x="36" y="2"/>
                    <a:pt x="3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 name="Freeform 345">
              <a:extLst>
                <a:ext uri="{FF2B5EF4-FFF2-40B4-BE49-F238E27FC236}">
                  <a16:creationId xmlns:a16="http://schemas.microsoft.com/office/drawing/2014/main" id="{9990BDC2-5BB0-2927-B2A0-85ED207D11EF}"/>
                </a:ext>
              </a:extLst>
            </p:cNvPr>
            <p:cNvSpPr>
              <a:spLocks/>
            </p:cNvSpPr>
            <p:nvPr/>
          </p:nvSpPr>
          <p:spPr bwMode="auto">
            <a:xfrm rot="5094805">
              <a:off x="257881" y="4254001"/>
              <a:ext cx="95969" cy="52554"/>
            </a:xfrm>
            <a:custGeom>
              <a:avLst/>
              <a:gdLst>
                <a:gd name="T0" fmla="*/ 38 w 39"/>
                <a:gd name="T1" fmla="*/ 9 h 21"/>
                <a:gd name="T2" fmla="*/ 21 w 39"/>
                <a:gd name="T3" fmla="*/ 20 h 21"/>
                <a:gd name="T4" fmla="*/ 1 w 39"/>
                <a:gd name="T5" fmla="*/ 13 h 21"/>
                <a:gd name="T6" fmla="*/ 18 w 39"/>
                <a:gd name="T7" fmla="*/ 1 h 21"/>
                <a:gd name="T8" fmla="*/ 38 w 39"/>
                <a:gd name="T9" fmla="*/ 9 h 21"/>
              </a:gdLst>
              <a:ahLst/>
              <a:cxnLst>
                <a:cxn ang="0">
                  <a:pos x="T0" y="T1"/>
                </a:cxn>
                <a:cxn ang="0">
                  <a:pos x="T2" y="T3"/>
                </a:cxn>
                <a:cxn ang="0">
                  <a:pos x="T4" y="T5"/>
                </a:cxn>
                <a:cxn ang="0">
                  <a:pos x="T6" y="T7"/>
                </a:cxn>
                <a:cxn ang="0">
                  <a:pos x="T8" y="T9"/>
                </a:cxn>
              </a:cxnLst>
              <a:rect l="0" t="0" r="r" b="b"/>
              <a:pathLst>
                <a:path w="39" h="21">
                  <a:moveTo>
                    <a:pt x="38" y="9"/>
                  </a:moveTo>
                  <a:cubicBezTo>
                    <a:pt x="39" y="15"/>
                    <a:pt x="31" y="20"/>
                    <a:pt x="21" y="20"/>
                  </a:cubicBezTo>
                  <a:cubicBezTo>
                    <a:pt x="11" y="21"/>
                    <a:pt x="2" y="17"/>
                    <a:pt x="1" y="13"/>
                  </a:cubicBezTo>
                  <a:cubicBezTo>
                    <a:pt x="0" y="8"/>
                    <a:pt x="8" y="2"/>
                    <a:pt x="18" y="1"/>
                  </a:cubicBezTo>
                  <a:cubicBezTo>
                    <a:pt x="28" y="0"/>
                    <a:pt x="37" y="3"/>
                    <a:pt x="3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 name="Freeform 346">
              <a:extLst>
                <a:ext uri="{FF2B5EF4-FFF2-40B4-BE49-F238E27FC236}">
                  <a16:creationId xmlns:a16="http://schemas.microsoft.com/office/drawing/2014/main" id="{6E3022BA-39E9-8AF0-C03F-4EC3A19C7891}"/>
                </a:ext>
              </a:extLst>
            </p:cNvPr>
            <p:cNvSpPr>
              <a:spLocks/>
            </p:cNvSpPr>
            <p:nvPr/>
          </p:nvSpPr>
          <p:spPr bwMode="auto">
            <a:xfrm rot="5094805">
              <a:off x="288554" y="4441683"/>
              <a:ext cx="95969" cy="57124"/>
            </a:xfrm>
            <a:custGeom>
              <a:avLst/>
              <a:gdLst>
                <a:gd name="T0" fmla="*/ 19 w 39"/>
                <a:gd name="T1" fmla="*/ 0 h 23"/>
                <a:gd name="T2" fmla="*/ 38 w 39"/>
                <a:gd name="T3" fmla="*/ 11 h 23"/>
                <a:gd name="T4" fmla="*/ 22 w 39"/>
                <a:gd name="T5" fmla="*/ 23 h 23"/>
                <a:gd name="T6" fmla="*/ 1 w 39"/>
                <a:gd name="T7" fmla="*/ 13 h 23"/>
                <a:gd name="T8" fmla="*/ 19 w 39"/>
                <a:gd name="T9" fmla="*/ 0 h 23"/>
              </a:gdLst>
              <a:ahLst/>
              <a:cxnLst>
                <a:cxn ang="0">
                  <a:pos x="T0" y="T1"/>
                </a:cxn>
                <a:cxn ang="0">
                  <a:pos x="T2" y="T3"/>
                </a:cxn>
                <a:cxn ang="0">
                  <a:pos x="T4" y="T5"/>
                </a:cxn>
                <a:cxn ang="0">
                  <a:pos x="T6" y="T7"/>
                </a:cxn>
                <a:cxn ang="0">
                  <a:pos x="T8" y="T9"/>
                </a:cxn>
              </a:cxnLst>
              <a:rect l="0" t="0" r="r" b="b"/>
              <a:pathLst>
                <a:path w="39" h="23">
                  <a:moveTo>
                    <a:pt x="19" y="0"/>
                  </a:moveTo>
                  <a:cubicBezTo>
                    <a:pt x="29" y="0"/>
                    <a:pt x="38" y="4"/>
                    <a:pt x="38" y="11"/>
                  </a:cubicBezTo>
                  <a:cubicBezTo>
                    <a:pt x="39" y="18"/>
                    <a:pt x="31" y="23"/>
                    <a:pt x="22" y="23"/>
                  </a:cubicBezTo>
                  <a:cubicBezTo>
                    <a:pt x="12" y="23"/>
                    <a:pt x="2" y="18"/>
                    <a:pt x="1" y="13"/>
                  </a:cubicBezTo>
                  <a:cubicBezTo>
                    <a:pt x="0" y="6"/>
                    <a:pt x="8" y="1"/>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 name="Freeform 347">
              <a:extLst>
                <a:ext uri="{FF2B5EF4-FFF2-40B4-BE49-F238E27FC236}">
                  <a16:creationId xmlns:a16="http://schemas.microsoft.com/office/drawing/2014/main" id="{25D7DD98-2115-7E43-19CB-63AFB0113C27}"/>
                </a:ext>
              </a:extLst>
            </p:cNvPr>
            <p:cNvSpPr>
              <a:spLocks/>
            </p:cNvSpPr>
            <p:nvPr/>
          </p:nvSpPr>
          <p:spPr bwMode="auto">
            <a:xfrm rot="5094805">
              <a:off x="316016" y="4628517"/>
              <a:ext cx="95969" cy="68549"/>
            </a:xfrm>
            <a:custGeom>
              <a:avLst/>
              <a:gdLst>
                <a:gd name="T0" fmla="*/ 37 w 39"/>
                <a:gd name="T1" fmla="*/ 13 h 28"/>
                <a:gd name="T2" fmla="*/ 21 w 39"/>
                <a:gd name="T3" fmla="*/ 28 h 28"/>
                <a:gd name="T4" fmla="*/ 0 w 39"/>
                <a:gd name="T5" fmla="*/ 15 h 28"/>
                <a:gd name="T6" fmla="*/ 16 w 39"/>
                <a:gd name="T7" fmla="*/ 1 h 28"/>
                <a:gd name="T8" fmla="*/ 37 w 39"/>
                <a:gd name="T9" fmla="*/ 13 h 28"/>
              </a:gdLst>
              <a:ahLst/>
              <a:cxnLst>
                <a:cxn ang="0">
                  <a:pos x="T0" y="T1"/>
                </a:cxn>
                <a:cxn ang="0">
                  <a:pos x="T2" y="T3"/>
                </a:cxn>
                <a:cxn ang="0">
                  <a:pos x="T4" y="T5"/>
                </a:cxn>
                <a:cxn ang="0">
                  <a:pos x="T6" y="T7"/>
                </a:cxn>
                <a:cxn ang="0">
                  <a:pos x="T8" y="T9"/>
                </a:cxn>
              </a:cxnLst>
              <a:rect l="0" t="0" r="r" b="b"/>
              <a:pathLst>
                <a:path w="39" h="28">
                  <a:moveTo>
                    <a:pt x="37" y="13"/>
                  </a:moveTo>
                  <a:cubicBezTo>
                    <a:pt x="39" y="21"/>
                    <a:pt x="31" y="28"/>
                    <a:pt x="21" y="28"/>
                  </a:cubicBezTo>
                  <a:cubicBezTo>
                    <a:pt x="11" y="28"/>
                    <a:pt x="1" y="22"/>
                    <a:pt x="0" y="15"/>
                  </a:cubicBezTo>
                  <a:cubicBezTo>
                    <a:pt x="0" y="8"/>
                    <a:pt x="7" y="2"/>
                    <a:pt x="16" y="1"/>
                  </a:cubicBezTo>
                  <a:cubicBezTo>
                    <a:pt x="27" y="0"/>
                    <a:pt x="36" y="5"/>
                    <a:pt x="3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 name="Freeform 348">
              <a:extLst>
                <a:ext uri="{FF2B5EF4-FFF2-40B4-BE49-F238E27FC236}">
                  <a16:creationId xmlns:a16="http://schemas.microsoft.com/office/drawing/2014/main" id="{32600C76-F378-A188-E235-D4F58E8FCE81}"/>
                </a:ext>
              </a:extLst>
            </p:cNvPr>
            <p:cNvSpPr>
              <a:spLocks/>
            </p:cNvSpPr>
            <p:nvPr/>
          </p:nvSpPr>
          <p:spPr bwMode="auto">
            <a:xfrm rot="5094805">
              <a:off x="333024" y="4812642"/>
              <a:ext cx="100539" cy="82259"/>
            </a:xfrm>
            <a:custGeom>
              <a:avLst/>
              <a:gdLst>
                <a:gd name="T0" fmla="*/ 18 w 40"/>
                <a:gd name="T1" fmla="*/ 1 h 33"/>
                <a:gd name="T2" fmla="*/ 38 w 40"/>
                <a:gd name="T3" fmla="*/ 16 h 33"/>
                <a:gd name="T4" fmla="*/ 22 w 40"/>
                <a:gd name="T5" fmla="*/ 32 h 33"/>
                <a:gd name="T6" fmla="*/ 2 w 40"/>
                <a:gd name="T7" fmla="*/ 17 h 33"/>
                <a:gd name="T8" fmla="*/ 18 w 40"/>
                <a:gd name="T9" fmla="*/ 1 h 33"/>
              </a:gdLst>
              <a:ahLst/>
              <a:cxnLst>
                <a:cxn ang="0">
                  <a:pos x="T0" y="T1"/>
                </a:cxn>
                <a:cxn ang="0">
                  <a:pos x="T2" y="T3"/>
                </a:cxn>
                <a:cxn ang="0">
                  <a:pos x="T4" y="T5"/>
                </a:cxn>
                <a:cxn ang="0">
                  <a:pos x="T6" y="T7"/>
                </a:cxn>
                <a:cxn ang="0">
                  <a:pos x="T8" y="T9"/>
                </a:cxn>
              </a:cxnLst>
              <a:rect l="0" t="0" r="r" b="b"/>
              <a:pathLst>
                <a:path w="40" h="33">
                  <a:moveTo>
                    <a:pt x="18" y="1"/>
                  </a:moveTo>
                  <a:cubicBezTo>
                    <a:pt x="28" y="0"/>
                    <a:pt x="37" y="7"/>
                    <a:pt x="38" y="16"/>
                  </a:cubicBezTo>
                  <a:cubicBezTo>
                    <a:pt x="40" y="25"/>
                    <a:pt x="32" y="33"/>
                    <a:pt x="22" y="32"/>
                  </a:cubicBezTo>
                  <a:cubicBezTo>
                    <a:pt x="12" y="32"/>
                    <a:pt x="3" y="25"/>
                    <a:pt x="2" y="17"/>
                  </a:cubicBezTo>
                  <a:cubicBezTo>
                    <a:pt x="0" y="9"/>
                    <a:pt x="7" y="2"/>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 name="Freeform 349">
              <a:extLst>
                <a:ext uri="{FF2B5EF4-FFF2-40B4-BE49-F238E27FC236}">
                  <a16:creationId xmlns:a16="http://schemas.microsoft.com/office/drawing/2014/main" id="{13C7D9C0-704E-4ACB-64C9-82BA69B3A39A}"/>
                </a:ext>
              </a:extLst>
            </p:cNvPr>
            <p:cNvSpPr>
              <a:spLocks/>
            </p:cNvSpPr>
            <p:nvPr/>
          </p:nvSpPr>
          <p:spPr bwMode="auto">
            <a:xfrm rot="5094805">
              <a:off x="354805" y="5001327"/>
              <a:ext cx="95969" cy="91399"/>
            </a:xfrm>
            <a:custGeom>
              <a:avLst/>
              <a:gdLst>
                <a:gd name="T0" fmla="*/ 38 w 39"/>
                <a:gd name="T1" fmla="*/ 18 h 37"/>
                <a:gd name="T2" fmla="*/ 22 w 39"/>
                <a:gd name="T3" fmla="*/ 37 h 37"/>
                <a:gd name="T4" fmla="*/ 1 w 39"/>
                <a:gd name="T5" fmla="*/ 19 h 37"/>
                <a:gd name="T6" fmla="*/ 16 w 39"/>
                <a:gd name="T7" fmla="*/ 1 h 37"/>
                <a:gd name="T8" fmla="*/ 38 w 39"/>
                <a:gd name="T9" fmla="*/ 18 h 37"/>
              </a:gdLst>
              <a:ahLst/>
              <a:cxnLst>
                <a:cxn ang="0">
                  <a:pos x="T0" y="T1"/>
                </a:cxn>
                <a:cxn ang="0">
                  <a:pos x="T2" y="T3"/>
                </a:cxn>
                <a:cxn ang="0">
                  <a:pos x="T4" y="T5"/>
                </a:cxn>
                <a:cxn ang="0">
                  <a:pos x="T6" y="T7"/>
                </a:cxn>
                <a:cxn ang="0">
                  <a:pos x="T8" y="T9"/>
                </a:cxn>
              </a:cxnLst>
              <a:rect l="0" t="0" r="r" b="b"/>
              <a:pathLst>
                <a:path w="39" h="37">
                  <a:moveTo>
                    <a:pt x="38" y="18"/>
                  </a:moveTo>
                  <a:cubicBezTo>
                    <a:pt x="39" y="28"/>
                    <a:pt x="32" y="37"/>
                    <a:pt x="22" y="37"/>
                  </a:cubicBezTo>
                  <a:cubicBezTo>
                    <a:pt x="12" y="37"/>
                    <a:pt x="2" y="28"/>
                    <a:pt x="1" y="19"/>
                  </a:cubicBezTo>
                  <a:cubicBezTo>
                    <a:pt x="0" y="9"/>
                    <a:pt x="7" y="2"/>
                    <a:pt x="16" y="1"/>
                  </a:cubicBezTo>
                  <a:cubicBezTo>
                    <a:pt x="27" y="0"/>
                    <a:pt x="36" y="7"/>
                    <a:pt x="3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 name="Freeform 378">
              <a:extLst>
                <a:ext uri="{FF2B5EF4-FFF2-40B4-BE49-F238E27FC236}">
                  <a16:creationId xmlns:a16="http://schemas.microsoft.com/office/drawing/2014/main" id="{F9A6F267-0467-61BD-2CE8-9B1D5DA35CBD}"/>
                </a:ext>
              </a:extLst>
            </p:cNvPr>
            <p:cNvSpPr>
              <a:spLocks/>
            </p:cNvSpPr>
            <p:nvPr/>
          </p:nvSpPr>
          <p:spPr bwMode="auto">
            <a:xfrm rot="5094805">
              <a:off x="711836" y="6690067"/>
              <a:ext cx="98254" cy="148523"/>
            </a:xfrm>
            <a:custGeom>
              <a:avLst/>
              <a:gdLst>
                <a:gd name="T0" fmla="*/ 18 w 40"/>
                <a:gd name="T1" fmla="*/ 3 h 60"/>
                <a:gd name="T2" fmla="*/ 39 w 40"/>
                <a:gd name="T3" fmla="*/ 25 h 60"/>
                <a:gd name="T4" fmla="*/ 23 w 40"/>
                <a:gd name="T5" fmla="*/ 57 h 60"/>
                <a:gd name="T6" fmla="*/ 1 w 40"/>
                <a:gd name="T7" fmla="*/ 35 h 60"/>
                <a:gd name="T8" fmla="*/ 18 w 40"/>
                <a:gd name="T9" fmla="*/ 3 h 60"/>
              </a:gdLst>
              <a:ahLst/>
              <a:cxnLst>
                <a:cxn ang="0">
                  <a:pos x="T0" y="T1"/>
                </a:cxn>
                <a:cxn ang="0">
                  <a:pos x="T2" y="T3"/>
                </a:cxn>
                <a:cxn ang="0">
                  <a:pos x="T4" y="T5"/>
                </a:cxn>
                <a:cxn ang="0">
                  <a:pos x="T6" y="T7"/>
                </a:cxn>
                <a:cxn ang="0">
                  <a:pos x="T8" y="T9"/>
                </a:cxn>
              </a:cxnLst>
              <a:rect l="0" t="0" r="r" b="b"/>
              <a:pathLst>
                <a:path w="40" h="60">
                  <a:moveTo>
                    <a:pt x="18" y="3"/>
                  </a:moveTo>
                  <a:cubicBezTo>
                    <a:pt x="29" y="0"/>
                    <a:pt x="38" y="10"/>
                    <a:pt x="39" y="25"/>
                  </a:cubicBezTo>
                  <a:cubicBezTo>
                    <a:pt x="40" y="39"/>
                    <a:pt x="33" y="53"/>
                    <a:pt x="23" y="57"/>
                  </a:cubicBezTo>
                  <a:cubicBezTo>
                    <a:pt x="13" y="60"/>
                    <a:pt x="3" y="49"/>
                    <a:pt x="1" y="35"/>
                  </a:cubicBezTo>
                  <a:cubicBezTo>
                    <a:pt x="0" y="20"/>
                    <a:pt x="8" y="5"/>
                    <a:pt x="1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 name="Freeform 379">
              <a:extLst>
                <a:ext uri="{FF2B5EF4-FFF2-40B4-BE49-F238E27FC236}">
                  <a16:creationId xmlns:a16="http://schemas.microsoft.com/office/drawing/2014/main" id="{DE112CCA-37B4-413D-2086-FCD3751D5B25}"/>
                </a:ext>
              </a:extLst>
            </p:cNvPr>
            <p:cNvSpPr>
              <a:spLocks/>
            </p:cNvSpPr>
            <p:nvPr/>
          </p:nvSpPr>
          <p:spPr bwMode="auto">
            <a:xfrm rot="5094805">
              <a:off x="645384" y="6497651"/>
              <a:ext cx="95969" cy="148523"/>
            </a:xfrm>
            <a:custGeom>
              <a:avLst/>
              <a:gdLst>
                <a:gd name="T0" fmla="*/ 18 w 39"/>
                <a:gd name="T1" fmla="*/ 2 h 60"/>
                <a:gd name="T2" fmla="*/ 39 w 39"/>
                <a:gd name="T3" fmla="*/ 27 h 60"/>
                <a:gd name="T4" fmla="*/ 23 w 39"/>
                <a:gd name="T5" fmla="*/ 58 h 60"/>
                <a:gd name="T6" fmla="*/ 1 w 39"/>
                <a:gd name="T7" fmla="*/ 33 h 60"/>
                <a:gd name="T8" fmla="*/ 18 w 39"/>
                <a:gd name="T9" fmla="*/ 2 h 60"/>
              </a:gdLst>
              <a:ahLst/>
              <a:cxnLst>
                <a:cxn ang="0">
                  <a:pos x="T0" y="T1"/>
                </a:cxn>
                <a:cxn ang="0">
                  <a:pos x="T2" y="T3"/>
                </a:cxn>
                <a:cxn ang="0">
                  <a:pos x="T4" y="T5"/>
                </a:cxn>
                <a:cxn ang="0">
                  <a:pos x="T6" y="T7"/>
                </a:cxn>
                <a:cxn ang="0">
                  <a:pos x="T8" y="T9"/>
                </a:cxn>
              </a:cxnLst>
              <a:rect l="0" t="0" r="r" b="b"/>
              <a:pathLst>
                <a:path w="39" h="60">
                  <a:moveTo>
                    <a:pt x="18" y="2"/>
                  </a:moveTo>
                  <a:cubicBezTo>
                    <a:pt x="29" y="0"/>
                    <a:pt x="38" y="11"/>
                    <a:pt x="39" y="27"/>
                  </a:cubicBezTo>
                  <a:cubicBezTo>
                    <a:pt x="39" y="42"/>
                    <a:pt x="32" y="56"/>
                    <a:pt x="23" y="58"/>
                  </a:cubicBezTo>
                  <a:cubicBezTo>
                    <a:pt x="12" y="60"/>
                    <a:pt x="2" y="49"/>
                    <a:pt x="1" y="33"/>
                  </a:cubicBezTo>
                  <a:cubicBezTo>
                    <a:pt x="0" y="18"/>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 name="Freeform 380">
              <a:extLst>
                <a:ext uri="{FF2B5EF4-FFF2-40B4-BE49-F238E27FC236}">
                  <a16:creationId xmlns:a16="http://schemas.microsoft.com/office/drawing/2014/main" id="{17187241-F13B-8C00-16B9-5C7BD232323C}"/>
                </a:ext>
              </a:extLst>
            </p:cNvPr>
            <p:cNvSpPr>
              <a:spLocks/>
            </p:cNvSpPr>
            <p:nvPr/>
          </p:nvSpPr>
          <p:spPr bwMode="auto">
            <a:xfrm rot="5094805">
              <a:off x="591845" y="6307329"/>
              <a:ext cx="98254" cy="150808"/>
            </a:xfrm>
            <a:custGeom>
              <a:avLst/>
              <a:gdLst>
                <a:gd name="T0" fmla="*/ 17 w 40"/>
                <a:gd name="T1" fmla="*/ 2 h 61"/>
                <a:gd name="T2" fmla="*/ 38 w 40"/>
                <a:gd name="T3" fmla="*/ 28 h 61"/>
                <a:gd name="T4" fmla="*/ 23 w 40"/>
                <a:gd name="T5" fmla="*/ 59 h 61"/>
                <a:gd name="T6" fmla="*/ 1 w 40"/>
                <a:gd name="T7" fmla="*/ 34 h 61"/>
                <a:gd name="T8" fmla="*/ 17 w 40"/>
                <a:gd name="T9" fmla="*/ 2 h 61"/>
              </a:gdLst>
              <a:ahLst/>
              <a:cxnLst>
                <a:cxn ang="0">
                  <a:pos x="T0" y="T1"/>
                </a:cxn>
                <a:cxn ang="0">
                  <a:pos x="T2" y="T3"/>
                </a:cxn>
                <a:cxn ang="0">
                  <a:pos x="T4" y="T5"/>
                </a:cxn>
                <a:cxn ang="0">
                  <a:pos x="T6" y="T7"/>
                </a:cxn>
                <a:cxn ang="0">
                  <a:pos x="T8" y="T9"/>
                </a:cxn>
              </a:cxnLst>
              <a:rect l="0" t="0" r="r" b="b"/>
              <a:pathLst>
                <a:path w="40" h="61">
                  <a:moveTo>
                    <a:pt x="17" y="2"/>
                  </a:moveTo>
                  <a:cubicBezTo>
                    <a:pt x="28" y="0"/>
                    <a:pt x="37" y="11"/>
                    <a:pt x="38" y="28"/>
                  </a:cubicBezTo>
                  <a:cubicBezTo>
                    <a:pt x="40" y="43"/>
                    <a:pt x="33" y="56"/>
                    <a:pt x="23" y="59"/>
                  </a:cubicBezTo>
                  <a:cubicBezTo>
                    <a:pt x="13" y="61"/>
                    <a:pt x="3" y="49"/>
                    <a:pt x="1" y="34"/>
                  </a:cubicBezTo>
                  <a:cubicBezTo>
                    <a:pt x="0" y="18"/>
                    <a:pt x="7" y="3"/>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 name="Freeform 381">
              <a:extLst>
                <a:ext uri="{FF2B5EF4-FFF2-40B4-BE49-F238E27FC236}">
                  <a16:creationId xmlns:a16="http://schemas.microsoft.com/office/drawing/2014/main" id="{F6AB0199-9A52-F5F3-438D-F5551DA744A7}"/>
                </a:ext>
              </a:extLst>
            </p:cNvPr>
            <p:cNvSpPr>
              <a:spLocks/>
            </p:cNvSpPr>
            <p:nvPr/>
          </p:nvSpPr>
          <p:spPr bwMode="auto">
            <a:xfrm rot="5094805">
              <a:off x="540379" y="6116813"/>
              <a:ext cx="100539" cy="148523"/>
            </a:xfrm>
            <a:custGeom>
              <a:avLst/>
              <a:gdLst>
                <a:gd name="T0" fmla="*/ 39 w 40"/>
                <a:gd name="T1" fmla="*/ 27 h 60"/>
                <a:gd name="T2" fmla="*/ 23 w 40"/>
                <a:gd name="T3" fmla="*/ 59 h 60"/>
                <a:gd name="T4" fmla="*/ 2 w 40"/>
                <a:gd name="T5" fmla="*/ 35 h 60"/>
                <a:gd name="T6" fmla="*/ 18 w 40"/>
                <a:gd name="T7" fmla="*/ 3 h 60"/>
                <a:gd name="T8" fmla="*/ 39 w 40"/>
                <a:gd name="T9" fmla="*/ 27 h 60"/>
              </a:gdLst>
              <a:ahLst/>
              <a:cxnLst>
                <a:cxn ang="0">
                  <a:pos x="T0" y="T1"/>
                </a:cxn>
                <a:cxn ang="0">
                  <a:pos x="T2" y="T3"/>
                </a:cxn>
                <a:cxn ang="0">
                  <a:pos x="T4" y="T5"/>
                </a:cxn>
                <a:cxn ang="0">
                  <a:pos x="T6" y="T7"/>
                </a:cxn>
                <a:cxn ang="0">
                  <a:pos x="T8" y="T9"/>
                </a:cxn>
              </a:cxnLst>
              <a:rect l="0" t="0" r="r" b="b"/>
              <a:pathLst>
                <a:path w="40" h="60">
                  <a:moveTo>
                    <a:pt x="39" y="27"/>
                  </a:moveTo>
                  <a:cubicBezTo>
                    <a:pt x="40" y="43"/>
                    <a:pt x="33" y="57"/>
                    <a:pt x="23" y="59"/>
                  </a:cubicBezTo>
                  <a:cubicBezTo>
                    <a:pt x="13" y="60"/>
                    <a:pt x="4" y="49"/>
                    <a:pt x="2" y="35"/>
                  </a:cubicBezTo>
                  <a:cubicBezTo>
                    <a:pt x="0" y="20"/>
                    <a:pt x="7" y="5"/>
                    <a:pt x="18" y="3"/>
                  </a:cubicBezTo>
                  <a:cubicBezTo>
                    <a:pt x="28" y="0"/>
                    <a:pt x="37" y="11"/>
                    <a:pt x="39"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 name="Freeform 382">
              <a:extLst>
                <a:ext uri="{FF2B5EF4-FFF2-40B4-BE49-F238E27FC236}">
                  <a16:creationId xmlns:a16="http://schemas.microsoft.com/office/drawing/2014/main" id="{1D5D704E-027F-6EF1-23CB-854CA750F3E0}"/>
                </a:ext>
              </a:extLst>
            </p:cNvPr>
            <p:cNvSpPr>
              <a:spLocks/>
            </p:cNvSpPr>
            <p:nvPr/>
          </p:nvSpPr>
          <p:spPr bwMode="auto">
            <a:xfrm rot="5094805">
              <a:off x="493677" y="5930655"/>
              <a:ext cx="98254" cy="141669"/>
            </a:xfrm>
            <a:custGeom>
              <a:avLst/>
              <a:gdLst>
                <a:gd name="T0" fmla="*/ 18 w 40"/>
                <a:gd name="T1" fmla="*/ 2 h 57"/>
                <a:gd name="T2" fmla="*/ 39 w 40"/>
                <a:gd name="T3" fmla="*/ 26 h 57"/>
                <a:gd name="T4" fmla="*/ 23 w 40"/>
                <a:gd name="T5" fmla="*/ 56 h 57"/>
                <a:gd name="T6" fmla="*/ 2 w 40"/>
                <a:gd name="T7" fmla="*/ 32 h 57"/>
                <a:gd name="T8" fmla="*/ 18 w 40"/>
                <a:gd name="T9" fmla="*/ 2 h 57"/>
              </a:gdLst>
              <a:ahLst/>
              <a:cxnLst>
                <a:cxn ang="0">
                  <a:pos x="T0" y="T1"/>
                </a:cxn>
                <a:cxn ang="0">
                  <a:pos x="T2" y="T3"/>
                </a:cxn>
                <a:cxn ang="0">
                  <a:pos x="T4" y="T5"/>
                </a:cxn>
                <a:cxn ang="0">
                  <a:pos x="T6" y="T7"/>
                </a:cxn>
                <a:cxn ang="0">
                  <a:pos x="T8" y="T9"/>
                </a:cxn>
              </a:cxnLst>
              <a:rect l="0" t="0" r="r" b="b"/>
              <a:pathLst>
                <a:path w="40" h="57">
                  <a:moveTo>
                    <a:pt x="18" y="2"/>
                  </a:moveTo>
                  <a:cubicBezTo>
                    <a:pt x="28" y="0"/>
                    <a:pt x="37" y="11"/>
                    <a:pt x="39" y="26"/>
                  </a:cubicBezTo>
                  <a:cubicBezTo>
                    <a:pt x="40" y="41"/>
                    <a:pt x="33" y="54"/>
                    <a:pt x="23" y="56"/>
                  </a:cubicBezTo>
                  <a:cubicBezTo>
                    <a:pt x="13" y="57"/>
                    <a:pt x="3" y="46"/>
                    <a:pt x="2" y="32"/>
                  </a:cubicBezTo>
                  <a:cubicBezTo>
                    <a:pt x="0" y="17"/>
                    <a:pt x="7"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 name="Freeform 383">
              <a:extLst>
                <a:ext uri="{FF2B5EF4-FFF2-40B4-BE49-F238E27FC236}">
                  <a16:creationId xmlns:a16="http://schemas.microsoft.com/office/drawing/2014/main" id="{01E504C5-21C2-69E7-4667-0C7788D586A9}"/>
                </a:ext>
              </a:extLst>
            </p:cNvPr>
            <p:cNvSpPr>
              <a:spLocks/>
            </p:cNvSpPr>
            <p:nvPr/>
          </p:nvSpPr>
          <p:spPr bwMode="auto">
            <a:xfrm rot="5094805">
              <a:off x="456176" y="5745866"/>
              <a:ext cx="98254" cy="132529"/>
            </a:xfrm>
            <a:custGeom>
              <a:avLst/>
              <a:gdLst>
                <a:gd name="T0" fmla="*/ 38 w 40"/>
                <a:gd name="T1" fmla="*/ 25 h 54"/>
                <a:gd name="T2" fmla="*/ 22 w 40"/>
                <a:gd name="T3" fmla="*/ 53 h 54"/>
                <a:gd name="T4" fmla="*/ 1 w 40"/>
                <a:gd name="T5" fmla="*/ 28 h 54"/>
                <a:gd name="T6" fmla="*/ 17 w 40"/>
                <a:gd name="T7" fmla="*/ 2 h 54"/>
                <a:gd name="T8" fmla="*/ 38 w 40"/>
                <a:gd name="T9" fmla="*/ 25 h 54"/>
              </a:gdLst>
              <a:ahLst/>
              <a:cxnLst>
                <a:cxn ang="0">
                  <a:pos x="T0" y="T1"/>
                </a:cxn>
                <a:cxn ang="0">
                  <a:pos x="T2" y="T3"/>
                </a:cxn>
                <a:cxn ang="0">
                  <a:pos x="T4" y="T5"/>
                </a:cxn>
                <a:cxn ang="0">
                  <a:pos x="T6" y="T7"/>
                </a:cxn>
                <a:cxn ang="0">
                  <a:pos x="T8" y="T9"/>
                </a:cxn>
              </a:cxnLst>
              <a:rect l="0" t="0" r="r" b="b"/>
              <a:pathLst>
                <a:path w="40" h="54">
                  <a:moveTo>
                    <a:pt x="38" y="25"/>
                  </a:moveTo>
                  <a:cubicBezTo>
                    <a:pt x="40" y="40"/>
                    <a:pt x="33" y="52"/>
                    <a:pt x="22" y="53"/>
                  </a:cubicBezTo>
                  <a:cubicBezTo>
                    <a:pt x="12" y="54"/>
                    <a:pt x="2" y="42"/>
                    <a:pt x="1" y="28"/>
                  </a:cubicBezTo>
                  <a:cubicBezTo>
                    <a:pt x="0" y="15"/>
                    <a:pt x="7" y="4"/>
                    <a:pt x="17" y="2"/>
                  </a:cubicBezTo>
                  <a:cubicBezTo>
                    <a:pt x="27" y="0"/>
                    <a:pt x="37" y="10"/>
                    <a:pt x="38"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 name="Freeform 384">
              <a:extLst>
                <a:ext uri="{FF2B5EF4-FFF2-40B4-BE49-F238E27FC236}">
                  <a16:creationId xmlns:a16="http://schemas.microsoft.com/office/drawing/2014/main" id="{C84DA71F-5A30-C8C5-2C99-A23C092FCDEE}"/>
                </a:ext>
              </a:extLst>
            </p:cNvPr>
            <p:cNvSpPr>
              <a:spLocks/>
            </p:cNvSpPr>
            <p:nvPr/>
          </p:nvSpPr>
          <p:spPr bwMode="auto">
            <a:xfrm rot="5094805">
              <a:off x="423130" y="5560778"/>
              <a:ext cx="95969" cy="121104"/>
            </a:xfrm>
            <a:custGeom>
              <a:avLst/>
              <a:gdLst>
                <a:gd name="T0" fmla="*/ 18 w 39"/>
                <a:gd name="T1" fmla="*/ 0 h 49"/>
                <a:gd name="T2" fmla="*/ 38 w 39"/>
                <a:gd name="T3" fmla="*/ 25 h 49"/>
                <a:gd name="T4" fmla="*/ 22 w 39"/>
                <a:gd name="T5" fmla="*/ 48 h 49"/>
                <a:gd name="T6" fmla="*/ 1 w 39"/>
                <a:gd name="T7" fmla="*/ 25 h 49"/>
                <a:gd name="T8" fmla="*/ 18 w 39"/>
                <a:gd name="T9" fmla="*/ 0 h 49"/>
              </a:gdLst>
              <a:ahLst/>
              <a:cxnLst>
                <a:cxn ang="0">
                  <a:pos x="T0" y="T1"/>
                </a:cxn>
                <a:cxn ang="0">
                  <a:pos x="T2" y="T3"/>
                </a:cxn>
                <a:cxn ang="0">
                  <a:pos x="T4" y="T5"/>
                </a:cxn>
                <a:cxn ang="0">
                  <a:pos x="T6" y="T7"/>
                </a:cxn>
                <a:cxn ang="0">
                  <a:pos x="T8" y="T9"/>
                </a:cxn>
              </a:cxnLst>
              <a:rect l="0" t="0" r="r" b="b"/>
              <a:pathLst>
                <a:path w="39" h="49">
                  <a:moveTo>
                    <a:pt x="18" y="0"/>
                  </a:moveTo>
                  <a:cubicBezTo>
                    <a:pt x="28" y="0"/>
                    <a:pt x="37" y="11"/>
                    <a:pt x="38" y="25"/>
                  </a:cubicBezTo>
                  <a:cubicBezTo>
                    <a:pt x="39" y="37"/>
                    <a:pt x="32" y="48"/>
                    <a:pt x="22" y="48"/>
                  </a:cubicBezTo>
                  <a:cubicBezTo>
                    <a:pt x="12" y="49"/>
                    <a:pt x="2" y="38"/>
                    <a:pt x="1" y="25"/>
                  </a:cubicBezTo>
                  <a:cubicBezTo>
                    <a:pt x="0" y="12"/>
                    <a:pt x="8" y="1"/>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 name="Freeform 385">
              <a:extLst>
                <a:ext uri="{FF2B5EF4-FFF2-40B4-BE49-F238E27FC236}">
                  <a16:creationId xmlns:a16="http://schemas.microsoft.com/office/drawing/2014/main" id="{8C2EE759-EB55-6426-47E6-24955131A888}"/>
                </a:ext>
              </a:extLst>
            </p:cNvPr>
            <p:cNvSpPr>
              <a:spLocks/>
            </p:cNvSpPr>
            <p:nvPr/>
          </p:nvSpPr>
          <p:spPr bwMode="auto">
            <a:xfrm rot="5094805">
              <a:off x="397944" y="5373741"/>
              <a:ext cx="95969" cy="109679"/>
            </a:xfrm>
            <a:custGeom>
              <a:avLst/>
              <a:gdLst>
                <a:gd name="T0" fmla="*/ 18 w 39"/>
                <a:gd name="T1" fmla="*/ 0 h 44"/>
                <a:gd name="T2" fmla="*/ 38 w 39"/>
                <a:gd name="T3" fmla="*/ 23 h 44"/>
                <a:gd name="T4" fmla="*/ 22 w 39"/>
                <a:gd name="T5" fmla="*/ 44 h 44"/>
                <a:gd name="T6" fmla="*/ 1 w 39"/>
                <a:gd name="T7" fmla="*/ 22 h 44"/>
                <a:gd name="T8" fmla="*/ 18 w 39"/>
                <a:gd name="T9" fmla="*/ 0 h 44"/>
              </a:gdLst>
              <a:ahLst/>
              <a:cxnLst>
                <a:cxn ang="0">
                  <a:pos x="T0" y="T1"/>
                </a:cxn>
                <a:cxn ang="0">
                  <a:pos x="T2" y="T3"/>
                </a:cxn>
                <a:cxn ang="0">
                  <a:pos x="T4" y="T5"/>
                </a:cxn>
                <a:cxn ang="0">
                  <a:pos x="T6" y="T7"/>
                </a:cxn>
                <a:cxn ang="0">
                  <a:pos x="T8" y="T9"/>
                </a:cxn>
              </a:cxnLst>
              <a:rect l="0" t="0" r="r" b="b"/>
              <a:pathLst>
                <a:path w="39" h="44">
                  <a:moveTo>
                    <a:pt x="18" y="0"/>
                  </a:moveTo>
                  <a:cubicBezTo>
                    <a:pt x="28" y="0"/>
                    <a:pt x="37" y="10"/>
                    <a:pt x="38" y="23"/>
                  </a:cubicBezTo>
                  <a:cubicBezTo>
                    <a:pt x="39" y="35"/>
                    <a:pt x="31" y="44"/>
                    <a:pt x="22" y="44"/>
                  </a:cubicBezTo>
                  <a:cubicBezTo>
                    <a:pt x="12" y="44"/>
                    <a:pt x="2" y="34"/>
                    <a:pt x="1" y="22"/>
                  </a:cubicBezTo>
                  <a:cubicBezTo>
                    <a:pt x="0" y="10"/>
                    <a:pt x="8"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 name="Freeform 386">
              <a:extLst>
                <a:ext uri="{FF2B5EF4-FFF2-40B4-BE49-F238E27FC236}">
                  <a16:creationId xmlns:a16="http://schemas.microsoft.com/office/drawing/2014/main" id="{E7665785-58B1-D5BB-CA25-9FADDC1DF673}"/>
                </a:ext>
              </a:extLst>
            </p:cNvPr>
            <p:cNvSpPr>
              <a:spLocks/>
            </p:cNvSpPr>
            <p:nvPr/>
          </p:nvSpPr>
          <p:spPr bwMode="auto">
            <a:xfrm rot="5094805">
              <a:off x="375237" y="5186493"/>
              <a:ext cx="95969" cy="102824"/>
            </a:xfrm>
            <a:custGeom>
              <a:avLst/>
              <a:gdLst>
                <a:gd name="T0" fmla="*/ 18 w 39"/>
                <a:gd name="T1" fmla="*/ 0 h 41"/>
                <a:gd name="T2" fmla="*/ 38 w 39"/>
                <a:gd name="T3" fmla="*/ 21 h 41"/>
                <a:gd name="T4" fmla="*/ 22 w 39"/>
                <a:gd name="T5" fmla="*/ 41 h 41"/>
                <a:gd name="T6" fmla="*/ 1 w 39"/>
                <a:gd name="T7" fmla="*/ 21 h 41"/>
                <a:gd name="T8" fmla="*/ 18 w 39"/>
                <a:gd name="T9" fmla="*/ 0 h 41"/>
              </a:gdLst>
              <a:ahLst/>
              <a:cxnLst>
                <a:cxn ang="0">
                  <a:pos x="T0" y="T1"/>
                </a:cxn>
                <a:cxn ang="0">
                  <a:pos x="T2" y="T3"/>
                </a:cxn>
                <a:cxn ang="0">
                  <a:pos x="T4" y="T5"/>
                </a:cxn>
                <a:cxn ang="0">
                  <a:pos x="T6" y="T7"/>
                </a:cxn>
                <a:cxn ang="0">
                  <a:pos x="T8" y="T9"/>
                </a:cxn>
              </a:cxnLst>
              <a:rect l="0" t="0" r="r" b="b"/>
              <a:pathLst>
                <a:path w="39" h="41">
                  <a:moveTo>
                    <a:pt x="18" y="0"/>
                  </a:moveTo>
                  <a:cubicBezTo>
                    <a:pt x="28" y="0"/>
                    <a:pt x="37" y="9"/>
                    <a:pt x="38" y="21"/>
                  </a:cubicBezTo>
                  <a:cubicBezTo>
                    <a:pt x="39" y="32"/>
                    <a:pt x="32" y="40"/>
                    <a:pt x="22" y="41"/>
                  </a:cubicBezTo>
                  <a:cubicBezTo>
                    <a:pt x="12" y="41"/>
                    <a:pt x="2" y="31"/>
                    <a:pt x="1" y="21"/>
                  </a:cubicBezTo>
                  <a:cubicBezTo>
                    <a:pt x="0" y="10"/>
                    <a:pt x="7" y="1"/>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 name="Freeform 398">
              <a:extLst>
                <a:ext uri="{FF2B5EF4-FFF2-40B4-BE49-F238E27FC236}">
                  <a16:creationId xmlns:a16="http://schemas.microsoft.com/office/drawing/2014/main" id="{D660F363-19E0-BD24-BE4F-13B177F5EAEA}"/>
                </a:ext>
              </a:extLst>
            </p:cNvPr>
            <p:cNvSpPr>
              <a:spLocks/>
            </p:cNvSpPr>
            <p:nvPr/>
          </p:nvSpPr>
          <p:spPr bwMode="auto">
            <a:xfrm rot="5094805">
              <a:off x="-8767" y="3216707"/>
              <a:ext cx="95969" cy="27420"/>
            </a:xfrm>
            <a:custGeom>
              <a:avLst/>
              <a:gdLst>
                <a:gd name="T0" fmla="*/ 20 w 39"/>
                <a:gd name="T1" fmla="*/ 9 h 11"/>
                <a:gd name="T2" fmla="*/ 1 w 39"/>
                <a:gd name="T3" fmla="*/ 10 h 11"/>
                <a:gd name="T4" fmla="*/ 18 w 39"/>
                <a:gd name="T5" fmla="*/ 3 h 11"/>
                <a:gd name="T6" fmla="*/ 38 w 39"/>
                <a:gd name="T7" fmla="*/ 2 h 11"/>
                <a:gd name="T8" fmla="*/ 20 w 39"/>
                <a:gd name="T9" fmla="*/ 9 h 11"/>
              </a:gdLst>
              <a:ahLst/>
              <a:cxnLst>
                <a:cxn ang="0">
                  <a:pos x="T0" y="T1"/>
                </a:cxn>
                <a:cxn ang="0">
                  <a:pos x="T2" y="T3"/>
                </a:cxn>
                <a:cxn ang="0">
                  <a:pos x="T4" y="T5"/>
                </a:cxn>
                <a:cxn ang="0">
                  <a:pos x="T6" y="T7"/>
                </a:cxn>
                <a:cxn ang="0">
                  <a:pos x="T8" y="T9"/>
                </a:cxn>
              </a:cxnLst>
              <a:rect l="0" t="0" r="r" b="b"/>
              <a:pathLst>
                <a:path w="39" h="11">
                  <a:moveTo>
                    <a:pt x="20" y="9"/>
                  </a:moveTo>
                  <a:cubicBezTo>
                    <a:pt x="11" y="11"/>
                    <a:pt x="2" y="11"/>
                    <a:pt x="1" y="10"/>
                  </a:cubicBezTo>
                  <a:cubicBezTo>
                    <a:pt x="0" y="8"/>
                    <a:pt x="8" y="5"/>
                    <a:pt x="18" y="3"/>
                  </a:cubicBezTo>
                  <a:cubicBezTo>
                    <a:pt x="28" y="1"/>
                    <a:pt x="37" y="0"/>
                    <a:pt x="38" y="2"/>
                  </a:cubicBezTo>
                  <a:cubicBezTo>
                    <a:pt x="39" y="4"/>
                    <a:pt x="31" y="7"/>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 name="Freeform 399">
              <a:extLst>
                <a:ext uri="{FF2B5EF4-FFF2-40B4-BE49-F238E27FC236}">
                  <a16:creationId xmlns:a16="http://schemas.microsoft.com/office/drawing/2014/main" id="{92234A6E-5BAF-FA98-FD05-4AD675824360}"/>
                </a:ext>
              </a:extLst>
            </p:cNvPr>
            <p:cNvSpPr>
              <a:spLocks/>
            </p:cNvSpPr>
            <p:nvPr/>
          </p:nvSpPr>
          <p:spPr bwMode="auto">
            <a:xfrm rot="5094805">
              <a:off x="48080" y="3403201"/>
              <a:ext cx="95969" cy="29705"/>
            </a:xfrm>
            <a:custGeom>
              <a:avLst/>
              <a:gdLst>
                <a:gd name="T0" fmla="*/ 21 w 39"/>
                <a:gd name="T1" fmla="*/ 10 h 12"/>
                <a:gd name="T2" fmla="*/ 1 w 39"/>
                <a:gd name="T3" fmla="*/ 10 h 12"/>
                <a:gd name="T4" fmla="*/ 18 w 39"/>
                <a:gd name="T5" fmla="*/ 2 h 12"/>
                <a:gd name="T6" fmla="*/ 38 w 39"/>
                <a:gd name="T7" fmla="*/ 2 h 12"/>
                <a:gd name="T8" fmla="*/ 21 w 39"/>
                <a:gd name="T9" fmla="*/ 10 h 12"/>
              </a:gdLst>
              <a:ahLst/>
              <a:cxnLst>
                <a:cxn ang="0">
                  <a:pos x="T0" y="T1"/>
                </a:cxn>
                <a:cxn ang="0">
                  <a:pos x="T2" y="T3"/>
                </a:cxn>
                <a:cxn ang="0">
                  <a:pos x="T4" y="T5"/>
                </a:cxn>
                <a:cxn ang="0">
                  <a:pos x="T6" y="T7"/>
                </a:cxn>
                <a:cxn ang="0">
                  <a:pos x="T8" y="T9"/>
                </a:cxn>
              </a:cxnLst>
              <a:rect l="0" t="0" r="r" b="b"/>
              <a:pathLst>
                <a:path w="39" h="12">
                  <a:moveTo>
                    <a:pt x="21" y="10"/>
                  </a:moveTo>
                  <a:cubicBezTo>
                    <a:pt x="11" y="12"/>
                    <a:pt x="2" y="12"/>
                    <a:pt x="1" y="10"/>
                  </a:cubicBezTo>
                  <a:cubicBezTo>
                    <a:pt x="0" y="8"/>
                    <a:pt x="8" y="5"/>
                    <a:pt x="18" y="2"/>
                  </a:cubicBezTo>
                  <a:cubicBezTo>
                    <a:pt x="28" y="0"/>
                    <a:pt x="36" y="0"/>
                    <a:pt x="38" y="2"/>
                  </a:cubicBezTo>
                  <a:cubicBezTo>
                    <a:pt x="39" y="4"/>
                    <a:pt x="31" y="8"/>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 name="Freeform 400">
              <a:extLst>
                <a:ext uri="{FF2B5EF4-FFF2-40B4-BE49-F238E27FC236}">
                  <a16:creationId xmlns:a16="http://schemas.microsoft.com/office/drawing/2014/main" id="{DB962874-834A-D712-CA8D-B190BD73CCC6}"/>
                </a:ext>
              </a:extLst>
            </p:cNvPr>
            <p:cNvSpPr>
              <a:spLocks/>
            </p:cNvSpPr>
            <p:nvPr/>
          </p:nvSpPr>
          <p:spPr bwMode="auto">
            <a:xfrm rot="5094805">
              <a:off x="108244" y="3586070"/>
              <a:ext cx="93684" cy="36560"/>
            </a:xfrm>
            <a:custGeom>
              <a:avLst/>
              <a:gdLst>
                <a:gd name="T0" fmla="*/ 21 w 38"/>
                <a:gd name="T1" fmla="*/ 11 h 14"/>
                <a:gd name="T2" fmla="*/ 1 w 38"/>
                <a:gd name="T3" fmla="*/ 11 h 14"/>
                <a:gd name="T4" fmla="*/ 18 w 38"/>
                <a:gd name="T5" fmla="*/ 2 h 14"/>
                <a:gd name="T6" fmla="*/ 38 w 38"/>
                <a:gd name="T7" fmla="*/ 3 h 14"/>
                <a:gd name="T8" fmla="*/ 21 w 38"/>
                <a:gd name="T9" fmla="*/ 11 h 14"/>
              </a:gdLst>
              <a:ahLst/>
              <a:cxnLst>
                <a:cxn ang="0">
                  <a:pos x="T0" y="T1"/>
                </a:cxn>
                <a:cxn ang="0">
                  <a:pos x="T2" y="T3"/>
                </a:cxn>
                <a:cxn ang="0">
                  <a:pos x="T4" y="T5"/>
                </a:cxn>
                <a:cxn ang="0">
                  <a:pos x="T6" y="T7"/>
                </a:cxn>
                <a:cxn ang="0">
                  <a:pos x="T8" y="T9"/>
                </a:cxn>
              </a:cxnLst>
              <a:rect l="0" t="0" r="r" b="b"/>
              <a:pathLst>
                <a:path w="38" h="14">
                  <a:moveTo>
                    <a:pt x="21" y="11"/>
                  </a:moveTo>
                  <a:cubicBezTo>
                    <a:pt x="11" y="14"/>
                    <a:pt x="3" y="13"/>
                    <a:pt x="1" y="11"/>
                  </a:cubicBezTo>
                  <a:cubicBezTo>
                    <a:pt x="0" y="9"/>
                    <a:pt x="7" y="5"/>
                    <a:pt x="18" y="2"/>
                  </a:cubicBezTo>
                  <a:cubicBezTo>
                    <a:pt x="28" y="0"/>
                    <a:pt x="37" y="0"/>
                    <a:pt x="38" y="3"/>
                  </a:cubicBezTo>
                  <a:cubicBezTo>
                    <a:pt x="38" y="6"/>
                    <a:pt x="31" y="9"/>
                    <a:pt x="2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 name="Freeform 401">
              <a:extLst>
                <a:ext uri="{FF2B5EF4-FFF2-40B4-BE49-F238E27FC236}">
                  <a16:creationId xmlns:a16="http://schemas.microsoft.com/office/drawing/2014/main" id="{68D090E5-DF6A-A57B-0991-A4A385302A11}"/>
                </a:ext>
              </a:extLst>
            </p:cNvPr>
            <p:cNvSpPr>
              <a:spLocks/>
            </p:cNvSpPr>
            <p:nvPr/>
          </p:nvSpPr>
          <p:spPr bwMode="auto">
            <a:xfrm rot="5094805">
              <a:off x="168805" y="3775573"/>
              <a:ext cx="95969" cy="38845"/>
            </a:xfrm>
            <a:custGeom>
              <a:avLst/>
              <a:gdLst>
                <a:gd name="T0" fmla="*/ 21 w 39"/>
                <a:gd name="T1" fmla="*/ 14 h 16"/>
                <a:gd name="T2" fmla="*/ 1 w 39"/>
                <a:gd name="T3" fmla="*/ 12 h 16"/>
                <a:gd name="T4" fmla="*/ 18 w 39"/>
                <a:gd name="T5" fmla="*/ 3 h 16"/>
                <a:gd name="T6" fmla="*/ 38 w 39"/>
                <a:gd name="T7" fmla="*/ 4 h 16"/>
                <a:gd name="T8" fmla="*/ 21 w 39"/>
                <a:gd name="T9" fmla="*/ 14 h 16"/>
              </a:gdLst>
              <a:ahLst/>
              <a:cxnLst>
                <a:cxn ang="0">
                  <a:pos x="T0" y="T1"/>
                </a:cxn>
                <a:cxn ang="0">
                  <a:pos x="T2" y="T3"/>
                </a:cxn>
                <a:cxn ang="0">
                  <a:pos x="T4" y="T5"/>
                </a:cxn>
                <a:cxn ang="0">
                  <a:pos x="T6" y="T7"/>
                </a:cxn>
                <a:cxn ang="0">
                  <a:pos x="T8" y="T9"/>
                </a:cxn>
              </a:cxnLst>
              <a:rect l="0" t="0" r="r" b="b"/>
              <a:pathLst>
                <a:path w="39" h="16">
                  <a:moveTo>
                    <a:pt x="21" y="14"/>
                  </a:moveTo>
                  <a:cubicBezTo>
                    <a:pt x="11" y="16"/>
                    <a:pt x="2" y="15"/>
                    <a:pt x="1" y="12"/>
                  </a:cubicBezTo>
                  <a:cubicBezTo>
                    <a:pt x="0" y="10"/>
                    <a:pt x="8" y="5"/>
                    <a:pt x="18" y="3"/>
                  </a:cubicBezTo>
                  <a:cubicBezTo>
                    <a:pt x="28" y="0"/>
                    <a:pt x="37" y="1"/>
                    <a:pt x="38" y="4"/>
                  </a:cubicBezTo>
                  <a:cubicBezTo>
                    <a:pt x="39" y="7"/>
                    <a:pt x="31" y="12"/>
                    <a:pt x="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 name="Freeform 402">
              <a:extLst>
                <a:ext uri="{FF2B5EF4-FFF2-40B4-BE49-F238E27FC236}">
                  <a16:creationId xmlns:a16="http://schemas.microsoft.com/office/drawing/2014/main" id="{60F12084-F7F2-1D62-C989-517C3289F0CC}"/>
                </a:ext>
              </a:extLst>
            </p:cNvPr>
            <p:cNvSpPr>
              <a:spLocks/>
            </p:cNvSpPr>
            <p:nvPr/>
          </p:nvSpPr>
          <p:spPr bwMode="auto">
            <a:xfrm rot="5094805">
              <a:off x="226790" y="3960823"/>
              <a:ext cx="95969" cy="43415"/>
            </a:xfrm>
            <a:custGeom>
              <a:avLst/>
              <a:gdLst>
                <a:gd name="T0" fmla="*/ 21 w 39"/>
                <a:gd name="T1" fmla="*/ 16 h 18"/>
                <a:gd name="T2" fmla="*/ 1 w 39"/>
                <a:gd name="T3" fmla="*/ 13 h 18"/>
                <a:gd name="T4" fmla="*/ 18 w 39"/>
                <a:gd name="T5" fmla="*/ 3 h 18"/>
                <a:gd name="T6" fmla="*/ 38 w 39"/>
                <a:gd name="T7" fmla="*/ 5 h 18"/>
                <a:gd name="T8" fmla="*/ 21 w 39"/>
                <a:gd name="T9" fmla="*/ 16 h 18"/>
              </a:gdLst>
              <a:ahLst/>
              <a:cxnLst>
                <a:cxn ang="0">
                  <a:pos x="T0" y="T1"/>
                </a:cxn>
                <a:cxn ang="0">
                  <a:pos x="T2" y="T3"/>
                </a:cxn>
                <a:cxn ang="0">
                  <a:pos x="T4" y="T5"/>
                </a:cxn>
                <a:cxn ang="0">
                  <a:pos x="T6" y="T7"/>
                </a:cxn>
                <a:cxn ang="0">
                  <a:pos x="T8" y="T9"/>
                </a:cxn>
              </a:cxnLst>
              <a:rect l="0" t="0" r="r" b="b"/>
              <a:pathLst>
                <a:path w="39" h="18">
                  <a:moveTo>
                    <a:pt x="21" y="16"/>
                  </a:moveTo>
                  <a:cubicBezTo>
                    <a:pt x="11" y="18"/>
                    <a:pt x="2" y="17"/>
                    <a:pt x="1" y="13"/>
                  </a:cubicBezTo>
                  <a:cubicBezTo>
                    <a:pt x="0" y="10"/>
                    <a:pt x="8" y="5"/>
                    <a:pt x="18" y="3"/>
                  </a:cubicBezTo>
                  <a:cubicBezTo>
                    <a:pt x="28" y="0"/>
                    <a:pt x="37" y="2"/>
                    <a:pt x="38" y="5"/>
                  </a:cubicBezTo>
                  <a:cubicBezTo>
                    <a:pt x="39" y="9"/>
                    <a:pt x="31" y="14"/>
                    <a:pt x="2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 name="Freeform 403">
              <a:extLst>
                <a:ext uri="{FF2B5EF4-FFF2-40B4-BE49-F238E27FC236}">
                  <a16:creationId xmlns:a16="http://schemas.microsoft.com/office/drawing/2014/main" id="{5881F3CD-1BB9-41D8-1B2E-AD4635B2EC37}"/>
                </a:ext>
              </a:extLst>
            </p:cNvPr>
            <p:cNvSpPr>
              <a:spLocks/>
            </p:cNvSpPr>
            <p:nvPr/>
          </p:nvSpPr>
          <p:spPr bwMode="auto">
            <a:xfrm rot="5094805">
              <a:off x="282605" y="4146373"/>
              <a:ext cx="93684" cy="50269"/>
            </a:xfrm>
            <a:custGeom>
              <a:avLst/>
              <a:gdLst>
                <a:gd name="T0" fmla="*/ 16 w 38"/>
                <a:gd name="T1" fmla="*/ 2 h 20"/>
                <a:gd name="T2" fmla="*/ 37 w 38"/>
                <a:gd name="T3" fmla="*/ 7 h 20"/>
                <a:gd name="T4" fmla="*/ 21 w 38"/>
                <a:gd name="T5" fmla="*/ 18 h 20"/>
                <a:gd name="T6" fmla="*/ 0 w 38"/>
                <a:gd name="T7" fmla="*/ 13 h 20"/>
                <a:gd name="T8" fmla="*/ 16 w 38"/>
                <a:gd name="T9" fmla="*/ 2 h 20"/>
              </a:gdLst>
              <a:ahLst/>
              <a:cxnLst>
                <a:cxn ang="0">
                  <a:pos x="T0" y="T1"/>
                </a:cxn>
                <a:cxn ang="0">
                  <a:pos x="T2" y="T3"/>
                </a:cxn>
                <a:cxn ang="0">
                  <a:pos x="T4" y="T5"/>
                </a:cxn>
                <a:cxn ang="0">
                  <a:pos x="T6" y="T7"/>
                </a:cxn>
                <a:cxn ang="0">
                  <a:pos x="T8" y="T9"/>
                </a:cxn>
              </a:cxnLst>
              <a:rect l="0" t="0" r="r" b="b"/>
              <a:pathLst>
                <a:path w="38" h="20">
                  <a:moveTo>
                    <a:pt x="16" y="2"/>
                  </a:moveTo>
                  <a:cubicBezTo>
                    <a:pt x="27" y="0"/>
                    <a:pt x="36" y="2"/>
                    <a:pt x="37" y="7"/>
                  </a:cubicBezTo>
                  <a:cubicBezTo>
                    <a:pt x="38" y="12"/>
                    <a:pt x="31" y="16"/>
                    <a:pt x="21" y="18"/>
                  </a:cubicBezTo>
                  <a:cubicBezTo>
                    <a:pt x="10" y="20"/>
                    <a:pt x="1" y="17"/>
                    <a:pt x="0" y="13"/>
                  </a:cubicBezTo>
                  <a:cubicBezTo>
                    <a:pt x="0" y="9"/>
                    <a:pt x="7" y="4"/>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 name="Freeform 404">
              <a:extLst>
                <a:ext uri="{FF2B5EF4-FFF2-40B4-BE49-F238E27FC236}">
                  <a16:creationId xmlns:a16="http://schemas.microsoft.com/office/drawing/2014/main" id="{C092591A-6D54-61C3-032E-9AED5A29A61D}"/>
                </a:ext>
              </a:extLst>
            </p:cNvPr>
            <p:cNvSpPr>
              <a:spLocks/>
            </p:cNvSpPr>
            <p:nvPr/>
          </p:nvSpPr>
          <p:spPr bwMode="auto">
            <a:xfrm rot="5094805">
              <a:off x="329412" y="4334913"/>
              <a:ext cx="93684" cy="54839"/>
            </a:xfrm>
            <a:custGeom>
              <a:avLst/>
              <a:gdLst>
                <a:gd name="T0" fmla="*/ 21 w 38"/>
                <a:gd name="T1" fmla="*/ 21 h 22"/>
                <a:gd name="T2" fmla="*/ 0 w 38"/>
                <a:gd name="T3" fmla="*/ 14 h 22"/>
                <a:gd name="T4" fmla="*/ 16 w 38"/>
                <a:gd name="T5" fmla="*/ 2 h 22"/>
                <a:gd name="T6" fmla="*/ 37 w 38"/>
                <a:gd name="T7" fmla="*/ 9 h 22"/>
                <a:gd name="T8" fmla="*/ 21 w 38"/>
                <a:gd name="T9" fmla="*/ 21 h 22"/>
              </a:gdLst>
              <a:ahLst/>
              <a:cxnLst>
                <a:cxn ang="0">
                  <a:pos x="T0" y="T1"/>
                </a:cxn>
                <a:cxn ang="0">
                  <a:pos x="T2" y="T3"/>
                </a:cxn>
                <a:cxn ang="0">
                  <a:pos x="T4" y="T5"/>
                </a:cxn>
                <a:cxn ang="0">
                  <a:pos x="T6" y="T7"/>
                </a:cxn>
                <a:cxn ang="0">
                  <a:pos x="T8" y="T9"/>
                </a:cxn>
              </a:cxnLst>
              <a:rect l="0" t="0" r="r" b="b"/>
              <a:pathLst>
                <a:path w="38" h="22">
                  <a:moveTo>
                    <a:pt x="21" y="21"/>
                  </a:moveTo>
                  <a:cubicBezTo>
                    <a:pt x="11" y="22"/>
                    <a:pt x="1" y="19"/>
                    <a:pt x="0" y="14"/>
                  </a:cubicBezTo>
                  <a:cubicBezTo>
                    <a:pt x="0" y="9"/>
                    <a:pt x="7" y="3"/>
                    <a:pt x="16" y="2"/>
                  </a:cubicBezTo>
                  <a:cubicBezTo>
                    <a:pt x="27" y="0"/>
                    <a:pt x="36" y="3"/>
                    <a:pt x="37" y="9"/>
                  </a:cubicBezTo>
                  <a:cubicBezTo>
                    <a:pt x="38" y="15"/>
                    <a:pt x="31" y="20"/>
                    <a:pt x="2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 name="Freeform 405">
              <a:extLst>
                <a:ext uri="{FF2B5EF4-FFF2-40B4-BE49-F238E27FC236}">
                  <a16:creationId xmlns:a16="http://schemas.microsoft.com/office/drawing/2014/main" id="{CADE166E-8A0F-D91D-E4FF-E9DB52670B67}"/>
                </a:ext>
              </a:extLst>
            </p:cNvPr>
            <p:cNvSpPr>
              <a:spLocks/>
            </p:cNvSpPr>
            <p:nvPr/>
          </p:nvSpPr>
          <p:spPr bwMode="auto">
            <a:xfrm rot="5094805">
              <a:off x="366808" y="4519605"/>
              <a:ext cx="95969" cy="61694"/>
            </a:xfrm>
            <a:custGeom>
              <a:avLst/>
              <a:gdLst>
                <a:gd name="T0" fmla="*/ 21 w 39"/>
                <a:gd name="T1" fmla="*/ 25 h 25"/>
                <a:gd name="T2" fmla="*/ 2 w 39"/>
                <a:gd name="T3" fmla="*/ 15 h 25"/>
                <a:gd name="T4" fmla="*/ 19 w 39"/>
                <a:gd name="T5" fmla="*/ 1 h 25"/>
                <a:gd name="T6" fmla="*/ 38 w 39"/>
                <a:gd name="T7" fmla="*/ 11 h 25"/>
                <a:gd name="T8" fmla="*/ 21 w 39"/>
                <a:gd name="T9" fmla="*/ 25 h 25"/>
              </a:gdLst>
              <a:ahLst/>
              <a:cxnLst>
                <a:cxn ang="0">
                  <a:pos x="T0" y="T1"/>
                </a:cxn>
                <a:cxn ang="0">
                  <a:pos x="T2" y="T3"/>
                </a:cxn>
                <a:cxn ang="0">
                  <a:pos x="T4" y="T5"/>
                </a:cxn>
                <a:cxn ang="0">
                  <a:pos x="T6" y="T7"/>
                </a:cxn>
                <a:cxn ang="0">
                  <a:pos x="T8" y="T9"/>
                </a:cxn>
              </a:cxnLst>
              <a:rect l="0" t="0" r="r" b="b"/>
              <a:pathLst>
                <a:path w="39" h="25">
                  <a:moveTo>
                    <a:pt x="21" y="25"/>
                  </a:moveTo>
                  <a:cubicBezTo>
                    <a:pt x="11" y="25"/>
                    <a:pt x="3" y="21"/>
                    <a:pt x="2" y="15"/>
                  </a:cubicBezTo>
                  <a:cubicBezTo>
                    <a:pt x="0" y="8"/>
                    <a:pt x="8" y="2"/>
                    <a:pt x="19" y="1"/>
                  </a:cubicBezTo>
                  <a:cubicBezTo>
                    <a:pt x="28" y="0"/>
                    <a:pt x="37" y="4"/>
                    <a:pt x="38" y="11"/>
                  </a:cubicBezTo>
                  <a:cubicBezTo>
                    <a:pt x="39" y="18"/>
                    <a:pt x="32" y="24"/>
                    <a:pt x="21"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 name="Freeform 407">
              <a:extLst>
                <a:ext uri="{FF2B5EF4-FFF2-40B4-BE49-F238E27FC236}">
                  <a16:creationId xmlns:a16="http://schemas.microsoft.com/office/drawing/2014/main" id="{9036E73F-7851-9023-1A3C-C5EB600B8180}"/>
                </a:ext>
              </a:extLst>
            </p:cNvPr>
            <p:cNvSpPr>
              <a:spLocks/>
            </p:cNvSpPr>
            <p:nvPr/>
          </p:nvSpPr>
          <p:spPr bwMode="auto">
            <a:xfrm rot="5094805">
              <a:off x="398715" y="4705938"/>
              <a:ext cx="98254" cy="70834"/>
            </a:xfrm>
            <a:custGeom>
              <a:avLst/>
              <a:gdLst>
                <a:gd name="T0" fmla="*/ 22 w 40"/>
                <a:gd name="T1" fmla="*/ 29 h 29"/>
                <a:gd name="T2" fmla="*/ 2 w 40"/>
                <a:gd name="T3" fmla="*/ 17 h 29"/>
                <a:gd name="T4" fmla="*/ 18 w 40"/>
                <a:gd name="T5" fmla="*/ 1 h 29"/>
                <a:gd name="T6" fmla="*/ 38 w 40"/>
                <a:gd name="T7" fmla="*/ 13 h 29"/>
                <a:gd name="T8" fmla="*/ 22 w 40"/>
                <a:gd name="T9" fmla="*/ 29 h 29"/>
              </a:gdLst>
              <a:ahLst/>
              <a:cxnLst>
                <a:cxn ang="0">
                  <a:pos x="T0" y="T1"/>
                </a:cxn>
                <a:cxn ang="0">
                  <a:pos x="T2" y="T3"/>
                </a:cxn>
                <a:cxn ang="0">
                  <a:pos x="T4" y="T5"/>
                </a:cxn>
                <a:cxn ang="0">
                  <a:pos x="T6" y="T7"/>
                </a:cxn>
                <a:cxn ang="0">
                  <a:pos x="T8" y="T9"/>
                </a:cxn>
              </a:cxnLst>
              <a:rect l="0" t="0" r="r" b="b"/>
              <a:pathLst>
                <a:path w="40" h="29">
                  <a:moveTo>
                    <a:pt x="22" y="29"/>
                  </a:moveTo>
                  <a:cubicBezTo>
                    <a:pt x="12" y="29"/>
                    <a:pt x="3" y="24"/>
                    <a:pt x="2" y="17"/>
                  </a:cubicBezTo>
                  <a:cubicBezTo>
                    <a:pt x="0" y="9"/>
                    <a:pt x="8" y="2"/>
                    <a:pt x="18" y="1"/>
                  </a:cubicBezTo>
                  <a:cubicBezTo>
                    <a:pt x="28" y="0"/>
                    <a:pt x="37" y="5"/>
                    <a:pt x="38" y="13"/>
                  </a:cubicBezTo>
                  <a:cubicBezTo>
                    <a:pt x="40" y="21"/>
                    <a:pt x="32" y="28"/>
                    <a:pt x="22"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 name="Freeform 437">
              <a:extLst>
                <a:ext uri="{FF2B5EF4-FFF2-40B4-BE49-F238E27FC236}">
                  <a16:creationId xmlns:a16="http://schemas.microsoft.com/office/drawing/2014/main" id="{05F929AE-6EC7-8818-9F1E-881C16787629}"/>
                </a:ext>
              </a:extLst>
            </p:cNvPr>
            <p:cNvSpPr>
              <a:spLocks/>
            </p:cNvSpPr>
            <p:nvPr/>
          </p:nvSpPr>
          <p:spPr bwMode="auto">
            <a:xfrm rot="5094805">
              <a:off x="883396" y="6766336"/>
              <a:ext cx="102824" cy="139384"/>
            </a:xfrm>
            <a:custGeom>
              <a:avLst/>
              <a:gdLst>
                <a:gd name="T0" fmla="*/ 22 w 41"/>
                <a:gd name="T1" fmla="*/ 54 h 57"/>
                <a:gd name="T2" fmla="*/ 2 w 41"/>
                <a:gd name="T3" fmla="*/ 34 h 57"/>
                <a:gd name="T4" fmla="*/ 18 w 41"/>
                <a:gd name="T5" fmla="*/ 3 h 57"/>
                <a:gd name="T6" fmla="*/ 39 w 41"/>
                <a:gd name="T7" fmla="*/ 22 h 57"/>
                <a:gd name="T8" fmla="*/ 22 w 41"/>
                <a:gd name="T9" fmla="*/ 54 h 57"/>
              </a:gdLst>
              <a:ahLst/>
              <a:cxnLst>
                <a:cxn ang="0">
                  <a:pos x="T0" y="T1"/>
                </a:cxn>
                <a:cxn ang="0">
                  <a:pos x="T2" y="T3"/>
                </a:cxn>
                <a:cxn ang="0">
                  <a:pos x="T4" y="T5"/>
                </a:cxn>
                <a:cxn ang="0">
                  <a:pos x="T6" y="T7"/>
                </a:cxn>
                <a:cxn ang="0">
                  <a:pos x="T8" y="T9"/>
                </a:cxn>
              </a:cxnLst>
              <a:rect l="0" t="0" r="r" b="b"/>
              <a:pathLst>
                <a:path w="41" h="57">
                  <a:moveTo>
                    <a:pt x="22" y="54"/>
                  </a:moveTo>
                  <a:cubicBezTo>
                    <a:pt x="12" y="57"/>
                    <a:pt x="3" y="48"/>
                    <a:pt x="2" y="34"/>
                  </a:cubicBezTo>
                  <a:cubicBezTo>
                    <a:pt x="0" y="20"/>
                    <a:pt x="7" y="6"/>
                    <a:pt x="18" y="3"/>
                  </a:cubicBezTo>
                  <a:cubicBezTo>
                    <a:pt x="28" y="0"/>
                    <a:pt x="37" y="9"/>
                    <a:pt x="39" y="22"/>
                  </a:cubicBezTo>
                  <a:cubicBezTo>
                    <a:pt x="41" y="36"/>
                    <a:pt x="33" y="51"/>
                    <a:pt x="22"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 name="Freeform 438">
              <a:extLst>
                <a:ext uri="{FF2B5EF4-FFF2-40B4-BE49-F238E27FC236}">
                  <a16:creationId xmlns:a16="http://schemas.microsoft.com/office/drawing/2014/main" id="{9697C8B9-BEBC-DC2A-4CCF-4C85479165CA}"/>
                </a:ext>
              </a:extLst>
            </p:cNvPr>
            <p:cNvSpPr>
              <a:spLocks/>
            </p:cNvSpPr>
            <p:nvPr/>
          </p:nvSpPr>
          <p:spPr bwMode="auto">
            <a:xfrm rot="5094805">
              <a:off x="819228" y="6571636"/>
              <a:ext cx="95969" cy="143954"/>
            </a:xfrm>
            <a:custGeom>
              <a:avLst/>
              <a:gdLst>
                <a:gd name="T0" fmla="*/ 22 w 39"/>
                <a:gd name="T1" fmla="*/ 55 h 58"/>
                <a:gd name="T2" fmla="*/ 1 w 39"/>
                <a:gd name="T3" fmla="*/ 33 h 58"/>
                <a:gd name="T4" fmla="*/ 17 w 39"/>
                <a:gd name="T5" fmla="*/ 3 h 58"/>
                <a:gd name="T6" fmla="*/ 38 w 39"/>
                <a:gd name="T7" fmla="*/ 25 h 58"/>
                <a:gd name="T8" fmla="*/ 22 w 39"/>
                <a:gd name="T9" fmla="*/ 55 h 58"/>
              </a:gdLst>
              <a:ahLst/>
              <a:cxnLst>
                <a:cxn ang="0">
                  <a:pos x="T0" y="T1"/>
                </a:cxn>
                <a:cxn ang="0">
                  <a:pos x="T2" y="T3"/>
                </a:cxn>
                <a:cxn ang="0">
                  <a:pos x="T4" y="T5"/>
                </a:cxn>
                <a:cxn ang="0">
                  <a:pos x="T6" y="T7"/>
                </a:cxn>
                <a:cxn ang="0">
                  <a:pos x="T8" y="T9"/>
                </a:cxn>
              </a:cxnLst>
              <a:rect l="0" t="0" r="r" b="b"/>
              <a:pathLst>
                <a:path w="39" h="58">
                  <a:moveTo>
                    <a:pt x="22" y="55"/>
                  </a:moveTo>
                  <a:cubicBezTo>
                    <a:pt x="12" y="58"/>
                    <a:pt x="2" y="48"/>
                    <a:pt x="1" y="33"/>
                  </a:cubicBezTo>
                  <a:cubicBezTo>
                    <a:pt x="0" y="18"/>
                    <a:pt x="7" y="5"/>
                    <a:pt x="17" y="3"/>
                  </a:cubicBezTo>
                  <a:cubicBezTo>
                    <a:pt x="27" y="0"/>
                    <a:pt x="37" y="11"/>
                    <a:pt x="38" y="25"/>
                  </a:cubicBezTo>
                  <a:cubicBezTo>
                    <a:pt x="39" y="39"/>
                    <a:pt x="32" y="53"/>
                    <a:pt x="22"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 name="Freeform 439">
              <a:extLst>
                <a:ext uri="{FF2B5EF4-FFF2-40B4-BE49-F238E27FC236}">
                  <a16:creationId xmlns:a16="http://schemas.microsoft.com/office/drawing/2014/main" id="{D6D1DEF0-5599-1AA0-B479-A9D8FD9BF33A}"/>
                </a:ext>
              </a:extLst>
            </p:cNvPr>
            <p:cNvSpPr>
              <a:spLocks/>
            </p:cNvSpPr>
            <p:nvPr/>
          </p:nvSpPr>
          <p:spPr bwMode="auto">
            <a:xfrm rot="5094805">
              <a:off x="760934" y="6381727"/>
              <a:ext cx="98254" cy="141669"/>
            </a:xfrm>
            <a:custGeom>
              <a:avLst/>
              <a:gdLst>
                <a:gd name="T0" fmla="*/ 23 w 40"/>
                <a:gd name="T1" fmla="*/ 56 h 58"/>
                <a:gd name="T2" fmla="*/ 2 w 40"/>
                <a:gd name="T3" fmla="*/ 33 h 58"/>
                <a:gd name="T4" fmla="*/ 18 w 40"/>
                <a:gd name="T5" fmla="*/ 2 h 58"/>
                <a:gd name="T6" fmla="*/ 39 w 40"/>
                <a:gd name="T7" fmla="*/ 27 h 58"/>
                <a:gd name="T8" fmla="*/ 23 w 40"/>
                <a:gd name="T9" fmla="*/ 56 h 58"/>
              </a:gdLst>
              <a:ahLst/>
              <a:cxnLst>
                <a:cxn ang="0">
                  <a:pos x="T0" y="T1"/>
                </a:cxn>
                <a:cxn ang="0">
                  <a:pos x="T2" y="T3"/>
                </a:cxn>
                <a:cxn ang="0">
                  <a:pos x="T4" y="T5"/>
                </a:cxn>
                <a:cxn ang="0">
                  <a:pos x="T6" y="T7"/>
                </a:cxn>
                <a:cxn ang="0">
                  <a:pos x="T8" y="T9"/>
                </a:cxn>
              </a:cxnLst>
              <a:rect l="0" t="0" r="r" b="b"/>
              <a:pathLst>
                <a:path w="40" h="58">
                  <a:moveTo>
                    <a:pt x="23" y="56"/>
                  </a:moveTo>
                  <a:cubicBezTo>
                    <a:pt x="13" y="58"/>
                    <a:pt x="4" y="47"/>
                    <a:pt x="2" y="33"/>
                  </a:cubicBezTo>
                  <a:cubicBezTo>
                    <a:pt x="0" y="17"/>
                    <a:pt x="7" y="4"/>
                    <a:pt x="18" y="2"/>
                  </a:cubicBezTo>
                  <a:cubicBezTo>
                    <a:pt x="28" y="0"/>
                    <a:pt x="38" y="11"/>
                    <a:pt x="39" y="27"/>
                  </a:cubicBezTo>
                  <a:cubicBezTo>
                    <a:pt x="40" y="41"/>
                    <a:pt x="33" y="54"/>
                    <a:pt x="23"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 name="Freeform 440">
              <a:extLst>
                <a:ext uri="{FF2B5EF4-FFF2-40B4-BE49-F238E27FC236}">
                  <a16:creationId xmlns:a16="http://schemas.microsoft.com/office/drawing/2014/main" id="{87343820-508F-63B3-EDD8-5530ACB24515}"/>
                </a:ext>
              </a:extLst>
            </p:cNvPr>
            <p:cNvSpPr>
              <a:spLocks/>
            </p:cNvSpPr>
            <p:nvPr/>
          </p:nvSpPr>
          <p:spPr bwMode="auto">
            <a:xfrm rot="5094805">
              <a:off x="712892" y="6189967"/>
              <a:ext cx="95969" cy="141669"/>
            </a:xfrm>
            <a:custGeom>
              <a:avLst/>
              <a:gdLst>
                <a:gd name="T0" fmla="*/ 22 w 39"/>
                <a:gd name="T1" fmla="*/ 56 h 58"/>
                <a:gd name="T2" fmla="*/ 1 w 39"/>
                <a:gd name="T3" fmla="*/ 32 h 58"/>
                <a:gd name="T4" fmla="*/ 17 w 39"/>
                <a:gd name="T5" fmla="*/ 2 h 58"/>
                <a:gd name="T6" fmla="*/ 38 w 39"/>
                <a:gd name="T7" fmla="*/ 26 h 58"/>
                <a:gd name="T8" fmla="*/ 22 w 39"/>
                <a:gd name="T9" fmla="*/ 56 h 58"/>
              </a:gdLst>
              <a:ahLst/>
              <a:cxnLst>
                <a:cxn ang="0">
                  <a:pos x="T0" y="T1"/>
                </a:cxn>
                <a:cxn ang="0">
                  <a:pos x="T2" y="T3"/>
                </a:cxn>
                <a:cxn ang="0">
                  <a:pos x="T4" y="T5"/>
                </a:cxn>
                <a:cxn ang="0">
                  <a:pos x="T6" y="T7"/>
                </a:cxn>
                <a:cxn ang="0">
                  <a:pos x="T8" y="T9"/>
                </a:cxn>
              </a:cxnLst>
              <a:rect l="0" t="0" r="r" b="b"/>
              <a:pathLst>
                <a:path w="39" h="58">
                  <a:moveTo>
                    <a:pt x="22" y="56"/>
                  </a:moveTo>
                  <a:cubicBezTo>
                    <a:pt x="12" y="58"/>
                    <a:pt x="2" y="48"/>
                    <a:pt x="1" y="32"/>
                  </a:cubicBezTo>
                  <a:cubicBezTo>
                    <a:pt x="0" y="18"/>
                    <a:pt x="7" y="5"/>
                    <a:pt x="17" y="2"/>
                  </a:cubicBezTo>
                  <a:cubicBezTo>
                    <a:pt x="27" y="0"/>
                    <a:pt x="37" y="10"/>
                    <a:pt x="38" y="26"/>
                  </a:cubicBezTo>
                  <a:cubicBezTo>
                    <a:pt x="39" y="40"/>
                    <a:pt x="32" y="54"/>
                    <a:pt x="22"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 name="Freeform 441">
              <a:extLst>
                <a:ext uri="{FF2B5EF4-FFF2-40B4-BE49-F238E27FC236}">
                  <a16:creationId xmlns:a16="http://schemas.microsoft.com/office/drawing/2014/main" id="{10D2A9C1-F227-2284-9BBA-E927077969A4}"/>
                </a:ext>
              </a:extLst>
            </p:cNvPr>
            <p:cNvSpPr>
              <a:spLocks/>
            </p:cNvSpPr>
            <p:nvPr/>
          </p:nvSpPr>
          <p:spPr bwMode="auto">
            <a:xfrm rot="5094805">
              <a:off x="657077" y="6002132"/>
              <a:ext cx="98254" cy="139384"/>
            </a:xfrm>
            <a:custGeom>
              <a:avLst/>
              <a:gdLst>
                <a:gd name="T0" fmla="*/ 23 w 40"/>
                <a:gd name="T1" fmla="*/ 55 h 56"/>
                <a:gd name="T2" fmla="*/ 2 w 40"/>
                <a:gd name="T3" fmla="*/ 33 h 56"/>
                <a:gd name="T4" fmla="*/ 18 w 40"/>
                <a:gd name="T5" fmla="*/ 2 h 56"/>
                <a:gd name="T6" fmla="*/ 39 w 40"/>
                <a:gd name="T7" fmla="*/ 24 h 56"/>
                <a:gd name="T8" fmla="*/ 23 w 40"/>
                <a:gd name="T9" fmla="*/ 55 h 56"/>
              </a:gdLst>
              <a:ahLst/>
              <a:cxnLst>
                <a:cxn ang="0">
                  <a:pos x="T0" y="T1"/>
                </a:cxn>
                <a:cxn ang="0">
                  <a:pos x="T2" y="T3"/>
                </a:cxn>
                <a:cxn ang="0">
                  <a:pos x="T4" y="T5"/>
                </a:cxn>
                <a:cxn ang="0">
                  <a:pos x="T6" y="T7"/>
                </a:cxn>
                <a:cxn ang="0">
                  <a:pos x="T8" y="T9"/>
                </a:cxn>
              </a:cxnLst>
              <a:rect l="0" t="0" r="r" b="b"/>
              <a:pathLst>
                <a:path w="40" h="56">
                  <a:moveTo>
                    <a:pt x="23" y="55"/>
                  </a:moveTo>
                  <a:cubicBezTo>
                    <a:pt x="13" y="56"/>
                    <a:pt x="4" y="47"/>
                    <a:pt x="2" y="33"/>
                  </a:cubicBezTo>
                  <a:cubicBezTo>
                    <a:pt x="0" y="18"/>
                    <a:pt x="8" y="4"/>
                    <a:pt x="18" y="2"/>
                  </a:cubicBezTo>
                  <a:cubicBezTo>
                    <a:pt x="28" y="0"/>
                    <a:pt x="37" y="10"/>
                    <a:pt x="39" y="24"/>
                  </a:cubicBezTo>
                  <a:cubicBezTo>
                    <a:pt x="40" y="39"/>
                    <a:pt x="33" y="53"/>
                    <a:pt x="23"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 name="Freeform 442">
              <a:extLst>
                <a:ext uri="{FF2B5EF4-FFF2-40B4-BE49-F238E27FC236}">
                  <a16:creationId xmlns:a16="http://schemas.microsoft.com/office/drawing/2014/main" id="{05B218DB-2E6E-7215-9CBF-6A698B12C9CD}"/>
                </a:ext>
              </a:extLst>
            </p:cNvPr>
            <p:cNvSpPr>
              <a:spLocks/>
            </p:cNvSpPr>
            <p:nvPr/>
          </p:nvSpPr>
          <p:spPr bwMode="auto">
            <a:xfrm rot="5094805">
              <a:off x="609334" y="5817113"/>
              <a:ext cx="98254" cy="132529"/>
            </a:xfrm>
            <a:custGeom>
              <a:avLst/>
              <a:gdLst>
                <a:gd name="T0" fmla="*/ 22 w 40"/>
                <a:gd name="T1" fmla="*/ 52 h 54"/>
                <a:gd name="T2" fmla="*/ 2 w 40"/>
                <a:gd name="T3" fmla="*/ 31 h 54"/>
                <a:gd name="T4" fmla="*/ 18 w 40"/>
                <a:gd name="T5" fmla="*/ 2 h 54"/>
                <a:gd name="T6" fmla="*/ 38 w 40"/>
                <a:gd name="T7" fmla="*/ 23 h 54"/>
                <a:gd name="T8" fmla="*/ 22 w 40"/>
                <a:gd name="T9" fmla="*/ 52 h 54"/>
              </a:gdLst>
              <a:ahLst/>
              <a:cxnLst>
                <a:cxn ang="0">
                  <a:pos x="T0" y="T1"/>
                </a:cxn>
                <a:cxn ang="0">
                  <a:pos x="T2" y="T3"/>
                </a:cxn>
                <a:cxn ang="0">
                  <a:pos x="T4" y="T5"/>
                </a:cxn>
                <a:cxn ang="0">
                  <a:pos x="T6" y="T7"/>
                </a:cxn>
                <a:cxn ang="0">
                  <a:pos x="T8" y="T9"/>
                </a:cxn>
              </a:cxnLst>
              <a:rect l="0" t="0" r="r" b="b"/>
              <a:pathLst>
                <a:path w="40" h="54">
                  <a:moveTo>
                    <a:pt x="22" y="52"/>
                  </a:moveTo>
                  <a:cubicBezTo>
                    <a:pt x="12" y="54"/>
                    <a:pt x="4" y="44"/>
                    <a:pt x="2" y="31"/>
                  </a:cubicBezTo>
                  <a:cubicBezTo>
                    <a:pt x="0" y="16"/>
                    <a:pt x="7" y="4"/>
                    <a:pt x="18" y="2"/>
                  </a:cubicBezTo>
                  <a:cubicBezTo>
                    <a:pt x="28" y="0"/>
                    <a:pt x="37" y="10"/>
                    <a:pt x="38" y="23"/>
                  </a:cubicBezTo>
                  <a:cubicBezTo>
                    <a:pt x="40" y="38"/>
                    <a:pt x="33" y="51"/>
                    <a:pt x="2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 name="Freeform 443">
              <a:extLst>
                <a:ext uri="{FF2B5EF4-FFF2-40B4-BE49-F238E27FC236}">
                  <a16:creationId xmlns:a16="http://schemas.microsoft.com/office/drawing/2014/main" id="{F91F7FC8-6489-FEFA-A001-BD4B7E73F3B0}"/>
                </a:ext>
              </a:extLst>
            </p:cNvPr>
            <p:cNvSpPr>
              <a:spLocks/>
            </p:cNvSpPr>
            <p:nvPr/>
          </p:nvSpPr>
          <p:spPr bwMode="auto">
            <a:xfrm rot="5094805">
              <a:off x="566037" y="5631591"/>
              <a:ext cx="100539" cy="123389"/>
            </a:xfrm>
            <a:custGeom>
              <a:avLst/>
              <a:gdLst>
                <a:gd name="T0" fmla="*/ 18 w 40"/>
                <a:gd name="T1" fmla="*/ 2 h 50"/>
                <a:gd name="T2" fmla="*/ 38 w 40"/>
                <a:gd name="T3" fmla="*/ 22 h 50"/>
                <a:gd name="T4" fmla="*/ 22 w 40"/>
                <a:gd name="T5" fmla="*/ 49 h 50"/>
                <a:gd name="T6" fmla="*/ 2 w 40"/>
                <a:gd name="T7" fmla="*/ 29 h 50"/>
                <a:gd name="T8" fmla="*/ 18 w 40"/>
                <a:gd name="T9" fmla="*/ 2 h 50"/>
              </a:gdLst>
              <a:ahLst/>
              <a:cxnLst>
                <a:cxn ang="0">
                  <a:pos x="T0" y="T1"/>
                </a:cxn>
                <a:cxn ang="0">
                  <a:pos x="T2" y="T3"/>
                </a:cxn>
                <a:cxn ang="0">
                  <a:pos x="T4" y="T5"/>
                </a:cxn>
                <a:cxn ang="0">
                  <a:pos x="T6" y="T7"/>
                </a:cxn>
                <a:cxn ang="0">
                  <a:pos x="T8" y="T9"/>
                </a:cxn>
              </a:cxnLst>
              <a:rect l="0" t="0" r="r" b="b"/>
              <a:pathLst>
                <a:path w="40" h="50">
                  <a:moveTo>
                    <a:pt x="18" y="2"/>
                  </a:moveTo>
                  <a:cubicBezTo>
                    <a:pt x="27" y="0"/>
                    <a:pt x="36" y="9"/>
                    <a:pt x="38" y="22"/>
                  </a:cubicBezTo>
                  <a:cubicBezTo>
                    <a:pt x="40" y="36"/>
                    <a:pt x="33" y="48"/>
                    <a:pt x="22" y="49"/>
                  </a:cubicBezTo>
                  <a:cubicBezTo>
                    <a:pt x="12" y="50"/>
                    <a:pt x="4" y="41"/>
                    <a:pt x="2" y="29"/>
                  </a:cubicBezTo>
                  <a:cubicBezTo>
                    <a:pt x="0" y="15"/>
                    <a:pt x="7"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 name="Freeform 444">
              <a:extLst>
                <a:ext uri="{FF2B5EF4-FFF2-40B4-BE49-F238E27FC236}">
                  <a16:creationId xmlns:a16="http://schemas.microsoft.com/office/drawing/2014/main" id="{BE865C10-6BD2-2EC9-1E5D-70B58EF4F663}"/>
                </a:ext>
              </a:extLst>
            </p:cNvPr>
            <p:cNvSpPr>
              <a:spLocks/>
            </p:cNvSpPr>
            <p:nvPr/>
          </p:nvSpPr>
          <p:spPr bwMode="auto">
            <a:xfrm rot="5094805">
              <a:off x="527301" y="5445867"/>
              <a:ext cx="98254" cy="114249"/>
            </a:xfrm>
            <a:custGeom>
              <a:avLst/>
              <a:gdLst>
                <a:gd name="T0" fmla="*/ 21 w 40"/>
                <a:gd name="T1" fmla="*/ 45 h 46"/>
                <a:gd name="T2" fmla="*/ 2 w 40"/>
                <a:gd name="T3" fmla="*/ 25 h 46"/>
                <a:gd name="T4" fmla="*/ 18 w 40"/>
                <a:gd name="T5" fmla="*/ 1 h 46"/>
                <a:gd name="T6" fmla="*/ 38 w 40"/>
                <a:gd name="T7" fmla="*/ 21 h 46"/>
                <a:gd name="T8" fmla="*/ 21 w 40"/>
                <a:gd name="T9" fmla="*/ 45 h 46"/>
              </a:gdLst>
              <a:ahLst/>
              <a:cxnLst>
                <a:cxn ang="0">
                  <a:pos x="T0" y="T1"/>
                </a:cxn>
                <a:cxn ang="0">
                  <a:pos x="T2" y="T3"/>
                </a:cxn>
                <a:cxn ang="0">
                  <a:pos x="T4" y="T5"/>
                </a:cxn>
                <a:cxn ang="0">
                  <a:pos x="T6" y="T7"/>
                </a:cxn>
                <a:cxn ang="0">
                  <a:pos x="T8" y="T9"/>
                </a:cxn>
              </a:cxnLst>
              <a:rect l="0" t="0" r="r" b="b"/>
              <a:pathLst>
                <a:path w="40" h="46">
                  <a:moveTo>
                    <a:pt x="21" y="45"/>
                  </a:moveTo>
                  <a:cubicBezTo>
                    <a:pt x="12" y="46"/>
                    <a:pt x="3" y="37"/>
                    <a:pt x="2" y="25"/>
                  </a:cubicBezTo>
                  <a:cubicBezTo>
                    <a:pt x="0" y="13"/>
                    <a:pt x="8" y="2"/>
                    <a:pt x="18" y="1"/>
                  </a:cubicBezTo>
                  <a:cubicBezTo>
                    <a:pt x="28" y="0"/>
                    <a:pt x="37" y="9"/>
                    <a:pt x="38" y="21"/>
                  </a:cubicBezTo>
                  <a:cubicBezTo>
                    <a:pt x="40" y="34"/>
                    <a:pt x="32" y="45"/>
                    <a:pt x="21"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 name="Freeform 445">
              <a:extLst>
                <a:ext uri="{FF2B5EF4-FFF2-40B4-BE49-F238E27FC236}">
                  <a16:creationId xmlns:a16="http://schemas.microsoft.com/office/drawing/2014/main" id="{0ABDD3BE-F1D5-6D6B-A528-D2944A912C51}"/>
                </a:ext>
              </a:extLst>
            </p:cNvPr>
            <p:cNvSpPr>
              <a:spLocks/>
            </p:cNvSpPr>
            <p:nvPr/>
          </p:nvSpPr>
          <p:spPr bwMode="auto">
            <a:xfrm rot="5094805">
              <a:off x="493214" y="5261916"/>
              <a:ext cx="98254" cy="102824"/>
            </a:xfrm>
            <a:custGeom>
              <a:avLst/>
              <a:gdLst>
                <a:gd name="T0" fmla="*/ 22 w 40"/>
                <a:gd name="T1" fmla="*/ 41 h 42"/>
                <a:gd name="T2" fmla="*/ 2 w 40"/>
                <a:gd name="T3" fmla="*/ 23 h 42"/>
                <a:gd name="T4" fmla="*/ 18 w 40"/>
                <a:gd name="T5" fmla="*/ 1 h 42"/>
                <a:gd name="T6" fmla="*/ 38 w 40"/>
                <a:gd name="T7" fmla="*/ 19 h 42"/>
                <a:gd name="T8" fmla="*/ 22 w 40"/>
                <a:gd name="T9" fmla="*/ 41 h 42"/>
              </a:gdLst>
              <a:ahLst/>
              <a:cxnLst>
                <a:cxn ang="0">
                  <a:pos x="T0" y="T1"/>
                </a:cxn>
                <a:cxn ang="0">
                  <a:pos x="T2" y="T3"/>
                </a:cxn>
                <a:cxn ang="0">
                  <a:pos x="T4" y="T5"/>
                </a:cxn>
                <a:cxn ang="0">
                  <a:pos x="T6" y="T7"/>
                </a:cxn>
                <a:cxn ang="0">
                  <a:pos x="T8" y="T9"/>
                </a:cxn>
              </a:cxnLst>
              <a:rect l="0" t="0" r="r" b="b"/>
              <a:pathLst>
                <a:path w="40" h="42">
                  <a:moveTo>
                    <a:pt x="22" y="41"/>
                  </a:moveTo>
                  <a:cubicBezTo>
                    <a:pt x="12" y="42"/>
                    <a:pt x="3" y="34"/>
                    <a:pt x="2" y="23"/>
                  </a:cubicBezTo>
                  <a:cubicBezTo>
                    <a:pt x="0" y="12"/>
                    <a:pt x="8" y="2"/>
                    <a:pt x="18" y="1"/>
                  </a:cubicBezTo>
                  <a:cubicBezTo>
                    <a:pt x="28" y="0"/>
                    <a:pt x="37" y="8"/>
                    <a:pt x="38" y="19"/>
                  </a:cubicBezTo>
                  <a:cubicBezTo>
                    <a:pt x="40" y="31"/>
                    <a:pt x="32" y="41"/>
                    <a:pt x="22"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 name="Freeform 446">
              <a:extLst>
                <a:ext uri="{FF2B5EF4-FFF2-40B4-BE49-F238E27FC236}">
                  <a16:creationId xmlns:a16="http://schemas.microsoft.com/office/drawing/2014/main" id="{51C54848-7F13-707A-DD37-3BB27613B62C}"/>
                </a:ext>
              </a:extLst>
            </p:cNvPr>
            <p:cNvSpPr>
              <a:spLocks/>
            </p:cNvSpPr>
            <p:nvPr/>
          </p:nvSpPr>
          <p:spPr bwMode="auto">
            <a:xfrm rot="5094805">
              <a:off x="462540" y="5076520"/>
              <a:ext cx="98254" cy="93684"/>
            </a:xfrm>
            <a:custGeom>
              <a:avLst/>
              <a:gdLst>
                <a:gd name="T0" fmla="*/ 22 w 40"/>
                <a:gd name="T1" fmla="*/ 37 h 38"/>
                <a:gd name="T2" fmla="*/ 2 w 40"/>
                <a:gd name="T3" fmla="*/ 21 h 38"/>
                <a:gd name="T4" fmla="*/ 18 w 40"/>
                <a:gd name="T5" fmla="*/ 1 h 38"/>
                <a:gd name="T6" fmla="*/ 38 w 40"/>
                <a:gd name="T7" fmla="*/ 17 h 38"/>
                <a:gd name="T8" fmla="*/ 22 w 40"/>
                <a:gd name="T9" fmla="*/ 37 h 38"/>
              </a:gdLst>
              <a:ahLst/>
              <a:cxnLst>
                <a:cxn ang="0">
                  <a:pos x="T0" y="T1"/>
                </a:cxn>
                <a:cxn ang="0">
                  <a:pos x="T2" y="T3"/>
                </a:cxn>
                <a:cxn ang="0">
                  <a:pos x="T4" y="T5"/>
                </a:cxn>
                <a:cxn ang="0">
                  <a:pos x="T6" y="T7"/>
                </a:cxn>
                <a:cxn ang="0">
                  <a:pos x="T8" y="T9"/>
                </a:cxn>
              </a:cxnLst>
              <a:rect l="0" t="0" r="r" b="b"/>
              <a:pathLst>
                <a:path w="40" h="38">
                  <a:moveTo>
                    <a:pt x="22" y="37"/>
                  </a:moveTo>
                  <a:cubicBezTo>
                    <a:pt x="12" y="38"/>
                    <a:pt x="3" y="31"/>
                    <a:pt x="2" y="21"/>
                  </a:cubicBezTo>
                  <a:cubicBezTo>
                    <a:pt x="0" y="11"/>
                    <a:pt x="8" y="2"/>
                    <a:pt x="18" y="1"/>
                  </a:cubicBezTo>
                  <a:cubicBezTo>
                    <a:pt x="28" y="0"/>
                    <a:pt x="37" y="7"/>
                    <a:pt x="38" y="17"/>
                  </a:cubicBezTo>
                  <a:cubicBezTo>
                    <a:pt x="40" y="28"/>
                    <a:pt x="32" y="37"/>
                    <a:pt x="22"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 name="Freeform 447">
              <a:extLst>
                <a:ext uri="{FF2B5EF4-FFF2-40B4-BE49-F238E27FC236}">
                  <a16:creationId xmlns:a16="http://schemas.microsoft.com/office/drawing/2014/main" id="{CD5A8F7A-6D68-67CE-1077-91BCBAF98FD1}"/>
                </a:ext>
              </a:extLst>
            </p:cNvPr>
            <p:cNvSpPr>
              <a:spLocks/>
            </p:cNvSpPr>
            <p:nvPr/>
          </p:nvSpPr>
          <p:spPr bwMode="auto">
            <a:xfrm rot="5094805">
              <a:off x="432811" y="4890091"/>
              <a:ext cx="93684" cy="82259"/>
            </a:xfrm>
            <a:custGeom>
              <a:avLst/>
              <a:gdLst>
                <a:gd name="T0" fmla="*/ 21 w 38"/>
                <a:gd name="T1" fmla="*/ 33 h 33"/>
                <a:gd name="T2" fmla="*/ 1 w 38"/>
                <a:gd name="T3" fmla="*/ 18 h 33"/>
                <a:gd name="T4" fmla="*/ 16 w 38"/>
                <a:gd name="T5" fmla="*/ 1 h 33"/>
                <a:gd name="T6" fmla="*/ 37 w 38"/>
                <a:gd name="T7" fmla="*/ 16 h 33"/>
                <a:gd name="T8" fmla="*/ 21 w 38"/>
                <a:gd name="T9" fmla="*/ 33 h 33"/>
              </a:gdLst>
              <a:ahLst/>
              <a:cxnLst>
                <a:cxn ang="0">
                  <a:pos x="T0" y="T1"/>
                </a:cxn>
                <a:cxn ang="0">
                  <a:pos x="T2" y="T3"/>
                </a:cxn>
                <a:cxn ang="0">
                  <a:pos x="T4" y="T5"/>
                </a:cxn>
                <a:cxn ang="0">
                  <a:pos x="T6" y="T7"/>
                </a:cxn>
                <a:cxn ang="0">
                  <a:pos x="T8" y="T9"/>
                </a:cxn>
              </a:cxnLst>
              <a:rect l="0" t="0" r="r" b="b"/>
              <a:pathLst>
                <a:path w="38" h="33">
                  <a:moveTo>
                    <a:pt x="21" y="33"/>
                  </a:moveTo>
                  <a:cubicBezTo>
                    <a:pt x="11" y="33"/>
                    <a:pt x="1" y="27"/>
                    <a:pt x="1" y="18"/>
                  </a:cubicBezTo>
                  <a:cubicBezTo>
                    <a:pt x="0" y="9"/>
                    <a:pt x="7" y="2"/>
                    <a:pt x="16" y="1"/>
                  </a:cubicBezTo>
                  <a:cubicBezTo>
                    <a:pt x="27" y="0"/>
                    <a:pt x="36" y="7"/>
                    <a:pt x="37" y="16"/>
                  </a:cubicBezTo>
                  <a:cubicBezTo>
                    <a:pt x="38" y="25"/>
                    <a:pt x="31" y="32"/>
                    <a:pt x="21"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 name="Freeform 457">
              <a:extLst>
                <a:ext uri="{FF2B5EF4-FFF2-40B4-BE49-F238E27FC236}">
                  <a16:creationId xmlns:a16="http://schemas.microsoft.com/office/drawing/2014/main" id="{2C0EFA9F-5E69-33C2-8686-E07E8C6EEEB0}"/>
                </a:ext>
              </a:extLst>
            </p:cNvPr>
            <p:cNvSpPr>
              <a:spLocks/>
            </p:cNvSpPr>
            <p:nvPr/>
          </p:nvSpPr>
          <p:spPr bwMode="auto">
            <a:xfrm rot="5094805">
              <a:off x="-20459" y="3112321"/>
              <a:ext cx="93684" cy="25135"/>
            </a:xfrm>
            <a:custGeom>
              <a:avLst/>
              <a:gdLst>
                <a:gd name="T0" fmla="*/ 36 w 38"/>
                <a:gd name="T1" fmla="*/ 1 h 10"/>
                <a:gd name="T2" fmla="*/ 21 w 38"/>
                <a:gd name="T3" fmla="*/ 8 h 10"/>
                <a:gd name="T4" fmla="*/ 1 w 38"/>
                <a:gd name="T5" fmla="*/ 9 h 10"/>
                <a:gd name="T6" fmla="*/ 17 w 38"/>
                <a:gd name="T7" fmla="*/ 2 h 10"/>
                <a:gd name="T8" fmla="*/ 36 w 38"/>
                <a:gd name="T9" fmla="*/ 1 h 10"/>
              </a:gdLst>
              <a:ahLst/>
              <a:cxnLst>
                <a:cxn ang="0">
                  <a:pos x="T0" y="T1"/>
                </a:cxn>
                <a:cxn ang="0">
                  <a:pos x="T2" y="T3"/>
                </a:cxn>
                <a:cxn ang="0">
                  <a:pos x="T4" y="T5"/>
                </a:cxn>
                <a:cxn ang="0">
                  <a:pos x="T6" y="T7"/>
                </a:cxn>
                <a:cxn ang="0">
                  <a:pos x="T8" y="T9"/>
                </a:cxn>
              </a:cxnLst>
              <a:rect l="0" t="0" r="r" b="b"/>
              <a:pathLst>
                <a:path w="38" h="10">
                  <a:moveTo>
                    <a:pt x="36" y="1"/>
                  </a:moveTo>
                  <a:cubicBezTo>
                    <a:pt x="38" y="3"/>
                    <a:pt x="31" y="6"/>
                    <a:pt x="21" y="8"/>
                  </a:cubicBezTo>
                  <a:cubicBezTo>
                    <a:pt x="12" y="10"/>
                    <a:pt x="2" y="10"/>
                    <a:pt x="1" y="9"/>
                  </a:cubicBezTo>
                  <a:cubicBezTo>
                    <a:pt x="0" y="7"/>
                    <a:pt x="7" y="5"/>
                    <a:pt x="17" y="2"/>
                  </a:cubicBezTo>
                  <a:cubicBezTo>
                    <a:pt x="26" y="0"/>
                    <a:pt x="35" y="0"/>
                    <a:pt x="3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 name="Freeform 458">
              <a:extLst>
                <a:ext uri="{FF2B5EF4-FFF2-40B4-BE49-F238E27FC236}">
                  <a16:creationId xmlns:a16="http://schemas.microsoft.com/office/drawing/2014/main" id="{8319BBD1-1F0E-8845-4495-09863EA12183}"/>
                </a:ext>
              </a:extLst>
            </p:cNvPr>
            <p:cNvSpPr>
              <a:spLocks/>
            </p:cNvSpPr>
            <p:nvPr/>
          </p:nvSpPr>
          <p:spPr bwMode="auto">
            <a:xfrm rot="5094805">
              <a:off x="40013" y="3299847"/>
              <a:ext cx="89114" cy="29705"/>
            </a:xfrm>
            <a:custGeom>
              <a:avLst/>
              <a:gdLst>
                <a:gd name="T0" fmla="*/ 36 w 36"/>
                <a:gd name="T1" fmla="*/ 2 h 12"/>
                <a:gd name="T2" fmla="*/ 19 w 36"/>
                <a:gd name="T3" fmla="*/ 10 h 12"/>
                <a:gd name="T4" fmla="*/ 0 w 36"/>
                <a:gd name="T5" fmla="*/ 10 h 12"/>
                <a:gd name="T6" fmla="*/ 17 w 36"/>
                <a:gd name="T7" fmla="*/ 3 h 12"/>
                <a:gd name="T8" fmla="*/ 36 w 36"/>
                <a:gd name="T9" fmla="*/ 2 h 12"/>
              </a:gdLst>
              <a:ahLst/>
              <a:cxnLst>
                <a:cxn ang="0">
                  <a:pos x="T0" y="T1"/>
                </a:cxn>
                <a:cxn ang="0">
                  <a:pos x="T2" y="T3"/>
                </a:cxn>
                <a:cxn ang="0">
                  <a:pos x="T4" y="T5"/>
                </a:cxn>
                <a:cxn ang="0">
                  <a:pos x="T6" y="T7"/>
                </a:cxn>
                <a:cxn ang="0">
                  <a:pos x="T8" y="T9"/>
                </a:cxn>
              </a:cxnLst>
              <a:rect l="0" t="0" r="r" b="b"/>
              <a:pathLst>
                <a:path w="36" h="12">
                  <a:moveTo>
                    <a:pt x="36" y="2"/>
                  </a:moveTo>
                  <a:cubicBezTo>
                    <a:pt x="36" y="4"/>
                    <a:pt x="29" y="8"/>
                    <a:pt x="19" y="10"/>
                  </a:cubicBezTo>
                  <a:cubicBezTo>
                    <a:pt x="10" y="12"/>
                    <a:pt x="1" y="12"/>
                    <a:pt x="0" y="10"/>
                  </a:cubicBezTo>
                  <a:cubicBezTo>
                    <a:pt x="0" y="8"/>
                    <a:pt x="7" y="5"/>
                    <a:pt x="17" y="3"/>
                  </a:cubicBezTo>
                  <a:cubicBezTo>
                    <a:pt x="26" y="0"/>
                    <a:pt x="35" y="0"/>
                    <a:pt x="3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 name="Freeform 459">
              <a:extLst>
                <a:ext uri="{FF2B5EF4-FFF2-40B4-BE49-F238E27FC236}">
                  <a16:creationId xmlns:a16="http://schemas.microsoft.com/office/drawing/2014/main" id="{7BBD458B-8AF5-813F-1D73-D73A923F358F}"/>
                </a:ext>
              </a:extLst>
            </p:cNvPr>
            <p:cNvSpPr>
              <a:spLocks/>
            </p:cNvSpPr>
            <p:nvPr/>
          </p:nvSpPr>
          <p:spPr bwMode="auto">
            <a:xfrm rot="5094805">
              <a:off x="100265" y="3484693"/>
              <a:ext cx="93684" cy="34275"/>
            </a:xfrm>
            <a:custGeom>
              <a:avLst/>
              <a:gdLst>
                <a:gd name="T0" fmla="*/ 37 w 38"/>
                <a:gd name="T1" fmla="*/ 2 h 13"/>
                <a:gd name="T2" fmla="*/ 21 w 38"/>
                <a:gd name="T3" fmla="*/ 11 h 13"/>
                <a:gd name="T4" fmla="*/ 1 w 38"/>
                <a:gd name="T5" fmla="*/ 11 h 13"/>
                <a:gd name="T6" fmla="*/ 17 w 38"/>
                <a:gd name="T7" fmla="*/ 2 h 13"/>
                <a:gd name="T8" fmla="*/ 37 w 38"/>
                <a:gd name="T9" fmla="*/ 2 h 13"/>
              </a:gdLst>
              <a:ahLst/>
              <a:cxnLst>
                <a:cxn ang="0">
                  <a:pos x="T0" y="T1"/>
                </a:cxn>
                <a:cxn ang="0">
                  <a:pos x="T2" y="T3"/>
                </a:cxn>
                <a:cxn ang="0">
                  <a:pos x="T4" y="T5"/>
                </a:cxn>
                <a:cxn ang="0">
                  <a:pos x="T6" y="T7"/>
                </a:cxn>
                <a:cxn ang="0">
                  <a:pos x="T8" y="T9"/>
                </a:cxn>
              </a:cxnLst>
              <a:rect l="0" t="0" r="r" b="b"/>
              <a:pathLst>
                <a:path w="38" h="13">
                  <a:moveTo>
                    <a:pt x="37" y="2"/>
                  </a:moveTo>
                  <a:cubicBezTo>
                    <a:pt x="38" y="5"/>
                    <a:pt x="30" y="8"/>
                    <a:pt x="21" y="11"/>
                  </a:cubicBezTo>
                  <a:cubicBezTo>
                    <a:pt x="11" y="13"/>
                    <a:pt x="2" y="13"/>
                    <a:pt x="1" y="11"/>
                  </a:cubicBezTo>
                  <a:cubicBezTo>
                    <a:pt x="0" y="9"/>
                    <a:pt x="8" y="5"/>
                    <a:pt x="17" y="2"/>
                  </a:cubicBezTo>
                  <a:cubicBezTo>
                    <a:pt x="27" y="0"/>
                    <a:pt x="3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 name="Freeform 460">
              <a:extLst>
                <a:ext uri="{FF2B5EF4-FFF2-40B4-BE49-F238E27FC236}">
                  <a16:creationId xmlns:a16="http://schemas.microsoft.com/office/drawing/2014/main" id="{734C9E02-73B5-A4C9-8832-F5987655C8E3}"/>
                </a:ext>
              </a:extLst>
            </p:cNvPr>
            <p:cNvSpPr>
              <a:spLocks/>
            </p:cNvSpPr>
            <p:nvPr/>
          </p:nvSpPr>
          <p:spPr bwMode="auto">
            <a:xfrm rot="5094805">
              <a:off x="165078" y="3671621"/>
              <a:ext cx="93684" cy="34275"/>
            </a:xfrm>
            <a:custGeom>
              <a:avLst/>
              <a:gdLst>
                <a:gd name="T0" fmla="*/ 37 w 38"/>
                <a:gd name="T1" fmla="*/ 3 h 14"/>
                <a:gd name="T2" fmla="*/ 21 w 38"/>
                <a:gd name="T3" fmla="*/ 12 h 14"/>
                <a:gd name="T4" fmla="*/ 1 w 38"/>
                <a:gd name="T5" fmla="*/ 12 h 14"/>
                <a:gd name="T6" fmla="*/ 17 w 38"/>
                <a:gd name="T7" fmla="*/ 2 h 14"/>
                <a:gd name="T8" fmla="*/ 37 w 38"/>
                <a:gd name="T9" fmla="*/ 3 h 14"/>
              </a:gdLst>
              <a:ahLst/>
              <a:cxnLst>
                <a:cxn ang="0">
                  <a:pos x="T0" y="T1"/>
                </a:cxn>
                <a:cxn ang="0">
                  <a:pos x="T2" y="T3"/>
                </a:cxn>
                <a:cxn ang="0">
                  <a:pos x="T4" y="T5"/>
                </a:cxn>
                <a:cxn ang="0">
                  <a:pos x="T6" y="T7"/>
                </a:cxn>
                <a:cxn ang="0">
                  <a:pos x="T8" y="T9"/>
                </a:cxn>
              </a:cxnLst>
              <a:rect l="0" t="0" r="r" b="b"/>
              <a:pathLst>
                <a:path w="38" h="14">
                  <a:moveTo>
                    <a:pt x="37" y="3"/>
                  </a:moveTo>
                  <a:cubicBezTo>
                    <a:pt x="38" y="5"/>
                    <a:pt x="31" y="10"/>
                    <a:pt x="21" y="12"/>
                  </a:cubicBezTo>
                  <a:cubicBezTo>
                    <a:pt x="12" y="14"/>
                    <a:pt x="2" y="14"/>
                    <a:pt x="1" y="12"/>
                  </a:cubicBezTo>
                  <a:cubicBezTo>
                    <a:pt x="0" y="9"/>
                    <a:pt x="7" y="5"/>
                    <a:pt x="17" y="2"/>
                  </a:cubicBezTo>
                  <a:cubicBezTo>
                    <a:pt x="26" y="0"/>
                    <a:pt x="35" y="0"/>
                    <a:pt x="3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 name="Freeform 461">
              <a:extLst>
                <a:ext uri="{FF2B5EF4-FFF2-40B4-BE49-F238E27FC236}">
                  <a16:creationId xmlns:a16="http://schemas.microsoft.com/office/drawing/2014/main" id="{D1105657-DEAE-95C7-2810-6A576C2C2210}"/>
                </a:ext>
              </a:extLst>
            </p:cNvPr>
            <p:cNvSpPr>
              <a:spLocks/>
            </p:cNvSpPr>
            <p:nvPr/>
          </p:nvSpPr>
          <p:spPr bwMode="auto">
            <a:xfrm rot="5094805">
              <a:off x="230094" y="3856254"/>
              <a:ext cx="93684" cy="43415"/>
            </a:xfrm>
            <a:custGeom>
              <a:avLst/>
              <a:gdLst>
                <a:gd name="T0" fmla="*/ 37 w 38"/>
                <a:gd name="T1" fmla="*/ 4 h 17"/>
                <a:gd name="T2" fmla="*/ 21 w 38"/>
                <a:gd name="T3" fmla="*/ 14 h 17"/>
                <a:gd name="T4" fmla="*/ 1 w 38"/>
                <a:gd name="T5" fmla="*/ 13 h 17"/>
                <a:gd name="T6" fmla="*/ 17 w 38"/>
                <a:gd name="T7" fmla="*/ 3 h 17"/>
                <a:gd name="T8" fmla="*/ 37 w 38"/>
                <a:gd name="T9" fmla="*/ 4 h 17"/>
              </a:gdLst>
              <a:ahLst/>
              <a:cxnLst>
                <a:cxn ang="0">
                  <a:pos x="T0" y="T1"/>
                </a:cxn>
                <a:cxn ang="0">
                  <a:pos x="T2" y="T3"/>
                </a:cxn>
                <a:cxn ang="0">
                  <a:pos x="T4" y="T5"/>
                </a:cxn>
                <a:cxn ang="0">
                  <a:pos x="T6" y="T7"/>
                </a:cxn>
                <a:cxn ang="0">
                  <a:pos x="T8" y="T9"/>
                </a:cxn>
              </a:cxnLst>
              <a:rect l="0" t="0" r="r" b="b"/>
              <a:pathLst>
                <a:path w="38" h="17">
                  <a:moveTo>
                    <a:pt x="37" y="4"/>
                  </a:moveTo>
                  <a:cubicBezTo>
                    <a:pt x="38" y="7"/>
                    <a:pt x="31" y="12"/>
                    <a:pt x="21" y="14"/>
                  </a:cubicBezTo>
                  <a:cubicBezTo>
                    <a:pt x="12" y="17"/>
                    <a:pt x="2" y="16"/>
                    <a:pt x="1" y="13"/>
                  </a:cubicBezTo>
                  <a:cubicBezTo>
                    <a:pt x="0" y="10"/>
                    <a:pt x="7" y="5"/>
                    <a:pt x="17" y="3"/>
                  </a:cubicBezTo>
                  <a:cubicBezTo>
                    <a:pt x="26" y="0"/>
                    <a:pt x="35" y="1"/>
                    <a:pt x="3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 name="Freeform 462">
              <a:extLst>
                <a:ext uri="{FF2B5EF4-FFF2-40B4-BE49-F238E27FC236}">
                  <a16:creationId xmlns:a16="http://schemas.microsoft.com/office/drawing/2014/main" id="{EC9139E8-E392-5BCA-1063-54BD8D04F40D}"/>
                </a:ext>
              </a:extLst>
            </p:cNvPr>
            <p:cNvSpPr>
              <a:spLocks/>
            </p:cNvSpPr>
            <p:nvPr/>
          </p:nvSpPr>
          <p:spPr bwMode="auto">
            <a:xfrm rot="5094805">
              <a:off x="293769" y="4042141"/>
              <a:ext cx="93684" cy="45700"/>
            </a:xfrm>
            <a:custGeom>
              <a:avLst/>
              <a:gdLst>
                <a:gd name="T0" fmla="*/ 37 w 38"/>
                <a:gd name="T1" fmla="*/ 5 h 19"/>
                <a:gd name="T2" fmla="*/ 21 w 38"/>
                <a:gd name="T3" fmla="*/ 17 h 19"/>
                <a:gd name="T4" fmla="*/ 1 w 38"/>
                <a:gd name="T5" fmla="*/ 14 h 19"/>
                <a:gd name="T6" fmla="*/ 17 w 38"/>
                <a:gd name="T7" fmla="*/ 3 h 19"/>
                <a:gd name="T8" fmla="*/ 37 w 38"/>
                <a:gd name="T9" fmla="*/ 5 h 19"/>
              </a:gdLst>
              <a:ahLst/>
              <a:cxnLst>
                <a:cxn ang="0">
                  <a:pos x="T0" y="T1"/>
                </a:cxn>
                <a:cxn ang="0">
                  <a:pos x="T2" y="T3"/>
                </a:cxn>
                <a:cxn ang="0">
                  <a:pos x="T4" y="T5"/>
                </a:cxn>
                <a:cxn ang="0">
                  <a:pos x="T6" y="T7"/>
                </a:cxn>
                <a:cxn ang="0">
                  <a:pos x="T8" y="T9"/>
                </a:cxn>
              </a:cxnLst>
              <a:rect l="0" t="0" r="r" b="b"/>
              <a:pathLst>
                <a:path w="38" h="19">
                  <a:moveTo>
                    <a:pt x="37" y="5"/>
                  </a:moveTo>
                  <a:cubicBezTo>
                    <a:pt x="38" y="10"/>
                    <a:pt x="30" y="15"/>
                    <a:pt x="21" y="17"/>
                  </a:cubicBezTo>
                  <a:cubicBezTo>
                    <a:pt x="11" y="19"/>
                    <a:pt x="2" y="18"/>
                    <a:pt x="1" y="14"/>
                  </a:cubicBezTo>
                  <a:cubicBezTo>
                    <a:pt x="0" y="10"/>
                    <a:pt x="8" y="5"/>
                    <a:pt x="17" y="3"/>
                  </a:cubicBezTo>
                  <a:cubicBezTo>
                    <a:pt x="27" y="0"/>
                    <a:pt x="36" y="1"/>
                    <a:pt x="3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 name="Freeform 463">
              <a:extLst>
                <a:ext uri="{FF2B5EF4-FFF2-40B4-BE49-F238E27FC236}">
                  <a16:creationId xmlns:a16="http://schemas.microsoft.com/office/drawing/2014/main" id="{E4524C13-339B-FB54-B7A7-AE05313446E6}"/>
                </a:ext>
              </a:extLst>
            </p:cNvPr>
            <p:cNvSpPr>
              <a:spLocks/>
            </p:cNvSpPr>
            <p:nvPr/>
          </p:nvSpPr>
          <p:spPr bwMode="auto">
            <a:xfrm rot="5094805">
              <a:off x="352892" y="4226148"/>
              <a:ext cx="93684" cy="52554"/>
            </a:xfrm>
            <a:custGeom>
              <a:avLst/>
              <a:gdLst>
                <a:gd name="T0" fmla="*/ 36 w 38"/>
                <a:gd name="T1" fmla="*/ 7 h 21"/>
                <a:gd name="T2" fmla="*/ 21 w 38"/>
                <a:gd name="T3" fmla="*/ 19 h 21"/>
                <a:gd name="T4" fmla="*/ 1 w 38"/>
                <a:gd name="T5" fmla="*/ 14 h 21"/>
                <a:gd name="T6" fmla="*/ 17 w 38"/>
                <a:gd name="T7" fmla="*/ 2 h 21"/>
                <a:gd name="T8" fmla="*/ 36 w 38"/>
                <a:gd name="T9" fmla="*/ 7 h 21"/>
              </a:gdLst>
              <a:ahLst/>
              <a:cxnLst>
                <a:cxn ang="0">
                  <a:pos x="T0" y="T1"/>
                </a:cxn>
                <a:cxn ang="0">
                  <a:pos x="T2" y="T3"/>
                </a:cxn>
                <a:cxn ang="0">
                  <a:pos x="T4" y="T5"/>
                </a:cxn>
                <a:cxn ang="0">
                  <a:pos x="T6" y="T7"/>
                </a:cxn>
                <a:cxn ang="0">
                  <a:pos x="T8" y="T9"/>
                </a:cxn>
              </a:cxnLst>
              <a:rect l="0" t="0" r="r" b="b"/>
              <a:pathLst>
                <a:path w="38" h="21">
                  <a:moveTo>
                    <a:pt x="36" y="7"/>
                  </a:moveTo>
                  <a:cubicBezTo>
                    <a:pt x="38" y="12"/>
                    <a:pt x="30" y="18"/>
                    <a:pt x="21" y="19"/>
                  </a:cubicBezTo>
                  <a:cubicBezTo>
                    <a:pt x="11" y="21"/>
                    <a:pt x="2" y="19"/>
                    <a:pt x="1" y="14"/>
                  </a:cubicBezTo>
                  <a:cubicBezTo>
                    <a:pt x="0" y="10"/>
                    <a:pt x="7" y="4"/>
                    <a:pt x="17" y="2"/>
                  </a:cubicBezTo>
                  <a:cubicBezTo>
                    <a:pt x="26" y="0"/>
                    <a:pt x="35" y="2"/>
                    <a:pt x="3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 name="Freeform 464">
              <a:extLst>
                <a:ext uri="{FF2B5EF4-FFF2-40B4-BE49-F238E27FC236}">
                  <a16:creationId xmlns:a16="http://schemas.microsoft.com/office/drawing/2014/main" id="{F7C7478D-681E-B250-686A-A673CBB32D46}"/>
                </a:ext>
              </a:extLst>
            </p:cNvPr>
            <p:cNvSpPr>
              <a:spLocks/>
            </p:cNvSpPr>
            <p:nvPr/>
          </p:nvSpPr>
          <p:spPr bwMode="auto">
            <a:xfrm rot="5094805">
              <a:off x="404049" y="4409721"/>
              <a:ext cx="93684" cy="61694"/>
            </a:xfrm>
            <a:custGeom>
              <a:avLst/>
              <a:gdLst>
                <a:gd name="T0" fmla="*/ 36 w 38"/>
                <a:gd name="T1" fmla="*/ 9 h 25"/>
                <a:gd name="T2" fmla="*/ 21 w 38"/>
                <a:gd name="T3" fmla="*/ 23 h 25"/>
                <a:gd name="T4" fmla="*/ 1 w 38"/>
                <a:gd name="T5" fmla="*/ 16 h 25"/>
                <a:gd name="T6" fmla="*/ 17 w 38"/>
                <a:gd name="T7" fmla="*/ 2 h 25"/>
                <a:gd name="T8" fmla="*/ 36 w 38"/>
                <a:gd name="T9" fmla="*/ 9 h 25"/>
              </a:gdLst>
              <a:ahLst/>
              <a:cxnLst>
                <a:cxn ang="0">
                  <a:pos x="T0" y="T1"/>
                </a:cxn>
                <a:cxn ang="0">
                  <a:pos x="T2" y="T3"/>
                </a:cxn>
                <a:cxn ang="0">
                  <a:pos x="T4" y="T5"/>
                </a:cxn>
                <a:cxn ang="0">
                  <a:pos x="T6" y="T7"/>
                </a:cxn>
                <a:cxn ang="0">
                  <a:pos x="T8" y="T9"/>
                </a:cxn>
              </a:cxnLst>
              <a:rect l="0" t="0" r="r" b="b"/>
              <a:pathLst>
                <a:path w="38" h="25">
                  <a:moveTo>
                    <a:pt x="36" y="9"/>
                  </a:moveTo>
                  <a:cubicBezTo>
                    <a:pt x="38" y="15"/>
                    <a:pt x="30" y="22"/>
                    <a:pt x="21" y="23"/>
                  </a:cubicBezTo>
                  <a:cubicBezTo>
                    <a:pt x="11" y="25"/>
                    <a:pt x="2" y="21"/>
                    <a:pt x="1" y="16"/>
                  </a:cubicBezTo>
                  <a:cubicBezTo>
                    <a:pt x="0" y="10"/>
                    <a:pt x="7" y="4"/>
                    <a:pt x="17" y="2"/>
                  </a:cubicBezTo>
                  <a:cubicBezTo>
                    <a:pt x="26" y="0"/>
                    <a:pt x="35" y="3"/>
                    <a:pt x="3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 name="Freeform 494">
              <a:extLst>
                <a:ext uri="{FF2B5EF4-FFF2-40B4-BE49-F238E27FC236}">
                  <a16:creationId xmlns:a16="http://schemas.microsoft.com/office/drawing/2014/main" id="{5A94681F-8A0B-BA42-BC13-28F56982B865}"/>
                </a:ext>
              </a:extLst>
            </p:cNvPr>
            <p:cNvSpPr>
              <a:spLocks/>
            </p:cNvSpPr>
            <p:nvPr/>
          </p:nvSpPr>
          <p:spPr bwMode="auto">
            <a:xfrm rot="5094805">
              <a:off x="1055918" y="6839692"/>
              <a:ext cx="93684" cy="132529"/>
            </a:xfrm>
            <a:custGeom>
              <a:avLst/>
              <a:gdLst>
                <a:gd name="T0" fmla="*/ 37 w 38"/>
                <a:gd name="T1" fmla="*/ 22 h 54"/>
                <a:gd name="T2" fmla="*/ 21 w 38"/>
                <a:gd name="T3" fmla="*/ 52 h 54"/>
                <a:gd name="T4" fmla="*/ 1 w 38"/>
                <a:gd name="T5" fmla="*/ 31 h 54"/>
                <a:gd name="T6" fmla="*/ 17 w 38"/>
                <a:gd name="T7" fmla="*/ 2 h 54"/>
                <a:gd name="T8" fmla="*/ 37 w 38"/>
                <a:gd name="T9" fmla="*/ 22 h 54"/>
              </a:gdLst>
              <a:ahLst/>
              <a:cxnLst>
                <a:cxn ang="0">
                  <a:pos x="T0" y="T1"/>
                </a:cxn>
                <a:cxn ang="0">
                  <a:pos x="T2" y="T3"/>
                </a:cxn>
                <a:cxn ang="0">
                  <a:pos x="T4" y="T5"/>
                </a:cxn>
                <a:cxn ang="0">
                  <a:pos x="T6" y="T7"/>
                </a:cxn>
                <a:cxn ang="0">
                  <a:pos x="T8" y="T9"/>
                </a:cxn>
              </a:cxnLst>
              <a:rect l="0" t="0" r="r" b="b"/>
              <a:pathLst>
                <a:path w="38" h="54">
                  <a:moveTo>
                    <a:pt x="37" y="22"/>
                  </a:moveTo>
                  <a:cubicBezTo>
                    <a:pt x="38" y="35"/>
                    <a:pt x="31" y="49"/>
                    <a:pt x="21" y="52"/>
                  </a:cubicBezTo>
                  <a:cubicBezTo>
                    <a:pt x="11" y="54"/>
                    <a:pt x="2" y="45"/>
                    <a:pt x="1" y="31"/>
                  </a:cubicBezTo>
                  <a:cubicBezTo>
                    <a:pt x="0" y="18"/>
                    <a:pt x="7" y="5"/>
                    <a:pt x="17" y="2"/>
                  </a:cubicBezTo>
                  <a:cubicBezTo>
                    <a:pt x="27" y="0"/>
                    <a:pt x="36" y="9"/>
                    <a:pt x="3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 name="Freeform 495">
              <a:extLst>
                <a:ext uri="{FF2B5EF4-FFF2-40B4-BE49-F238E27FC236}">
                  <a16:creationId xmlns:a16="http://schemas.microsoft.com/office/drawing/2014/main" id="{B810C87B-B128-6F97-1067-04F716554EC2}"/>
                </a:ext>
              </a:extLst>
            </p:cNvPr>
            <p:cNvSpPr>
              <a:spLocks/>
            </p:cNvSpPr>
            <p:nvPr/>
          </p:nvSpPr>
          <p:spPr bwMode="auto">
            <a:xfrm rot="5094805">
              <a:off x="986245" y="6646226"/>
              <a:ext cx="95969" cy="139384"/>
            </a:xfrm>
            <a:custGeom>
              <a:avLst/>
              <a:gdLst>
                <a:gd name="T0" fmla="*/ 1 w 39"/>
                <a:gd name="T1" fmla="*/ 32 h 56"/>
                <a:gd name="T2" fmla="*/ 17 w 39"/>
                <a:gd name="T3" fmla="*/ 2 h 56"/>
                <a:gd name="T4" fmla="*/ 37 w 39"/>
                <a:gd name="T5" fmla="*/ 23 h 56"/>
                <a:gd name="T6" fmla="*/ 22 w 39"/>
                <a:gd name="T7" fmla="*/ 53 h 56"/>
                <a:gd name="T8" fmla="*/ 1 w 39"/>
                <a:gd name="T9" fmla="*/ 32 h 56"/>
              </a:gdLst>
              <a:ahLst/>
              <a:cxnLst>
                <a:cxn ang="0">
                  <a:pos x="T0" y="T1"/>
                </a:cxn>
                <a:cxn ang="0">
                  <a:pos x="T2" y="T3"/>
                </a:cxn>
                <a:cxn ang="0">
                  <a:pos x="T4" y="T5"/>
                </a:cxn>
                <a:cxn ang="0">
                  <a:pos x="T6" y="T7"/>
                </a:cxn>
                <a:cxn ang="0">
                  <a:pos x="T8" y="T9"/>
                </a:cxn>
              </a:cxnLst>
              <a:rect l="0" t="0" r="r" b="b"/>
              <a:pathLst>
                <a:path w="39" h="56">
                  <a:moveTo>
                    <a:pt x="1" y="32"/>
                  </a:moveTo>
                  <a:cubicBezTo>
                    <a:pt x="0" y="18"/>
                    <a:pt x="7" y="5"/>
                    <a:pt x="17" y="2"/>
                  </a:cubicBezTo>
                  <a:cubicBezTo>
                    <a:pt x="27" y="0"/>
                    <a:pt x="36" y="9"/>
                    <a:pt x="37" y="23"/>
                  </a:cubicBezTo>
                  <a:cubicBezTo>
                    <a:pt x="39" y="36"/>
                    <a:pt x="32" y="50"/>
                    <a:pt x="22" y="53"/>
                  </a:cubicBezTo>
                  <a:cubicBezTo>
                    <a:pt x="12" y="56"/>
                    <a:pt x="3" y="46"/>
                    <a:pt x="1"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 name="Freeform 496">
              <a:extLst>
                <a:ext uri="{FF2B5EF4-FFF2-40B4-BE49-F238E27FC236}">
                  <a16:creationId xmlns:a16="http://schemas.microsoft.com/office/drawing/2014/main" id="{D95E9605-8545-6822-4243-7A3C51FE3A02}"/>
                </a:ext>
              </a:extLst>
            </p:cNvPr>
            <p:cNvSpPr>
              <a:spLocks/>
            </p:cNvSpPr>
            <p:nvPr/>
          </p:nvSpPr>
          <p:spPr bwMode="auto">
            <a:xfrm rot="5094805">
              <a:off x="927854" y="6454139"/>
              <a:ext cx="95969" cy="139384"/>
            </a:xfrm>
            <a:custGeom>
              <a:avLst/>
              <a:gdLst>
                <a:gd name="T0" fmla="*/ 1 w 38"/>
                <a:gd name="T1" fmla="*/ 31 h 57"/>
                <a:gd name="T2" fmla="*/ 16 w 38"/>
                <a:gd name="T3" fmla="*/ 2 h 57"/>
                <a:gd name="T4" fmla="*/ 37 w 38"/>
                <a:gd name="T5" fmla="*/ 24 h 57"/>
                <a:gd name="T6" fmla="*/ 22 w 38"/>
                <a:gd name="T7" fmla="*/ 54 h 57"/>
                <a:gd name="T8" fmla="*/ 1 w 38"/>
                <a:gd name="T9" fmla="*/ 31 h 57"/>
              </a:gdLst>
              <a:ahLst/>
              <a:cxnLst>
                <a:cxn ang="0">
                  <a:pos x="T0" y="T1"/>
                </a:cxn>
                <a:cxn ang="0">
                  <a:pos x="T2" y="T3"/>
                </a:cxn>
                <a:cxn ang="0">
                  <a:pos x="T4" y="T5"/>
                </a:cxn>
                <a:cxn ang="0">
                  <a:pos x="T6" y="T7"/>
                </a:cxn>
                <a:cxn ang="0">
                  <a:pos x="T8" y="T9"/>
                </a:cxn>
              </a:cxnLst>
              <a:rect l="0" t="0" r="r" b="b"/>
              <a:pathLst>
                <a:path w="38" h="57">
                  <a:moveTo>
                    <a:pt x="1" y="31"/>
                  </a:moveTo>
                  <a:cubicBezTo>
                    <a:pt x="0" y="17"/>
                    <a:pt x="6" y="4"/>
                    <a:pt x="16" y="2"/>
                  </a:cubicBezTo>
                  <a:cubicBezTo>
                    <a:pt x="26" y="0"/>
                    <a:pt x="35" y="10"/>
                    <a:pt x="37" y="24"/>
                  </a:cubicBezTo>
                  <a:cubicBezTo>
                    <a:pt x="38" y="38"/>
                    <a:pt x="31" y="52"/>
                    <a:pt x="22" y="54"/>
                  </a:cubicBezTo>
                  <a:cubicBezTo>
                    <a:pt x="12" y="57"/>
                    <a:pt x="2" y="46"/>
                    <a:pt x="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 name="Freeform 497">
              <a:extLst>
                <a:ext uri="{FF2B5EF4-FFF2-40B4-BE49-F238E27FC236}">
                  <a16:creationId xmlns:a16="http://schemas.microsoft.com/office/drawing/2014/main" id="{94600652-7604-FE98-7F87-D49D9B194D14}"/>
                </a:ext>
              </a:extLst>
            </p:cNvPr>
            <p:cNvSpPr>
              <a:spLocks/>
            </p:cNvSpPr>
            <p:nvPr/>
          </p:nvSpPr>
          <p:spPr bwMode="auto">
            <a:xfrm rot="5094805">
              <a:off x="885502" y="6260730"/>
              <a:ext cx="93684" cy="141669"/>
            </a:xfrm>
            <a:custGeom>
              <a:avLst/>
              <a:gdLst>
                <a:gd name="T0" fmla="*/ 37 w 38"/>
                <a:gd name="T1" fmla="*/ 26 h 57"/>
                <a:gd name="T2" fmla="*/ 21 w 38"/>
                <a:gd name="T3" fmla="*/ 55 h 57"/>
                <a:gd name="T4" fmla="*/ 1 w 38"/>
                <a:gd name="T5" fmla="*/ 32 h 57"/>
                <a:gd name="T6" fmla="*/ 16 w 38"/>
                <a:gd name="T7" fmla="*/ 1 h 57"/>
                <a:gd name="T8" fmla="*/ 37 w 38"/>
                <a:gd name="T9" fmla="*/ 26 h 57"/>
              </a:gdLst>
              <a:ahLst/>
              <a:cxnLst>
                <a:cxn ang="0">
                  <a:pos x="T0" y="T1"/>
                </a:cxn>
                <a:cxn ang="0">
                  <a:pos x="T2" y="T3"/>
                </a:cxn>
                <a:cxn ang="0">
                  <a:pos x="T4" y="T5"/>
                </a:cxn>
                <a:cxn ang="0">
                  <a:pos x="T6" y="T7"/>
                </a:cxn>
                <a:cxn ang="0">
                  <a:pos x="T8" y="T9"/>
                </a:cxn>
              </a:cxnLst>
              <a:rect l="0" t="0" r="r" b="b"/>
              <a:pathLst>
                <a:path w="38" h="57">
                  <a:moveTo>
                    <a:pt x="37" y="26"/>
                  </a:moveTo>
                  <a:cubicBezTo>
                    <a:pt x="38" y="41"/>
                    <a:pt x="31" y="54"/>
                    <a:pt x="21" y="55"/>
                  </a:cubicBezTo>
                  <a:cubicBezTo>
                    <a:pt x="11" y="57"/>
                    <a:pt x="2" y="46"/>
                    <a:pt x="1" y="32"/>
                  </a:cubicBezTo>
                  <a:cubicBezTo>
                    <a:pt x="0" y="17"/>
                    <a:pt x="7" y="2"/>
                    <a:pt x="16" y="1"/>
                  </a:cubicBezTo>
                  <a:cubicBezTo>
                    <a:pt x="26" y="0"/>
                    <a:pt x="35" y="12"/>
                    <a:pt x="3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 name="Freeform 498">
              <a:extLst>
                <a:ext uri="{FF2B5EF4-FFF2-40B4-BE49-F238E27FC236}">
                  <a16:creationId xmlns:a16="http://schemas.microsoft.com/office/drawing/2014/main" id="{EBCAA7D5-55A4-63EC-722A-DD09CE80539D}"/>
                </a:ext>
              </a:extLst>
            </p:cNvPr>
            <p:cNvSpPr>
              <a:spLocks/>
            </p:cNvSpPr>
            <p:nvPr/>
          </p:nvSpPr>
          <p:spPr bwMode="auto">
            <a:xfrm rot="5094805">
              <a:off x="828558" y="6074342"/>
              <a:ext cx="91399" cy="137099"/>
            </a:xfrm>
            <a:custGeom>
              <a:avLst/>
              <a:gdLst>
                <a:gd name="T0" fmla="*/ 36 w 37"/>
                <a:gd name="T1" fmla="*/ 25 h 56"/>
                <a:gd name="T2" fmla="*/ 20 w 37"/>
                <a:gd name="T3" fmla="*/ 55 h 56"/>
                <a:gd name="T4" fmla="*/ 1 w 37"/>
                <a:gd name="T5" fmla="*/ 31 h 56"/>
                <a:gd name="T6" fmla="*/ 17 w 37"/>
                <a:gd name="T7" fmla="*/ 2 h 56"/>
                <a:gd name="T8" fmla="*/ 36 w 37"/>
                <a:gd name="T9" fmla="*/ 25 h 56"/>
              </a:gdLst>
              <a:ahLst/>
              <a:cxnLst>
                <a:cxn ang="0">
                  <a:pos x="T0" y="T1"/>
                </a:cxn>
                <a:cxn ang="0">
                  <a:pos x="T2" y="T3"/>
                </a:cxn>
                <a:cxn ang="0">
                  <a:pos x="T4" y="T5"/>
                </a:cxn>
                <a:cxn ang="0">
                  <a:pos x="T6" y="T7"/>
                </a:cxn>
                <a:cxn ang="0">
                  <a:pos x="T8" y="T9"/>
                </a:cxn>
              </a:cxnLst>
              <a:rect l="0" t="0" r="r" b="b"/>
              <a:pathLst>
                <a:path w="37" h="56">
                  <a:moveTo>
                    <a:pt x="36" y="25"/>
                  </a:moveTo>
                  <a:cubicBezTo>
                    <a:pt x="37" y="40"/>
                    <a:pt x="30" y="54"/>
                    <a:pt x="20" y="55"/>
                  </a:cubicBezTo>
                  <a:cubicBezTo>
                    <a:pt x="10" y="56"/>
                    <a:pt x="2" y="45"/>
                    <a:pt x="1" y="31"/>
                  </a:cubicBezTo>
                  <a:cubicBezTo>
                    <a:pt x="0" y="17"/>
                    <a:pt x="7" y="3"/>
                    <a:pt x="17" y="2"/>
                  </a:cubicBezTo>
                  <a:cubicBezTo>
                    <a:pt x="27" y="0"/>
                    <a:pt x="35" y="11"/>
                    <a:pt x="36"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 name="Freeform 499">
              <a:extLst>
                <a:ext uri="{FF2B5EF4-FFF2-40B4-BE49-F238E27FC236}">
                  <a16:creationId xmlns:a16="http://schemas.microsoft.com/office/drawing/2014/main" id="{150BAF39-932A-700B-BC0E-4C3E5D125B41}"/>
                </a:ext>
              </a:extLst>
            </p:cNvPr>
            <p:cNvSpPr>
              <a:spLocks/>
            </p:cNvSpPr>
            <p:nvPr/>
          </p:nvSpPr>
          <p:spPr bwMode="auto">
            <a:xfrm rot="5094805">
              <a:off x="768085" y="5884530"/>
              <a:ext cx="95969" cy="137099"/>
            </a:xfrm>
            <a:custGeom>
              <a:avLst/>
              <a:gdLst>
                <a:gd name="T0" fmla="*/ 37 w 38"/>
                <a:gd name="T1" fmla="*/ 23 h 55"/>
                <a:gd name="T2" fmla="*/ 22 w 38"/>
                <a:gd name="T3" fmla="*/ 53 h 55"/>
                <a:gd name="T4" fmla="*/ 2 w 38"/>
                <a:gd name="T5" fmla="*/ 31 h 55"/>
                <a:gd name="T6" fmla="*/ 17 w 38"/>
                <a:gd name="T7" fmla="*/ 2 h 55"/>
                <a:gd name="T8" fmla="*/ 37 w 38"/>
                <a:gd name="T9" fmla="*/ 23 h 55"/>
              </a:gdLst>
              <a:ahLst/>
              <a:cxnLst>
                <a:cxn ang="0">
                  <a:pos x="T0" y="T1"/>
                </a:cxn>
                <a:cxn ang="0">
                  <a:pos x="T2" y="T3"/>
                </a:cxn>
                <a:cxn ang="0">
                  <a:pos x="T4" y="T5"/>
                </a:cxn>
                <a:cxn ang="0">
                  <a:pos x="T6" y="T7"/>
                </a:cxn>
                <a:cxn ang="0">
                  <a:pos x="T8" y="T9"/>
                </a:cxn>
              </a:cxnLst>
              <a:rect l="0" t="0" r="r" b="b"/>
              <a:pathLst>
                <a:path w="38" h="55">
                  <a:moveTo>
                    <a:pt x="37" y="23"/>
                  </a:moveTo>
                  <a:cubicBezTo>
                    <a:pt x="38" y="37"/>
                    <a:pt x="32" y="51"/>
                    <a:pt x="22" y="53"/>
                  </a:cubicBezTo>
                  <a:cubicBezTo>
                    <a:pt x="12" y="55"/>
                    <a:pt x="3" y="45"/>
                    <a:pt x="2" y="31"/>
                  </a:cubicBezTo>
                  <a:cubicBezTo>
                    <a:pt x="0" y="17"/>
                    <a:pt x="7" y="4"/>
                    <a:pt x="17" y="2"/>
                  </a:cubicBezTo>
                  <a:cubicBezTo>
                    <a:pt x="26" y="0"/>
                    <a:pt x="35" y="9"/>
                    <a:pt x="3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 name="Freeform 500">
              <a:extLst>
                <a:ext uri="{FF2B5EF4-FFF2-40B4-BE49-F238E27FC236}">
                  <a16:creationId xmlns:a16="http://schemas.microsoft.com/office/drawing/2014/main" id="{D84FF2DF-258D-D9F7-08E3-899B454BDB96}"/>
                </a:ext>
              </a:extLst>
            </p:cNvPr>
            <p:cNvSpPr>
              <a:spLocks/>
            </p:cNvSpPr>
            <p:nvPr/>
          </p:nvSpPr>
          <p:spPr bwMode="auto">
            <a:xfrm rot="5094805">
              <a:off x="717970" y="5697534"/>
              <a:ext cx="93684" cy="132529"/>
            </a:xfrm>
            <a:custGeom>
              <a:avLst/>
              <a:gdLst>
                <a:gd name="T0" fmla="*/ 37 w 38"/>
                <a:gd name="T1" fmla="*/ 22 h 53"/>
                <a:gd name="T2" fmla="*/ 22 w 38"/>
                <a:gd name="T3" fmla="*/ 51 h 53"/>
                <a:gd name="T4" fmla="*/ 2 w 38"/>
                <a:gd name="T5" fmla="*/ 30 h 53"/>
                <a:gd name="T6" fmla="*/ 16 w 38"/>
                <a:gd name="T7" fmla="*/ 2 h 53"/>
                <a:gd name="T8" fmla="*/ 37 w 38"/>
                <a:gd name="T9" fmla="*/ 22 h 53"/>
              </a:gdLst>
              <a:ahLst/>
              <a:cxnLst>
                <a:cxn ang="0">
                  <a:pos x="T0" y="T1"/>
                </a:cxn>
                <a:cxn ang="0">
                  <a:pos x="T2" y="T3"/>
                </a:cxn>
                <a:cxn ang="0">
                  <a:pos x="T4" y="T5"/>
                </a:cxn>
                <a:cxn ang="0">
                  <a:pos x="T6" y="T7"/>
                </a:cxn>
                <a:cxn ang="0">
                  <a:pos x="T8" y="T9"/>
                </a:cxn>
              </a:cxnLst>
              <a:rect l="0" t="0" r="r" b="b"/>
              <a:pathLst>
                <a:path w="38" h="53">
                  <a:moveTo>
                    <a:pt x="37" y="22"/>
                  </a:moveTo>
                  <a:cubicBezTo>
                    <a:pt x="38" y="36"/>
                    <a:pt x="32" y="49"/>
                    <a:pt x="22" y="51"/>
                  </a:cubicBezTo>
                  <a:cubicBezTo>
                    <a:pt x="13" y="53"/>
                    <a:pt x="3" y="43"/>
                    <a:pt x="2" y="30"/>
                  </a:cubicBezTo>
                  <a:cubicBezTo>
                    <a:pt x="0" y="17"/>
                    <a:pt x="7" y="5"/>
                    <a:pt x="16" y="2"/>
                  </a:cubicBezTo>
                  <a:cubicBezTo>
                    <a:pt x="26" y="0"/>
                    <a:pt x="35" y="9"/>
                    <a:pt x="3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 name="Freeform 501">
              <a:extLst>
                <a:ext uri="{FF2B5EF4-FFF2-40B4-BE49-F238E27FC236}">
                  <a16:creationId xmlns:a16="http://schemas.microsoft.com/office/drawing/2014/main" id="{1DF57DA2-C218-81DA-7DC8-E76BD334F455}"/>
                </a:ext>
              </a:extLst>
            </p:cNvPr>
            <p:cNvSpPr>
              <a:spLocks/>
            </p:cNvSpPr>
            <p:nvPr/>
          </p:nvSpPr>
          <p:spPr bwMode="auto">
            <a:xfrm rot="5094805">
              <a:off x="671470" y="5518222"/>
              <a:ext cx="91399" cy="116534"/>
            </a:xfrm>
            <a:custGeom>
              <a:avLst/>
              <a:gdLst>
                <a:gd name="T0" fmla="*/ 36 w 37"/>
                <a:gd name="T1" fmla="*/ 22 h 48"/>
                <a:gd name="T2" fmla="*/ 20 w 37"/>
                <a:gd name="T3" fmla="*/ 47 h 48"/>
                <a:gd name="T4" fmla="*/ 0 w 37"/>
                <a:gd name="T5" fmla="*/ 26 h 48"/>
                <a:gd name="T6" fmla="*/ 17 w 37"/>
                <a:gd name="T7" fmla="*/ 2 h 48"/>
                <a:gd name="T8" fmla="*/ 36 w 37"/>
                <a:gd name="T9" fmla="*/ 22 h 48"/>
              </a:gdLst>
              <a:ahLst/>
              <a:cxnLst>
                <a:cxn ang="0">
                  <a:pos x="T0" y="T1"/>
                </a:cxn>
                <a:cxn ang="0">
                  <a:pos x="T2" y="T3"/>
                </a:cxn>
                <a:cxn ang="0">
                  <a:pos x="T4" y="T5"/>
                </a:cxn>
                <a:cxn ang="0">
                  <a:pos x="T6" y="T7"/>
                </a:cxn>
                <a:cxn ang="0">
                  <a:pos x="T8" y="T9"/>
                </a:cxn>
              </a:cxnLst>
              <a:rect l="0" t="0" r="r" b="b"/>
              <a:pathLst>
                <a:path w="37" h="48">
                  <a:moveTo>
                    <a:pt x="36" y="22"/>
                  </a:moveTo>
                  <a:cubicBezTo>
                    <a:pt x="37" y="35"/>
                    <a:pt x="29" y="46"/>
                    <a:pt x="20" y="47"/>
                  </a:cubicBezTo>
                  <a:cubicBezTo>
                    <a:pt x="10" y="48"/>
                    <a:pt x="1" y="39"/>
                    <a:pt x="0" y="26"/>
                  </a:cubicBezTo>
                  <a:cubicBezTo>
                    <a:pt x="0" y="14"/>
                    <a:pt x="7" y="3"/>
                    <a:pt x="17" y="2"/>
                  </a:cubicBezTo>
                  <a:cubicBezTo>
                    <a:pt x="26" y="0"/>
                    <a:pt x="35" y="10"/>
                    <a:pt x="3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 name="Freeform 502">
              <a:extLst>
                <a:ext uri="{FF2B5EF4-FFF2-40B4-BE49-F238E27FC236}">
                  <a16:creationId xmlns:a16="http://schemas.microsoft.com/office/drawing/2014/main" id="{07C6FE93-E107-2F66-B75F-3AD1483FECC7}"/>
                </a:ext>
              </a:extLst>
            </p:cNvPr>
            <p:cNvSpPr>
              <a:spLocks/>
            </p:cNvSpPr>
            <p:nvPr/>
          </p:nvSpPr>
          <p:spPr bwMode="auto">
            <a:xfrm rot="5094805">
              <a:off x="624759" y="5331862"/>
              <a:ext cx="93684" cy="109679"/>
            </a:xfrm>
            <a:custGeom>
              <a:avLst/>
              <a:gdLst>
                <a:gd name="T0" fmla="*/ 37 w 38"/>
                <a:gd name="T1" fmla="*/ 21 h 45"/>
                <a:gd name="T2" fmla="*/ 21 w 38"/>
                <a:gd name="T3" fmla="*/ 44 h 45"/>
                <a:gd name="T4" fmla="*/ 2 w 38"/>
                <a:gd name="T5" fmla="*/ 25 h 45"/>
                <a:gd name="T6" fmla="*/ 17 w 38"/>
                <a:gd name="T7" fmla="*/ 2 h 45"/>
                <a:gd name="T8" fmla="*/ 37 w 38"/>
                <a:gd name="T9" fmla="*/ 21 h 45"/>
              </a:gdLst>
              <a:ahLst/>
              <a:cxnLst>
                <a:cxn ang="0">
                  <a:pos x="T0" y="T1"/>
                </a:cxn>
                <a:cxn ang="0">
                  <a:pos x="T2" y="T3"/>
                </a:cxn>
                <a:cxn ang="0">
                  <a:pos x="T4" y="T5"/>
                </a:cxn>
                <a:cxn ang="0">
                  <a:pos x="T6" y="T7"/>
                </a:cxn>
                <a:cxn ang="0">
                  <a:pos x="T8" y="T9"/>
                </a:cxn>
              </a:cxnLst>
              <a:rect l="0" t="0" r="r" b="b"/>
              <a:pathLst>
                <a:path w="38" h="45">
                  <a:moveTo>
                    <a:pt x="37" y="21"/>
                  </a:moveTo>
                  <a:cubicBezTo>
                    <a:pt x="38" y="32"/>
                    <a:pt x="31" y="43"/>
                    <a:pt x="21" y="44"/>
                  </a:cubicBezTo>
                  <a:cubicBezTo>
                    <a:pt x="12" y="45"/>
                    <a:pt x="3" y="37"/>
                    <a:pt x="2" y="25"/>
                  </a:cubicBezTo>
                  <a:cubicBezTo>
                    <a:pt x="0" y="14"/>
                    <a:pt x="8" y="3"/>
                    <a:pt x="17" y="2"/>
                  </a:cubicBezTo>
                  <a:cubicBezTo>
                    <a:pt x="27" y="0"/>
                    <a:pt x="36" y="9"/>
                    <a:pt x="3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 name="Freeform 503">
              <a:extLst>
                <a:ext uri="{FF2B5EF4-FFF2-40B4-BE49-F238E27FC236}">
                  <a16:creationId xmlns:a16="http://schemas.microsoft.com/office/drawing/2014/main" id="{E5A33A02-A210-C512-11F5-8DD5AEA92B08}"/>
                </a:ext>
              </a:extLst>
            </p:cNvPr>
            <p:cNvSpPr>
              <a:spLocks/>
            </p:cNvSpPr>
            <p:nvPr/>
          </p:nvSpPr>
          <p:spPr bwMode="auto">
            <a:xfrm rot="5094805">
              <a:off x="580228" y="5145404"/>
              <a:ext cx="93684" cy="100539"/>
            </a:xfrm>
            <a:custGeom>
              <a:avLst/>
              <a:gdLst>
                <a:gd name="T0" fmla="*/ 37 w 38"/>
                <a:gd name="T1" fmla="*/ 18 h 41"/>
                <a:gd name="T2" fmla="*/ 22 w 38"/>
                <a:gd name="T3" fmla="*/ 40 h 41"/>
                <a:gd name="T4" fmla="*/ 2 w 38"/>
                <a:gd name="T5" fmla="*/ 23 h 41"/>
                <a:gd name="T6" fmla="*/ 17 w 38"/>
                <a:gd name="T7" fmla="*/ 2 h 41"/>
                <a:gd name="T8" fmla="*/ 37 w 38"/>
                <a:gd name="T9" fmla="*/ 18 h 41"/>
              </a:gdLst>
              <a:ahLst/>
              <a:cxnLst>
                <a:cxn ang="0">
                  <a:pos x="T0" y="T1"/>
                </a:cxn>
                <a:cxn ang="0">
                  <a:pos x="T2" y="T3"/>
                </a:cxn>
                <a:cxn ang="0">
                  <a:pos x="T4" y="T5"/>
                </a:cxn>
                <a:cxn ang="0">
                  <a:pos x="T6" y="T7"/>
                </a:cxn>
                <a:cxn ang="0">
                  <a:pos x="T8" y="T9"/>
                </a:cxn>
              </a:cxnLst>
              <a:rect l="0" t="0" r="r" b="b"/>
              <a:pathLst>
                <a:path w="38" h="41">
                  <a:moveTo>
                    <a:pt x="37" y="18"/>
                  </a:moveTo>
                  <a:cubicBezTo>
                    <a:pt x="38" y="29"/>
                    <a:pt x="31" y="39"/>
                    <a:pt x="22" y="40"/>
                  </a:cubicBezTo>
                  <a:cubicBezTo>
                    <a:pt x="12" y="41"/>
                    <a:pt x="3" y="33"/>
                    <a:pt x="2" y="23"/>
                  </a:cubicBezTo>
                  <a:cubicBezTo>
                    <a:pt x="0" y="13"/>
                    <a:pt x="7" y="3"/>
                    <a:pt x="17" y="2"/>
                  </a:cubicBezTo>
                  <a:cubicBezTo>
                    <a:pt x="27" y="0"/>
                    <a:pt x="36" y="7"/>
                    <a:pt x="3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 name="Freeform 504">
              <a:extLst>
                <a:ext uri="{FF2B5EF4-FFF2-40B4-BE49-F238E27FC236}">
                  <a16:creationId xmlns:a16="http://schemas.microsoft.com/office/drawing/2014/main" id="{BB982873-BAAA-2195-1071-70F8BB5318B6}"/>
                </a:ext>
              </a:extLst>
            </p:cNvPr>
            <p:cNvSpPr>
              <a:spLocks/>
            </p:cNvSpPr>
            <p:nvPr/>
          </p:nvSpPr>
          <p:spPr bwMode="auto">
            <a:xfrm rot="5094805">
              <a:off x="538280" y="4963403"/>
              <a:ext cx="91399" cy="89114"/>
            </a:xfrm>
            <a:custGeom>
              <a:avLst/>
              <a:gdLst>
                <a:gd name="T0" fmla="*/ 1 w 37"/>
                <a:gd name="T1" fmla="*/ 20 h 36"/>
                <a:gd name="T2" fmla="*/ 16 w 37"/>
                <a:gd name="T3" fmla="*/ 1 h 36"/>
                <a:gd name="T4" fmla="*/ 36 w 37"/>
                <a:gd name="T5" fmla="*/ 16 h 36"/>
                <a:gd name="T6" fmla="*/ 20 w 37"/>
                <a:gd name="T7" fmla="*/ 35 h 36"/>
                <a:gd name="T8" fmla="*/ 1 w 37"/>
                <a:gd name="T9" fmla="*/ 20 h 36"/>
              </a:gdLst>
              <a:ahLst/>
              <a:cxnLst>
                <a:cxn ang="0">
                  <a:pos x="T0" y="T1"/>
                </a:cxn>
                <a:cxn ang="0">
                  <a:pos x="T2" y="T3"/>
                </a:cxn>
                <a:cxn ang="0">
                  <a:pos x="T4" y="T5"/>
                </a:cxn>
                <a:cxn ang="0">
                  <a:pos x="T6" y="T7"/>
                </a:cxn>
                <a:cxn ang="0">
                  <a:pos x="T8" y="T9"/>
                </a:cxn>
              </a:cxnLst>
              <a:rect l="0" t="0" r="r" b="b"/>
              <a:pathLst>
                <a:path w="37" h="36">
                  <a:moveTo>
                    <a:pt x="1" y="20"/>
                  </a:moveTo>
                  <a:cubicBezTo>
                    <a:pt x="0" y="11"/>
                    <a:pt x="7" y="2"/>
                    <a:pt x="16" y="1"/>
                  </a:cubicBezTo>
                  <a:cubicBezTo>
                    <a:pt x="26" y="0"/>
                    <a:pt x="35" y="6"/>
                    <a:pt x="36" y="16"/>
                  </a:cubicBezTo>
                  <a:cubicBezTo>
                    <a:pt x="37" y="25"/>
                    <a:pt x="30" y="34"/>
                    <a:pt x="20" y="35"/>
                  </a:cubicBezTo>
                  <a:cubicBezTo>
                    <a:pt x="11" y="36"/>
                    <a:pt x="2" y="29"/>
                    <a:pt x="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 name="Freeform 505">
              <a:extLst>
                <a:ext uri="{FF2B5EF4-FFF2-40B4-BE49-F238E27FC236}">
                  <a16:creationId xmlns:a16="http://schemas.microsoft.com/office/drawing/2014/main" id="{58E8BE6A-1243-8A8C-33BE-9580CB744D6D}"/>
                </a:ext>
              </a:extLst>
            </p:cNvPr>
            <p:cNvSpPr>
              <a:spLocks/>
            </p:cNvSpPr>
            <p:nvPr/>
          </p:nvSpPr>
          <p:spPr bwMode="auto">
            <a:xfrm rot="5094805">
              <a:off x="497365" y="4780060"/>
              <a:ext cx="91399" cy="77689"/>
            </a:xfrm>
            <a:custGeom>
              <a:avLst/>
              <a:gdLst>
                <a:gd name="T0" fmla="*/ 36 w 37"/>
                <a:gd name="T1" fmla="*/ 14 h 32"/>
                <a:gd name="T2" fmla="*/ 20 w 37"/>
                <a:gd name="T3" fmla="*/ 31 h 32"/>
                <a:gd name="T4" fmla="*/ 1 w 37"/>
                <a:gd name="T5" fmla="*/ 18 h 32"/>
                <a:gd name="T6" fmla="*/ 17 w 37"/>
                <a:gd name="T7" fmla="*/ 1 h 32"/>
                <a:gd name="T8" fmla="*/ 36 w 37"/>
                <a:gd name="T9" fmla="*/ 14 h 32"/>
              </a:gdLst>
              <a:ahLst/>
              <a:cxnLst>
                <a:cxn ang="0">
                  <a:pos x="T0" y="T1"/>
                </a:cxn>
                <a:cxn ang="0">
                  <a:pos x="T2" y="T3"/>
                </a:cxn>
                <a:cxn ang="0">
                  <a:pos x="T4" y="T5"/>
                </a:cxn>
                <a:cxn ang="0">
                  <a:pos x="T6" y="T7"/>
                </a:cxn>
                <a:cxn ang="0">
                  <a:pos x="T8" y="T9"/>
                </a:cxn>
              </a:cxnLst>
              <a:rect l="0" t="0" r="r" b="b"/>
              <a:pathLst>
                <a:path w="37" h="32">
                  <a:moveTo>
                    <a:pt x="36" y="14"/>
                  </a:moveTo>
                  <a:cubicBezTo>
                    <a:pt x="37" y="23"/>
                    <a:pt x="29" y="31"/>
                    <a:pt x="20" y="31"/>
                  </a:cubicBezTo>
                  <a:cubicBezTo>
                    <a:pt x="10" y="32"/>
                    <a:pt x="2" y="26"/>
                    <a:pt x="1" y="18"/>
                  </a:cubicBezTo>
                  <a:cubicBezTo>
                    <a:pt x="0" y="10"/>
                    <a:pt x="8" y="2"/>
                    <a:pt x="17" y="1"/>
                  </a:cubicBezTo>
                  <a:cubicBezTo>
                    <a:pt x="27" y="0"/>
                    <a:pt x="35" y="6"/>
                    <a:pt x="3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 name="Freeform 506">
              <a:extLst>
                <a:ext uri="{FF2B5EF4-FFF2-40B4-BE49-F238E27FC236}">
                  <a16:creationId xmlns:a16="http://schemas.microsoft.com/office/drawing/2014/main" id="{DE4F8863-2B48-21C8-E3E9-90DA9B8DCF6F}"/>
                </a:ext>
              </a:extLst>
            </p:cNvPr>
            <p:cNvSpPr>
              <a:spLocks/>
            </p:cNvSpPr>
            <p:nvPr/>
          </p:nvSpPr>
          <p:spPr bwMode="auto">
            <a:xfrm rot="5094805">
              <a:off x="453036" y="4595879"/>
              <a:ext cx="91399" cy="68549"/>
            </a:xfrm>
            <a:custGeom>
              <a:avLst/>
              <a:gdLst>
                <a:gd name="T0" fmla="*/ 1 w 37"/>
                <a:gd name="T1" fmla="*/ 17 h 28"/>
                <a:gd name="T2" fmla="*/ 17 w 37"/>
                <a:gd name="T3" fmla="*/ 1 h 28"/>
                <a:gd name="T4" fmla="*/ 36 w 37"/>
                <a:gd name="T5" fmla="*/ 12 h 28"/>
                <a:gd name="T6" fmla="*/ 20 w 37"/>
                <a:gd name="T7" fmla="*/ 27 h 28"/>
                <a:gd name="T8" fmla="*/ 1 w 37"/>
                <a:gd name="T9" fmla="*/ 17 h 28"/>
              </a:gdLst>
              <a:ahLst/>
              <a:cxnLst>
                <a:cxn ang="0">
                  <a:pos x="T0" y="T1"/>
                </a:cxn>
                <a:cxn ang="0">
                  <a:pos x="T2" y="T3"/>
                </a:cxn>
                <a:cxn ang="0">
                  <a:pos x="T4" y="T5"/>
                </a:cxn>
                <a:cxn ang="0">
                  <a:pos x="T6" y="T7"/>
                </a:cxn>
                <a:cxn ang="0">
                  <a:pos x="T8" y="T9"/>
                </a:cxn>
              </a:cxnLst>
              <a:rect l="0" t="0" r="r" b="b"/>
              <a:pathLst>
                <a:path w="37" h="28">
                  <a:moveTo>
                    <a:pt x="1" y="17"/>
                  </a:moveTo>
                  <a:cubicBezTo>
                    <a:pt x="0" y="10"/>
                    <a:pt x="7" y="3"/>
                    <a:pt x="17" y="1"/>
                  </a:cubicBezTo>
                  <a:cubicBezTo>
                    <a:pt x="27" y="0"/>
                    <a:pt x="35" y="5"/>
                    <a:pt x="36" y="12"/>
                  </a:cubicBezTo>
                  <a:cubicBezTo>
                    <a:pt x="37" y="19"/>
                    <a:pt x="30" y="26"/>
                    <a:pt x="20" y="27"/>
                  </a:cubicBezTo>
                  <a:cubicBezTo>
                    <a:pt x="10" y="28"/>
                    <a:pt x="2" y="23"/>
                    <a:pt x="1"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 name="Freeform 513">
              <a:extLst>
                <a:ext uri="{FF2B5EF4-FFF2-40B4-BE49-F238E27FC236}">
                  <a16:creationId xmlns:a16="http://schemas.microsoft.com/office/drawing/2014/main" id="{6E5C8908-E9FB-E8CA-4564-89FC737D920B}"/>
                </a:ext>
              </a:extLst>
            </p:cNvPr>
            <p:cNvSpPr>
              <a:spLocks/>
            </p:cNvSpPr>
            <p:nvPr/>
          </p:nvSpPr>
          <p:spPr bwMode="auto">
            <a:xfrm rot="5094805">
              <a:off x="761889" y="5402346"/>
              <a:ext cx="91399" cy="111964"/>
            </a:xfrm>
            <a:custGeom>
              <a:avLst/>
              <a:gdLst>
                <a:gd name="T0" fmla="*/ 21 w 37"/>
                <a:gd name="T1" fmla="*/ 43 h 45"/>
                <a:gd name="T2" fmla="*/ 1 w 37"/>
                <a:gd name="T3" fmla="*/ 26 h 45"/>
                <a:gd name="T4" fmla="*/ 17 w 37"/>
                <a:gd name="T5" fmla="*/ 2 h 45"/>
                <a:gd name="T6" fmla="*/ 36 w 37"/>
                <a:gd name="T7" fmla="*/ 18 h 45"/>
                <a:gd name="T8" fmla="*/ 21 w 37"/>
                <a:gd name="T9" fmla="*/ 43 h 45"/>
              </a:gdLst>
              <a:ahLst/>
              <a:cxnLst>
                <a:cxn ang="0">
                  <a:pos x="T0" y="T1"/>
                </a:cxn>
                <a:cxn ang="0">
                  <a:pos x="T2" y="T3"/>
                </a:cxn>
                <a:cxn ang="0">
                  <a:pos x="T4" y="T5"/>
                </a:cxn>
                <a:cxn ang="0">
                  <a:pos x="T6" y="T7"/>
                </a:cxn>
                <a:cxn ang="0">
                  <a:pos x="T8" y="T9"/>
                </a:cxn>
              </a:cxnLst>
              <a:rect l="0" t="0" r="r" b="b"/>
              <a:pathLst>
                <a:path w="37" h="45">
                  <a:moveTo>
                    <a:pt x="21" y="43"/>
                  </a:moveTo>
                  <a:cubicBezTo>
                    <a:pt x="11" y="45"/>
                    <a:pt x="2" y="37"/>
                    <a:pt x="1" y="26"/>
                  </a:cubicBezTo>
                  <a:cubicBezTo>
                    <a:pt x="0" y="14"/>
                    <a:pt x="7" y="4"/>
                    <a:pt x="17" y="2"/>
                  </a:cubicBezTo>
                  <a:cubicBezTo>
                    <a:pt x="26" y="0"/>
                    <a:pt x="34" y="7"/>
                    <a:pt x="36" y="18"/>
                  </a:cubicBezTo>
                  <a:cubicBezTo>
                    <a:pt x="37" y="30"/>
                    <a:pt x="30" y="41"/>
                    <a:pt x="2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 name="Freeform 514">
              <a:extLst>
                <a:ext uri="{FF2B5EF4-FFF2-40B4-BE49-F238E27FC236}">
                  <a16:creationId xmlns:a16="http://schemas.microsoft.com/office/drawing/2014/main" id="{67C17212-0F31-C836-AB41-78116B62253D}"/>
                </a:ext>
              </a:extLst>
            </p:cNvPr>
            <p:cNvSpPr>
              <a:spLocks/>
            </p:cNvSpPr>
            <p:nvPr/>
          </p:nvSpPr>
          <p:spPr bwMode="auto">
            <a:xfrm rot="5094805">
              <a:off x="706074" y="5216796"/>
              <a:ext cx="93684" cy="105109"/>
            </a:xfrm>
            <a:custGeom>
              <a:avLst/>
              <a:gdLst>
                <a:gd name="T0" fmla="*/ 17 w 38"/>
                <a:gd name="T1" fmla="*/ 3 h 43"/>
                <a:gd name="T2" fmla="*/ 37 w 38"/>
                <a:gd name="T3" fmla="*/ 18 h 43"/>
                <a:gd name="T4" fmla="*/ 23 w 38"/>
                <a:gd name="T5" fmla="*/ 40 h 43"/>
                <a:gd name="T6" fmla="*/ 2 w 38"/>
                <a:gd name="T7" fmla="*/ 26 h 43"/>
                <a:gd name="T8" fmla="*/ 17 w 38"/>
                <a:gd name="T9" fmla="*/ 3 h 43"/>
              </a:gdLst>
              <a:ahLst/>
              <a:cxnLst>
                <a:cxn ang="0">
                  <a:pos x="T0" y="T1"/>
                </a:cxn>
                <a:cxn ang="0">
                  <a:pos x="T2" y="T3"/>
                </a:cxn>
                <a:cxn ang="0">
                  <a:pos x="T4" y="T5"/>
                </a:cxn>
                <a:cxn ang="0">
                  <a:pos x="T6" y="T7"/>
                </a:cxn>
                <a:cxn ang="0">
                  <a:pos x="T8" y="T9"/>
                </a:cxn>
              </a:cxnLst>
              <a:rect l="0" t="0" r="r" b="b"/>
              <a:pathLst>
                <a:path w="38" h="43">
                  <a:moveTo>
                    <a:pt x="17" y="3"/>
                  </a:moveTo>
                  <a:cubicBezTo>
                    <a:pt x="27" y="0"/>
                    <a:pt x="36" y="7"/>
                    <a:pt x="37" y="18"/>
                  </a:cubicBezTo>
                  <a:cubicBezTo>
                    <a:pt x="38" y="28"/>
                    <a:pt x="32" y="38"/>
                    <a:pt x="23" y="40"/>
                  </a:cubicBezTo>
                  <a:cubicBezTo>
                    <a:pt x="13" y="43"/>
                    <a:pt x="4" y="36"/>
                    <a:pt x="2" y="26"/>
                  </a:cubicBezTo>
                  <a:cubicBezTo>
                    <a:pt x="0" y="16"/>
                    <a:pt x="7" y="5"/>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 name="Freeform 515">
              <a:extLst>
                <a:ext uri="{FF2B5EF4-FFF2-40B4-BE49-F238E27FC236}">
                  <a16:creationId xmlns:a16="http://schemas.microsoft.com/office/drawing/2014/main" id="{CA871293-8293-0F42-031B-617B551B0EF5}"/>
                </a:ext>
              </a:extLst>
            </p:cNvPr>
            <p:cNvSpPr>
              <a:spLocks/>
            </p:cNvSpPr>
            <p:nvPr/>
          </p:nvSpPr>
          <p:spPr bwMode="auto">
            <a:xfrm rot="5094805">
              <a:off x="655023" y="5035605"/>
              <a:ext cx="91399" cy="93684"/>
            </a:xfrm>
            <a:custGeom>
              <a:avLst/>
              <a:gdLst>
                <a:gd name="T0" fmla="*/ 17 w 37"/>
                <a:gd name="T1" fmla="*/ 2 h 38"/>
                <a:gd name="T2" fmla="*/ 36 w 37"/>
                <a:gd name="T3" fmla="*/ 17 h 38"/>
                <a:gd name="T4" fmla="*/ 21 w 37"/>
                <a:gd name="T5" fmla="*/ 36 h 38"/>
                <a:gd name="T6" fmla="*/ 1 w 37"/>
                <a:gd name="T7" fmla="*/ 22 h 38"/>
                <a:gd name="T8" fmla="*/ 17 w 37"/>
                <a:gd name="T9" fmla="*/ 2 h 38"/>
              </a:gdLst>
              <a:ahLst/>
              <a:cxnLst>
                <a:cxn ang="0">
                  <a:pos x="T0" y="T1"/>
                </a:cxn>
                <a:cxn ang="0">
                  <a:pos x="T2" y="T3"/>
                </a:cxn>
                <a:cxn ang="0">
                  <a:pos x="T4" y="T5"/>
                </a:cxn>
                <a:cxn ang="0">
                  <a:pos x="T6" y="T7"/>
                </a:cxn>
                <a:cxn ang="0">
                  <a:pos x="T8" y="T9"/>
                </a:cxn>
              </a:cxnLst>
              <a:rect l="0" t="0" r="r" b="b"/>
              <a:pathLst>
                <a:path w="37" h="38">
                  <a:moveTo>
                    <a:pt x="17" y="2"/>
                  </a:moveTo>
                  <a:cubicBezTo>
                    <a:pt x="27" y="0"/>
                    <a:pt x="36" y="7"/>
                    <a:pt x="36" y="17"/>
                  </a:cubicBezTo>
                  <a:cubicBezTo>
                    <a:pt x="37" y="26"/>
                    <a:pt x="30" y="35"/>
                    <a:pt x="21" y="36"/>
                  </a:cubicBezTo>
                  <a:cubicBezTo>
                    <a:pt x="11" y="38"/>
                    <a:pt x="2" y="32"/>
                    <a:pt x="1" y="22"/>
                  </a:cubicBezTo>
                  <a:cubicBezTo>
                    <a:pt x="0" y="13"/>
                    <a:pt x="7" y="4"/>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 name="Freeform 516">
              <a:extLst>
                <a:ext uri="{FF2B5EF4-FFF2-40B4-BE49-F238E27FC236}">
                  <a16:creationId xmlns:a16="http://schemas.microsoft.com/office/drawing/2014/main" id="{C14C236C-C897-10D4-AC40-F37F33BAC2D1}"/>
                </a:ext>
              </a:extLst>
            </p:cNvPr>
            <p:cNvSpPr>
              <a:spLocks/>
            </p:cNvSpPr>
            <p:nvPr/>
          </p:nvSpPr>
          <p:spPr bwMode="auto">
            <a:xfrm rot="5094805">
              <a:off x="601792" y="4854510"/>
              <a:ext cx="91399" cy="84544"/>
            </a:xfrm>
            <a:custGeom>
              <a:avLst/>
              <a:gdLst>
                <a:gd name="T0" fmla="*/ 20 w 37"/>
                <a:gd name="T1" fmla="*/ 32 h 34"/>
                <a:gd name="T2" fmla="*/ 0 w 37"/>
                <a:gd name="T3" fmla="*/ 20 h 34"/>
                <a:gd name="T4" fmla="*/ 17 w 37"/>
                <a:gd name="T5" fmla="*/ 2 h 34"/>
                <a:gd name="T6" fmla="*/ 36 w 37"/>
                <a:gd name="T7" fmla="*/ 14 h 34"/>
                <a:gd name="T8" fmla="*/ 20 w 37"/>
                <a:gd name="T9" fmla="*/ 32 h 34"/>
              </a:gdLst>
              <a:ahLst/>
              <a:cxnLst>
                <a:cxn ang="0">
                  <a:pos x="T0" y="T1"/>
                </a:cxn>
                <a:cxn ang="0">
                  <a:pos x="T2" y="T3"/>
                </a:cxn>
                <a:cxn ang="0">
                  <a:pos x="T4" y="T5"/>
                </a:cxn>
                <a:cxn ang="0">
                  <a:pos x="T6" y="T7"/>
                </a:cxn>
                <a:cxn ang="0">
                  <a:pos x="T8" y="T9"/>
                </a:cxn>
              </a:cxnLst>
              <a:rect l="0" t="0" r="r" b="b"/>
              <a:pathLst>
                <a:path w="37" h="34">
                  <a:moveTo>
                    <a:pt x="20" y="32"/>
                  </a:moveTo>
                  <a:cubicBezTo>
                    <a:pt x="10" y="34"/>
                    <a:pt x="1" y="28"/>
                    <a:pt x="0" y="20"/>
                  </a:cubicBezTo>
                  <a:cubicBezTo>
                    <a:pt x="0" y="11"/>
                    <a:pt x="7" y="3"/>
                    <a:pt x="17" y="2"/>
                  </a:cubicBezTo>
                  <a:cubicBezTo>
                    <a:pt x="26" y="0"/>
                    <a:pt x="34" y="5"/>
                    <a:pt x="36" y="14"/>
                  </a:cubicBezTo>
                  <a:cubicBezTo>
                    <a:pt x="37" y="22"/>
                    <a:pt x="29" y="31"/>
                    <a:pt x="20"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 name="Freeform 517">
              <a:extLst>
                <a:ext uri="{FF2B5EF4-FFF2-40B4-BE49-F238E27FC236}">
                  <a16:creationId xmlns:a16="http://schemas.microsoft.com/office/drawing/2014/main" id="{C36234BB-0CB6-FA3D-4877-3A574689E4C6}"/>
                </a:ext>
              </a:extLst>
            </p:cNvPr>
            <p:cNvSpPr>
              <a:spLocks/>
            </p:cNvSpPr>
            <p:nvPr/>
          </p:nvSpPr>
          <p:spPr bwMode="auto">
            <a:xfrm rot="5094805">
              <a:off x="545775" y="4668969"/>
              <a:ext cx="93684" cy="73119"/>
            </a:xfrm>
            <a:custGeom>
              <a:avLst/>
              <a:gdLst>
                <a:gd name="T0" fmla="*/ 22 w 38"/>
                <a:gd name="T1" fmla="*/ 28 h 30"/>
                <a:gd name="T2" fmla="*/ 2 w 38"/>
                <a:gd name="T3" fmla="*/ 19 h 30"/>
                <a:gd name="T4" fmla="*/ 17 w 38"/>
                <a:gd name="T5" fmla="*/ 2 h 30"/>
                <a:gd name="T6" fmla="*/ 37 w 38"/>
                <a:gd name="T7" fmla="*/ 11 h 30"/>
                <a:gd name="T8" fmla="*/ 22 w 38"/>
                <a:gd name="T9" fmla="*/ 28 h 30"/>
              </a:gdLst>
              <a:ahLst/>
              <a:cxnLst>
                <a:cxn ang="0">
                  <a:pos x="T0" y="T1"/>
                </a:cxn>
                <a:cxn ang="0">
                  <a:pos x="T2" y="T3"/>
                </a:cxn>
                <a:cxn ang="0">
                  <a:pos x="T4" y="T5"/>
                </a:cxn>
                <a:cxn ang="0">
                  <a:pos x="T6" y="T7"/>
                </a:cxn>
                <a:cxn ang="0">
                  <a:pos x="T8" y="T9"/>
                </a:cxn>
              </a:cxnLst>
              <a:rect l="0" t="0" r="r" b="b"/>
              <a:pathLst>
                <a:path w="38" h="30">
                  <a:moveTo>
                    <a:pt x="22" y="28"/>
                  </a:moveTo>
                  <a:cubicBezTo>
                    <a:pt x="12" y="30"/>
                    <a:pt x="3" y="26"/>
                    <a:pt x="2" y="19"/>
                  </a:cubicBezTo>
                  <a:cubicBezTo>
                    <a:pt x="0" y="12"/>
                    <a:pt x="8" y="4"/>
                    <a:pt x="17" y="2"/>
                  </a:cubicBezTo>
                  <a:cubicBezTo>
                    <a:pt x="27" y="0"/>
                    <a:pt x="35" y="4"/>
                    <a:pt x="37" y="11"/>
                  </a:cubicBezTo>
                  <a:cubicBezTo>
                    <a:pt x="38" y="18"/>
                    <a:pt x="32" y="26"/>
                    <a:pt x="22"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 name="Freeform 518">
              <a:extLst>
                <a:ext uri="{FF2B5EF4-FFF2-40B4-BE49-F238E27FC236}">
                  <a16:creationId xmlns:a16="http://schemas.microsoft.com/office/drawing/2014/main" id="{8F37A6E3-CF75-4ABC-AAF2-464927400DDB}"/>
                </a:ext>
              </a:extLst>
            </p:cNvPr>
            <p:cNvSpPr>
              <a:spLocks/>
            </p:cNvSpPr>
            <p:nvPr/>
          </p:nvSpPr>
          <p:spPr bwMode="auto">
            <a:xfrm rot="5094805">
              <a:off x="491310" y="4486939"/>
              <a:ext cx="91399" cy="63979"/>
            </a:xfrm>
            <a:custGeom>
              <a:avLst/>
              <a:gdLst>
                <a:gd name="T0" fmla="*/ 20 w 37"/>
                <a:gd name="T1" fmla="*/ 24 h 26"/>
                <a:gd name="T2" fmla="*/ 1 w 37"/>
                <a:gd name="T3" fmla="*/ 16 h 26"/>
                <a:gd name="T4" fmla="*/ 17 w 37"/>
                <a:gd name="T5" fmla="*/ 2 h 26"/>
                <a:gd name="T6" fmla="*/ 36 w 37"/>
                <a:gd name="T7" fmla="*/ 9 h 26"/>
                <a:gd name="T8" fmla="*/ 20 w 37"/>
                <a:gd name="T9" fmla="*/ 24 h 26"/>
              </a:gdLst>
              <a:ahLst/>
              <a:cxnLst>
                <a:cxn ang="0">
                  <a:pos x="T0" y="T1"/>
                </a:cxn>
                <a:cxn ang="0">
                  <a:pos x="T2" y="T3"/>
                </a:cxn>
                <a:cxn ang="0">
                  <a:pos x="T4" y="T5"/>
                </a:cxn>
                <a:cxn ang="0">
                  <a:pos x="T6" y="T7"/>
                </a:cxn>
                <a:cxn ang="0">
                  <a:pos x="T8" y="T9"/>
                </a:cxn>
              </a:cxnLst>
              <a:rect l="0" t="0" r="r" b="b"/>
              <a:pathLst>
                <a:path w="37" h="26">
                  <a:moveTo>
                    <a:pt x="20" y="24"/>
                  </a:moveTo>
                  <a:cubicBezTo>
                    <a:pt x="11" y="26"/>
                    <a:pt x="2" y="22"/>
                    <a:pt x="1" y="16"/>
                  </a:cubicBezTo>
                  <a:cubicBezTo>
                    <a:pt x="0" y="10"/>
                    <a:pt x="7" y="4"/>
                    <a:pt x="17" y="2"/>
                  </a:cubicBezTo>
                  <a:cubicBezTo>
                    <a:pt x="27" y="0"/>
                    <a:pt x="35" y="3"/>
                    <a:pt x="36" y="9"/>
                  </a:cubicBezTo>
                  <a:cubicBezTo>
                    <a:pt x="37" y="15"/>
                    <a:pt x="30" y="22"/>
                    <a:pt x="20"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 name="Freeform 519">
              <a:extLst>
                <a:ext uri="{FF2B5EF4-FFF2-40B4-BE49-F238E27FC236}">
                  <a16:creationId xmlns:a16="http://schemas.microsoft.com/office/drawing/2014/main" id="{043E7707-2473-7F05-55D0-A525DF0C2D18}"/>
                </a:ext>
              </a:extLst>
            </p:cNvPr>
            <p:cNvSpPr>
              <a:spLocks/>
            </p:cNvSpPr>
            <p:nvPr/>
          </p:nvSpPr>
          <p:spPr bwMode="auto">
            <a:xfrm rot="5094805">
              <a:off x="431154" y="4304272"/>
              <a:ext cx="89114" cy="57124"/>
            </a:xfrm>
            <a:custGeom>
              <a:avLst/>
              <a:gdLst>
                <a:gd name="T0" fmla="*/ 19 w 36"/>
                <a:gd name="T1" fmla="*/ 21 h 23"/>
                <a:gd name="T2" fmla="*/ 0 w 36"/>
                <a:gd name="T3" fmla="*/ 15 h 23"/>
                <a:gd name="T4" fmla="*/ 17 w 36"/>
                <a:gd name="T5" fmla="*/ 2 h 23"/>
                <a:gd name="T6" fmla="*/ 35 w 36"/>
                <a:gd name="T7" fmla="*/ 7 h 23"/>
                <a:gd name="T8" fmla="*/ 19 w 36"/>
                <a:gd name="T9" fmla="*/ 21 h 23"/>
              </a:gdLst>
              <a:ahLst/>
              <a:cxnLst>
                <a:cxn ang="0">
                  <a:pos x="T0" y="T1"/>
                </a:cxn>
                <a:cxn ang="0">
                  <a:pos x="T2" y="T3"/>
                </a:cxn>
                <a:cxn ang="0">
                  <a:pos x="T4" y="T5"/>
                </a:cxn>
                <a:cxn ang="0">
                  <a:pos x="T6" y="T7"/>
                </a:cxn>
                <a:cxn ang="0">
                  <a:pos x="T8" y="T9"/>
                </a:cxn>
              </a:cxnLst>
              <a:rect l="0" t="0" r="r" b="b"/>
              <a:pathLst>
                <a:path w="36" h="23">
                  <a:moveTo>
                    <a:pt x="19" y="21"/>
                  </a:moveTo>
                  <a:cubicBezTo>
                    <a:pt x="9" y="23"/>
                    <a:pt x="0" y="20"/>
                    <a:pt x="0" y="15"/>
                  </a:cubicBezTo>
                  <a:cubicBezTo>
                    <a:pt x="0" y="10"/>
                    <a:pt x="7" y="4"/>
                    <a:pt x="17" y="2"/>
                  </a:cubicBezTo>
                  <a:cubicBezTo>
                    <a:pt x="27" y="0"/>
                    <a:pt x="35" y="2"/>
                    <a:pt x="35" y="7"/>
                  </a:cubicBezTo>
                  <a:cubicBezTo>
                    <a:pt x="36" y="13"/>
                    <a:pt x="29" y="19"/>
                    <a:pt x="1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 name="Freeform 520">
              <a:extLst>
                <a:ext uri="{FF2B5EF4-FFF2-40B4-BE49-F238E27FC236}">
                  <a16:creationId xmlns:a16="http://schemas.microsoft.com/office/drawing/2014/main" id="{F25C2FC9-72C7-64B7-00A6-D966A04E5382}"/>
                </a:ext>
              </a:extLst>
            </p:cNvPr>
            <p:cNvSpPr>
              <a:spLocks/>
            </p:cNvSpPr>
            <p:nvPr/>
          </p:nvSpPr>
          <p:spPr bwMode="auto">
            <a:xfrm rot="5094805">
              <a:off x="368617" y="4119427"/>
              <a:ext cx="89114" cy="52554"/>
            </a:xfrm>
            <a:custGeom>
              <a:avLst/>
              <a:gdLst>
                <a:gd name="T0" fmla="*/ 18 w 36"/>
                <a:gd name="T1" fmla="*/ 3 h 21"/>
                <a:gd name="T2" fmla="*/ 36 w 36"/>
                <a:gd name="T3" fmla="*/ 7 h 21"/>
                <a:gd name="T4" fmla="*/ 19 w 36"/>
                <a:gd name="T5" fmla="*/ 18 h 21"/>
                <a:gd name="T6" fmla="*/ 0 w 36"/>
                <a:gd name="T7" fmla="*/ 15 h 21"/>
                <a:gd name="T8" fmla="*/ 18 w 36"/>
                <a:gd name="T9" fmla="*/ 3 h 21"/>
              </a:gdLst>
              <a:ahLst/>
              <a:cxnLst>
                <a:cxn ang="0">
                  <a:pos x="T0" y="T1"/>
                </a:cxn>
                <a:cxn ang="0">
                  <a:pos x="T2" y="T3"/>
                </a:cxn>
                <a:cxn ang="0">
                  <a:pos x="T4" y="T5"/>
                </a:cxn>
                <a:cxn ang="0">
                  <a:pos x="T6" y="T7"/>
                </a:cxn>
                <a:cxn ang="0">
                  <a:pos x="T8" y="T9"/>
                </a:cxn>
              </a:cxnLst>
              <a:rect l="0" t="0" r="r" b="b"/>
              <a:pathLst>
                <a:path w="36" h="21">
                  <a:moveTo>
                    <a:pt x="18" y="3"/>
                  </a:moveTo>
                  <a:cubicBezTo>
                    <a:pt x="28" y="0"/>
                    <a:pt x="36" y="2"/>
                    <a:pt x="36" y="7"/>
                  </a:cubicBezTo>
                  <a:cubicBezTo>
                    <a:pt x="35" y="12"/>
                    <a:pt x="28" y="16"/>
                    <a:pt x="19" y="18"/>
                  </a:cubicBezTo>
                  <a:cubicBezTo>
                    <a:pt x="9" y="21"/>
                    <a:pt x="0" y="19"/>
                    <a:pt x="0" y="15"/>
                  </a:cubicBezTo>
                  <a:cubicBezTo>
                    <a:pt x="0" y="11"/>
                    <a:pt x="8" y="5"/>
                    <a:pt x="1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 name="Freeform 521">
              <a:extLst>
                <a:ext uri="{FF2B5EF4-FFF2-40B4-BE49-F238E27FC236}">
                  <a16:creationId xmlns:a16="http://schemas.microsoft.com/office/drawing/2014/main" id="{144307D1-7BEA-5A1D-DCB3-7BD73949FCE0}"/>
                </a:ext>
              </a:extLst>
            </p:cNvPr>
            <p:cNvSpPr>
              <a:spLocks/>
            </p:cNvSpPr>
            <p:nvPr/>
          </p:nvSpPr>
          <p:spPr bwMode="auto">
            <a:xfrm rot="5094805">
              <a:off x="295627" y="3934157"/>
              <a:ext cx="93684" cy="45700"/>
            </a:xfrm>
            <a:custGeom>
              <a:avLst/>
              <a:gdLst>
                <a:gd name="T0" fmla="*/ 21 w 38"/>
                <a:gd name="T1" fmla="*/ 15 h 18"/>
                <a:gd name="T2" fmla="*/ 1 w 38"/>
                <a:gd name="T3" fmla="*/ 14 h 18"/>
                <a:gd name="T4" fmla="*/ 18 w 38"/>
                <a:gd name="T5" fmla="*/ 3 h 18"/>
                <a:gd name="T6" fmla="*/ 37 w 38"/>
                <a:gd name="T7" fmla="*/ 4 h 18"/>
                <a:gd name="T8" fmla="*/ 21 w 38"/>
                <a:gd name="T9" fmla="*/ 15 h 18"/>
              </a:gdLst>
              <a:ahLst/>
              <a:cxnLst>
                <a:cxn ang="0">
                  <a:pos x="T0" y="T1"/>
                </a:cxn>
                <a:cxn ang="0">
                  <a:pos x="T2" y="T3"/>
                </a:cxn>
                <a:cxn ang="0">
                  <a:pos x="T4" y="T5"/>
                </a:cxn>
                <a:cxn ang="0">
                  <a:pos x="T6" y="T7"/>
                </a:cxn>
                <a:cxn ang="0">
                  <a:pos x="T8" y="T9"/>
                </a:cxn>
              </a:cxnLst>
              <a:rect l="0" t="0" r="r" b="b"/>
              <a:pathLst>
                <a:path w="38" h="18">
                  <a:moveTo>
                    <a:pt x="21" y="15"/>
                  </a:moveTo>
                  <a:cubicBezTo>
                    <a:pt x="11" y="18"/>
                    <a:pt x="2" y="17"/>
                    <a:pt x="1" y="14"/>
                  </a:cubicBezTo>
                  <a:cubicBezTo>
                    <a:pt x="0" y="11"/>
                    <a:pt x="8" y="5"/>
                    <a:pt x="18" y="3"/>
                  </a:cubicBezTo>
                  <a:cubicBezTo>
                    <a:pt x="27" y="0"/>
                    <a:pt x="35" y="0"/>
                    <a:pt x="37" y="4"/>
                  </a:cubicBezTo>
                  <a:cubicBezTo>
                    <a:pt x="38" y="7"/>
                    <a:pt x="31" y="13"/>
                    <a:pt x="2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 name="Freeform 522">
              <a:extLst>
                <a:ext uri="{FF2B5EF4-FFF2-40B4-BE49-F238E27FC236}">
                  <a16:creationId xmlns:a16="http://schemas.microsoft.com/office/drawing/2014/main" id="{77607B13-6597-2C10-DE1E-744FD59333CE}"/>
                </a:ext>
              </a:extLst>
            </p:cNvPr>
            <p:cNvSpPr>
              <a:spLocks/>
            </p:cNvSpPr>
            <p:nvPr/>
          </p:nvSpPr>
          <p:spPr bwMode="auto">
            <a:xfrm rot="5094805">
              <a:off x="228441" y="3749823"/>
              <a:ext cx="91399" cy="38845"/>
            </a:xfrm>
            <a:custGeom>
              <a:avLst/>
              <a:gdLst>
                <a:gd name="T0" fmla="*/ 18 w 37"/>
                <a:gd name="T1" fmla="*/ 3 h 16"/>
                <a:gd name="T2" fmla="*/ 37 w 37"/>
                <a:gd name="T3" fmla="*/ 4 h 16"/>
                <a:gd name="T4" fmla="*/ 22 w 37"/>
                <a:gd name="T5" fmla="*/ 14 h 16"/>
                <a:gd name="T6" fmla="*/ 2 w 37"/>
                <a:gd name="T7" fmla="*/ 14 h 16"/>
                <a:gd name="T8" fmla="*/ 18 w 37"/>
                <a:gd name="T9" fmla="*/ 3 h 16"/>
              </a:gdLst>
              <a:ahLst/>
              <a:cxnLst>
                <a:cxn ang="0">
                  <a:pos x="T0" y="T1"/>
                </a:cxn>
                <a:cxn ang="0">
                  <a:pos x="T2" y="T3"/>
                </a:cxn>
                <a:cxn ang="0">
                  <a:pos x="T4" y="T5"/>
                </a:cxn>
                <a:cxn ang="0">
                  <a:pos x="T6" y="T7"/>
                </a:cxn>
                <a:cxn ang="0">
                  <a:pos x="T8" y="T9"/>
                </a:cxn>
              </a:cxnLst>
              <a:rect l="0" t="0" r="r" b="b"/>
              <a:pathLst>
                <a:path w="37" h="16">
                  <a:moveTo>
                    <a:pt x="18" y="3"/>
                  </a:moveTo>
                  <a:cubicBezTo>
                    <a:pt x="28" y="0"/>
                    <a:pt x="36" y="1"/>
                    <a:pt x="37" y="4"/>
                  </a:cubicBezTo>
                  <a:cubicBezTo>
                    <a:pt x="37" y="7"/>
                    <a:pt x="31" y="11"/>
                    <a:pt x="22" y="14"/>
                  </a:cubicBezTo>
                  <a:cubicBezTo>
                    <a:pt x="12" y="16"/>
                    <a:pt x="3" y="16"/>
                    <a:pt x="2" y="14"/>
                  </a:cubicBezTo>
                  <a:cubicBezTo>
                    <a:pt x="0" y="11"/>
                    <a:pt x="8" y="6"/>
                    <a:pt x="1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 name="Freeform 523">
              <a:extLst>
                <a:ext uri="{FF2B5EF4-FFF2-40B4-BE49-F238E27FC236}">
                  <a16:creationId xmlns:a16="http://schemas.microsoft.com/office/drawing/2014/main" id="{ECF16784-37F8-B789-E2E6-600945234C9A}"/>
                </a:ext>
              </a:extLst>
            </p:cNvPr>
            <p:cNvSpPr>
              <a:spLocks/>
            </p:cNvSpPr>
            <p:nvPr/>
          </p:nvSpPr>
          <p:spPr bwMode="auto">
            <a:xfrm rot="5094805">
              <a:off x="157003" y="3568064"/>
              <a:ext cx="91399" cy="34275"/>
            </a:xfrm>
            <a:custGeom>
              <a:avLst/>
              <a:gdLst>
                <a:gd name="T0" fmla="*/ 19 w 37"/>
                <a:gd name="T1" fmla="*/ 12 h 14"/>
                <a:gd name="T2" fmla="*/ 1 w 37"/>
                <a:gd name="T3" fmla="*/ 12 h 14"/>
                <a:gd name="T4" fmla="*/ 18 w 37"/>
                <a:gd name="T5" fmla="*/ 2 h 14"/>
                <a:gd name="T6" fmla="*/ 36 w 37"/>
                <a:gd name="T7" fmla="*/ 2 h 14"/>
                <a:gd name="T8" fmla="*/ 19 w 37"/>
                <a:gd name="T9" fmla="*/ 12 h 14"/>
              </a:gdLst>
              <a:ahLst/>
              <a:cxnLst>
                <a:cxn ang="0">
                  <a:pos x="T0" y="T1"/>
                </a:cxn>
                <a:cxn ang="0">
                  <a:pos x="T2" y="T3"/>
                </a:cxn>
                <a:cxn ang="0">
                  <a:pos x="T4" y="T5"/>
                </a:cxn>
                <a:cxn ang="0">
                  <a:pos x="T6" y="T7"/>
                </a:cxn>
                <a:cxn ang="0">
                  <a:pos x="T8" y="T9"/>
                </a:cxn>
              </a:cxnLst>
              <a:rect l="0" t="0" r="r" b="b"/>
              <a:pathLst>
                <a:path w="37" h="14">
                  <a:moveTo>
                    <a:pt x="19" y="12"/>
                  </a:moveTo>
                  <a:cubicBezTo>
                    <a:pt x="10" y="14"/>
                    <a:pt x="1" y="14"/>
                    <a:pt x="1" y="12"/>
                  </a:cubicBezTo>
                  <a:cubicBezTo>
                    <a:pt x="0" y="9"/>
                    <a:pt x="8" y="5"/>
                    <a:pt x="18" y="2"/>
                  </a:cubicBezTo>
                  <a:cubicBezTo>
                    <a:pt x="27" y="0"/>
                    <a:pt x="35" y="0"/>
                    <a:pt x="36" y="2"/>
                  </a:cubicBezTo>
                  <a:cubicBezTo>
                    <a:pt x="37" y="5"/>
                    <a:pt x="29" y="9"/>
                    <a:pt x="1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 name="Freeform 524">
              <a:extLst>
                <a:ext uri="{FF2B5EF4-FFF2-40B4-BE49-F238E27FC236}">
                  <a16:creationId xmlns:a16="http://schemas.microsoft.com/office/drawing/2014/main" id="{088ABBC6-EDBA-8193-9559-9A1BEF3BEC6C}"/>
                </a:ext>
              </a:extLst>
            </p:cNvPr>
            <p:cNvSpPr>
              <a:spLocks/>
            </p:cNvSpPr>
            <p:nvPr/>
          </p:nvSpPr>
          <p:spPr bwMode="auto">
            <a:xfrm rot="5094805">
              <a:off x="88776" y="3382582"/>
              <a:ext cx="91399" cy="31990"/>
            </a:xfrm>
            <a:custGeom>
              <a:avLst/>
              <a:gdLst>
                <a:gd name="T0" fmla="*/ 19 w 37"/>
                <a:gd name="T1" fmla="*/ 11 h 13"/>
                <a:gd name="T2" fmla="*/ 1 w 37"/>
                <a:gd name="T3" fmla="*/ 11 h 13"/>
                <a:gd name="T4" fmla="*/ 18 w 37"/>
                <a:gd name="T5" fmla="*/ 3 h 13"/>
                <a:gd name="T6" fmla="*/ 36 w 37"/>
                <a:gd name="T7" fmla="*/ 2 h 13"/>
                <a:gd name="T8" fmla="*/ 19 w 37"/>
                <a:gd name="T9" fmla="*/ 11 h 13"/>
              </a:gdLst>
              <a:ahLst/>
              <a:cxnLst>
                <a:cxn ang="0">
                  <a:pos x="T0" y="T1"/>
                </a:cxn>
                <a:cxn ang="0">
                  <a:pos x="T2" y="T3"/>
                </a:cxn>
                <a:cxn ang="0">
                  <a:pos x="T4" y="T5"/>
                </a:cxn>
                <a:cxn ang="0">
                  <a:pos x="T6" y="T7"/>
                </a:cxn>
                <a:cxn ang="0">
                  <a:pos x="T8" y="T9"/>
                </a:cxn>
              </a:cxnLst>
              <a:rect l="0" t="0" r="r" b="b"/>
              <a:pathLst>
                <a:path w="37" h="13">
                  <a:moveTo>
                    <a:pt x="19" y="11"/>
                  </a:moveTo>
                  <a:cubicBezTo>
                    <a:pt x="10" y="13"/>
                    <a:pt x="1" y="13"/>
                    <a:pt x="1" y="11"/>
                  </a:cubicBezTo>
                  <a:cubicBezTo>
                    <a:pt x="0" y="9"/>
                    <a:pt x="8" y="5"/>
                    <a:pt x="18" y="3"/>
                  </a:cubicBezTo>
                  <a:cubicBezTo>
                    <a:pt x="28" y="0"/>
                    <a:pt x="35" y="0"/>
                    <a:pt x="36" y="2"/>
                  </a:cubicBezTo>
                  <a:cubicBezTo>
                    <a:pt x="37" y="4"/>
                    <a:pt x="29" y="8"/>
                    <a:pt x="1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 name="Freeform 525">
              <a:extLst>
                <a:ext uri="{FF2B5EF4-FFF2-40B4-BE49-F238E27FC236}">
                  <a16:creationId xmlns:a16="http://schemas.microsoft.com/office/drawing/2014/main" id="{A6E53E14-1395-663C-F4F7-4F69F8A28924}"/>
                </a:ext>
              </a:extLst>
            </p:cNvPr>
            <p:cNvSpPr>
              <a:spLocks/>
            </p:cNvSpPr>
            <p:nvPr/>
          </p:nvSpPr>
          <p:spPr bwMode="auto">
            <a:xfrm rot="5094805">
              <a:off x="24898" y="3194420"/>
              <a:ext cx="91399" cy="29705"/>
            </a:xfrm>
            <a:custGeom>
              <a:avLst/>
              <a:gdLst>
                <a:gd name="T0" fmla="*/ 19 w 37"/>
                <a:gd name="T1" fmla="*/ 9 h 12"/>
                <a:gd name="T2" fmla="*/ 1 w 37"/>
                <a:gd name="T3" fmla="*/ 10 h 12"/>
                <a:gd name="T4" fmla="*/ 18 w 37"/>
                <a:gd name="T5" fmla="*/ 3 h 12"/>
                <a:gd name="T6" fmla="*/ 36 w 37"/>
                <a:gd name="T7" fmla="*/ 2 h 12"/>
                <a:gd name="T8" fmla="*/ 19 w 37"/>
                <a:gd name="T9" fmla="*/ 9 h 12"/>
              </a:gdLst>
              <a:ahLst/>
              <a:cxnLst>
                <a:cxn ang="0">
                  <a:pos x="T0" y="T1"/>
                </a:cxn>
                <a:cxn ang="0">
                  <a:pos x="T2" y="T3"/>
                </a:cxn>
                <a:cxn ang="0">
                  <a:pos x="T4" y="T5"/>
                </a:cxn>
                <a:cxn ang="0">
                  <a:pos x="T6" y="T7"/>
                </a:cxn>
                <a:cxn ang="0">
                  <a:pos x="T8" y="T9"/>
                </a:cxn>
              </a:cxnLst>
              <a:rect l="0" t="0" r="r" b="b"/>
              <a:pathLst>
                <a:path w="37" h="12">
                  <a:moveTo>
                    <a:pt x="19" y="9"/>
                  </a:moveTo>
                  <a:cubicBezTo>
                    <a:pt x="10" y="11"/>
                    <a:pt x="1" y="12"/>
                    <a:pt x="1" y="10"/>
                  </a:cubicBezTo>
                  <a:cubicBezTo>
                    <a:pt x="0" y="8"/>
                    <a:pt x="8" y="5"/>
                    <a:pt x="18" y="3"/>
                  </a:cubicBezTo>
                  <a:cubicBezTo>
                    <a:pt x="28" y="0"/>
                    <a:pt x="35" y="0"/>
                    <a:pt x="36" y="2"/>
                  </a:cubicBezTo>
                  <a:cubicBezTo>
                    <a:pt x="37" y="4"/>
                    <a:pt x="29" y="7"/>
                    <a:pt x="1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 name="Freeform 526">
              <a:extLst>
                <a:ext uri="{FF2B5EF4-FFF2-40B4-BE49-F238E27FC236}">
                  <a16:creationId xmlns:a16="http://schemas.microsoft.com/office/drawing/2014/main" id="{8843D77C-2124-6DAF-9461-62BC2208F169}"/>
                </a:ext>
              </a:extLst>
            </p:cNvPr>
            <p:cNvSpPr>
              <a:spLocks/>
            </p:cNvSpPr>
            <p:nvPr/>
          </p:nvSpPr>
          <p:spPr bwMode="auto">
            <a:xfrm rot="5094805">
              <a:off x="-34225" y="3010413"/>
              <a:ext cx="91399" cy="22850"/>
            </a:xfrm>
            <a:custGeom>
              <a:avLst/>
              <a:gdLst>
                <a:gd name="T0" fmla="*/ 19 w 37"/>
                <a:gd name="T1" fmla="*/ 8 h 10"/>
                <a:gd name="T2" fmla="*/ 0 w 37"/>
                <a:gd name="T3" fmla="*/ 8 h 10"/>
                <a:gd name="T4" fmla="*/ 18 w 37"/>
                <a:gd name="T5" fmla="*/ 2 h 10"/>
                <a:gd name="T6" fmla="*/ 36 w 37"/>
                <a:gd name="T7" fmla="*/ 1 h 10"/>
                <a:gd name="T8" fmla="*/ 19 w 37"/>
                <a:gd name="T9" fmla="*/ 8 h 10"/>
              </a:gdLst>
              <a:ahLst/>
              <a:cxnLst>
                <a:cxn ang="0">
                  <a:pos x="T0" y="T1"/>
                </a:cxn>
                <a:cxn ang="0">
                  <a:pos x="T2" y="T3"/>
                </a:cxn>
                <a:cxn ang="0">
                  <a:pos x="T4" y="T5"/>
                </a:cxn>
                <a:cxn ang="0">
                  <a:pos x="T6" y="T7"/>
                </a:cxn>
                <a:cxn ang="0">
                  <a:pos x="T8" y="T9"/>
                </a:cxn>
              </a:cxnLst>
              <a:rect l="0" t="0" r="r" b="b"/>
              <a:pathLst>
                <a:path w="37" h="10">
                  <a:moveTo>
                    <a:pt x="19" y="8"/>
                  </a:moveTo>
                  <a:cubicBezTo>
                    <a:pt x="9" y="10"/>
                    <a:pt x="1" y="10"/>
                    <a:pt x="0" y="8"/>
                  </a:cubicBezTo>
                  <a:cubicBezTo>
                    <a:pt x="0" y="7"/>
                    <a:pt x="8" y="4"/>
                    <a:pt x="18" y="2"/>
                  </a:cubicBezTo>
                  <a:cubicBezTo>
                    <a:pt x="27" y="0"/>
                    <a:pt x="35" y="0"/>
                    <a:pt x="36" y="1"/>
                  </a:cubicBezTo>
                  <a:cubicBezTo>
                    <a:pt x="37" y="3"/>
                    <a:pt x="29" y="6"/>
                    <a:pt x="1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 name="Freeform 562">
              <a:extLst>
                <a:ext uri="{FF2B5EF4-FFF2-40B4-BE49-F238E27FC236}">
                  <a16:creationId xmlns:a16="http://schemas.microsoft.com/office/drawing/2014/main" id="{EAF68484-16F2-7C9B-ECA0-B6D632075AC4}"/>
                </a:ext>
              </a:extLst>
            </p:cNvPr>
            <p:cNvSpPr>
              <a:spLocks/>
            </p:cNvSpPr>
            <p:nvPr/>
          </p:nvSpPr>
          <p:spPr bwMode="auto">
            <a:xfrm rot="5094805">
              <a:off x="1152123" y="6724346"/>
              <a:ext cx="95969" cy="127959"/>
            </a:xfrm>
            <a:custGeom>
              <a:avLst/>
              <a:gdLst>
                <a:gd name="T0" fmla="*/ 22 w 39"/>
                <a:gd name="T1" fmla="*/ 50 h 52"/>
                <a:gd name="T2" fmla="*/ 1 w 39"/>
                <a:gd name="T3" fmla="*/ 30 h 52"/>
                <a:gd name="T4" fmla="*/ 17 w 39"/>
                <a:gd name="T5" fmla="*/ 2 h 52"/>
                <a:gd name="T6" fmla="*/ 37 w 39"/>
                <a:gd name="T7" fmla="*/ 21 h 52"/>
                <a:gd name="T8" fmla="*/ 22 w 39"/>
                <a:gd name="T9" fmla="*/ 50 h 52"/>
              </a:gdLst>
              <a:ahLst/>
              <a:cxnLst>
                <a:cxn ang="0">
                  <a:pos x="T0" y="T1"/>
                </a:cxn>
                <a:cxn ang="0">
                  <a:pos x="T2" y="T3"/>
                </a:cxn>
                <a:cxn ang="0">
                  <a:pos x="T4" y="T5"/>
                </a:cxn>
                <a:cxn ang="0">
                  <a:pos x="T6" y="T7"/>
                </a:cxn>
                <a:cxn ang="0">
                  <a:pos x="T8" y="T9"/>
                </a:cxn>
              </a:cxnLst>
              <a:rect l="0" t="0" r="r" b="b"/>
              <a:pathLst>
                <a:path w="39" h="52">
                  <a:moveTo>
                    <a:pt x="22" y="50"/>
                  </a:moveTo>
                  <a:cubicBezTo>
                    <a:pt x="12" y="52"/>
                    <a:pt x="2" y="43"/>
                    <a:pt x="1" y="30"/>
                  </a:cubicBezTo>
                  <a:cubicBezTo>
                    <a:pt x="0" y="17"/>
                    <a:pt x="7" y="4"/>
                    <a:pt x="17" y="2"/>
                  </a:cubicBezTo>
                  <a:cubicBezTo>
                    <a:pt x="27" y="0"/>
                    <a:pt x="36" y="8"/>
                    <a:pt x="37" y="21"/>
                  </a:cubicBezTo>
                  <a:cubicBezTo>
                    <a:pt x="39" y="34"/>
                    <a:pt x="32" y="47"/>
                    <a:pt x="22"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 name="Freeform 563">
              <a:extLst>
                <a:ext uri="{FF2B5EF4-FFF2-40B4-BE49-F238E27FC236}">
                  <a16:creationId xmlns:a16="http://schemas.microsoft.com/office/drawing/2014/main" id="{7BC118F9-4831-E6C1-530A-32B76669C9F1}"/>
                </a:ext>
              </a:extLst>
            </p:cNvPr>
            <p:cNvSpPr>
              <a:spLocks/>
            </p:cNvSpPr>
            <p:nvPr/>
          </p:nvSpPr>
          <p:spPr bwMode="auto">
            <a:xfrm rot="5094805">
              <a:off x="1091255" y="6527900"/>
              <a:ext cx="95969" cy="132529"/>
            </a:xfrm>
            <a:custGeom>
              <a:avLst/>
              <a:gdLst>
                <a:gd name="T0" fmla="*/ 17 w 39"/>
                <a:gd name="T1" fmla="*/ 2 h 54"/>
                <a:gd name="T2" fmla="*/ 37 w 39"/>
                <a:gd name="T3" fmla="*/ 23 h 54"/>
                <a:gd name="T4" fmla="*/ 23 w 39"/>
                <a:gd name="T5" fmla="*/ 51 h 54"/>
                <a:gd name="T6" fmla="*/ 2 w 39"/>
                <a:gd name="T7" fmla="*/ 31 h 54"/>
                <a:gd name="T8" fmla="*/ 17 w 39"/>
                <a:gd name="T9" fmla="*/ 2 h 54"/>
              </a:gdLst>
              <a:ahLst/>
              <a:cxnLst>
                <a:cxn ang="0">
                  <a:pos x="T0" y="T1"/>
                </a:cxn>
                <a:cxn ang="0">
                  <a:pos x="T2" y="T3"/>
                </a:cxn>
                <a:cxn ang="0">
                  <a:pos x="T4" y="T5"/>
                </a:cxn>
                <a:cxn ang="0">
                  <a:pos x="T6" y="T7"/>
                </a:cxn>
                <a:cxn ang="0">
                  <a:pos x="T8" y="T9"/>
                </a:cxn>
              </a:cxnLst>
              <a:rect l="0" t="0" r="r" b="b"/>
              <a:pathLst>
                <a:path w="39" h="54">
                  <a:moveTo>
                    <a:pt x="17" y="2"/>
                  </a:moveTo>
                  <a:cubicBezTo>
                    <a:pt x="27" y="0"/>
                    <a:pt x="36" y="9"/>
                    <a:pt x="37" y="23"/>
                  </a:cubicBezTo>
                  <a:cubicBezTo>
                    <a:pt x="39" y="36"/>
                    <a:pt x="32" y="48"/>
                    <a:pt x="23" y="51"/>
                  </a:cubicBezTo>
                  <a:cubicBezTo>
                    <a:pt x="13" y="54"/>
                    <a:pt x="4" y="45"/>
                    <a:pt x="2" y="31"/>
                  </a:cubicBezTo>
                  <a:cubicBezTo>
                    <a:pt x="0" y="18"/>
                    <a:pt x="7" y="5"/>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 name="Freeform 564">
              <a:extLst>
                <a:ext uri="{FF2B5EF4-FFF2-40B4-BE49-F238E27FC236}">
                  <a16:creationId xmlns:a16="http://schemas.microsoft.com/office/drawing/2014/main" id="{48FACB5E-60B9-22AE-C001-7A53D69D5794}"/>
                </a:ext>
              </a:extLst>
            </p:cNvPr>
            <p:cNvSpPr>
              <a:spLocks/>
            </p:cNvSpPr>
            <p:nvPr/>
          </p:nvSpPr>
          <p:spPr bwMode="auto">
            <a:xfrm rot="5094805">
              <a:off x="1043309" y="6338320"/>
              <a:ext cx="95969" cy="130244"/>
            </a:xfrm>
            <a:custGeom>
              <a:avLst/>
              <a:gdLst>
                <a:gd name="T0" fmla="*/ 22 w 39"/>
                <a:gd name="T1" fmla="*/ 52 h 53"/>
                <a:gd name="T2" fmla="*/ 1 w 39"/>
                <a:gd name="T3" fmla="*/ 28 h 53"/>
                <a:gd name="T4" fmla="*/ 18 w 39"/>
                <a:gd name="T5" fmla="*/ 1 h 53"/>
                <a:gd name="T6" fmla="*/ 37 w 39"/>
                <a:gd name="T7" fmla="*/ 23 h 53"/>
                <a:gd name="T8" fmla="*/ 22 w 39"/>
                <a:gd name="T9" fmla="*/ 52 h 53"/>
              </a:gdLst>
              <a:ahLst/>
              <a:cxnLst>
                <a:cxn ang="0">
                  <a:pos x="T0" y="T1"/>
                </a:cxn>
                <a:cxn ang="0">
                  <a:pos x="T2" y="T3"/>
                </a:cxn>
                <a:cxn ang="0">
                  <a:pos x="T4" y="T5"/>
                </a:cxn>
                <a:cxn ang="0">
                  <a:pos x="T6" y="T7"/>
                </a:cxn>
                <a:cxn ang="0">
                  <a:pos x="T8" y="T9"/>
                </a:cxn>
              </a:cxnLst>
              <a:rect l="0" t="0" r="r" b="b"/>
              <a:pathLst>
                <a:path w="39" h="53">
                  <a:moveTo>
                    <a:pt x="22" y="52"/>
                  </a:moveTo>
                  <a:cubicBezTo>
                    <a:pt x="12" y="53"/>
                    <a:pt x="2" y="42"/>
                    <a:pt x="1" y="28"/>
                  </a:cubicBezTo>
                  <a:cubicBezTo>
                    <a:pt x="0" y="14"/>
                    <a:pt x="7" y="2"/>
                    <a:pt x="18" y="1"/>
                  </a:cubicBezTo>
                  <a:cubicBezTo>
                    <a:pt x="27" y="0"/>
                    <a:pt x="35" y="10"/>
                    <a:pt x="37" y="23"/>
                  </a:cubicBezTo>
                  <a:cubicBezTo>
                    <a:pt x="39" y="37"/>
                    <a:pt x="32" y="50"/>
                    <a:pt x="2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 name="Freeform 565">
              <a:extLst>
                <a:ext uri="{FF2B5EF4-FFF2-40B4-BE49-F238E27FC236}">
                  <a16:creationId xmlns:a16="http://schemas.microsoft.com/office/drawing/2014/main" id="{545F5277-E78F-80A7-D6AA-F53EC8837EA5}"/>
                </a:ext>
              </a:extLst>
            </p:cNvPr>
            <p:cNvSpPr>
              <a:spLocks/>
            </p:cNvSpPr>
            <p:nvPr/>
          </p:nvSpPr>
          <p:spPr bwMode="auto">
            <a:xfrm rot="5094805">
              <a:off x="995372" y="6146657"/>
              <a:ext cx="91399" cy="132529"/>
            </a:xfrm>
            <a:custGeom>
              <a:avLst/>
              <a:gdLst>
                <a:gd name="T0" fmla="*/ 17 w 37"/>
                <a:gd name="T1" fmla="*/ 2 h 54"/>
                <a:gd name="T2" fmla="*/ 36 w 37"/>
                <a:gd name="T3" fmla="*/ 24 h 54"/>
                <a:gd name="T4" fmla="*/ 21 w 37"/>
                <a:gd name="T5" fmla="*/ 52 h 54"/>
                <a:gd name="T6" fmla="*/ 1 w 37"/>
                <a:gd name="T7" fmla="*/ 30 h 54"/>
                <a:gd name="T8" fmla="*/ 17 w 37"/>
                <a:gd name="T9" fmla="*/ 2 h 54"/>
              </a:gdLst>
              <a:ahLst/>
              <a:cxnLst>
                <a:cxn ang="0">
                  <a:pos x="T0" y="T1"/>
                </a:cxn>
                <a:cxn ang="0">
                  <a:pos x="T2" y="T3"/>
                </a:cxn>
                <a:cxn ang="0">
                  <a:pos x="T4" y="T5"/>
                </a:cxn>
                <a:cxn ang="0">
                  <a:pos x="T6" y="T7"/>
                </a:cxn>
                <a:cxn ang="0">
                  <a:pos x="T8" y="T9"/>
                </a:cxn>
              </a:cxnLst>
              <a:rect l="0" t="0" r="r" b="b"/>
              <a:pathLst>
                <a:path w="37" h="54">
                  <a:moveTo>
                    <a:pt x="17" y="2"/>
                  </a:moveTo>
                  <a:cubicBezTo>
                    <a:pt x="27" y="0"/>
                    <a:pt x="36" y="10"/>
                    <a:pt x="36" y="24"/>
                  </a:cubicBezTo>
                  <a:cubicBezTo>
                    <a:pt x="37" y="38"/>
                    <a:pt x="30" y="50"/>
                    <a:pt x="21" y="52"/>
                  </a:cubicBezTo>
                  <a:cubicBezTo>
                    <a:pt x="11" y="54"/>
                    <a:pt x="2" y="44"/>
                    <a:pt x="1" y="30"/>
                  </a:cubicBezTo>
                  <a:cubicBezTo>
                    <a:pt x="0" y="16"/>
                    <a:pt x="7" y="4"/>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 name="Freeform 566">
              <a:extLst>
                <a:ext uri="{FF2B5EF4-FFF2-40B4-BE49-F238E27FC236}">
                  <a16:creationId xmlns:a16="http://schemas.microsoft.com/office/drawing/2014/main" id="{9C7986AA-86D5-BF84-8A6F-3EDFBB2B7B5E}"/>
                </a:ext>
              </a:extLst>
            </p:cNvPr>
            <p:cNvSpPr>
              <a:spLocks/>
            </p:cNvSpPr>
            <p:nvPr/>
          </p:nvSpPr>
          <p:spPr bwMode="auto">
            <a:xfrm rot="5094805">
              <a:off x="934909" y="5959333"/>
              <a:ext cx="91399" cy="127959"/>
            </a:xfrm>
            <a:custGeom>
              <a:avLst/>
              <a:gdLst>
                <a:gd name="T0" fmla="*/ 20 w 37"/>
                <a:gd name="T1" fmla="*/ 51 h 52"/>
                <a:gd name="T2" fmla="*/ 0 w 37"/>
                <a:gd name="T3" fmla="*/ 29 h 52"/>
                <a:gd name="T4" fmla="*/ 17 w 37"/>
                <a:gd name="T5" fmla="*/ 1 h 52"/>
                <a:gd name="T6" fmla="*/ 36 w 37"/>
                <a:gd name="T7" fmla="*/ 22 h 52"/>
                <a:gd name="T8" fmla="*/ 20 w 37"/>
                <a:gd name="T9" fmla="*/ 51 h 52"/>
              </a:gdLst>
              <a:ahLst/>
              <a:cxnLst>
                <a:cxn ang="0">
                  <a:pos x="T0" y="T1"/>
                </a:cxn>
                <a:cxn ang="0">
                  <a:pos x="T2" y="T3"/>
                </a:cxn>
                <a:cxn ang="0">
                  <a:pos x="T4" y="T5"/>
                </a:cxn>
                <a:cxn ang="0">
                  <a:pos x="T6" y="T7"/>
                </a:cxn>
                <a:cxn ang="0">
                  <a:pos x="T8" y="T9"/>
                </a:cxn>
              </a:cxnLst>
              <a:rect l="0" t="0" r="r" b="b"/>
              <a:pathLst>
                <a:path w="37" h="52">
                  <a:moveTo>
                    <a:pt x="20" y="51"/>
                  </a:moveTo>
                  <a:cubicBezTo>
                    <a:pt x="10" y="52"/>
                    <a:pt x="1" y="42"/>
                    <a:pt x="0" y="29"/>
                  </a:cubicBezTo>
                  <a:cubicBezTo>
                    <a:pt x="0" y="15"/>
                    <a:pt x="7" y="3"/>
                    <a:pt x="17" y="1"/>
                  </a:cubicBezTo>
                  <a:cubicBezTo>
                    <a:pt x="27" y="0"/>
                    <a:pt x="35" y="9"/>
                    <a:pt x="36" y="22"/>
                  </a:cubicBezTo>
                  <a:cubicBezTo>
                    <a:pt x="37" y="36"/>
                    <a:pt x="30" y="49"/>
                    <a:pt x="20"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 name="Freeform 567">
              <a:extLst>
                <a:ext uri="{FF2B5EF4-FFF2-40B4-BE49-F238E27FC236}">
                  <a16:creationId xmlns:a16="http://schemas.microsoft.com/office/drawing/2014/main" id="{CA2896FD-76BD-9D39-816D-7133170D50DD}"/>
                </a:ext>
              </a:extLst>
            </p:cNvPr>
            <p:cNvSpPr>
              <a:spLocks/>
            </p:cNvSpPr>
            <p:nvPr/>
          </p:nvSpPr>
          <p:spPr bwMode="auto">
            <a:xfrm rot="5094805">
              <a:off x="872266" y="5772105"/>
              <a:ext cx="93684" cy="125674"/>
            </a:xfrm>
            <a:custGeom>
              <a:avLst/>
              <a:gdLst>
                <a:gd name="T0" fmla="*/ 22 w 38"/>
                <a:gd name="T1" fmla="*/ 49 h 51"/>
                <a:gd name="T2" fmla="*/ 1 w 38"/>
                <a:gd name="T3" fmla="*/ 29 h 51"/>
                <a:gd name="T4" fmla="*/ 17 w 38"/>
                <a:gd name="T5" fmla="*/ 2 h 51"/>
                <a:gd name="T6" fmla="*/ 37 w 38"/>
                <a:gd name="T7" fmla="*/ 20 h 51"/>
                <a:gd name="T8" fmla="*/ 22 w 38"/>
                <a:gd name="T9" fmla="*/ 49 h 51"/>
              </a:gdLst>
              <a:ahLst/>
              <a:cxnLst>
                <a:cxn ang="0">
                  <a:pos x="T0" y="T1"/>
                </a:cxn>
                <a:cxn ang="0">
                  <a:pos x="T2" y="T3"/>
                </a:cxn>
                <a:cxn ang="0">
                  <a:pos x="T4" y="T5"/>
                </a:cxn>
                <a:cxn ang="0">
                  <a:pos x="T6" y="T7"/>
                </a:cxn>
                <a:cxn ang="0">
                  <a:pos x="T8" y="T9"/>
                </a:cxn>
              </a:cxnLst>
              <a:rect l="0" t="0" r="r" b="b"/>
              <a:pathLst>
                <a:path w="38" h="51">
                  <a:moveTo>
                    <a:pt x="22" y="49"/>
                  </a:moveTo>
                  <a:cubicBezTo>
                    <a:pt x="12" y="51"/>
                    <a:pt x="3" y="42"/>
                    <a:pt x="1" y="29"/>
                  </a:cubicBezTo>
                  <a:cubicBezTo>
                    <a:pt x="0" y="16"/>
                    <a:pt x="7" y="4"/>
                    <a:pt x="17" y="2"/>
                  </a:cubicBezTo>
                  <a:cubicBezTo>
                    <a:pt x="27" y="0"/>
                    <a:pt x="35" y="8"/>
                    <a:pt x="37" y="20"/>
                  </a:cubicBezTo>
                  <a:cubicBezTo>
                    <a:pt x="38" y="34"/>
                    <a:pt x="32" y="47"/>
                    <a:pt x="22"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 name="Freeform 568">
              <a:extLst>
                <a:ext uri="{FF2B5EF4-FFF2-40B4-BE49-F238E27FC236}">
                  <a16:creationId xmlns:a16="http://schemas.microsoft.com/office/drawing/2014/main" id="{4396B330-6B6C-C1F2-4E81-67F231FAF11F}"/>
                </a:ext>
              </a:extLst>
            </p:cNvPr>
            <p:cNvSpPr>
              <a:spLocks/>
            </p:cNvSpPr>
            <p:nvPr/>
          </p:nvSpPr>
          <p:spPr bwMode="auto">
            <a:xfrm rot="5094805">
              <a:off x="815419" y="5585611"/>
              <a:ext cx="93684" cy="123389"/>
            </a:xfrm>
            <a:custGeom>
              <a:avLst/>
              <a:gdLst>
                <a:gd name="T0" fmla="*/ 16 w 38"/>
                <a:gd name="T1" fmla="*/ 3 h 50"/>
                <a:gd name="T2" fmla="*/ 37 w 38"/>
                <a:gd name="T3" fmla="*/ 21 h 50"/>
                <a:gd name="T4" fmla="*/ 23 w 38"/>
                <a:gd name="T5" fmla="*/ 47 h 50"/>
                <a:gd name="T6" fmla="*/ 2 w 38"/>
                <a:gd name="T7" fmla="*/ 30 h 50"/>
                <a:gd name="T8" fmla="*/ 16 w 38"/>
                <a:gd name="T9" fmla="*/ 3 h 50"/>
              </a:gdLst>
              <a:ahLst/>
              <a:cxnLst>
                <a:cxn ang="0">
                  <a:pos x="T0" y="T1"/>
                </a:cxn>
                <a:cxn ang="0">
                  <a:pos x="T2" y="T3"/>
                </a:cxn>
                <a:cxn ang="0">
                  <a:pos x="T4" y="T5"/>
                </a:cxn>
                <a:cxn ang="0">
                  <a:pos x="T6" y="T7"/>
                </a:cxn>
                <a:cxn ang="0">
                  <a:pos x="T8" y="T9"/>
                </a:cxn>
              </a:cxnLst>
              <a:rect l="0" t="0" r="r" b="b"/>
              <a:pathLst>
                <a:path w="38" h="50">
                  <a:moveTo>
                    <a:pt x="16" y="3"/>
                  </a:moveTo>
                  <a:cubicBezTo>
                    <a:pt x="26" y="0"/>
                    <a:pt x="35" y="8"/>
                    <a:pt x="37" y="21"/>
                  </a:cubicBezTo>
                  <a:cubicBezTo>
                    <a:pt x="38" y="32"/>
                    <a:pt x="32" y="44"/>
                    <a:pt x="23" y="47"/>
                  </a:cubicBezTo>
                  <a:cubicBezTo>
                    <a:pt x="13" y="50"/>
                    <a:pt x="4" y="42"/>
                    <a:pt x="2" y="30"/>
                  </a:cubicBezTo>
                  <a:cubicBezTo>
                    <a:pt x="0" y="18"/>
                    <a:pt x="7" y="5"/>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 name="Freeform 570">
              <a:extLst>
                <a:ext uri="{FF2B5EF4-FFF2-40B4-BE49-F238E27FC236}">
                  <a16:creationId xmlns:a16="http://schemas.microsoft.com/office/drawing/2014/main" id="{17AA08E6-8CAD-ACC9-4FF7-75DAFDD729DF}"/>
                </a:ext>
              </a:extLst>
            </p:cNvPr>
            <p:cNvSpPr>
              <a:spLocks/>
            </p:cNvSpPr>
            <p:nvPr/>
          </p:nvSpPr>
          <p:spPr bwMode="auto">
            <a:xfrm rot="5094805">
              <a:off x="717098" y="4923500"/>
              <a:ext cx="89114" cy="89114"/>
            </a:xfrm>
            <a:custGeom>
              <a:avLst/>
              <a:gdLst>
                <a:gd name="T0" fmla="*/ 20 w 36"/>
                <a:gd name="T1" fmla="*/ 34 h 36"/>
                <a:gd name="T2" fmla="*/ 2 w 36"/>
                <a:gd name="T3" fmla="*/ 23 h 36"/>
                <a:gd name="T4" fmla="*/ 17 w 36"/>
                <a:gd name="T5" fmla="*/ 3 h 36"/>
                <a:gd name="T6" fmla="*/ 36 w 36"/>
                <a:gd name="T7" fmla="*/ 15 h 36"/>
                <a:gd name="T8" fmla="*/ 20 w 36"/>
                <a:gd name="T9" fmla="*/ 34 h 36"/>
              </a:gdLst>
              <a:ahLst/>
              <a:cxnLst>
                <a:cxn ang="0">
                  <a:pos x="T0" y="T1"/>
                </a:cxn>
                <a:cxn ang="0">
                  <a:pos x="T2" y="T3"/>
                </a:cxn>
                <a:cxn ang="0">
                  <a:pos x="T4" y="T5"/>
                </a:cxn>
                <a:cxn ang="0">
                  <a:pos x="T6" y="T7"/>
                </a:cxn>
                <a:cxn ang="0">
                  <a:pos x="T8" y="T9"/>
                </a:cxn>
              </a:cxnLst>
              <a:rect l="0" t="0" r="r" b="b"/>
              <a:pathLst>
                <a:path w="36" h="36">
                  <a:moveTo>
                    <a:pt x="20" y="34"/>
                  </a:moveTo>
                  <a:cubicBezTo>
                    <a:pt x="11" y="36"/>
                    <a:pt x="3" y="32"/>
                    <a:pt x="2" y="23"/>
                  </a:cubicBezTo>
                  <a:cubicBezTo>
                    <a:pt x="0" y="15"/>
                    <a:pt x="7" y="5"/>
                    <a:pt x="17" y="3"/>
                  </a:cubicBezTo>
                  <a:cubicBezTo>
                    <a:pt x="26" y="0"/>
                    <a:pt x="35" y="6"/>
                    <a:pt x="36" y="15"/>
                  </a:cubicBezTo>
                  <a:cubicBezTo>
                    <a:pt x="36" y="24"/>
                    <a:pt x="29" y="32"/>
                    <a:pt x="2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 name="Freeform 571">
              <a:extLst>
                <a:ext uri="{FF2B5EF4-FFF2-40B4-BE49-F238E27FC236}">
                  <a16:creationId xmlns:a16="http://schemas.microsoft.com/office/drawing/2014/main" id="{9C379618-F9C6-25E0-873D-4936D40677C0}"/>
                </a:ext>
              </a:extLst>
            </p:cNvPr>
            <p:cNvSpPr>
              <a:spLocks/>
            </p:cNvSpPr>
            <p:nvPr/>
          </p:nvSpPr>
          <p:spPr bwMode="auto">
            <a:xfrm rot="5094805">
              <a:off x="653528" y="4744565"/>
              <a:ext cx="86829" cy="75404"/>
            </a:xfrm>
            <a:custGeom>
              <a:avLst/>
              <a:gdLst>
                <a:gd name="T0" fmla="*/ 17 w 35"/>
                <a:gd name="T1" fmla="*/ 30 h 31"/>
                <a:gd name="T2" fmla="*/ 1 w 35"/>
                <a:gd name="T3" fmla="*/ 18 h 31"/>
                <a:gd name="T4" fmla="*/ 18 w 35"/>
                <a:gd name="T5" fmla="*/ 2 h 31"/>
                <a:gd name="T6" fmla="*/ 35 w 35"/>
                <a:gd name="T7" fmla="*/ 13 h 31"/>
                <a:gd name="T8" fmla="*/ 17 w 35"/>
                <a:gd name="T9" fmla="*/ 30 h 31"/>
              </a:gdLst>
              <a:ahLst/>
              <a:cxnLst>
                <a:cxn ang="0">
                  <a:pos x="T0" y="T1"/>
                </a:cxn>
                <a:cxn ang="0">
                  <a:pos x="T2" y="T3"/>
                </a:cxn>
                <a:cxn ang="0">
                  <a:pos x="T4" y="T5"/>
                </a:cxn>
                <a:cxn ang="0">
                  <a:pos x="T6" y="T7"/>
                </a:cxn>
                <a:cxn ang="0">
                  <a:pos x="T8" y="T9"/>
                </a:cxn>
              </a:cxnLst>
              <a:rect l="0" t="0" r="r" b="b"/>
              <a:pathLst>
                <a:path w="35" h="31">
                  <a:moveTo>
                    <a:pt x="17" y="30"/>
                  </a:moveTo>
                  <a:cubicBezTo>
                    <a:pt x="8" y="31"/>
                    <a:pt x="0" y="26"/>
                    <a:pt x="1" y="18"/>
                  </a:cubicBezTo>
                  <a:cubicBezTo>
                    <a:pt x="1" y="10"/>
                    <a:pt x="9" y="3"/>
                    <a:pt x="18" y="2"/>
                  </a:cubicBezTo>
                  <a:cubicBezTo>
                    <a:pt x="27" y="0"/>
                    <a:pt x="35" y="5"/>
                    <a:pt x="35" y="13"/>
                  </a:cubicBezTo>
                  <a:cubicBezTo>
                    <a:pt x="35" y="21"/>
                    <a:pt x="27" y="29"/>
                    <a:pt x="1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 name="Freeform 572">
              <a:extLst>
                <a:ext uri="{FF2B5EF4-FFF2-40B4-BE49-F238E27FC236}">
                  <a16:creationId xmlns:a16="http://schemas.microsoft.com/office/drawing/2014/main" id="{88D02C73-ECBD-48A3-D107-16B5D4796FE9}"/>
                </a:ext>
              </a:extLst>
            </p:cNvPr>
            <p:cNvSpPr>
              <a:spLocks/>
            </p:cNvSpPr>
            <p:nvPr/>
          </p:nvSpPr>
          <p:spPr bwMode="auto">
            <a:xfrm rot="5094805">
              <a:off x="586536" y="4560019"/>
              <a:ext cx="89114" cy="73119"/>
            </a:xfrm>
            <a:custGeom>
              <a:avLst/>
              <a:gdLst>
                <a:gd name="T0" fmla="*/ 20 w 36"/>
                <a:gd name="T1" fmla="*/ 27 h 29"/>
                <a:gd name="T2" fmla="*/ 1 w 36"/>
                <a:gd name="T3" fmla="*/ 20 h 29"/>
                <a:gd name="T4" fmla="*/ 17 w 36"/>
                <a:gd name="T5" fmla="*/ 3 h 29"/>
                <a:gd name="T6" fmla="*/ 36 w 36"/>
                <a:gd name="T7" fmla="*/ 11 h 29"/>
                <a:gd name="T8" fmla="*/ 20 w 36"/>
                <a:gd name="T9" fmla="*/ 27 h 29"/>
              </a:gdLst>
              <a:ahLst/>
              <a:cxnLst>
                <a:cxn ang="0">
                  <a:pos x="T0" y="T1"/>
                </a:cxn>
                <a:cxn ang="0">
                  <a:pos x="T2" y="T3"/>
                </a:cxn>
                <a:cxn ang="0">
                  <a:pos x="T4" y="T5"/>
                </a:cxn>
                <a:cxn ang="0">
                  <a:pos x="T6" y="T7"/>
                </a:cxn>
                <a:cxn ang="0">
                  <a:pos x="T8" y="T9"/>
                </a:cxn>
              </a:cxnLst>
              <a:rect l="0" t="0" r="r" b="b"/>
              <a:pathLst>
                <a:path w="36" h="29">
                  <a:moveTo>
                    <a:pt x="20" y="27"/>
                  </a:moveTo>
                  <a:cubicBezTo>
                    <a:pt x="10" y="29"/>
                    <a:pt x="3" y="26"/>
                    <a:pt x="1" y="20"/>
                  </a:cubicBezTo>
                  <a:cubicBezTo>
                    <a:pt x="0" y="13"/>
                    <a:pt x="7" y="5"/>
                    <a:pt x="17" y="3"/>
                  </a:cubicBezTo>
                  <a:cubicBezTo>
                    <a:pt x="26" y="0"/>
                    <a:pt x="35" y="4"/>
                    <a:pt x="36" y="11"/>
                  </a:cubicBezTo>
                  <a:cubicBezTo>
                    <a:pt x="36" y="18"/>
                    <a:pt x="29" y="24"/>
                    <a:pt x="2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 name="Freeform 573">
              <a:extLst>
                <a:ext uri="{FF2B5EF4-FFF2-40B4-BE49-F238E27FC236}">
                  <a16:creationId xmlns:a16="http://schemas.microsoft.com/office/drawing/2014/main" id="{CCC28209-A303-1A5C-9BD1-A65CFAC8A686}"/>
                </a:ext>
              </a:extLst>
            </p:cNvPr>
            <p:cNvSpPr>
              <a:spLocks/>
            </p:cNvSpPr>
            <p:nvPr/>
          </p:nvSpPr>
          <p:spPr bwMode="auto">
            <a:xfrm rot="5094805">
              <a:off x="519553" y="4380246"/>
              <a:ext cx="86829" cy="61694"/>
            </a:xfrm>
            <a:custGeom>
              <a:avLst/>
              <a:gdLst>
                <a:gd name="T0" fmla="*/ 1 w 35"/>
                <a:gd name="T1" fmla="*/ 17 h 25"/>
                <a:gd name="T2" fmla="*/ 16 w 35"/>
                <a:gd name="T3" fmla="*/ 2 h 25"/>
                <a:gd name="T4" fmla="*/ 35 w 35"/>
                <a:gd name="T5" fmla="*/ 8 h 25"/>
                <a:gd name="T6" fmla="*/ 18 w 35"/>
                <a:gd name="T7" fmla="*/ 23 h 25"/>
                <a:gd name="T8" fmla="*/ 1 w 35"/>
                <a:gd name="T9" fmla="*/ 17 h 25"/>
              </a:gdLst>
              <a:ahLst/>
              <a:cxnLst>
                <a:cxn ang="0">
                  <a:pos x="T0" y="T1"/>
                </a:cxn>
                <a:cxn ang="0">
                  <a:pos x="T2" y="T3"/>
                </a:cxn>
                <a:cxn ang="0">
                  <a:pos x="T4" y="T5"/>
                </a:cxn>
                <a:cxn ang="0">
                  <a:pos x="T6" y="T7"/>
                </a:cxn>
                <a:cxn ang="0">
                  <a:pos x="T8" y="T9"/>
                </a:cxn>
              </a:cxnLst>
              <a:rect l="0" t="0" r="r" b="b"/>
              <a:pathLst>
                <a:path w="35" h="25">
                  <a:moveTo>
                    <a:pt x="1" y="17"/>
                  </a:moveTo>
                  <a:cubicBezTo>
                    <a:pt x="0" y="12"/>
                    <a:pt x="7" y="5"/>
                    <a:pt x="16" y="2"/>
                  </a:cubicBezTo>
                  <a:cubicBezTo>
                    <a:pt x="25" y="0"/>
                    <a:pt x="34" y="2"/>
                    <a:pt x="35" y="8"/>
                  </a:cubicBezTo>
                  <a:cubicBezTo>
                    <a:pt x="35" y="14"/>
                    <a:pt x="28" y="21"/>
                    <a:pt x="18" y="23"/>
                  </a:cubicBezTo>
                  <a:cubicBezTo>
                    <a:pt x="8" y="25"/>
                    <a:pt x="1" y="22"/>
                    <a:pt x="1"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 name="Freeform 574">
              <a:extLst>
                <a:ext uri="{FF2B5EF4-FFF2-40B4-BE49-F238E27FC236}">
                  <a16:creationId xmlns:a16="http://schemas.microsoft.com/office/drawing/2014/main" id="{FC782B5C-C99D-9038-39E9-9D59ADBDBA65}"/>
                </a:ext>
              </a:extLst>
            </p:cNvPr>
            <p:cNvSpPr>
              <a:spLocks/>
            </p:cNvSpPr>
            <p:nvPr/>
          </p:nvSpPr>
          <p:spPr bwMode="auto">
            <a:xfrm rot="5094805">
              <a:off x="447912" y="4196211"/>
              <a:ext cx="86829" cy="57124"/>
            </a:xfrm>
            <a:custGeom>
              <a:avLst/>
              <a:gdLst>
                <a:gd name="T0" fmla="*/ 20 w 36"/>
                <a:gd name="T1" fmla="*/ 20 h 23"/>
                <a:gd name="T2" fmla="*/ 1 w 36"/>
                <a:gd name="T3" fmla="*/ 17 h 23"/>
                <a:gd name="T4" fmla="*/ 16 w 36"/>
                <a:gd name="T5" fmla="*/ 3 h 23"/>
                <a:gd name="T6" fmla="*/ 35 w 36"/>
                <a:gd name="T7" fmla="*/ 7 h 23"/>
                <a:gd name="T8" fmla="*/ 20 w 36"/>
                <a:gd name="T9" fmla="*/ 20 h 23"/>
              </a:gdLst>
              <a:ahLst/>
              <a:cxnLst>
                <a:cxn ang="0">
                  <a:pos x="T0" y="T1"/>
                </a:cxn>
                <a:cxn ang="0">
                  <a:pos x="T2" y="T3"/>
                </a:cxn>
                <a:cxn ang="0">
                  <a:pos x="T4" y="T5"/>
                </a:cxn>
                <a:cxn ang="0">
                  <a:pos x="T6" y="T7"/>
                </a:cxn>
                <a:cxn ang="0">
                  <a:pos x="T8" y="T9"/>
                </a:cxn>
              </a:cxnLst>
              <a:rect l="0" t="0" r="r" b="b"/>
              <a:pathLst>
                <a:path w="36" h="23">
                  <a:moveTo>
                    <a:pt x="20" y="20"/>
                  </a:moveTo>
                  <a:cubicBezTo>
                    <a:pt x="10" y="23"/>
                    <a:pt x="2" y="21"/>
                    <a:pt x="1" y="17"/>
                  </a:cubicBezTo>
                  <a:cubicBezTo>
                    <a:pt x="0" y="13"/>
                    <a:pt x="7" y="6"/>
                    <a:pt x="16" y="3"/>
                  </a:cubicBezTo>
                  <a:cubicBezTo>
                    <a:pt x="26" y="0"/>
                    <a:pt x="35" y="2"/>
                    <a:pt x="35" y="7"/>
                  </a:cubicBezTo>
                  <a:cubicBezTo>
                    <a:pt x="36" y="12"/>
                    <a:pt x="29" y="18"/>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 name="Freeform 575">
              <a:extLst>
                <a:ext uri="{FF2B5EF4-FFF2-40B4-BE49-F238E27FC236}">
                  <a16:creationId xmlns:a16="http://schemas.microsoft.com/office/drawing/2014/main" id="{A3CD179E-E8E4-AFD6-3319-5E0E180AB711}"/>
                </a:ext>
              </a:extLst>
            </p:cNvPr>
            <p:cNvSpPr>
              <a:spLocks/>
            </p:cNvSpPr>
            <p:nvPr/>
          </p:nvSpPr>
          <p:spPr bwMode="auto">
            <a:xfrm rot="5094805">
              <a:off x="370476" y="4013728"/>
              <a:ext cx="89114" cy="47985"/>
            </a:xfrm>
            <a:custGeom>
              <a:avLst/>
              <a:gdLst>
                <a:gd name="T0" fmla="*/ 20 w 36"/>
                <a:gd name="T1" fmla="*/ 17 h 19"/>
                <a:gd name="T2" fmla="*/ 1 w 36"/>
                <a:gd name="T3" fmla="*/ 15 h 19"/>
                <a:gd name="T4" fmla="*/ 17 w 36"/>
                <a:gd name="T5" fmla="*/ 3 h 19"/>
                <a:gd name="T6" fmla="*/ 36 w 36"/>
                <a:gd name="T7" fmla="*/ 5 h 19"/>
                <a:gd name="T8" fmla="*/ 20 w 36"/>
                <a:gd name="T9" fmla="*/ 17 h 19"/>
              </a:gdLst>
              <a:ahLst/>
              <a:cxnLst>
                <a:cxn ang="0">
                  <a:pos x="T0" y="T1"/>
                </a:cxn>
                <a:cxn ang="0">
                  <a:pos x="T2" y="T3"/>
                </a:cxn>
                <a:cxn ang="0">
                  <a:pos x="T4" y="T5"/>
                </a:cxn>
                <a:cxn ang="0">
                  <a:pos x="T6" y="T7"/>
                </a:cxn>
                <a:cxn ang="0">
                  <a:pos x="T8" y="T9"/>
                </a:cxn>
              </a:cxnLst>
              <a:rect l="0" t="0" r="r" b="b"/>
              <a:pathLst>
                <a:path w="36" h="19">
                  <a:moveTo>
                    <a:pt x="20" y="17"/>
                  </a:moveTo>
                  <a:cubicBezTo>
                    <a:pt x="10" y="19"/>
                    <a:pt x="2" y="19"/>
                    <a:pt x="1" y="15"/>
                  </a:cubicBezTo>
                  <a:cubicBezTo>
                    <a:pt x="0" y="12"/>
                    <a:pt x="7" y="6"/>
                    <a:pt x="17" y="3"/>
                  </a:cubicBezTo>
                  <a:cubicBezTo>
                    <a:pt x="27" y="0"/>
                    <a:pt x="35" y="1"/>
                    <a:pt x="36" y="5"/>
                  </a:cubicBezTo>
                  <a:cubicBezTo>
                    <a:pt x="36" y="9"/>
                    <a:pt x="29" y="14"/>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 name="Freeform 576">
              <a:extLst>
                <a:ext uri="{FF2B5EF4-FFF2-40B4-BE49-F238E27FC236}">
                  <a16:creationId xmlns:a16="http://schemas.microsoft.com/office/drawing/2014/main" id="{5C99FFF4-19D4-BBDD-A375-D28F0AB8965C}"/>
                </a:ext>
              </a:extLst>
            </p:cNvPr>
            <p:cNvSpPr>
              <a:spLocks/>
            </p:cNvSpPr>
            <p:nvPr/>
          </p:nvSpPr>
          <p:spPr bwMode="auto">
            <a:xfrm rot="5094805">
              <a:off x="294380" y="3832277"/>
              <a:ext cx="91399" cy="41130"/>
            </a:xfrm>
            <a:custGeom>
              <a:avLst/>
              <a:gdLst>
                <a:gd name="T0" fmla="*/ 21 w 37"/>
                <a:gd name="T1" fmla="*/ 14 h 17"/>
                <a:gd name="T2" fmla="*/ 2 w 37"/>
                <a:gd name="T3" fmla="*/ 14 h 17"/>
                <a:gd name="T4" fmla="*/ 16 w 37"/>
                <a:gd name="T5" fmla="*/ 3 h 17"/>
                <a:gd name="T6" fmla="*/ 36 w 37"/>
                <a:gd name="T7" fmla="*/ 3 h 17"/>
                <a:gd name="T8" fmla="*/ 21 w 37"/>
                <a:gd name="T9" fmla="*/ 14 h 17"/>
              </a:gdLst>
              <a:ahLst/>
              <a:cxnLst>
                <a:cxn ang="0">
                  <a:pos x="T0" y="T1"/>
                </a:cxn>
                <a:cxn ang="0">
                  <a:pos x="T2" y="T3"/>
                </a:cxn>
                <a:cxn ang="0">
                  <a:pos x="T4" y="T5"/>
                </a:cxn>
                <a:cxn ang="0">
                  <a:pos x="T6" y="T7"/>
                </a:cxn>
                <a:cxn ang="0">
                  <a:pos x="T8" y="T9"/>
                </a:cxn>
              </a:cxnLst>
              <a:rect l="0" t="0" r="r" b="b"/>
              <a:pathLst>
                <a:path w="37" h="17">
                  <a:moveTo>
                    <a:pt x="21" y="14"/>
                  </a:moveTo>
                  <a:cubicBezTo>
                    <a:pt x="12" y="17"/>
                    <a:pt x="3" y="17"/>
                    <a:pt x="2" y="14"/>
                  </a:cubicBezTo>
                  <a:cubicBezTo>
                    <a:pt x="0" y="11"/>
                    <a:pt x="7" y="6"/>
                    <a:pt x="16" y="3"/>
                  </a:cubicBezTo>
                  <a:cubicBezTo>
                    <a:pt x="26" y="0"/>
                    <a:pt x="35" y="0"/>
                    <a:pt x="36" y="3"/>
                  </a:cubicBezTo>
                  <a:cubicBezTo>
                    <a:pt x="37" y="7"/>
                    <a:pt x="30" y="11"/>
                    <a:pt x="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 name="Freeform 577">
              <a:extLst>
                <a:ext uri="{FF2B5EF4-FFF2-40B4-BE49-F238E27FC236}">
                  <a16:creationId xmlns:a16="http://schemas.microsoft.com/office/drawing/2014/main" id="{B7C8D034-4540-B747-B5A0-71FB7A98B17A}"/>
                </a:ext>
              </a:extLst>
            </p:cNvPr>
            <p:cNvSpPr>
              <a:spLocks/>
            </p:cNvSpPr>
            <p:nvPr/>
          </p:nvSpPr>
          <p:spPr bwMode="auto">
            <a:xfrm rot="5094805">
              <a:off x="221610" y="3647404"/>
              <a:ext cx="86829" cy="38845"/>
            </a:xfrm>
            <a:custGeom>
              <a:avLst/>
              <a:gdLst>
                <a:gd name="T0" fmla="*/ 19 w 35"/>
                <a:gd name="T1" fmla="*/ 13 h 16"/>
                <a:gd name="T2" fmla="*/ 1 w 35"/>
                <a:gd name="T3" fmla="*/ 14 h 16"/>
                <a:gd name="T4" fmla="*/ 17 w 35"/>
                <a:gd name="T5" fmla="*/ 3 h 16"/>
                <a:gd name="T6" fmla="*/ 35 w 35"/>
                <a:gd name="T7" fmla="*/ 4 h 16"/>
                <a:gd name="T8" fmla="*/ 19 w 35"/>
                <a:gd name="T9" fmla="*/ 13 h 16"/>
              </a:gdLst>
              <a:ahLst/>
              <a:cxnLst>
                <a:cxn ang="0">
                  <a:pos x="T0" y="T1"/>
                </a:cxn>
                <a:cxn ang="0">
                  <a:pos x="T2" y="T3"/>
                </a:cxn>
                <a:cxn ang="0">
                  <a:pos x="T4" y="T5"/>
                </a:cxn>
                <a:cxn ang="0">
                  <a:pos x="T6" y="T7"/>
                </a:cxn>
                <a:cxn ang="0">
                  <a:pos x="T8" y="T9"/>
                </a:cxn>
              </a:cxnLst>
              <a:rect l="0" t="0" r="r" b="b"/>
              <a:pathLst>
                <a:path w="35" h="16">
                  <a:moveTo>
                    <a:pt x="19" y="13"/>
                  </a:moveTo>
                  <a:cubicBezTo>
                    <a:pt x="10" y="16"/>
                    <a:pt x="2" y="16"/>
                    <a:pt x="1" y="14"/>
                  </a:cubicBezTo>
                  <a:cubicBezTo>
                    <a:pt x="0" y="11"/>
                    <a:pt x="7" y="6"/>
                    <a:pt x="17" y="3"/>
                  </a:cubicBezTo>
                  <a:cubicBezTo>
                    <a:pt x="26" y="0"/>
                    <a:pt x="35" y="1"/>
                    <a:pt x="35" y="4"/>
                  </a:cubicBezTo>
                  <a:cubicBezTo>
                    <a:pt x="35" y="6"/>
                    <a:pt x="28" y="11"/>
                    <a:pt x="1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 name="Freeform 578">
              <a:extLst>
                <a:ext uri="{FF2B5EF4-FFF2-40B4-BE49-F238E27FC236}">
                  <a16:creationId xmlns:a16="http://schemas.microsoft.com/office/drawing/2014/main" id="{DEE2E9CE-A54C-FB60-6BB4-8F70B876FED9}"/>
                </a:ext>
              </a:extLst>
            </p:cNvPr>
            <p:cNvSpPr>
              <a:spLocks/>
            </p:cNvSpPr>
            <p:nvPr/>
          </p:nvSpPr>
          <p:spPr bwMode="auto">
            <a:xfrm rot="5094805">
              <a:off x="146449" y="3462433"/>
              <a:ext cx="89114" cy="34275"/>
            </a:xfrm>
            <a:custGeom>
              <a:avLst/>
              <a:gdLst>
                <a:gd name="T0" fmla="*/ 20 w 36"/>
                <a:gd name="T1" fmla="*/ 11 h 14"/>
                <a:gd name="T2" fmla="*/ 1 w 36"/>
                <a:gd name="T3" fmla="*/ 12 h 14"/>
                <a:gd name="T4" fmla="*/ 16 w 36"/>
                <a:gd name="T5" fmla="*/ 3 h 14"/>
                <a:gd name="T6" fmla="*/ 35 w 36"/>
                <a:gd name="T7" fmla="*/ 2 h 14"/>
                <a:gd name="T8" fmla="*/ 20 w 36"/>
                <a:gd name="T9" fmla="*/ 11 h 14"/>
              </a:gdLst>
              <a:ahLst/>
              <a:cxnLst>
                <a:cxn ang="0">
                  <a:pos x="T0" y="T1"/>
                </a:cxn>
                <a:cxn ang="0">
                  <a:pos x="T2" y="T3"/>
                </a:cxn>
                <a:cxn ang="0">
                  <a:pos x="T4" y="T5"/>
                </a:cxn>
                <a:cxn ang="0">
                  <a:pos x="T6" y="T7"/>
                </a:cxn>
                <a:cxn ang="0">
                  <a:pos x="T8" y="T9"/>
                </a:cxn>
              </a:cxnLst>
              <a:rect l="0" t="0" r="r" b="b"/>
              <a:pathLst>
                <a:path w="36" h="14">
                  <a:moveTo>
                    <a:pt x="20" y="11"/>
                  </a:moveTo>
                  <a:cubicBezTo>
                    <a:pt x="10" y="14"/>
                    <a:pt x="2" y="14"/>
                    <a:pt x="1" y="12"/>
                  </a:cubicBezTo>
                  <a:cubicBezTo>
                    <a:pt x="0" y="10"/>
                    <a:pt x="7" y="6"/>
                    <a:pt x="16" y="3"/>
                  </a:cubicBezTo>
                  <a:cubicBezTo>
                    <a:pt x="26" y="0"/>
                    <a:pt x="35" y="0"/>
                    <a:pt x="35" y="2"/>
                  </a:cubicBezTo>
                  <a:cubicBezTo>
                    <a:pt x="36" y="5"/>
                    <a:pt x="29" y="9"/>
                    <a:pt x="2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 name="Freeform 579">
              <a:extLst>
                <a:ext uri="{FF2B5EF4-FFF2-40B4-BE49-F238E27FC236}">
                  <a16:creationId xmlns:a16="http://schemas.microsoft.com/office/drawing/2014/main" id="{1C7FCC84-BA14-D6CD-D4EE-DCDC95727BEE}"/>
                </a:ext>
              </a:extLst>
            </p:cNvPr>
            <p:cNvSpPr>
              <a:spLocks/>
            </p:cNvSpPr>
            <p:nvPr/>
          </p:nvSpPr>
          <p:spPr bwMode="auto">
            <a:xfrm rot="5094805">
              <a:off x="75946" y="3277154"/>
              <a:ext cx="89114" cy="31990"/>
            </a:xfrm>
            <a:custGeom>
              <a:avLst/>
              <a:gdLst>
                <a:gd name="T0" fmla="*/ 20 w 36"/>
                <a:gd name="T1" fmla="*/ 10 h 13"/>
                <a:gd name="T2" fmla="*/ 1 w 36"/>
                <a:gd name="T3" fmla="*/ 11 h 13"/>
                <a:gd name="T4" fmla="*/ 16 w 36"/>
                <a:gd name="T5" fmla="*/ 3 h 13"/>
                <a:gd name="T6" fmla="*/ 35 w 36"/>
                <a:gd name="T7" fmla="*/ 2 h 13"/>
                <a:gd name="T8" fmla="*/ 20 w 36"/>
                <a:gd name="T9" fmla="*/ 10 h 13"/>
              </a:gdLst>
              <a:ahLst/>
              <a:cxnLst>
                <a:cxn ang="0">
                  <a:pos x="T0" y="T1"/>
                </a:cxn>
                <a:cxn ang="0">
                  <a:pos x="T2" y="T3"/>
                </a:cxn>
                <a:cxn ang="0">
                  <a:pos x="T4" y="T5"/>
                </a:cxn>
                <a:cxn ang="0">
                  <a:pos x="T6" y="T7"/>
                </a:cxn>
                <a:cxn ang="0">
                  <a:pos x="T8" y="T9"/>
                </a:cxn>
              </a:cxnLst>
              <a:rect l="0" t="0" r="r" b="b"/>
              <a:pathLst>
                <a:path w="36" h="13">
                  <a:moveTo>
                    <a:pt x="20" y="10"/>
                  </a:moveTo>
                  <a:cubicBezTo>
                    <a:pt x="10" y="13"/>
                    <a:pt x="2" y="13"/>
                    <a:pt x="1" y="11"/>
                  </a:cubicBezTo>
                  <a:cubicBezTo>
                    <a:pt x="0" y="10"/>
                    <a:pt x="7" y="6"/>
                    <a:pt x="16" y="3"/>
                  </a:cubicBezTo>
                  <a:cubicBezTo>
                    <a:pt x="26" y="1"/>
                    <a:pt x="35" y="0"/>
                    <a:pt x="35" y="2"/>
                  </a:cubicBezTo>
                  <a:cubicBezTo>
                    <a:pt x="36" y="4"/>
                    <a:pt x="29" y="8"/>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 name="Freeform 580">
              <a:extLst>
                <a:ext uri="{FF2B5EF4-FFF2-40B4-BE49-F238E27FC236}">
                  <a16:creationId xmlns:a16="http://schemas.microsoft.com/office/drawing/2014/main" id="{38240C93-B408-5B63-8433-87904ABF30A5}"/>
                </a:ext>
              </a:extLst>
            </p:cNvPr>
            <p:cNvSpPr>
              <a:spLocks/>
            </p:cNvSpPr>
            <p:nvPr/>
          </p:nvSpPr>
          <p:spPr bwMode="auto">
            <a:xfrm rot="5094805">
              <a:off x="12271" y="3091268"/>
              <a:ext cx="89114" cy="29705"/>
            </a:xfrm>
            <a:custGeom>
              <a:avLst/>
              <a:gdLst>
                <a:gd name="T0" fmla="*/ 19 w 36"/>
                <a:gd name="T1" fmla="*/ 9 h 12"/>
                <a:gd name="T2" fmla="*/ 1 w 36"/>
                <a:gd name="T3" fmla="*/ 10 h 12"/>
                <a:gd name="T4" fmla="*/ 17 w 36"/>
                <a:gd name="T5" fmla="*/ 3 h 12"/>
                <a:gd name="T6" fmla="*/ 35 w 36"/>
                <a:gd name="T7" fmla="*/ 2 h 12"/>
                <a:gd name="T8" fmla="*/ 19 w 36"/>
                <a:gd name="T9" fmla="*/ 9 h 12"/>
              </a:gdLst>
              <a:ahLst/>
              <a:cxnLst>
                <a:cxn ang="0">
                  <a:pos x="T0" y="T1"/>
                </a:cxn>
                <a:cxn ang="0">
                  <a:pos x="T2" y="T3"/>
                </a:cxn>
                <a:cxn ang="0">
                  <a:pos x="T4" y="T5"/>
                </a:cxn>
                <a:cxn ang="0">
                  <a:pos x="T6" y="T7"/>
                </a:cxn>
                <a:cxn ang="0">
                  <a:pos x="T8" y="T9"/>
                </a:cxn>
              </a:cxnLst>
              <a:rect l="0" t="0" r="r" b="b"/>
              <a:pathLst>
                <a:path w="36" h="12">
                  <a:moveTo>
                    <a:pt x="19" y="9"/>
                  </a:moveTo>
                  <a:cubicBezTo>
                    <a:pt x="10" y="11"/>
                    <a:pt x="2" y="12"/>
                    <a:pt x="1" y="10"/>
                  </a:cubicBezTo>
                  <a:cubicBezTo>
                    <a:pt x="0" y="8"/>
                    <a:pt x="7" y="5"/>
                    <a:pt x="17" y="3"/>
                  </a:cubicBezTo>
                  <a:cubicBezTo>
                    <a:pt x="26" y="1"/>
                    <a:pt x="35" y="0"/>
                    <a:pt x="35" y="2"/>
                  </a:cubicBezTo>
                  <a:cubicBezTo>
                    <a:pt x="36" y="4"/>
                    <a:pt x="29" y="7"/>
                    <a:pt x="1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 name="Freeform 581">
              <a:extLst>
                <a:ext uri="{FF2B5EF4-FFF2-40B4-BE49-F238E27FC236}">
                  <a16:creationId xmlns:a16="http://schemas.microsoft.com/office/drawing/2014/main" id="{0C2BC492-49C5-8EE5-698D-2AED7F392719}"/>
                </a:ext>
              </a:extLst>
            </p:cNvPr>
            <p:cNvSpPr>
              <a:spLocks/>
            </p:cNvSpPr>
            <p:nvPr/>
          </p:nvSpPr>
          <p:spPr bwMode="auto">
            <a:xfrm rot="5094805">
              <a:off x="-43631" y="2906026"/>
              <a:ext cx="84544" cy="20565"/>
            </a:xfrm>
            <a:custGeom>
              <a:avLst/>
              <a:gdLst>
                <a:gd name="T0" fmla="*/ 19 w 35"/>
                <a:gd name="T1" fmla="*/ 7 h 9"/>
                <a:gd name="T2" fmla="*/ 1 w 35"/>
                <a:gd name="T3" fmla="*/ 8 h 9"/>
                <a:gd name="T4" fmla="*/ 17 w 35"/>
                <a:gd name="T5" fmla="*/ 1 h 9"/>
                <a:gd name="T6" fmla="*/ 35 w 35"/>
                <a:gd name="T7" fmla="*/ 1 h 9"/>
                <a:gd name="T8" fmla="*/ 19 w 35"/>
                <a:gd name="T9" fmla="*/ 7 h 9"/>
              </a:gdLst>
              <a:ahLst/>
              <a:cxnLst>
                <a:cxn ang="0">
                  <a:pos x="T0" y="T1"/>
                </a:cxn>
                <a:cxn ang="0">
                  <a:pos x="T2" y="T3"/>
                </a:cxn>
                <a:cxn ang="0">
                  <a:pos x="T4" y="T5"/>
                </a:cxn>
                <a:cxn ang="0">
                  <a:pos x="T6" y="T7"/>
                </a:cxn>
                <a:cxn ang="0">
                  <a:pos x="T8" y="T9"/>
                </a:cxn>
              </a:cxnLst>
              <a:rect l="0" t="0" r="r" b="b"/>
              <a:pathLst>
                <a:path w="35" h="9">
                  <a:moveTo>
                    <a:pt x="19" y="7"/>
                  </a:moveTo>
                  <a:cubicBezTo>
                    <a:pt x="9" y="9"/>
                    <a:pt x="2" y="9"/>
                    <a:pt x="1" y="8"/>
                  </a:cubicBezTo>
                  <a:cubicBezTo>
                    <a:pt x="0" y="6"/>
                    <a:pt x="7" y="3"/>
                    <a:pt x="17" y="1"/>
                  </a:cubicBezTo>
                  <a:cubicBezTo>
                    <a:pt x="26" y="0"/>
                    <a:pt x="35" y="0"/>
                    <a:pt x="35" y="1"/>
                  </a:cubicBezTo>
                  <a:cubicBezTo>
                    <a:pt x="35" y="3"/>
                    <a:pt x="28" y="6"/>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 name="Freeform 613">
              <a:extLst>
                <a:ext uri="{FF2B5EF4-FFF2-40B4-BE49-F238E27FC236}">
                  <a16:creationId xmlns:a16="http://schemas.microsoft.com/office/drawing/2014/main" id="{3619F79E-F16B-B65A-7947-7A3EF600EA1E}"/>
                </a:ext>
              </a:extLst>
            </p:cNvPr>
            <p:cNvSpPr>
              <a:spLocks/>
            </p:cNvSpPr>
            <p:nvPr/>
          </p:nvSpPr>
          <p:spPr bwMode="auto">
            <a:xfrm rot="5094805">
              <a:off x="780975" y="5109378"/>
              <a:ext cx="89114" cy="95969"/>
            </a:xfrm>
            <a:custGeom>
              <a:avLst/>
              <a:gdLst>
                <a:gd name="T0" fmla="*/ 19 w 36"/>
                <a:gd name="T1" fmla="*/ 37 h 39"/>
                <a:gd name="T2" fmla="*/ 1 w 36"/>
                <a:gd name="T3" fmla="*/ 24 h 39"/>
                <a:gd name="T4" fmla="*/ 17 w 36"/>
                <a:gd name="T5" fmla="*/ 2 h 39"/>
                <a:gd name="T6" fmla="*/ 35 w 36"/>
                <a:gd name="T7" fmla="*/ 16 h 39"/>
                <a:gd name="T8" fmla="*/ 19 w 36"/>
                <a:gd name="T9" fmla="*/ 37 h 39"/>
              </a:gdLst>
              <a:ahLst/>
              <a:cxnLst>
                <a:cxn ang="0">
                  <a:pos x="T0" y="T1"/>
                </a:cxn>
                <a:cxn ang="0">
                  <a:pos x="T2" y="T3"/>
                </a:cxn>
                <a:cxn ang="0">
                  <a:pos x="T4" y="T5"/>
                </a:cxn>
                <a:cxn ang="0">
                  <a:pos x="T6" y="T7"/>
                </a:cxn>
                <a:cxn ang="0">
                  <a:pos x="T8" y="T9"/>
                </a:cxn>
              </a:cxnLst>
              <a:rect l="0" t="0" r="r" b="b"/>
              <a:pathLst>
                <a:path w="36" h="39">
                  <a:moveTo>
                    <a:pt x="19" y="37"/>
                  </a:moveTo>
                  <a:cubicBezTo>
                    <a:pt x="10" y="39"/>
                    <a:pt x="2" y="33"/>
                    <a:pt x="1" y="24"/>
                  </a:cubicBezTo>
                  <a:cubicBezTo>
                    <a:pt x="0" y="14"/>
                    <a:pt x="7" y="4"/>
                    <a:pt x="17" y="2"/>
                  </a:cubicBezTo>
                  <a:cubicBezTo>
                    <a:pt x="26" y="0"/>
                    <a:pt x="34" y="6"/>
                    <a:pt x="35" y="16"/>
                  </a:cubicBezTo>
                  <a:cubicBezTo>
                    <a:pt x="36" y="26"/>
                    <a:pt x="29" y="36"/>
                    <a:pt x="19"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 name="Freeform 614">
              <a:extLst>
                <a:ext uri="{FF2B5EF4-FFF2-40B4-BE49-F238E27FC236}">
                  <a16:creationId xmlns:a16="http://schemas.microsoft.com/office/drawing/2014/main" id="{9195D1CE-A416-1EC0-B0B8-067CE576FB59}"/>
                </a:ext>
              </a:extLst>
            </p:cNvPr>
            <p:cNvSpPr>
              <a:spLocks/>
            </p:cNvSpPr>
            <p:nvPr/>
          </p:nvSpPr>
          <p:spPr bwMode="auto">
            <a:xfrm rot="5094805">
              <a:off x="842268" y="5290801"/>
              <a:ext cx="91399" cy="105109"/>
            </a:xfrm>
            <a:custGeom>
              <a:avLst/>
              <a:gdLst>
                <a:gd name="T0" fmla="*/ 20 w 37"/>
                <a:gd name="T1" fmla="*/ 41 h 43"/>
                <a:gd name="T2" fmla="*/ 2 w 37"/>
                <a:gd name="T3" fmla="*/ 26 h 43"/>
                <a:gd name="T4" fmla="*/ 17 w 37"/>
                <a:gd name="T5" fmla="*/ 2 h 43"/>
                <a:gd name="T6" fmla="*/ 36 w 37"/>
                <a:gd name="T7" fmla="*/ 19 h 43"/>
                <a:gd name="T8" fmla="*/ 20 w 37"/>
                <a:gd name="T9" fmla="*/ 41 h 43"/>
              </a:gdLst>
              <a:ahLst/>
              <a:cxnLst>
                <a:cxn ang="0">
                  <a:pos x="T0" y="T1"/>
                </a:cxn>
                <a:cxn ang="0">
                  <a:pos x="T2" y="T3"/>
                </a:cxn>
                <a:cxn ang="0">
                  <a:pos x="T4" y="T5"/>
                </a:cxn>
                <a:cxn ang="0">
                  <a:pos x="T6" y="T7"/>
                </a:cxn>
                <a:cxn ang="0">
                  <a:pos x="T8" y="T9"/>
                </a:cxn>
              </a:cxnLst>
              <a:rect l="0" t="0" r="r" b="b"/>
              <a:pathLst>
                <a:path w="37" h="43">
                  <a:moveTo>
                    <a:pt x="20" y="41"/>
                  </a:moveTo>
                  <a:cubicBezTo>
                    <a:pt x="11" y="43"/>
                    <a:pt x="3" y="37"/>
                    <a:pt x="2" y="26"/>
                  </a:cubicBezTo>
                  <a:cubicBezTo>
                    <a:pt x="0" y="16"/>
                    <a:pt x="8" y="5"/>
                    <a:pt x="17" y="2"/>
                  </a:cubicBezTo>
                  <a:cubicBezTo>
                    <a:pt x="27" y="0"/>
                    <a:pt x="36" y="8"/>
                    <a:pt x="36" y="19"/>
                  </a:cubicBezTo>
                  <a:cubicBezTo>
                    <a:pt x="37" y="29"/>
                    <a:pt x="30" y="39"/>
                    <a:pt x="20"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 name="Freeform 615">
              <a:extLst>
                <a:ext uri="{FF2B5EF4-FFF2-40B4-BE49-F238E27FC236}">
                  <a16:creationId xmlns:a16="http://schemas.microsoft.com/office/drawing/2014/main" id="{72D8528F-E502-32D2-8590-EC13998E442E}"/>
                </a:ext>
              </a:extLst>
            </p:cNvPr>
            <p:cNvSpPr>
              <a:spLocks/>
            </p:cNvSpPr>
            <p:nvPr/>
          </p:nvSpPr>
          <p:spPr bwMode="auto">
            <a:xfrm rot="5094805">
              <a:off x="905943" y="5474402"/>
              <a:ext cx="91399" cy="111964"/>
            </a:xfrm>
            <a:custGeom>
              <a:avLst/>
              <a:gdLst>
                <a:gd name="T0" fmla="*/ 20 w 37"/>
                <a:gd name="T1" fmla="*/ 44 h 45"/>
                <a:gd name="T2" fmla="*/ 2 w 37"/>
                <a:gd name="T3" fmla="*/ 27 h 45"/>
                <a:gd name="T4" fmla="*/ 17 w 37"/>
                <a:gd name="T5" fmla="*/ 2 h 45"/>
                <a:gd name="T6" fmla="*/ 36 w 37"/>
                <a:gd name="T7" fmla="*/ 18 h 45"/>
                <a:gd name="T8" fmla="*/ 20 w 37"/>
                <a:gd name="T9" fmla="*/ 44 h 45"/>
              </a:gdLst>
              <a:ahLst/>
              <a:cxnLst>
                <a:cxn ang="0">
                  <a:pos x="T0" y="T1"/>
                </a:cxn>
                <a:cxn ang="0">
                  <a:pos x="T2" y="T3"/>
                </a:cxn>
                <a:cxn ang="0">
                  <a:pos x="T4" y="T5"/>
                </a:cxn>
                <a:cxn ang="0">
                  <a:pos x="T6" y="T7"/>
                </a:cxn>
                <a:cxn ang="0">
                  <a:pos x="T8" y="T9"/>
                </a:cxn>
              </a:cxnLst>
              <a:rect l="0" t="0" r="r" b="b"/>
              <a:pathLst>
                <a:path w="37" h="45">
                  <a:moveTo>
                    <a:pt x="20" y="44"/>
                  </a:moveTo>
                  <a:cubicBezTo>
                    <a:pt x="11" y="45"/>
                    <a:pt x="3" y="38"/>
                    <a:pt x="2" y="27"/>
                  </a:cubicBezTo>
                  <a:cubicBezTo>
                    <a:pt x="0" y="16"/>
                    <a:pt x="7" y="4"/>
                    <a:pt x="17" y="2"/>
                  </a:cubicBezTo>
                  <a:cubicBezTo>
                    <a:pt x="26" y="0"/>
                    <a:pt x="34" y="7"/>
                    <a:pt x="36" y="18"/>
                  </a:cubicBezTo>
                  <a:cubicBezTo>
                    <a:pt x="37" y="30"/>
                    <a:pt x="30" y="42"/>
                    <a:pt x="20"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 name="Freeform 616">
              <a:extLst>
                <a:ext uri="{FF2B5EF4-FFF2-40B4-BE49-F238E27FC236}">
                  <a16:creationId xmlns:a16="http://schemas.microsoft.com/office/drawing/2014/main" id="{F9F79D7D-6172-6EB9-1282-0333C3561A46}"/>
                </a:ext>
              </a:extLst>
            </p:cNvPr>
            <p:cNvSpPr>
              <a:spLocks/>
            </p:cNvSpPr>
            <p:nvPr/>
          </p:nvSpPr>
          <p:spPr bwMode="auto">
            <a:xfrm rot="5094805">
              <a:off x="970756" y="5656760"/>
              <a:ext cx="91399" cy="121104"/>
            </a:xfrm>
            <a:custGeom>
              <a:avLst/>
              <a:gdLst>
                <a:gd name="T0" fmla="*/ 21 w 37"/>
                <a:gd name="T1" fmla="*/ 47 h 49"/>
                <a:gd name="T2" fmla="*/ 1 w 37"/>
                <a:gd name="T3" fmla="*/ 30 h 49"/>
                <a:gd name="T4" fmla="*/ 16 w 37"/>
                <a:gd name="T5" fmla="*/ 3 h 49"/>
                <a:gd name="T6" fmla="*/ 36 w 37"/>
                <a:gd name="T7" fmla="*/ 21 h 49"/>
                <a:gd name="T8" fmla="*/ 21 w 37"/>
                <a:gd name="T9" fmla="*/ 47 h 49"/>
              </a:gdLst>
              <a:ahLst/>
              <a:cxnLst>
                <a:cxn ang="0">
                  <a:pos x="T0" y="T1"/>
                </a:cxn>
                <a:cxn ang="0">
                  <a:pos x="T2" y="T3"/>
                </a:cxn>
                <a:cxn ang="0">
                  <a:pos x="T4" y="T5"/>
                </a:cxn>
                <a:cxn ang="0">
                  <a:pos x="T6" y="T7"/>
                </a:cxn>
                <a:cxn ang="0">
                  <a:pos x="T8" y="T9"/>
                </a:cxn>
              </a:cxnLst>
              <a:rect l="0" t="0" r="r" b="b"/>
              <a:pathLst>
                <a:path w="37" h="49">
                  <a:moveTo>
                    <a:pt x="21" y="47"/>
                  </a:moveTo>
                  <a:cubicBezTo>
                    <a:pt x="12" y="49"/>
                    <a:pt x="3" y="42"/>
                    <a:pt x="1" y="30"/>
                  </a:cubicBezTo>
                  <a:cubicBezTo>
                    <a:pt x="0" y="18"/>
                    <a:pt x="6" y="6"/>
                    <a:pt x="16" y="3"/>
                  </a:cubicBezTo>
                  <a:cubicBezTo>
                    <a:pt x="25" y="0"/>
                    <a:pt x="35" y="8"/>
                    <a:pt x="36" y="21"/>
                  </a:cubicBezTo>
                  <a:cubicBezTo>
                    <a:pt x="37" y="33"/>
                    <a:pt x="30" y="44"/>
                    <a:pt x="21"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 name="Freeform 617">
              <a:extLst>
                <a:ext uri="{FF2B5EF4-FFF2-40B4-BE49-F238E27FC236}">
                  <a16:creationId xmlns:a16="http://schemas.microsoft.com/office/drawing/2014/main" id="{1AACED22-FCBF-844F-2DFD-EAA402471281}"/>
                </a:ext>
              </a:extLst>
            </p:cNvPr>
            <p:cNvSpPr>
              <a:spLocks/>
            </p:cNvSpPr>
            <p:nvPr/>
          </p:nvSpPr>
          <p:spPr bwMode="auto">
            <a:xfrm rot="5094805">
              <a:off x="1034634" y="5842638"/>
              <a:ext cx="91399" cy="127959"/>
            </a:xfrm>
            <a:custGeom>
              <a:avLst/>
              <a:gdLst>
                <a:gd name="T0" fmla="*/ 21 w 37"/>
                <a:gd name="T1" fmla="*/ 49 h 52"/>
                <a:gd name="T2" fmla="*/ 1 w 37"/>
                <a:gd name="T3" fmla="*/ 32 h 52"/>
                <a:gd name="T4" fmla="*/ 16 w 37"/>
                <a:gd name="T5" fmla="*/ 3 h 52"/>
                <a:gd name="T6" fmla="*/ 36 w 37"/>
                <a:gd name="T7" fmla="*/ 22 h 52"/>
                <a:gd name="T8" fmla="*/ 21 w 37"/>
                <a:gd name="T9" fmla="*/ 49 h 52"/>
              </a:gdLst>
              <a:ahLst/>
              <a:cxnLst>
                <a:cxn ang="0">
                  <a:pos x="T0" y="T1"/>
                </a:cxn>
                <a:cxn ang="0">
                  <a:pos x="T2" y="T3"/>
                </a:cxn>
                <a:cxn ang="0">
                  <a:pos x="T4" y="T5"/>
                </a:cxn>
                <a:cxn ang="0">
                  <a:pos x="T6" y="T7"/>
                </a:cxn>
                <a:cxn ang="0">
                  <a:pos x="T8" y="T9"/>
                </a:cxn>
              </a:cxnLst>
              <a:rect l="0" t="0" r="r" b="b"/>
              <a:pathLst>
                <a:path w="37" h="52">
                  <a:moveTo>
                    <a:pt x="21" y="49"/>
                  </a:moveTo>
                  <a:cubicBezTo>
                    <a:pt x="12" y="52"/>
                    <a:pt x="3" y="45"/>
                    <a:pt x="1" y="32"/>
                  </a:cubicBezTo>
                  <a:cubicBezTo>
                    <a:pt x="0" y="19"/>
                    <a:pt x="6" y="6"/>
                    <a:pt x="16" y="3"/>
                  </a:cubicBezTo>
                  <a:cubicBezTo>
                    <a:pt x="25" y="0"/>
                    <a:pt x="34" y="9"/>
                    <a:pt x="36" y="22"/>
                  </a:cubicBezTo>
                  <a:cubicBezTo>
                    <a:pt x="37" y="34"/>
                    <a:pt x="30" y="47"/>
                    <a:pt x="21"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 name="Freeform 618">
              <a:extLst>
                <a:ext uri="{FF2B5EF4-FFF2-40B4-BE49-F238E27FC236}">
                  <a16:creationId xmlns:a16="http://schemas.microsoft.com/office/drawing/2014/main" id="{21113599-AEDC-B716-8D3F-2CDB645D2199}"/>
                </a:ext>
              </a:extLst>
            </p:cNvPr>
            <p:cNvSpPr>
              <a:spLocks/>
            </p:cNvSpPr>
            <p:nvPr/>
          </p:nvSpPr>
          <p:spPr bwMode="auto">
            <a:xfrm rot="5094805">
              <a:off x="1099447" y="6029565"/>
              <a:ext cx="91399" cy="127959"/>
            </a:xfrm>
            <a:custGeom>
              <a:avLst/>
              <a:gdLst>
                <a:gd name="T0" fmla="*/ 21 w 37"/>
                <a:gd name="T1" fmla="*/ 50 h 52"/>
                <a:gd name="T2" fmla="*/ 1 w 37"/>
                <a:gd name="T3" fmla="*/ 31 h 52"/>
                <a:gd name="T4" fmla="*/ 16 w 37"/>
                <a:gd name="T5" fmla="*/ 2 h 52"/>
                <a:gd name="T6" fmla="*/ 36 w 37"/>
                <a:gd name="T7" fmla="*/ 23 h 52"/>
                <a:gd name="T8" fmla="*/ 21 w 37"/>
                <a:gd name="T9" fmla="*/ 50 h 52"/>
              </a:gdLst>
              <a:ahLst/>
              <a:cxnLst>
                <a:cxn ang="0">
                  <a:pos x="T0" y="T1"/>
                </a:cxn>
                <a:cxn ang="0">
                  <a:pos x="T2" y="T3"/>
                </a:cxn>
                <a:cxn ang="0">
                  <a:pos x="T4" y="T5"/>
                </a:cxn>
                <a:cxn ang="0">
                  <a:pos x="T6" y="T7"/>
                </a:cxn>
                <a:cxn ang="0">
                  <a:pos x="T8" y="T9"/>
                </a:cxn>
              </a:cxnLst>
              <a:rect l="0" t="0" r="r" b="b"/>
              <a:pathLst>
                <a:path w="37" h="52">
                  <a:moveTo>
                    <a:pt x="21" y="50"/>
                  </a:moveTo>
                  <a:cubicBezTo>
                    <a:pt x="11" y="52"/>
                    <a:pt x="3" y="44"/>
                    <a:pt x="1" y="31"/>
                  </a:cubicBezTo>
                  <a:cubicBezTo>
                    <a:pt x="0" y="18"/>
                    <a:pt x="7" y="5"/>
                    <a:pt x="16" y="2"/>
                  </a:cubicBezTo>
                  <a:cubicBezTo>
                    <a:pt x="26" y="0"/>
                    <a:pt x="35" y="9"/>
                    <a:pt x="36" y="23"/>
                  </a:cubicBezTo>
                  <a:cubicBezTo>
                    <a:pt x="37" y="35"/>
                    <a:pt x="30" y="47"/>
                    <a:pt x="21"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 name="Freeform 619">
              <a:extLst>
                <a:ext uri="{FF2B5EF4-FFF2-40B4-BE49-F238E27FC236}">
                  <a16:creationId xmlns:a16="http://schemas.microsoft.com/office/drawing/2014/main" id="{06A7830F-0FEA-3B8B-74C1-EC8607039284}"/>
                </a:ext>
              </a:extLst>
            </p:cNvPr>
            <p:cNvSpPr>
              <a:spLocks/>
            </p:cNvSpPr>
            <p:nvPr/>
          </p:nvSpPr>
          <p:spPr bwMode="auto">
            <a:xfrm rot="5094805">
              <a:off x="1164260" y="6214208"/>
              <a:ext cx="91399" cy="132529"/>
            </a:xfrm>
            <a:custGeom>
              <a:avLst/>
              <a:gdLst>
                <a:gd name="T0" fmla="*/ 21 w 37"/>
                <a:gd name="T1" fmla="*/ 51 h 53"/>
                <a:gd name="T2" fmla="*/ 2 w 37"/>
                <a:gd name="T3" fmla="*/ 32 h 53"/>
                <a:gd name="T4" fmla="*/ 16 w 37"/>
                <a:gd name="T5" fmla="*/ 3 h 53"/>
                <a:gd name="T6" fmla="*/ 36 w 37"/>
                <a:gd name="T7" fmla="*/ 26 h 53"/>
                <a:gd name="T8" fmla="*/ 21 w 37"/>
                <a:gd name="T9" fmla="*/ 51 h 53"/>
              </a:gdLst>
              <a:ahLst/>
              <a:cxnLst>
                <a:cxn ang="0">
                  <a:pos x="T0" y="T1"/>
                </a:cxn>
                <a:cxn ang="0">
                  <a:pos x="T2" y="T3"/>
                </a:cxn>
                <a:cxn ang="0">
                  <a:pos x="T4" y="T5"/>
                </a:cxn>
                <a:cxn ang="0">
                  <a:pos x="T6" y="T7"/>
                </a:cxn>
                <a:cxn ang="0">
                  <a:pos x="T8" y="T9"/>
                </a:cxn>
              </a:cxnLst>
              <a:rect l="0" t="0" r="r" b="b"/>
              <a:pathLst>
                <a:path w="37" h="53">
                  <a:moveTo>
                    <a:pt x="21" y="51"/>
                  </a:moveTo>
                  <a:cubicBezTo>
                    <a:pt x="11" y="53"/>
                    <a:pt x="3" y="45"/>
                    <a:pt x="2" y="32"/>
                  </a:cubicBezTo>
                  <a:cubicBezTo>
                    <a:pt x="0" y="18"/>
                    <a:pt x="7" y="5"/>
                    <a:pt x="16" y="3"/>
                  </a:cubicBezTo>
                  <a:cubicBezTo>
                    <a:pt x="26" y="0"/>
                    <a:pt x="35" y="12"/>
                    <a:pt x="36" y="26"/>
                  </a:cubicBezTo>
                  <a:cubicBezTo>
                    <a:pt x="37" y="39"/>
                    <a:pt x="30" y="50"/>
                    <a:pt x="21"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 name="Freeform 620">
              <a:extLst>
                <a:ext uri="{FF2B5EF4-FFF2-40B4-BE49-F238E27FC236}">
                  <a16:creationId xmlns:a16="http://schemas.microsoft.com/office/drawing/2014/main" id="{32B03BB5-227E-7F2A-A1BD-99A63C805622}"/>
                </a:ext>
              </a:extLst>
            </p:cNvPr>
            <p:cNvSpPr>
              <a:spLocks/>
            </p:cNvSpPr>
            <p:nvPr/>
          </p:nvSpPr>
          <p:spPr bwMode="auto">
            <a:xfrm rot="5094805">
              <a:off x="1202263" y="6414868"/>
              <a:ext cx="93684" cy="121104"/>
            </a:xfrm>
            <a:custGeom>
              <a:avLst/>
              <a:gdLst>
                <a:gd name="T0" fmla="*/ 21 w 38"/>
                <a:gd name="T1" fmla="*/ 48 h 49"/>
                <a:gd name="T2" fmla="*/ 2 w 38"/>
                <a:gd name="T3" fmla="*/ 27 h 49"/>
                <a:gd name="T4" fmla="*/ 17 w 38"/>
                <a:gd name="T5" fmla="*/ 1 h 49"/>
                <a:gd name="T6" fmla="*/ 36 w 38"/>
                <a:gd name="T7" fmla="*/ 22 h 49"/>
                <a:gd name="T8" fmla="*/ 21 w 38"/>
                <a:gd name="T9" fmla="*/ 48 h 49"/>
              </a:gdLst>
              <a:ahLst/>
              <a:cxnLst>
                <a:cxn ang="0">
                  <a:pos x="T0" y="T1"/>
                </a:cxn>
                <a:cxn ang="0">
                  <a:pos x="T2" y="T3"/>
                </a:cxn>
                <a:cxn ang="0">
                  <a:pos x="T4" y="T5"/>
                </a:cxn>
                <a:cxn ang="0">
                  <a:pos x="T6" y="T7"/>
                </a:cxn>
                <a:cxn ang="0">
                  <a:pos x="T8" y="T9"/>
                </a:cxn>
              </a:cxnLst>
              <a:rect l="0" t="0" r="r" b="b"/>
              <a:pathLst>
                <a:path w="38" h="49">
                  <a:moveTo>
                    <a:pt x="21" y="48"/>
                  </a:moveTo>
                  <a:cubicBezTo>
                    <a:pt x="11" y="49"/>
                    <a:pt x="3" y="40"/>
                    <a:pt x="2" y="27"/>
                  </a:cubicBezTo>
                  <a:cubicBezTo>
                    <a:pt x="0" y="14"/>
                    <a:pt x="7" y="1"/>
                    <a:pt x="17" y="1"/>
                  </a:cubicBezTo>
                  <a:cubicBezTo>
                    <a:pt x="26" y="0"/>
                    <a:pt x="35" y="9"/>
                    <a:pt x="36" y="22"/>
                  </a:cubicBezTo>
                  <a:cubicBezTo>
                    <a:pt x="38" y="35"/>
                    <a:pt x="31" y="47"/>
                    <a:pt x="21"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 name="Freeform 621">
              <a:extLst>
                <a:ext uri="{FF2B5EF4-FFF2-40B4-BE49-F238E27FC236}">
                  <a16:creationId xmlns:a16="http://schemas.microsoft.com/office/drawing/2014/main" id="{BF3AE4C0-18D7-E9FD-212E-CED93E609BB9}"/>
                </a:ext>
              </a:extLst>
            </p:cNvPr>
            <p:cNvSpPr>
              <a:spLocks/>
            </p:cNvSpPr>
            <p:nvPr/>
          </p:nvSpPr>
          <p:spPr bwMode="auto">
            <a:xfrm rot="5094805">
              <a:off x="1252590" y="6606628"/>
              <a:ext cx="91399" cy="121104"/>
            </a:xfrm>
            <a:custGeom>
              <a:avLst/>
              <a:gdLst>
                <a:gd name="T0" fmla="*/ 20 w 37"/>
                <a:gd name="T1" fmla="*/ 48 h 49"/>
                <a:gd name="T2" fmla="*/ 1 w 37"/>
                <a:gd name="T3" fmla="*/ 28 h 49"/>
                <a:gd name="T4" fmla="*/ 17 w 37"/>
                <a:gd name="T5" fmla="*/ 1 h 49"/>
                <a:gd name="T6" fmla="*/ 36 w 37"/>
                <a:gd name="T7" fmla="*/ 22 h 49"/>
                <a:gd name="T8" fmla="*/ 20 w 37"/>
                <a:gd name="T9" fmla="*/ 48 h 49"/>
              </a:gdLst>
              <a:ahLst/>
              <a:cxnLst>
                <a:cxn ang="0">
                  <a:pos x="T0" y="T1"/>
                </a:cxn>
                <a:cxn ang="0">
                  <a:pos x="T2" y="T3"/>
                </a:cxn>
                <a:cxn ang="0">
                  <a:pos x="T4" y="T5"/>
                </a:cxn>
                <a:cxn ang="0">
                  <a:pos x="T6" y="T7"/>
                </a:cxn>
                <a:cxn ang="0">
                  <a:pos x="T8" y="T9"/>
                </a:cxn>
              </a:cxnLst>
              <a:rect l="0" t="0" r="r" b="b"/>
              <a:pathLst>
                <a:path w="37" h="49">
                  <a:moveTo>
                    <a:pt x="20" y="48"/>
                  </a:moveTo>
                  <a:cubicBezTo>
                    <a:pt x="11" y="49"/>
                    <a:pt x="2" y="41"/>
                    <a:pt x="1" y="28"/>
                  </a:cubicBezTo>
                  <a:cubicBezTo>
                    <a:pt x="0" y="15"/>
                    <a:pt x="7" y="3"/>
                    <a:pt x="17" y="1"/>
                  </a:cubicBezTo>
                  <a:cubicBezTo>
                    <a:pt x="26" y="0"/>
                    <a:pt x="36" y="9"/>
                    <a:pt x="36" y="22"/>
                  </a:cubicBezTo>
                  <a:cubicBezTo>
                    <a:pt x="37" y="35"/>
                    <a:pt x="30" y="46"/>
                    <a:pt x="20"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 name="Freeform 622">
              <a:extLst>
                <a:ext uri="{FF2B5EF4-FFF2-40B4-BE49-F238E27FC236}">
                  <a16:creationId xmlns:a16="http://schemas.microsoft.com/office/drawing/2014/main" id="{626602EE-2BA0-52F3-3D7F-A36E75DFA061}"/>
                </a:ext>
              </a:extLst>
            </p:cNvPr>
            <p:cNvSpPr>
              <a:spLocks/>
            </p:cNvSpPr>
            <p:nvPr/>
          </p:nvSpPr>
          <p:spPr bwMode="auto">
            <a:xfrm rot="5094805">
              <a:off x="1312224" y="6802139"/>
              <a:ext cx="89114" cy="116534"/>
            </a:xfrm>
            <a:custGeom>
              <a:avLst/>
              <a:gdLst>
                <a:gd name="T0" fmla="*/ 20 w 37"/>
                <a:gd name="T1" fmla="*/ 46 h 48"/>
                <a:gd name="T2" fmla="*/ 1 w 37"/>
                <a:gd name="T3" fmla="*/ 28 h 48"/>
                <a:gd name="T4" fmla="*/ 17 w 37"/>
                <a:gd name="T5" fmla="*/ 1 h 48"/>
                <a:gd name="T6" fmla="*/ 36 w 37"/>
                <a:gd name="T7" fmla="*/ 21 h 48"/>
                <a:gd name="T8" fmla="*/ 20 w 37"/>
                <a:gd name="T9" fmla="*/ 46 h 48"/>
              </a:gdLst>
              <a:ahLst/>
              <a:cxnLst>
                <a:cxn ang="0">
                  <a:pos x="T0" y="T1"/>
                </a:cxn>
                <a:cxn ang="0">
                  <a:pos x="T2" y="T3"/>
                </a:cxn>
                <a:cxn ang="0">
                  <a:pos x="T4" y="T5"/>
                </a:cxn>
                <a:cxn ang="0">
                  <a:pos x="T6" y="T7"/>
                </a:cxn>
                <a:cxn ang="0">
                  <a:pos x="T8" y="T9"/>
                </a:cxn>
              </a:cxnLst>
              <a:rect l="0" t="0" r="r" b="b"/>
              <a:pathLst>
                <a:path w="37" h="48">
                  <a:moveTo>
                    <a:pt x="20" y="46"/>
                  </a:moveTo>
                  <a:cubicBezTo>
                    <a:pt x="11" y="48"/>
                    <a:pt x="2" y="41"/>
                    <a:pt x="1" y="28"/>
                  </a:cubicBezTo>
                  <a:cubicBezTo>
                    <a:pt x="0" y="15"/>
                    <a:pt x="7" y="3"/>
                    <a:pt x="17" y="1"/>
                  </a:cubicBezTo>
                  <a:cubicBezTo>
                    <a:pt x="26" y="0"/>
                    <a:pt x="36" y="9"/>
                    <a:pt x="36" y="21"/>
                  </a:cubicBezTo>
                  <a:cubicBezTo>
                    <a:pt x="37" y="33"/>
                    <a:pt x="30" y="44"/>
                    <a:pt x="20"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 name="Freeform 630">
              <a:extLst>
                <a:ext uri="{FF2B5EF4-FFF2-40B4-BE49-F238E27FC236}">
                  <a16:creationId xmlns:a16="http://schemas.microsoft.com/office/drawing/2014/main" id="{88BCA17D-E674-8521-FD1B-0326D1F39F9B}"/>
                </a:ext>
              </a:extLst>
            </p:cNvPr>
            <p:cNvSpPr>
              <a:spLocks/>
            </p:cNvSpPr>
            <p:nvPr/>
          </p:nvSpPr>
          <p:spPr bwMode="auto">
            <a:xfrm rot="5094805">
              <a:off x="-55236" y="2801331"/>
              <a:ext cx="89114" cy="20565"/>
            </a:xfrm>
            <a:custGeom>
              <a:avLst/>
              <a:gdLst>
                <a:gd name="T0" fmla="*/ 35 w 36"/>
                <a:gd name="T1" fmla="*/ 2 h 9"/>
                <a:gd name="T2" fmla="*/ 21 w 36"/>
                <a:gd name="T3" fmla="*/ 8 h 9"/>
                <a:gd name="T4" fmla="*/ 1 w 36"/>
                <a:gd name="T5" fmla="*/ 8 h 9"/>
                <a:gd name="T6" fmla="*/ 16 w 36"/>
                <a:gd name="T7" fmla="*/ 2 h 9"/>
                <a:gd name="T8" fmla="*/ 35 w 36"/>
                <a:gd name="T9" fmla="*/ 2 h 9"/>
              </a:gdLst>
              <a:ahLst/>
              <a:cxnLst>
                <a:cxn ang="0">
                  <a:pos x="T0" y="T1"/>
                </a:cxn>
                <a:cxn ang="0">
                  <a:pos x="T2" y="T3"/>
                </a:cxn>
                <a:cxn ang="0">
                  <a:pos x="T4" y="T5"/>
                </a:cxn>
                <a:cxn ang="0">
                  <a:pos x="T6" y="T7"/>
                </a:cxn>
                <a:cxn ang="0">
                  <a:pos x="T8" y="T9"/>
                </a:cxn>
              </a:cxnLst>
              <a:rect l="0" t="0" r="r" b="b"/>
              <a:pathLst>
                <a:path w="36" h="9">
                  <a:moveTo>
                    <a:pt x="35" y="2"/>
                  </a:moveTo>
                  <a:cubicBezTo>
                    <a:pt x="36" y="4"/>
                    <a:pt x="30" y="6"/>
                    <a:pt x="21" y="8"/>
                  </a:cubicBezTo>
                  <a:cubicBezTo>
                    <a:pt x="11" y="9"/>
                    <a:pt x="2" y="9"/>
                    <a:pt x="1" y="8"/>
                  </a:cubicBezTo>
                  <a:cubicBezTo>
                    <a:pt x="0" y="6"/>
                    <a:pt x="7" y="4"/>
                    <a:pt x="16" y="2"/>
                  </a:cubicBezTo>
                  <a:cubicBezTo>
                    <a:pt x="26" y="0"/>
                    <a:pt x="34" y="0"/>
                    <a:pt x="3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 name="Freeform 631">
              <a:extLst>
                <a:ext uri="{FF2B5EF4-FFF2-40B4-BE49-F238E27FC236}">
                  <a16:creationId xmlns:a16="http://schemas.microsoft.com/office/drawing/2014/main" id="{98CEFD35-5D4E-8EB4-1FE4-7C8F492DA340}"/>
                </a:ext>
              </a:extLst>
            </p:cNvPr>
            <p:cNvSpPr>
              <a:spLocks/>
            </p:cNvSpPr>
            <p:nvPr/>
          </p:nvSpPr>
          <p:spPr bwMode="auto">
            <a:xfrm rot="5094805">
              <a:off x="1823" y="2988019"/>
              <a:ext cx="84544" cy="27420"/>
            </a:xfrm>
            <a:custGeom>
              <a:avLst/>
              <a:gdLst>
                <a:gd name="T0" fmla="*/ 34 w 35"/>
                <a:gd name="T1" fmla="*/ 2 h 11"/>
                <a:gd name="T2" fmla="*/ 20 w 35"/>
                <a:gd name="T3" fmla="*/ 9 h 11"/>
                <a:gd name="T4" fmla="*/ 0 w 35"/>
                <a:gd name="T5" fmla="*/ 9 h 11"/>
                <a:gd name="T6" fmla="*/ 16 w 35"/>
                <a:gd name="T7" fmla="*/ 2 h 11"/>
                <a:gd name="T8" fmla="*/ 34 w 35"/>
                <a:gd name="T9" fmla="*/ 2 h 11"/>
              </a:gdLst>
              <a:ahLst/>
              <a:cxnLst>
                <a:cxn ang="0">
                  <a:pos x="T0" y="T1"/>
                </a:cxn>
                <a:cxn ang="0">
                  <a:pos x="T2" y="T3"/>
                </a:cxn>
                <a:cxn ang="0">
                  <a:pos x="T4" y="T5"/>
                </a:cxn>
                <a:cxn ang="0">
                  <a:pos x="T6" y="T7"/>
                </a:cxn>
                <a:cxn ang="0">
                  <a:pos x="T8" y="T9"/>
                </a:cxn>
              </a:cxnLst>
              <a:rect l="0" t="0" r="r" b="b"/>
              <a:pathLst>
                <a:path w="35" h="11">
                  <a:moveTo>
                    <a:pt x="34" y="2"/>
                  </a:moveTo>
                  <a:cubicBezTo>
                    <a:pt x="35" y="4"/>
                    <a:pt x="29" y="7"/>
                    <a:pt x="20" y="9"/>
                  </a:cubicBezTo>
                  <a:cubicBezTo>
                    <a:pt x="10" y="11"/>
                    <a:pt x="1" y="11"/>
                    <a:pt x="0" y="9"/>
                  </a:cubicBezTo>
                  <a:cubicBezTo>
                    <a:pt x="0" y="7"/>
                    <a:pt x="7" y="4"/>
                    <a:pt x="16" y="2"/>
                  </a:cubicBezTo>
                  <a:cubicBezTo>
                    <a:pt x="25" y="0"/>
                    <a:pt x="33" y="0"/>
                    <a:pt x="3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 name="Freeform 632">
              <a:extLst>
                <a:ext uri="{FF2B5EF4-FFF2-40B4-BE49-F238E27FC236}">
                  <a16:creationId xmlns:a16="http://schemas.microsoft.com/office/drawing/2014/main" id="{3E9B9479-1174-CC19-4C2A-F55A6E4EB97C}"/>
                </a:ext>
              </a:extLst>
            </p:cNvPr>
            <p:cNvSpPr>
              <a:spLocks/>
            </p:cNvSpPr>
            <p:nvPr/>
          </p:nvSpPr>
          <p:spPr bwMode="auto">
            <a:xfrm rot="5094805">
              <a:off x="63319" y="3174003"/>
              <a:ext cx="86829" cy="31990"/>
            </a:xfrm>
            <a:custGeom>
              <a:avLst/>
              <a:gdLst>
                <a:gd name="T0" fmla="*/ 34 w 35"/>
                <a:gd name="T1" fmla="*/ 3 h 13"/>
                <a:gd name="T2" fmla="*/ 19 w 35"/>
                <a:gd name="T3" fmla="*/ 10 h 13"/>
                <a:gd name="T4" fmla="*/ 1 w 35"/>
                <a:gd name="T5" fmla="*/ 11 h 13"/>
                <a:gd name="T6" fmla="*/ 17 w 35"/>
                <a:gd name="T7" fmla="*/ 3 h 13"/>
                <a:gd name="T8" fmla="*/ 34 w 35"/>
                <a:gd name="T9" fmla="*/ 3 h 13"/>
              </a:gdLst>
              <a:ahLst/>
              <a:cxnLst>
                <a:cxn ang="0">
                  <a:pos x="T0" y="T1"/>
                </a:cxn>
                <a:cxn ang="0">
                  <a:pos x="T2" y="T3"/>
                </a:cxn>
                <a:cxn ang="0">
                  <a:pos x="T4" y="T5"/>
                </a:cxn>
                <a:cxn ang="0">
                  <a:pos x="T6" y="T7"/>
                </a:cxn>
                <a:cxn ang="0">
                  <a:pos x="T8" y="T9"/>
                </a:cxn>
              </a:cxnLst>
              <a:rect l="0" t="0" r="r" b="b"/>
              <a:pathLst>
                <a:path w="35" h="13">
                  <a:moveTo>
                    <a:pt x="34" y="3"/>
                  </a:moveTo>
                  <a:cubicBezTo>
                    <a:pt x="35" y="5"/>
                    <a:pt x="28" y="8"/>
                    <a:pt x="19" y="10"/>
                  </a:cubicBezTo>
                  <a:cubicBezTo>
                    <a:pt x="10" y="13"/>
                    <a:pt x="2" y="13"/>
                    <a:pt x="1" y="11"/>
                  </a:cubicBezTo>
                  <a:cubicBezTo>
                    <a:pt x="0" y="9"/>
                    <a:pt x="7" y="6"/>
                    <a:pt x="17" y="3"/>
                  </a:cubicBezTo>
                  <a:cubicBezTo>
                    <a:pt x="26" y="1"/>
                    <a:pt x="34" y="0"/>
                    <a:pt x="3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 name="Freeform 633">
              <a:extLst>
                <a:ext uri="{FF2B5EF4-FFF2-40B4-BE49-F238E27FC236}">
                  <a16:creationId xmlns:a16="http://schemas.microsoft.com/office/drawing/2014/main" id="{1B1D2F0E-DCCF-F806-19E1-022D018321FB}"/>
                </a:ext>
              </a:extLst>
            </p:cNvPr>
            <p:cNvSpPr>
              <a:spLocks/>
            </p:cNvSpPr>
            <p:nvPr/>
          </p:nvSpPr>
          <p:spPr bwMode="auto">
            <a:xfrm rot="5094805">
              <a:off x="133822" y="3359282"/>
              <a:ext cx="86829" cy="34275"/>
            </a:xfrm>
            <a:custGeom>
              <a:avLst/>
              <a:gdLst>
                <a:gd name="T0" fmla="*/ 34 w 35"/>
                <a:gd name="T1" fmla="*/ 2 h 14"/>
                <a:gd name="T2" fmla="*/ 19 w 35"/>
                <a:gd name="T3" fmla="*/ 11 h 14"/>
                <a:gd name="T4" fmla="*/ 1 w 35"/>
                <a:gd name="T5" fmla="*/ 12 h 14"/>
                <a:gd name="T6" fmla="*/ 16 w 35"/>
                <a:gd name="T7" fmla="*/ 3 h 14"/>
                <a:gd name="T8" fmla="*/ 34 w 35"/>
                <a:gd name="T9" fmla="*/ 2 h 14"/>
              </a:gdLst>
              <a:ahLst/>
              <a:cxnLst>
                <a:cxn ang="0">
                  <a:pos x="T0" y="T1"/>
                </a:cxn>
                <a:cxn ang="0">
                  <a:pos x="T2" y="T3"/>
                </a:cxn>
                <a:cxn ang="0">
                  <a:pos x="T4" y="T5"/>
                </a:cxn>
                <a:cxn ang="0">
                  <a:pos x="T6" y="T7"/>
                </a:cxn>
                <a:cxn ang="0">
                  <a:pos x="T8" y="T9"/>
                </a:cxn>
              </a:cxnLst>
              <a:rect l="0" t="0" r="r" b="b"/>
              <a:pathLst>
                <a:path w="35" h="14">
                  <a:moveTo>
                    <a:pt x="34" y="2"/>
                  </a:moveTo>
                  <a:cubicBezTo>
                    <a:pt x="35" y="5"/>
                    <a:pt x="28" y="9"/>
                    <a:pt x="19" y="11"/>
                  </a:cubicBezTo>
                  <a:cubicBezTo>
                    <a:pt x="10" y="14"/>
                    <a:pt x="1" y="14"/>
                    <a:pt x="1" y="12"/>
                  </a:cubicBezTo>
                  <a:cubicBezTo>
                    <a:pt x="0" y="10"/>
                    <a:pt x="7" y="6"/>
                    <a:pt x="16" y="3"/>
                  </a:cubicBezTo>
                  <a:cubicBezTo>
                    <a:pt x="26" y="0"/>
                    <a:pt x="33" y="0"/>
                    <a:pt x="3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 name="Freeform 634">
              <a:extLst>
                <a:ext uri="{FF2B5EF4-FFF2-40B4-BE49-F238E27FC236}">
                  <a16:creationId xmlns:a16="http://schemas.microsoft.com/office/drawing/2014/main" id="{E0574708-D8F9-4D1F-3084-1AFEDDEB2617}"/>
                </a:ext>
              </a:extLst>
            </p:cNvPr>
            <p:cNvSpPr>
              <a:spLocks/>
            </p:cNvSpPr>
            <p:nvPr/>
          </p:nvSpPr>
          <p:spPr bwMode="auto">
            <a:xfrm rot="5094805">
              <a:off x="207633" y="3543017"/>
              <a:ext cx="89114" cy="36560"/>
            </a:xfrm>
            <a:custGeom>
              <a:avLst/>
              <a:gdLst>
                <a:gd name="T0" fmla="*/ 35 w 36"/>
                <a:gd name="T1" fmla="*/ 2 h 15"/>
                <a:gd name="T2" fmla="*/ 20 w 36"/>
                <a:gd name="T3" fmla="*/ 12 h 15"/>
                <a:gd name="T4" fmla="*/ 1 w 36"/>
                <a:gd name="T5" fmla="*/ 13 h 15"/>
                <a:gd name="T6" fmla="*/ 17 w 36"/>
                <a:gd name="T7" fmla="*/ 3 h 15"/>
                <a:gd name="T8" fmla="*/ 35 w 36"/>
                <a:gd name="T9" fmla="*/ 2 h 15"/>
              </a:gdLst>
              <a:ahLst/>
              <a:cxnLst>
                <a:cxn ang="0">
                  <a:pos x="T0" y="T1"/>
                </a:cxn>
                <a:cxn ang="0">
                  <a:pos x="T2" y="T3"/>
                </a:cxn>
                <a:cxn ang="0">
                  <a:pos x="T4" y="T5"/>
                </a:cxn>
                <a:cxn ang="0">
                  <a:pos x="T6" y="T7"/>
                </a:cxn>
                <a:cxn ang="0">
                  <a:pos x="T8" y="T9"/>
                </a:cxn>
              </a:cxnLst>
              <a:rect l="0" t="0" r="r" b="b"/>
              <a:pathLst>
                <a:path w="36" h="15">
                  <a:moveTo>
                    <a:pt x="35" y="2"/>
                  </a:moveTo>
                  <a:cubicBezTo>
                    <a:pt x="36" y="5"/>
                    <a:pt x="29" y="9"/>
                    <a:pt x="20" y="12"/>
                  </a:cubicBezTo>
                  <a:cubicBezTo>
                    <a:pt x="11" y="15"/>
                    <a:pt x="3" y="15"/>
                    <a:pt x="1" y="13"/>
                  </a:cubicBezTo>
                  <a:cubicBezTo>
                    <a:pt x="0" y="11"/>
                    <a:pt x="8" y="6"/>
                    <a:pt x="17" y="3"/>
                  </a:cubicBezTo>
                  <a:cubicBezTo>
                    <a:pt x="27" y="0"/>
                    <a:pt x="34" y="0"/>
                    <a:pt x="3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 name="Freeform 635">
              <a:extLst>
                <a:ext uri="{FF2B5EF4-FFF2-40B4-BE49-F238E27FC236}">
                  <a16:creationId xmlns:a16="http://schemas.microsoft.com/office/drawing/2014/main" id="{2E51E2D6-FD44-0CCB-EAF6-0CEAC6BAC109}"/>
                </a:ext>
              </a:extLst>
            </p:cNvPr>
            <p:cNvSpPr>
              <a:spLocks/>
            </p:cNvSpPr>
            <p:nvPr/>
          </p:nvSpPr>
          <p:spPr bwMode="auto">
            <a:xfrm rot="5094805">
              <a:off x="287345" y="3727582"/>
              <a:ext cx="86829" cy="41130"/>
            </a:xfrm>
            <a:custGeom>
              <a:avLst/>
              <a:gdLst>
                <a:gd name="T0" fmla="*/ 35 w 36"/>
                <a:gd name="T1" fmla="*/ 3 h 17"/>
                <a:gd name="T2" fmla="*/ 21 w 36"/>
                <a:gd name="T3" fmla="*/ 13 h 17"/>
                <a:gd name="T4" fmla="*/ 1 w 36"/>
                <a:gd name="T5" fmla="*/ 14 h 17"/>
                <a:gd name="T6" fmla="*/ 16 w 36"/>
                <a:gd name="T7" fmla="*/ 3 h 17"/>
                <a:gd name="T8" fmla="*/ 35 w 36"/>
                <a:gd name="T9" fmla="*/ 3 h 17"/>
              </a:gdLst>
              <a:ahLst/>
              <a:cxnLst>
                <a:cxn ang="0">
                  <a:pos x="T0" y="T1"/>
                </a:cxn>
                <a:cxn ang="0">
                  <a:pos x="T2" y="T3"/>
                </a:cxn>
                <a:cxn ang="0">
                  <a:pos x="T4" y="T5"/>
                </a:cxn>
                <a:cxn ang="0">
                  <a:pos x="T6" y="T7"/>
                </a:cxn>
                <a:cxn ang="0">
                  <a:pos x="T8" y="T9"/>
                </a:cxn>
              </a:cxnLst>
              <a:rect l="0" t="0" r="r" b="b"/>
              <a:pathLst>
                <a:path w="36" h="17">
                  <a:moveTo>
                    <a:pt x="35" y="3"/>
                  </a:moveTo>
                  <a:cubicBezTo>
                    <a:pt x="36" y="6"/>
                    <a:pt x="30" y="10"/>
                    <a:pt x="21" y="13"/>
                  </a:cubicBezTo>
                  <a:cubicBezTo>
                    <a:pt x="11" y="17"/>
                    <a:pt x="2" y="17"/>
                    <a:pt x="1" y="14"/>
                  </a:cubicBezTo>
                  <a:cubicBezTo>
                    <a:pt x="0" y="11"/>
                    <a:pt x="7" y="6"/>
                    <a:pt x="16" y="3"/>
                  </a:cubicBezTo>
                  <a:cubicBezTo>
                    <a:pt x="25" y="0"/>
                    <a:pt x="33" y="0"/>
                    <a:pt x="3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 name="Freeform 636">
              <a:extLst>
                <a:ext uri="{FF2B5EF4-FFF2-40B4-BE49-F238E27FC236}">
                  <a16:creationId xmlns:a16="http://schemas.microsoft.com/office/drawing/2014/main" id="{AD668BDC-0388-9DBF-F05D-7B12099025AD}"/>
                </a:ext>
              </a:extLst>
            </p:cNvPr>
            <p:cNvSpPr>
              <a:spLocks/>
            </p:cNvSpPr>
            <p:nvPr/>
          </p:nvSpPr>
          <p:spPr bwMode="auto">
            <a:xfrm rot="5094805">
              <a:off x="368090" y="3910807"/>
              <a:ext cx="86829" cy="45700"/>
            </a:xfrm>
            <a:custGeom>
              <a:avLst/>
              <a:gdLst>
                <a:gd name="T0" fmla="*/ 34 w 35"/>
                <a:gd name="T1" fmla="*/ 4 h 19"/>
                <a:gd name="T2" fmla="*/ 20 w 35"/>
                <a:gd name="T3" fmla="*/ 15 h 19"/>
                <a:gd name="T4" fmla="*/ 1 w 35"/>
                <a:gd name="T5" fmla="*/ 15 h 19"/>
                <a:gd name="T6" fmla="*/ 16 w 35"/>
                <a:gd name="T7" fmla="*/ 3 h 19"/>
                <a:gd name="T8" fmla="*/ 34 w 35"/>
                <a:gd name="T9" fmla="*/ 4 h 19"/>
              </a:gdLst>
              <a:ahLst/>
              <a:cxnLst>
                <a:cxn ang="0">
                  <a:pos x="T0" y="T1"/>
                </a:cxn>
                <a:cxn ang="0">
                  <a:pos x="T2" y="T3"/>
                </a:cxn>
                <a:cxn ang="0">
                  <a:pos x="T4" y="T5"/>
                </a:cxn>
                <a:cxn ang="0">
                  <a:pos x="T6" y="T7"/>
                </a:cxn>
                <a:cxn ang="0">
                  <a:pos x="T8" y="T9"/>
                </a:cxn>
              </a:cxnLst>
              <a:rect l="0" t="0" r="r" b="b"/>
              <a:pathLst>
                <a:path w="35" h="19">
                  <a:moveTo>
                    <a:pt x="34" y="4"/>
                  </a:moveTo>
                  <a:cubicBezTo>
                    <a:pt x="35" y="7"/>
                    <a:pt x="29" y="12"/>
                    <a:pt x="20" y="15"/>
                  </a:cubicBezTo>
                  <a:cubicBezTo>
                    <a:pt x="11" y="19"/>
                    <a:pt x="2" y="19"/>
                    <a:pt x="1" y="15"/>
                  </a:cubicBezTo>
                  <a:cubicBezTo>
                    <a:pt x="0" y="12"/>
                    <a:pt x="7" y="6"/>
                    <a:pt x="16" y="3"/>
                  </a:cubicBezTo>
                  <a:cubicBezTo>
                    <a:pt x="25" y="0"/>
                    <a:pt x="33" y="0"/>
                    <a:pt x="3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 name="Freeform 637">
              <a:extLst>
                <a:ext uri="{FF2B5EF4-FFF2-40B4-BE49-F238E27FC236}">
                  <a16:creationId xmlns:a16="http://schemas.microsoft.com/office/drawing/2014/main" id="{7AF9B70A-5C15-DF2B-1C0C-2E9878683046}"/>
                </a:ext>
              </a:extLst>
            </p:cNvPr>
            <p:cNvSpPr>
              <a:spLocks/>
            </p:cNvSpPr>
            <p:nvPr/>
          </p:nvSpPr>
          <p:spPr bwMode="auto">
            <a:xfrm rot="5094805">
              <a:off x="451111" y="4093829"/>
              <a:ext cx="86829" cy="50269"/>
            </a:xfrm>
            <a:custGeom>
              <a:avLst/>
              <a:gdLst>
                <a:gd name="T0" fmla="*/ 34 w 35"/>
                <a:gd name="T1" fmla="*/ 5 h 21"/>
                <a:gd name="T2" fmla="*/ 19 w 35"/>
                <a:gd name="T3" fmla="*/ 18 h 21"/>
                <a:gd name="T4" fmla="*/ 0 w 35"/>
                <a:gd name="T5" fmla="*/ 16 h 21"/>
                <a:gd name="T6" fmla="*/ 16 w 35"/>
                <a:gd name="T7" fmla="*/ 3 h 21"/>
                <a:gd name="T8" fmla="*/ 34 w 35"/>
                <a:gd name="T9" fmla="*/ 5 h 21"/>
              </a:gdLst>
              <a:ahLst/>
              <a:cxnLst>
                <a:cxn ang="0">
                  <a:pos x="T0" y="T1"/>
                </a:cxn>
                <a:cxn ang="0">
                  <a:pos x="T2" y="T3"/>
                </a:cxn>
                <a:cxn ang="0">
                  <a:pos x="T4" y="T5"/>
                </a:cxn>
                <a:cxn ang="0">
                  <a:pos x="T6" y="T7"/>
                </a:cxn>
                <a:cxn ang="0">
                  <a:pos x="T8" y="T9"/>
                </a:cxn>
              </a:cxnLst>
              <a:rect l="0" t="0" r="r" b="b"/>
              <a:pathLst>
                <a:path w="35" h="21">
                  <a:moveTo>
                    <a:pt x="34" y="5"/>
                  </a:moveTo>
                  <a:cubicBezTo>
                    <a:pt x="35" y="9"/>
                    <a:pt x="28" y="15"/>
                    <a:pt x="19" y="18"/>
                  </a:cubicBezTo>
                  <a:cubicBezTo>
                    <a:pt x="10" y="21"/>
                    <a:pt x="1" y="21"/>
                    <a:pt x="0" y="16"/>
                  </a:cubicBezTo>
                  <a:cubicBezTo>
                    <a:pt x="0" y="12"/>
                    <a:pt x="7" y="6"/>
                    <a:pt x="16" y="3"/>
                  </a:cubicBezTo>
                  <a:cubicBezTo>
                    <a:pt x="25" y="0"/>
                    <a:pt x="33" y="0"/>
                    <a:pt x="3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 name="Freeform 638">
              <a:extLst>
                <a:ext uri="{FF2B5EF4-FFF2-40B4-BE49-F238E27FC236}">
                  <a16:creationId xmlns:a16="http://schemas.microsoft.com/office/drawing/2014/main" id="{03F78FA3-48D6-D646-4990-03A68781D116}"/>
                </a:ext>
              </a:extLst>
            </p:cNvPr>
            <p:cNvSpPr>
              <a:spLocks/>
            </p:cNvSpPr>
            <p:nvPr/>
          </p:nvSpPr>
          <p:spPr bwMode="auto">
            <a:xfrm rot="5094805">
              <a:off x="535067" y="4271047"/>
              <a:ext cx="86829" cy="61694"/>
            </a:xfrm>
            <a:custGeom>
              <a:avLst/>
              <a:gdLst>
                <a:gd name="T0" fmla="*/ 34 w 35"/>
                <a:gd name="T1" fmla="*/ 8 h 25"/>
                <a:gd name="T2" fmla="*/ 19 w 35"/>
                <a:gd name="T3" fmla="*/ 22 h 25"/>
                <a:gd name="T4" fmla="*/ 1 w 35"/>
                <a:gd name="T5" fmla="*/ 19 h 25"/>
                <a:gd name="T6" fmla="*/ 17 w 35"/>
                <a:gd name="T7" fmla="*/ 3 h 25"/>
                <a:gd name="T8" fmla="*/ 34 w 35"/>
                <a:gd name="T9" fmla="*/ 8 h 25"/>
              </a:gdLst>
              <a:ahLst/>
              <a:cxnLst>
                <a:cxn ang="0">
                  <a:pos x="T0" y="T1"/>
                </a:cxn>
                <a:cxn ang="0">
                  <a:pos x="T2" y="T3"/>
                </a:cxn>
                <a:cxn ang="0">
                  <a:pos x="T4" y="T5"/>
                </a:cxn>
                <a:cxn ang="0">
                  <a:pos x="T6" y="T7"/>
                </a:cxn>
                <a:cxn ang="0">
                  <a:pos x="T8" y="T9"/>
                </a:cxn>
              </a:cxnLst>
              <a:rect l="0" t="0" r="r" b="b"/>
              <a:pathLst>
                <a:path w="35" h="25">
                  <a:moveTo>
                    <a:pt x="34" y="8"/>
                  </a:moveTo>
                  <a:cubicBezTo>
                    <a:pt x="35" y="13"/>
                    <a:pt x="28" y="19"/>
                    <a:pt x="19" y="22"/>
                  </a:cubicBezTo>
                  <a:cubicBezTo>
                    <a:pt x="10" y="25"/>
                    <a:pt x="2" y="23"/>
                    <a:pt x="1" y="19"/>
                  </a:cubicBezTo>
                  <a:cubicBezTo>
                    <a:pt x="0" y="14"/>
                    <a:pt x="8" y="7"/>
                    <a:pt x="17" y="3"/>
                  </a:cubicBezTo>
                  <a:cubicBezTo>
                    <a:pt x="26" y="0"/>
                    <a:pt x="34" y="2"/>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 name="Freeform 639">
              <a:extLst>
                <a:ext uri="{FF2B5EF4-FFF2-40B4-BE49-F238E27FC236}">
                  <a16:creationId xmlns:a16="http://schemas.microsoft.com/office/drawing/2014/main" id="{06A25CD7-EDD4-D3FF-CDB6-3591B8C311E9}"/>
                </a:ext>
              </a:extLst>
            </p:cNvPr>
            <p:cNvSpPr>
              <a:spLocks/>
            </p:cNvSpPr>
            <p:nvPr/>
          </p:nvSpPr>
          <p:spPr bwMode="auto">
            <a:xfrm rot="5094805">
              <a:off x="614780" y="4455612"/>
              <a:ext cx="84544" cy="66264"/>
            </a:xfrm>
            <a:custGeom>
              <a:avLst/>
              <a:gdLst>
                <a:gd name="T0" fmla="*/ 34 w 35"/>
                <a:gd name="T1" fmla="*/ 8 h 27"/>
                <a:gd name="T2" fmla="*/ 20 w 35"/>
                <a:gd name="T3" fmla="*/ 24 h 27"/>
                <a:gd name="T4" fmla="*/ 0 w 35"/>
                <a:gd name="T5" fmla="*/ 18 h 27"/>
                <a:gd name="T6" fmla="*/ 16 w 35"/>
                <a:gd name="T7" fmla="*/ 3 h 27"/>
                <a:gd name="T8" fmla="*/ 34 w 35"/>
                <a:gd name="T9" fmla="*/ 8 h 27"/>
              </a:gdLst>
              <a:ahLst/>
              <a:cxnLst>
                <a:cxn ang="0">
                  <a:pos x="T0" y="T1"/>
                </a:cxn>
                <a:cxn ang="0">
                  <a:pos x="T2" y="T3"/>
                </a:cxn>
                <a:cxn ang="0">
                  <a:pos x="T4" y="T5"/>
                </a:cxn>
                <a:cxn ang="0">
                  <a:pos x="T6" y="T7"/>
                </a:cxn>
                <a:cxn ang="0">
                  <a:pos x="T8" y="T9"/>
                </a:cxn>
              </a:cxnLst>
              <a:rect l="0" t="0" r="r" b="b"/>
              <a:pathLst>
                <a:path w="35" h="27">
                  <a:moveTo>
                    <a:pt x="34" y="8"/>
                  </a:moveTo>
                  <a:cubicBezTo>
                    <a:pt x="35" y="14"/>
                    <a:pt x="29" y="21"/>
                    <a:pt x="20" y="24"/>
                  </a:cubicBezTo>
                  <a:cubicBezTo>
                    <a:pt x="10" y="27"/>
                    <a:pt x="1" y="24"/>
                    <a:pt x="0" y="18"/>
                  </a:cubicBezTo>
                  <a:cubicBezTo>
                    <a:pt x="0" y="13"/>
                    <a:pt x="7" y="6"/>
                    <a:pt x="16" y="3"/>
                  </a:cubicBezTo>
                  <a:cubicBezTo>
                    <a:pt x="25" y="0"/>
                    <a:pt x="33" y="2"/>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 name="Freeform 640">
              <a:extLst>
                <a:ext uri="{FF2B5EF4-FFF2-40B4-BE49-F238E27FC236}">
                  <a16:creationId xmlns:a16="http://schemas.microsoft.com/office/drawing/2014/main" id="{22A8DDB7-EA6D-5439-56A2-7030D006E3B5}"/>
                </a:ext>
              </a:extLst>
            </p:cNvPr>
            <p:cNvSpPr>
              <a:spLocks/>
            </p:cNvSpPr>
            <p:nvPr/>
          </p:nvSpPr>
          <p:spPr bwMode="auto">
            <a:xfrm rot="5094805">
              <a:off x="689729" y="4635819"/>
              <a:ext cx="86829" cy="75404"/>
            </a:xfrm>
            <a:custGeom>
              <a:avLst/>
              <a:gdLst>
                <a:gd name="T0" fmla="*/ 34 w 35"/>
                <a:gd name="T1" fmla="*/ 10 h 30"/>
                <a:gd name="T2" fmla="*/ 20 w 35"/>
                <a:gd name="T3" fmla="*/ 27 h 30"/>
                <a:gd name="T4" fmla="*/ 1 w 35"/>
                <a:gd name="T5" fmla="*/ 20 h 30"/>
                <a:gd name="T6" fmla="*/ 16 w 35"/>
                <a:gd name="T7" fmla="*/ 2 h 30"/>
                <a:gd name="T8" fmla="*/ 34 w 35"/>
                <a:gd name="T9" fmla="*/ 10 h 30"/>
              </a:gdLst>
              <a:ahLst/>
              <a:cxnLst>
                <a:cxn ang="0">
                  <a:pos x="T0" y="T1"/>
                </a:cxn>
                <a:cxn ang="0">
                  <a:pos x="T2" y="T3"/>
                </a:cxn>
                <a:cxn ang="0">
                  <a:pos x="T4" y="T5"/>
                </a:cxn>
                <a:cxn ang="0">
                  <a:pos x="T6" y="T7"/>
                </a:cxn>
                <a:cxn ang="0">
                  <a:pos x="T8" y="T9"/>
                </a:cxn>
              </a:cxnLst>
              <a:rect l="0" t="0" r="r" b="b"/>
              <a:pathLst>
                <a:path w="35" h="30">
                  <a:moveTo>
                    <a:pt x="34" y="10"/>
                  </a:moveTo>
                  <a:cubicBezTo>
                    <a:pt x="35" y="17"/>
                    <a:pt x="29" y="25"/>
                    <a:pt x="20" y="27"/>
                  </a:cubicBezTo>
                  <a:cubicBezTo>
                    <a:pt x="11" y="30"/>
                    <a:pt x="1" y="27"/>
                    <a:pt x="1" y="20"/>
                  </a:cubicBezTo>
                  <a:cubicBezTo>
                    <a:pt x="0" y="13"/>
                    <a:pt x="7" y="5"/>
                    <a:pt x="16" y="2"/>
                  </a:cubicBezTo>
                  <a:cubicBezTo>
                    <a:pt x="25" y="0"/>
                    <a:pt x="33" y="3"/>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 name="Freeform 641">
              <a:extLst>
                <a:ext uri="{FF2B5EF4-FFF2-40B4-BE49-F238E27FC236}">
                  <a16:creationId xmlns:a16="http://schemas.microsoft.com/office/drawing/2014/main" id="{5728FA66-5A9D-0EB7-954E-5DAB134CBEC8}"/>
                </a:ext>
              </a:extLst>
            </p:cNvPr>
            <p:cNvSpPr>
              <a:spLocks/>
            </p:cNvSpPr>
            <p:nvPr/>
          </p:nvSpPr>
          <p:spPr bwMode="auto">
            <a:xfrm rot="5094805">
              <a:off x="764678" y="4816026"/>
              <a:ext cx="89114" cy="84544"/>
            </a:xfrm>
            <a:custGeom>
              <a:avLst/>
              <a:gdLst>
                <a:gd name="T0" fmla="*/ 35 w 36"/>
                <a:gd name="T1" fmla="*/ 13 h 34"/>
                <a:gd name="T2" fmla="*/ 20 w 36"/>
                <a:gd name="T3" fmla="*/ 32 h 34"/>
                <a:gd name="T4" fmla="*/ 1 w 36"/>
                <a:gd name="T5" fmla="*/ 22 h 34"/>
                <a:gd name="T6" fmla="*/ 17 w 36"/>
                <a:gd name="T7" fmla="*/ 3 h 34"/>
                <a:gd name="T8" fmla="*/ 35 w 36"/>
                <a:gd name="T9" fmla="*/ 13 h 34"/>
              </a:gdLst>
              <a:ahLst/>
              <a:cxnLst>
                <a:cxn ang="0">
                  <a:pos x="T0" y="T1"/>
                </a:cxn>
                <a:cxn ang="0">
                  <a:pos x="T2" y="T3"/>
                </a:cxn>
                <a:cxn ang="0">
                  <a:pos x="T4" y="T5"/>
                </a:cxn>
                <a:cxn ang="0">
                  <a:pos x="T6" y="T7"/>
                </a:cxn>
                <a:cxn ang="0">
                  <a:pos x="T8" y="T9"/>
                </a:cxn>
              </a:cxnLst>
              <a:rect l="0" t="0" r="r" b="b"/>
              <a:pathLst>
                <a:path w="36" h="34">
                  <a:moveTo>
                    <a:pt x="35" y="13"/>
                  </a:moveTo>
                  <a:cubicBezTo>
                    <a:pt x="36" y="21"/>
                    <a:pt x="29" y="29"/>
                    <a:pt x="20" y="32"/>
                  </a:cubicBezTo>
                  <a:cubicBezTo>
                    <a:pt x="11" y="34"/>
                    <a:pt x="2" y="30"/>
                    <a:pt x="1" y="22"/>
                  </a:cubicBezTo>
                  <a:cubicBezTo>
                    <a:pt x="0" y="15"/>
                    <a:pt x="8" y="5"/>
                    <a:pt x="17" y="3"/>
                  </a:cubicBezTo>
                  <a:cubicBezTo>
                    <a:pt x="27" y="0"/>
                    <a:pt x="34" y="5"/>
                    <a:pt x="3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 name="Freeform 672">
              <a:extLst>
                <a:ext uri="{FF2B5EF4-FFF2-40B4-BE49-F238E27FC236}">
                  <a16:creationId xmlns:a16="http://schemas.microsoft.com/office/drawing/2014/main" id="{9B0ED8D0-21E7-621E-F174-E620D7811C3B}"/>
                </a:ext>
              </a:extLst>
            </p:cNvPr>
            <p:cNvSpPr>
              <a:spLocks/>
            </p:cNvSpPr>
            <p:nvPr/>
          </p:nvSpPr>
          <p:spPr bwMode="auto">
            <a:xfrm rot="5094805">
              <a:off x="1459789" y="6874927"/>
              <a:ext cx="91399" cy="116534"/>
            </a:xfrm>
            <a:custGeom>
              <a:avLst/>
              <a:gdLst>
                <a:gd name="T0" fmla="*/ 36 w 37"/>
                <a:gd name="T1" fmla="*/ 19 h 47"/>
                <a:gd name="T2" fmla="*/ 22 w 37"/>
                <a:gd name="T3" fmla="*/ 44 h 47"/>
                <a:gd name="T4" fmla="*/ 1 w 37"/>
                <a:gd name="T5" fmla="*/ 26 h 47"/>
                <a:gd name="T6" fmla="*/ 16 w 37"/>
                <a:gd name="T7" fmla="*/ 2 h 47"/>
                <a:gd name="T8" fmla="*/ 36 w 37"/>
                <a:gd name="T9" fmla="*/ 19 h 47"/>
              </a:gdLst>
              <a:ahLst/>
              <a:cxnLst>
                <a:cxn ang="0">
                  <a:pos x="T0" y="T1"/>
                </a:cxn>
                <a:cxn ang="0">
                  <a:pos x="T2" y="T3"/>
                </a:cxn>
                <a:cxn ang="0">
                  <a:pos x="T4" y="T5"/>
                </a:cxn>
                <a:cxn ang="0">
                  <a:pos x="T6" y="T7"/>
                </a:cxn>
                <a:cxn ang="0">
                  <a:pos x="T8" y="T9"/>
                </a:cxn>
              </a:cxnLst>
              <a:rect l="0" t="0" r="r" b="b"/>
              <a:pathLst>
                <a:path w="37" h="47">
                  <a:moveTo>
                    <a:pt x="36" y="19"/>
                  </a:moveTo>
                  <a:cubicBezTo>
                    <a:pt x="37" y="30"/>
                    <a:pt x="31" y="41"/>
                    <a:pt x="22" y="44"/>
                  </a:cubicBezTo>
                  <a:cubicBezTo>
                    <a:pt x="12" y="47"/>
                    <a:pt x="2" y="38"/>
                    <a:pt x="1" y="26"/>
                  </a:cubicBezTo>
                  <a:cubicBezTo>
                    <a:pt x="0" y="15"/>
                    <a:pt x="7" y="4"/>
                    <a:pt x="16" y="2"/>
                  </a:cubicBezTo>
                  <a:cubicBezTo>
                    <a:pt x="26" y="0"/>
                    <a:pt x="34" y="7"/>
                    <a:pt x="3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 name="Freeform 673">
              <a:extLst>
                <a:ext uri="{FF2B5EF4-FFF2-40B4-BE49-F238E27FC236}">
                  <a16:creationId xmlns:a16="http://schemas.microsoft.com/office/drawing/2014/main" id="{F0197F85-C131-7E1B-9C8C-5E237A0F7662}"/>
                </a:ext>
              </a:extLst>
            </p:cNvPr>
            <p:cNvSpPr>
              <a:spLocks/>
            </p:cNvSpPr>
            <p:nvPr/>
          </p:nvSpPr>
          <p:spPr bwMode="auto">
            <a:xfrm rot="5094805">
              <a:off x="1403675" y="6682637"/>
              <a:ext cx="91399" cy="116534"/>
            </a:xfrm>
            <a:custGeom>
              <a:avLst/>
              <a:gdLst>
                <a:gd name="T0" fmla="*/ 36 w 37"/>
                <a:gd name="T1" fmla="*/ 19 h 47"/>
                <a:gd name="T2" fmla="*/ 21 w 37"/>
                <a:gd name="T3" fmla="*/ 45 h 47"/>
                <a:gd name="T4" fmla="*/ 1 w 37"/>
                <a:gd name="T5" fmla="*/ 25 h 47"/>
                <a:gd name="T6" fmla="*/ 17 w 37"/>
                <a:gd name="T7" fmla="*/ 1 h 47"/>
                <a:gd name="T8" fmla="*/ 36 w 37"/>
                <a:gd name="T9" fmla="*/ 19 h 47"/>
              </a:gdLst>
              <a:ahLst/>
              <a:cxnLst>
                <a:cxn ang="0">
                  <a:pos x="T0" y="T1"/>
                </a:cxn>
                <a:cxn ang="0">
                  <a:pos x="T2" y="T3"/>
                </a:cxn>
                <a:cxn ang="0">
                  <a:pos x="T4" y="T5"/>
                </a:cxn>
                <a:cxn ang="0">
                  <a:pos x="T6" y="T7"/>
                </a:cxn>
                <a:cxn ang="0">
                  <a:pos x="T8" y="T9"/>
                </a:cxn>
              </a:cxnLst>
              <a:rect l="0" t="0" r="r" b="b"/>
              <a:pathLst>
                <a:path w="37" h="47">
                  <a:moveTo>
                    <a:pt x="36" y="19"/>
                  </a:moveTo>
                  <a:cubicBezTo>
                    <a:pt x="37" y="31"/>
                    <a:pt x="30" y="42"/>
                    <a:pt x="21" y="45"/>
                  </a:cubicBezTo>
                  <a:cubicBezTo>
                    <a:pt x="11" y="47"/>
                    <a:pt x="2" y="37"/>
                    <a:pt x="1" y="25"/>
                  </a:cubicBezTo>
                  <a:cubicBezTo>
                    <a:pt x="0" y="13"/>
                    <a:pt x="7" y="3"/>
                    <a:pt x="17" y="1"/>
                  </a:cubicBezTo>
                  <a:cubicBezTo>
                    <a:pt x="26" y="0"/>
                    <a:pt x="34" y="8"/>
                    <a:pt x="3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 name="Freeform 674">
              <a:extLst>
                <a:ext uri="{FF2B5EF4-FFF2-40B4-BE49-F238E27FC236}">
                  <a16:creationId xmlns:a16="http://schemas.microsoft.com/office/drawing/2014/main" id="{930AA29B-4A12-B7DB-E31C-C8D8341371AA}"/>
                </a:ext>
              </a:extLst>
            </p:cNvPr>
            <p:cNvSpPr>
              <a:spLocks/>
            </p:cNvSpPr>
            <p:nvPr/>
          </p:nvSpPr>
          <p:spPr bwMode="auto">
            <a:xfrm rot="5094805">
              <a:off x="1354186" y="6487463"/>
              <a:ext cx="91399" cy="116534"/>
            </a:xfrm>
            <a:custGeom>
              <a:avLst/>
              <a:gdLst>
                <a:gd name="T0" fmla="*/ 36 w 37"/>
                <a:gd name="T1" fmla="*/ 21 h 47"/>
                <a:gd name="T2" fmla="*/ 21 w 37"/>
                <a:gd name="T3" fmla="*/ 46 h 47"/>
                <a:gd name="T4" fmla="*/ 1 w 37"/>
                <a:gd name="T5" fmla="*/ 26 h 47"/>
                <a:gd name="T6" fmla="*/ 17 w 37"/>
                <a:gd name="T7" fmla="*/ 1 h 47"/>
                <a:gd name="T8" fmla="*/ 36 w 37"/>
                <a:gd name="T9" fmla="*/ 21 h 47"/>
              </a:gdLst>
              <a:ahLst/>
              <a:cxnLst>
                <a:cxn ang="0">
                  <a:pos x="T0" y="T1"/>
                </a:cxn>
                <a:cxn ang="0">
                  <a:pos x="T2" y="T3"/>
                </a:cxn>
                <a:cxn ang="0">
                  <a:pos x="T4" y="T5"/>
                </a:cxn>
                <a:cxn ang="0">
                  <a:pos x="T6" y="T7"/>
                </a:cxn>
                <a:cxn ang="0">
                  <a:pos x="T8" y="T9"/>
                </a:cxn>
              </a:cxnLst>
              <a:rect l="0" t="0" r="r" b="b"/>
              <a:pathLst>
                <a:path w="37" h="47">
                  <a:moveTo>
                    <a:pt x="36" y="21"/>
                  </a:moveTo>
                  <a:cubicBezTo>
                    <a:pt x="37" y="33"/>
                    <a:pt x="30" y="44"/>
                    <a:pt x="21" y="46"/>
                  </a:cubicBezTo>
                  <a:cubicBezTo>
                    <a:pt x="12" y="47"/>
                    <a:pt x="3" y="38"/>
                    <a:pt x="1" y="26"/>
                  </a:cubicBezTo>
                  <a:cubicBezTo>
                    <a:pt x="0" y="14"/>
                    <a:pt x="7" y="2"/>
                    <a:pt x="17" y="1"/>
                  </a:cubicBezTo>
                  <a:cubicBezTo>
                    <a:pt x="27" y="0"/>
                    <a:pt x="35" y="9"/>
                    <a:pt x="3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 name="Freeform 675">
              <a:extLst>
                <a:ext uri="{FF2B5EF4-FFF2-40B4-BE49-F238E27FC236}">
                  <a16:creationId xmlns:a16="http://schemas.microsoft.com/office/drawing/2014/main" id="{965CEDA4-59CA-D547-E7DA-FB982C0D426D}"/>
                </a:ext>
              </a:extLst>
            </p:cNvPr>
            <p:cNvSpPr>
              <a:spLocks/>
            </p:cNvSpPr>
            <p:nvPr/>
          </p:nvSpPr>
          <p:spPr bwMode="auto">
            <a:xfrm rot="5094805">
              <a:off x="1312972" y="6295096"/>
              <a:ext cx="89114" cy="116534"/>
            </a:xfrm>
            <a:custGeom>
              <a:avLst/>
              <a:gdLst>
                <a:gd name="T0" fmla="*/ 35 w 36"/>
                <a:gd name="T1" fmla="*/ 22 h 47"/>
                <a:gd name="T2" fmla="*/ 21 w 36"/>
                <a:gd name="T3" fmla="*/ 46 h 47"/>
                <a:gd name="T4" fmla="*/ 1 w 36"/>
                <a:gd name="T5" fmla="*/ 26 h 47"/>
                <a:gd name="T6" fmla="*/ 17 w 36"/>
                <a:gd name="T7" fmla="*/ 1 h 47"/>
                <a:gd name="T8" fmla="*/ 35 w 36"/>
                <a:gd name="T9" fmla="*/ 22 h 47"/>
              </a:gdLst>
              <a:ahLst/>
              <a:cxnLst>
                <a:cxn ang="0">
                  <a:pos x="T0" y="T1"/>
                </a:cxn>
                <a:cxn ang="0">
                  <a:pos x="T2" y="T3"/>
                </a:cxn>
                <a:cxn ang="0">
                  <a:pos x="T4" y="T5"/>
                </a:cxn>
                <a:cxn ang="0">
                  <a:pos x="T6" y="T7"/>
                </a:cxn>
                <a:cxn ang="0">
                  <a:pos x="T8" y="T9"/>
                </a:cxn>
              </a:cxnLst>
              <a:rect l="0" t="0" r="r" b="b"/>
              <a:pathLst>
                <a:path w="36" h="47">
                  <a:moveTo>
                    <a:pt x="35" y="22"/>
                  </a:moveTo>
                  <a:cubicBezTo>
                    <a:pt x="36" y="34"/>
                    <a:pt x="30" y="45"/>
                    <a:pt x="21" y="46"/>
                  </a:cubicBezTo>
                  <a:cubicBezTo>
                    <a:pt x="12" y="47"/>
                    <a:pt x="3" y="38"/>
                    <a:pt x="1" y="26"/>
                  </a:cubicBezTo>
                  <a:cubicBezTo>
                    <a:pt x="0" y="13"/>
                    <a:pt x="7" y="1"/>
                    <a:pt x="17" y="1"/>
                  </a:cubicBezTo>
                  <a:cubicBezTo>
                    <a:pt x="26" y="0"/>
                    <a:pt x="34" y="9"/>
                    <a:pt x="3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 name="Freeform 676">
              <a:extLst>
                <a:ext uri="{FF2B5EF4-FFF2-40B4-BE49-F238E27FC236}">
                  <a16:creationId xmlns:a16="http://schemas.microsoft.com/office/drawing/2014/main" id="{29148A1E-4D03-F021-58E5-64CBAE3FAAE8}"/>
                </a:ext>
              </a:extLst>
            </p:cNvPr>
            <p:cNvSpPr>
              <a:spLocks/>
            </p:cNvSpPr>
            <p:nvPr/>
          </p:nvSpPr>
          <p:spPr bwMode="auto">
            <a:xfrm rot="5094805">
              <a:off x="1261718" y="6102488"/>
              <a:ext cx="86829" cy="123389"/>
            </a:xfrm>
            <a:custGeom>
              <a:avLst/>
              <a:gdLst>
                <a:gd name="T0" fmla="*/ 34 w 35"/>
                <a:gd name="T1" fmla="*/ 20 h 50"/>
                <a:gd name="T2" fmla="*/ 20 w 35"/>
                <a:gd name="T3" fmla="*/ 47 h 50"/>
                <a:gd name="T4" fmla="*/ 0 w 35"/>
                <a:gd name="T5" fmla="*/ 27 h 50"/>
                <a:gd name="T6" fmla="*/ 16 w 35"/>
                <a:gd name="T7" fmla="*/ 2 h 50"/>
                <a:gd name="T8" fmla="*/ 34 w 35"/>
                <a:gd name="T9" fmla="*/ 20 h 50"/>
              </a:gdLst>
              <a:ahLst/>
              <a:cxnLst>
                <a:cxn ang="0">
                  <a:pos x="T0" y="T1"/>
                </a:cxn>
                <a:cxn ang="0">
                  <a:pos x="T2" y="T3"/>
                </a:cxn>
                <a:cxn ang="0">
                  <a:pos x="T4" y="T5"/>
                </a:cxn>
                <a:cxn ang="0">
                  <a:pos x="T6" y="T7"/>
                </a:cxn>
                <a:cxn ang="0">
                  <a:pos x="T8" y="T9"/>
                </a:cxn>
              </a:cxnLst>
              <a:rect l="0" t="0" r="r" b="b"/>
              <a:pathLst>
                <a:path w="35" h="50">
                  <a:moveTo>
                    <a:pt x="34" y="20"/>
                  </a:moveTo>
                  <a:cubicBezTo>
                    <a:pt x="35" y="32"/>
                    <a:pt x="29" y="44"/>
                    <a:pt x="20" y="47"/>
                  </a:cubicBezTo>
                  <a:cubicBezTo>
                    <a:pt x="11" y="50"/>
                    <a:pt x="1" y="40"/>
                    <a:pt x="0" y="27"/>
                  </a:cubicBezTo>
                  <a:cubicBezTo>
                    <a:pt x="0" y="15"/>
                    <a:pt x="7" y="4"/>
                    <a:pt x="16" y="2"/>
                  </a:cubicBezTo>
                  <a:cubicBezTo>
                    <a:pt x="25" y="0"/>
                    <a:pt x="33" y="7"/>
                    <a:pt x="34"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 name="Freeform 677">
              <a:extLst>
                <a:ext uri="{FF2B5EF4-FFF2-40B4-BE49-F238E27FC236}">
                  <a16:creationId xmlns:a16="http://schemas.microsoft.com/office/drawing/2014/main" id="{5E9CF5E8-9989-91E1-146A-8B267A5EAF13}"/>
                </a:ext>
              </a:extLst>
            </p:cNvPr>
            <p:cNvSpPr>
              <a:spLocks/>
            </p:cNvSpPr>
            <p:nvPr/>
          </p:nvSpPr>
          <p:spPr bwMode="auto">
            <a:xfrm rot="5094805">
              <a:off x="1193183" y="5912349"/>
              <a:ext cx="89114" cy="123389"/>
            </a:xfrm>
            <a:custGeom>
              <a:avLst/>
              <a:gdLst>
                <a:gd name="T0" fmla="*/ 35 w 36"/>
                <a:gd name="T1" fmla="*/ 19 h 50"/>
                <a:gd name="T2" fmla="*/ 21 w 36"/>
                <a:gd name="T3" fmla="*/ 47 h 50"/>
                <a:gd name="T4" fmla="*/ 1 w 36"/>
                <a:gd name="T5" fmla="*/ 29 h 50"/>
                <a:gd name="T6" fmla="*/ 16 w 36"/>
                <a:gd name="T7" fmla="*/ 3 h 50"/>
                <a:gd name="T8" fmla="*/ 35 w 36"/>
                <a:gd name="T9" fmla="*/ 19 h 50"/>
              </a:gdLst>
              <a:ahLst/>
              <a:cxnLst>
                <a:cxn ang="0">
                  <a:pos x="T0" y="T1"/>
                </a:cxn>
                <a:cxn ang="0">
                  <a:pos x="T2" y="T3"/>
                </a:cxn>
                <a:cxn ang="0">
                  <a:pos x="T4" y="T5"/>
                </a:cxn>
                <a:cxn ang="0">
                  <a:pos x="T6" y="T7"/>
                </a:cxn>
                <a:cxn ang="0">
                  <a:pos x="T8" y="T9"/>
                </a:cxn>
              </a:cxnLst>
              <a:rect l="0" t="0" r="r" b="b"/>
              <a:pathLst>
                <a:path w="36" h="50">
                  <a:moveTo>
                    <a:pt x="35" y="19"/>
                  </a:moveTo>
                  <a:cubicBezTo>
                    <a:pt x="36" y="32"/>
                    <a:pt x="30" y="44"/>
                    <a:pt x="21" y="47"/>
                  </a:cubicBezTo>
                  <a:cubicBezTo>
                    <a:pt x="12" y="50"/>
                    <a:pt x="2" y="41"/>
                    <a:pt x="1" y="29"/>
                  </a:cubicBezTo>
                  <a:cubicBezTo>
                    <a:pt x="0" y="17"/>
                    <a:pt x="7" y="5"/>
                    <a:pt x="16" y="3"/>
                  </a:cubicBezTo>
                  <a:cubicBezTo>
                    <a:pt x="25" y="0"/>
                    <a:pt x="34" y="7"/>
                    <a:pt x="35"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 name="Freeform 678">
              <a:extLst>
                <a:ext uri="{FF2B5EF4-FFF2-40B4-BE49-F238E27FC236}">
                  <a16:creationId xmlns:a16="http://schemas.microsoft.com/office/drawing/2014/main" id="{2357B441-E236-8BA9-E788-8AE130631447}"/>
                </a:ext>
              </a:extLst>
            </p:cNvPr>
            <p:cNvSpPr>
              <a:spLocks/>
            </p:cNvSpPr>
            <p:nvPr/>
          </p:nvSpPr>
          <p:spPr bwMode="auto">
            <a:xfrm rot="5094805">
              <a:off x="1126199" y="5730291"/>
              <a:ext cx="86829" cy="116534"/>
            </a:xfrm>
            <a:custGeom>
              <a:avLst/>
              <a:gdLst>
                <a:gd name="T0" fmla="*/ 34 w 35"/>
                <a:gd name="T1" fmla="*/ 19 h 48"/>
                <a:gd name="T2" fmla="*/ 20 w 35"/>
                <a:gd name="T3" fmla="*/ 45 h 48"/>
                <a:gd name="T4" fmla="*/ 0 w 35"/>
                <a:gd name="T5" fmla="*/ 27 h 48"/>
                <a:gd name="T6" fmla="*/ 16 w 35"/>
                <a:gd name="T7" fmla="*/ 2 h 48"/>
                <a:gd name="T8" fmla="*/ 34 w 35"/>
                <a:gd name="T9" fmla="*/ 19 h 48"/>
              </a:gdLst>
              <a:ahLst/>
              <a:cxnLst>
                <a:cxn ang="0">
                  <a:pos x="T0" y="T1"/>
                </a:cxn>
                <a:cxn ang="0">
                  <a:pos x="T2" y="T3"/>
                </a:cxn>
                <a:cxn ang="0">
                  <a:pos x="T4" y="T5"/>
                </a:cxn>
                <a:cxn ang="0">
                  <a:pos x="T6" y="T7"/>
                </a:cxn>
                <a:cxn ang="0">
                  <a:pos x="T8" y="T9"/>
                </a:cxn>
              </a:cxnLst>
              <a:rect l="0" t="0" r="r" b="b"/>
              <a:pathLst>
                <a:path w="35" h="48">
                  <a:moveTo>
                    <a:pt x="34" y="19"/>
                  </a:moveTo>
                  <a:cubicBezTo>
                    <a:pt x="35" y="31"/>
                    <a:pt x="29" y="43"/>
                    <a:pt x="20" y="45"/>
                  </a:cubicBezTo>
                  <a:cubicBezTo>
                    <a:pt x="11" y="48"/>
                    <a:pt x="1" y="39"/>
                    <a:pt x="0" y="27"/>
                  </a:cubicBezTo>
                  <a:cubicBezTo>
                    <a:pt x="0" y="16"/>
                    <a:pt x="7" y="5"/>
                    <a:pt x="16" y="2"/>
                  </a:cubicBezTo>
                  <a:cubicBezTo>
                    <a:pt x="25" y="0"/>
                    <a:pt x="33" y="7"/>
                    <a:pt x="34"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 name="Freeform 679">
              <a:extLst>
                <a:ext uri="{FF2B5EF4-FFF2-40B4-BE49-F238E27FC236}">
                  <a16:creationId xmlns:a16="http://schemas.microsoft.com/office/drawing/2014/main" id="{2D6F502F-39FD-1EB6-D2B1-C0BF6728ED93}"/>
                </a:ext>
              </a:extLst>
            </p:cNvPr>
            <p:cNvSpPr>
              <a:spLocks/>
            </p:cNvSpPr>
            <p:nvPr/>
          </p:nvSpPr>
          <p:spPr bwMode="auto">
            <a:xfrm rot="5094805">
              <a:off x="1055697" y="5545012"/>
              <a:ext cx="86829" cy="114249"/>
            </a:xfrm>
            <a:custGeom>
              <a:avLst/>
              <a:gdLst>
                <a:gd name="T0" fmla="*/ 34 w 35"/>
                <a:gd name="T1" fmla="*/ 18 h 46"/>
                <a:gd name="T2" fmla="*/ 20 w 35"/>
                <a:gd name="T3" fmla="*/ 43 h 46"/>
                <a:gd name="T4" fmla="*/ 1 w 35"/>
                <a:gd name="T5" fmla="*/ 26 h 46"/>
                <a:gd name="T6" fmla="*/ 16 w 35"/>
                <a:gd name="T7" fmla="*/ 2 h 46"/>
                <a:gd name="T8" fmla="*/ 34 w 35"/>
                <a:gd name="T9" fmla="*/ 18 h 46"/>
              </a:gdLst>
              <a:ahLst/>
              <a:cxnLst>
                <a:cxn ang="0">
                  <a:pos x="T0" y="T1"/>
                </a:cxn>
                <a:cxn ang="0">
                  <a:pos x="T2" y="T3"/>
                </a:cxn>
                <a:cxn ang="0">
                  <a:pos x="T4" y="T5"/>
                </a:cxn>
                <a:cxn ang="0">
                  <a:pos x="T6" y="T7"/>
                </a:cxn>
                <a:cxn ang="0">
                  <a:pos x="T8" y="T9"/>
                </a:cxn>
              </a:cxnLst>
              <a:rect l="0" t="0" r="r" b="b"/>
              <a:pathLst>
                <a:path w="35" h="46">
                  <a:moveTo>
                    <a:pt x="34" y="18"/>
                  </a:moveTo>
                  <a:cubicBezTo>
                    <a:pt x="35" y="29"/>
                    <a:pt x="29" y="40"/>
                    <a:pt x="20" y="43"/>
                  </a:cubicBezTo>
                  <a:cubicBezTo>
                    <a:pt x="11" y="46"/>
                    <a:pt x="1" y="38"/>
                    <a:pt x="1" y="26"/>
                  </a:cubicBezTo>
                  <a:cubicBezTo>
                    <a:pt x="0" y="16"/>
                    <a:pt x="7" y="5"/>
                    <a:pt x="16" y="2"/>
                  </a:cubicBezTo>
                  <a:cubicBezTo>
                    <a:pt x="25" y="0"/>
                    <a:pt x="33" y="6"/>
                    <a:pt x="3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 name="Freeform 680">
              <a:extLst>
                <a:ext uri="{FF2B5EF4-FFF2-40B4-BE49-F238E27FC236}">
                  <a16:creationId xmlns:a16="http://schemas.microsoft.com/office/drawing/2014/main" id="{98E9B1B6-AF76-812B-37E4-9B6B1C173AE3}"/>
                </a:ext>
              </a:extLst>
            </p:cNvPr>
            <p:cNvSpPr>
              <a:spLocks/>
            </p:cNvSpPr>
            <p:nvPr/>
          </p:nvSpPr>
          <p:spPr bwMode="auto">
            <a:xfrm rot="5094805">
              <a:off x="983014" y="5362115"/>
              <a:ext cx="89114" cy="109679"/>
            </a:xfrm>
            <a:custGeom>
              <a:avLst/>
              <a:gdLst>
                <a:gd name="T0" fmla="*/ 34 w 36"/>
                <a:gd name="T1" fmla="*/ 16 h 44"/>
                <a:gd name="T2" fmla="*/ 21 w 36"/>
                <a:gd name="T3" fmla="*/ 41 h 44"/>
                <a:gd name="T4" fmla="*/ 1 w 36"/>
                <a:gd name="T5" fmla="*/ 26 h 44"/>
                <a:gd name="T6" fmla="*/ 16 w 36"/>
                <a:gd name="T7" fmla="*/ 3 h 44"/>
                <a:gd name="T8" fmla="*/ 34 w 36"/>
                <a:gd name="T9" fmla="*/ 16 h 44"/>
              </a:gdLst>
              <a:ahLst/>
              <a:cxnLst>
                <a:cxn ang="0">
                  <a:pos x="T0" y="T1"/>
                </a:cxn>
                <a:cxn ang="0">
                  <a:pos x="T2" y="T3"/>
                </a:cxn>
                <a:cxn ang="0">
                  <a:pos x="T4" y="T5"/>
                </a:cxn>
                <a:cxn ang="0">
                  <a:pos x="T6" y="T7"/>
                </a:cxn>
                <a:cxn ang="0">
                  <a:pos x="T8" y="T9"/>
                </a:cxn>
              </a:cxnLst>
              <a:rect l="0" t="0" r="r" b="b"/>
              <a:pathLst>
                <a:path w="36" h="44">
                  <a:moveTo>
                    <a:pt x="34" y="16"/>
                  </a:moveTo>
                  <a:cubicBezTo>
                    <a:pt x="36" y="27"/>
                    <a:pt x="30" y="38"/>
                    <a:pt x="21" y="41"/>
                  </a:cubicBezTo>
                  <a:cubicBezTo>
                    <a:pt x="12" y="44"/>
                    <a:pt x="2" y="37"/>
                    <a:pt x="1" y="26"/>
                  </a:cubicBezTo>
                  <a:cubicBezTo>
                    <a:pt x="0" y="16"/>
                    <a:pt x="7" y="6"/>
                    <a:pt x="16" y="3"/>
                  </a:cubicBezTo>
                  <a:cubicBezTo>
                    <a:pt x="25" y="0"/>
                    <a:pt x="33" y="6"/>
                    <a:pt x="34"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 name="Freeform 681">
              <a:extLst>
                <a:ext uri="{FF2B5EF4-FFF2-40B4-BE49-F238E27FC236}">
                  <a16:creationId xmlns:a16="http://schemas.microsoft.com/office/drawing/2014/main" id="{F730DFF4-6C2F-E715-F865-0FA745C59874}"/>
                </a:ext>
              </a:extLst>
            </p:cNvPr>
            <p:cNvSpPr>
              <a:spLocks/>
            </p:cNvSpPr>
            <p:nvPr/>
          </p:nvSpPr>
          <p:spPr bwMode="auto">
            <a:xfrm rot="5094805">
              <a:off x="912309" y="5179130"/>
              <a:ext cx="89114" cy="98254"/>
            </a:xfrm>
            <a:custGeom>
              <a:avLst/>
              <a:gdLst>
                <a:gd name="T0" fmla="*/ 35 w 36"/>
                <a:gd name="T1" fmla="*/ 15 h 40"/>
                <a:gd name="T2" fmla="*/ 21 w 36"/>
                <a:gd name="T3" fmla="*/ 38 h 40"/>
                <a:gd name="T4" fmla="*/ 2 w 36"/>
                <a:gd name="T5" fmla="*/ 26 h 40"/>
                <a:gd name="T6" fmla="*/ 17 w 36"/>
                <a:gd name="T7" fmla="*/ 3 h 40"/>
                <a:gd name="T8" fmla="*/ 35 w 36"/>
                <a:gd name="T9" fmla="*/ 15 h 40"/>
              </a:gdLst>
              <a:ahLst/>
              <a:cxnLst>
                <a:cxn ang="0">
                  <a:pos x="T0" y="T1"/>
                </a:cxn>
                <a:cxn ang="0">
                  <a:pos x="T2" y="T3"/>
                </a:cxn>
                <a:cxn ang="0">
                  <a:pos x="T4" y="T5"/>
                </a:cxn>
                <a:cxn ang="0">
                  <a:pos x="T6" y="T7"/>
                </a:cxn>
                <a:cxn ang="0">
                  <a:pos x="T8" y="T9"/>
                </a:cxn>
              </a:cxnLst>
              <a:rect l="0" t="0" r="r" b="b"/>
              <a:pathLst>
                <a:path w="36" h="40">
                  <a:moveTo>
                    <a:pt x="35" y="15"/>
                  </a:moveTo>
                  <a:cubicBezTo>
                    <a:pt x="36" y="25"/>
                    <a:pt x="30" y="35"/>
                    <a:pt x="21" y="38"/>
                  </a:cubicBezTo>
                  <a:cubicBezTo>
                    <a:pt x="12" y="40"/>
                    <a:pt x="3" y="35"/>
                    <a:pt x="2" y="26"/>
                  </a:cubicBezTo>
                  <a:cubicBezTo>
                    <a:pt x="0" y="16"/>
                    <a:pt x="7" y="5"/>
                    <a:pt x="17" y="3"/>
                  </a:cubicBezTo>
                  <a:cubicBezTo>
                    <a:pt x="26" y="0"/>
                    <a:pt x="34" y="6"/>
                    <a:pt x="3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 name="Freeform 682">
              <a:extLst>
                <a:ext uri="{FF2B5EF4-FFF2-40B4-BE49-F238E27FC236}">
                  <a16:creationId xmlns:a16="http://schemas.microsoft.com/office/drawing/2014/main" id="{71F5BCC9-032C-3B73-7351-8492212B2A87}"/>
                </a:ext>
              </a:extLst>
            </p:cNvPr>
            <p:cNvSpPr>
              <a:spLocks/>
            </p:cNvSpPr>
            <p:nvPr/>
          </p:nvSpPr>
          <p:spPr bwMode="auto">
            <a:xfrm rot="5094805">
              <a:off x="839636" y="4996435"/>
              <a:ext cx="86829" cy="93684"/>
            </a:xfrm>
            <a:custGeom>
              <a:avLst/>
              <a:gdLst>
                <a:gd name="T0" fmla="*/ 34 w 35"/>
                <a:gd name="T1" fmla="*/ 14 h 38"/>
                <a:gd name="T2" fmla="*/ 20 w 35"/>
                <a:gd name="T3" fmla="*/ 35 h 38"/>
                <a:gd name="T4" fmla="*/ 1 w 35"/>
                <a:gd name="T5" fmla="*/ 25 h 38"/>
                <a:gd name="T6" fmla="*/ 16 w 35"/>
                <a:gd name="T7" fmla="*/ 3 h 38"/>
                <a:gd name="T8" fmla="*/ 34 w 35"/>
                <a:gd name="T9" fmla="*/ 14 h 38"/>
              </a:gdLst>
              <a:ahLst/>
              <a:cxnLst>
                <a:cxn ang="0">
                  <a:pos x="T0" y="T1"/>
                </a:cxn>
                <a:cxn ang="0">
                  <a:pos x="T2" y="T3"/>
                </a:cxn>
                <a:cxn ang="0">
                  <a:pos x="T4" y="T5"/>
                </a:cxn>
                <a:cxn ang="0">
                  <a:pos x="T6" y="T7"/>
                </a:cxn>
                <a:cxn ang="0">
                  <a:pos x="T8" y="T9"/>
                </a:cxn>
              </a:cxnLst>
              <a:rect l="0" t="0" r="r" b="b"/>
              <a:pathLst>
                <a:path w="35" h="38">
                  <a:moveTo>
                    <a:pt x="34" y="14"/>
                  </a:moveTo>
                  <a:cubicBezTo>
                    <a:pt x="35" y="23"/>
                    <a:pt x="29" y="33"/>
                    <a:pt x="20" y="35"/>
                  </a:cubicBezTo>
                  <a:cubicBezTo>
                    <a:pt x="11" y="38"/>
                    <a:pt x="2" y="33"/>
                    <a:pt x="1" y="25"/>
                  </a:cubicBezTo>
                  <a:cubicBezTo>
                    <a:pt x="0" y="16"/>
                    <a:pt x="7" y="6"/>
                    <a:pt x="16" y="3"/>
                  </a:cubicBezTo>
                  <a:cubicBezTo>
                    <a:pt x="26" y="0"/>
                    <a:pt x="33" y="5"/>
                    <a:pt x="3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 name="Freeform 686">
              <a:extLst>
                <a:ext uri="{FF2B5EF4-FFF2-40B4-BE49-F238E27FC236}">
                  <a16:creationId xmlns:a16="http://schemas.microsoft.com/office/drawing/2014/main" id="{8F5AB76D-B242-850C-06AF-BAEBB12A1218}"/>
                </a:ext>
              </a:extLst>
            </p:cNvPr>
            <p:cNvSpPr>
              <a:spLocks/>
            </p:cNvSpPr>
            <p:nvPr/>
          </p:nvSpPr>
          <p:spPr bwMode="auto">
            <a:xfrm rot="5094805">
              <a:off x="803163" y="4711849"/>
              <a:ext cx="84544" cy="75404"/>
            </a:xfrm>
            <a:custGeom>
              <a:avLst/>
              <a:gdLst>
                <a:gd name="T0" fmla="*/ 19 w 35"/>
                <a:gd name="T1" fmla="*/ 28 h 31"/>
                <a:gd name="T2" fmla="*/ 1 w 35"/>
                <a:gd name="T3" fmla="*/ 21 h 31"/>
                <a:gd name="T4" fmla="*/ 16 w 35"/>
                <a:gd name="T5" fmla="*/ 3 h 31"/>
                <a:gd name="T6" fmla="*/ 34 w 35"/>
                <a:gd name="T7" fmla="*/ 9 h 31"/>
                <a:gd name="T8" fmla="*/ 19 w 35"/>
                <a:gd name="T9" fmla="*/ 28 h 31"/>
              </a:gdLst>
              <a:ahLst/>
              <a:cxnLst>
                <a:cxn ang="0">
                  <a:pos x="T0" y="T1"/>
                </a:cxn>
                <a:cxn ang="0">
                  <a:pos x="T2" y="T3"/>
                </a:cxn>
                <a:cxn ang="0">
                  <a:pos x="T4" y="T5"/>
                </a:cxn>
                <a:cxn ang="0">
                  <a:pos x="T6" y="T7"/>
                </a:cxn>
                <a:cxn ang="0">
                  <a:pos x="T8" y="T9"/>
                </a:cxn>
              </a:cxnLst>
              <a:rect l="0" t="0" r="r" b="b"/>
              <a:pathLst>
                <a:path w="35" h="31">
                  <a:moveTo>
                    <a:pt x="19" y="28"/>
                  </a:moveTo>
                  <a:cubicBezTo>
                    <a:pt x="10" y="31"/>
                    <a:pt x="1" y="28"/>
                    <a:pt x="1" y="21"/>
                  </a:cubicBezTo>
                  <a:cubicBezTo>
                    <a:pt x="0" y="14"/>
                    <a:pt x="7" y="6"/>
                    <a:pt x="16" y="3"/>
                  </a:cubicBezTo>
                  <a:cubicBezTo>
                    <a:pt x="25" y="0"/>
                    <a:pt x="33" y="3"/>
                    <a:pt x="34" y="9"/>
                  </a:cubicBezTo>
                  <a:cubicBezTo>
                    <a:pt x="35" y="16"/>
                    <a:pt x="28" y="25"/>
                    <a:pt x="19"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 name="Freeform 687">
              <a:extLst>
                <a:ext uri="{FF2B5EF4-FFF2-40B4-BE49-F238E27FC236}">
                  <a16:creationId xmlns:a16="http://schemas.microsoft.com/office/drawing/2014/main" id="{C10E635B-9E14-8932-D183-2A6D7FD0ECF7}"/>
                </a:ext>
              </a:extLst>
            </p:cNvPr>
            <p:cNvSpPr>
              <a:spLocks/>
            </p:cNvSpPr>
            <p:nvPr/>
          </p:nvSpPr>
          <p:spPr bwMode="auto">
            <a:xfrm rot="5094805">
              <a:off x="715582" y="4529029"/>
              <a:ext cx="89114" cy="70834"/>
            </a:xfrm>
            <a:custGeom>
              <a:avLst/>
              <a:gdLst>
                <a:gd name="T0" fmla="*/ 16 w 36"/>
                <a:gd name="T1" fmla="*/ 4 h 29"/>
                <a:gd name="T2" fmla="*/ 35 w 36"/>
                <a:gd name="T3" fmla="*/ 8 h 29"/>
                <a:gd name="T4" fmla="*/ 21 w 36"/>
                <a:gd name="T5" fmla="*/ 25 h 29"/>
                <a:gd name="T6" fmla="*/ 1 w 36"/>
                <a:gd name="T7" fmla="*/ 21 h 29"/>
                <a:gd name="T8" fmla="*/ 16 w 36"/>
                <a:gd name="T9" fmla="*/ 4 h 29"/>
              </a:gdLst>
              <a:ahLst/>
              <a:cxnLst>
                <a:cxn ang="0">
                  <a:pos x="T0" y="T1"/>
                </a:cxn>
                <a:cxn ang="0">
                  <a:pos x="T2" y="T3"/>
                </a:cxn>
                <a:cxn ang="0">
                  <a:pos x="T4" y="T5"/>
                </a:cxn>
                <a:cxn ang="0">
                  <a:pos x="T6" y="T7"/>
                </a:cxn>
                <a:cxn ang="0">
                  <a:pos x="T8" y="T9"/>
                </a:cxn>
              </a:cxnLst>
              <a:rect l="0" t="0" r="r" b="b"/>
              <a:pathLst>
                <a:path w="36" h="29">
                  <a:moveTo>
                    <a:pt x="16" y="4"/>
                  </a:moveTo>
                  <a:cubicBezTo>
                    <a:pt x="25" y="0"/>
                    <a:pt x="34" y="2"/>
                    <a:pt x="35" y="8"/>
                  </a:cubicBezTo>
                  <a:cubicBezTo>
                    <a:pt x="36" y="14"/>
                    <a:pt x="29" y="22"/>
                    <a:pt x="21" y="25"/>
                  </a:cubicBezTo>
                  <a:cubicBezTo>
                    <a:pt x="11" y="29"/>
                    <a:pt x="3" y="27"/>
                    <a:pt x="1" y="21"/>
                  </a:cubicBezTo>
                  <a:cubicBezTo>
                    <a:pt x="0" y="15"/>
                    <a:pt x="6" y="7"/>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 name="Freeform 688">
              <a:extLst>
                <a:ext uri="{FF2B5EF4-FFF2-40B4-BE49-F238E27FC236}">
                  <a16:creationId xmlns:a16="http://schemas.microsoft.com/office/drawing/2014/main" id="{128578CE-02FA-106B-471A-B5E1D41B0CC6}"/>
                </a:ext>
              </a:extLst>
            </p:cNvPr>
            <p:cNvSpPr>
              <a:spLocks/>
            </p:cNvSpPr>
            <p:nvPr/>
          </p:nvSpPr>
          <p:spPr bwMode="auto">
            <a:xfrm rot="5094805">
              <a:off x="629253" y="4347551"/>
              <a:ext cx="86829" cy="66264"/>
            </a:xfrm>
            <a:custGeom>
              <a:avLst/>
              <a:gdLst>
                <a:gd name="T0" fmla="*/ 19 w 35"/>
                <a:gd name="T1" fmla="*/ 23 h 26"/>
                <a:gd name="T2" fmla="*/ 1 w 35"/>
                <a:gd name="T3" fmla="*/ 19 h 26"/>
                <a:gd name="T4" fmla="*/ 17 w 35"/>
                <a:gd name="T5" fmla="*/ 3 h 26"/>
                <a:gd name="T6" fmla="*/ 34 w 35"/>
                <a:gd name="T7" fmla="*/ 7 h 26"/>
                <a:gd name="T8" fmla="*/ 19 w 35"/>
                <a:gd name="T9" fmla="*/ 23 h 26"/>
              </a:gdLst>
              <a:ahLst/>
              <a:cxnLst>
                <a:cxn ang="0">
                  <a:pos x="T0" y="T1"/>
                </a:cxn>
                <a:cxn ang="0">
                  <a:pos x="T2" y="T3"/>
                </a:cxn>
                <a:cxn ang="0">
                  <a:pos x="T4" y="T5"/>
                </a:cxn>
                <a:cxn ang="0">
                  <a:pos x="T6" y="T7"/>
                </a:cxn>
                <a:cxn ang="0">
                  <a:pos x="T8" y="T9"/>
                </a:cxn>
              </a:cxnLst>
              <a:rect l="0" t="0" r="r" b="b"/>
              <a:pathLst>
                <a:path w="35" h="26">
                  <a:moveTo>
                    <a:pt x="19" y="23"/>
                  </a:moveTo>
                  <a:cubicBezTo>
                    <a:pt x="10" y="26"/>
                    <a:pt x="2" y="25"/>
                    <a:pt x="1" y="19"/>
                  </a:cubicBezTo>
                  <a:cubicBezTo>
                    <a:pt x="0" y="14"/>
                    <a:pt x="7" y="7"/>
                    <a:pt x="17" y="3"/>
                  </a:cubicBezTo>
                  <a:cubicBezTo>
                    <a:pt x="25" y="0"/>
                    <a:pt x="33" y="2"/>
                    <a:pt x="34" y="7"/>
                  </a:cubicBezTo>
                  <a:cubicBezTo>
                    <a:pt x="35" y="12"/>
                    <a:pt x="28" y="20"/>
                    <a:pt x="1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 name="Freeform 689">
              <a:extLst>
                <a:ext uri="{FF2B5EF4-FFF2-40B4-BE49-F238E27FC236}">
                  <a16:creationId xmlns:a16="http://schemas.microsoft.com/office/drawing/2014/main" id="{1238E1AB-3310-C555-D0BF-C149B08B22A2}"/>
                </a:ext>
              </a:extLst>
            </p:cNvPr>
            <p:cNvSpPr>
              <a:spLocks/>
            </p:cNvSpPr>
            <p:nvPr/>
          </p:nvSpPr>
          <p:spPr bwMode="auto">
            <a:xfrm rot="5094805">
              <a:off x="539606" y="4169697"/>
              <a:ext cx="86829" cy="57124"/>
            </a:xfrm>
            <a:custGeom>
              <a:avLst/>
              <a:gdLst>
                <a:gd name="T0" fmla="*/ 19 w 35"/>
                <a:gd name="T1" fmla="*/ 20 h 23"/>
                <a:gd name="T2" fmla="*/ 1 w 35"/>
                <a:gd name="T3" fmla="*/ 18 h 23"/>
                <a:gd name="T4" fmla="*/ 16 w 35"/>
                <a:gd name="T5" fmla="*/ 3 h 23"/>
                <a:gd name="T6" fmla="*/ 34 w 35"/>
                <a:gd name="T7" fmla="*/ 5 h 23"/>
                <a:gd name="T8" fmla="*/ 19 w 35"/>
                <a:gd name="T9" fmla="*/ 20 h 23"/>
              </a:gdLst>
              <a:ahLst/>
              <a:cxnLst>
                <a:cxn ang="0">
                  <a:pos x="T0" y="T1"/>
                </a:cxn>
                <a:cxn ang="0">
                  <a:pos x="T2" y="T3"/>
                </a:cxn>
                <a:cxn ang="0">
                  <a:pos x="T4" y="T5"/>
                </a:cxn>
                <a:cxn ang="0">
                  <a:pos x="T6" y="T7"/>
                </a:cxn>
                <a:cxn ang="0">
                  <a:pos x="T8" y="T9"/>
                </a:cxn>
              </a:cxnLst>
              <a:rect l="0" t="0" r="r" b="b"/>
              <a:pathLst>
                <a:path w="35" h="23">
                  <a:moveTo>
                    <a:pt x="19" y="20"/>
                  </a:moveTo>
                  <a:cubicBezTo>
                    <a:pt x="10" y="23"/>
                    <a:pt x="1" y="23"/>
                    <a:pt x="1" y="18"/>
                  </a:cubicBezTo>
                  <a:cubicBezTo>
                    <a:pt x="0" y="14"/>
                    <a:pt x="7" y="7"/>
                    <a:pt x="16" y="3"/>
                  </a:cubicBezTo>
                  <a:cubicBezTo>
                    <a:pt x="25" y="0"/>
                    <a:pt x="33" y="1"/>
                    <a:pt x="34" y="5"/>
                  </a:cubicBezTo>
                  <a:cubicBezTo>
                    <a:pt x="35" y="10"/>
                    <a:pt x="28" y="16"/>
                    <a:pt x="19"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 name="Freeform 690">
              <a:extLst>
                <a:ext uri="{FF2B5EF4-FFF2-40B4-BE49-F238E27FC236}">
                  <a16:creationId xmlns:a16="http://schemas.microsoft.com/office/drawing/2014/main" id="{DE5AA7A5-CD0F-3E1A-AE65-B632677C327A}"/>
                </a:ext>
              </a:extLst>
            </p:cNvPr>
            <p:cNvSpPr>
              <a:spLocks/>
            </p:cNvSpPr>
            <p:nvPr/>
          </p:nvSpPr>
          <p:spPr bwMode="auto">
            <a:xfrm rot="5094805">
              <a:off x="446441" y="3990908"/>
              <a:ext cx="89114" cy="47985"/>
            </a:xfrm>
            <a:custGeom>
              <a:avLst/>
              <a:gdLst>
                <a:gd name="T0" fmla="*/ 20 w 36"/>
                <a:gd name="T1" fmla="*/ 17 h 20"/>
                <a:gd name="T2" fmla="*/ 1 w 36"/>
                <a:gd name="T3" fmla="*/ 16 h 20"/>
                <a:gd name="T4" fmla="*/ 17 w 36"/>
                <a:gd name="T5" fmla="*/ 3 h 20"/>
                <a:gd name="T6" fmla="*/ 34 w 36"/>
                <a:gd name="T7" fmla="*/ 4 h 20"/>
                <a:gd name="T8" fmla="*/ 20 w 36"/>
                <a:gd name="T9" fmla="*/ 17 h 20"/>
              </a:gdLst>
              <a:ahLst/>
              <a:cxnLst>
                <a:cxn ang="0">
                  <a:pos x="T0" y="T1"/>
                </a:cxn>
                <a:cxn ang="0">
                  <a:pos x="T2" y="T3"/>
                </a:cxn>
                <a:cxn ang="0">
                  <a:pos x="T4" y="T5"/>
                </a:cxn>
                <a:cxn ang="0">
                  <a:pos x="T6" y="T7"/>
                </a:cxn>
                <a:cxn ang="0">
                  <a:pos x="T8" y="T9"/>
                </a:cxn>
              </a:cxnLst>
              <a:rect l="0" t="0" r="r" b="b"/>
              <a:pathLst>
                <a:path w="36" h="20">
                  <a:moveTo>
                    <a:pt x="20" y="17"/>
                  </a:moveTo>
                  <a:cubicBezTo>
                    <a:pt x="10" y="20"/>
                    <a:pt x="2" y="20"/>
                    <a:pt x="1" y="16"/>
                  </a:cubicBezTo>
                  <a:cubicBezTo>
                    <a:pt x="0" y="12"/>
                    <a:pt x="7" y="6"/>
                    <a:pt x="17" y="3"/>
                  </a:cubicBezTo>
                  <a:cubicBezTo>
                    <a:pt x="25" y="0"/>
                    <a:pt x="33" y="0"/>
                    <a:pt x="34" y="4"/>
                  </a:cubicBezTo>
                  <a:cubicBezTo>
                    <a:pt x="36" y="7"/>
                    <a:pt x="29" y="14"/>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 name="Freeform 691">
              <a:extLst>
                <a:ext uri="{FF2B5EF4-FFF2-40B4-BE49-F238E27FC236}">
                  <a16:creationId xmlns:a16="http://schemas.microsoft.com/office/drawing/2014/main" id="{FFE8F5A6-BB14-2EAB-1832-1ED60E09269F}"/>
                </a:ext>
              </a:extLst>
            </p:cNvPr>
            <p:cNvSpPr>
              <a:spLocks/>
            </p:cNvSpPr>
            <p:nvPr/>
          </p:nvSpPr>
          <p:spPr bwMode="auto">
            <a:xfrm rot="5094805">
              <a:off x="361047" y="3805910"/>
              <a:ext cx="86829" cy="45700"/>
            </a:xfrm>
            <a:custGeom>
              <a:avLst/>
              <a:gdLst>
                <a:gd name="T0" fmla="*/ 19 w 35"/>
                <a:gd name="T1" fmla="*/ 15 h 19"/>
                <a:gd name="T2" fmla="*/ 1 w 35"/>
                <a:gd name="T3" fmla="*/ 15 h 19"/>
                <a:gd name="T4" fmla="*/ 16 w 35"/>
                <a:gd name="T5" fmla="*/ 3 h 19"/>
                <a:gd name="T6" fmla="*/ 34 w 35"/>
                <a:gd name="T7" fmla="*/ 3 h 19"/>
                <a:gd name="T8" fmla="*/ 19 w 35"/>
                <a:gd name="T9" fmla="*/ 15 h 19"/>
              </a:gdLst>
              <a:ahLst/>
              <a:cxnLst>
                <a:cxn ang="0">
                  <a:pos x="T0" y="T1"/>
                </a:cxn>
                <a:cxn ang="0">
                  <a:pos x="T2" y="T3"/>
                </a:cxn>
                <a:cxn ang="0">
                  <a:pos x="T4" y="T5"/>
                </a:cxn>
                <a:cxn ang="0">
                  <a:pos x="T6" y="T7"/>
                </a:cxn>
                <a:cxn ang="0">
                  <a:pos x="T8" y="T9"/>
                </a:cxn>
              </a:cxnLst>
              <a:rect l="0" t="0" r="r" b="b"/>
              <a:pathLst>
                <a:path w="35" h="19">
                  <a:moveTo>
                    <a:pt x="19" y="15"/>
                  </a:moveTo>
                  <a:cubicBezTo>
                    <a:pt x="9" y="19"/>
                    <a:pt x="1" y="19"/>
                    <a:pt x="1" y="15"/>
                  </a:cubicBezTo>
                  <a:cubicBezTo>
                    <a:pt x="0" y="12"/>
                    <a:pt x="7" y="7"/>
                    <a:pt x="16" y="3"/>
                  </a:cubicBezTo>
                  <a:cubicBezTo>
                    <a:pt x="25" y="0"/>
                    <a:pt x="33" y="0"/>
                    <a:pt x="34" y="3"/>
                  </a:cubicBezTo>
                  <a:cubicBezTo>
                    <a:pt x="35" y="6"/>
                    <a:pt x="28" y="12"/>
                    <a:pt x="1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 name="Freeform 692">
              <a:extLst>
                <a:ext uri="{FF2B5EF4-FFF2-40B4-BE49-F238E27FC236}">
                  <a16:creationId xmlns:a16="http://schemas.microsoft.com/office/drawing/2014/main" id="{54356D3C-126B-BF83-CD80-7793ECCCC9F9}"/>
                </a:ext>
              </a:extLst>
            </p:cNvPr>
            <p:cNvSpPr>
              <a:spLocks/>
            </p:cNvSpPr>
            <p:nvPr/>
          </p:nvSpPr>
          <p:spPr bwMode="auto">
            <a:xfrm rot="5094805">
              <a:off x="274709" y="3621943"/>
              <a:ext cx="89114" cy="45700"/>
            </a:xfrm>
            <a:custGeom>
              <a:avLst/>
              <a:gdLst>
                <a:gd name="T0" fmla="*/ 20 w 36"/>
                <a:gd name="T1" fmla="*/ 14 h 18"/>
                <a:gd name="T2" fmla="*/ 1 w 36"/>
                <a:gd name="T3" fmla="*/ 15 h 18"/>
                <a:gd name="T4" fmla="*/ 16 w 36"/>
                <a:gd name="T5" fmla="*/ 4 h 18"/>
                <a:gd name="T6" fmla="*/ 34 w 36"/>
                <a:gd name="T7" fmla="*/ 3 h 18"/>
                <a:gd name="T8" fmla="*/ 20 w 36"/>
                <a:gd name="T9" fmla="*/ 14 h 18"/>
              </a:gdLst>
              <a:ahLst/>
              <a:cxnLst>
                <a:cxn ang="0">
                  <a:pos x="T0" y="T1"/>
                </a:cxn>
                <a:cxn ang="0">
                  <a:pos x="T2" y="T3"/>
                </a:cxn>
                <a:cxn ang="0">
                  <a:pos x="T4" y="T5"/>
                </a:cxn>
                <a:cxn ang="0">
                  <a:pos x="T6" y="T7"/>
                </a:cxn>
                <a:cxn ang="0">
                  <a:pos x="T8" y="T9"/>
                </a:cxn>
              </a:cxnLst>
              <a:rect l="0" t="0" r="r" b="b"/>
              <a:pathLst>
                <a:path w="36" h="18">
                  <a:moveTo>
                    <a:pt x="20" y="14"/>
                  </a:moveTo>
                  <a:cubicBezTo>
                    <a:pt x="10" y="17"/>
                    <a:pt x="2" y="18"/>
                    <a:pt x="1" y="15"/>
                  </a:cubicBezTo>
                  <a:cubicBezTo>
                    <a:pt x="0" y="12"/>
                    <a:pt x="7" y="7"/>
                    <a:pt x="16" y="4"/>
                  </a:cubicBezTo>
                  <a:cubicBezTo>
                    <a:pt x="25" y="1"/>
                    <a:pt x="33" y="0"/>
                    <a:pt x="34" y="3"/>
                  </a:cubicBezTo>
                  <a:cubicBezTo>
                    <a:pt x="36" y="6"/>
                    <a:pt x="29" y="11"/>
                    <a:pt x="2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 name="Freeform 693">
              <a:extLst>
                <a:ext uri="{FF2B5EF4-FFF2-40B4-BE49-F238E27FC236}">
                  <a16:creationId xmlns:a16="http://schemas.microsoft.com/office/drawing/2014/main" id="{EF8E4078-3858-8DDA-ADE0-69A393038D16}"/>
                </a:ext>
              </a:extLst>
            </p:cNvPr>
            <p:cNvSpPr>
              <a:spLocks/>
            </p:cNvSpPr>
            <p:nvPr/>
          </p:nvSpPr>
          <p:spPr bwMode="auto">
            <a:xfrm rot="5094805">
              <a:off x="195208" y="3439856"/>
              <a:ext cx="86829" cy="41130"/>
            </a:xfrm>
            <a:custGeom>
              <a:avLst/>
              <a:gdLst>
                <a:gd name="T0" fmla="*/ 19 w 35"/>
                <a:gd name="T1" fmla="*/ 13 h 16"/>
                <a:gd name="T2" fmla="*/ 0 w 35"/>
                <a:gd name="T3" fmla="*/ 13 h 16"/>
                <a:gd name="T4" fmla="*/ 16 w 35"/>
                <a:gd name="T5" fmla="*/ 3 h 16"/>
                <a:gd name="T6" fmla="*/ 34 w 35"/>
                <a:gd name="T7" fmla="*/ 2 h 16"/>
                <a:gd name="T8" fmla="*/ 19 w 35"/>
                <a:gd name="T9" fmla="*/ 13 h 16"/>
              </a:gdLst>
              <a:ahLst/>
              <a:cxnLst>
                <a:cxn ang="0">
                  <a:pos x="T0" y="T1"/>
                </a:cxn>
                <a:cxn ang="0">
                  <a:pos x="T2" y="T3"/>
                </a:cxn>
                <a:cxn ang="0">
                  <a:pos x="T4" y="T5"/>
                </a:cxn>
                <a:cxn ang="0">
                  <a:pos x="T6" y="T7"/>
                </a:cxn>
                <a:cxn ang="0">
                  <a:pos x="T8" y="T9"/>
                </a:cxn>
              </a:cxnLst>
              <a:rect l="0" t="0" r="r" b="b"/>
              <a:pathLst>
                <a:path w="35" h="16">
                  <a:moveTo>
                    <a:pt x="19" y="13"/>
                  </a:moveTo>
                  <a:cubicBezTo>
                    <a:pt x="9" y="16"/>
                    <a:pt x="1" y="16"/>
                    <a:pt x="0" y="13"/>
                  </a:cubicBezTo>
                  <a:cubicBezTo>
                    <a:pt x="0" y="11"/>
                    <a:pt x="6" y="6"/>
                    <a:pt x="16" y="3"/>
                  </a:cubicBezTo>
                  <a:cubicBezTo>
                    <a:pt x="25" y="0"/>
                    <a:pt x="32" y="0"/>
                    <a:pt x="34" y="2"/>
                  </a:cubicBezTo>
                  <a:cubicBezTo>
                    <a:pt x="35" y="5"/>
                    <a:pt x="28" y="10"/>
                    <a:pt x="1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 name="Freeform 694">
              <a:extLst>
                <a:ext uri="{FF2B5EF4-FFF2-40B4-BE49-F238E27FC236}">
                  <a16:creationId xmlns:a16="http://schemas.microsoft.com/office/drawing/2014/main" id="{D9BA3566-BA5C-EB1B-3740-1B3B37CCE68A}"/>
                </a:ext>
              </a:extLst>
            </p:cNvPr>
            <p:cNvSpPr>
              <a:spLocks/>
            </p:cNvSpPr>
            <p:nvPr/>
          </p:nvSpPr>
          <p:spPr bwMode="auto">
            <a:xfrm rot="5094805">
              <a:off x="118909" y="3256130"/>
              <a:ext cx="89114" cy="34275"/>
            </a:xfrm>
            <a:custGeom>
              <a:avLst/>
              <a:gdLst>
                <a:gd name="T0" fmla="*/ 16 w 36"/>
                <a:gd name="T1" fmla="*/ 3 h 14"/>
                <a:gd name="T2" fmla="*/ 35 w 36"/>
                <a:gd name="T3" fmla="*/ 2 h 14"/>
                <a:gd name="T4" fmla="*/ 21 w 36"/>
                <a:gd name="T5" fmla="*/ 11 h 14"/>
                <a:gd name="T6" fmla="*/ 2 w 36"/>
                <a:gd name="T7" fmla="*/ 12 h 14"/>
                <a:gd name="T8" fmla="*/ 16 w 36"/>
                <a:gd name="T9" fmla="*/ 3 h 14"/>
              </a:gdLst>
              <a:ahLst/>
              <a:cxnLst>
                <a:cxn ang="0">
                  <a:pos x="T0" y="T1"/>
                </a:cxn>
                <a:cxn ang="0">
                  <a:pos x="T2" y="T3"/>
                </a:cxn>
                <a:cxn ang="0">
                  <a:pos x="T4" y="T5"/>
                </a:cxn>
                <a:cxn ang="0">
                  <a:pos x="T6" y="T7"/>
                </a:cxn>
                <a:cxn ang="0">
                  <a:pos x="T8" y="T9"/>
                </a:cxn>
              </a:cxnLst>
              <a:rect l="0" t="0" r="r" b="b"/>
              <a:pathLst>
                <a:path w="36" h="14">
                  <a:moveTo>
                    <a:pt x="16" y="3"/>
                  </a:moveTo>
                  <a:cubicBezTo>
                    <a:pt x="26" y="0"/>
                    <a:pt x="34" y="0"/>
                    <a:pt x="35" y="2"/>
                  </a:cubicBezTo>
                  <a:cubicBezTo>
                    <a:pt x="36" y="4"/>
                    <a:pt x="29" y="8"/>
                    <a:pt x="21" y="11"/>
                  </a:cubicBezTo>
                  <a:cubicBezTo>
                    <a:pt x="11" y="14"/>
                    <a:pt x="3" y="14"/>
                    <a:pt x="2" y="12"/>
                  </a:cubicBezTo>
                  <a:cubicBezTo>
                    <a:pt x="0" y="10"/>
                    <a:pt x="7" y="6"/>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 name="Freeform 695">
              <a:extLst>
                <a:ext uri="{FF2B5EF4-FFF2-40B4-BE49-F238E27FC236}">
                  <a16:creationId xmlns:a16="http://schemas.microsoft.com/office/drawing/2014/main" id="{A84B87E3-1C80-505C-D001-86289A6EEBCF}"/>
                </a:ext>
              </a:extLst>
            </p:cNvPr>
            <p:cNvSpPr>
              <a:spLocks/>
            </p:cNvSpPr>
            <p:nvPr/>
          </p:nvSpPr>
          <p:spPr bwMode="auto">
            <a:xfrm rot="5094805">
              <a:off x="51627" y="3069616"/>
              <a:ext cx="84544" cy="29705"/>
            </a:xfrm>
            <a:custGeom>
              <a:avLst/>
              <a:gdLst>
                <a:gd name="T0" fmla="*/ 16 w 34"/>
                <a:gd name="T1" fmla="*/ 2 h 12"/>
                <a:gd name="T2" fmla="*/ 34 w 34"/>
                <a:gd name="T3" fmla="*/ 2 h 12"/>
                <a:gd name="T4" fmla="*/ 18 w 34"/>
                <a:gd name="T5" fmla="*/ 10 h 12"/>
                <a:gd name="T6" fmla="*/ 0 w 34"/>
                <a:gd name="T7" fmla="*/ 10 h 12"/>
                <a:gd name="T8" fmla="*/ 16 w 34"/>
                <a:gd name="T9" fmla="*/ 2 h 12"/>
              </a:gdLst>
              <a:ahLst/>
              <a:cxnLst>
                <a:cxn ang="0">
                  <a:pos x="T0" y="T1"/>
                </a:cxn>
                <a:cxn ang="0">
                  <a:pos x="T2" y="T3"/>
                </a:cxn>
                <a:cxn ang="0">
                  <a:pos x="T4" y="T5"/>
                </a:cxn>
                <a:cxn ang="0">
                  <a:pos x="T6" y="T7"/>
                </a:cxn>
                <a:cxn ang="0">
                  <a:pos x="T8" y="T9"/>
                </a:cxn>
              </a:cxnLst>
              <a:rect l="0" t="0" r="r" b="b"/>
              <a:pathLst>
                <a:path w="34" h="12">
                  <a:moveTo>
                    <a:pt x="16" y="2"/>
                  </a:moveTo>
                  <a:cubicBezTo>
                    <a:pt x="25" y="0"/>
                    <a:pt x="34" y="0"/>
                    <a:pt x="34" y="2"/>
                  </a:cubicBezTo>
                  <a:cubicBezTo>
                    <a:pt x="34" y="4"/>
                    <a:pt x="27" y="8"/>
                    <a:pt x="18" y="10"/>
                  </a:cubicBezTo>
                  <a:cubicBezTo>
                    <a:pt x="9" y="12"/>
                    <a:pt x="1" y="12"/>
                    <a:pt x="0" y="10"/>
                  </a:cubicBezTo>
                  <a:cubicBezTo>
                    <a:pt x="0" y="8"/>
                    <a:pt x="6" y="5"/>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 name="Freeform 696">
              <a:extLst>
                <a:ext uri="{FF2B5EF4-FFF2-40B4-BE49-F238E27FC236}">
                  <a16:creationId xmlns:a16="http://schemas.microsoft.com/office/drawing/2014/main" id="{B05E8FE8-8574-0EF1-E732-933BE4262C67}"/>
                </a:ext>
              </a:extLst>
            </p:cNvPr>
            <p:cNvSpPr>
              <a:spLocks/>
            </p:cNvSpPr>
            <p:nvPr/>
          </p:nvSpPr>
          <p:spPr bwMode="auto">
            <a:xfrm rot="5094805">
              <a:off x="-10813" y="2886950"/>
              <a:ext cx="86829" cy="22850"/>
            </a:xfrm>
            <a:custGeom>
              <a:avLst/>
              <a:gdLst>
                <a:gd name="T0" fmla="*/ 18 w 35"/>
                <a:gd name="T1" fmla="*/ 8 h 10"/>
                <a:gd name="T2" fmla="*/ 0 w 35"/>
                <a:gd name="T3" fmla="*/ 8 h 10"/>
                <a:gd name="T4" fmla="*/ 16 w 35"/>
                <a:gd name="T5" fmla="*/ 1 h 10"/>
                <a:gd name="T6" fmla="*/ 34 w 35"/>
                <a:gd name="T7" fmla="*/ 2 h 10"/>
                <a:gd name="T8" fmla="*/ 18 w 35"/>
                <a:gd name="T9" fmla="*/ 8 h 10"/>
              </a:gdLst>
              <a:ahLst/>
              <a:cxnLst>
                <a:cxn ang="0">
                  <a:pos x="T0" y="T1"/>
                </a:cxn>
                <a:cxn ang="0">
                  <a:pos x="T2" y="T3"/>
                </a:cxn>
                <a:cxn ang="0">
                  <a:pos x="T4" y="T5"/>
                </a:cxn>
                <a:cxn ang="0">
                  <a:pos x="T6" y="T7"/>
                </a:cxn>
                <a:cxn ang="0">
                  <a:pos x="T8" y="T9"/>
                </a:cxn>
              </a:cxnLst>
              <a:rect l="0" t="0" r="r" b="b"/>
              <a:pathLst>
                <a:path w="35" h="10">
                  <a:moveTo>
                    <a:pt x="18" y="8"/>
                  </a:moveTo>
                  <a:cubicBezTo>
                    <a:pt x="9" y="10"/>
                    <a:pt x="1" y="10"/>
                    <a:pt x="0" y="8"/>
                  </a:cubicBezTo>
                  <a:cubicBezTo>
                    <a:pt x="0" y="6"/>
                    <a:pt x="7" y="3"/>
                    <a:pt x="16" y="1"/>
                  </a:cubicBezTo>
                  <a:cubicBezTo>
                    <a:pt x="25" y="0"/>
                    <a:pt x="33" y="0"/>
                    <a:pt x="34" y="2"/>
                  </a:cubicBezTo>
                  <a:cubicBezTo>
                    <a:pt x="35" y="3"/>
                    <a:pt x="28" y="7"/>
                    <a:pt x="1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 name="Freeform 728">
              <a:extLst>
                <a:ext uri="{FF2B5EF4-FFF2-40B4-BE49-F238E27FC236}">
                  <a16:creationId xmlns:a16="http://schemas.microsoft.com/office/drawing/2014/main" id="{343572DF-4FAA-4829-EF0D-4890774BB6D2}"/>
                </a:ext>
              </a:extLst>
            </p:cNvPr>
            <p:cNvSpPr>
              <a:spLocks/>
            </p:cNvSpPr>
            <p:nvPr/>
          </p:nvSpPr>
          <p:spPr bwMode="auto">
            <a:xfrm rot="5094805">
              <a:off x="888460" y="4892384"/>
              <a:ext cx="84544" cy="84544"/>
            </a:xfrm>
            <a:custGeom>
              <a:avLst/>
              <a:gdLst>
                <a:gd name="T0" fmla="*/ 16 w 34"/>
                <a:gd name="T1" fmla="*/ 32 h 34"/>
                <a:gd name="T2" fmla="*/ 0 w 34"/>
                <a:gd name="T3" fmla="*/ 22 h 34"/>
                <a:gd name="T4" fmla="*/ 16 w 34"/>
                <a:gd name="T5" fmla="*/ 2 h 34"/>
                <a:gd name="T6" fmla="*/ 33 w 34"/>
                <a:gd name="T7" fmla="*/ 13 h 34"/>
                <a:gd name="T8" fmla="*/ 16 w 34"/>
                <a:gd name="T9" fmla="*/ 32 h 34"/>
              </a:gdLst>
              <a:ahLst/>
              <a:cxnLst>
                <a:cxn ang="0">
                  <a:pos x="T0" y="T1"/>
                </a:cxn>
                <a:cxn ang="0">
                  <a:pos x="T2" y="T3"/>
                </a:cxn>
                <a:cxn ang="0">
                  <a:pos x="T4" y="T5"/>
                </a:cxn>
                <a:cxn ang="0">
                  <a:pos x="T6" y="T7"/>
                </a:cxn>
                <a:cxn ang="0">
                  <a:pos x="T8" y="T9"/>
                </a:cxn>
              </a:cxnLst>
              <a:rect l="0" t="0" r="r" b="b"/>
              <a:pathLst>
                <a:path w="34" h="34">
                  <a:moveTo>
                    <a:pt x="16" y="32"/>
                  </a:moveTo>
                  <a:cubicBezTo>
                    <a:pt x="8" y="34"/>
                    <a:pt x="0" y="30"/>
                    <a:pt x="0" y="22"/>
                  </a:cubicBezTo>
                  <a:cubicBezTo>
                    <a:pt x="0" y="14"/>
                    <a:pt x="7" y="5"/>
                    <a:pt x="16" y="2"/>
                  </a:cubicBezTo>
                  <a:cubicBezTo>
                    <a:pt x="25" y="0"/>
                    <a:pt x="34" y="5"/>
                    <a:pt x="33" y="13"/>
                  </a:cubicBezTo>
                  <a:cubicBezTo>
                    <a:pt x="33" y="22"/>
                    <a:pt x="26" y="30"/>
                    <a:pt x="16"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 name="Freeform 729">
              <a:extLst>
                <a:ext uri="{FF2B5EF4-FFF2-40B4-BE49-F238E27FC236}">
                  <a16:creationId xmlns:a16="http://schemas.microsoft.com/office/drawing/2014/main" id="{3580AC8C-CE3D-8D78-0752-83C7F16228FD}"/>
                </a:ext>
              </a:extLst>
            </p:cNvPr>
            <p:cNvSpPr>
              <a:spLocks/>
            </p:cNvSpPr>
            <p:nvPr/>
          </p:nvSpPr>
          <p:spPr bwMode="auto">
            <a:xfrm rot="5094805">
              <a:off x="968993" y="5070845"/>
              <a:ext cx="89114" cy="93684"/>
            </a:xfrm>
            <a:custGeom>
              <a:avLst/>
              <a:gdLst>
                <a:gd name="T0" fmla="*/ 20 w 36"/>
                <a:gd name="T1" fmla="*/ 35 h 38"/>
                <a:gd name="T2" fmla="*/ 2 w 36"/>
                <a:gd name="T3" fmla="*/ 25 h 38"/>
                <a:gd name="T4" fmla="*/ 16 w 36"/>
                <a:gd name="T5" fmla="*/ 3 h 38"/>
                <a:gd name="T6" fmla="*/ 35 w 36"/>
                <a:gd name="T7" fmla="*/ 13 h 38"/>
                <a:gd name="T8" fmla="*/ 20 w 36"/>
                <a:gd name="T9" fmla="*/ 35 h 38"/>
              </a:gdLst>
              <a:ahLst/>
              <a:cxnLst>
                <a:cxn ang="0">
                  <a:pos x="T0" y="T1"/>
                </a:cxn>
                <a:cxn ang="0">
                  <a:pos x="T2" y="T3"/>
                </a:cxn>
                <a:cxn ang="0">
                  <a:pos x="T4" y="T5"/>
                </a:cxn>
                <a:cxn ang="0">
                  <a:pos x="T6" y="T7"/>
                </a:cxn>
                <a:cxn ang="0">
                  <a:pos x="T8" y="T9"/>
                </a:cxn>
              </a:cxnLst>
              <a:rect l="0" t="0" r="r" b="b"/>
              <a:pathLst>
                <a:path w="36" h="38">
                  <a:moveTo>
                    <a:pt x="20" y="35"/>
                  </a:moveTo>
                  <a:cubicBezTo>
                    <a:pt x="11" y="38"/>
                    <a:pt x="3" y="34"/>
                    <a:pt x="2" y="25"/>
                  </a:cubicBezTo>
                  <a:cubicBezTo>
                    <a:pt x="0" y="16"/>
                    <a:pt x="7" y="7"/>
                    <a:pt x="16" y="3"/>
                  </a:cubicBezTo>
                  <a:cubicBezTo>
                    <a:pt x="25" y="0"/>
                    <a:pt x="33" y="5"/>
                    <a:pt x="35" y="13"/>
                  </a:cubicBezTo>
                  <a:cubicBezTo>
                    <a:pt x="36" y="21"/>
                    <a:pt x="30" y="32"/>
                    <a:pt x="2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 name="Freeform 730">
              <a:extLst>
                <a:ext uri="{FF2B5EF4-FFF2-40B4-BE49-F238E27FC236}">
                  <a16:creationId xmlns:a16="http://schemas.microsoft.com/office/drawing/2014/main" id="{C1DA1DAE-0A83-E63A-0B3C-1BDD43AEB895}"/>
                </a:ext>
              </a:extLst>
            </p:cNvPr>
            <p:cNvSpPr>
              <a:spLocks/>
            </p:cNvSpPr>
            <p:nvPr/>
          </p:nvSpPr>
          <p:spPr bwMode="auto">
            <a:xfrm rot="5094805">
              <a:off x="1048600" y="5253028"/>
              <a:ext cx="89114" cy="100539"/>
            </a:xfrm>
            <a:custGeom>
              <a:avLst/>
              <a:gdLst>
                <a:gd name="T0" fmla="*/ 20 w 36"/>
                <a:gd name="T1" fmla="*/ 37 h 41"/>
                <a:gd name="T2" fmla="*/ 1 w 36"/>
                <a:gd name="T3" fmla="*/ 26 h 41"/>
                <a:gd name="T4" fmla="*/ 16 w 36"/>
                <a:gd name="T5" fmla="*/ 3 h 41"/>
                <a:gd name="T6" fmla="*/ 34 w 36"/>
                <a:gd name="T7" fmla="*/ 13 h 41"/>
                <a:gd name="T8" fmla="*/ 20 w 36"/>
                <a:gd name="T9" fmla="*/ 37 h 41"/>
              </a:gdLst>
              <a:ahLst/>
              <a:cxnLst>
                <a:cxn ang="0">
                  <a:pos x="T0" y="T1"/>
                </a:cxn>
                <a:cxn ang="0">
                  <a:pos x="T2" y="T3"/>
                </a:cxn>
                <a:cxn ang="0">
                  <a:pos x="T4" y="T5"/>
                </a:cxn>
                <a:cxn ang="0">
                  <a:pos x="T6" y="T7"/>
                </a:cxn>
                <a:cxn ang="0">
                  <a:pos x="T8" y="T9"/>
                </a:cxn>
              </a:cxnLst>
              <a:rect l="0" t="0" r="r" b="b"/>
              <a:pathLst>
                <a:path w="36" h="41">
                  <a:moveTo>
                    <a:pt x="20" y="37"/>
                  </a:moveTo>
                  <a:cubicBezTo>
                    <a:pt x="11" y="41"/>
                    <a:pt x="2" y="36"/>
                    <a:pt x="1" y="26"/>
                  </a:cubicBezTo>
                  <a:cubicBezTo>
                    <a:pt x="0" y="17"/>
                    <a:pt x="6" y="6"/>
                    <a:pt x="16" y="3"/>
                  </a:cubicBezTo>
                  <a:cubicBezTo>
                    <a:pt x="24" y="0"/>
                    <a:pt x="32" y="4"/>
                    <a:pt x="34" y="13"/>
                  </a:cubicBezTo>
                  <a:cubicBezTo>
                    <a:pt x="36" y="23"/>
                    <a:pt x="29" y="34"/>
                    <a:pt x="2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 name="Freeform 731">
              <a:extLst>
                <a:ext uri="{FF2B5EF4-FFF2-40B4-BE49-F238E27FC236}">
                  <a16:creationId xmlns:a16="http://schemas.microsoft.com/office/drawing/2014/main" id="{7E1BA4EA-536C-32CC-6530-47DD26103C09}"/>
                </a:ext>
              </a:extLst>
            </p:cNvPr>
            <p:cNvSpPr>
              <a:spLocks/>
            </p:cNvSpPr>
            <p:nvPr/>
          </p:nvSpPr>
          <p:spPr bwMode="auto">
            <a:xfrm rot="5094805">
              <a:off x="1130492" y="5437497"/>
              <a:ext cx="84544" cy="102824"/>
            </a:xfrm>
            <a:custGeom>
              <a:avLst/>
              <a:gdLst>
                <a:gd name="T0" fmla="*/ 19 w 35"/>
                <a:gd name="T1" fmla="*/ 39 h 42"/>
                <a:gd name="T2" fmla="*/ 0 w 35"/>
                <a:gd name="T3" fmla="*/ 25 h 42"/>
                <a:gd name="T4" fmla="*/ 16 w 35"/>
                <a:gd name="T5" fmla="*/ 2 h 42"/>
                <a:gd name="T6" fmla="*/ 34 w 35"/>
                <a:gd name="T7" fmla="*/ 15 h 42"/>
                <a:gd name="T8" fmla="*/ 19 w 35"/>
                <a:gd name="T9" fmla="*/ 39 h 42"/>
              </a:gdLst>
              <a:ahLst/>
              <a:cxnLst>
                <a:cxn ang="0">
                  <a:pos x="T0" y="T1"/>
                </a:cxn>
                <a:cxn ang="0">
                  <a:pos x="T2" y="T3"/>
                </a:cxn>
                <a:cxn ang="0">
                  <a:pos x="T4" y="T5"/>
                </a:cxn>
                <a:cxn ang="0">
                  <a:pos x="T6" y="T7"/>
                </a:cxn>
                <a:cxn ang="0">
                  <a:pos x="T8" y="T9"/>
                </a:cxn>
              </a:cxnLst>
              <a:rect l="0" t="0" r="r" b="b"/>
              <a:pathLst>
                <a:path w="35" h="42">
                  <a:moveTo>
                    <a:pt x="19" y="39"/>
                  </a:moveTo>
                  <a:cubicBezTo>
                    <a:pt x="9" y="42"/>
                    <a:pt x="1" y="36"/>
                    <a:pt x="0" y="25"/>
                  </a:cubicBezTo>
                  <a:cubicBezTo>
                    <a:pt x="0" y="15"/>
                    <a:pt x="6" y="5"/>
                    <a:pt x="16" y="2"/>
                  </a:cubicBezTo>
                  <a:cubicBezTo>
                    <a:pt x="25" y="0"/>
                    <a:pt x="33" y="5"/>
                    <a:pt x="34" y="15"/>
                  </a:cubicBezTo>
                  <a:cubicBezTo>
                    <a:pt x="35" y="25"/>
                    <a:pt x="28" y="37"/>
                    <a:pt x="19"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 name="Freeform 732">
              <a:extLst>
                <a:ext uri="{FF2B5EF4-FFF2-40B4-BE49-F238E27FC236}">
                  <a16:creationId xmlns:a16="http://schemas.microsoft.com/office/drawing/2014/main" id="{44080A69-DE13-57C9-D924-8550748CB106}"/>
                </a:ext>
              </a:extLst>
            </p:cNvPr>
            <p:cNvSpPr>
              <a:spLocks/>
            </p:cNvSpPr>
            <p:nvPr/>
          </p:nvSpPr>
          <p:spPr bwMode="auto">
            <a:xfrm rot="5094805">
              <a:off x="1206676" y="5620924"/>
              <a:ext cx="89114" cy="107394"/>
            </a:xfrm>
            <a:custGeom>
              <a:avLst/>
              <a:gdLst>
                <a:gd name="T0" fmla="*/ 19 w 36"/>
                <a:gd name="T1" fmla="*/ 42 h 44"/>
                <a:gd name="T2" fmla="*/ 1 w 36"/>
                <a:gd name="T3" fmla="*/ 26 h 44"/>
                <a:gd name="T4" fmla="*/ 17 w 36"/>
                <a:gd name="T5" fmla="*/ 2 h 44"/>
                <a:gd name="T6" fmla="*/ 34 w 36"/>
                <a:gd name="T7" fmla="*/ 17 h 44"/>
                <a:gd name="T8" fmla="*/ 19 w 36"/>
                <a:gd name="T9" fmla="*/ 42 h 44"/>
              </a:gdLst>
              <a:ahLst/>
              <a:cxnLst>
                <a:cxn ang="0">
                  <a:pos x="T0" y="T1"/>
                </a:cxn>
                <a:cxn ang="0">
                  <a:pos x="T2" y="T3"/>
                </a:cxn>
                <a:cxn ang="0">
                  <a:pos x="T4" y="T5"/>
                </a:cxn>
                <a:cxn ang="0">
                  <a:pos x="T6" y="T7"/>
                </a:cxn>
                <a:cxn ang="0">
                  <a:pos x="T8" y="T9"/>
                </a:cxn>
              </a:cxnLst>
              <a:rect l="0" t="0" r="r" b="b"/>
              <a:pathLst>
                <a:path w="36" h="44">
                  <a:moveTo>
                    <a:pt x="19" y="42"/>
                  </a:moveTo>
                  <a:cubicBezTo>
                    <a:pt x="10" y="44"/>
                    <a:pt x="2" y="37"/>
                    <a:pt x="1" y="26"/>
                  </a:cubicBezTo>
                  <a:cubicBezTo>
                    <a:pt x="0" y="15"/>
                    <a:pt x="7" y="5"/>
                    <a:pt x="17" y="2"/>
                  </a:cubicBezTo>
                  <a:cubicBezTo>
                    <a:pt x="26" y="0"/>
                    <a:pt x="33" y="7"/>
                    <a:pt x="34" y="17"/>
                  </a:cubicBezTo>
                  <a:cubicBezTo>
                    <a:pt x="36" y="28"/>
                    <a:pt x="29" y="39"/>
                    <a:pt x="19"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 name="Freeform 733">
              <a:extLst>
                <a:ext uri="{FF2B5EF4-FFF2-40B4-BE49-F238E27FC236}">
                  <a16:creationId xmlns:a16="http://schemas.microsoft.com/office/drawing/2014/main" id="{3DA5C6D4-4190-523E-7B96-8D24BEF3FC9B}"/>
                </a:ext>
              </a:extLst>
            </p:cNvPr>
            <p:cNvSpPr>
              <a:spLocks/>
            </p:cNvSpPr>
            <p:nvPr/>
          </p:nvSpPr>
          <p:spPr bwMode="auto">
            <a:xfrm rot="5094805">
              <a:off x="1282772" y="5804660"/>
              <a:ext cx="86829" cy="109679"/>
            </a:xfrm>
            <a:custGeom>
              <a:avLst/>
              <a:gdLst>
                <a:gd name="T0" fmla="*/ 19 w 35"/>
                <a:gd name="T1" fmla="*/ 43 h 45"/>
                <a:gd name="T2" fmla="*/ 1 w 35"/>
                <a:gd name="T3" fmla="*/ 26 h 45"/>
                <a:gd name="T4" fmla="*/ 15 w 35"/>
                <a:gd name="T5" fmla="*/ 2 h 45"/>
                <a:gd name="T6" fmla="*/ 34 w 35"/>
                <a:gd name="T7" fmla="*/ 18 h 45"/>
                <a:gd name="T8" fmla="*/ 19 w 35"/>
                <a:gd name="T9" fmla="*/ 43 h 45"/>
              </a:gdLst>
              <a:ahLst/>
              <a:cxnLst>
                <a:cxn ang="0">
                  <a:pos x="T0" y="T1"/>
                </a:cxn>
                <a:cxn ang="0">
                  <a:pos x="T2" y="T3"/>
                </a:cxn>
                <a:cxn ang="0">
                  <a:pos x="T4" y="T5"/>
                </a:cxn>
                <a:cxn ang="0">
                  <a:pos x="T6" y="T7"/>
                </a:cxn>
                <a:cxn ang="0">
                  <a:pos x="T8" y="T9"/>
                </a:cxn>
              </a:cxnLst>
              <a:rect l="0" t="0" r="r" b="b"/>
              <a:pathLst>
                <a:path w="35" h="45">
                  <a:moveTo>
                    <a:pt x="19" y="43"/>
                  </a:moveTo>
                  <a:cubicBezTo>
                    <a:pt x="9" y="45"/>
                    <a:pt x="1" y="38"/>
                    <a:pt x="1" y="26"/>
                  </a:cubicBezTo>
                  <a:cubicBezTo>
                    <a:pt x="0" y="15"/>
                    <a:pt x="7" y="5"/>
                    <a:pt x="15" y="2"/>
                  </a:cubicBezTo>
                  <a:cubicBezTo>
                    <a:pt x="25" y="0"/>
                    <a:pt x="33" y="7"/>
                    <a:pt x="34" y="18"/>
                  </a:cubicBezTo>
                  <a:cubicBezTo>
                    <a:pt x="35" y="29"/>
                    <a:pt x="28" y="41"/>
                    <a:pt x="19"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 name="Freeform 734">
              <a:extLst>
                <a:ext uri="{FF2B5EF4-FFF2-40B4-BE49-F238E27FC236}">
                  <a16:creationId xmlns:a16="http://schemas.microsoft.com/office/drawing/2014/main" id="{4A8C642D-B8B7-3AFC-6B6C-43D6A5AA53EB}"/>
                </a:ext>
              </a:extLst>
            </p:cNvPr>
            <p:cNvSpPr>
              <a:spLocks/>
            </p:cNvSpPr>
            <p:nvPr/>
          </p:nvSpPr>
          <p:spPr bwMode="auto">
            <a:xfrm rot="5094805">
              <a:off x="1349852" y="5988897"/>
              <a:ext cx="91399" cy="114249"/>
            </a:xfrm>
            <a:custGeom>
              <a:avLst/>
              <a:gdLst>
                <a:gd name="T0" fmla="*/ 16 w 37"/>
                <a:gd name="T1" fmla="*/ 2 h 46"/>
                <a:gd name="T2" fmla="*/ 35 w 37"/>
                <a:gd name="T3" fmla="*/ 18 h 46"/>
                <a:gd name="T4" fmla="*/ 22 w 37"/>
                <a:gd name="T5" fmla="*/ 43 h 46"/>
                <a:gd name="T6" fmla="*/ 2 w 37"/>
                <a:gd name="T7" fmla="*/ 28 h 46"/>
                <a:gd name="T8" fmla="*/ 16 w 37"/>
                <a:gd name="T9" fmla="*/ 2 h 46"/>
              </a:gdLst>
              <a:ahLst/>
              <a:cxnLst>
                <a:cxn ang="0">
                  <a:pos x="T0" y="T1"/>
                </a:cxn>
                <a:cxn ang="0">
                  <a:pos x="T2" y="T3"/>
                </a:cxn>
                <a:cxn ang="0">
                  <a:pos x="T4" y="T5"/>
                </a:cxn>
                <a:cxn ang="0">
                  <a:pos x="T6" y="T7"/>
                </a:cxn>
                <a:cxn ang="0">
                  <a:pos x="T8" y="T9"/>
                </a:cxn>
              </a:cxnLst>
              <a:rect l="0" t="0" r="r" b="b"/>
              <a:pathLst>
                <a:path w="37" h="46">
                  <a:moveTo>
                    <a:pt x="16" y="2"/>
                  </a:moveTo>
                  <a:cubicBezTo>
                    <a:pt x="25" y="0"/>
                    <a:pt x="34" y="7"/>
                    <a:pt x="35" y="18"/>
                  </a:cubicBezTo>
                  <a:cubicBezTo>
                    <a:pt x="37" y="29"/>
                    <a:pt x="30" y="40"/>
                    <a:pt x="22" y="43"/>
                  </a:cubicBezTo>
                  <a:cubicBezTo>
                    <a:pt x="12" y="46"/>
                    <a:pt x="4" y="40"/>
                    <a:pt x="2" y="28"/>
                  </a:cubicBezTo>
                  <a:cubicBezTo>
                    <a:pt x="0" y="17"/>
                    <a:pt x="7" y="5"/>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 name="Freeform 735">
              <a:extLst>
                <a:ext uri="{FF2B5EF4-FFF2-40B4-BE49-F238E27FC236}">
                  <a16:creationId xmlns:a16="http://schemas.microsoft.com/office/drawing/2014/main" id="{9A486D05-1259-A48E-B0D3-8F5091909828}"/>
                </a:ext>
              </a:extLst>
            </p:cNvPr>
            <p:cNvSpPr>
              <a:spLocks/>
            </p:cNvSpPr>
            <p:nvPr/>
          </p:nvSpPr>
          <p:spPr bwMode="auto">
            <a:xfrm rot="5094805">
              <a:off x="1416941" y="6175623"/>
              <a:ext cx="91399" cy="114249"/>
            </a:xfrm>
            <a:custGeom>
              <a:avLst/>
              <a:gdLst>
                <a:gd name="T0" fmla="*/ 16 w 37"/>
                <a:gd name="T1" fmla="*/ 3 h 46"/>
                <a:gd name="T2" fmla="*/ 36 w 37"/>
                <a:gd name="T3" fmla="*/ 20 h 46"/>
                <a:gd name="T4" fmla="*/ 22 w 37"/>
                <a:gd name="T5" fmla="*/ 43 h 46"/>
                <a:gd name="T6" fmla="*/ 2 w 37"/>
                <a:gd name="T7" fmla="*/ 28 h 46"/>
                <a:gd name="T8" fmla="*/ 16 w 37"/>
                <a:gd name="T9" fmla="*/ 3 h 46"/>
              </a:gdLst>
              <a:ahLst/>
              <a:cxnLst>
                <a:cxn ang="0">
                  <a:pos x="T0" y="T1"/>
                </a:cxn>
                <a:cxn ang="0">
                  <a:pos x="T2" y="T3"/>
                </a:cxn>
                <a:cxn ang="0">
                  <a:pos x="T4" y="T5"/>
                </a:cxn>
                <a:cxn ang="0">
                  <a:pos x="T6" y="T7"/>
                </a:cxn>
                <a:cxn ang="0">
                  <a:pos x="T8" y="T9"/>
                </a:cxn>
              </a:cxnLst>
              <a:rect l="0" t="0" r="r" b="b"/>
              <a:pathLst>
                <a:path w="37" h="46">
                  <a:moveTo>
                    <a:pt x="16" y="3"/>
                  </a:moveTo>
                  <a:cubicBezTo>
                    <a:pt x="25" y="0"/>
                    <a:pt x="34" y="8"/>
                    <a:pt x="36" y="20"/>
                  </a:cubicBezTo>
                  <a:cubicBezTo>
                    <a:pt x="37" y="31"/>
                    <a:pt x="31" y="40"/>
                    <a:pt x="22" y="43"/>
                  </a:cubicBezTo>
                  <a:cubicBezTo>
                    <a:pt x="13" y="46"/>
                    <a:pt x="4" y="40"/>
                    <a:pt x="2" y="28"/>
                  </a:cubicBezTo>
                  <a:cubicBezTo>
                    <a:pt x="0" y="17"/>
                    <a:pt x="7" y="5"/>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 name="Freeform 736">
              <a:extLst>
                <a:ext uri="{FF2B5EF4-FFF2-40B4-BE49-F238E27FC236}">
                  <a16:creationId xmlns:a16="http://schemas.microsoft.com/office/drawing/2014/main" id="{8DA9D1FC-CE39-B404-6C58-FC97BA2D7B43}"/>
                </a:ext>
              </a:extLst>
            </p:cNvPr>
            <p:cNvSpPr>
              <a:spLocks/>
            </p:cNvSpPr>
            <p:nvPr/>
          </p:nvSpPr>
          <p:spPr bwMode="auto">
            <a:xfrm rot="5094805">
              <a:off x="1456091" y="6375241"/>
              <a:ext cx="89114" cy="105109"/>
            </a:xfrm>
            <a:custGeom>
              <a:avLst/>
              <a:gdLst>
                <a:gd name="T0" fmla="*/ 20 w 36"/>
                <a:gd name="T1" fmla="*/ 42 h 43"/>
                <a:gd name="T2" fmla="*/ 1 w 36"/>
                <a:gd name="T3" fmla="*/ 22 h 43"/>
                <a:gd name="T4" fmla="*/ 17 w 36"/>
                <a:gd name="T5" fmla="*/ 1 h 43"/>
                <a:gd name="T6" fmla="*/ 35 w 36"/>
                <a:gd name="T7" fmla="*/ 19 h 43"/>
                <a:gd name="T8" fmla="*/ 20 w 36"/>
                <a:gd name="T9" fmla="*/ 42 h 43"/>
              </a:gdLst>
              <a:ahLst/>
              <a:cxnLst>
                <a:cxn ang="0">
                  <a:pos x="T0" y="T1"/>
                </a:cxn>
                <a:cxn ang="0">
                  <a:pos x="T2" y="T3"/>
                </a:cxn>
                <a:cxn ang="0">
                  <a:pos x="T4" y="T5"/>
                </a:cxn>
                <a:cxn ang="0">
                  <a:pos x="T6" y="T7"/>
                </a:cxn>
                <a:cxn ang="0">
                  <a:pos x="T8" y="T9"/>
                </a:cxn>
              </a:cxnLst>
              <a:rect l="0" t="0" r="r" b="b"/>
              <a:pathLst>
                <a:path w="36" h="43">
                  <a:moveTo>
                    <a:pt x="20" y="42"/>
                  </a:moveTo>
                  <a:cubicBezTo>
                    <a:pt x="10" y="43"/>
                    <a:pt x="2" y="34"/>
                    <a:pt x="1" y="22"/>
                  </a:cubicBezTo>
                  <a:cubicBezTo>
                    <a:pt x="0" y="10"/>
                    <a:pt x="7" y="1"/>
                    <a:pt x="17" y="1"/>
                  </a:cubicBezTo>
                  <a:cubicBezTo>
                    <a:pt x="26" y="0"/>
                    <a:pt x="34" y="8"/>
                    <a:pt x="35" y="19"/>
                  </a:cubicBezTo>
                  <a:cubicBezTo>
                    <a:pt x="36" y="31"/>
                    <a:pt x="29" y="41"/>
                    <a:pt x="20"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 name="Freeform 737">
              <a:extLst>
                <a:ext uri="{FF2B5EF4-FFF2-40B4-BE49-F238E27FC236}">
                  <a16:creationId xmlns:a16="http://schemas.microsoft.com/office/drawing/2014/main" id="{9D194A6D-0EC6-6146-B2EC-28C5157EB853}"/>
                </a:ext>
              </a:extLst>
            </p:cNvPr>
            <p:cNvSpPr>
              <a:spLocks/>
            </p:cNvSpPr>
            <p:nvPr/>
          </p:nvSpPr>
          <p:spPr bwMode="auto">
            <a:xfrm rot="5094805">
              <a:off x="1497305" y="6565324"/>
              <a:ext cx="91399" cy="109679"/>
            </a:xfrm>
            <a:custGeom>
              <a:avLst/>
              <a:gdLst>
                <a:gd name="T0" fmla="*/ 21 w 37"/>
                <a:gd name="T1" fmla="*/ 42 h 44"/>
                <a:gd name="T2" fmla="*/ 2 w 37"/>
                <a:gd name="T3" fmla="*/ 24 h 44"/>
                <a:gd name="T4" fmla="*/ 17 w 37"/>
                <a:gd name="T5" fmla="*/ 1 h 44"/>
                <a:gd name="T6" fmla="*/ 36 w 37"/>
                <a:gd name="T7" fmla="*/ 18 h 44"/>
                <a:gd name="T8" fmla="*/ 21 w 37"/>
                <a:gd name="T9" fmla="*/ 42 h 44"/>
              </a:gdLst>
              <a:ahLst/>
              <a:cxnLst>
                <a:cxn ang="0">
                  <a:pos x="T0" y="T1"/>
                </a:cxn>
                <a:cxn ang="0">
                  <a:pos x="T2" y="T3"/>
                </a:cxn>
                <a:cxn ang="0">
                  <a:pos x="T4" y="T5"/>
                </a:cxn>
                <a:cxn ang="0">
                  <a:pos x="T6" y="T7"/>
                </a:cxn>
                <a:cxn ang="0">
                  <a:pos x="T8" y="T9"/>
                </a:cxn>
              </a:cxnLst>
              <a:rect l="0" t="0" r="r" b="b"/>
              <a:pathLst>
                <a:path w="37" h="44">
                  <a:moveTo>
                    <a:pt x="21" y="42"/>
                  </a:moveTo>
                  <a:cubicBezTo>
                    <a:pt x="11" y="44"/>
                    <a:pt x="3" y="36"/>
                    <a:pt x="2" y="24"/>
                  </a:cubicBezTo>
                  <a:cubicBezTo>
                    <a:pt x="0" y="13"/>
                    <a:pt x="7" y="3"/>
                    <a:pt x="17" y="1"/>
                  </a:cubicBezTo>
                  <a:cubicBezTo>
                    <a:pt x="26" y="0"/>
                    <a:pt x="34" y="7"/>
                    <a:pt x="36" y="18"/>
                  </a:cubicBezTo>
                  <a:cubicBezTo>
                    <a:pt x="37" y="29"/>
                    <a:pt x="31" y="40"/>
                    <a:pt x="21"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 name="Freeform 738">
              <a:extLst>
                <a:ext uri="{FF2B5EF4-FFF2-40B4-BE49-F238E27FC236}">
                  <a16:creationId xmlns:a16="http://schemas.microsoft.com/office/drawing/2014/main" id="{8AE38044-4692-7B6B-7313-94257BA8C5D9}"/>
                </a:ext>
              </a:extLst>
            </p:cNvPr>
            <p:cNvSpPr>
              <a:spLocks/>
            </p:cNvSpPr>
            <p:nvPr/>
          </p:nvSpPr>
          <p:spPr bwMode="auto">
            <a:xfrm rot="5094805">
              <a:off x="1549176" y="6764962"/>
              <a:ext cx="89114" cy="102824"/>
            </a:xfrm>
            <a:custGeom>
              <a:avLst/>
              <a:gdLst>
                <a:gd name="T0" fmla="*/ 19 w 36"/>
                <a:gd name="T1" fmla="*/ 40 h 42"/>
                <a:gd name="T2" fmla="*/ 0 w 36"/>
                <a:gd name="T3" fmla="*/ 22 h 42"/>
                <a:gd name="T4" fmla="*/ 17 w 36"/>
                <a:gd name="T5" fmla="*/ 1 h 42"/>
                <a:gd name="T6" fmla="*/ 35 w 36"/>
                <a:gd name="T7" fmla="*/ 17 h 42"/>
                <a:gd name="T8" fmla="*/ 19 w 36"/>
                <a:gd name="T9" fmla="*/ 40 h 42"/>
              </a:gdLst>
              <a:ahLst/>
              <a:cxnLst>
                <a:cxn ang="0">
                  <a:pos x="T0" y="T1"/>
                </a:cxn>
                <a:cxn ang="0">
                  <a:pos x="T2" y="T3"/>
                </a:cxn>
                <a:cxn ang="0">
                  <a:pos x="T4" y="T5"/>
                </a:cxn>
                <a:cxn ang="0">
                  <a:pos x="T6" y="T7"/>
                </a:cxn>
                <a:cxn ang="0">
                  <a:pos x="T8" y="T9"/>
                </a:cxn>
              </a:cxnLst>
              <a:rect l="0" t="0" r="r" b="b"/>
              <a:pathLst>
                <a:path w="36" h="42">
                  <a:moveTo>
                    <a:pt x="19" y="40"/>
                  </a:moveTo>
                  <a:cubicBezTo>
                    <a:pt x="10" y="42"/>
                    <a:pt x="1" y="34"/>
                    <a:pt x="0" y="22"/>
                  </a:cubicBezTo>
                  <a:cubicBezTo>
                    <a:pt x="0" y="11"/>
                    <a:pt x="7" y="2"/>
                    <a:pt x="17" y="1"/>
                  </a:cubicBezTo>
                  <a:cubicBezTo>
                    <a:pt x="26" y="0"/>
                    <a:pt x="34" y="7"/>
                    <a:pt x="35" y="17"/>
                  </a:cubicBezTo>
                  <a:cubicBezTo>
                    <a:pt x="36" y="28"/>
                    <a:pt x="29" y="39"/>
                    <a:pt x="19"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 name="Freeform 744">
              <a:extLst>
                <a:ext uri="{FF2B5EF4-FFF2-40B4-BE49-F238E27FC236}">
                  <a16:creationId xmlns:a16="http://schemas.microsoft.com/office/drawing/2014/main" id="{E33F4D1D-F271-B1B1-BFF3-2A56F3D79B60}"/>
                </a:ext>
              </a:extLst>
            </p:cNvPr>
            <p:cNvSpPr>
              <a:spLocks/>
            </p:cNvSpPr>
            <p:nvPr/>
          </p:nvSpPr>
          <p:spPr bwMode="auto">
            <a:xfrm rot="5094805">
              <a:off x="-12254" y="2778427"/>
              <a:ext cx="79974" cy="27420"/>
            </a:xfrm>
            <a:custGeom>
              <a:avLst/>
              <a:gdLst>
                <a:gd name="T0" fmla="*/ 33 w 33"/>
                <a:gd name="T1" fmla="*/ 3 h 11"/>
                <a:gd name="T2" fmla="*/ 18 w 33"/>
                <a:gd name="T3" fmla="*/ 10 h 11"/>
                <a:gd name="T4" fmla="*/ 0 w 33"/>
                <a:gd name="T5" fmla="*/ 8 h 11"/>
                <a:gd name="T6" fmla="*/ 14 w 33"/>
                <a:gd name="T7" fmla="*/ 2 h 11"/>
                <a:gd name="T8" fmla="*/ 33 w 33"/>
                <a:gd name="T9" fmla="*/ 3 h 11"/>
              </a:gdLst>
              <a:ahLst/>
              <a:cxnLst>
                <a:cxn ang="0">
                  <a:pos x="T0" y="T1"/>
                </a:cxn>
                <a:cxn ang="0">
                  <a:pos x="T2" y="T3"/>
                </a:cxn>
                <a:cxn ang="0">
                  <a:pos x="T4" y="T5"/>
                </a:cxn>
                <a:cxn ang="0">
                  <a:pos x="T6" y="T7"/>
                </a:cxn>
                <a:cxn ang="0">
                  <a:pos x="T8" y="T9"/>
                </a:cxn>
              </a:cxnLst>
              <a:rect l="0" t="0" r="r" b="b"/>
              <a:pathLst>
                <a:path w="33" h="11">
                  <a:moveTo>
                    <a:pt x="33" y="3"/>
                  </a:moveTo>
                  <a:cubicBezTo>
                    <a:pt x="33" y="5"/>
                    <a:pt x="27" y="8"/>
                    <a:pt x="18" y="10"/>
                  </a:cubicBezTo>
                  <a:cubicBezTo>
                    <a:pt x="9" y="11"/>
                    <a:pt x="1" y="11"/>
                    <a:pt x="0" y="8"/>
                  </a:cubicBezTo>
                  <a:cubicBezTo>
                    <a:pt x="0" y="6"/>
                    <a:pt x="6" y="3"/>
                    <a:pt x="14" y="2"/>
                  </a:cubicBezTo>
                  <a:cubicBezTo>
                    <a:pt x="23" y="0"/>
                    <a:pt x="32" y="1"/>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 name="Freeform 745">
              <a:extLst>
                <a:ext uri="{FF2B5EF4-FFF2-40B4-BE49-F238E27FC236}">
                  <a16:creationId xmlns:a16="http://schemas.microsoft.com/office/drawing/2014/main" id="{4742959F-05DF-CBFB-7730-5077993EEBBC}"/>
                </a:ext>
              </a:extLst>
            </p:cNvPr>
            <p:cNvSpPr>
              <a:spLocks/>
            </p:cNvSpPr>
            <p:nvPr/>
          </p:nvSpPr>
          <p:spPr bwMode="auto">
            <a:xfrm rot="5094805">
              <a:off x="41372" y="2966156"/>
              <a:ext cx="84544" cy="31990"/>
            </a:xfrm>
            <a:custGeom>
              <a:avLst/>
              <a:gdLst>
                <a:gd name="T0" fmla="*/ 33 w 34"/>
                <a:gd name="T1" fmla="*/ 3 h 13"/>
                <a:gd name="T2" fmla="*/ 17 w 34"/>
                <a:gd name="T3" fmla="*/ 11 h 13"/>
                <a:gd name="T4" fmla="*/ 0 w 34"/>
                <a:gd name="T5" fmla="*/ 10 h 13"/>
                <a:gd name="T6" fmla="*/ 16 w 34"/>
                <a:gd name="T7" fmla="*/ 2 h 13"/>
                <a:gd name="T8" fmla="*/ 33 w 34"/>
                <a:gd name="T9" fmla="*/ 3 h 13"/>
              </a:gdLst>
              <a:ahLst/>
              <a:cxnLst>
                <a:cxn ang="0">
                  <a:pos x="T0" y="T1"/>
                </a:cxn>
                <a:cxn ang="0">
                  <a:pos x="T2" y="T3"/>
                </a:cxn>
                <a:cxn ang="0">
                  <a:pos x="T4" y="T5"/>
                </a:cxn>
                <a:cxn ang="0">
                  <a:pos x="T6" y="T7"/>
                </a:cxn>
                <a:cxn ang="0">
                  <a:pos x="T8" y="T9"/>
                </a:cxn>
              </a:cxnLst>
              <a:rect l="0" t="0" r="r" b="b"/>
              <a:pathLst>
                <a:path w="34" h="13">
                  <a:moveTo>
                    <a:pt x="33" y="3"/>
                  </a:moveTo>
                  <a:cubicBezTo>
                    <a:pt x="34" y="5"/>
                    <a:pt x="26" y="9"/>
                    <a:pt x="17" y="11"/>
                  </a:cubicBezTo>
                  <a:cubicBezTo>
                    <a:pt x="9" y="13"/>
                    <a:pt x="1" y="12"/>
                    <a:pt x="0" y="10"/>
                  </a:cubicBezTo>
                  <a:cubicBezTo>
                    <a:pt x="0" y="8"/>
                    <a:pt x="7" y="4"/>
                    <a:pt x="16" y="2"/>
                  </a:cubicBezTo>
                  <a:cubicBezTo>
                    <a:pt x="24" y="0"/>
                    <a:pt x="32" y="0"/>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 name="Freeform 746">
              <a:extLst>
                <a:ext uri="{FF2B5EF4-FFF2-40B4-BE49-F238E27FC236}">
                  <a16:creationId xmlns:a16="http://schemas.microsoft.com/office/drawing/2014/main" id="{DEE3A104-6D72-8E1C-DDAF-00C6D1EE6406}"/>
                </a:ext>
              </a:extLst>
            </p:cNvPr>
            <p:cNvSpPr>
              <a:spLocks/>
            </p:cNvSpPr>
            <p:nvPr/>
          </p:nvSpPr>
          <p:spPr bwMode="auto">
            <a:xfrm rot="5094805">
              <a:off x="110641" y="3150499"/>
              <a:ext cx="82259" cy="34275"/>
            </a:xfrm>
            <a:custGeom>
              <a:avLst/>
              <a:gdLst>
                <a:gd name="T0" fmla="*/ 0 w 33"/>
                <a:gd name="T1" fmla="*/ 12 h 14"/>
                <a:gd name="T2" fmla="*/ 15 w 33"/>
                <a:gd name="T3" fmla="*/ 3 h 14"/>
                <a:gd name="T4" fmla="*/ 33 w 33"/>
                <a:gd name="T5" fmla="*/ 3 h 14"/>
                <a:gd name="T6" fmla="*/ 18 w 33"/>
                <a:gd name="T7" fmla="*/ 11 h 14"/>
                <a:gd name="T8" fmla="*/ 0 w 33"/>
                <a:gd name="T9" fmla="*/ 12 h 14"/>
              </a:gdLst>
              <a:ahLst/>
              <a:cxnLst>
                <a:cxn ang="0">
                  <a:pos x="T0" y="T1"/>
                </a:cxn>
                <a:cxn ang="0">
                  <a:pos x="T2" y="T3"/>
                </a:cxn>
                <a:cxn ang="0">
                  <a:pos x="T4" y="T5"/>
                </a:cxn>
                <a:cxn ang="0">
                  <a:pos x="T6" y="T7"/>
                </a:cxn>
                <a:cxn ang="0">
                  <a:pos x="T8" y="T9"/>
                </a:cxn>
              </a:cxnLst>
              <a:rect l="0" t="0" r="r" b="b"/>
              <a:pathLst>
                <a:path w="33" h="14">
                  <a:moveTo>
                    <a:pt x="0" y="12"/>
                  </a:moveTo>
                  <a:cubicBezTo>
                    <a:pt x="0" y="9"/>
                    <a:pt x="6" y="5"/>
                    <a:pt x="15" y="3"/>
                  </a:cubicBezTo>
                  <a:cubicBezTo>
                    <a:pt x="24" y="0"/>
                    <a:pt x="32" y="0"/>
                    <a:pt x="33" y="3"/>
                  </a:cubicBezTo>
                  <a:cubicBezTo>
                    <a:pt x="33" y="5"/>
                    <a:pt x="27" y="9"/>
                    <a:pt x="18" y="11"/>
                  </a:cubicBezTo>
                  <a:cubicBezTo>
                    <a:pt x="9" y="14"/>
                    <a:pt x="1" y="14"/>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 name="Freeform 747">
              <a:extLst>
                <a:ext uri="{FF2B5EF4-FFF2-40B4-BE49-F238E27FC236}">
                  <a16:creationId xmlns:a16="http://schemas.microsoft.com/office/drawing/2014/main" id="{F6081B32-617B-033D-9E61-E5994364B9B9}"/>
                </a:ext>
              </a:extLst>
            </p:cNvPr>
            <p:cNvSpPr>
              <a:spLocks/>
            </p:cNvSpPr>
            <p:nvPr/>
          </p:nvSpPr>
          <p:spPr bwMode="auto">
            <a:xfrm rot="5094805">
              <a:off x="183516" y="3335470"/>
              <a:ext cx="84544" cy="38845"/>
            </a:xfrm>
            <a:custGeom>
              <a:avLst/>
              <a:gdLst>
                <a:gd name="T0" fmla="*/ 1 w 35"/>
                <a:gd name="T1" fmla="*/ 13 h 15"/>
                <a:gd name="T2" fmla="*/ 16 w 35"/>
                <a:gd name="T3" fmla="*/ 2 h 15"/>
                <a:gd name="T4" fmla="*/ 33 w 35"/>
                <a:gd name="T5" fmla="*/ 2 h 15"/>
                <a:gd name="T6" fmla="*/ 19 w 35"/>
                <a:gd name="T7" fmla="*/ 12 h 15"/>
                <a:gd name="T8" fmla="*/ 1 w 35"/>
                <a:gd name="T9" fmla="*/ 13 h 15"/>
              </a:gdLst>
              <a:ahLst/>
              <a:cxnLst>
                <a:cxn ang="0">
                  <a:pos x="T0" y="T1"/>
                </a:cxn>
                <a:cxn ang="0">
                  <a:pos x="T2" y="T3"/>
                </a:cxn>
                <a:cxn ang="0">
                  <a:pos x="T4" y="T5"/>
                </a:cxn>
                <a:cxn ang="0">
                  <a:pos x="T6" y="T7"/>
                </a:cxn>
                <a:cxn ang="0">
                  <a:pos x="T8" y="T9"/>
                </a:cxn>
              </a:cxnLst>
              <a:rect l="0" t="0" r="r" b="b"/>
              <a:pathLst>
                <a:path w="35" h="15">
                  <a:moveTo>
                    <a:pt x="1" y="13"/>
                  </a:moveTo>
                  <a:cubicBezTo>
                    <a:pt x="0" y="10"/>
                    <a:pt x="7" y="5"/>
                    <a:pt x="16" y="2"/>
                  </a:cubicBezTo>
                  <a:cubicBezTo>
                    <a:pt x="25" y="0"/>
                    <a:pt x="32" y="0"/>
                    <a:pt x="33" y="2"/>
                  </a:cubicBezTo>
                  <a:cubicBezTo>
                    <a:pt x="35" y="5"/>
                    <a:pt x="28" y="10"/>
                    <a:pt x="19" y="12"/>
                  </a:cubicBezTo>
                  <a:cubicBezTo>
                    <a:pt x="10" y="15"/>
                    <a:pt x="2" y="15"/>
                    <a:pt x="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 name="Freeform 748">
              <a:extLst>
                <a:ext uri="{FF2B5EF4-FFF2-40B4-BE49-F238E27FC236}">
                  <a16:creationId xmlns:a16="http://schemas.microsoft.com/office/drawing/2014/main" id="{CDF69109-0003-D22A-735F-8B532E115248}"/>
                </a:ext>
              </a:extLst>
            </p:cNvPr>
            <p:cNvSpPr>
              <a:spLocks/>
            </p:cNvSpPr>
            <p:nvPr/>
          </p:nvSpPr>
          <p:spPr bwMode="auto">
            <a:xfrm rot="5094805">
              <a:off x="265399" y="3517451"/>
              <a:ext cx="84544" cy="45700"/>
            </a:xfrm>
            <a:custGeom>
              <a:avLst/>
              <a:gdLst>
                <a:gd name="T0" fmla="*/ 33 w 34"/>
                <a:gd name="T1" fmla="*/ 3 h 18"/>
                <a:gd name="T2" fmla="*/ 18 w 34"/>
                <a:gd name="T3" fmla="*/ 15 h 18"/>
                <a:gd name="T4" fmla="*/ 1 w 34"/>
                <a:gd name="T5" fmla="*/ 15 h 18"/>
                <a:gd name="T6" fmla="*/ 16 w 34"/>
                <a:gd name="T7" fmla="*/ 3 h 18"/>
                <a:gd name="T8" fmla="*/ 33 w 34"/>
                <a:gd name="T9" fmla="*/ 3 h 18"/>
              </a:gdLst>
              <a:ahLst/>
              <a:cxnLst>
                <a:cxn ang="0">
                  <a:pos x="T0" y="T1"/>
                </a:cxn>
                <a:cxn ang="0">
                  <a:pos x="T2" y="T3"/>
                </a:cxn>
                <a:cxn ang="0">
                  <a:pos x="T4" y="T5"/>
                </a:cxn>
                <a:cxn ang="0">
                  <a:pos x="T6" y="T7"/>
                </a:cxn>
                <a:cxn ang="0">
                  <a:pos x="T8" y="T9"/>
                </a:cxn>
              </a:cxnLst>
              <a:rect l="0" t="0" r="r" b="b"/>
              <a:pathLst>
                <a:path w="34" h="18">
                  <a:moveTo>
                    <a:pt x="33" y="3"/>
                  </a:moveTo>
                  <a:cubicBezTo>
                    <a:pt x="34" y="6"/>
                    <a:pt x="27" y="12"/>
                    <a:pt x="18" y="15"/>
                  </a:cubicBezTo>
                  <a:cubicBezTo>
                    <a:pt x="10" y="17"/>
                    <a:pt x="2" y="18"/>
                    <a:pt x="1" y="15"/>
                  </a:cubicBezTo>
                  <a:cubicBezTo>
                    <a:pt x="0" y="12"/>
                    <a:pt x="7" y="7"/>
                    <a:pt x="16" y="3"/>
                  </a:cubicBezTo>
                  <a:cubicBezTo>
                    <a:pt x="25" y="0"/>
                    <a:pt x="32" y="0"/>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 name="Freeform 749">
              <a:extLst>
                <a:ext uri="{FF2B5EF4-FFF2-40B4-BE49-F238E27FC236}">
                  <a16:creationId xmlns:a16="http://schemas.microsoft.com/office/drawing/2014/main" id="{B64C0594-B901-0044-B3A5-2B930DB03821}"/>
                </a:ext>
              </a:extLst>
            </p:cNvPr>
            <p:cNvSpPr>
              <a:spLocks/>
            </p:cNvSpPr>
            <p:nvPr/>
          </p:nvSpPr>
          <p:spPr bwMode="auto">
            <a:xfrm rot="5094805">
              <a:off x="352972" y="3702353"/>
              <a:ext cx="84544" cy="45700"/>
            </a:xfrm>
            <a:custGeom>
              <a:avLst/>
              <a:gdLst>
                <a:gd name="T0" fmla="*/ 1 w 34"/>
                <a:gd name="T1" fmla="*/ 16 h 19"/>
                <a:gd name="T2" fmla="*/ 15 w 34"/>
                <a:gd name="T3" fmla="*/ 3 h 19"/>
                <a:gd name="T4" fmla="*/ 33 w 34"/>
                <a:gd name="T5" fmla="*/ 3 h 19"/>
                <a:gd name="T6" fmla="*/ 18 w 34"/>
                <a:gd name="T7" fmla="*/ 16 h 19"/>
                <a:gd name="T8" fmla="*/ 1 w 34"/>
                <a:gd name="T9" fmla="*/ 16 h 19"/>
              </a:gdLst>
              <a:ahLst/>
              <a:cxnLst>
                <a:cxn ang="0">
                  <a:pos x="T0" y="T1"/>
                </a:cxn>
                <a:cxn ang="0">
                  <a:pos x="T2" y="T3"/>
                </a:cxn>
                <a:cxn ang="0">
                  <a:pos x="T4" y="T5"/>
                </a:cxn>
                <a:cxn ang="0">
                  <a:pos x="T6" y="T7"/>
                </a:cxn>
                <a:cxn ang="0">
                  <a:pos x="T8" y="T9"/>
                </a:cxn>
              </a:cxnLst>
              <a:rect l="0" t="0" r="r" b="b"/>
              <a:pathLst>
                <a:path w="34" h="19">
                  <a:moveTo>
                    <a:pt x="1" y="16"/>
                  </a:moveTo>
                  <a:cubicBezTo>
                    <a:pt x="0" y="13"/>
                    <a:pt x="6" y="7"/>
                    <a:pt x="15" y="3"/>
                  </a:cubicBezTo>
                  <a:cubicBezTo>
                    <a:pt x="24" y="0"/>
                    <a:pt x="32" y="0"/>
                    <a:pt x="33" y="3"/>
                  </a:cubicBezTo>
                  <a:cubicBezTo>
                    <a:pt x="34" y="7"/>
                    <a:pt x="27" y="12"/>
                    <a:pt x="18" y="16"/>
                  </a:cubicBezTo>
                  <a:cubicBezTo>
                    <a:pt x="10" y="19"/>
                    <a:pt x="2" y="19"/>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 name="Freeform 750">
              <a:extLst>
                <a:ext uri="{FF2B5EF4-FFF2-40B4-BE49-F238E27FC236}">
                  <a16:creationId xmlns:a16="http://schemas.microsoft.com/office/drawing/2014/main" id="{217BAB1F-2514-345D-0183-774CC49EB138}"/>
                </a:ext>
              </a:extLst>
            </p:cNvPr>
            <p:cNvSpPr>
              <a:spLocks/>
            </p:cNvSpPr>
            <p:nvPr/>
          </p:nvSpPr>
          <p:spPr bwMode="auto">
            <a:xfrm rot="5094805">
              <a:off x="445000" y="3882385"/>
              <a:ext cx="82259" cy="52554"/>
            </a:xfrm>
            <a:custGeom>
              <a:avLst/>
              <a:gdLst>
                <a:gd name="T0" fmla="*/ 32 w 33"/>
                <a:gd name="T1" fmla="*/ 5 h 21"/>
                <a:gd name="T2" fmla="*/ 18 w 33"/>
                <a:gd name="T3" fmla="*/ 17 h 21"/>
                <a:gd name="T4" fmla="*/ 0 w 33"/>
                <a:gd name="T5" fmla="*/ 17 h 21"/>
                <a:gd name="T6" fmla="*/ 15 w 33"/>
                <a:gd name="T7" fmla="*/ 4 h 21"/>
                <a:gd name="T8" fmla="*/ 32 w 33"/>
                <a:gd name="T9" fmla="*/ 5 h 21"/>
              </a:gdLst>
              <a:ahLst/>
              <a:cxnLst>
                <a:cxn ang="0">
                  <a:pos x="T0" y="T1"/>
                </a:cxn>
                <a:cxn ang="0">
                  <a:pos x="T2" y="T3"/>
                </a:cxn>
                <a:cxn ang="0">
                  <a:pos x="T4" y="T5"/>
                </a:cxn>
                <a:cxn ang="0">
                  <a:pos x="T6" y="T7"/>
                </a:cxn>
                <a:cxn ang="0">
                  <a:pos x="T8" y="T9"/>
                </a:cxn>
              </a:cxnLst>
              <a:rect l="0" t="0" r="r" b="b"/>
              <a:pathLst>
                <a:path w="33" h="21">
                  <a:moveTo>
                    <a:pt x="32" y="5"/>
                  </a:moveTo>
                  <a:cubicBezTo>
                    <a:pt x="33" y="8"/>
                    <a:pt x="26" y="14"/>
                    <a:pt x="18" y="17"/>
                  </a:cubicBezTo>
                  <a:cubicBezTo>
                    <a:pt x="9" y="21"/>
                    <a:pt x="1" y="21"/>
                    <a:pt x="0" y="17"/>
                  </a:cubicBezTo>
                  <a:cubicBezTo>
                    <a:pt x="0" y="13"/>
                    <a:pt x="6" y="7"/>
                    <a:pt x="15" y="4"/>
                  </a:cubicBezTo>
                  <a:cubicBezTo>
                    <a:pt x="24" y="0"/>
                    <a:pt x="32" y="1"/>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 name="Freeform 751">
              <a:extLst>
                <a:ext uri="{FF2B5EF4-FFF2-40B4-BE49-F238E27FC236}">
                  <a16:creationId xmlns:a16="http://schemas.microsoft.com/office/drawing/2014/main" id="{F0B16354-CFF2-45C7-57FA-5C2A3FE14179}"/>
                </a:ext>
              </a:extLst>
            </p:cNvPr>
            <p:cNvSpPr>
              <a:spLocks/>
            </p:cNvSpPr>
            <p:nvPr/>
          </p:nvSpPr>
          <p:spPr bwMode="auto">
            <a:xfrm rot="5094805">
              <a:off x="540441" y="4063256"/>
              <a:ext cx="79974" cy="57124"/>
            </a:xfrm>
            <a:custGeom>
              <a:avLst/>
              <a:gdLst>
                <a:gd name="T0" fmla="*/ 33 w 33"/>
                <a:gd name="T1" fmla="*/ 5 h 23"/>
                <a:gd name="T2" fmla="*/ 19 w 33"/>
                <a:gd name="T3" fmla="*/ 20 h 23"/>
                <a:gd name="T4" fmla="*/ 1 w 33"/>
                <a:gd name="T5" fmla="*/ 19 h 23"/>
                <a:gd name="T6" fmla="*/ 14 w 33"/>
                <a:gd name="T7" fmla="*/ 4 h 23"/>
                <a:gd name="T8" fmla="*/ 33 w 33"/>
                <a:gd name="T9" fmla="*/ 5 h 23"/>
              </a:gdLst>
              <a:ahLst/>
              <a:cxnLst>
                <a:cxn ang="0">
                  <a:pos x="T0" y="T1"/>
                </a:cxn>
                <a:cxn ang="0">
                  <a:pos x="T2" y="T3"/>
                </a:cxn>
                <a:cxn ang="0">
                  <a:pos x="T4" y="T5"/>
                </a:cxn>
                <a:cxn ang="0">
                  <a:pos x="T6" y="T7"/>
                </a:cxn>
                <a:cxn ang="0">
                  <a:pos x="T8" y="T9"/>
                </a:cxn>
              </a:cxnLst>
              <a:rect l="0" t="0" r="r" b="b"/>
              <a:pathLst>
                <a:path w="33" h="23">
                  <a:moveTo>
                    <a:pt x="33" y="5"/>
                  </a:moveTo>
                  <a:cubicBezTo>
                    <a:pt x="33" y="9"/>
                    <a:pt x="27" y="16"/>
                    <a:pt x="19" y="20"/>
                  </a:cubicBezTo>
                  <a:cubicBezTo>
                    <a:pt x="10" y="23"/>
                    <a:pt x="1" y="23"/>
                    <a:pt x="1" y="19"/>
                  </a:cubicBezTo>
                  <a:cubicBezTo>
                    <a:pt x="0" y="15"/>
                    <a:pt x="6" y="8"/>
                    <a:pt x="14" y="4"/>
                  </a:cubicBezTo>
                  <a:cubicBezTo>
                    <a:pt x="23" y="0"/>
                    <a:pt x="32" y="1"/>
                    <a:pt x="3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 name="Freeform 752">
              <a:extLst>
                <a:ext uri="{FF2B5EF4-FFF2-40B4-BE49-F238E27FC236}">
                  <a16:creationId xmlns:a16="http://schemas.microsoft.com/office/drawing/2014/main" id="{C088A70B-D1F1-B3E3-E20C-CEB333B5466F}"/>
                </a:ext>
              </a:extLst>
            </p:cNvPr>
            <p:cNvSpPr>
              <a:spLocks/>
            </p:cNvSpPr>
            <p:nvPr/>
          </p:nvSpPr>
          <p:spPr bwMode="auto">
            <a:xfrm rot="5094805">
              <a:off x="638150" y="4243722"/>
              <a:ext cx="82259" cy="61694"/>
            </a:xfrm>
            <a:custGeom>
              <a:avLst/>
              <a:gdLst>
                <a:gd name="T0" fmla="*/ 33 w 34"/>
                <a:gd name="T1" fmla="*/ 6 h 25"/>
                <a:gd name="T2" fmla="*/ 19 w 34"/>
                <a:gd name="T3" fmla="*/ 21 h 25"/>
                <a:gd name="T4" fmla="*/ 1 w 34"/>
                <a:gd name="T5" fmla="*/ 19 h 25"/>
                <a:gd name="T6" fmla="*/ 15 w 34"/>
                <a:gd name="T7" fmla="*/ 4 h 25"/>
                <a:gd name="T8" fmla="*/ 33 w 34"/>
                <a:gd name="T9" fmla="*/ 6 h 25"/>
              </a:gdLst>
              <a:ahLst/>
              <a:cxnLst>
                <a:cxn ang="0">
                  <a:pos x="T0" y="T1"/>
                </a:cxn>
                <a:cxn ang="0">
                  <a:pos x="T2" y="T3"/>
                </a:cxn>
                <a:cxn ang="0">
                  <a:pos x="T4" y="T5"/>
                </a:cxn>
                <a:cxn ang="0">
                  <a:pos x="T6" y="T7"/>
                </a:cxn>
                <a:cxn ang="0">
                  <a:pos x="T8" y="T9"/>
                </a:cxn>
              </a:cxnLst>
              <a:rect l="0" t="0" r="r" b="b"/>
              <a:pathLst>
                <a:path w="34" h="25">
                  <a:moveTo>
                    <a:pt x="33" y="6"/>
                  </a:moveTo>
                  <a:cubicBezTo>
                    <a:pt x="34" y="11"/>
                    <a:pt x="28" y="18"/>
                    <a:pt x="19" y="21"/>
                  </a:cubicBezTo>
                  <a:cubicBezTo>
                    <a:pt x="10" y="25"/>
                    <a:pt x="2" y="24"/>
                    <a:pt x="1" y="19"/>
                  </a:cubicBezTo>
                  <a:cubicBezTo>
                    <a:pt x="0" y="15"/>
                    <a:pt x="6" y="8"/>
                    <a:pt x="15" y="4"/>
                  </a:cubicBezTo>
                  <a:cubicBezTo>
                    <a:pt x="23" y="0"/>
                    <a:pt x="32" y="1"/>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 name="Freeform 753">
              <a:extLst>
                <a:ext uri="{FF2B5EF4-FFF2-40B4-BE49-F238E27FC236}">
                  <a16:creationId xmlns:a16="http://schemas.microsoft.com/office/drawing/2014/main" id="{30F772B0-78D6-5929-922B-ED6CC4DCBC03}"/>
                </a:ext>
              </a:extLst>
            </p:cNvPr>
            <p:cNvSpPr>
              <a:spLocks/>
            </p:cNvSpPr>
            <p:nvPr/>
          </p:nvSpPr>
          <p:spPr bwMode="auto">
            <a:xfrm rot="5094805">
              <a:off x="734721" y="4423147"/>
              <a:ext cx="84544" cy="68549"/>
            </a:xfrm>
            <a:custGeom>
              <a:avLst/>
              <a:gdLst>
                <a:gd name="T0" fmla="*/ 33 w 34"/>
                <a:gd name="T1" fmla="*/ 8 h 28"/>
                <a:gd name="T2" fmla="*/ 19 w 34"/>
                <a:gd name="T3" fmla="*/ 24 h 28"/>
                <a:gd name="T4" fmla="*/ 1 w 34"/>
                <a:gd name="T5" fmla="*/ 21 h 28"/>
                <a:gd name="T6" fmla="*/ 15 w 34"/>
                <a:gd name="T7" fmla="*/ 4 h 28"/>
                <a:gd name="T8" fmla="*/ 33 w 34"/>
                <a:gd name="T9" fmla="*/ 8 h 28"/>
              </a:gdLst>
              <a:ahLst/>
              <a:cxnLst>
                <a:cxn ang="0">
                  <a:pos x="T0" y="T1"/>
                </a:cxn>
                <a:cxn ang="0">
                  <a:pos x="T2" y="T3"/>
                </a:cxn>
                <a:cxn ang="0">
                  <a:pos x="T4" y="T5"/>
                </a:cxn>
                <a:cxn ang="0">
                  <a:pos x="T6" y="T7"/>
                </a:cxn>
                <a:cxn ang="0">
                  <a:pos x="T8" y="T9"/>
                </a:cxn>
              </a:cxnLst>
              <a:rect l="0" t="0" r="r" b="b"/>
              <a:pathLst>
                <a:path w="34" h="28">
                  <a:moveTo>
                    <a:pt x="33" y="8"/>
                  </a:moveTo>
                  <a:cubicBezTo>
                    <a:pt x="34" y="13"/>
                    <a:pt x="28" y="21"/>
                    <a:pt x="19" y="24"/>
                  </a:cubicBezTo>
                  <a:cubicBezTo>
                    <a:pt x="11" y="28"/>
                    <a:pt x="2" y="26"/>
                    <a:pt x="1" y="21"/>
                  </a:cubicBezTo>
                  <a:cubicBezTo>
                    <a:pt x="0" y="15"/>
                    <a:pt x="6" y="8"/>
                    <a:pt x="15" y="4"/>
                  </a:cubicBezTo>
                  <a:cubicBezTo>
                    <a:pt x="24" y="0"/>
                    <a:pt x="32" y="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 name="Freeform 754">
              <a:extLst>
                <a:ext uri="{FF2B5EF4-FFF2-40B4-BE49-F238E27FC236}">
                  <a16:creationId xmlns:a16="http://schemas.microsoft.com/office/drawing/2014/main" id="{8C73595C-7317-5134-ACA3-150D71E29887}"/>
                </a:ext>
              </a:extLst>
            </p:cNvPr>
            <p:cNvSpPr>
              <a:spLocks/>
            </p:cNvSpPr>
            <p:nvPr/>
          </p:nvSpPr>
          <p:spPr bwMode="auto">
            <a:xfrm rot="5094805">
              <a:off x="828919" y="4602880"/>
              <a:ext cx="84544" cy="73119"/>
            </a:xfrm>
            <a:custGeom>
              <a:avLst/>
              <a:gdLst>
                <a:gd name="T0" fmla="*/ 33 w 34"/>
                <a:gd name="T1" fmla="*/ 9 h 30"/>
                <a:gd name="T2" fmla="*/ 19 w 34"/>
                <a:gd name="T3" fmla="*/ 27 h 30"/>
                <a:gd name="T4" fmla="*/ 1 w 34"/>
                <a:gd name="T5" fmla="*/ 22 h 30"/>
                <a:gd name="T6" fmla="*/ 16 w 34"/>
                <a:gd name="T7" fmla="*/ 3 h 30"/>
                <a:gd name="T8" fmla="*/ 33 w 34"/>
                <a:gd name="T9" fmla="*/ 9 h 30"/>
              </a:gdLst>
              <a:ahLst/>
              <a:cxnLst>
                <a:cxn ang="0">
                  <a:pos x="T0" y="T1"/>
                </a:cxn>
                <a:cxn ang="0">
                  <a:pos x="T2" y="T3"/>
                </a:cxn>
                <a:cxn ang="0">
                  <a:pos x="T4" y="T5"/>
                </a:cxn>
                <a:cxn ang="0">
                  <a:pos x="T6" y="T7"/>
                </a:cxn>
                <a:cxn ang="0">
                  <a:pos x="T8" y="T9"/>
                </a:cxn>
              </a:cxnLst>
              <a:rect l="0" t="0" r="r" b="b"/>
              <a:pathLst>
                <a:path w="34" h="30">
                  <a:moveTo>
                    <a:pt x="33" y="9"/>
                  </a:moveTo>
                  <a:cubicBezTo>
                    <a:pt x="34" y="15"/>
                    <a:pt x="28" y="24"/>
                    <a:pt x="19" y="27"/>
                  </a:cubicBezTo>
                  <a:cubicBezTo>
                    <a:pt x="10" y="30"/>
                    <a:pt x="2" y="28"/>
                    <a:pt x="1" y="22"/>
                  </a:cubicBezTo>
                  <a:cubicBezTo>
                    <a:pt x="0" y="15"/>
                    <a:pt x="7" y="7"/>
                    <a:pt x="16" y="3"/>
                  </a:cubicBezTo>
                  <a:cubicBezTo>
                    <a:pt x="25" y="0"/>
                    <a:pt x="32" y="2"/>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 name="Freeform 755">
              <a:extLst>
                <a:ext uri="{FF2B5EF4-FFF2-40B4-BE49-F238E27FC236}">
                  <a16:creationId xmlns:a16="http://schemas.microsoft.com/office/drawing/2014/main" id="{C2CBE9B8-97EF-E363-158F-E2F6302E9D21}"/>
                </a:ext>
              </a:extLst>
            </p:cNvPr>
            <p:cNvSpPr>
              <a:spLocks/>
            </p:cNvSpPr>
            <p:nvPr/>
          </p:nvSpPr>
          <p:spPr bwMode="auto">
            <a:xfrm rot="5094805">
              <a:off x="923320" y="4782605"/>
              <a:ext cx="84544" cy="82259"/>
            </a:xfrm>
            <a:custGeom>
              <a:avLst/>
              <a:gdLst>
                <a:gd name="T0" fmla="*/ 1 w 34"/>
                <a:gd name="T1" fmla="*/ 23 h 33"/>
                <a:gd name="T2" fmla="*/ 16 w 34"/>
                <a:gd name="T3" fmla="*/ 3 h 33"/>
                <a:gd name="T4" fmla="*/ 33 w 34"/>
                <a:gd name="T5" fmla="*/ 11 h 33"/>
                <a:gd name="T6" fmla="*/ 17 w 34"/>
                <a:gd name="T7" fmla="*/ 31 h 33"/>
                <a:gd name="T8" fmla="*/ 1 w 34"/>
                <a:gd name="T9" fmla="*/ 23 h 33"/>
              </a:gdLst>
              <a:ahLst/>
              <a:cxnLst>
                <a:cxn ang="0">
                  <a:pos x="T0" y="T1"/>
                </a:cxn>
                <a:cxn ang="0">
                  <a:pos x="T2" y="T3"/>
                </a:cxn>
                <a:cxn ang="0">
                  <a:pos x="T4" y="T5"/>
                </a:cxn>
                <a:cxn ang="0">
                  <a:pos x="T6" y="T7"/>
                </a:cxn>
                <a:cxn ang="0">
                  <a:pos x="T8" y="T9"/>
                </a:cxn>
              </a:cxnLst>
              <a:rect l="0" t="0" r="r" b="b"/>
              <a:pathLst>
                <a:path w="34" h="33">
                  <a:moveTo>
                    <a:pt x="1" y="23"/>
                  </a:moveTo>
                  <a:cubicBezTo>
                    <a:pt x="0" y="16"/>
                    <a:pt x="7" y="7"/>
                    <a:pt x="16" y="3"/>
                  </a:cubicBezTo>
                  <a:cubicBezTo>
                    <a:pt x="24" y="0"/>
                    <a:pt x="32" y="4"/>
                    <a:pt x="33" y="11"/>
                  </a:cubicBezTo>
                  <a:cubicBezTo>
                    <a:pt x="34" y="18"/>
                    <a:pt x="26" y="28"/>
                    <a:pt x="17" y="31"/>
                  </a:cubicBezTo>
                  <a:cubicBezTo>
                    <a:pt x="9" y="33"/>
                    <a:pt x="1" y="30"/>
                    <a:pt x="1"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 name="Freeform 784">
              <a:extLst>
                <a:ext uri="{FF2B5EF4-FFF2-40B4-BE49-F238E27FC236}">
                  <a16:creationId xmlns:a16="http://schemas.microsoft.com/office/drawing/2014/main" id="{0782A632-EA3C-EBB8-F6D8-346C23597482}"/>
                </a:ext>
              </a:extLst>
            </p:cNvPr>
            <p:cNvSpPr>
              <a:spLocks/>
            </p:cNvSpPr>
            <p:nvPr/>
          </p:nvSpPr>
          <p:spPr bwMode="auto">
            <a:xfrm rot="5094805">
              <a:off x="1017624" y="4962435"/>
              <a:ext cx="82259" cy="89114"/>
            </a:xfrm>
            <a:custGeom>
              <a:avLst/>
              <a:gdLst>
                <a:gd name="T0" fmla="*/ 33 w 34"/>
                <a:gd name="T1" fmla="*/ 12 h 36"/>
                <a:gd name="T2" fmla="*/ 18 w 34"/>
                <a:gd name="T3" fmla="*/ 33 h 36"/>
                <a:gd name="T4" fmla="*/ 1 w 34"/>
                <a:gd name="T5" fmla="*/ 25 h 36"/>
                <a:gd name="T6" fmla="*/ 16 w 34"/>
                <a:gd name="T7" fmla="*/ 3 h 36"/>
                <a:gd name="T8" fmla="*/ 33 w 34"/>
                <a:gd name="T9" fmla="*/ 12 h 36"/>
              </a:gdLst>
              <a:ahLst/>
              <a:cxnLst>
                <a:cxn ang="0">
                  <a:pos x="T0" y="T1"/>
                </a:cxn>
                <a:cxn ang="0">
                  <a:pos x="T2" y="T3"/>
                </a:cxn>
                <a:cxn ang="0">
                  <a:pos x="T4" y="T5"/>
                </a:cxn>
                <a:cxn ang="0">
                  <a:pos x="T6" y="T7"/>
                </a:cxn>
                <a:cxn ang="0">
                  <a:pos x="T8" y="T9"/>
                </a:cxn>
              </a:cxnLst>
              <a:rect l="0" t="0" r="r" b="b"/>
              <a:pathLst>
                <a:path w="34" h="36">
                  <a:moveTo>
                    <a:pt x="33" y="12"/>
                  </a:moveTo>
                  <a:cubicBezTo>
                    <a:pt x="34" y="20"/>
                    <a:pt x="27" y="31"/>
                    <a:pt x="18" y="33"/>
                  </a:cubicBezTo>
                  <a:cubicBezTo>
                    <a:pt x="10" y="36"/>
                    <a:pt x="2" y="32"/>
                    <a:pt x="1" y="25"/>
                  </a:cubicBezTo>
                  <a:cubicBezTo>
                    <a:pt x="0" y="16"/>
                    <a:pt x="7" y="7"/>
                    <a:pt x="16" y="3"/>
                  </a:cubicBezTo>
                  <a:cubicBezTo>
                    <a:pt x="24" y="0"/>
                    <a:pt x="32" y="4"/>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 name="Freeform 785">
              <a:extLst>
                <a:ext uri="{FF2B5EF4-FFF2-40B4-BE49-F238E27FC236}">
                  <a16:creationId xmlns:a16="http://schemas.microsoft.com/office/drawing/2014/main" id="{6CE7E310-97B4-9B63-E408-4CF23D8F4644}"/>
                </a:ext>
              </a:extLst>
            </p:cNvPr>
            <p:cNvSpPr>
              <a:spLocks/>
            </p:cNvSpPr>
            <p:nvPr/>
          </p:nvSpPr>
          <p:spPr bwMode="auto">
            <a:xfrm rot="5094805">
              <a:off x="1105091" y="5142670"/>
              <a:ext cx="84544" cy="95969"/>
            </a:xfrm>
            <a:custGeom>
              <a:avLst/>
              <a:gdLst>
                <a:gd name="T0" fmla="*/ 1 w 34"/>
                <a:gd name="T1" fmla="*/ 26 h 39"/>
                <a:gd name="T2" fmla="*/ 16 w 34"/>
                <a:gd name="T3" fmla="*/ 3 h 39"/>
                <a:gd name="T4" fmla="*/ 33 w 34"/>
                <a:gd name="T5" fmla="*/ 13 h 39"/>
                <a:gd name="T6" fmla="*/ 19 w 34"/>
                <a:gd name="T7" fmla="*/ 36 h 39"/>
                <a:gd name="T8" fmla="*/ 1 w 34"/>
                <a:gd name="T9" fmla="*/ 26 h 39"/>
              </a:gdLst>
              <a:ahLst/>
              <a:cxnLst>
                <a:cxn ang="0">
                  <a:pos x="T0" y="T1"/>
                </a:cxn>
                <a:cxn ang="0">
                  <a:pos x="T2" y="T3"/>
                </a:cxn>
                <a:cxn ang="0">
                  <a:pos x="T4" y="T5"/>
                </a:cxn>
                <a:cxn ang="0">
                  <a:pos x="T6" y="T7"/>
                </a:cxn>
                <a:cxn ang="0">
                  <a:pos x="T8" y="T9"/>
                </a:cxn>
              </a:cxnLst>
              <a:rect l="0" t="0" r="r" b="b"/>
              <a:pathLst>
                <a:path w="34" h="39">
                  <a:moveTo>
                    <a:pt x="1" y="26"/>
                  </a:moveTo>
                  <a:cubicBezTo>
                    <a:pt x="0" y="17"/>
                    <a:pt x="7" y="7"/>
                    <a:pt x="16" y="3"/>
                  </a:cubicBezTo>
                  <a:cubicBezTo>
                    <a:pt x="24" y="0"/>
                    <a:pt x="32" y="5"/>
                    <a:pt x="33" y="13"/>
                  </a:cubicBezTo>
                  <a:cubicBezTo>
                    <a:pt x="34" y="22"/>
                    <a:pt x="28" y="33"/>
                    <a:pt x="19" y="36"/>
                  </a:cubicBezTo>
                  <a:cubicBezTo>
                    <a:pt x="10" y="39"/>
                    <a:pt x="2" y="34"/>
                    <a:pt x="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 name="Freeform 786">
              <a:extLst>
                <a:ext uri="{FF2B5EF4-FFF2-40B4-BE49-F238E27FC236}">
                  <a16:creationId xmlns:a16="http://schemas.microsoft.com/office/drawing/2014/main" id="{9D034031-7492-F53F-C654-ECF5A5833116}"/>
                </a:ext>
              </a:extLst>
            </p:cNvPr>
            <p:cNvSpPr>
              <a:spLocks/>
            </p:cNvSpPr>
            <p:nvPr/>
          </p:nvSpPr>
          <p:spPr bwMode="auto">
            <a:xfrm rot="5094805">
              <a:off x="1192558" y="5322905"/>
              <a:ext cx="86829" cy="102824"/>
            </a:xfrm>
            <a:custGeom>
              <a:avLst/>
              <a:gdLst>
                <a:gd name="T0" fmla="*/ 2 w 35"/>
                <a:gd name="T1" fmla="*/ 27 h 41"/>
                <a:gd name="T2" fmla="*/ 16 w 35"/>
                <a:gd name="T3" fmla="*/ 3 h 41"/>
                <a:gd name="T4" fmla="*/ 34 w 35"/>
                <a:gd name="T5" fmla="*/ 14 h 41"/>
                <a:gd name="T6" fmla="*/ 19 w 35"/>
                <a:gd name="T7" fmla="*/ 38 h 41"/>
                <a:gd name="T8" fmla="*/ 2 w 35"/>
                <a:gd name="T9" fmla="*/ 27 h 41"/>
              </a:gdLst>
              <a:ahLst/>
              <a:cxnLst>
                <a:cxn ang="0">
                  <a:pos x="T0" y="T1"/>
                </a:cxn>
                <a:cxn ang="0">
                  <a:pos x="T2" y="T3"/>
                </a:cxn>
                <a:cxn ang="0">
                  <a:pos x="T4" y="T5"/>
                </a:cxn>
                <a:cxn ang="0">
                  <a:pos x="T6" y="T7"/>
                </a:cxn>
                <a:cxn ang="0">
                  <a:pos x="T8" y="T9"/>
                </a:cxn>
              </a:cxnLst>
              <a:rect l="0" t="0" r="r" b="b"/>
              <a:pathLst>
                <a:path w="35" h="41">
                  <a:moveTo>
                    <a:pt x="2" y="27"/>
                  </a:moveTo>
                  <a:cubicBezTo>
                    <a:pt x="0" y="17"/>
                    <a:pt x="7" y="7"/>
                    <a:pt x="16" y="3"/>
                  </a:cubicBezTo>
                  <a:cubicBezTo>
                    <a:pt x="24" y="0"/>
                    <a:pt x="32" y="5"/>
                    <a:pt x="34" y="14"/>
                  </a:cubicBezTo>
                  <a:cubicBezTo>
                    <a:pt x="35" y="24"/>
                    <a:pt x="28" y="35"/>
                    <a:pt x="19" y="38"/>
                  </a:cubicBezTo>
                  <a:cubicBezTo>
                    <a:pt x="11" y="41"/>
                    <a:pt x="3" y="36"/>
                    <a:pt x="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 name="Freeform 787">
              <a:extLst>
                <a:ext uri="{FF2B5EF4-FFF2-40B4-BE49-F238E27FC236}">
                  <a16:creationId xmlns:a16="http://schemas.microsoft.com/office/drawing/2014/main" id="{8B006166-F206-0357-CBDD-8365B5CCDEA3}"/>
                </a:ext>
              </a:extLst>
            </p:cNvPr>
            <p:cNvSpPr>
              <a:spLocks/>
            </p:cNvSpPr>
            <p:nvPr/>
          </p:nvSpPr>
          <p:spPr bwMode="auto">
            <a:xfrm rot="5094805">
              <a:off x="1276716" y="5506968"/>
              <a:ext cx="86829" cy="105109"/>
            </a:xfrm>
            <a:custGeom>
              <a:avLst/>
              <a:gdLst>
                <a:gd name="T0" fmla="*/ 1 w 35"/>
                <a:gd name="T1" fmla="*/ 27 h 42"/>
                <a:gd name="T2" fmla="*/ 15 w 35"/>
                <a:gd name="T3" fmla="*/ 3 h 42"/>
                <a:gd name="T4" fmla="*/ 33 w 35"/>
                <a:gd name="T5" fmla="*/ 15 h 42"/>
                <a:gd name="T6" fmla="*/ 19 w 35"/>
                <a:gd name="T7" fmla="*/ 39 h 42"/>
                <a:gd name="T8" fmla="*/ 1 w 35"/>
                <a:gd name="T9" fmla="*/ 27 h 42"/>
              </a:gdLst>
              <a:ahLst/>
              <a:cxnLst>
                <a:cxn ang="0">
                  <a:pos x="T0" y="T1"/>
                </a:cxn>
                <a:cxn ang="0">
                  <a:pos x="T2" y="T3"/>
                </a:cxn>
                <a:cxn ang="0">
                  <a:pos x="T4" y="T5"/>
                </a:cxn>
                <a:cxn ang="0">
                  <a:pos x="T6" y="T7"/>
                </a:cxn>
                <a:cxn ang="0">
                  <a:pos x="T8" y="T9"/>
                </a:cxn>
              </a:cxnLst>
              <a:rect l="0" t="0" r="r" b="b"/>
              <a:pathLst>
                <a:path w="35" h="42">
                  <a:moveTo>
                    <a:pt x="1" y="27"/>
                  </a:moveTo>
                  <a:cubicBezTo>
                    <a:pt x="0" y="17"/>
                    <a:pt x="6" y="6"/>
                    <a:pt x="15" y="3"/>
                  </a:cubicBezTo>
                  <a:cubicBezTo>
                    <a:pt x="24" y="0"/>
                    <a:pt x="32" y="5"/>
                    <a:pt x="33" y="15"/>
                  </a:cubicBezTo>
                  <a:cubicBezTo>
                    <a:pt x="35" y="25"/>
                    <a:pt x="28" y="36"/>
                    <a:pt x="19" y="39"/>
                  </a:cubicBezTo>
                  <a:cubicBezTo>
                    <a:pt x="11" y="42"/>
                    <a:pt x="3" y="37"/>
                    <a:pt x="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 name="Freeform 788">
              <a:extLst>
                <a:ext uri="{FF2B5EF4-FFF2-40B4-BE49-F238E27FC236}">
                  <a16:creationId xmlns:a16="http://schemas.microsoft.com/office/drawing/2014/main" id="{6060C143-E2D8-B4B0-B049-D4612FADC815}"/>
                </a:ext>
              </a:extLst>
            </p:cNvPr>
            <p:cNvSpPr>
              <a:spLocks/>
            </p:cNvSpPr>
            <p:nvPr/>
          </p:nvSpPr>
          <p:spPr bwMode="auto">
            <a:xfrm rot="5094805">
              <a:off x="1359746" y="5692478"/>
              <a:ext cx="82259" cy="105109"/>
            </a:xfrm>
            <a:custGeom>
              <a:avLst/>
              <a:gdLst>
                <a:gd name="T0" fmla="*/ 1 w 34"/>
                <a:gd name="T1" fmla="*/ 26 h 42"/>
                <a:gd name="T2" fmla="*/ 16 w 34"/>
                <a:gd name="T3" fmla="*/ 2 h 42"/>
                <a:gd name="T4" fmla="*/ 33 w 34"/>
                <a:gd name="T5" fmla="*/ 16 h 42"/>
                <a:gd name="T6" fmla="*/ 18 w 34"/>
                <a:gd name="T7" fmla="*/ 40 h 42"/>
                <a:gd name="T8" fmla="*/ 1 w 34"/>
                <a:gd name="T9" fmla="*/ 26 h 42"/>
              </a:gdLst>
              <a:ahLst/>
              <a:cxnLst>
                <a:cxn ang="0">
                  <a:pos x="T0" y="T1"/>
                </a:cxn>
                <a:cxn ang="0">
                  <a:pos x="T2" y="T3"/>
                </a:cxn>
                <a:cxn ang="0">
                  <a:pos x="T4" y="T5"/>
                </a:cxn>
                <a:cxn ang="0">
                  <a:pos x="T6" y="T7"/>
                </a:cxn>
                <a:cxn ang="0">
                  <a:pos x="T8" y="T9"/>
                </a:cxn>
              </a:cxnLst>
              <a:rect l="0" t="0" r="r" b="b"/>
              <a:pathLst>
                <a:path w="34" h="42">
                  <a:moveTo>
                    <a:pt x="1" y="26"/>
                  </a:moveTo>
                  <a:cubicBezTo>
                    <a:pt x="0" y="16"/>
                    <a:pt x="6" y="4"/>
                    <a:pt x="16" y="2"/>
                  </a:cubicBezTo>
                  <a:cubicBezTo>
                    <a:pt x="24" y="0"/>
                    <a:pt x="32" y="6"/>
                    <a:pt x="33" y="16"/>
                  </a:cubicBezTo>
                  <a:cubicBezTo>
                    <a:pt x="34" y="26"/>
                    <a:pt x="27" y="38"/>
                    <a:pt x="18" y="40"/>
                  </a:cubicBezTo>
                  <a:cubicBezTo>
                    <a:pt x="10" y="42"/>
                    <a:pt x="2" y="36"/>
                    <a:pt x="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 name="Freeform 789">
              <a:extLst>
                <a:ext uri="{FF2B5EF4-FFF2-40B4-BE49-F238E27FC236}">
                  <a16:creationId xmlns:a16="http://schemas.microsoft.com/office/drawing/2014/main" id="{30C0A04C-D408-4692-4CA7-DB868CCFFBA2}"/>
                </a:ext>
              </a:extLst>
            </p:cNvPr>
            <p:cNvSpPr>
              <a:spLocks/>
            </p:cNvSpPr>
            <p:nvPr/>
          </p:nvSpPr>
          <p:spPr bwMode="auto">
            <a:xfrm rot="5094805">
              <a:off x="1433760" y="5876205"/>
              <a:ext cx="84544" cy="111964"/>
            </a:xfrm>
            <a:custGeom>
              <a:avLst/>
              <a:gdLst>
                <a:gd name="T0" fmla="*/ 1 w 34"/>
                <a:gd name="T1" fmla="*/ 26 h 45"/>
                <a:gd name="T2" fmla="*/ 14 w 34"/>
                <a:gd name="T3" fmla="*/ 3 h 45"/>
                <a:gd name="T4" fmla="*/ 33 w 34"/>
                <a:gd name="T5" fmla="*/ 18 h 45"/>
                <a:gd name="T6" fmla="*/ 19 w 34"/>
                <a:gd name="T7" fmla="*/ 42 h 45"/>
                <a:gd name="T8" fmla="*/ 1 w 34"/>
                <a:gd name="T9" fmla="*/ 26 h 45"/>
              </a:gdLst>
              <a:ahLst/>
              <a:cxnLst>
                <a:cxn ang="0">
                  <a:pos x="T0" y="T1"/>
                </a:cxn>
                <a:cxn ang="0">
                  <a:pos x="T2" y="T3"/>
                </a:cxn>
                <a:cxn ang="0">
                  <a:pos x="T4" y="T5"/>
                </a:cxn>
                <a:cxn ang="0">
                  <a:pos x="T6" y="T7"/>
                </a:cxn>
                <a:cxn ang="0">
                  <a:pos x="T8" y="T9"/>
                </a:cxn>
              </a:cxnLst>
              <a:rect l="0" t="0" r="r" b="b"/>
              <a:pathLst>
                <a:path w="34" h="45">
                  <a:moveTo>
                    <a:pt x="1" y="26"/>
                  </a:moveTo>
                  <a:cubicBezTo>
                    <a:pt x="0" y="16"/>
                    <a:pt x="6" y="6"/>
                    <a:pt x="14" y="3"/>
                  </a:cubicBezTo>
                  <a:cubicBezTo>
                    <a:pt x="23" y="0"/>
                    <a:pt x="32" y="7"/>
                    <a:pt x="33" y="18"/>
                  </a:cubicBezTo>
                  <a:cubicBezTo>
                    <a:pt x="34" y="28"/>
                    <a:pt x="28" y="39"/>
                    <a:pt x="19" y="42"/>
                  </a:cubicBezTo>
                  <a:cubicBezTo>
                    <a:pt x="10" y="45"/>
                    <a:pt x="2" y="37"/>
                    <a:pt x="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 name="Freeform 790">
              <a:extLst>
                <a:ext uri="{FF2B5EF4-FFF2-40B4-BE49-F238E27FC236}">
                  <a16:creationId xmlns:a16="http://schemas.microsoft.com/office/drawing/2014/main" id="{B2CB976A-DA1F-E699-582F-9E975F83C30F}"/>
                </a:ext>
              </a:extLst>
            </p:cNvPr>
            <p:cNvSpPr>
              <a:spLocks/>
            </p:cNvSpPr>
            <p:nvPr/>
          </p:nvSpPr>
          <p:spPr bwMode="auto">
            <a:xfrm rot="5094805">
              <a:off x="1500743" y="6065118"/>
              <a:ext cx="86829" cy="105109"/>
            </a:xfrm>
            <a:custGeom>
              <a:avLst/>
              <a:gdLst>
                <a:gd name="T0" fmla="*/ 2 w 35"/>
                <a:gd name="T1" fmla="*/ 25 h 43"/>
                <a:gd name="T2" fmla="*/ 16 w 35"/>
                <a:gd name="T3" fmla="*/ 2 h 43"/>
                <a:gd name="T4" fmla="*/ 34 w 35"/>
                <a:gd name="T5" fmla="*/ 16 h 43"/>
                <a:gd name="T6" fmla="*/ 20 w 35"/>
                <a:gd name="T7" fmla="*/ 41 h 43"/>
                <a:gd name="T8" fmla="*/ 2 w 35"/>
                <a:gd name="T9" fmla="*/ 25 h 43"/>
              </a:gdLst>
              <a:ahLst/>
              <a:cxnLst>
                <a:cxn ang="0">
                  <a:pos x="T0" y="T1"/>
                </a:cxn>
                <a:cxn ang="0">
                  <a:pos x="T2" y="T3"/>
                </a:cxn>
                <a:cxn ang="0">
                  <a:pos x="T4" y="T5"/>
                </a:cxn>
                <a:cxn ang="0">
                  <a:pos x="T6" y="T7"/>
                </a:cxn>
                <a:cxn ang="0">
                  <a:pos x="T8" y="T9"/>
                </a:cxn>
              </a:cxnLst>
              <a:rect l="0" t="0" r="r" b="b"/>
              <a:pathLst>
                <a:path w="35" h="43">
                  <a:moveTo>
                    <a:pt x="2" y="25"/>
                  </a:moveTo>
                  <a:cubicBezTo>
                    <a:pt x="0" y="14"/>
                    <a:pt x="7" y="4"/>
                    <a:pt x="16" y="2"/>
                  </a:cubicBezTo>
                  <a:cubicBezTo>
                    <a:pt x="25" y="0"/>
                    <a:pt x="33" y="6"/>
                    <a:pt x="34" y="16"/>
                  </a:cubicBezTo>
                  <a:cubicBezTo>
                    <a:pt x="35" y="27"/>
                    <a:pt x="29" y="39"/>
                    <a:pt x="20" y="41"/>
                  </a:cubicBezTo>
                  <a:cubicBezTo>
                    <a:pt x="11" y="43"/>
                    <a:pt x="3" y="36"/>
                    <a:pt x="2"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 name="Freeform 791">
              <a:extLst>
                <a:ext uri="{FF2B5EF4-FFF2-40B4-BE49-F238E27FC236}">
                  <a16:creationId xmlns:a16="http://schemas.microsoft.com/office/drawing/2014/main" id="{B0C4B4DE-02DC-70D8-89DE-366648FC4B77}"/>
                </a:ext>
              </a:extLst>
            </p:cNvPr>
            <p:cNvSpPr>
              <a:spLocks/>
            </p:cNvSpPr>
            <p:nvPr/>
          </p:nvSpPr>
          <p:spPr bwMode="auto">
            <a:xfrm rot="5094805">
              <a:off x="1554379" y="6257620"/>
              <a:ext cx="86829" cy="100539"/>
            </a:xfrm>
            <a:custGeom>
              <a:avLst/>
              <a:gdLst>
                <a:gd name="T0" fmla="*/ 1 w 35"/>
                <a:gd name="T1" fmla="*/ 22 h 40"/>
                <a:gd name="T2" fmla="*/ 16 w 35"/>
                <a:gd name="T3" fmla="*/ 1 h 40"/>
                <a:gd name="T4" fmla="*/ 34 w 35"/>
                <a:gd name="T5" fmla="*/ 18 h 40"/>
                <a:gd name="T6" fmla="*/ 19 w 35"/>
                <a:gd name="T7" fmla="*/ 39 h 40"/>
                <a:gd name="T8" fmla="*/ 1 w 35"/>
                <a:gd name="T9" fmla="*/ 22 h 40"/>
              </a:gdLst>
              <a:ahLst/>
              <a:cxnLst>
                <a:cxn ang="0">
                  <a:pos x="T0" y="T1"/>
                </a:cxn>
                <a:cxn ang="0">
                  <a:pos x="T2" y="T3"/>
                </a:cxn>
                <a:cxn ang="0">
                  <a:pos x="T4" y="T5"/>
                </a:cxn>
                <a:cxn ang="0">
                  <a:pos x="T6" y="T7"/>
                </a:cxn>
                <a:cxn ang="0">
                  <a:pos x="T8" y="T9"/>
                </a:cxn>
              </a:cxnLst>
              <a:rect l="0" t="0" r="r" b="b"/>
              <a:pathLst>
                <a:path w="35" h="40">
                  <a:moveTo>
                    <a:pt x="1" y="22"/>
                  </a:moveTo>
                  <a:cubicBezTo>
                    <a:pt x="0" y="11"/>
                    <a:pt x="7" y="1"/>
                    <a:pt x="16" y="1"/>
                  </a:cubicBezTo>
                  <a:cubicBezTo>
                    <a:pt x="24" y="0"/>
                    <a:pt x="33" y="8"/>
                    <a:pt x="34" y="18"/>
                  </a:cubicBezTo>
                  <a:cubicBezTo>
                    <a:pt x="35" y="29"/>
                    <a:pt x="28" y="39"/>
                    <a:pt x="19" y="39"/>
                  </a:cubicBezTo>
                  <a:cubicBezTo>
                    <a:pt x="11" y="40"/>
                    <a:pt x="2" y="32"/>
                    <a:pt x="1"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 name="Freeform 792">
              <a:extLst>
                <a:ext uri="{FF2B5EF4-FFF2-40B4-BE49-F238E27FC236}">
                  <a16:creationId xmlns:a16="http://schemas.microsoft.com/office/drawing/2014/main" id="{8421A12C-26A3-7B42-3F5C-B2A055B0D180}"/>
                </a:ext>
              </a:extLst>
            </p:cNvPr>
            <p:cNvSpPr>
              <a:spLocks/>
            </p:cNvSpPr>
            <p:nvPr/>
          </p:nvSpPr>
          <p:spPr bwMode="auto">
            <a:xfrm rot="5094805">
              <a:off x="1593529" y="6452668"/>
              <a:ext cx="84544" cy="100539"/>
            </a:xfrm>
            <a:custGeom>
              <a:avLst/>
              <a:gdLst>
                <a:gd name="T0" fmla="*/ 33 w 34"/>
                <a:gd name="T1" fmla="*/ 19 h 41"/>
                <a:gd name="T2" fmla="*/ 19 w 34"/>
                <a:gd name="T3" fmla="*/ 40 h 41"/>
                <a:gd name="T4" fmla="*/ 0 w 34"/>
                <a:gd name="T5" fmla="*/ 22 h 41"/>
                <a:gd name="T6" fmla="*/ 15 w 34"/>
                <a:gd name="T7" fmla="*/ 1 h 41"/>
                <a:gd name="T8" fmla="*/ 33 w 34"/>
                <a:gd name="T9" fmla="*/ 19 h 41"/>
              </a:gdLst>
              <a:ahLst/>
              <a:cxnLst>
                <a:cxn ang="0">
                  <a:pos x="T0" y="T1"/>
                </a:cxn>
                <a:cxn ang="0">
                  <a:pos x="T2" y="T3"/>
                </a:cxn>
                <a:cxn ang="0">
                  <a:pos x="T4" y="T5"/>
                </a:cxn>
                <a:cxn ang="0">
                  <a:pos x="T6" y="T7"/>
                </a:cxn>
                <a:cxn ang="0">
                  <a:pos x="T8" y="T9"/>
                </a:cxn>
              </a:cxnLst>
              <a:rect l="0" t="0" r="r" b="b"/>
              <a:pathLst>
                <a:path w="34" h="41">
                  <a:moveTo>
                    <a:pt x="33" y="19"/>
                  </a:moveTo>
                  <a:cubicBezTo>
                    <a:pt x="34" y="29"/>
                    <a:pt x="28" y="38"/>
                    <a:pt x="19" y="40"/>
                  </a:cubicBezTo>
                  <a:cubicBezTo>
                    <a:pt x="10" y="41"/>
                    <a:pt x="1" y="33"/>
                    <a:pt x="0" y="22"/>
                  </a:cubicBezTo>
                  <a:cubicBezTo>
                    <a:pt x="0" y="11"/>
                    <a:pt x="6" y="3"/>
                    <a:pt x="15" y="1"/>
                  </a:cubicBezTo>
                  <a:cubicBezTo>
                    <a:pt x="24" y="0"/>
                    <a:pt x="33" y="8"/>
                    <a:pt x="3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 name="Freeform 793">
              <a:extLst>
                <a:ext uri="{FF2B5EF4-FFF2-40B4-BE49-F238E27FC236}">
                  <a16:creationId xmlns:a16="http://schemas.microsoft.com/office/drawing/2014/main" id="{461A576D-8611-4649-0273-5D498404B978}"/>
                </a:ext>
              </a:extLst>
            </p:cNvPr>
            <p:cNvSpPr>
              <a:spLocks/>
            </p:cNvSpPr>
            <p:nvPr/>
          </p:nvSpPr>
          <p:spPr bwMode="auto">
            <a:xfrm rot="5094805">
              <a:off x="1638263" y="6645972"/>
              <a:ext cx="84544" cy="100539"/>
            </a:xfrm>
            <a:custGeom>
              <a:avLst/>
              <a:gdLst>
                <a:gd name="T0" fmla="*/ 33 w 34"/>
                <a:gd name="T1" fmla="*/ 18 h 41"/>
                <a:gd name="T2" fmla="*/ 19 w 34"/>
                <a:gd name="T3" fmla="*/ 39 h 41"/>
                <a:gd name="T4" fmla="*/ 0 w 34"/>
                <a:gd name="T5" fmla="*/ 21 h 41"/>
                <a:gd name="T6" fmla="*/ 15 w 34"/>
                <a:gd name="T7" fmla="*/ 1 h 41"/>
                <a:gd name="T8" fmla="*/ 33 w 34"/>
                <a:gd name="T9" fmla="*/ 18 h 41"/>
              </a:gdLst>
              <a:ahLst/>
              <a:cxnLst>
                <a:cxn ang="0">
                  <a:pos x="T0" y="T1"/>
                </a:cxn>
                <a:cxn ang="0">
                  <a:pos x="T2" y="T3"/>
                </a:cxn>
                <a:cxn ang="0">
                  <a:pos x="T4" y="T5"/>
                </a:cxn>
                <a:cxn ang="0">
                  <a:pos x="T6" y="T7"/>
                </a:cxn>
                <a:cxn ang="0">
                  <a:pos x="T8" y="T9"/>
                </a:cxn>
              </a:cxnLst>
              <a:rect l="0" t="0" r="r" b="b"/>
              <a:pathLst>
                <a:path w="34" h="41">
                  <a:moveTo>
                    <a:pt x="33" y="18"/>
                  </a:moveTo>
                  <a:cubicBezTo>
                    <a:pt x="34" y="28"/>
                    <a:pt x="27" y="38"/>
                    <a:pt x="19" y="39"/>
                  </a:cubicBezTo>
                  <a:cubicBezTo>
                    <a:pt x="9" y="41"/>
                    <a:pt x="1" y="32"/>
                    <a:pt x="0" y="21"/>
                  </a:cubicBezTo>
                  <a:cubicBezTo>
                    <a:pt x="0" y="11"/>
                    <a:pt x="6" y="3"/>
                    <a:pt x="15" y="1"/>
                  </a:cubicBezTo>
                  <a:cubicBezTo>
                    <a:pt x="24" y="0"/>
                    <a:pt x="33" y="8"/>
                    <a:pt x="3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 name="Freeform 794">
              <a:extLst>
                <a:ext uri="{FF2B5EF4-FFF2-40B4-BE49-F238E27FC236}">
                  <a16:creationId xmlns:a16="http://schemas.microsoft.com/office/drawing/2014/main" id="{1B4CE82B-2338-FEBC-3945-0690869ADA71}"/>
                </a:ext>
              </a:extLst>
            </p:cNvPr>
            <p:cNvSpPr>
              <a:spLocks/>
            </p:cNvSpPr>
            <p:nvPr/>
          </p:nvSpPr>
          <p:spPr bwMode="auto">
            <a:xfrm rot="5094805">
              <a:off x="1686711" y="6842283"/>
              <a:ext cx="86829" cy="100539"/>
            </a:xfrm>
            <a:custGeom>
              <a:avLst/>
              <a:gdLst>
                <a:gd name="T0" fmla="*/ 0 w 35"/>
                <a:gd name="T1" fmla="*/ 22 h 41"/>
                <a:gd name="T2" fmla="*/ 15 w 35"/>
                <a:gd name="T3" fmla="*/ 2 h 41"/>
                <a:gd name="T4" fmla="*/ 34 w 35"/>
                <a:gd name="T5" fmla="*/ 18 h 41"/>
                <a:gd name="T6" fmla="*/ 19 w 35"/>
                <a:gd name="T7" fmla="*/ 39 h 41"/>
                <a:gd name="T8" fmla="*/ 0 w 35"/>
                <a:gd name="T9" fmla="*/ 22 h 41"/>
              </a:gdLst>
              <a:ahLst/>
              <a:cxnLst>
                <a:cxn ang="0">
                  <a:pos x="T0" y="T1"/>
                </a:cxn>
                <a:cxn ang="0">
                  <a:pos x="T2" y="T3"/>
                </a:cxn>
                <a:cxn ang="0">
                  <a:pos x="T4" y="T5"/>
                </a:cxn>
                <a:cxn ang="0">
                  <a:pos x="T6" y="T7"/>
                </a:cxn>
                <a:cxn ang="0">
                  <a:pos x="T8" y="T9"/>
                </a:cxn>
              </a:cxnLst>
              <a:rect l="0" t="0" r="r" b="b"/>
              <a:pathLst>
                <a:path w="35" h="41">
                  <a:moveTo>
                    <a:pt x="0" y="22"/>
                  </a:moveTo>
                  <a:cubicBezTo>
                    <a:pt x="0" y="13"/>
                    <a:pt x="6" y="4"/>
                    <a:pt x="15" y="2"/>
                  </a:cubicBezTo>
                  <a:cubicBezTo>
                    <a:pt x="24" y="0"/>
                    <a:pt x="33" y="8"/>
                    <a:pt x="34" y="18"/>
                  </a:cubicBezTo>
                  <a:cubicBezTo>
                    <a:pt x="35" y="27"/>
                    <a:pt x="28" y="37"/>
                    <a:pt x="19" y="39"/>
                  </a:cubicBezTo>
                  <a:cubicBezTo>
                    <a:pt x="10" y="41"/>
                    <a:pt x="1" y="33"/>
                    <a:pt x="0"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 name="Freeform 799">
              <a:extLst>
                <a:ext uri="{FF2B5EF4-FFF2-40B4-BE49-F238E27FC236}">
                  <a16:creationId xmlns:a16="http://schemas.microsoft.com/office/drawing/2014/main" id="{3E28C5B7-7201-D5EC-A2DA-9E94D4925A98}"/>
                </a:ext>
              </a:extLst>
            </p:cNvPr>
            <p:cNvSpPr>
              <a:spLocks/>
            </p:cNvSpPr>
            <p:nvPr/>
          </p:nvSpPr>
          <p:spPr bwMode="auto">
            <a:xfrm rot="5094805">
              <a:off x="-51320" y="2482328"/>
              <a:ext cx="84544" cy="25135"/>
            </a:xfrm>
            <a:custGeom>
              <a:avLst/>
              <a:gdLst>
                <a:gd name="T0" fmla="*/ 33 w 34"/>
                <a:gd name="T1" fmla="*/ 4 h 10"/>
                <a:gd name="T2" fmla="*/ 19 w 34"/>
                <a:gd name="T3" fmla="*/ 9 h 10"/>
                <a:gd name="T4" fmla="*/ 0 w 34"/>
                <a:gd name="T5" fmla="*/ 5 h 10"/>
                <a:gd name="T6" fmla="*/ 15 w 34"/>
                <a:gd name="T7" fmla="*/ 0 h 10"/>
                <a:gd name="T8" fmla="*/ 33 w 34"/>
                <a:gd name="T9" fmla="*/ 4 h 10"/>
              </a:gdLst>
              <a:ahLst/>
              <a:cxnLst>
                <a:cxn ang="0">
                  <a:pos x="T0" y="T1"/>
                </a:cxn>
                <a:cxn ang="0">
                  <a:pos x="T2" y="T3"/>
                </a:cxn>
                <a:cxn ang="0">
                  <a:pos x="T4" y="T5"/>
                </a:cxn>
                <a:cxn ang="0">
                  <a:pos x="T6" y="T7"/>
                </a:cxn>
                <a:cxn ang="0">
                  <a:pos x="T8" y="T9"/>
                </a:cxn>
              </a:cxnLst>
              <a:rect l="0" t="0" r="r" b="b"/>
              <a:pathLst>
                <a:path w="34" h="10">
                  <a:moveTo>
                    <a:pt x="33" y="4"/>
                  </a:moveTo>
                  <a:cubicBezTo>
                    <a:pt x="34" y="6"/>
                    <a:pt x="27" y="8"/>
                    <a:pt x="19" y="9"/>
                  </a:cubicBezTo>
                  <a:cubicBezTo>
                    <a:pt x="10" y="10"/>
                    <a:pt x="1" y="8"/>
                    <a:pt x="0" y="5"/>
                  </a:cubicBezTo>
                  <a:cubicBezTo>
                    <a:pt x="0" y="3"/>
                    <a:pt x="6" y="1"/>
                    <a:pt x="15" y="0"/>
                  </a:cubicBezTo>
                  <a:cubicBezTo>
                    <a:pt x="24" y="0"/>
                    <a:pt x="32" y="1"/>
                    <a:pt x="3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 name="Freeform 800">
              <a:extLst>
                <a:ext uri="{FF2B5EF4-FFF2-40B4-BE49-F238E27FC236}">
                  <a16:creationId xmlns:a16="http://schemas.microsoft.com/office/drawing/2014/main" id="{D9B367D7-7428-0FC9-7C4D-5144EF00347B}"/>
                </a:ext>
              </a:extLst>
            </p:cNvPr>
            <p:cNvSpPr>
              <a:spLocks/>
            </p:cNvSpPr>
            <p:nvPr/>
          </p:nvSpPr>
          <p:spPr bwMode="auto">
            <a:xfrm rot="5094805">
              <a:off x="-14851" y="2670742"/>
              <a:ext cx="82259" cy="29705"/>
            </a:xfrm>
            <a:custGeom>
              <a:avLst/>
              <a:gdLst>
                <a:gd name="T0" fmla="*/ 15 w 33"/>
                <a:gd name="T1" fmla="*/ 1 h 12"/>
                <a:gd name="T2" fmla="*/ 32 w 33"/>
                <a:gd name="T3" fmla="*/ 3 h 12"/>
                <a:gd name="T4" fmla="*/ 19 w 33"/>
                <a:gd name="T5" fmla="*/ 10 h 12"/>
                <a:gd name="T6" fmla="*/ 0 w 33"/>
                <a:gd name="T7" fmla="*/ 8 h 12"/>
                <a:gd name="T8" fmla="*/ 15 w 33"/>
                <a:gd name="T9" fmla="*/ 1 h 12"/>
              </a:gdLst>
              <a:ahLst/>
              <a:cxnLst>
                <a:cxn ang="0">
                  <a:pos x="T0" y="T1"/>
                </a:cxn>
                <a:cxn ang="0">
                  <a:pos x="T2" y="T3"/>
                </a:cxn>
                <a:cxn ang="0">
                  <a:pos x="T4" y="T5"/>
                </a:cxn>
                <a:cxn ang="0">
                  <a:pos x="T6" y="T7"/>
                </a:cxn>
                <a:cxn ang="0">
                  <a:pos x="T8" y="T9"/>
                </a:cxn>
              </a:cxnLst>
              <a:rect l="0" t="0" r="r" b="b"/>
              <a:pathLst>
                <a:path w="33" h="12">
                  <a:moveTo>
                    <a:pt x="15" y="1"/>
                  </a:moveTo>
                  <a:cubicBezTo>
                    <a:pt x="24" y="0"/>
                    <a:pt x="31" y="1"/>
                    <a:pt x="32" y="3"/>
                  </a:cubicBezTo>
                  <a:cubicBezTo>
                    <a:pt x="33" y="6"/>
                    <a:pt x="27" y="9"/>
                    <a:pt x="19" y="10"/>
                  </a:cubicBezTo>
                  <a:cubicBezTo>
                    <a:pt x="10" y="12"/>
                    <a:pt x="1" y="11"/>
                    <a:pt x="0" y="8"/>
                  </a:cubicBezTo>
                  <a:cubicBezTo>
                    <a:pt x="0" y="6"/>
                    <a:pt x="6" y="2"/>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 name="Freeform 801">
              <a:extLst>
                <a:ext uri="{FF2B5EF4-FFF2-40B4-BE49-F238E27FC236}">
                  <a16:creationId xmlns:a16="http://schemas.microsoft.com/office/drawing/2014/main" id="{03E60F42-5F8D-D793-4990-4C2925AE68DE}"/>
                </a:ext>
              </a:extLst>
            </p:cNvPr>
            <p:cNvSpPr>
              <a:spLocks/>
            </p:cNvSpPr>
            <p:nvPr/>
          </p:nvSpPr>
          <p:spPr bwMode="auto">
            <a:xfrm rot="5094805">
              <a:off x="37646" y="2859918"/>
              <a:ext cx="82259" cy="31990"/>
            </a:xfrm>
            <a:custGeom>
              <a:avLst/>
              <a:gdLst>
                <a:gd name="T0" fmla="*/ 15 w 34"/>
                <a:gd name="T1" fmla="*/ 2 h 13"/>
                <a:gd name="T2" fmla="*/ 33 w 34"/>
                <a:gd name="T3" fmla="*/ 3 h 13"/>
                <a:gd name="T4" fmla="*/ 18 w 34"/>
                <a:gd name="T5" fmla="*/ 11 h 13"/>
                <a:gd name="T6" fmla="*/ 1 w 34"/>
                <a:gd name="T7" fmla="*/ 10 h 13"/>
                <a:gd name="T8" fmla="*/ 15 w 34"/>
                <a:gd name="T9" fmla="*/ 2 h 13"/>
              </a:gdLst>
              <a:ahLst/>
              <a:cxnLst>
                <a:cxn ang="0">
                  <a:pos x="T0" y="T1"/>
                </a:cxn>
                <a:cxn ang="0">
                  <a:pos x="T2" y="T3"/>
                </a:cxn>
                <a:cxn ang="0">
                  <a:pos x="T4" y="T5"/>
                </a:cxn>
                <a:cxn ang="0">
                  <a:pos x="T6" y="T7"/>
                </a:cxn>
                <a:cxn ang="0">
                  <a:pos x="T8" y="T9"/>
                </a:cxn>
              </a:cxnLst>
              <a:rect l="0" t="0" r="r" b="b"/>
              <a:pathLst>
                <a:path w="34" h="13">
                  <a:moveTo>
                    <a:pt x="15" y="2"/>
                  </a:moveTo>
                  <a:cubicBezTo>
                    <a:pt x="23" y="0"/>
                    <a:pt x="31" y="1"/>
                    <a:pt x="33" y="3"/>
                  </a:cubicBezTo>
                  <a:cubicBezTo>
                    <a:pt x="34" y="5"/>
                    <a:pt x="27" y="9"/>
                    <a:pt x="18" y="11"/>
                  </a:cubicBezTo>
                  <a:cubicBezTo>
                    <a:pt x="10" y="13"/>
                    <a:pt x="2" y="13"/>
                    <a:pt x="1" y="10"/>
                  </a:cubicBezTo>
                  <a:cubicBezTo>
                    <a:pt x="0" y="8"/>
                    <a:pt x="6" y="4"/>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 name="Freeform 802">
              <a:extLst>
                <a:ext uri="{FF2B5EF4-FFF2-40B4-BE49-F238E27FC236}">
                  <a16:creationId xmlns:a16="http://schemas.microsoft.com/office/drawing/2014/main" id="{659BCDF1-F676-9CA7-D7F5-1B9C86A4E3D5}"/>
                </a:ext>
              </a:extLst>
            </p:cNvPr>
            <p:cNvSpPr>
              <a:spLocks/>
            </p:cNvSpPr>
            <p:nvPr/>
          </p:nvSpPr>
          <p:spPr bwMode="auto">
            <a:xfrm rot="5094805">
              <a:off x="100280" y="3046942"/>
              <a:ext cx="84544" cy="34275"/>
            </a:xfrm>
            <a:custGeom>
              <a:avLst/>
              <a:gdLst>
                <a:gd name="T0" fmla="*/ 33 w 34"/>
                <a:gd name="T1" fmla="*/ 3 h 14"/>
                <a:gd name="T2" fmla="*/ 19 w 34"/>
                <a:gd name="T3" fmla="*/ 11 h 14"/>
                <a:gd name="T4" fmla="*/ 1 w 34"/>
                <a:gd name="T5" fmla="*/ 11 h 14"/>
                <a:gd name="T6" fmla="*/ 16 w 34"/>
                <a:gd name="T7" fmla="*/ 2 h 14"/>
                <a:gd name="T8" fmla="*/ 33 w 34"/>
                <a:gd name="T9" fmla="*/ 3 h 14"/>
              </a:gdLst>
              <a:ahLst/>
              <a:cxnLst>
                <a:cxn ang="0">
                  <a:pos x="T0" y="T1"/>
                </a:cxn>
                <a:cxn ang="0">
                  <a:pos x="T2" y="T3"/>
                </a:cxn>
                <a:cxn ang="0">
                  <a:pos x="T4" y="T5"/>
                </a:cxn>
                <a:cxn ang="0">
                  <a:pos x="T6" y="T7"/>
                </a:cxn>
                <a:cxn ang="0">
                  <a:pos x="T8" y="T9"/>
                </a:cxn>
              </a:cxnLst>
              <a:rect l="0" t="0" r="r" b="b"/>
              <a:pathLst>
                <a:path w="34" h="14">
                  <a:moveTo>
                    <a:pt x="33" y="3"/>
                  </a:moveTo>
                  <a:cubicBezTo>
                    <a:pt x="34" y="5"/>
                    <a:pt x="28" y="9"/>
                    <a:pt x="19" y="11"/>
                  </a:cubicBezTo>
                  <a:cubicBezTo>
                    <a:pt x="10" y="14"/>
                    <a:pt x="1" y="14"/>
                    <a:pt x="1" y="11"/>
                  </a:cubicBezTo>
                  <a:cubicBezTo>
                    <a:pt x="0" y="8"/>
                    <a:pt x="7" y="4"/>
                    <a:pt x="16" y="2"/>
                  </a:cubicBezTo>
                  <a:cubicBezTo>
                    <a:pt x="24" y="0"/>
                    <a:pt x="32" y="0"/>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 name="Freeform 803">
              <a:extLst>
                <a:ext uri="{FF2B5EF4-FFF2-40B4-BE49-F238E27FC236}">
                  <a16:creationId xmlns:a16="http://schemas.microsoft.com/office/drawing/2014/main" id="{DB6FA648-D5DB-32B0-CC63-C947B8D3CB9A}"/>
                </a:ext>
              </a:extLst>
            </p:cNvPr>
            <p:cNvSpPr>
              <a:spLocks/>
            </p:cNvSpPr>
            <p:nvPr/>
          </p:nvSpPr>
          <p:spPr bwMode="auto">
            <a:xfrm rot="5094805">
              <a:off x="173059" y="3229734"/>
              <a:ext cx="84544" cy="41130"/>
            </a:xfrm>
            <a:custGeom>
              <a:avLst/>
              <a:gdLst>
                <a:gd name="T0" fmla="*/ 15 w 34"/>
                <a:gd name="T1" fmla="*/ 3 h 16"/>
                <a:gd name="T2" fmla="*/ 33 w 34"/>
                <a:gd name="T3" fmla="*/ 3 h 16"/>
                <a:gd name="T4" fmla="*/ 18 w 34"/>
                <a:gd name="T5" fmla="*/ 13 h 16"/>
                <a:gd name="T6" fmla="*/ 1 w 34"/>
                <a:gd name="T7" fmla="*/ 13 h 16"/>
                <a:gd name="T8" fmla="*/ 15 w 34"/>
                <a:gd name="T9" fmla="*/ 3 h 16"/>
              </a:gdLst>
              <a:ahLst/>
              <a:cxnLst>
                <a:cxn ang="0">
                  <a:pos x="T0" y="T1"/>
                </a:cxn>
                <a:cxn ang="0">
                  <a:pos x="T2" y="T3"/>
                </a:cxn>
                <a:cxn ang="0">
                  <a:pos x="T4" y="T5"/>
                </a:cxn>
                <a:cxn ang="0">
                  <a:pos x="T6" y="T7"/>
                </a:cxn>
                <a:cxn ang="0">
                  <a:pos x="T8" y="T9"/>
                </a:cxn>
              </a:cxnLst>
              <a:rect l="0" t="0" r="r" b="b"/>
              <a:pathLst>
                <a:path w="34" h="16">
                  <a:moveTo>
                    <a:pt x="15" y="3"/>
                  </a:moveTo>
                  <a:cubicBezTo>
                    <a:pt x="24" y="0"/>
                    <a:pt x="31" y="0"/>
                    <a:pt x="33" y="3"/>
                  </a:cubicBezTo>
                  <a:cubicBezTo>
                    <a:pt x="34" y="6"/>
                    <a:pt x="27" y="10"/>
                    <a:pt x="18" y="13"/>
                  </a:cubicBezTo>
                  <a:cubicBezTo>
                    <a:pt x="10" y="16"/>
                    <a:pt x="2" y="16"/>
                    <a:pt x="1" y="13"/>
                  </a:cubicBezTo>
                  <a:cubicBezTo>
                    <a:pt x="0" y="10"/>
                    <a:pt x="6" y="6"/>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 name="Freeform 804">
              <a:extLst>
                <a:ext uri="{FF2B5EF4-FFF2-40B4-BE49-F238E27FC236}">
                  <a16:creationId xmlns:a16="http://schemas.microsoft.com/office/drawing/2014/main" id="{1D97F7F8-A6E2-5D44-682E-42302920ACD0}"/>
                </a:ext>
              </a:extLst>
            </p:cNvPr>
            <p:cNvSpPr>
              <a:spLocks/>
            </p:cNvSpPr>
            <p:nvPr/>
          </p:nvSpPr>
          <p:spPr bwMode="auto">
            <a:xfrm rot="5094805">
              <a:off x="253804" y="3412958"/>
              <a:ext cx="84544" cy="45700"/>
            </a:xfrm>
            <a:custGeom>
              <a:avLst/>
              <a:gdLst>
                <a:gd name="T0" fmla="*/ 15 w 34"/>
                <a:gd name="T1" fmla="*/ 3 h 18"/>
                <a:gd name="T2" fmla="*/ 32 w 34"/>
                <a:gd name="T3" fmla="*/ 3 h 18"/>
                <a:gd name="T4" fmla="*/ 19 w 34"/>
                <a:gd name="T5" fmla="*/ 14 h 18"/>
                <a:gd name="T6" fmla="*/ 1 w 34"/>
                <a:gd name="T7" fmla="*/ 14 h 18"/>
                <a:gd name="T8" fmla="*/ 15 w 34"/>
                <a:gd name="T9" fmla="*/ 3 h 18"/>
              </a:gdLst>
              <a:ahLst/>
              <a:cxnLst>
                <a:cxn ang="0">
                  <a:pos x="T0" y="T1"/>
                </a:cxn>
                <a:cxn ang="0">
                  <a:pos x="T2" y="T3"/>
                </a:cxn>
                <a:cxn ang="0">
                  <a:pos x="T4" y="T5"/>
                </a:cxn>
                <a:cxn ang="0">
                  <a:pos x="T6" y="T7"/>
                </a:cxn>
                <a:cxn ang="0">
                  <a:pos x="T8" y="T9"/>
                </a:cxn>
              </a:cxnLst>
              <a:rect l="0" t="0" r="r" b="b"/>
              <a:pathLst>
                <a:path w="34" h="18">
                  <a:moveTo>
                    <a:pt x="15" y="3"/>
                  </a:moveTo>
                  <a:cubicBezTo>
                    <a:pt x="24" y="0"/>
                    <a:pt x="31" y="0"/>
                    <a:pt x="32" y="3"/>
                  </a:cubicBezTo>
                  <a:cubicBezTo>
                    <a:pt x="34" y="6"/>
                    <a:pt x="28" y="11"/>
                    <a:pt x="19" y="14"/>
                  </a:cubicBezTo>
                  <a:cubicBezTo>
                    <a:pt x="10" y="17"/>
                    <a:pt x="1" y="18"/>
                    <a:pt x="1" y="14"/>
                  </a:cubicBezTo>
                  <a:cubicBezTo>
                    <a:pt x="0" y="12"/>
                    <a:pt x="6" y="7"/>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 name="Freeform 805">
              <a:extLst>
                <a:ext uri="{FF2B5EF4-FFF2-40B4-BE49-F238E27FC236}">
                  <a16:creationId xmlns:a16="http://schemas.microsoft.com/office/drawing/2014/main" id="{01733C10-D1EE-2D51-4260-109A219195D5}"/>
                </a:ext>
              </a:extLst>
            </p:cNvPr>
            <p:cNvSpPr>
              <a:spLocks/>
            </p:cNvSpPr>
            <p:nvPr/>
          </p:nvSpPr>
          <p:spPr bwMode="auto">
            <a:xfrm rot="5094805">
              <a:off x="345938" y="3597658"/>
              <a:ext cx="79974" cy="45700"/>
            </a:xfrm>
            <a:custGeom>
              <a:avLst/>
              <a:gdLst>
                <a:gd name="T0" fmla="*/ 15 w 33"/>
                <a:gd name="T1" fmla="*/ 4 h 19"/>
                <a:gd name="T2" fmla="*/ 32 w 33"/>
                <a:gd name="T3" fmla="*/ 4 h 19"/>
                <a:gd name="T4" fmla="*/ 18 w 33"/>
                <a:gd name="T5" fmla="*/ 16 h 19"/>
                <a:gd name="T6" fmla="*/ 0 w 33"/>
                <a:gd name="T7" fmla="*/ 16 h 19"/>
                <a:gd name="T8" fmla="*/ 15 w 33"/>
                <a:gd name="T9" fmla="*/ 4 h 19"/>
              </a:gdLst>
              <a:ahLst/>
              <a:cxnLst>
                <a:cxn ang="0">
                  <a:pos x="T0" y="T1"/>
                </a:cxn>
                <a:cxn ang="0">
                  <a:pos x="T2" y="T3"/>
                </a:cxn>
                <a:cxn ang="0">
                  <a:pos x="T4" y="T5"/>
                </a:cxn>
                <a:cxn ang="0">
                  <a:pos x="T6" y="T7"/>
                </a:cxn>
                <a:cxn ang="0">
                  <a:pos x="T8" y="T9"/>
                </a:cxn>
              </a:cxnLst>
              <a:rect l="0" t="0" r="r" b="b"/>
              <a:pathLst>
                <a:path w="33" h="19">
                  <a:moveTo>
                    <a:pt x="15" y="4"/>
                  </a:moveTo>
                  <a:cubicBezTo>
                    <a:pt x="23" y="0"/>
                    <a:pt x="31" y="0"/>
                    <a:pt x="32" y="4"/>
                  </a:cubicBezTo>
                  <a:cubicBezTo>
                    <a:pt x="33" y="7"/>
                    <a:pt x="27" y="12"/>
                    <a:pt x="18" y="16"/>
                  </a:cubicBezTo>
                  <a:cubicBezTo>
                    <a:pt x="9" y="19"/>
                    <a:pt x="1" y="19"/>
                    <a:pt x="0" y="16"/>
                  </a:cubicBezTo>
                  <a:cubicBezTo>
                    <a:pt x="0" y="13"/>
                    <a:pt x="6" y="7"/>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 name="Freeform 806">
              <a:extLst>
                <a:ext uri="{FF2B5EF4-FFF2-40B4-BE49-F238E27FC236}">
                  <a16:creationId xmlns:a16="http://schemas.microsoft.com/office/drawing/2014/main" id="{60E9555F-CD24-F23F-CDAC-DB0F751629A4}"/>
                </a:ext>
              </a:extLst>
            </p:cNvPr>
            <p:cNvSpPr>
              <a:spLocks/>
            </p:cNvSpPr>
            <p:nvPr/>
          </p:nvSpPr>
          <p:spPr bwMode="auto">
            <a:xfrm rot="5094805">
              <a:off x="435777" y="3779869"/>
              <a:ext cx="84544" cy="50269"/>
            </a:xfrm>
            <a:custGeom>
              <a:avLst/>
              <a:gdLst>
                <a:gd name="T0" fmla="*/ 14 w 34"/>
                <a:gd name="T1" fmla="*/ 4 h 20"/>
                <a:gd name="T2" fmla="*/ 32 w 34"/>
                <a:gd name="T3" fmla="*/ 3 h 20"/>
                <a:gd name="T4" fmla="*/ 18 w 34"/>
                <a:gd name="T5" fmla="*/ 17 h 20"/>
                <a:gd name="T6" fmla="*/ 1 w 34"/>
                <a:gd name="T7" fmla="*/ 17 h 20"/>
                <a:gd name="T8" fmla="*/ 14 w 34"/>
                <a:gd name="T9" fmla="*/ 4 h 20"/>
              </a:gdLst>
              <a:ahLst/>
              <a:cxnLst>
                <a:cxn ang="0">
                  <a:pos x="T0" y="T1"/>
                </a:cxn>
                <a:cxn ang="0">
                  <a:pos x="T2" y="T3"/>
                </a:cxn>
                <a:cxn ang="0">
                  <a:pos x="T4" y="T5"/>
                </a:cxn>
                <a:cxn ang="0">
                  <a:pos x="T6" y="T7"/>
                </a:cxn>
                <a:cxn ang="0">
                  <a:pos x="T8" y="T9"/>
                </a:cxn>
              </a:cxnLst>
              <a:rect l="0" t="0" r="r" b="b"/>
              <a:pathLst>
                <a:path w="34" h="20">
                  <a:moveTo>
                    <a:pt x="14" y="4"/>
                  </a:moveTo>
                  <a:cubicBezTo>
                    <a:pt x="23" y="0"/>
                    <a:pt x="31" y="0"/>
                    <a:pt x="32" y="3"/>
                  </a:cubicBezTo>
                  <a:cubicBezTo>
                    <a:pt x="34" y="7"/>
                    <a:pt x="27" y="13"/>
                    <a:pt x="18" y="17"/>
                  </a:cubicBezTo>
                  <a:cubicBezTo>
                    <a:pt x="10" y="20"/>
                    <a:pt x="2" y="20"/>
                    <a:pt x="1" y="17"/>
                  </a:cubicBezTo>
                  <a:cubicBezTo>
                    <a:pt x="0" y="13"/>
                    <a:pt x="6"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 name="Freeform 807">
              <a:extLst>
                <a:ext uri="{FF2B5EF4-FFF2-40B4-BE49-F238E27FC236}">
                  <a16:creationId xmlns:a16="http://schemas.microsoft.com/office/drawing/2014/main" id="{E2C648EA-D74D-91AE-D1A2-3E54F4FFA804}"/>
                </a:ext>
              </a:extLst>
            </p:cNvPr>
            <p:cNvSpPr>
              <a:spLocks/>
            </p:cNvSpPr>
            <p:nvPr/>
          </p:nvSpPr>
          <p:spPr bwMode="auto">
            <a:xfrm rot="5094805">
              <a:off x="534536" y="3959400"/>
              <a:ext cx="79974" cy="54839"/>
            </a:xfrm>
            <a:custGeom>
              <a:avLst/>
              <a:gdLst>
                <a:gd name="T0" fmla="*/ 15 w 32"/>
                <a:gd name="T1" fmla="*/ 4 h 23"/>
                <a:gd name="T2" fmla="*/ 32 w 32"/>
                <a:gd name="T3" fmla="*/ 5 h 23"/>
                <a:gd name="T4" fmla="*/ 18 w 32"/>
                <a:gd name="T5" fmla="*/ 19 h 23"/>
                <a:gd name="T6" fmla="*/ 0 w 32"/>
                <a:gd name="T7" fmla="*/ 18 h 23"/>
                <a:gd name="T8" fmla="*/ 15 w 32"/>
                <a:gd name="T9" fmla="*/ 4 h 23"/>
              </a:gdLst>
              <a:ahLst/>
              <a:cxnLst>
                <a:cxn ang="0">
                  <a:pos x="T0" y="T1"/>
                </a:cxn>
                <a:cxn ang="0">
                  <a:pos x="T2" y="T3"/>
                </a:cxn>
                <a:cxn ang="0">
                  <a:pos x="T4" y="T5"/>
                </a:cxn>
                <a:cxn ang="0">
                  <a:pos x="T6" y="T7"/>
                </a:cxn>
                <a:cxn ang="0">
                  <a:pos x="T8" y="T9"/>
                </a:cxn>
              </a:cxnLst>
              <a:rect l="0" t="0" r="r" b="b"/>
              <a:pathLst>
                <a:path w="32" h="23">
                  <a:moveTo>
                    <a:pt x="15" y="4"/>
                  </a:moveTo>
                  <a:cubicBezTo>
                    <a:pt x="24" y="0"/>
                    <a:pt x="31" y="1"/>
                    <a:pt x="32" y="5"/>
                  </a:cubicBezTo>
                  <a:cubicBezTo>
                    <a:pt x="32" y="9"/>
                    <a:pt x="26" y="15"/>
                    <a:pt x="18" y="19"/>
                  </a:cubicBezTo>
                  <a:cubicBezTo>
                    <a:pt x="9" y="23"/>
                    <a:pt x="0" y="22"/>
                    <a:pt x="0" y="18"/>
                  </a:cubicBezTo>
                  <a:cubicBezTo>
                    <a:pt x="0" y="14"/>
                    <a:pt x="6" y="7"/>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 name="Freeform 809">
              <a:extLst>
                <a:ext uri="{FF2B5EF4-FFF2-40B4-BE49-F238E27FC236}">
                  <a16:creationId xmlns:a16="http://schemas.microsoft.com/office/drawing/2014/main" id="{9AAD95A1-4EB4-17E5-2080-FF881DB0184B}"/>
                </a:ext>
              </a:extLst>
            </p:cNvPr>
            <p:cNvSpPr>
              <a:spLocks/>
            </p:cNvSpPr>
            <p:nvPr/>
          </p:nvSpPr>
          <p:spPr bwMode="auto">
            <a:xfrm rot="5094805">
              <a:off x="636798" y="4139461"/>
              <a:ext cx="82259" cy="59409"/>
            </a:xfrm>
            <a:custGeom>
              <a:avLst/>
              <a:gdLst>
                <a:gd name="T0" fmla="*/ 15 w 33"/>
                <a:gd name="T1" fmla="*/ 4 h 24"/>
                <a:gd name="T2" fmla="*/ 32 w 33"/>
                <a:gd name="T3" fmla="*/ 5 h 24"/>
                <a:gd name="T4" fmla="*/ 19 w 33"/>
                <a:gd name="T5" fmla="*/ 20 h 24"/>
                <a:gd name="T6" fmla="*/ 0 w 33"/>
                <a:gd name="T7" fmla="*/ 19 h 24"/>
                <a:gd name="T8" fmla="*/ 15 w 33"/>
                <a:gd name="T9" fmla="*/ 4 h 24"/>
              </a:gdLst>
              <a:ahLst/>
              <a:cxnLst>
                <a:cxn ang="0">
                  <a:pos x="T0" y="T1"/>
                </a:cxn>
                <a:cxn ang="0">
                  <a:pos x="T2" y="T3"/>
                </a:cxn>
                <a:cxn ang="0">
                  <a:pos x="T4" y="T5"/>
                </a:cxn>
                <a:cxn ang="0">
                  <a:pos x="T6" y="T7"/>
                </a:cxn>
                <a:cxn ang="0">
                  <a:pos x="T8" y="T9"/>
                </a:cxn>
              </a:cxnLst>
              <a:rect l="0" t="0" r="r" b="b"/>
              <a:pathLst>
                <a:path w="33" h="24">
                  <a:moveTo>
                    <a:pt x="15" y="4"/>
                  </a:moveTo>
                  <a:cubicBezTo>
                    <a:pt x="23" y="0"/>
                    <a:pt x="31" y="0"/>
                    <a:pt x="32" y="5"/>
                  </a:cubicBezTo>
                  <a:cubicBezTo>
                    <a:pt x="33" y="9"/>
                    <a:pt x="27" y="16"/>
                    <a:pt x="19" y="20"/>
                  </a:cubicBezTo>
                  <a:cubicBezTo>
                    <a:pt x="10" y="24"/>
                    <a:pt x="1" y="24"/>
                    <a:pt x="0" y="19"/>
                  </a:cubicBezTo>
                  <a:cubicBezTo>
                    <a:pt x="0" y="15"/>
                    <a:pt x="6" y="8"/>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 name="Freeform 810">
              <a:extLst>
                <a:ext uri="{FF2B5EF4-FFF2-40B4-BE49-F238E27FC236}">
                  <a16:creationId xmlns:a16="http://schemas.microsoft.com/office/drawing/2014/main" id="{C43835CF-D298-5B54-8F4A-139C8392AF86}"/>
                </a:ext>
              </a:extLst>
            </p:cNvPr>
            <p:cNvSpPr>
              <a:spLocks/>
            </p:cNvSpPr>
            <p:nvPr/>
          </p:nvSpPr>
          <p:spPr bwMode="auto">
            <a:xfrm rot="5094805">
              <a:off x="742481" y="4318278"/>
              <a:ext cx="79974" cy="66264"/>
            </a:xfrm>
            <a:custGeom>
              <a:avLst/>
              <a:gdLst>
                <a:gd name="T0" fmla="*/ 14 w 33"/>
                <a:gd name="T1" fmla="*/ 4 h 27"/>
                <a:gd name="T2" fmla="*/ 32 w 33"/>
                <a:gd name="T3" fmla="*/ 6 h 27"/>
                <a:gd name="T4" fmla="*/ 19 w 33"/>
                <a:gd name="T5" fmla="*/ 22 h 27"/>
                <a:gd name="T6" fmla="*/ 0 w 33"/>
                <a:gd name="T7" fmla="*/ 21 h 27"/>
                <a:gd name="T8" fmla="*/ 14 w 33"/>
                <a:gd name="T9" fmla="*/ 4 h 27"/>
              </a:gdLst>
              <a:ahLst/>
              <a:cxnLst>
                <a:cxn ang="0">
                  <a:pos x="T0" y="T1"/>
                </a:cxn>
                <a:cxn ang="0">
                  <a:pos x="T2" y="T3"/>
                </a:cxn>
                <a:cxn ang="0">
                  <a:pos x="T4" y="T5"/>
                </a:cxn>
                <a:cxn ang="0">
                  <a:pos x="T6" y="T7"/>
                </a:cxn>
                <a:cxn ang="0">
                  <a:pos x="T8" y="T9"/>
                </a:cxn>
              </a:cxnLst>
              <a:rect l="0" t="0" r="r" b="b"/>
              <a:pathLst>
                <a:path w="33" h="27">
                  <a:moveTo>
                    <a:pt x="14" y="4"/>
                  </a:moveTo>
                  <a:cubicBezTo>
                    <a:pt x="23" y="0"/>
                    <a:pt x="31" y="1"/>
                    <a:pt x="32" y="6"/>
                  </a:cubicBezTo>
                  <a:cubicBezTo>
                    <a:pt x="33" y="11"/>
                    <a:pt x="27" y="18"/>
                    <a:pt x="19" y="22"/>
                  </a:cubicBezTo>
                  <a:cubicBezTo>
                    <a:pt x="10" y="27"/>
                    <a:pt x="1" y="26"/>
                    <a:pt x="0" y="21"/>
                  </a:cubicBezTo>
                  <a:cubicBezTo>
                    <a:pt x="0" y="16"/>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 name="Freeform 811">
              <a:extLst>
                <a:ext uri="{FF2B5EF4-FFF2-40B4-BE49-F238E27FC236}">
                  <a16:creationId xmlns:a16="http://schemas.microsoft.com/office/drawing/2014/main" id="{39EA2082-08E6-2E66-61C7-E3728F79CCFE}"/>
                </a:ext>
              </a:extLst>
            </p:cNvPr>
            <p:cNvSpPr>
              <a:spLocks/>
            </p:cNvSpPr>
            <p:nvPr/>
          </p:nvSpPr>
          <p:spPr bwMode="auto">
            <a:xfrm rot="5094805">
              <a:off x="846815" y="4495861"/>
              <a:ext cx="82259" cy="70834"/>
            </a:xfrm>
            <a:custGeom>
              <a:avLst/>
              <a:gdLst>
                <a:gd name="T0" fmla="*/ 33 w 34"/>
                <a:gd name="T1" fmla="*/ 8 h 29"/>
                <a:gd name="T2" fmla="*/ 19 w 34"/>
                <a:gd name="T3" fmla="*/ 26 h 29"/>
                <a:gd name="T4" fmla="*/ 2 w 34"/>
                <a:gd name="T5" fmla="*/ 23 h 29"/>
                <a:gd name="T6" fmla="*/ 16 w 34"/>
                <a:gd name="T7" fmla="*/ 4 h 29"/>
                <a:gd name="T8" fmla="*/ 33 w 34"/>
                <a:gd name="T9" fmla="*/ 8 h 29"/>
              </a:gdLst>
              <a:ahLst/>
              <a:cxnLst>
                <a:cxn ang="0">
                  <a:pos x="T0" y="T1"/>
                </a:cxn>
                <a:cxn ang="0">
                  <a:pos x="T2" y="T3"/>
                </a:cxn>
                <a:cxn ang="0">
                  <a:pos x="T4" y="T5"/>
                </a:cxn>
                <a:cxn ang="0">
                  <a:pos x="T6" y="T7"/>
                </a:cxn>
                <a:cxn ang="0">
                  <a:pos x="T8" y="T9"/>
                </a:cxn>
              </a:cxnLst>
              <a:rect l="0" t="0" r="r" b="b"/>
              <a:pathLst>
                <a:path w="34" h="29">
                  <a:moveTo>
                    <a:pt x="33" y="8"/>
                  </a:moveTo>
                  <a:cubicBezTo>
                    <a:pt x="34" y="14"/>
                    <a:pt x="28" y="22"/>
                    <a:pt x="19" y="26"/>
                  </a:cubicBezTo>
                  <a:cubicBezTo>
                    <a:pt x="11" y="29"/>
                    <a:pt x="3" y="28"/>
                    <a:pt x="2" y="23"/>
                  </a:cubicBezTo>
                  <a:cubicBezTo>
                    <a:pt x="0" y="17"/>
                    <a:pt x="7" y="8"/>
                    <a:pt x="16" y="4"/>
                  </a:cubicBezTo>
                  <a:cubicBezTo>
                    <a:pt x="25" y="0"/>
                    <a:pt x="32" y="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 name="Freeform 812">
              <a:extLst>
                <a:ext uri="{FF2B5EF4-FFF2-40B4-BE49-F238E27FC236}">
                  <a16:creationId xmlns:a16="http://schemas.microsoft.com/office/drawing/2014/main" id="{34534EA5-54A3-82DD-0ADE-B5456B87FC97}"/>
                </a:ext>
              </a:extLst>
            </p:cNvPr>
            <p:cNvSpPr>
              <a:spLocks/>
            </p:cNvSpPr>
            <p:nvPr/>
          </p:nvSpPr>
          <p:spPr bwMode="auto">
            <a:xfrm rot="5094805">
              <a:off x="947938" y="4674880"/>
              <a:ext cx="84544" cy="77689"/>
            </a:xfrm>
            <a:custGeom>
              <a:avLst/>
              <a:gdLst>
                <a:gd name="T0" fmla="*/ 33 w 34"/>
                <a:gd name="T1" fmla="*/ 9 h 32"/>
                <a:gd name="T2" fmla="*/ 19 w 34"/>
                <a:gd name="T3" fmla="*/ 28 h 32"/>
                <a:gd name="T4" fmla="*/ 2 w 34"/>
                <a:gd name="T5" fmla="*/ 24 h 32"/>
                <a:gd name="T6" fmla="*/ 16 w 34"/>
                <a:gd name="T7" fmla="*/ 4 h 32"/>
                <a:gd name="T8" fmla="*/ 33 w 34"/>
                <a:gd name="T9" fmla="*/ 9 h 32"/>
              </a:gdLst>
              <a:ahLst/>
              <a:cxnLst>
                <a:cxn ang="0">
                  <a:pos x="T0" y="T1"/>
                </a:cxn>
                <a:cxn ang="0">
                  <a:pos x="T2" y="T3"/>
                </a:cxn>
                <a:cxn ang="0">
                  <a:pos x="T4" y="T5"/>
                </a:cxn>
                <a:cxn ang="0">
                  <a:pos x="T6" y="T7"/>
                </a:cxn>
                <a:cxn ang="0">
                  <a:pos x="T8" y="T9"/>
                </a:cxn>
              </a:cxnLst>
              <a:rect l="0" t="0" r="r" b="b"/>
              <a:pathLst>
                <a:path w="34" h="32">
                  <a:moveTo>
                    <a:pt x="33" y="9"/>
                  </a:moveTo>
                  <a:cubicBezTo>
                    <a:pt x="34" y="16"/>
                    <a:pt x="28" y="24"/>
                    <a:pt x="19" y="28"/>
                  </a:cubicBezTo>
                  <a:cubicBezTo>
                    <a:pt x="11" y="32"/>
                    <a:pt x="3" y="30"/>
                    <a:pt x="2" y="24"/>
                  </a:cubicBezTo>
                  <a:cubicBezTo>
                    <a:pt x="0" y="17"/>
                    <a:pt x="7" y="8"/>
                    <a:pt x="16" y="4"/>
                  </a:cubicBezTo>
                  <a:cubicBezTo>
                    <a:pt x="25" y="0"/>
                    <a:pt x="33" y="2"/>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 name="Freeform 841">
              <a:extLst>
                <a:ext uri="{FF2B5EF4-FFF2-40B4-BE49-F238E27FC236}">
                  <a16:creationId xmlns:a16="http://schemas.microsoft.com/office/drawing/2014/main" id="{A7144F06-A9B9-EF5E-F486-64EC16D2207C}"/>
                </a:ext>
              </a:extLst>
            </p:cNvPr>
            <p:cNvSpPr>
              <a:spLocks/>
            </p:cNvSpPr>
            <p:nvPr/>
          </p:nvSpPr>
          <p:spPr bwMode="auto">
            <a:xfrm rot="5094805">
              <a:off x="1048029" y="4855241"/>
              <a:ext cx="84544" cy="84544"/>
            </a:xfrm>
            <a:custGeom>
              <a:avLst/>
              <a:gdLst>
                <a:gd name="T0" fmla="*/ 32 w 34"/>
                <a:gd name="T1" fmla="*/ 10 h 34"/>
                <a:gd name="T2" fmla="*/ 19 w 34"/>
                <a:gd name="T3" fmla="*/ 30 h 34"/>
                <a:gd name="T4" fmla="*/ 1 w 34"/>
                <a:gd name="T5" fmla="*/ 23 h 34"/>
                <a:gd name="T6" fmla="*/ 15 w 34"/>
                <a:gd name="T7" fmla="*/ 4 h 34"/>
                <a:gd name="T8" fmla="*/ 32 w 34"/>
                <a:gd name="T9" fmla="*/ 10 h 34"/>
              </a:gdLst>
              <a:ahLst/>
              <a:cxnLst>
                <a:cxn ang="0">
                  <a:pos x="T0" y="T1"/>
                </a:cxn>
                <a:cxn ang="0">
                  <a:pos x="T2" y="T3"/>
                </a:cxn>
                <a:cxn ang="0">
                  <a:pos x="T4" y="T5"/>
                </a:cxn>
                <a:cxn ang="0">
                  <a:pos x="T6" y="T7"/>
                </a:cxn>
                <a:cxn ang="0">
                  <a:pos x="T8" y="T9"/>
                </a:cxn>
              </a:cxnLst>
              <a:rect l="0" t="0" r="r" b="b"/>
              <a:pathLst>
                <a:path w="34" h="34">
                  <a:moveTo>
                    <a:pt x="32" y="10"/>
                  </a:moveTo>
                  <a:cubicBezTo>
                    <a:pt x="34" y="17"/>
                    <a:pt x="28" y="26"/>
                    <a:pt x="19" y="30"/>
                  </a:cubicBezTo>
                  <a:cubicBezTo>
                    <a:pt x="10" y="34"/>
                    <a:pt x="1" y="31"/>
                    <a:pt x="1" y="23"/>
                  </a:cubicBezTo>
                  <a:cubicBezTo>
                    <a:pt x="0" y="16"/>
                    <a:pt x="6" y="8"/>
                    <a:pt x="15" y="4"/>
                  </a:cubicBezTo>
                  <a:cubicBezTo>
                    <a:pt x="24" y="0"/>
                    <a:pt x="31" y="2"/>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 name="Freeform 842">
              <a:extLst>
                <a:ext uri="{FF2B5EF4-FFF2-40B4-BE49-F238E27FC236}">
                  <a16:creationId xmlns:a16="http://schemas.microsoft.com/office/drawing/2014/main" id="{DA05450B-5485-9778-09D8-C2574640860D}"/>
                </a:ext>
              </a:extLst>
            </p:cNvPr>
            <p:cNvSpPr>
              <a:spLocks/>
            </p:cNvSpPr>
            <p:nvPr/>
          </p:nvSpPr>
          <p:spPr bwMode="auto">
            <a:xfrm rot="5094805">
              <a:off x="1147917" y="5033325"/>
              <a:ext cx="84544" cy="91399"/>
            </a:xfrm>
            <a:custGeom>
              <a:avLst/>
              <a:gdLst>
                <a:gd name="T0" fmla="*/ 16 w 34"/>
                <a:gd name="T1" fmla="*/ 4 h 37"/>
                <a:gd name="T2" fmla="*/ 33 w 34"/>
                <a:gd name="T3" fmla="*/ 12 h 37"/>
                <a:gd name="T4" fmla="*/ 19 w 34"/>
                <a:gd name="T5" fmla="*/ 33 h 37"/>
                <a:gd name="T6" fmla="*/ 1 w 34"/>
                <a:gd name="T7" fmla="*/ 24 h 37"/>
                <a:gd name="T8" fmla="*/ 16 w 34"/>
                <a:gd name="T9" fmla="*/ 4 h 37"/>
              </a:gdLst>
              <a:ahLst/>
              <a:cxnLst>
                <a:cxn ang="0">
                  <a:pos x="T0" y="T1"/>
                </a:cxn>
                <a:cxn ang="0">
                  <a:pos x="T2" y="T3"/>
                </a:cxn>
                <a:cxn ang="0">
                  <a:pos x="T4" y="T5"/>
                </a:cxn>
                <a:cxn ang="0">
                  <a:pos x="T6" y="T7"/>
                </a:cxn>
                <a:cxn ang="0">
                  <a:pos x="T8" y="T9"/>
                </a:cxn>
              </a:cxnLst>
              <a:rect l="0" t="0" r="r" b="b"/>
              <a:pathLst>
                <a:path w="34" h="37">
                  <a:moveTo>
                    <a:pt x="16" y="4"/>
                  </a:moveTo>
                  <a:cubicBezTo>
                    <a:pt x="24" y="0"/>
                    <a:pt x="32" y="4"/>
                    <a:pt x="33" y="12"/>
                  </a:cubicBezTo>
                  <a:cubicBezTo>
                    <a:pt x="34" y="20"/>
                    <a:pt x="28" y="29"/>
                    <a:pt x="19" y="33"/>
                  </a:cubicBezTo>
                  <a:cubicBezTo>
                    <a:pt x="10" y="37"/>
                    <a:pt x="1" y="33"/>
                    <a:pt x="1" y="24"/>
                  </a:cubicBezTo>
                  <a:cubicBezTo>
                    <a:pt x="0" y="17"/>
                    <a:pt x="7" y="8"/>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 name="Freeform 843">
              <a:extLst>
                <a:ext uri="{FF2B5EF4-FFF2-40B4-BE49-F238E27FC236}">
                  <a16:creationId xmlns:a16="http://schemas.microsoft.com/office/drawing/2014/main" id="{216BF129-3B35-E8F1-7F8B-DD6BCAD1ADD9}"/>
                </a:ext>
              </a:extLst>
            </p:cNvPr>
            <p:cNvSpPr>
              <a:spLocks/>
            </p:cNvSpPr>
            <p:nvPr/>
          </p:nvSpPr>
          <p:spPr bwMode="auto">
            <a:xfrm rot="5094805">
              <a:off x="1243456" y="5216375"/>
              <a:ext cx="84544" cy="93684"/>
            </a:xfrm>
            <a:custGeom>
              <a:avLst/>
              <a:gdLst>
                <a:gd name="T0" fmla="*/ 15 w 35"/>
                <a:gd name="T1" fmla="*/ 4 h 38"/>
                <a:gd name="T2" fmla="*/ 33 w 35"/>
                <a:gd name="T3" fmla="*/ 12 h 38"/>
                <a:gd name="T4" fmla="*/ 19 w 35"/>
                <a:gd name="T5" fmla="*/ 35 h 38"/>
                <a:gd name="T6" fmla="*/ 1 w 35"/>
                <a:gd name="T7" fmla="*/ 26 h 38"/>
                <a:gd name="T8" fmla="*/ 15 w 35"/>
                <a:gd name="T9" fmla="*/ 4 h 38"/>
              </a:gdLst>
              <a:ahLst/>
              <a:cxnLst>
                <a:cxn ang="0">
                  <a:pos x="T0" y="T1"/>
                </a:cxn>
                <a:cxn ang="0">
                  <a:pos x="T2" y="T3"/>
                </a:cxn>
                <a:cxn ang="0">
                  <a:pos x="T4" y="T5"/>
                </a:cxn>
                <a:cxn ang="0">
                  <a:pos x="T6" y="T7"/>
                </a:cxn>
                <a:cxn ang="0">
                  <a:pos x="T8" y="T9"/>
                </a:cxn>
              </a:cxnLst>
              <a:rect l="0" t="0" r="r" b="b"/>
              <a:pathLst>
                <a:path w="35" h="38">
                  <a:moveTo>
                    <a:pt x="15" y="4"/>
                  </a:moveTo>
                  <a:cubicBezTo>
                    <a:pt x="23" y="0"/>
                    <a:pt x="31" y="3"/>
                    <a:pt x="33" y="12"/>
                  </a:cubicBezTo>
                  <a:cubicBezTo>
                    <a:pt x="35" y="20"/>
                    <a:pt x="28" y="31"/>
                    <a:pt x="19" y="35"/>
                  </a:cubicBezTo>
                  <a:cubicBezTo>
                    <a:pt x="11" y="38"/>
                    <a:pt x="2" y="34"/>
                    <a:pt x="1" y="26"/>
                  </a:cubicBezTo>
                  <a:cubicBezTo>
                    <a:pt x="0" y="18"/>
                    <a:pt x="6" y="8"/>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 name="Freeform 844">
              <a:extLst>
                <a:ext uri="{FF2B5EF4-FFF2-40B4-BE49-F238E27FC236}">
                  <a16:creationId xmlns:a16="http://schemas.microsoft.com/office/drawing/2014/main" id="{E84DB413-8949-CD36-8BC6-4BAC32687131}"/>
                </a:ext>
              </a:extLst>
            </p:cNvPr>
            <p:cNvSpPr>
              <a:spLocks/>
            </p:cNvSpPr>
            <p:nvPr/>
          </p:nvSpPr>
          <p:spPr bwMode="auto">
            <a:xfrm rot="5094805">
              <a:off x="1335475" y="5398490"/>
              <a:ext cx="86829" cy="95969"/>
            </a:xfrm>
            <a:custGeom>
              <a:avLst/>
              <a:gdLst>
                <a:gd name="T0" fmla="*/ 15 w 35"/>
                <a:gd name="T1" fmla="*/ 4 h 39"/>
                <a:gd name="T2" fmla="*/ 33 w 35"/>
                <a:gd name="T3" fmla="*/ 12 h 39"/>
                <a:gd name="T4" fmla="*/ 19 w 35"/>
                <a:gd name="T5" fmla="*/ 36 h 39"/>
                <a:gd name="T6" fmla="*/ 2 w 35"/>
                <a:gd name="T7" fmla="*/ 26 h 39"/>
                <a:gd name="T8" fmla="*/ 15 w 35"/>
                <a:gd name="T9" fmla="*/ 4 h 39"/>
              </a:gdLst>
              <a:ahLst/>
              <a:cxnLst>
                <a:cxn ang="0">
                  <a:pos x="T0" y="T1"/>
                </a:cxn>
                <a:cxn ang="0">
                  <a:pos x="T2" y="T3"/>
                </a:cxn>
                <a:cxn ang="0">
                  <a:pos x="T4" y="T5"/>
                </a:cxn>
                <a:cxn ang="0">
                  <a:pos x="T6" y="T7"/>
                </a:cxn>
                <a:cxn ang="0">
                  <a:pos x="T8" y="T9"/>
                </a:cxn>
              </a:cxnLst>
              <a:rect l="0" t="0" r="r" b="b"/>
              <a:pathLst>
                <a:path w="35" h="39">
                  <a:moveTo>
                    <a:pt x="15" y="4"/>
                  </a:moveTo>
                  <a:cubicBezTo>
                    <a:pt x="24" y="0"/>
                    <a:pt x="32" y="4"/>
                    <a:pt x="33" y="12"/>
                  </a:cubicBezTo>
                  <a:cubicBezTo>
                    <a:pt x="35" y="22"/>
                    <a:pt x="29" y="33"/>
                    <a:pt x="19" y="36"/>
                  </a:cubicBezTo>
                  <a:cubicBezTo>
                    <a:pt x="11" y="39"/>
                    <a:pt x="3" y="34"/>
                    <a:pt x="2" y="26"/>
                  </a:cubicBezTo>
                  <a:cubicBezTo>
                    <a:pt x="0" y="17"/>
                    <a:pt x="7" y="7"/>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 name="Freeform 845">
              <a:extLst>
                <a:ext uri="{FF2B5EF4-FFF2-40B4-BE49-F238E27FC236}">
                  <a16:creationId xmlns:a16="http://schemas.microsoft.com/office/drawing/2014/main" id="{D50393F5-A2D2-6836-B366-A3211C99DE66}"/>
                </a:ext>
              </a:extLst>
            </p:cNvPr>
            <p:cNvSpPr>
              <a:spLocks/>
            </p:cNvSpPr>
            <p:nvPr/>
          </p:nvSpPr>
          <p:spPr bwMode="auto">
            <a:xfrm rot="5094805">
              <a:off x="1421909" y="5582351"/>
              <a:ext cx="86829" cy="98254"/>
            </a:xfrm>
            <a:custGeom>
              <a:avLst/>
              <a:gdLst>
                <a:gd name="T0" fmla="*/ 15 w 35"/>
                <a:gd name="T1" fmla="*/ 3 h 40"/>
                <a:gd name="T2" fmla="*/ 33 w 35"/>
                <a:gd name="T3" fmla="*/ 13 h 40"/>
                <a:gd name="T4" fmla="*/ 19 w 35"/>
                <a:gd name="T5" fmla="*/ 37 h 40"/>
                <a:gd name="T6" fmla="*/ 1 w 35"/>
                <a:gd name="T7" fmla="*/ 26 h 40"/>
                <a:gd name="T8" fmla="*/ 15 w 35"/>
                <a:gd name="T9" fmla="*/ 3 h 40"/>
              </a:gdLst>
              <a:ahLst/>
              <a:cxnLst>
                <a:cxn ang="0">
                  <a:pos x="T0" y="T1"/>
                </a:cxn>
                <a:cxn ang="0">
                  <a:pos x="T2" y="T3"/>
                </a:cxn>
                <a:cxn ang="0">
                  <a:pos x="T4" y="T5"/>
                </a:cxn>
                <a:cxn ang="0">
                  <a:pos x="T6" y="T7"/>
                </a:cxn>
                <a:cxn ang="0">
                  <a:pos x="T8" y="T9"/>
                </a:cxn>
              </a:cxnLst>
              <a:rect l="0" t="0" r="r" b="b"/>
              <a:pathLst>
                <a:path w="35" h="40">
                  <a:moveTo>
                    <a:pt x="15" y="3"/>
                  </a:moveTo>
                  <a:cubicBezTo>
                    <a:pt x="23" y="0"/>
                    <a:pt x="31" y="4"/>
                    <a:pt x="33" y="13"/>
                  </a:cubicBezTo>
                  <a:cubicBezTo>
                    <a:pt x="35" y="23"/>
                    <a:pt x="28" y="34"/>
                    <a:pt x="19" y="37"/>
                  </a:cubicBezTo>
                  <a:cubicBezTo>
                    <a:pt x="11" y="40"/>
                    <a:pt x="2" y="35"/>
                    <a:pt x="1" y="26"/>
                  </a:cubicBezTo>
                  <a:cubicBezTo>
                    <a:pt x="0" y="17"/>
                    <a:pt x="6" y="7"/>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 name="Freeform 846">
              <a:extLst>
                <a:ext uri="{FF2B5EF4-FFF2-40B4-BE49-F238E27FC236}">
                  <a16:creationId xmlns:a16="http://schemas.microsoft.com/office/drawing/2014/main" id="{8EA76793-E352-2B08-7B39-3054D0D27514}"/>
                </a:ext>
              </a:extLst>
            </p:cNvPr>
            <p:cNvSpPr>
              <a:spLocks/>
            </p:cNvSpPr>
            <p:nvPr/>
          </p:nvSpPr>
          <p:spPr bwMode="auto">
            <a:xfrm rot="5094805">
              <a:off x="1503695" y="5766723"/>
              <a:ext cx="84544" cy="98254"/>
            </a:xfrm>
            <a:custGeom>
              <a:avLst/>
              <a:gdLst>
                <a:gd name="T0" fmla="*/ 16 w 34"/>
                <a:gd name="T1" fmla="*/ 2 h 40"/>
                <a:gd name="T2" fmla="*/ 33 w 34"/>
                <a:gd name="T3" fmla="*/ 15 h 40"/>
                <a:gd name="T4" fmla="*/ 19 w 34"/>
                <a:gd name="T5" fmla="*/ 37 h 40"/>
                <a:gd name="T6" fmla="*/ 1 w 34"/>
                <a:gd name="T7" fmla="*/ 24 h 40"/>
                <a:gd name="T8" fmla="*/ 16 w 34"/>
                <a:gd name="T9" fmla="*/ 2 h 40"/>
              </a:gdLst>
              <a:ahLst/>
              <a:cxnLst>
                <a:cxn ang="0">
                  <a:pos x="T0" y="T1"/>
                </a:cxn>
                <a:cxn ang="0">
                  <a:pos x="T2" y="T3"/>
                </a:cxn>
                <a:cxn ang="0">
                  <a:pos x="T4" y="T5"/>
                </a:cxn>
                <a:cxn ang="0">
                  <a:pos x="T6" y="T7"/>
                </a:cxn>
                <a:cxn ang="0">
                  <a:pos x="T8" y="T9"/>
                </a:cxn>
              </a:cxnLst>
              <a:rect l="0" t="0" r="r" b="b"/>
              <a:pathLst>
                <a:path w="34" h="40">
                  <a:moveTo>
                    <a:pt x="16" y="2"/>
                  </a:moveTo>
                  <a:cubicBezTo>
                    <a:pt x="24" y="0"/>
                    <a:pt x="32" y="5"/>
                    <a:pt x="33" y="15"/>
                  </a:cubicBezTo>
                  <a:cubicBezTo>
                    <a:pt x="34" y="24"/>
                    <a:pt x="28" y="34"/>
                    <a:pt x="19" y="37"/>
                  </a:cubicBezTo>
                  <a:cubicBezTo>
                    <a:pt x="10" y="40"/>
                    <a:pt x="1" y="33"/>
                    <a:pt x="1" y="24"/>
                  </a:cubicBezTo>
                  <a:cubicBezTo>
                    <a:pt x="0" y="14"/>
                    <a:pt x="7" y="5"/>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 name="Freeform 847">
              <a:extLst>
                <a:ext uri="{FF2B5EF4-FFF2-40B4-BE49-F238E27FC236}">
                  <a16:creationId xmlns:a16="http://schemas.microsoft.com/office/drawing/2014/main" id="{22BF29DC-D557-4BDC-9F64-B26E73D628BD}"/>
                </a:ext>
              </a:extLst>
            </p:cNvPr>
            <p:cNvSpPr>
              <a:spLocks/>
            </p:cNvSpPr>
            <p:nvPr/>
          </p:nvSpPr>
          <p:spPr bwMode="auto">
            <a:xfrm rot="5094805">
              <a:off x="1578856" y="5953978"/>
              <a:ext cx="82259" cy="98254"/>
            </a:xfrm>
            <a:custGeom>
              <a:avLst/>
              <a:gdLst>
                <a:gd name="T0" fmla="*/ 15 w 34"/>
                <a:gd name="T1" fmla="*/ 3 h 40"/>
                <a:gd name="T2" fmla="*/ 33 w 34"/>
                <a:gd name="T3" fmla="*/ 15 h 40"/>
                <a:gd name="T4" fmla="*/ 20 w 34"/>
                <a:gd name="T5" fmla="*/ 37 h 40"/>
                <a:gd name="T6" fmla="*/ 1 w 34"/>
                <a:gd name="T7" fmla="*/ 24 h 40"/>
                <a:gd name="T8" fmla="*/ 15 w 34"/>
                <a:gd name="T9" fmla="*/ 3 h 40"/>
              </a:gdLst>
              <a:ahLst/>
              <a:cxnLst>
                <a:cxn ang="0">
                  <a:pos x="T0" y="T1"/>
                </a:cxn>
                <a:cxn ang="0">
                  <a:pos x="T2" y="T3"/>
                </a:cxn>
                <a:cxn ang="0">
                  <a:pos x="T4" y="T5"/>
                </a:cxn>
                <a:cxn ang="0">
                  <a:pos x="T6" y="T7"/>
                </a:cxn>
                <a:cxn ang="0">
                  <a:pos x="T8" y="T9"/>
                </a:cxn>
              </a:cxnLst>
              <a:rect l="0" t="0" r="r" b="b"/>
              <a:pathLst>
                <a:path w="34" h="40">
                  <a:moveTo>
                    <a:pt x="15" y="3"/>
                  </a:moveTo>
                  <a:cubicBezTo>
                    <a:pt x="24" y="0"/>
                    <a:pt x="31" y="5"/>
                    <a:pt x="33" y="15"/>
                  </a:cubicBezTo>
                  <a:cubicBezTo>
                    <a:pt x="34" y="24"/>
                    <a:pt x="28" y="34"/>
                    <a:pt x="20" y="37"/>
                  </a:cubicBezTo>
                  <a:cubicBezTo>
                    <a:pt x="11" y="40"/>
                    <a:pt x="2" y="34"/>
                    <a:pt x="1" y="24"/>
                  </a:cubicBezTo>
                  <a:cubicBezTo>
                    <a:pt x="0" y="15"/>
                    <a:pt x="6" y="5"/>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 name="Freeform 848">
              <a:extLst>
                <a:ext uri="{FF2B5EF4-FFF2-40B4-BE49-F238E27FC236}">
                  <a16:creationId xmlns:a16="http://schemas.microsoft.com/office/drawing/2014/main" id="{54CE45B0-5B9B-5695-9848-0E355CB375DB}"/>
                </a:ext>
              </a:extLst>
            </p:cNvPr>
            <p:cNvSpPr>
              <a:spLocks/>
            </p:cNvSpPr>
            <p:nvPr/>
          </p:nvSpPr>
          <p:spPr bwMode="auto">
            <a:xfrm rot="5094805">
              <a:off x="1641587" y="6145467"/>
              <a:ext cx="86829" cy="93684"/>
            </a:xfrm>
            <a:custGeom>
              <a:avLst/>
              <a:gdLst>
                <a:gd name="T0" fmla="*/ 15 w 35"/>
                <a:gd name="T1" fmla="*/ 2 h 38"/>
                <a:gd name="T2" fmla="*/ 33 w 35"/>
                <a:gd name="T3" fmla="*/ 14 h 38"/>
                <a:gd name="T4" fmla="*/ 19 w 35"/>
                <a:gd name="T5" fmla="*/ 36 h 38"/>
                <a:gd name="T6" fmla="*/ 1 w 35"/>
                <a:gd name="T7" fmla="*/ 22 h 38"/>
                <a:gd name="T8" fmla="*/ 15 w 35"/>
                <a:gd name="T9" fmla="*/ 2 h 38"/>
              </a:gdLst>
              <a:ahLst/>
              <a:cxnLst>
                <a:cxn ang="0">
                  <a:pos x="T0" y="T1"/>
                </a:cxn>
                <a:cxn ang="0">
                  <a:pos x="T2" y="T3"/>
                </a:cxn>
                <a:cxn ang="0">
                  <a:pos x="T4" y="T5"/>
                </a:cxn>
                <a:cxn ang="0">
                  <a:pos x="T6" y="T7"/>
                </a:cxn>
                <a:cxn ang="0">
                  <a:pos x="T8" y="T9"/>
                </a:cxn>
              </a:cxnLst>
              <a:rect l="0" t="0" r="r" b="b"/>
              <a:pathLst>
                <a:path w="35" h="38">
                  <a:moveTo>
                    <a:pt x="15" y="2"/>
                  </a:moveTo>
                  <a:cubicBezTo>
                    <a:pt x="23" y="0"/>
                    <a:pt x="32" y="5"/>
                    <a:pt x="33" y="14"/>
                  </a:cubicBezTo>
                  <a:cubicBezTo>
                    <a:pt x="35" y="24"/>
                    <a:pt x="28" y="34"/>
                    <a:pt x="19" y="36"/>
                  </a:cubicBezTo>
                  <a:cubicBezTo>
                    <a:pt x="11" y="38"/>
                    <a:pt x="2" y="32"/>
                    <a:pt x="1" y="22"/>
                  </a:cubicBezTo>
                  <a:cubicBezTo>
                    <a:pt x="0" y="13"/>
                    <a:pt x="6" y="4"/>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 name="Freeform 849">
              <a:extLst>
                <a:ext uri="{FF2B5EF4-FFF2-40B4-BE49-F238E27FC236}">
                  <a16:creationId xmlns:a16="http://schemas.microsoft.com/office/drawing/2014/main" id="{A47B6CCE-FF98-8710-1C89-E24309E9B9FC}"/>
                </a:ext>
              </a:extLst>
            </p:cNvPr>
            <p:cNvSpPr>
              <a:spLocks/>
            </p:cNvSpPr>
            <p:nvPr/>
          </p:nvSpPr>
          <p:spPr bwMode="auto">
            <a:xfrm rot="5094805">
              <a:off x="1679290" y="6339387"/>
              <a:ext cx="86829" cy="89114"/>
            </a:xfrm>
            <a:custGeom>
              <a:avLst/>
              <a:gdLst>
                <a:gd name="T0" fmla="*/ 15 w 35"/>
                <a:gd name="T1" fmla="*/ 1 h 36"/>
                <a:gd name="T2" fmla="*/ 33 w 35"/>
                <a:gd name="T3" fmla="*/ 15 h 36"/>
                <a:gd name="T4" fmla="*/ 19 w 35"/>
                <a:gd name="T5" fmla="*/ 35 h 36"/>
                <a:gd name="T6" fmla="*/ 1 w 35"/>
                <a:gd name="T7" fmla="*/ 20 h 36"/>
                <a:gd name="T8" fmla="*/ 15 w 35"/>
                <a:gd name="T9" fmla="*/ 1 h 36"/>
              </a:gdLst>
              <a:ahLst/>
              <a:cxnLst>
                <a:cxn ang="0">
                  <a:pos x="T0" y="T1"/>
                </a:cxn>
                <a:cxn ang="0">
                  <a:pos x="T2" y="T3"/>
                </a:cxn>
                <a:cxn ang="0">
                  <a:pos x="T4" y="T5"/>
                </a:cxn>
                <a:cxn ang="0">
                  <a:pos x="T6" y="T7"/>
                </a:cxn>
                <a:cxn ang="0">
                  <a:pos x="T8" y="T9"/>
                </a:cxn>
              </a:cxnLst>
              <a:rect l="0" t="0" r="r" b="b"/>
              <a:pathLst>
                <a:path w="35" h="36">
                  <a:moveTo>
                    <a:pt x="15" y="1"/>
                  </a:moveTo>
                  <a:cubicBezTo>
                    <a:pt x="24" y="0"/>
                    <a:pt x="32" y="6"/>
                    <a:pt x="33" y="15"/>
                  </a:cubicBezTo>
                  <a:cubicBezTo>
                    <a:pt x="35" y="25"/>
                    <a:pt x="28" y="34"/>
                    <a:pt x="19" y="35"/>
                  </a:cubicBezTo>
                  <a:cubicBezTo>
                    <a:pt x="10" y="36"/>
                    <a:pt x="2" y="29"/>
                    <a:pt x="1" y="20"/>
                  </a:cubicBezTo>
                  <a:cubicBezTo>
                    <a:pt x="0" y="11"/>
                    <a:pt x="6" y="2"/>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 name="Freeform 850">
              <a:extLst>
                <a:ext uri="{FF2B5EF4-FFF2-40B4-BE49-F238E27FC236}">
                  <a16:creationId xmlns:a16="http://schemas.microsoft.com/office/drawing/2014/main" id="{ACBE8FCF-E46D-7DC0-7846-484748632875}"/>
                </a:ext>
              </a:extLst>
            </p:cNvPr>
            <p:cNvSpPr>
              <a:spLocks/>
            </p:cNvSpPr>
            <p:nvPr/>
          </p:nvSpPr>
          <p:spPr bwMode="auto">
            <a:xfrm rot="5094805">
              <a:off x="1720514" y="6531957"/>
              <a:ext cx="84544" cy="89114"/>
            </a:xfrm>
            <a:custGeom>
              <a:avLst/>
              <a:gdLst>
                <a:gd name="T0" fmla="*/ 34 w 35"/>
                <a:gd name="T1" fmla="*/ 16 h 36"/>
                <a:gd name="T2" fmla="*/ 20 w 35"/>
                <a:gd name="T3" fmla="*/ 35 h 36"/>
                <a:gd name="T4" fmla="*/ 1 w 35"/>
                <a:gd name="T5" fmla="*/ 20 h 36"/>
                <a:gd name="T6" fmla="*/ 17 w 35"/>
                <a:gd name="T7" fmla="*/ 1 h 36"/>
                <a:gd name="T8" fmla="*/ 34 w 35"/>
                <a:gd name="T9" fmla="*/ 16 h 36"/>
              </a:gdLst>
              <a:ahLst/>
              <a:cxnLst>
                <a:cxn ang="0">
                  <a:pos x="T0" y="T1"/>
                </a:cxn>
                <a:cxn ang="0">
                  <a:pos x="T2" y="T3"/>
                </a:cxn>
                <a:cxn ang="0">
                  <a:pos x="T4" y="T5"/>
                </a:cxn>
                <a:cxn ang="0">
                  <a:pos x="T6" y="T7"/>
                </a:cxn>
                <a:cxn ang="0">
                  <a:pos x="T8" y="T9"/>
                </a:cxn>
              </a:cxnLst>
              <a:rect l="0" t="0" r="r" b="b"/>
              <a:pathLst>
                <a:path w="35" h="36">
                  <a:moveTo>
                    <a:pt x="34" y="16"/>
                  </a:moveTo>
                  <a:cubicBezTo>
                    <a:pt x="35" y="25"/>
                    <a:pt x="28" y="34"/>
                    <a:pt x="20" y="35"/>
                  </a:cubicBezTo>
                  <a:cubicBezTo>
                    <a:pt x="11" y="36"/>
                    <a:pt x="2" y="29"/>
                    <a:pt x="1" y="20"/>
                  </a:cubicBezTo>
                  <a:cubicBezTo>
                    <a:pt x="0" y="10"/>
                    <a:pt x="7" y="1"/>
                    <a:pt x="17" y="1"/>
                  </a:cubicBezTo>
                  <a:cubicBezTo>
                    <a:pt x="26" y="0"/>
                    <a:pt x="34" y="7"/>
                    <a:pt x="34"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 name="Freeform 851">
              <a:extLst>
                <a:ext uri="{FF2B5EF4-FFF2-40B4-BE49-F238E27FC236}">
                  <a16:creationId xmlns:a16="http://schemas.microsoft.com/office/drawing/2014/main" id="{84CA2961-EAE0-8CDD-5A1A-F6222AC30BC1}"/>
                </a:ext>
              </a:extLst>
            </p:cNvPr>
            <p:cNvSpPr>
              <a:spLocks/>
            </p:cNvSpPr>
            <p:nvPr/>
          </p:nvSpPr>
          <p:spPr bwMode="auto">
            <a:xfrm rot="5094805">
              <a:off x="1766589" y="6726292"/>
              <a:ext cx="84544" cy="91399"/>
            </a:xfrm>
            <a:custGeom>
              <a:avLst/>
              <a:gdLst>
                <a:gd name="T0" fmla="*/ 15 w 34"/>
                <a:gd name="T1" fmla="*/ 2 h 37"/>
                <a:gd name="T2" fmla="*/ 33 w 34"/>
                <a:gd name="T3" fmla="*/ 16 h 37"/>
                <a:gd name="T4" fmla="*/ 19 w 34"/>
                <a:gd name="T5" fmla="*/ 35 h 37"/>
                <a:gd name="T6" fmla="*/ 0 w 34"/>
                <a:gd name="T7" fmla="*/ 20 h 37"/>
                <a:gd name="T8" fmla="*/ 15 w 34"/>
                <a:gd name="T9" fmla="*/ 2 h 37"/>
              </a:gdLst>
              <a:ahLst/>
              <a:cxnLst>
                <a:cxn ang="0">
                  <a:pos x="T0" y="T1"/>
                </a:cxn>
                <a:cxn ang="0">
                  <a:pos x="T2" y="T3"/>
                </a:cxn>
                <a:cxn ang="0">
                  <a:pos x="T4" y="T5"/>
                </a:cxn>
                <a:cxn ang="0">
                  <a:pos x="T6" y="T7"/>
                </a:cxn>
                <a:cxn ang="0">
                  <a:pos x="T8" y="T9"/>
                </a:cxn>
              </a:cxnLst>
              <a:rect l="0" t="0" r="r" b="b"/>
              <a:pathLst>
                <a:path w="34" h="37">
                  <a:moveTo>
                    <a:pt x="15" y="2"/>
                  </a:moveTo>
                  <a:cubicBezTo>
                    <a:pt x="24" y="0"/>
                    <a:pt x="32" y="6"/>
                    <a:pt x="33" y="16"/>
                  </a:cubicBezTo>
                  <a:cubicBezTo>
                    <a:pt x="34" y="25"/>
                    <a:pt x="28" y="33"/>
                    <a:pt x="19" y="35"/>
                  </a:cubicBezTo>
                  <a:cubicBezTo>
                    <a:pt x="10" y="37"/>
                    <a:pt x="1" y="29"/>
                    <a:pt x="0" y="20"/>
                  </a:cubicBezTo>
                  <a:cubicBezTo>
                    <a:pt x="0" y="11"/>
                    <a:pt x="6" y="3"/>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 name="Freeform 858">
              <a:extLst>
                <a:ext uri="{FF2B5EF4-FFF2-40B4-BE49-F238E27FC236}">
                  <a16:creationId xmlns:a16="http://schemas.microsoft.com/office/drawing/2014/main" id="{05BCA431-360C-ADCB-C37D-391A4BF1E0D1}"/>
                </a:ext>
              </a:extLst>
            </p:cNvPr>
            <p:cNvSpPr>
              <a:spLocks/>
            </p:cNvSpPr>
            <p:nvPr/>
          </p:nvSpPr>
          <p:spPr bwMode="auto">
            <a:xfrm rot="5094805">
              <a:off x="1949853" y="6692743"/>
              <a:ext cx="84544" cy="75404"/>
            </a:xfrm>
            <a:custGeom>
              <a:avLst/>
              <a:gdLst>
                <a:gd name="T0" fmla="*/ 33 w 34"/>
                <a:gd name="T1" fmla="*/ 12 h 30"/>
                <a:gd name="T2" fmla="*/ 20 w 34"/>
                <a:gd name="T3" fmla="*/ 28 h 30"/>
                <a:gd name="T4" fmla="*/ 1 w 34"/>
                <a:gd name="T5" fmla="*/ 17 h 30"/>
                <a:gd name="T6" fmla="*/ 16 w 34"/>
                <a:gd name="T7" fmla="*/ 1 h 30"/>
                <a:gd name="T8" fmla="*/ 33 w 34"/>
                <a:gd name="T9" fmla="*/ 12 h 30"/>
              </a:gdLst>
              <a:ahLst/>
              <a:cxnLst>
                <a:cxn ang="0">
                  <a:pos x="T0" y="T1"/>
                </a:cxn>
                <a:cxn ang="0">
                  <a:pos x="T2" y="T3"/>
                </a:cxn>
                <a:cxn ang="0">
                  <a:pos x="T4" y="T5"/>
                </a:cxn>
                <a:cxn ang="0">
                  <a:pos x="T6" y="T7"/>
                </a:cxn>
                <a:cxn ang="0">
                  <a:pos x="T8" y="T9"/>
                </a:cxn>
              </a:cxnLst>
              <a:rect l="0" t="0" r="r" b="b"/>
              <a:pathLst>
                <a:path w="34" h="30">
                  <a:moveTo>
                    <a:pt x="33" y="12"/>
                  </a:moveTo>
                  <a:cubicBezTo>
                    <a:pt x="34" y="20"/>
                    <a:pt x="28" y="27"/>
                    <a:pt x="20" y="28"/>
                  </a:cubicBezTo>
                  <a:cubicBezTo>
                    <a:pt x="12" y="30"/>
                    <a:pt x="3" y="24"/>
                    <a:pt x="1" y="17"/>
                  </a:cubicBezTo>
                  <a:cubicBezTo>
                    <a:pt x="0" y="9"/>
                    <a:pt x="7" y="2"/>
                    <a:pt x="16" y="1"/>
                  </a:cubicBezTo>
                  <a:cubicBezTo>
                    <a:pt x="25" y="0"/>
                    <a:pt x="32" y="5"/>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 name="Freeform 859">
              <a:extLst>
                <a:ext uri="{FF2B5EF4-FFF2-40B4-BE49-F238E27FC236}">
                  <a16:creationId xmlns:a16="http://schemas.microsoft.com/office/drawing/2014/main" id="{D96F7ED3-A9C9-E7E1-7DED-6BADFD64A4A1}"/>
                </a:ext>
              </a:extLst>
            </p:cNvPr>
            <p:cNvSpPr>
              <a:spLocks/>
            </p:cNvSpPr>
            <p:nvPr/>
          </p:nvSpPr>
          <p:spPr bwMode="auto">
            <a:xfrm rot="5094805">
              <a:off x="1906256" y="6500481"/>
              <a:ext cx="84544" cy="73119"/>
            </a:xfrm>
            <a:custGeom>
              <a:avLst/>
              <a:gdLst>
                <a:gd name="T0" fmla="*/ 33 w 34"/>
                <a:gd name="T1" fmla="*/ 12 h 29"/>
                <a:gd name="T2" fmla="*/ 19 w 34"/>
                <a:gd name="T3" fmla="*/ 28 h 29"/>
                <a:gd name="T4" fmla="*/ 2 w 34"/>
                <a:gd name="T5" fmla="*/ 17 h 29"/>
                <a:gd name="T6" fmla="*/ 16 w 34"/>
                <a:gd name="T7" fmla="*/ 1 h 29"/>
                <a:gd name="T8" fmla="*/ 33 w 34"/>
                <a:gd name="T9" fmla="*/ 12 h 29"/>
              </a:gdLst>
              <a:ahLst/>
              <a:cxnLst>
                <a:cxn ang="0">
                  <a:pos x="T0" y="T1"/>
                </a:cxn>
                <a:cxn ang="0">
                  <a:pos x="T2" y="T3"/>
                </a:cxn>
                <a:cxn ang="0">
                  <a:pos x="T4" y="T5"/>
                </a:cxn>
                <a:cxn ang="0">
                  <a:pos x="T6" y="T7"/>
                </a:cxn>
                <a:cxn ang="0">
                  <a:pos x="T8" y="T9"/>
                </a:cxn>
              </a:cxnLst>
              <a:rect l="0" t="0" r="r" b="b"/>
              <a:pathLst>
                <a:path w="34" h="29">
                  <a:moveTo>
                    <a:pt x="33" y="12"/>
                  </a:moveTo>
                  <a:cubicBezTo>
                    <a:pt x="34" y="19"/>
                    <a:pt x="28" y="27"/>
                    <a:pt x="19" y="28"/>
                  </a:cubicBezTo>
                  <a:cubicBezTo>
                    <a:pt x="11" y="29"/>
                    <a:pt x="3" y="24"/>
                    <a:pt x="2" y="17"/>
                  </a:cubicBezTo>
                  <a:cubicBezTo>
                    <a:pt x="0" y="9"/>
                    <a:pt x="7" y="2"/>
                    <a:pt x="16" y="1"/>
                  </a:cubicBezTo>
                  <a:cubicBezTo>
                    <a:pt x="24" y="0"/>
                    <a:pt x="31" y="5"/>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 name="Freeform 860">
              <a:extLst>
                <a:ext uri="{FF2B5EF4-FFF2-40B4-BE49-F238E27FC236}">
                  <a16:creationId xmlns:a16="http://schemas.microsoft.com/office/drawing/2014/main" id="{08CF7360-C79F-272A-B0C7-7E5B71210B66}"/>
                </a:ext>
              </a:extLst>
            </p:cNvPr>
            <p:cNvSpPr>
              <a:spLocks/>
            </p:cNvSpPr>
            <p:nvPr/>
          </p:nvSpPr>
          <p:spPr bwMode="auto">
            <a:xfrm rot="5094805">
              <a:off x="1864936" y="6308016"/>
              <a:ext cx="84544" cy="70834"/>
            </a:xfrm>
            <a:custGeom>
              <a:avLst/>
              <a:gdLst>
                <a:gd name="T0" fmla="*/ 32 w 34"/>
                <a:gd name="T1" fmla="*/ 11 h 29"/>
                <a:gd name="T2" fmla="*/ 19 w 34"/>
                <a:gd name="T3" fmla="*/ 28 h 29"/>
                <a:gd name="T4" fmla="*/ 1 w 34"/>
                <a:gd name="T5" fmla="*/ 17 h 29"/>
                <a:gd name="T6" fmla="*/ 15 w 34"/>
                <a:gd name="T7" fmla="*/ 1 h 29"/>
                <a:gd name="T8" fmla="*/ 32 w 34"/>
                <a:gd name="T9" fmla="*/ 11 h 29"/>
              </a:gdLst>
              <a:ahLst/>
              <a:cxnLst>
                <a:cxn ang="0">
                  <a:pos x="T0" y="T1"/>
                </a:cxn>
                <a:cxn ang="0">
                  <a:pos x="T2" y="T3"/>
                </a:cxn>
                <a:cxn ang="0">
                  <a:pos x="T4" y="T5"/>
                </a:cxn>
                <a:cxn ang="0">
                  <a:pos x="T6" y="T7"/>
                </a:cxn>
                <a:cxn ang="0">
                  <a:pos x="T8" y="T9"/>
                </a:cxn>
              </a:cxnLst>
              <a:rect l="0" t="0" r="r" b="b"/>
              <a:pathLst>
                <a:path w="34" h="29">
                  <a:moveTo>
                    <a:pt x="32" y="11"/>
                  </a:moveTo>
                  <a:cubicBezTo>
                    <a:pt x="34" y="19"/>
                    <a:pt x="28" y="26"/>
                    <a:pt x="19" y="28"/>
                  </a:cubicBezTo>
                  <a:cubicBezTo>
                    <a:pt x="11" y="29"/>
                    <a:pt x="3" y="23"/>
                    <a:pt x="1" y="17"/>
                  </a:cubicBezTo>
                  <a:cubicBezTo>
                    <a:pt x="0" y="9"/>
                    <a:pt x="6" y="2"/>
                    <a:pt x="15" y="1"/>
                  </a:cubicBezTo>
                  <a:cubicBezTo>
                    <a:pt x="23" y="0"/>
                    <a:pt x="30" y="4"/>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 name="Freeform 861">
              <a:extLst>
                <a:ext uri="{FF2B5EF4-FFF2-40B4-BE49-F238E27FC236}">
                  <a16:creationId xmlns:a16="http://schemas.microsoft.com/office/drawing/2014/main" id="{8E8DA433-3FF7-0E8F-E8B8-7225FCC4F0B8}"/>
                </a:ext>
              </a:extLst>
            </p:cNvPr>
            <p:cNvSpPr>
              <a:spLocks/>
            </p:cNvSpPr>
            <p:nvPr/>
          </p:nvSpPr>
          <p:spPr bwMode="auto">
            <a:xfrm rot="5094805">
              <a:off x="1824859" y="6114405"/>
              <a:ext cx="82259" cy="73119"/>
            </a:xfrm>
            <a:custGeom>
              <a:avLst/>
              <a:gdLst>
                <a:gd name="T0" fmla="*/ 32 w 33"/>
                <a:gd name="T1" fmla="*/ 12 h 30"/>
                <a:gd name="T2" fmla="*/ 20 w 33"/>
                <a:gd name="T3" fmla="*/ 28 h 30"/>
                <a:gd name="T4" fmla="*/ 1 w 33"/>
                <a:gd name="T5" fmla="*/ 17 h 30"/>
                <a:gd name="T6" fmla="*/ 16 w 33"/>
                <a:gd name="T7" fmla="*/ 1 h 30"/>
                <a:gd name="T8" fmla="*/ 32 w 33"/>
                <a:gd name="T9" fmla="*/ 12 h 30"/>
              </a:gdLst>
              <a:ahLst/>
              <a:cxnLst>
                <a:cxn ang="0">
                  <a:pos x="T0" y="T1"/>
                </a:cxn>
                <a:cxn ang="0">
                  <a:pos x="T2" y="T3"/>
                </a:cxn>
                <a:cxn ang="0">
                  <a:pos x="T4" y="T5"/>
                </a:cxn>
                <a:cxn ang="0">
                  <a:pos x="T6" y="T7"/>
                </a:cxn>
                <a:cxn ang="0">
                  <a:pos x="T8" y="T9"/>
                </a:cxn>
              </a:cxnLst>
              <a:rect l="0" t="0" r="r" b="b"/>
              <a:pathLst>
                <a:path w="33" h="30">
                  <a:moveTo>
                    <a:pt x="32" y="12"/>
                  </a:moveTo>
                  <a:cubicBezTo>
                    <a:pt x="33" y="19"/>
                    <a:pt x="28" y="26"/>
                    <a:pt x="20" y="28"/>
                  </a:cubicBezTo>
                  <a:cubicBezTo>
                    <a:pt x="11" y="30"/>
                    <a:pt x="2" y="24"/>
                    <a:pt x="1" y="17"/>
                  </a:cubicBezTo>
                  <a:cubicBezTo>
                    <a:pt x="0" y="10"/>
                    <a:pt x="7" y="3"/>
                    <a:pt x="16" y="1"/>
                  </a:cubicBezTo>
                  <a:cubicBezTo>
                    <a:pt x="24" y="0"/>
                    <a:pt x="31" y="5"/>
                    <a:pt x="3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 name="Freeform 862">
              <a:extLst>
                <a:ext uri="{FF2B5EF4-FFF2-40B4-BE49-F238E27FC236}">
                  <a16:creationId xmlns:a16="http://schemas.microsoft.com/office/drawing/2014/main" id="{BDBBE823-116C-4679-AB37-5A845080779B}"/>
                </a:ext>
              </a:extLst>
            </p:cNvPr>
            <p:cNvSpPr>
              <a:spLocks/>
            </p:cNvSpPr>
            <p:nvPr/>
          </p:nvSpPr>
          <p:spPr bwMode="auto">
            <a:xfrm rot="5094805">
              <a:off x="1769053" y="5922203"/>
              <a:ext cx="79974" cy="79974"/>
            </a:xfrm>
            <a:custGeom>
              <a:avLst/>
              <a:gdLst>
                <a:gd name="T0" fmla="*/ 32 w 33"/>
                <a:gd name="T1" fmla="*/ 11 h 32"/>
                <a:gd name="T2" fmla="*/ 18 w 33"/>
                <a:gd name="T3" fmla="*/ 30 h 32"/>
                <a:gd name="T4" fmla="*/ 1 w 33"/>
                <a:gd name="T5" fmla="*/ 20 h 32"/>
                <a:gd name="T6" fmla="*/ 15 w 33"/>
                <a:gd name="T7" fmla="*/ 2 h 32"/>
                <a:gd name="T8" fmla="*/ 32 w 33"/>
                <a:gd name="T9" fmla="*/ 11 h 32"/>
              </a:gdLst>
              <a:ahLst/>
              <a:cxnLst>
                <a:cxn ang="0">
                  <a:pos x="T0" y="T1"/>
                </a:cxn>
                <a:cxn ang="0">
                  <a:pos x="T2" y="T3"/>
                </a:cxn>
                <a:cxn ang="0">
                  <a:pos x="T4" y="T5"/>
                </a:cxn>
                <a:cxn ang="0">
                  <a:pos x="T6" y="T7"/>
                </a:cxn>
                <a:cxn ang="0">
                  <a:pos x="T8" y="T9"/>
                </a:cxn>
              </a:cxnLst>
              <a:rect l="0" t="0" r="r" b="b"/>
              <a:pathLst>
                <a:path w="33" h="32">
                  <a:moveTo>
                    <a:pt x="32" y="11"/>
                  </a:moveTo>
                  <a:cubicBezTo>
                    <a:pt x="33" y="19"/>
                    <a:pt x="27" y="28"/>
                    <a:pt x="18" y="30"/>
                  </a:cubicBezTo>
                  <a:cubicBezTo>
                    <a:pt x="10" y="32"/>
                    <a:pt x="2" y="27"/>
                    <a:pt x="1" y="20"/>
                  </a:cubicBezTo>
                  <a:cubicBezTo>
                    <a:pt x="0" y="12"/>
                    <a:pt x="6" y="4"/>
                    <a:pt x="15" y="2"/>
                  </a:cubicBezTo>
                  <a:cubicBezTo>
                    <a:pt x="23" y="0"/>
                    <a:pt x="30" y="4"/>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 name="Freeform 863">
              <a:extLst>
                <a:ext uri="{FF2B5EF4-FFF2-40B4-BE49-F238E27FC236}">
                  <a16:creationId xmlns:a16="http://schemas.microsoft.com/office/drawing/2014/main" id="{20473E9C-8688-94B6-3D5F-A623EAF00387}"/>
                </a:ext>
              </a:extLst>
            </p:cNvPr>
            <p:cNvSpPr>
              <a:spLocks/>
            </p:cNvSpPr>
            <p:nvPr/>
          </p:nvSpPr>
          <p:spPr bwMode="auto">
            <a:xfrm rot="5094805">
              <a:off x="1699592" y="5733501"/>
              <a:ext cx="77689" cy="82259"/>
            </a:xfrm>
            <a:custGeom>
              <a:avLst/>
              <a:gdLst>
                <a:gd name="T0" fmla="*/ 32 w 32"/>
                <a:gd name="T1" fmla="*/ 12 h 34"/>
                <a:gd name="T2" fmla="*/ 19 w 32"/>
                <a:gd name="T3" fmla="*/ 31 h 34"/>
                <a:gd name="T4" fmla="*/ 1 w 32"/>
                <a:gd name="T5" fmla="*/ 21 h 34"/>
                <a:gd name="T6" fmla="*/ 14 w 32"/>
                <a:gd name="T7" fmla="*/ 3 h 34"/>
                <a:gd name="T8" fmla="*/ 32 w 32"/>
                <a:gd name="T9" fmla="*/ 12 h 34"/>
              </a:gdLst>
              <a:ahLst/>
              <a:cxnLst>
                <a:cxn ang="0">
                  <a:pos x="T0" y="T1"/>
                </a:cxn>
                <a:cxn ang="0">
                  <a:pos x="T2" y="T3"/>
                </a:cxn>
                <a:cxn ang="0">
                  <a:pos x="T4" y="T5"/>
                </a:cxn>
                <a:cxn ang="0">
                  <a:pos x="T6" y="T7"/>
                </a:cxn>
                <a:cxn ang="0">
                  <a:pos x="T8" y="T9"/>
                </a:cxn>
              </a:cxnLst>
              <a:rect l="0" t="0" r="r" b="b"/>
              <a:pathLst>
                <a:path w="32" h="34">
                  <a:moveTo>
                    <a:pt x="32" y="12"/>
                  </a:moveTo>
                  <a:cubicBezTo>
                    <a:pt x="32" y="20"/>
                    <a:pt x="27" y="28"/>
                    <a:pt x="19" y="31"/>
                  </a:cubicBezTo>
                  <a:cubicBezTo>
                    <a:pt x="10" y="34"/>
                    <a:pt x="2" y="29"/>
                    <a:pt x="1" y="21"/>
                  </a:cubicBezTo>
                  <a:cubicBezTo>
                    <a:pt x="0" y="14"/>
                    <a:pt x="6" y="6"/>
                    <a:pt x="14" y="3"/>
                  </a:cubicBezTo>
                  <a:cubicBezTo>
                    <a:pt x="23" y="0"/>
                    <a:pt x="31" y="4"/>
                    <a:pt x="3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 name="Freeform 864">
              <a:extLst>
                <a:ext uri="{FF2B5EF4-FFF2-40B4-BE49-F238E27FC236}">
                  <a16:creationId xmlns:a16="http://schemas.microsoft.com/office/drawing/2014/main" id="{FC095EA6-FC5C-25BB-78CE-4FC44789144D}"/>
                </a:ext>
              </a:extLst>
            </p:cNvPr>
            <p:cNvSpPr>
              <a:spLocks/>
            </p:cNvSpPr>
            <p:nvPr/>
          </p:nvSpPr>
          <p:spPr bwMode="auto">
            <a:xfrm rot="5094805">
              <a:off x="1614392" y="5546006"/>
              <a:ext cx="79974" cy="89114"/>
            </a:xfrm>
            <a:custGeom>
              <a:avLst/>
              <a:gdLst>
                <a:gd name="T0" fmla="*/ 31 w 32"/>
                <a:gd name="T1" fmla="*/ 12 h 36"/>
                <a:gd name="T2" fmla="*/ 18 w 32"/>
                <a:gd name="T3" fmla="*/ 32 h 36"/>
                <a:gd name="T4" fmla="*/ 0 w 32"/>
                <a:gd name="T5" fmla="*/ 23 h 36"/>
                <a:gd name="T6" fmla="*/ 13 w 32"/>
                <a:gd name="T7" fmla="*/ 4 h 36"/>
                <a:gd name="T8" fmla="*/ 31 w 32"/>
                <a:gd name="T9" fmla="*/ 12 h 36"/>
              </a:gdLst>
              <a:ahLst/>
              <a:cxnLst>
                <a:cxn ang="0">
                  <a:pos x="T0" y="T1"/>
                </a:cxn>
                <a:cxn ang="0">
                  <a:pos x="T2" y="T3"/>
                </a:cxn>
                <a:cxn ang="0">
                  <a:pos x="T4" y="T5"/>
                </a:cxn>
                <a:cxn ang="0">
                  <a:pos x="T6" y="T7"/>
                </a:cxn>
                <a:cxn ang="0">
                  <a:pos x="T8" y="T9"/>
                </a:cxn>
              </a:cxnLst>
              <a:rect l="0" t="0" r="r" b="b"/>
              <a:pathLst>
                <a:path w="32" h="36">
                  <a:moveTo>
                    <a:pt x="31" y="12"/>
                  </a:moveTo>
                  <a:cubicBezTo>
                    <a:pt x="32" y="20"/>
                    <a:pt x="26" y="29"/>
                    <a:pt x="18" y="32"/>
                  </a:cubicBezTo>
                  <a:cubicBezTo>
                    <a:pt x="10" y="36"/>
                    <a:pt x="1" y="31"/>
                    <a:pt x="0" y="23"/>
                  </a:cubicBezTo>
                  <a:cubicBezTo>
                    <a:pt x="0" y="16"/>
                    <a:pt x="5" y="7"/>
                    <a:pt x="13" y="4"/>
                  </a:cubicBezTo>
                  <a:cubicBezTo>
                    <a:pt x="22" y="0"/>
                    <a:pt x="30" y="4"/>
                    <a:pt x="3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 name="Freeform 865">
              <a:extLst>
                <a:ext uri="{FF2B5EF4-FFF2-40B4-BE49-F238E27FC236}">
                  <a16:creationId xmlns:a16="http://schemas.microsoft.com/office/drawing/2014/main" id="{5DE5B6FF-F0CE-6423-B8B9-1B56523CFE2A}"/>
                </a:ext>
              </a:extLst>
            </p:cNvPr>
            <p:cNvSpPr>
              <a:spLocks/>
            </p:cNvSpPr>
            <p:nvPr/>
          </p:nvSpPr>
          <p:spPr bwMode="auto">
            <a:xfrm rot="5094805">
              <a:off x="1524649" y="5363688"/>
              <a:ext cx="77689" cy="86829"/>
            </a:xfrm>
            <a:custGeom>
              <a:avLst/>
              <a:gdLst>
                <a:gd name="T0" fmla="*/ 30 w 31"/>
                <a:gd name="T1" fmla="*/ 13 h 35"/>
                <a:gd name="T2" fmla="*/ 16 w 31"/>
                <a:gd name="T3" fmla="*/ 32 h 35"/>
                <a:gd name="T4" fmla="*/ 0 w 31"/>
                <a:gd name="T5" fmla="*/ 23 h 35"/>
                <a:gd name="T6" fmla="*/ 14 w 31"/>
                <a:gd name="T7" fmla="*/ 4 h 35"/>
                <a:gd name="T8" fmla="*/ 30 w 31"/>
                <a:gd name="T9" fmla="*/ 13 h 35"/>
              </a:gdLst>
              <a:ahLst/>
              <a:cxnLst>
                <a:cxn ang="0">
                  <a:pos x="T0" y="T1"/>
                </a:cxn>
                <a:cxn ang="0">
                  <a:pos x="T2" y="T3"/>
                </a:cxn>
                <a:cxn ang="0">
                  <a:pos x="T4" y="T5"/>
                </a:cxn>
                <a:cxn ang="0">
                  <a:pos x="T6" y="T7"/>
                </a:cxn>
                <a:cxn ang="0">
                  <a:pos x="T8" y="T9"/>
                </a:cxn>
              </a:cxnLst>
              <a:rect l="0" t="0" r="r" b="b"/>
              <a:pathLst>
                <a:path w="31" h="35">
                  <a:moveTo>
                    <a:pt x="30" y="13"/>
                  </a:moveTo>
                  <a:cubicBezTo>
                    <a:pt x="31" y="20"/>
                    <a:pt x="24" y="29"/>
                    <a:pt x="16" y="32"/>
                  </a:cubicBezTo>
                  <a:cubicBezTo>
                    <a:pt x="8" y="35"/>
                    <a:pt x="0" y="31"/>
                    <a:pt x="0" y="23"/>
                  </a:cubicBezTo>
                  <a:cubicBezTo>
                    <a:pt x="0" y="15"/>
                    <a:pt x="6" y="7"/>
                    <a:pt x="14" y="4"/>
                  </a:cubicBezTo>
                  <a:cubicBezTo>
                    <a:pt x="23" y="0"/>
                    <a:pt x="30" y="4"/>
                    <a:pt x="3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 name="Freeform 866">
              <a:extLst>
                <a:ext uri="{FF2B5EF4-FFF2-40B4-BE49-F238E27FC236}">
                  <a16:creationId xmlns:a16="http://schemas.microsoft.com/office/drawing/2014/main" id="{6D6F96BF-5693-CCDE-1E92-38891C027216}"/>
                </a:ext>
              </a:extLst>
            </p:cNvPr>
            <p:cNvSpPr>
              <a:spLocks/>
            </p:cNvSpPr>
            <p:nvPr/>
          </p:nvSpPr>
          <p:spPr bwMode="auto">
            <a:xfrm rot="5094805">
              <a:off x="1421038" y="5180107"/>
              <a:ext cx="79974" cy="84544"/>
            </a:xfrm>
            <a:custGeom>
              <a:avLst/>
              <a:gdLst>
                <a:gd name="T0" fmla="*/ 32 w 33"/>
                <a:gd name="T1" fmla="*/ 10 h 34"/>
                <a:gd name="T2" fmla="*/ 18 w 33"/>
                <a:gd name="T3" fmla="*/ 31 h 34"/>
                <a:gd name="T4" fmla="*/ 2 w 33"/>
                <a:gd name="T5" fmla="*/ 24 h 34"/>
                <a:gd name="T6" fmla="*/ 15 w 33"/>
                <a:gd name="T7" fmla="*/ 3 h 34"/>
                <a:gd name="T8" fmla="*/ 32 w 33"/>
                <a:gd name="T9" fmla="*/ 10 h 34"/>
              </a:gdLst>
              <a:ahLst/>
              <a:cxnLst>
                <a:cxn ang="0">
                  <a:pos x="T0" y="T1"/>
                </a:cxn>
                <a:cxn ang="0">
                  <a:pos x="T2" y="T3"/>
                </a:cxn>
                <a:cxn ang="0">
                  <a:pos x="T4" y="T5"/>
                </a:cxn>
                <a:cxn ang="0">
                  <a:pos x="T6" y="T7"/>
                </a:cxn>
                <a:cxn ang="0">
                  <a:pos x="T8" y="T9"/>
                </a:cxn>
              </a:cxnLst>
              <a:rect l="0" t="0" r="r" b="b"/>
              <a:pathLst>
                <a:path w="33" h="34">
                  <a:moveTo>
                    <a:pt x="32" y="10"/>
                  </a:moveTo>
                  <a:cubicBezTo>
                    <a:pt x="33" y="17"/>
                    <a:pt x="27" y="27"/>
                    <a:pt x="18" y="31"/>
                  </a:cubicBezTo>
                  <a:cubicBezTo>
                    <a:pt x="11" y="34"/>
                    <a:pt x="3" y="31"/>
                    <a:pt x="2" y="24"/>
                  </a:cubicBezTo>
                  <a:cubicBezTo>
                    <a:pt x="0" y="17"/>
                    <a:pt x="7" y="7"/>
                    <a:pt x="15" y="3"/>
                  </a:cubicBezTo>
                  <a:cubicBezTo>
                    <a:pt x="24" y="0"/>
                    <a:pt x="31" y="2"/>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 name="Freeform 867">
              <a:extLst>
                <a:ext uri="{FF2B5EF4-FFF2-40B4-BE49-F238E27FC236}">
                  <a16:creationId xmlns:a16="http://schemas.microsoft.com/office/drawing/2014/main" id="{E1C98FED-C0FF-A7DA-E4CF-C26841128121}"/>
                </a:ext>
              </a:extLst>
            </p:cNvPr>
            <p:cNvSpPr>
              <a:spLocks/>
            </p:cNvSpPr>
            <p:nvPr/>
          </p:nvSpPr>
          <p:spPr bwMode="auto">
            <a:xfrm rot="5094805">
              <a:off x="1316704" y="5000240"/>
              <a:ext cx="77689" cy="84544"/>
            </a:xfrm>
            <a:custGeom>
              <a:avLst/>
              <a:gdLst>
                <a:gd name="T0" fmla="*/ 31 w 32"/>
                <a:gd name="T1" fmla="*/ 10 h 34"/>
                <a:gd name="T2" fmla="*/ 18 w 32"/>
                <a:gd name="T3" fmla="*/ 30 h 34"/>
                <a:gd name="T4" fmla="*/ 1 w 32"/>
                <a:gd name="T5" fmla="*/ 25 h 34"/>
                <a:gd name="T6" fmla="*/ 13 w 32"/>
                <a:gd name="T7" fmla="*/ 5 h 34"/>
                <a:gd name="T8" fmla="*/ 31 w 32"/>
                <a:gd name="T9" fmla="*/ 10 h 34"/>
              </a:gdLst>
              <a:ahLst/>
              <a:cxnLst>
                <a:cxn ang="0">
                  <a:pos x="T0" y="T1"/>
                </a:cxn>
                <a:cxn ang="0">
                  <a:pos x="T2" y="T3"/>
                </a:cxn>
                <a:cxn ang="0">
                  <a:pos x="T4" y="T5"/>
                </a:cxn>
                <a:cxn ang="0">
                  <a:pos x="T6" y="T7"/>
                </a:cxn>
                <a:cxn ang="0">
                  <a:pos x="T8" y="T9"/>
                </a:cxn>
              </a:cxnLst>
              <a:rect l="0" t="0" r="r" b="b"/>
              <a:pathLst>
                <a:path w="32" h="34">
                  <a:moveTo>
                    <a:pt x="31" y="10"/>
                  </a:moveTo>
                  <a:cubicBezTo>
                    <a:pt x="32" y="17"/>
                    <a:pt x="26" y="26"/>
                    <a:pt x="18" y="30"/>
                  </a:cubicBezTo>
                  <a:cubicBezTo>
                    <a:pt x="10" y="34"/>
                    <a:pt x="1" y="32"/>
                    <a:pt x="1" y="25"/>
                  </a:cubicBezTo>
                  <a:cubicBezTo>
                    <a:pt x="0" y="18"/>
                    <a:pt x="5" y="9"/>
                    <a:pt x="13" y="5"/>
                  </a:cubicBezTo>
                  <a:cubicBezTo>
                    <a:pt x="22" y="0"/>
                    <a:pt x="30" y="3"/>
                    <a:pt x="3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 name="Freeform 868">
              <a:extLst>
                <a:ext uri="{FF2B5EF4-FFF2-40B4-BE49-F238E27FC236}">
                  <a16:creationId xmlns:a16="http://schemas.microsoft.com/office/drawing/2014/main" id="{11F0B853-F5F6-0A54-BE28-23A4AD79F9A2}"/>
                </a:ext>
              </a:extLst>
            </p:cNvPr>
            <p:cNvSpPr>
              <a:spLocks/>
            </p:cNvSpPr>
            <p:nvPr/>
          </p:nvSpPr>
          <p:spPr bwMode="auto">
            <a:xfrm rot="5094805">
              <a:off x="1205436" y="4820884"/>
              <a:ext cx="77689" cy="82259"/>
            </a:xfrm>
            <a:custGeom>
              <a:avLst/>
              <a:gdLst>
                <a:gd name="T0" fmla="*/ 31 w 32"/>
                <a:gd name="T1" fmla="*/ 9 h 33"/>
                <a:gd name="T2" fmla="*/ 18 w 32"/>
                <a:gd name="T3" fmla="*/ 29 h 33"/>
                <a:gd name="T4" fmla="*/ 1 w 32"/>
                <a:gd name="T5" fmla="*/ 24 h 33"/>
                <a:gd name="T6" fmla="*/ 13 w 32"/>
                <a:gd name="T7" fmla="*/ 5 h 33"/>
                <a:gd name="T8" fmla="*/ 31 w 32"/>
                <a:gd name="T9" fmla="*/ 9 h 33"/>
              </a:gdLst>
              <a:ahLst/>
              <a:cxnLst>
                <a:cxn ang="0">
                  <a:pos x="T0" y="T1"/>
                </a:cxn>
                <a:cxn ang="0">
                  <a:pos x="T2" y="T3"/>
                </a:cxn>
                <a:cxn ang="0">
                  <a:pos x="T4" y="T5"/>
                </a:cxn>
                <a:cxn ang="0">
                  <a:pos x="T6" y="T7"/>
                </a:cxn>
                <a:cxn ang="0">
                  <a:pos x="T8" y="T9"/>
                </a:cxn>
              </a:cxnLst>
              <a:rect l="0" t="0" r="r" b="b"/>
              <a:pathLst>
                <a:path w="32" h="33">
                  <a:moveTo>
                    <a:pt x="31" y="9"/>
                  </a:moveTo>
                  <a:cubicBezTo>
                    <a:pt x="32" y="16"/>
                    <a:pt x="26" y="24"/>
                    <a:pt x="18" y="29"/>
                  </a:cubicBezTo>
                  <a:cubicBezTo>
                    <a:pt x="10" y="33"/>
                    <a:pt x="1" y="31"/>
                    <a:pt x="1" y="24"/>
                  </a:cubicBezTo>
                  <a:cubicBezTo>
                    <a:pt x="0" y="18"/>
                    <a:pt x="5" y="9"/>
                    <a:pt x="13" y="5"/>
                  </a:cubicBezTo>
                  <a:cubicBezTo>
                    <a:pt x="22" y="0"/>
                    <a:pt x="30" y="2"/>
                    <a:pt x="3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 name="Freeform 897">
              <a:extLst>
                <a:ext uri="{FF2B5EF4-FFF2-40B4-BE49-F238E27FC236}">
                  <a16:creationId xmlns:a16="http://schemas.microsoft.com/office/drawing/2014/main" id="{4450D4AF-02B6-D5D8-1EEF-E0F1E45CA630}"/>
                </a:ext>
              </a:extLst>
            </p:cNvPr>
            <p:cNvSpPr>
              <a:spLocks/>
            </p:cNvSpPr>
            <p:nvPr/>
          </p:nvSpPr>
          <p:spPr bwMode="auto">
            <a:xfrm rot="5094805">
              <a:off x="-41014" y="2067656"/>
              <a:ext cx="77689" cy="29705"/>
            </a:xfrm>
            <a:custGeom>
              <a:avLst/>
              <a:gdLst>
                <a:gd name="T0" fmla="*/ 32 w 32"/>
                <a:gd name="T1" fmla="*/ 6 h 12"/>
                <a:gd name="T2" fmla="*/ 18 w 32"/>
                <a:gd name="T3" fmla="*/ 12 h 12"/>
                <a:gd name="T4" fmla="*/ 1 w 32"/>
                <a:gd name="T5" fmla="*/ 7 h 12"/>
                <a:gd name="T6" fmla="*/ 14 w 32"/>
                <a:gd name="T7" fmla="*/ 1 h 12"/>
                <a:gd name="T8" fmla="*/ 32 w 32"/>
                <a:gd name="T9" fmla="*/ 6 h 12"/>
              </a:gdLst>
              <a:ahLst/>
              <a:cxnLst>
                <a:cxn ang="0">
                  <a:pos x="T0" y="T1"/>
                </a:cxn>
                <a:cxn ang="0">
                  <a:pos x="T2" y="T3"/>
                </a:cxn>
                <a:cxn ang="0">
                  <a:pos x="T4" y="T5"/>
                </a:cxn>
                <a:cxn ang="0">
                  <a:pos x="T6" y="T7"/>
                </a:cxn>
                <a:cxn ang="0">
                  <a:pos x="T8" y="T9"/>
                </a:cxn>
              </a:cxnLst>
              <a:rect l="0" t="0" r="r" b="b"/>
              <a:pathLst>
                <a:path w="32" h="12">
                  <a:moveTo>
                    <a:pt x="32" y="6"/>
                  </a:moveTo>
                  <a:cubicBezTo>
                    <a:pt x="32" y="9"/>
                    <a:pt x="26" y="11"/>
                    <a:pt x="18" y="12"/>
                  </a:cubicBezTo>
                  <a:cubicBezTo>
                    <a:pt x="10" y="12"/>
                    <a:pt x="1" y="10"/>
                    <a:pt x="1" y="7"/>
                  </a:cubicBezTo>
                  <a:cubicBezTo>
                    <a:pt x="0" y="5"/>
                    <a:pt x="6" y="2"/>
                    <a:pt x="14" y="1"/>
                  </a:cubicBezTo>
                  <a:cubicBezTo>
                    <a:pt x="23" y="0"/>
                    <a:pt x="31" y="3"/>
                    <a:pt x="3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 name="Freeform 898">
              <a:extLst>
                <a:ext uri="{FF2B5EF4-FFF2-40B4-BE49-F238E27FC236}">
                  <a16:creationId xmlns:a16="http://schemas.microsoft.com/office/drawing/2014/main" id="{50C2F4BC-9DA9-EBBC-A891-B835E099EE89}"/>
                </a:ext>
              </a:extLst>
            </p:cNvPr>
            <p:cNvSpPr>
              <a:spLocks/>
            </p:cNvSpPr>
            <p:nvPr/>
          </p:nvSpPr>
          <p:spPr bwMode="auto">
            <a:xfrm rot="5094805">
              <a:off x="-15634" y="2261336"/>
              <a:ext cx="82259" cy="31990"/>
            </a:xfrm>
            <a:custGeom>
              <a:avLst/>
              <a:gdLst>
                <a:gd name="T0" fmla="*/ 31 w 33"/>
                <a:gd name="T1" fmla="*/ 6 h 13"/>
                <a:gd name="T2" fmla="*/ 17 w 33"/>
                <a:gd name="T3" fmla="*/ 13 h 13"/>
                <a:gd name="T4" fmla="*/ 1 w 33"/>
                <a:gd name="T5" fmla="*/ 8 h 13"/>
                <a:gd name="T6" fmla="*/ 15 w 33"/>
                <a:gd name="T7" fmla="*/ 1 h 13"/>
                <a:gd name="T8" fmla="*/ 31 w 33"/>
                <a:gd name="T9" fmla="*/ 6 h 13"/>
              </a:gdLst>
              <a:ahLst/>
              <a:cxnLst>
                <a:cxn ang="0">
                  <a:pos x="T0" y="T1"/>
                </a:cxn>
                <a:cxn ang="0">
                  <a:pos x="T2" y="T3"/>
                </a:cxn>
                <a:cxn ang="0">
                  <a:pos x="T4" y="T5"/>
                </a:cxn>
                <a:cxn ang="0">
                  <a:pos x="T6" y="T7"/>
                </a:cxn>
                <a:cxn ang="0">
                  <a:pos x="T8" y="T9"/>
                </a:cxn>
              </a:cxnLst>
              <a:rect l="0" t="0" r="r" b="b"/>
              <a:pathLst>
                <a:path w="33" h="13">
                  <a:moveTo>
                    <a:pt x="31" y="6"/>
                  </a:moveTo>
                  <a:cubicBezTo>
                    <a:pt x="33" y="9"/>
                    <a:pt x="26" y="12"/>
                    <a:pt x="17" y="13"/>
                  </a:cubicBezTo>
                  <a:cubicBezTo>
                    <a:pt x="9" y="13"/>
                    <a:pt x="2" y="11"/>
                    <a:pt x="1" y="8"/>
                  </a:cubicBezTo>
                  <a:cubicBezTo>
                    <a:pt x="0" y="5"/>
                    <a:pt x="6" y="1"/>
                    <a:pt x="15" y="1"/>
                  </a:cubicBezTo>
                  <a:cubicBezTo>
                    <a:pt x="23" y="0"/>
                    <a:pt x="30" y="3"/>
                    <a:pt x="3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 name="Freeform 899">
              <a:extLst>
                <a:ext uri="{FF2B5EF4-FFF2-40B4-BE49-F238E27FC236}">
                  <a16:creationId xmlns:a16="http://schemas.microsoft.com/office/drawing/2014/main" id="{4A612C91-BE55-A1A5-4414-EBE93920F25A}"/>
                </a:ext>
              </a:extLst>
            </p:cNvPr>
            <p:cNvSpPr>
              <a:spLocks/>
            </p:cNvSpPr>
            <p:nvPr/>
          </p:nvSpPr>
          <p:spPr bwMode="auto">
            <a:xfrm rot="5094805">
              <a:off x="12860" y="2451399"/>
              <a:ext cx="84544" cy="34275"/>
            </a:xfrm>
            <a:custGeom>
              <a:avLst/>
              <a:gdLst>
                <a:gd name="T0" fmla="*/ 32 w 34"/>
                <a:gd name="T1" fmla="*/ 5 h 13"/>
                <a:gd name="T2" fmla="*/ 19 w 34"/>
                <a:gd name="T3" fmla="*/ 12 h 13"/>
                <a:gd name="T4" fmla="*/ 2 w 34"/>
                <a:gd name="T5" fmla="*/ 8 h 13"/>
                <a:gd name="T6" fmla="*/ 16 w 34"/>
                <a:gd name="T7" fmla="*/ 0 h 13"/>
                <a:gd name="T8" fmla="*/ 32 w 34"/>
                <a:gd name="T9" fmla="*/ 5 h 13"/>
              </a:gdLst>
              <a:ahLst/>
              <a:cxnLst>
                <a:cxn ang="0">
                  <a:pos x="T0" y="T1"/>
                </a:cxn>
                <a:cxn ang="0">
                  <a:pos x="T2" y="T3"/>
                </a:cxn>
                <a:cxn ang="0">
                  <a:pos x="T4" y="T5"/>
                </a:cxn>
                <a:cxn ang="0">
                  <a:pos x="T6" y="T7"/>
                </a:cxn>
                <a:cxn ang="0">
                  <a:pos x="T8" y="T9"/>
                </a:cxn>
              </a:cxnLst>
              <a:rect l="0" t="0" r="r" b="b"/>
              <a:pathLst>
                <a:path w="34" h="13">
                  <a:moveTo>
                    <a:pt x="32" y="5"/>
                  </a:moveTo>
                  <a:cubicBezTo>
                    <a:pt x="34" y="9"/>
                    <a:pt x="27" y="12"/>
                    <a:pt x="19" y="12"/>
                  </a:cubicBezTo>
                  <a:cubicBezTo>
                    <a:pt x="11" y="13"/>
                    <a:pt x="3" y="11"/>
                    <a:pt x="2" y="8"/>
                  </a:cubicBezTo>
                  <a:cubicBezTo>
                    <a:pt x="0" y="5"/>
                    <a:pt x="7" y="1"/>
                    <a:pt x="16" y="0"/>
                  </a:cubicBezTo>
                  <a:cubicBezTo>
                    <a:pt x="24" y="0"/>
                    <a:pt x="31" y="2"/>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 name="Freeform 900">
              <a:extLst>
                <a:ext uri="{FF2B5EF4-FFF2-40B4-BE49-F238E27FC236}">
                  <a16:creationId xmlns:a16="http://schemas.microsoft.com/office/drawing/2014/main" id="{0B2F4C88-7001-C86B-35A0-749363D37888}"/>
                </a:ext>
              </a:extLst>
            </p:cNvPr>
            <p:cNvSpPr>
              <a:spLocks/>
            </p:cNvSpPr>
            <p:nvPr/>
          </p:nvSpPr>
          <p:spPr bwMode="auto">
            <a:xfrm rot="5094805">
              <a:off x="50573" y="2643237"/>
              <a:ext cx="79974" cy="34275"/>
            </a:xfrm>
            <a:custGeom>
              <a:avLst/>
              <a:gdLst>
                <a:gd name="T0" fmla="*/ 32 w 33"/>
                <a:gd name="T1" fmla="*/ 5 h 14"/>
                <a:gd name="T2" fmla="*/ 18 w 33"/>
                <a:gd name="T3" fmla="*/ 13 h 14"/>
                <a:gd name="T4" fmla="*/ 1 w 33"/>
                <a:gd name="T5" fmla="*/ 9 h 14"/>
                <a:gd name="T6" fmla="*/ 16 w 33"/>
                <a:gd name="T7" fmla="*/ 1 h 14"/>
                <a:gd name="T8" fmla="*/ 32 w 33"/>
                <a:gd name="T9" fmla="*/ 5 h 14"/>
              </a:gdLst>
              <a:ahLst/>
              <a:cxnLst>
                <a:cxn ang="0">
                  <a:pos x="T0" y="T1"/>
                </a:cxn>
                <a:cxn ang="0">
                  <a:pos x="T2" y="T3"/>
                </a:cxn>
                <a:cxn ang="0">
                  <a:pos x="T4" y="T5"/>
                </a:cxn>
                <a:cxn ang="0">
                  <a:pos x="T6" y="T7"/>
                </a:cxn>
                <a:cxn ang="0">
                  <a:pos x="T8" y="T9"/>
                </a:cxn>
              </a:cxnLst>
              <a:rect l="0" t="0" r="r" b="b"/>
              <a:pathLst>
                <a:path w="33" h="14">
                  <a:moveTo>
                    <a:pt x="32" y="5"/>
                  </a:moveTo>
                  <a:cubicBezTo>
                    <a:pt x="33" y="8"/>
                    <a:pt x="27" y="12"/>
                    <a:pt x="18" y="13"/>
                  </a:cubicBezTo>
                  <a:cubicBezTo>
                    <a:pt x="10" y="14"/>
                    <a:pt x="2" y="13"/>
                    <a:pt x="1" y="9"/>
                  </a:cubicBezTo>
                  <a:cubicBezTo>
                    <a:pt x="0" y="6"/>
                    <a:pt x="7" y="2"/>
                    <a:pt x="16" y="1"/>
                  </a:cubicBezTo>
                  <a:cubicBezTo>
                    <a:pt x="24" y="0"/>
                    <a:pt x="31" y="1"/>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 name="Freeform 901">
              <a:extLst>
                <a:ext uri="{FF2B5EF4-FFF2-40B4-BE49-F238E27FC236}">
                  <a16:creationId xmlns:a16="http://schemas.microsoft.com/office/drawing/2014/main" id="{82C1EB03-F871-C51B-7C93-8DBBA35821FC}"/>
                </a:ext>
              </a:extLst>
            </p:cNvPr>
            <p:cNvSpPr>
              <a:spLocks/>
            </p:cNvSpPr>
            <p:nvPr/>
          </p:nvSpPr>
          <p:spPr bwMode="auto">
            <a:xfrm rot="5094805">
              <a:off x="101933" y="2831371"/>
              <a:ext cx="79974" cy="38845"/>
            </a:xfrm>
            <a:custGeom>
              <a:avLst/>
              <a:gdLst>
                <a:gd name="T0" fmla="*/ 31 w 32"/>
                <a:gd name="T1" fmla="*/ 5 h 16"/>
                <a:gd name="T2" fmla="*/ 18 w 32"/>
                <a:gd name="T3" fmla="*/ 14 h 16"/>
                <a:gd name="T4" fmla="*/ 1 w 32"/>
                <a:gd name="T5" fmla="*/ 11 h 16"/>
                <a:gd name="T6" fmla="*/ 15 w 32"/>
                <a:gd name="T7" fmla="*/ 2 h 16"/>
                <a:gd name="T8" fmla="*/ 31 w 32"/>
                <a:gd name="T9" fmla="*/ 5 h 16"/>
              </a:gdLst>
              <a:ahLst/>
              <a:cxnLst>
                <a:cxn ang="0">
                  <a:pos x="T0" y="T1"/>
                </a:cxn>
                <a:cxn ang="0">
                  <a:pos x="T2" y="T3"/>
                </a:cxn>
                <a:cxn ang="0">
                  <a:pos x="T4" y="T5"/>
                </a:cxn>
                <a:cxn ang="0">
                  <a:pos x="T6" y="T7"/>
                </a:cxn>
                <a:cxn ang="0">
                  <a:pos x="T8" y="T9"/>
                </a:cxn>
              </a:cxnLst>
              <a:rect l="0" t="0" r="r" b="b"/>
              <a:pathLst>
                <a:path w="32" h="16">
                  <a:moveTo>
                    <a:pt x="31" y="5"/>
                  </a:moveTo>
                  <a:cubicBezTo>
                    <a:pt x="32" y="8"/>
                    <a:pt x="26" y="12"/>
                    <a:pt x="18" y="14"/>
                  </a:cubicBezTo>
                  <a:cubicBezTo>
                    <a:pt x="9" y="16"/>
                    <a:pt x="1" y="14"/>
                    <a:pt x="1" y="11"/>
                  </a:cubicBezTo>
                  <a:cubicBezTo>
                    <a:pt x="0" y="8"/>
                    <a:pt x="7" y="3"/>
                    <a:pt x="15" y="2"/>
                  </a:cubicBezTo>
                  <a:cubicBezTo>
                    <a:pt x="23" y="0"/>
                    <a:pt x="31" y="1"/>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 name="Freeform 902">
              <a:extLst>
                <a:ext uri="{FF2B5EF4-FFF2-40B4-BE49-F238E27FC236}">
                  <a16:creationId xmlns:a16="http://schemas.microsoft.com/office/drawing/2014/main" id="{D53A4BD9-A8CA-6715-358B-0F08D8DC5D24}"/>
                </a:ext>
              </a:extLst>
            </p:cNvPr>
            <p:cNvSpPr>
              <a:spLocks/>
            </p:cNvSpPr>
            <p:nvPr/>
          </p:nvSpPr>
          <p:spPr bwMode="auto">
            <a:xfrm rot="5094805">
              <a:off x="167884" y="3017055"/>
              <a:ext cx="79974" cy="41130"/>
            </a:xfrm>
            <a:custGeom>
              <a:avLst/>
              <a:gdLst>
                <a:gd name="T0" fmla="*/ 32 w 32"/>
                <a:gd name="T1" fmla="*/ 4 h 17"/>
                <a:gd name="T2" fmla="*/ 18 w 32"/>
                <a:gd name="T3" fmla="*/ 14 h 17"/>
                <a:gd name="T4" fmla="*/ 1 w 32"/>
                <a:gd name="T5" fmla="*/ 13 h 17"/>
                <a:gd name="T6" fmla="*/ 14 w 32"/>
                <a:gd name="T7" fmla="*/ 2 h 17"/>
                <a:gd name="T8" fmla="*/ 32 w 32"/>
                <a:gd name="T9" fmla="*/ 4 h 17"/>
              </a:gdLst>
              <a:ahLst/>
              <a:cxnLst>
                <a:cxn ang="0">
                  <a:pos x="T0" y="T1"/>
                </a:cxn>
                <a:cxn ang="0">
                  <a:pos x="T2" y="T3"/>
                </a:cxn>
                <a:cxn ang="0">
                  <a:pos x="T4" y="T5"/>
                </a:cxn>
                <a:cxn ang="0">
                  <a:pos x="T6" y="T7"/>
                </a:cxn>
                <a:cxn ang="0">
                  <a:pos x="T8" y="T9"/>
                </a:cxn>
              </a:cxnLst>
              <a:rect l="0" t="0" r="r" b="b"/>
              <a:pathLst>
                <a:path w="32" h="17">
                  <a:moveTo>
                    <a:pt x="32" y="4"/>
                  </a:moveTo>
                  <a:cubicBezTo>
                    <a:pt x="32" y="8"/>
                    <a:pt x="26" y="12"/>
                    <a:pt x="18" y="14"/>
                  </a:cubicBezTo>
                  <a:cubicBezTo>
                    <a:pt x="10" y="17"/>
                    <a:pt x="2" y="16"/>
                    <a:pt x="1" y="13"/>
                  </a:cubicBezTo>
                  <a:cubicBezTo>
                    <a:pt x="0" y="9"/>
                    <a:pt x="6" y="4"/>
                    <a:pt x="14" y="2"/>
                  </a:cubicBezTo>
                  <a:cubicBezTo>
                    <a:pt x="23" y="0"/>
                    <a:pt x="31" y="1"/>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 name="Freeform 903">
              <a:extLst>
                <a:ext uri="{FF2B5EF4-FFF2-40B4-BE49-F238E27FC236}">
                  <a16:creationId xmlns:a16="http://schemas.microsoft.com/office/drawing/2014/main" id="{09ADF019-CBD3-011F-0A58-EC319052766B}"/>
                </a:ext>
              </a:extLst>
            </p:cNvPr>
            <p:cNvSpPr>
              <a:spLocks/>
            </p:cNvSpPr>
            <p:nvPr/>
          </p:nvSpPr>
          <p:spPr bwMode="auto">
            <a:xfrm rot="5094805">
              <a:off x="244182" y="3200782"/>
              <a:ext cx="77689" cy="47985"/>
            </a:xfrm>
            <a:custGeom>
              <a:avLst/>
              <a:gdLst>
                <a:gd name="T0" fmla="*/ 31 w 32"/>
                <a:gd name="T1" fmla="*/ 4 h 19"/>
                <a:gd name="T2" fmla="*/ 18 w 32"/>
                <a:gd name="T3" fmla="*/ 16 h 19"/>
                <a:gd name="T4" fmla="*/ 1 w 32"/>
                <a:gd name="T5" fmla="*/ 14 h 19"/>
                <a:gd name="T6" fmla="*/ 14 w 32"/>
                <a:gd name="T7" fmla="*/ 3 h 19"/>
                <a:gd name="T8" fmla="*/ 31 w 32"/>
                <a:gd name="T9" fmla="*/ 4 h 19"/>
              </a:gdLst>
              <a:ahLst/>
              <a:cxnLst>
                <a:cxn ang="0">
                  <a:pos x="T0" y="T1"/>
                </a:cxn>
                <a:cxn ang="0">
                  <a:pos x="T2" y="T3"/>
                </a:cxn>
                <a:cxn ang="0">
                  <a:pos x="T4" y="T5"/>
                </a:cxn>
                <a:cxn ang="0">
                  <a:pos x="T6" y="T7"/>
                </a:cxn>
                <a:cxn ang="0">
                  <a:pos x="T8" y="T9"/>
                </a:cxn>
              </a:cxnLst>
              <a:rect l="0" t="0" r="r" b="b"/>
              <a:pathLst>
                <a:path w="32" h="19">
                  <a:moveTo>
                    <a:pt x="31" y="4"/>
                  </a:moveTo>
                  <a:cubicBezTo>
                    <a:pt x="32" y="8"/>
                    <a:pt x="26" y="13"/>
                    <a:pt x="18" y="16"/>
                  </a:cubicBezTo>
                  <a:cubicBezTo>
                    <a:pt x="10" y="19"/>
                    <a:pt x="1" y="18"/>
                    <a:pt x="1" y="14"/>
                  </a:cubicBezTo>
                  <a:cubicBezTo>
                    <a:pt x="0" y="11"/>
                    <a:pt x="6" y="6"/>
                    <a:pt x="14" y="3"/>
                  </a:cubicBezTo>
                  <a:cubicBezTo>
                    <a:pt x="23" y="0"/>
                    <a:pt x="31" y="1"/>
                    <a:pt x="3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 name="Freeform 904">
              <a:extLst>
                <a:ext uri="{FF2B5EF4-FFF2-40B4-BE49-F238E27FC236}">
                  <a16:creationId xmlns:a16="http://schemas.microsoft.com/office/drawing/2014/main" id="{3A909960-2F5A-DB37-FC1F-246918161748}"/>
                </a:ext>
              </a:extLst>
            </p:cNvPr>
            <p:cNvSpPr>
              <a:spLocks/>
            </p:cNvSpPr>
            <p:nvPr/>
          </p:nvSpPr>
          <p:spPr bwMode="auto">
            <a:xfrm rot="5094805">
              <a:off x="330511" y="3384546"/>
              <a:ext cx="79974" cy="47985"/>
            </a:xfrm>
            <a:custGeom>
              <a:avLst/>
              <a:gdLst>
                <a:gd name="T0" fmla="*/ 32 w 33"/>
                <a:gd name="T1" fmla="*/ 4 h 20"/>
                <a:gd name="T2" fmla="*/ 18 w 33"/>
                <a:gd name="T3" fmla="*/ 17 h 20"/>
                <a:gd name="T4" fmla="*/ 2 w 33"/>
                <a:gd name="T5" fmla="*/ 17 h 20"/>
                <a:gd name="T6" fmla="*/ 16 w 33"/>
                <a:gd name="T7" fmla="*/ 3 h 20"/>
                <a:gd name="T8" fmla="*/ 32 w 33"/>
                <a:gd name="T9" fmla="*/ 4 h 20"/>
              </a:gdLst>
              <a:ahLst/>
              <a:cxnLst>
                <a:cxn ang="0">
                  <a:pos x="T0" y="T1"/>
                </a:cxn>
                <a:cxn ang="0">
                  <a:pos x="T2" y="T3"/>
                </a:cxn>
                <a:cxn ang="0">
                  <a:pos x="T4" y="T5"/>
                </a:cxn>
                <a:cxn ang="0">
                  <a:pos x="T6" y="T7"/>
                </a:cxn>
                <a:cxn ang="0">
                  <a:pos x="T8" y="T9"/>
                </a:cxn>
              </a:cxnLst>
              <a:rect l="0" t="0" r="r" b="b"/>
              <a:pathLst>
                <a:path w="33" h="20">
                  <a:moveTo>
                    <a:pt x="32" y="4"/>
                  </a:moveTo>
                  <a:cubicBezTo>
                    <a:pt x="33" y="8"/>
                    <a:pt x="27" y="14"/>
                    <a:pt x="18" y="17"/>
                  </a:cubicBezTo>
                  <a:cubicBezTo>
                    <a:pt x="10" y="20"/>
                    <a:pt x="3" y="20"/>
                    <a:pt x="2" y="17"/>
                  </a:cubicBezTo>
                  <a:cubicBezTo>
                    <a:pt x="0" y="13"/>
                    <a:pt x="7" y="7"/>
                    <a:pt x="16" y="3"/>
                  </a:cubicBezTo>
                  <a:cubicBezTo>
                    <a:pt x="24" y="0"/>
                    <a:pt x="31" y="1"/>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 name="Freeform 905">
              <a:extLst>
                <a:ext uri="{FF2B5EF4-FFF2-40B4-BE49-F238E27FC236}">
                  <a16:creationId xmlns:a16="http://schemas.microsoft.com/office/drawing/2014/main" id="{5ED9097B-C613-02B1-B178-E893A762315B}"/>
                </a:ext>
              </a:extLst>
            </p:cNvPr>
            <p:cNvSpPr>
              <a:spLocks/>
            </p:cNvSpPr>
            <p:nvPr/>
          </p:nvSpPr>
          <p:spPr bwMode="auto">
            <a:xfrm rot="5094805">
              <a:off x="423774" y="3565514"/>
              <a:ext cx="79974" cy="54839"/>
            </a:xfrm>
            <a:custGeom>
              <a:avLst/>
              <a:gdLst>
                <a:gd name="T0" fmla="*/ 31 w 32"/>
                <a:gd name="T1" fmla="*/ 5 h 22"/>
                <a:gd name="T2" fmla="*/ 18 w 32"/>
                <a:gd name="T3" fmla="*/ 18 h 22"/>
                <a:gd name="T4" fmla="*/ 1 w 32"/>
                <a:gd name="T5" fmla="*/ 18 h 22"/>
                <a:gd name="T6" fmla="*/ 14 w 32"/>
                <a:gd name="T7" fmla="*/ 4 h 22"/>
                <a:gd name="T8" fmla="*/ 31 w 32"/>
                <a:gd name="T9" fmla="*/ 5 h 22"/>
              </a:gdLst>
              <a:ahLst/>
              <a:cxnLst>
                <a:cxn ang="0">
                  <a:pos x="T0" y="T1"/>
                </a:cxn>
                <a:cxn ang="0">
                  <a:pos x="T2" y="T3"/>
                </a:cxn>
                <a:cxn ang="0">
                  <a:pos x="T4" y="T5"/>
                </a:cxn>
                <a:cxn ang="0">
                  <a:pos x="T6" y="T7"/>
                </a:cxn>
                <a:cxn ang="0">
                  <a:pos x="T8" y="T9"/>
                </a:cxn>
              </a:cxnLst>
              <a:rect l="0" t="0" r="r" b="b"/>
              <a:pathLst>
                <a:path w="32" h="22">
                  <a:moveTo>
                    <a:pt x="31" y="5"/>
                  </a:moveTo>
                  <a:cubicBezTo>
                    <a:pt x="32" y="9"/>
                    <a:pt x="26" y="15"/>
                    <a:pt x="18" y="18"/>
                  </a:cubicBezTo>
                  <a:cubicBezTo>
                    <a:pt x="10" y="22"/>
                    <a:pt x="2" y="21"/>
                    <a:pt x="1" y="18"/>
                  </a:cubicBezTo>
                  <a:cubicBezTo>
                    <a:pt x="0" y="14"/>
                    <a:pt x="6" y="8"/>
                    <a:pt x="14" y="4"/>
                  </a:cubicBezTo>
                  <a:cubicBezTo>
                    <a:pt x="23" y="0"/>
                    <a:pt x="30" y="1"/>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 name="Freeform 906">
              <a:extLst>
                <a:ext uri="{FF2B5EF4-FFF2-40B4-BE49-F238E27FC236}">
                  <a16:creationId xmlns:a16="http://schemas.microsoft.com/office/drawing/2014/main" id="{4C8741F7-E32B-9908-64B1-FE60BC892FA1}"/>
                </a:ext>
              </a:extLst>
            </p:cNvPr>
            <p:cNvSpPr>
              <a:spLocks/>
            </p:cNvSpPr>
            <p:nvPr/>
          </p:nvSpPr>
          <p:spPr bwMode="auto">
            <a:xfrm rot="5094805">
              <a:off x="523759" y="3748062"/>
              <a:ext cx="82259" cy="54839"/>
            </a:xfrm>
            <a:custGeom>
              <a:avLst/>
              <a:gdLst>
                <a:gd name="T0" fmla="*/ 32 w 33"/>
                <a:gd name="T1" fmla="*/ 4 h 22"/>
                <a:gd name="T2" fmla="*/ 18 w 33"/>
                <a:gd name="T3" fmla="*/ 19 h 22"/>
                <a:gd name="T4" fmla="*/ 1 w 33"/>
                <a:gd name="T5" fmla="*/ 18 h 22"/>
                <a:gd name="T6" fmla="*/ 15 w 33"/>
                <a:gd name="T7" fmla="*/ 3 h 22"/>
                <a:gd name="T8" fmla="*/ 32 w 33"/>
                <a:gd name="T9" fmla="*/ 4 h 22"/>
              </a:gdLst>
              <a:ahLst/>
              <a:cxnLst>
                <a:cxn ang="0">
                  <a:pos x="T0" y="T1"/>
                </a:cxn>
                <a:cxn ang="0">
                  <a:pos x="T2" y="T3"/>
                </a:cxn>
                <a:cxn ang="0">
                  <a:pos x="T4" y="T5"/>
                </a:cxn>
                <a:cxn ang="0">
                  <a:pos x="T6" y="T7"/>
                </a:cxn>
                <a:cxn ang="0">
                  <a:pos x="T8" y="T9"/>
                </a:cxn>
              </a:cxnLst>
              <a:rect l="0" t="0" r="r" b="b"/>
              <a:pathLst>
                <a:path w="33" h="22">
                  <a:moveTo>
                    <a:pt x="32" y="4"/>
                  </a:moveTo>
                  <a:cubicBezTo>
                    <a:pt x="33" y="9"/>
                    <a:pt x="26" y="15"/>
                    <a:pt x="18" y="19"/>
                  </a:cubicBezTo>
                  <a:cubicBezTo>
                    <a:pt x="10" y="22"/>
                    <a:pt x="2" y="22"/>
                    <a:pt x="1" y="18"/>
                  </a:cubicBezTo>
                  <a:cubicBezTo>
                    <a:pt x="0" y="14"/>
                    <a:pt x="7" y="7"/>
                    <a:pt x="15" y="3"/>
                  </a:cubicBezTo>
                  <a:cubicBezTo>
                    <a:pt x="24" y="0"/>
                    <a:pt x="31" y="0"/>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 name="Freeform 907">
              <a:extLst>
                <a:ext uri="{FF2B5EF4-FFF2-40B4-BE49-F238E27FC236}">
                  <a16:creationId xmlns:a16="http://schemas.microsoft.com/office/drawing/2014/main" id="{D438B542-176C-BA92-F308-D441625E76B8}"/>
                </a:ext>
              </a:extLst>
            </p:cNvPr>
            <p:cNvSpPr>
              <a:spLocks/>
            </p:cNvSpPr>
            <p:nvPr/>
          </p:nvSpPr>
          <p:spPr bwMode="auto">
            <a:xfrm rot="5094805">
              <a:off x="631824" y="3929058"/>
              <a:ext cx="77689" cy="59409"/>
            </a:xfrm>
            <a:custGeom>
              <a:avLst/>
              <a:gdLst>
                <a:gd name="T0" fmla="*/ 31 w 32"/>
                <a:gd name="T1" fmla="*/ 5 h 24"/>
                <a:gd name="T2" fmla="*/ 18 w 32"/>
                <a:gd name="T3" fmla="*/ 20 h 24"/>
                <a:gd name="T4" fmla="*/ 1 w 32"/>
                <a:gd name="T5" fmla="*/ 19 h 24"/>
                <a:gd name="T6" fmla="*/ 14 w 32"/>
                <a:gd name="T7" fmla="*/ 4 h 24"/>
                <a:gd name="T8" fmla="*/ 31 w 32"/>
                <a:gd name="T9" fmla="*/ 5 h 24"/>
              </a:gdLst>
              <a:ahLst/>
              <a:cxnLst>
                <a:cxn ang="0">
                  <a:pos x="T0" y="T1"/>
                </a:cxn>
                <a:cxn ang="0">
                  <a:pos x="T2" y="T3"/>
                </a:cxn>
                <a:cxn ang="0">
                  <a:pos x="T4" y="T5"/>
                </a:cxn>
                <a:cxn ang="0">
                  <a:pos x="T6" y="T7"/>
                </a:cxn>
                <a:cxn ang="0">
                  <a:pos x="T8" y="T9"/>
                </a:cxn>
              </a:cxnLst>
              <a:rect l="0" t="0" r="r" b="b"/>
              <a:pathLst>
                <a:path w="32" h="24">
                  <a:moveTo>
                    <a:pt x="31" y="5"/>
                  </a:moveTo>
                  <a:cubicBezTo>
                    <a:pt x="32" y="10"/>
                    <a:pt x="26" y="16"/>
                    <a:pt x="18" y="20"/>
                  </a:cubicBezTo>
                  <a:cubicBezTo>
                    <a:pt x="10" y="24"/>
                    <a:pt x="1" y="24"/>
                    <a:pt x="1" y="19"/>
                  </a:cubicBezTo>
                  <a:cubicBezTo>
                    <a:pt x="0" y="15"/>
                    <a:pt x="6" y="8"/>
                    <a:pt x="14" y="4"/>
                  </a:cubicBezTo>
                  <a:cubicBezTo>
                    <a:pt x="22" y="0"/>
                    <a:pt x="30" y="0"/>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 name="Freeform 908">
              <a:extLst>
                <a:ext uri="{FF2B5EF4-FFF2-40B4-BE49-F238E27FC236}">
                  <a16:creationId xmlns:a16="http://schemas.microsoft.com/office/drawing/2014/main" id="{A1962405-799A-7487-822C-15B462B41B1F}"/>
                </a:ext>
              </a:extLst>
            </p:cNvPr>
            <p:cNvSpPr>
              <a:spLocks/>
            </p:cNvSpPr>
            <p:nvPr/>
          </p:nvSpPr>
          <p:spPr bwMode="auto">
            <a:xfrm rot="5094805">
              <a:off x="744230" y="4107171"/>
              <a:ext cx="77689" cy="63979"/>
            </a:xfrm>
            <a:custGeom>
              <a:avLst/>
              <a:gdLst>
                <a:gd name="T0" fmla="*/ 31 w 32"/>
                <a:gd name="T1" fmla="*/ 5 h 26"/>
                <a:gd name="T2" fmla="*/ 17 w 32"/>
                <a:gd name="T3" fmla="*/ 22 h 26"/>
                <a:gd name="T4" fmla="*/ 1 w 32"/>
                <a:gd name="T5" fmla="*/ 21 h 26"/>
                <a:gd name="T6" fmla="*/ 14 w 32"/>
                <a:gd name="T7" fmla="*/ 4 h 26"/>
                <a:gd name="T8" fmla="*/ 31 w 32"/>
                <a:gd name="T9" fmla="*/ 5 h 26"/>
              </a:gdLst>
              <a:ahLst/>
              <a:cxnLst>
                <a:cxn ang="0">
                  <a:pos x="T0" y="T1"/>
                </a:cxn>
                <a:cxn ang="0">
                  <a:pos x="T2" y="T3"/>
                </a:cxn>
                <a:cxn ang="0">
                  <a:pos x="T4" y="T5"/>
                </a:cxn>
                <a:cxn ang="0">
                  <a:pos x="T6" y="T7"/>
                </a:cxn>
                <a:cxn ang="0">
                  <a:pos x="T8" y="T9"/>
                </a:cxn>
              </a:cxnLst>
              <a:rect l="0" t="0" r="r" b="b"/>
              <a:pathLst>
                <a:path w="32" h="26">
                  <a:moveTo>
                    <a:pt x="31" y="5"/>
                  </a:moveTo>
                  <a:cubicBezTo>
                    <a:pt x="32" y="10"/>
                    <a:pt x="26" y="18"/>
                    <a:pt x="17" y="22"/>
                  </a:cubicBezTo>
                  <a:cubicBezTo>
                    <a:pt x="9" y="26"/>
                    <a:pt x="2" y="26"/>
                    <a:pt x="1" y="21"/>
                  </a:cubicBezTo>
                  <a:cubicBezTo>
                    <a:pt x="0" y="17"/>
                    <a:pt x="6" y="8"/>
                    <a:pt x="14" y="4"/>
                  </a:cubicBezTo>
                  <a:cubicBezTo>
                    <a:pt x="23" y="0"/>
                    <a:pt x="30" y="0"/>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 name="Freeform 909">
              <a:extLst>
                <a:ext uri="{FF2B5EF4-FFF2-40B4-BE49-F238E27FC236}">
                  <a16:creationId xmlns:a16="http://schemas.microsoft.com/office/drawing/2014/main" id="{B6F99D52-5792-6468-975A-B2AFEBB579AF}"/>
                </a:ext>
              </a:extLst>
            </p:cNvPr>
            <p:cNvSpPr>
              <a:spLocks/>
            </p:cNvSpPr>
            <p:nvPr/>
          </p:nvSpPr>
          <p:spPr bwMode="auto">
            <a:xfrm rot="5094805">
              <a:off x="859009" y="4284975"/>
              <a:ext cx="79974" cy="70834"/>
            </a:xfrm>
            <a:custGeom>
              <a:avLst/>
              <a:gdLst>
                <a:gd name="T0" fmla="*/ 31 w 32"/>
                <a:gd name="T1" fmla="*/ 7 h 29"/>
                <a:gd name="T2" fmla="*/ 18 w 32"/>
                <a:gd name="T3" fmla="*/ 24 h 29"/>
                <a:gd name="T4" fmla="*/ 1 w 32"/>
                <a:gd name="T5" fmla="*/ 22 h 29"/>
                <a:gd name="T6" fmla="*/ 14 w 32"/>
                <a:gd name="T7" fmla="*/ 5 h 29"/>
                <a:gd name="T8" fmla="*/ 31 w 32"/>
                <a:gd name="T9" fmla="*/ 7 h 29"/>
              </a:gdLst>
              <a:ahLst/>
              <a:cxnLst>
                <a:cxn ang="0">
                  <a:pos x="T0" y="T1"/>
                </a:cxn>
                <a:cxn ang="0">
                  <a:pos x="T2" y="T3"/>
                </a:cxn>
                <a:cxn ang="0">
                  <a:pos x="T4" y="T5"/>
                </a:cxn>
                <a:cxn ang="0">
                  <a:pos x="T6" y="T7"/>
                </a:cxn>
                <a:cxn ang="0">
                  <a:pos x="T8" y="T9"/>
                </a:cxn>
              </a:cxnLst>
              <a:rect l="0" t="0" r="r" b="b"/>
              <a:pathLst>
                <a:path w="32" h="29">
                  <a:moveTo>
                    <a:pt x="31" y="7"/>
                  </a:moveTo>
                  <a:cubicBezTo>
                    <a:pt x="32" y="12"/>
                    <a:pt x="26" y="20"/>
                    <a:pt x="18" y="24"/>
                  </a:cubicBezTo>
                  <a:cubicBezTo>
                    <a:pt x="10" y="29"/>
                    <a:pt x="1" y="28"/>
                    <a:pt x="1" y="22"/>
                  </a:cubicBezTo>
                  <a:cubicBezTo>
                    <a:pt x="0" y="17"/>
                    <a:pt x="6" y="10"/>
                    <a:pt x="14" y="5"/>
                  </a:cubicBezTo>
                  <a:cubicBezTo>
                    <a:pt x="23" y="0"/>
                    <a:pt x="30" y="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 name="Freeform 910">
              <a:extLst>
                <a:ext uri="{FF2B5EF4-FFF2-40B4-BE49-F238E27FC236}">
                  <a16:creationId xmlns:a16="http://schemas.microsoft.com/office/drawing/2014/main" id="{BF7DBC16-43E4-D968-B4EF-743D14F86BE4}"/>
                </a:ext>
              </a:extLst>
            </p:cNvPr>
            <p:cNvSpPr>
              <a:spLocks/>
            </p:cNvSpPr>
            <p:nvPr/>
          </p:nvSpPr>
          <p:spPr bwMode="auto">
            <a:xfrm rot="5094805">
              <a:off x="973585" y="4462788"/>
              <a:ext cx="82259" cy="73119"/>
            </a:xfrm>
            <a:custGeom>
              <a:avLst/>
              <a:gdLst>
                <a:gd name="T0" fmla="*/ 32 w 33"/>
                <a:gd name="T1" fmla="*/ 7 h 30"/>
                <a:gd name="T2" fmla="*/ 18 w 33"/>
                <a:gd name="T3" fmla="*/ 26 h 30"/>
                <a:gd name="T4" fmla="*/ 2 w 33"/>
                <a:gd name="T5" fmla="*/ 24 h 30"/>
                <a:gd name="T6" fmla="*/ 15 w 33"/>
                <a:gd name="T7" fmla="*/ 5 h 30"/>
                <a:gd name="T8" fmla="*/ 32 w 33"/>
                <a:gd name="T9" fmla="*/ 7 h 30"/>
              </a:gdLst>
              <a:ahLst/>
              <a:cxnLst>
                <a:cxn ang="0">
                  <a:pos x="T0" y="T1"/>
                </a:cxn>
                <a:cxn ang="0">
                  <a:pos x="T2" y="T3"/>
                </a:cxn>
                <a:cxn ang="0">
                  <a:pos x="T4" y="T5"/>
                </a:cxn>
                <a:cxn ang="0">
                  <a:pos x="T6" y="T7"/>
                </a:cxn>
                <a:cxn ang="0">
                  <a:pos x="T8" y="T9"/>
                </a:cxn>
              </a:cxnLst>
              <a:rect l="0" t="0" r="r" b="b"/>
              <a:pathLst>
                <a:path w="33" h="30">
                  <a:moveTo>
                    <a:pt x="32" y="7"/>
                  </a:moveTo>
                  <a:cubicBezTo>
                    <a:pt x="33" y="13"/>
                    <a:pt x="27" y="22"/>
                    <a:pt x="18" y="26"/>
                  </a:cubicBezTo>
                  <a:cubicBezTo>
                    <a:pt x="11" y="30"/>
                    <a:pt x="3" y="29"/>
                    <a:pt x="2" y="24"/>
                  </a:cubicBezTo>
                  <a:cubicBezTo>
                    <a:pt x="0" y="18"/>
                    <a:pt x="7" y="9"/>
                    <a:pt x="15" y="5"/>
                  </a:cubicBezTo>
                  <a:cubicBezTo>
                    <a:pt x="23" y="0"/>
                    <a:pt x="30" y="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 name="Freeform 911">
              <a:extLst>
                <a:ext uri="{FF2B5EF4-FFF2-40B4-BE49-F238E27FC236}">
                  <a16:creationId xmlns:a16="http://schemas.microsoft.com/office/drawing/2014/main" id="{9D7EF748-7EB8-D8ED-FD71-563B8413B695}"/>
                </a:ext>
              </a:extLst>
            </p:cNvPr>
            <p:cNvSpPr>
              <a:spLocks/>
            </p:cNvSpPr>
            <p:nvPr/>
          </p:nvSpPr>
          <p:spPr bwMode="auto">
            <a:xfrm rot="5094805">
              <a:off x="1090543" y="4640495"/>
              <a:ext cx="82259" cy="77689"/>
            </a:xfrm>
            <a:custGeom>
              <a:avLst/>
              <a:gdLst>
                <a:gd name="T0" fmla="*/ 32 w 33"/>
                <a:gd name="T1" fmla="*/ 8 h 31"/>
                <a:gd name="T2" fmla="*/ 18 w 33"/>
                <a:gd name="T3" fmla="*/ 28 h 31"/>
                <a:gd name="T4" fmla="*/ 2 w 33"/>
                <a:gd name="T5" fmla="*/ 24 h 31"/>
                <a:gd name="T6" fmla="*/ 15 w 33"/>
                <a:gd name="T7" fmla="*/ 5 h 31"/>
                <a:gd name="T8" fmla="*/ 32 w 33"/>
                <a:gd name="T9" fmla="*/ 8 h 31"/>
              </a:gdLst>
              <a:ahLst/>
              <a:cxnLst>
                <a:cxn ang="0">
                  <a:pos x="T0" y="T1"/>
                </a:cxn>
                <a:cxn ang="0">
                  <a:pos x="T2" y="T3"/>
                </a:cxn>
                <a:cxn ang="0">
                  <a:pos x="T4" y="T5"/>
                </a:cxn>
                <a:cxn ang="0">
                  <a:pos x="T6" y="T7"/>
                </a:cxn>
                <a:cxn ang="0">
                  <a:pos x="T8" y="T9"/>
                </a:cxn>
              </a:cxnLst>
              <a:rect l="0" t="0" r="r" b="b"/>
              <a:pathLst>
                <a:path w="33" h="31">
                  <a:moveTo>
                    <a:pt x="32" y="8"/>
                  </a:moveTo>
                  <a:cubicBezTo>
                    <a:pt x="33" y="15"/>
                    <a:pt x="27" y="24"/>
                    <a:pt x="18" y="28"/>
                  </a:cubicBezTo>
                  <a:cubicBezTo>
                    <a:pt x="10" y="31"/>
                    <a:pt x="3" y="30"/>
                    <a:pt x="2" y="24"/>
                  </a:cubicBezTo>
                  <a:cubicBezTo>
                    <a:pt x="0" y="18"/>
                    <a:pt x="7" y="9"/>
                    <a:pt x="15" y="5"/>
                  </a:cubicBezTo>
                  <a:cubicBezTo>
                    <a:pt x="24" y="0"/>
                    <a:pt x="31" y="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 name="Freeform 912">
              <a:extLst>
                <a:ext uri="{FF2B5EF4-FFF2-40B4-BE49-F238E27FC236}">
                  <a16:creationId xmlns:a16="http://schemas.microsoft.com/office/drawing/2014/main" id="{7E6DA0FB-A6B8-C519-4963-7D81D6AA3D18}"/>
                </a:ext>
              </a:extLst>
            </p:cNvPr>
            <p:cNvSpPr>
              <a:spLocks/>
            </p:cNvSpPr>
            <p:nvPr/>
          </p:nvSpPr>
          <p:spPr bwMode="auto">
            <a:xfrm rot="5094805">
              <a:off x="1074932" y="4747516"/>
              <a:ext cx="79974" cy="79974"/>
            </a:xfrm>
            <a:custGeom>
              <a:avLst/>
              <a:gdLst>
                <a:gd name="T0" fmla="*/ 32 w 33"/>
                <a:gd name="T1" fmla="*/ 8 h 32"/>
                <a:gd name="T2" fmla="*/ 18 w 33"/>
                <a:gd name="T3" fmla="*/ 28 h 32"/>
                <a:gd name="T4" fmla="*/ 2 w 33"/>
                <a:gd name="T5" fmla="*/ 24 h 32"/>
                <a:gd name="T6" fmla="*/ 14 w 33"/>
                <a:gd name="T7" fmla="*/ 4 h 32"/>
                <a:gd name="T8" fmla="*/ 32 w 33"/>
                <a:gd name="T9" fmla="*/ 8 h 32"/>
              </a:gdLst>
              <a:ahLst/>
              <a:cxnLst>
                <a:cxn ang="0">
                  <a:pos x="T0" y="T1"/>
                </a:cxn>
                <a:cxn ang="0">
                  <a:pos x="T2" y="T3"/>
                </a:cxn>
                <a:cxn ang="0">
                  <a:pos x="T4" y="T5"/>
                </a:cxn>
                <a:cxn ang="0">
                  <a:pos x="T6" y="T7"/>
                </a:cxn>
                <a:cxn ang="0">
                  <a:pos x="T8" y="T9"/>
                </a:cxn>
              </a:cxnLst>
              <a:rect l="0" t="0" r="r" b="b"/>
              <a:pathLst>
                <a:path w="33" h="32">
                  <a:moveTo>
                    <a:pt x="32" y="8"/>
                  </a:moveTo>
                  <a:cubicBezTo>
                    <a:pt x="33" y="15"/>
                    <a:pt x="27" y="24"/>
                    <a:pt x="18" y="28"/>
                  </a:cubicBezTo>
                  <a:cubicBezTo>
                    <a:pt x="10" y="32"/>
                    <a:pt x="3" y="30"/>
                    <a:pt x="2" y="24"/>
                  </a:cubicBezTo>
                  <a:cubicBezTo>
                    <a:pt x="0" y="18"/>
                    <a:pt x="6" y="9"/>
                    <a:pt x="14" y="4"/>
                  </a:cubicBezTo>
                  <a:cubicBezTo>
                    <a:pt x="22" y="0"/>
                    <a:pt x="31" y="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 name="Freeform 913">
              <a:extLst>
                <a:ext uri="{FF2B5EF4-FFF2-40B4-BE49-F238E27FC236}">
                  <a16:creationId xmlns:a16="http://schemas.microsoft.com/office/drawing/2014/main" id="{676C6F2F-470A-8CA6-412A-9BE7E69E0313}"/>
                </a:ext>
              </a:extLst>
            </p:cNvPr>
            <p:cNvSpPr>
              <a:spLocks/>
            </p:cNvSpPr>
            <p:nvPr/>
          </p:nvSpPr>
          <p:spPr bwMode="auto">
            <a:xfrm rot="5094805">
              <a:off x="1181850" y="4927268"/>
              <a:ext cx="79974" cy="86829"/>
            </a:xfrm>
            <a:custGeom>
              <a:avLst/>
              <a:gdLst>
                <a:gd name="T0" fmla="*/ 17 w 32"/>
                <a:gd name="T1" fmla="*/ 31 h 35"/>
                <a:gd name="T2" fmla="*/ 0 w 32"/>
                <a:gd name="T3" fmla="*/ 24 h 35"/>
                <a:gd name="T4" fmla="*/ 14 w 32"/>
                <a:gd name="T5" fmla="*/ 4 h 35"/>
                <a:gd name="T6" fmla="*/ 31 w 32"/>
                <a:gd name="T7" fmla="*/ 11 h 35"/>
                <a:gd name="T8" fmla="*/ 17 w 32"/>
                <a:gd name="T9" fmla="*/ 31 h 35"/>
              </a:gdLst>
              <a:ahLst/>
              <a:cxnLst>
                <a:cxn ang="0">
                  <a:pos x="T0" y="T1"/>
                </a:cxn>
                <a:cxn ang="0">
                  <a:pos x="T2" y="T3"/>
                </a:cxn>
                <a:cxn ang="0">
                  <a:pos x="T4" y="T5"/>
                </a:cxn>
                <a:cxn ang="0">
                  <a:pos x="T6" y="T7"/>
                </a:cxn>
                <a:cxn ang="0">
                  <a:pos x="T8" y="T9"/>
                </a:cxn>
              </a:cxnLst>
              <a:rect l="0" t="0" r="r" b="b"/>
              <a:pathLst>
                <a:path w="32" h="35">
                  <a:moveTo>
                    <a:pt x="17" y="31"/>
                  </a:moveTo>
                  <a:cubicBezTo>
                    <a:pt x="8" y="35"/>
                    <a:pt x="1" y="31"/>
                    <a:pt x="0" y="24"/>
                  </a:cubicBezTo>
                  <a:cubicBezTo>
                    <a:pt x="0" y="17"/>
                    <a:pt x="6" y="8"/>
                    <a:pt x="14" y="4"/>
                  </a:cubicBezTo>
                  <a:cubicBezTo>
                    <a:pt x="22" y="0"/>
                    <a:pt x="31" y="3"/>
                    <a:pt x="31" y="11"/>
                  </a:cubicBezTo>
                  <a:cubicBezTo>
                    <a:pt x="32" y="18"/>
                    <a:pt x="26" y="27"/>
                    <a:pt x="17"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 name="Freeform 914">
              <a:extLst>
                <a:ext uri="{FF2B5EF4-FFF2-40B4-BE49-F238E27FC236}">
                  <a16:creationId xmlns:a16="http://schemas.microsoft.com/office/drawing/2014/main" id="{F3DFAEAB-E25B-DA4C-D408-ED0B21AAD714}"/>
                </a:ext>
              </a:extLst>
            </p:cNvPr>
            <p:cNvSpPr>
              <a:spLocks/>
            </p:cNvSpPr>
            <p:nvPr/>
          </p:nvSpPr>
          <p:spPr bwMode="auto">
            <a:xfrm rot="5094805">
              <a:off x="1284006" y="5107232"/>
              <a:ext cx="84544" cy="89114"/>
            </a:xfrm>
            <a:custGeom>
              <a:avLst/>
              <a:gdLst>
                <a:gd name="T0" fmla="*/ 32 w 34"/>
                <a:gd name="T1" fmla="*/ 11 h 36"/>
                <a:gd name="T2" fmla="*/ 19 w 34"/>
                <a:gd name="T3" fmla="*/ 32 h 36"/>
                <a:gd name="T4" fmla="*/ 2 w 34"/>
                <a:gd name="T5" fmla="*/ 26 h 36"/>
                <a:gd name="T6" fmla="*/ 14 w 34"/>
                <a:gd name="T7" fmla="*/ 5 h 36"/>
                <a:gd name="T8" fmla="*/ 32 w 34"/>
                <a:gd name="T9" fmla="*/ 11 h 36"/>
              </a:gdLst>
              <a:ahLst/>
              <a:cxnLst>
                <a:cxn ang="0">
                  <a:pos x="T0" y="T1"/>
                </a:cxn>
                <a:cxn ang="0">
                  <a:pos x="T2" y="T3"/>
                </a:cxn>
                <a:cxn ang="0">
                  <a:pos x="T4" y="T5"/>
                </a:cxn>
                <a:cxn ang="0">
                  <a:pos x="T6" y="T7"/>
                </a:cxn>
                <a:cxn ang="0">
                  <a:pos x="T8" y="T9"/>
                </a:cxn>
              </a:cxnLst>
              <a:rect l="0" t="0" r="r" b="b"/>
              <a:pathLst>
                <a:path w="34" h="36">
                  <a:moveTo>
                    <a:pt x="32" y="11"/>
                  </a:moveTo>
                  <a:cubicBezTo>
                    <a:pt x="34" y="18"/>
                    <a:pt x="28" y="28"/>
                    <a:pt x="19" y="32"/>
                  </a:cubicBezTo>
                  <a:cubicBezTo>
                    <a:pt x="11" y="36"/>
                    <a:pt x="3" y="33"/>
                    <a:pt x="2" y="26"/>
                  </a:cubicBezTo>
                  <a:cubicBezTo>
                    <a:pt x="0" y="19"/>
                    <a:pt x="6" y="9"/>
                    <a:pt x="14" y="5"/>
                  </a:cubicBezTo>
                  <a:cubicBezTo>
                    <a:pt x="22" y="0"/>
                    <a:pt x="31" y="3"/>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 name="Freeform 915">
              <a:extLst>
                <a:ext uri="{FF2B5EF4-FFF2-40B4-BE49-F238E27FC236}">
                  <a16:creationId xmlns:a16="http://schemas.microsoft.com/office/drawing/2014/main" id="{2D4EB6D2-2388-EF83-A1E4-003061253DC3}"/>
                </a:ext>
              </a:extLst>
            </p:cNvPr>
            <p:cNvSpPr>
              <a:spLocks/>
            </p:cNvSpPr>
            <p:nvPr/>
          </p:nvSpPr>
          <p:spPr bwMode="auto">
            <a:xfrm rot="5094805">
              <a:off x="1385137" y="5288739"/>
              <a:ext cx="82259" cy="91399"/>
            </a:xfrm>
            <a:custGeom>
              <a:avLst/>
              <a:gdLst>
                <a:gd name="T0" fmla="*/ 14 w 33"/>
                <a:gd name="T1" fmla="*/ 4 h 37"/>
                <a:gd name="T2" fmla="*/ 32 w 33"/>
                <a:gd name="T3" fmla="*/ 12 h 37"/>
                <a:gd name="T4" fmla="*/ 19 w 33"/>
                <a:gd name="T5" fmla="*/ 33 h 37"/>
                <a:gd name="T6" fmla="*/ 1 w 33"/>
                <a:gd name="T7" fmla="*/ 26 h 37"/>
                <a:gd name="T8" fmla="*/ 14 w 33"/>
                <a:gd name="T9" fmla="*/ 4 h 37"/>
              </a:gdLst>
              <a:ahLst/>
              <a:cxnLst>
                <a:cxn ang="0">
                  <a:pos x="T0" y="T1"/>
                </a:cxn>
                <a:cxn ang="0">
                  <a:pos x="T2" y="T3"/>
                </a:cxn>
                <a:cxn ang="0">
                  <a:pos x="T4" y="T5"/>
                </a:cxn>
                <a:cxn ang="0">
                  <a:pos x="T6" y="T7"/>
                </a:cxn>
                <a:cxn ang="0">
                  <a:pos x="T8" y="T9"/>
                </a:cxn>
              </a:cxnLst>
              <a:rect l="0" t="0" r="r" b="b"/>
              <a:pathLst>
                <a:path w="33" h="37">
                  <a:moveTo>
                    <a:pt x="14" y="4"/>
                  </a:moveTo>
                  <a:cubicBezTo>
                    <a:pt x="22" y="0"/>
                    <a:pt x="31" y="4"/>
                    <a:pt x="32" y="12"/>
                  </a:cubicBezTo>
                  <a:cubicBezTo>
                    <a:pt x="33" y="20"/>
                    <a:pt x="27" y="29"/>
                    <a:pt x="19" y="33"/>
                  </a:cubicBezTo>
                  <a:cubicBezTo>
                    <a:pt x="10" y="37"/>
                    <a:pt x="2" y="34"/>
                    <a:pt x="1" y="26"/>
                  </a:cubicBezTo>
                  <a:cubicBezTo>
                    <a:pt x="0" y="17"/>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 name="Freeform 916">
              <a:extLst>
                <a:ext uri="{FF2B5EF4-FFF2-40B4-BE49-F238E27FC236}">
                  <a16:creationId xmlns:a16="http://schemas.microsoft.com/office/drawing/2014/main" id="{8C1AFEA2-F606-91E4-6BD2-4D33595FF94C}"/>
                </a:ext>
              </a:extLst>
            </p:cNvPr>
            <p:cNvSpPr>
              <a:spLocks/>
            </p:cNvSpPr>
            <p:nvPr/>
          </p:nvSpPr>
          <p:spPr bwMode="auto">
            <a:xfrm rot="5094805">
              <a:off x="1480579" y="5471896"/>
              <a:ext cx="79974" cy="91399"/>
            </a:xfrm>
            <a:custGeom>
              <a:avLst/>
              <a:gdLst>
                <a:gd name="T0" fmla="*/ 32 w 33"/>
                <a:gd name="T1" fmla="*/ 13 h 37"/>
                <a:gd name="T2" fmla="*/ 18 w 33"/>
                <a:gd name="T3" fmla="*/ 35 h 37"/>
                <a:gd name="T4" fmla="*/ 1 w 33"/>
                <a:gd name="T5" fmla="*/ 26 h 37"/>
                <a:gd name="T6" fmla="*/ 15 w 33"/>
                <a:gd name="T7" fmla="*/ 4 h 37"/>
                <a:gd name="T8" fmla="*/ 32 w 33"/>
                <a:gd name="T9" fmla="*/ 13 h 37"/>
              </a:gdLst>
              <a:ahLst/>
              <a:cxnLst>
                <a:cxn ang="0">
                  <a:pos x="T0" y="T1"/>
                </a:cxn>
                <a:cxn ang="0">
                  <a:pos x="T2" y="T3"/>
                </a:cxn>
                <a:cxn ang="0">
                  <a:pos x="T4" y="T5"/>
                </a:cxn>
                <a:cxn ang="0">
                  <a:pos x="T6" y="T7"/>
                </a:cxn>
                <a:cxn ang="0">
                  <a:pos x="T8" y="T9"/>
                </a:cxn>
              </a:cxnLst>
              <a:rect l="0" t="0" r="r" b="b"/>
              <a:pathLst>
                <a:path w="33" h="37">
                  <a:moveTo>
                    <a:pt x="32" y="13"/>
                  </a:moveTo>
                  <a:cubicBezTo>
                    <a:pt x="33" y="22"/>
                    <a:pt x="27" y="31"/>
                    <a:pt x="18" y="35"/>
                  </a:cubicBezTo>
                  <a:cubicBezTo>
                    <a:pt x="10" y="37"/>
                    <a:pt x="3" y="34"/>
                    <a:pt x="1" y="26"/>
                  </a:cubicBezTo>
                  <a:cubicBezTo>
                    <a:pt x="0" y="17"/>
                    <a:pt x="6" y="7"/>
                    <a:pt x="15" y="4"/>
                  </a:cubicBezTo>
                  <a:cubicBezTo>
                    <a:pt x="23" y="0"/>
                    <a:pt x="31" y="5"/>
                    <a:pt x="3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 name="Freeform 917">
              <a:extLst>
                <a:ext uri="{FF2B5EF4-FFF2-40B4-BE49-F238E27FC236}">
                  <a16:creationId xmlns:a16="http://schemas.microsoft.com/office/drawing/2014/main" id="{EA26C801-7075-B5E2-E91D-E428124B63BF}"/>
                </a:ext>
              </a:extLst>
            </p:cNvPr>
            <p:cNvSpPr>
              <a:spLocks/>
            </p:cNvSpPr>
            <p:nvPr/>
          </p:nvSpPr>
          <p:spPr bwMode="auto">
            <a:xfrm rot="5094805">
              <a:off x="1567120" y="5658138"/>
              <a:ext cx="77689" cy="91399"/>
            </a:xfrm>
            <a:custGeom>
              <a:avLst/>
              <a:gdLst>
                <a:gd name="T0" fmla="*/ 31 w 32"/>
                <a:gd name="T1" fmla="*/ 14 h 37"/>
                <a:gd name="T2" fmla="*/ 16 w 32"/>
                <a:gd name="T3" fmla="*/ 35 h 37"/>
                <a:gd name="T4" fmla="*/ 0 w 32"/>
                <a:gd name="T5" fmla="*/ 22 h 37"/>
                <a:gd name="T6" fmla="*/ 14 w 32"/>
                <a:gd name="T7" fmla="*/ 3 h 37"/>
                <a:gd name="T8" fmla="*/ 31 w 32"/>
                <a:gd name="T9" fmla="*/ 14 h 37"/>
              </a:gdLst>
              <a:ahLst/>
              <a:cxnLst>
                <a:cxn ang="0">
                  <a:pos x="T0" y="T1"/>
                </a:cxn>
                <a:cxn ang="0">
                  <a:pos x="T2" y="T3"/>
                </a:cxn>
                <a:cxn ang="0">
                  <a:pos x="T4" y="T5"/>
                </a:cxn>
                <a:cxn ang="0">
                  <a:pos x="T6" y="T7"/>
                </a:cxn>
                <a:cxn ang="0">
                  <a:pos x="T8" y="T9"/>
                </a:cxn>
              </a:cxnLst>
              <a:rect l="0" t="0" r="r" b="b"/>
              <a:pathLst>
                <a:path w="32" h="37">
                  <a:moveTo>
                    <a:pt x="31" y="14"/>
                  </a:moveTo>
                  <a:cubicBezTo>
                    <a:pt x="32" y="23"/>
                    <a:pt x="25" y="32"/>
                    <a:pt x="16" y="35"/>
                  </a:cubicBezTo>
                  <a:cubicBezTo>
                    <a:pt x="7" y="37"/>
                    <a:pt x="0" y="31"/>
                    <a:pt x="0" y="22"/>
                  </a:cubicBezTo>
                  <a:cubicBezTo>
                    <a:pt x="0" y="14"/>
                    <a:pt x="6" y="5"/>
                    <a:pt x="14" y="3"/>
                  </a:cubicBezTo>
                  <a:cubicBezTo>
                    <a:pt x="22" y="0"/>
                    <a:pt x="30" y="5"/>
                    <a:pt x="3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 name="Freeform 918">
              <a:extLst>
                <a:ext uri="{FF2B5EF4-FFF2-40B4-BE49-F238E27FC236}">
                  <a16:creationId xmlns:a16="http://schemas.microsoft.com/office/drawing/2014/main" id="{462D4C5D-63AD-F323-FD76-B665C8550292}"/>
                </a:ext>
              </a:extLst>
            </p:cNvPr>
            <p:cNvSpPr>
              <a:spLocks/>
            </p:cNvSpPr>
            <p:nvPr/>
          </p:nvSpPr>
          <p:spPr bwMode="auto">
            <a:xfrm rot="5094805">
              <a:off x="1643304" y="5843850"/>
              <a:ext cx="82259" cy="91399"/>
            </a:xfrm>
            <a:custGeom>
              <a:avLst/>
              <a:gdLst>
                <a:gd name="T0" fmla="*/ 18 w 33"/>
                <a:gd name="T1" fmla="*/ 34 h 37"/>
                <a:gd name="T2" fmla="*/ 1 w 33"/>
                <a:gd name="T3" fmla="*/ 22 h 37"/>
                <a:gd name="T4" fmla="*/ 14 w 33"/>
                <a:gd name="T5" fmla="*/ 3 h 37"/>
                <a:gd name="T6" fmla="*/ 32 w 33"/>
                <a:gd name="T7" fmla="*/ 14 h 37"/>
                <a:gd name="T8" fmla="*/ 18 w 33"/>
                <a:gd name="T9" fmla="*/ 34 h 37"/>
              </a:gdLst>
              <a:ahLst/>
              <a:cxnLst>
                <a:cxn ang="0">
                  <a:pos x="T0" y="T1"/>
                </a:cxn>
                <a:cxn ang="0">
                  <a:pos x="T2" y="T3"/>
                </a:cxn>
                <a:cxn ang="0">
                  <a:pos x="T4" y="T5"/>
                </a:cxn>
                <a:cxn ang="0">
                  <a:pos x="T6" y="T7"/>
                </a:cxn>
                <a:cxn ang="0">
                  <a:pos x="T8" y="T9"/>
                </a:cxn>
              </a:cxnLst>
              <a:rect l="0" t="0" r="r" b="b"/>
              <a:pathLst>
                <a:path w="33" h="37">
                  <a:moveTo>
                    <a:pt x="18" y="34"/>
                  </a:moveTo>
                  <a:cubicBezTo>
                    <a:pt x="9" y="37"/>
                    <a:pt x="1" y="32"/>
                    <a:pt x="1" y="22"/>
                  </a:cubicBezTo>
                  <a:cubicBezTo>
                    <a:pt x="0" y="14"/>
                    <a:pt x="6" y="6"/>
                    <a:pt x="14" y="3"/>
                  </a:cubicBezTo>
                  <a:cubicBezTo>
                    <a:pt x="22" y="0"/>
                    <a:pt x="31" y="5"/>
                    <a:pt x="32" y="14"/>
                  </a:cubicBezTo>
                  <a:cubicBezTo>
                    <a:pt x="33" y="23"/>
                    <a:pt x="27" y="32"/>
                    <a:pt x="18"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 name="Freeform 919">
              <a:extLst>
                <a:ext uri="{FF2B5EF4-FFF2-40B4-BE49-F238E27FC236}">
                  <a16:creationId xmlns:a16="http://schemas.microsoft.com/office/drawing/2014/main" id="{264DAAE0-91D9-9D41-4705-4496DE75A1F9}"/>
                </a:ext>
              </a:extLst>
            </p:cNvPr>
            <p:cNvSpPr>
              <a:spLocks/>
            </p:cNvSpPr>
            <p:nvPr/>
          </p:nvSpPr>
          <p:spPr bwMode="auto">
            <a:xfrm rot="5094805">
              <a:off x="1709351" y="6033999"/>
              <a:ext cx="84544" cy="86829"/>
            </a:xfrm>
            <a:custGeom>
              <a:avLst/>
              <a:gdLst>
                <a:gd name="T0" fmla="*/ 19 w 34"/>
                <a:gd name="T1" fmla="*/ 32 h 35"/>
                <a:gd name="T2" fmla="*/ 1 w 34"/>
                <a:gd name="T3" fmla="*/ 21 h 35"/>
                <a:gd name="T4" fmla="*/ 15 w 34"/>
                <a:gd name="T5" fmla="*/ 2 h 35"/>
                <a:gd name="T6" fmla="*/ 32 w 34"/>
                <a:gd name="T7" fmla="*/ 13 h 35"/>
                <a:gd name="T8" fmla="*/ 19 w 34"/>
                <a:gd name="T9" fmla="*/ 32 h 35"/>
              </a:gdLst>
              <a:ahLst/>
              <a:cxnLst>
                <a:cxn ang="0">
                  <a:pos x="T0" y="T1"/>
                </a:cxn>
                <a:cxn ang="0">
                  <a:pos x="T2" y="T3"/>
                </a:cxn>
                <a:cxn ang="0">
                  <a:pos x="T4" y="T5"/>
                </a:cxn>
                <a:cxn ang="0">
                  <a:pos x="T6" y="T7"/>
                </a:cxn>
                <a:cxn ang="0">
                  <a:pos x="T8" y="T9"/>
                </a:cxn>
              </a:cxnLst>
              <a:rect l="0" t="0" r="r" b="b"/>
              <a:pathLst>
                <a:path w="34" h="35">
                  <a:moveTo>
                    <a:pt x="19" y="32"/>
                  </a:moveTo>
                  <a:cubicBezTo>
                    <a:pt x="10" y="35"/>
                    <a:pt x="2" y="30"/>
                    <a:pt x="1" y="21"/>
                  </a:cubicBezTo>
                  <a:cubicBezTo>
                    <a:pt x="0" y="12"/>
                    <a:pt x="6" y="3"/>
                    <a:pt x="15" y="2"/>
                  </a:cubicBezTo>
                  <a:cubicBezTo>
                    <a:pt x="23" y="0"/>
                    <a:pt x="31" y="5"/>
                    <a:pt x="32" y="13"/>
                  </a:cubicBezTo>
                  <a:cubicBezTo>
                    <a:pt x="34" y="21"/>
                    <a:pt x="27" y="30"/>
                    <a:pt x="1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 name="Freeform 920">
              <a:extLst>
                <a:ext uri="{FF2B5EF4-FFF2-40B4-BE49-F238E27FC236}">
                  <a16:creationId xmlns:a16="http://schemas.microsoft.com/office/drawing/2014/main" id="{54EA1A26-062B-E777-4436-9B026C7F6D5C}"/>
                </a:ext>
              </a:extLst>
            </p:cNvPr>
            <p:cNvSpPr>
              <a:spLocks/>
            </p:cNvSpPr>
            <p:nvPr/>
          </p:nvSpPr>
          <p:spPr bwMode="auto">
            <a:xfrm rot="5094805">
              <a:off x="1760614" y="6226809"/>
              <a:ext cx="82259" cy="79974"/>
            </a:xfrm>
            <a:custGeom>
              <a:avLst/>
              <a:gdLst>
                <a:gd name="T0" fmla="*/ 19 w 34"/>
                <a:gd name="T1" fmla="*/ 31 h 32"/>
                <a:gd name="T2" fmla="*/ 1 w 34"/>
                <a:gd name="T3" fmla="*/ 17 h 32"/>
                <a:gd name="T4" fmla="*/ 15 w 34"/>
                <a:gd name="T5" fmla="*/ 1 h 32"/>
                <a:gd name="T6" fmla="*/ 33 w 34"/>
                <a:gd name="T7" fmla="*/ 13 h 32"/>
                <a:gd name="T8" fmla="*/ 19 w 34"/>
                <a:gd name="T9" fmla="*/ 31 h 32"/>
              </a:gdLst>
              <a:ahLst/>
              <a:cxnLst>
                <a:cxn ang="0">
                  <a:pos x="T0" y="T1"/>
                </a:cxn>
                <a:cxn ang="0">
                  <a:pos x="T2" y="T3"/>
                </a:cxn>
                <a:cxn ang="0">
                  <a:pos x="T4" y="T5"/>
                </a:cxn>
                <a:cxn ang="0">
                  <a:pos x="T6" y="T7"/>
                </a:cxn>
                <a:cxn ang="0">
                  <a:pos x="T8" y="T9"/>
                </a:cxn>
              </a:cxnLst>
              <a:rect l="0" t="0" r="r" b="b"/>
              <a:pathLst>
                <a:path w="34" h="32">
                  <a:moveTo>
                    <a:pt x="19" y="31"/>
                  </a:moveTo>
                  <a:cubicBezTo>
                    <a:pt x="10" y="32"/>
                    <a:pt x="2" y="26"/>
                    <a:pt x="1" y="17"/>
                  </a:cubicBezTo>
                  <a:cubicBezTo>
                    <a:pt x="0" y="9"/>
                    <a:pt x="7" y="1"/>
                    <a:pt x="15" y="1"/>
                  </a:cubicBezTo>
                  <a:cubicBezTo>
                    <a:pt x="23" y="0"/>
                    <a:pt x="31" y="6"/>
                    <a:pt x="33" y="13"/>
                  </a:cubicBezTo>
                  <a:cubicBezTo>
                    <a:pt x="34" y="21"/>
                    <a:pt x="28" y="30"/>
                    <a:pt x="19"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 name="Freeform 921">
              <a:extLst>
                <a:ext uri="{FF2B5EF4-FFF2-40B4-BE49-F238E27FC236}">
                  <a16:creationId xmlns:a16="http://schemas.microsoft.com/office/drawing/2014/main" id="{0BB67F26-D499-EDAB-E940-A3128146A269}"/>
                </a:ext>
              </a:extLst>
            </p:cNvPr>
            <p:cNvSpPr>
              <a:spLocks/>
            </p:cNvSpPr>
            <p:nvPr/>
          </p:nvSpPr>
          <p:spPr bwMode="auto">
            <a:xfrm rot="5094805">
              <a:off x="1797374" y="6419476"/>
              <a:ext cx="86829" cy="82259"/>
            </a:xfrm>
            <a:custGeom>
              <a:avLst/>
              <a:gdLst>
                <a:gd name="T0" fmla="*/ 33 w 35"/>
                <a:gd name="T1" fmla="*/ 14 h 33"/>
                <a:gd name="T2" fmla="*/ 19 w 35"/>
                <a:gd name="T3" fmla="*/ 32 h 33"/>
                <a:gd name="T4" fmla="*/ 2 w 35"/>
                <a:gd name="T5" fmla="*/ 19 h 33"/>
                <a:gd name="T6" fmla="*/ 14 w 35"/>
                <a:gd name="T7" fmla="*/ 1 h 33"/>
                <a:gd name="T8" fmla="*/ 33 w 35"/>
                <a:gd name="T9" fmla="*/ 14 h 33"/>
              </a:gdLst>
              <a:ahLst/>
              <a:cxnLst>
                <a:cxn ang="0">
                  <a:pos x="T0" y="T1"/>
                </a:cxn>
                <a:cxn ang="0">
                  <a:pos x="T2" y="T3"/>
                </a:cxn>
                <a:cxn ang="0">
                  <a:pos x="T4" y="T5"/>
                </a:cxn>
                <a:cxn ang="0">
                  <a:pos x="T6" y="T7"/>
                </a:cxn>
                <a:cxn ang="0">
                  <a:pos x="T8" y="T9"/>
                </a:cxn>
              </a:cxnLst>
              <a:rect l="0" t="0" r="r" b="b"/>
              <a:pathLst>
                <a:path w="35" h="33">
                  <a:moveTo>
                    <a:pt x="33" y="14"/>
                  </a:moveTo>
                  <a:cubicBezTo>
                    <a:pt x="35" y="22"/>
                    <a:pt x="28" y="30"/>
                    <a:pt x="19" y="32"/>
                  </a:cubicBezTo>
                  <a:cubicBezTo>
                    <a:pt x="11" y="33"/>
                    <a:pt x="3" y="27"/>
                    <a:pt x="2" y="19"/>
                  </a:cubicBezTo>
                  <a:cubicBezTo>
                    <a:pt x="0" y="11"/>
                    <a:pt x="6" y="3"/>
                    <a:pt x="14" y="1"/>
                  </a:cubicBezTo>
                  <a:cubicBezTo>
                    <a:pt x="23" y="0"/>
                    <a:pt x="32" y="5"/>
                    <a:pt x="3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 name="Freeform 922">
              <a:extLst>
                <a:ext uri="{FF2B5EF4-FFF2-40B4-BE49-F238E27FC236}">
                  <a16:creationId xmlns:a16="http://schemas.microsoft.com/office/drawing/2014/main" id="{852F0832-3BFA-AF87-C3A4-DB33DC3ED162}"/>
                </a:ext>
              </a:extLst>
            </p:cNvPr>
            <p:cNvSpPr>
              <a:spLocks/>
            </p:cNvSpPr>
            <p:nvPr/>
          </p:nvSpPr>
          <p:spPr bwMode="auto">
            <a:xfrm rot="5094805">
              <a:off x="1843361" y="6616404"/>
              <a:ext cx="79974" cy="77689"/>
            </a:xfrm>
            <a:custGeom>
              <a:avLst/>
              <a:gdLst>
                <a:gd name="T0" fmla="*/ 17 w 33"/>
                <a:gd name="T1" fmla="*/ 31 h 32"/>
                <a:gd name="T2" fmla="*/ 0 w 33"/>
                <a:gd name="T3" fmla="*/ 17 h 32"/>
                <a:gd name="T4" fmla="*/ 14 w 33"/>
                <a:gd name="T5" fmla="*/ 1 h 32"/>
                <a:gd name="T6" fmla="*/ 32 w 33"/>
                <a:gd name="T7" fmla="*/ 14 h 32"/>
                <a:gd name="T8" fmla="*/ 17 w 33"/>
                <a:gd name="T9" fmla="*/ 31 h 32"/>
              </a:gdLst>
              <a:ahLst/>
              <a:cxnLst>
                <a:cxn ang="0">
                  <a:pos x="T0" y="T1"/>
                </a:cxn>
                <a:cxn ang="0">
                  <a:pos x="T2" y="T3"/>
                </a:cxn>
                <a:cxn ang="0">
                  <a:pos x="T4" y="T5"/>
                </a:cxn>
                <a:cxn ang="0">
                  <a:pos x="T6" y="T7"/>
                </a:cxn>
                <a:cxn ang="0">
                  <a:pos x="T8" y="T9"/>
                </a:cxn>
              </a:cxnLst>
              <a:rect l="0" t="0" r="r" b="b"/>
              <a:pathLst>
                <a:path w="33" h="32">
                  <a:moveTo>
                    <a:pt x="17" y="31"/>
                  </a:moveTo>
                  <a:cubicBezTo>
                    <a:pt x="8" y="32"/>
                    <a:pt x="1" y="26"/>
                    <a:pt x="0" y="17"/>
                  </a:cubicBezTo>
                  <a:cubicBezTo>
                    <a:pt x="0" y="9"/>
                    <a:pt x="6" y="2"/>
                    <a:pt x="14" y="1"/>
                  </a:cubicBezTo>
                  <a:cubicBezTo>
                    <a:pt x="23" y="0"/>
                    <a:pt x="31" y="6"/>
                    <a:pt x="32" y="14"/>
                  </a:cubicBezTo>
                  <a:cubicBezTo>
                    <a:pt x="33" y="22"/>
                    <a:pt x="26" y="30"/>
                    <a:pt x="17"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 name="Freeform 923">
              <a:extLst>
                <a:ext uri="{FF2B5EF4-FFF2-40B4-BE49-F238E27FC236}">
                  <a16:creationId xmlns:a16="http://schemas.microsoft.com/office/drawing/2014/main" id="{71E9CD28-B2CC-BD9C-A828-EA6530291F13}"/>
                </a:ext>
              </a:extLst>
            </p:cNvPr>
            <p:cNvSpPr>
              <a:spLocks/>
            </p:cNvSpPr>
            <p:nvPr/>
          </p:nvSpPr>
          <p:spPr bwMode="auto">
            <a:xfrm rot="5094805">
              <a:off x="1885810" y="6809707"/>
              <a:ext cx="84544" cy="77689"/>
            </a:xfrm>
            <a:custGeom>
              <a:avLst/>
              <a:gdLst>
                <a:gd name="T0" fmla="*/ 34 w 34"/>
                <a:gd name="T1" fmla="*/ 14 h 32"/>
                <a:gd name="T2" fmla="*/ 19 w 34"/>
                <a:gd name="T3" fmla="*/ 31 h 32"/>
                <a:gd name="T4" fmla="*/ 1 w 34"/>
                <a:gd name="T5" fmla="*/ 19 h 32"/>
                <a:gd name="T6" fmla="*/ 15 w 34"/>
                <a:gd name="T7" fmla="*/ 1 h 32"/>
                <a:gd name="T8" fmla="*/ 34 w 34"/>
                <a:gd name="T9" fmla="*/ 14 h 32"/>
              </a:gdLst>
              <a:ahLst/>
              <a:cxnLst>
                <a:cxn ang="0">
                  <a:pos x="T0" y="T1"/>
                </a:cxn>
                <a:cxn ang="0">
                  <a:pos x="T2" y="T3"/>
                </a:cxn>
                <a:cxn ang="0">
                  <a:pos x="T4" y="T5"/>
                </a:cxn>
                <a:cxn ang="0">
                  <a:pos x="T6" y="T7"/>
                </a:cxn>
                <a:cxn ang="0">
                  <a:pos x="T8" y="T9"/>
                </a:cxn>
              </a:cxnLst>
              <a:rect l="0" t="0" r="r" b="b"/>
              <a:pathLst>
                <a:path w="34" h="32">
                  <a:moveTo>
                    <a:pt x="34" y="14"/>
                  </a:moveTo>
                  <a:cubicBezTo>
                    <a:pt x="34" y="22"/>
                    <a:pt x="28" y="30"/>
                    <a:pt x="19" y="31"/>
                  </a:cubicBezTo>
                  <a:cubicBezTo>
                    <a:pt x="10" y="32"/>
                    <a:pt x="3" y="27"/>
                    <a:pt x="1" y="19"/>
                  </a:cubicBezTo>
                  <a:cubicBezTo>
                    <a:pt x="0" y="10"/>
                    <a:pt x="6" y="2"/>
                    <a:pt x="15" y="1"/>
                  </a:cubicBezTo>
                  <a:cubicBezTo>
                    <a:pt x="24" y="0"/>
                    <a:pt x="33" y="5"/>
                    <a:pt x="3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 name="Freeform 954">
              <a:extLst>
                <a:ext uri="{FF2B5EF4-FFF2-40B4-BE49-F238E27FC236}">
                  <a16:creationId xmlns:a16="http://schemas.microsoft.com/office/drawing/2014/main" id="{AE7894DD-DAE4-F83E-A76C-55FBDD94B161}"/>
                </a:ext>
              </a:extLst>
            </p:cNvPr>
            <p:cNvSpPr>
              <a:spLocks/>
            </p:cNvSpPr>
            <p:nvPr/>
          </p:nvSpPr>
          <p:spPr bwMode="auto">
            <a:xfrm rot="5094805">
              <a:off x="-33521" y="2373129"/>
              <a:ext cx="79974" cy="25135"/>
            </a:xfrm>
            <a:custGeom>
              <a:avLst/>
              <a:gdLst>
                <a:gd name="T0" fmla="*/ 1 w 33"/>
                <a:gd name="T1" fmla="*/ 6 h 10"/>
                <a:gd name="T2" fmla="*/ 16 w 33"/>
                <a:gd name="T3" fmla="*/ 0 h 10"/>
                <a:gd name="T4" fmla="*/ 32 w 33"/>
                <a:gd name="T5" fmla="*/ 4 h 10"/>
                <a:gd name="T6" fmla="*/ 18 w 33"/>
                <a:gd name="T7" fmla="*/ 10 h 10"/>
                <a:gd name="T8" fmla="*/ 1 w 33"/>
                <a:gd name="T9" fmla="*/ 6 h 10"/>
              </a:gdLst>
              <a:ahLst/>
              <a:cxnLst>
                <a:cxn ang="0">
                  <a:pos x="T0" y="T1"/>
                </a:cxn>
                <a:cxn ang="0">
                  <a:pos x="T2" y="T3"/>
                </a:cxn>
                <a:cxn ang="0">
                  <a:pos x="T4" y="T5"/>
                </a:cxn>
                <a:cxn ang="0">
                  <a:pos x="T6" y="T7"/>
                </a:cxn>
                <a:cxn ang="0">
                  <a:pos x="T8" y="T9"/>
                </a:cxn>
              </a:cxnLst>
              <a:rect l="0" t="0" r="r" b="b"/>
              <a:pathLst>
                <a:path w="33" h="10">
                  <a:moveTo>
                    <a:pt x="1" y="6"/>
                  </a:moveTo>
                  <a:cubicBezTo>
                    <a:pt x="0" y="3"/>
                    <a:pt x="7" y="0"/>
                    <a:pt x="16" y="0"/>
                  </a:cubicBezTo>
                  <a:cubicBezTo>
                    <a:pt x="24" y="0"/>
                    <a:pt x="31" y="2"/>
                    <a:pt x="32" y="4"/>
                  </a:cubicBezTo>
                  <a:cubicBezTo>
                    <a:pt x="33" y="7"/>
                    <a:pt x="27" y="10"/>
                    <a:pt x="18" y="10"/>
                  </a:cubicBezTo>
                  <a:cubicBezTo>
                    <a:pt x="9" y="10"/>
                    <a:pt x="1" y="9"/>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 name="Freeform 955">
              <a:extLst>
                <a:ext uri="{FF2B5EF4-FFF2-40B4-BE49-F238E27FC236}">
                  <a16:creationId xmlns:a16="http://schemas.microsoft.com/office/drawing/2014/main" id="{58CA8D44-4CAF-A3FF-000A-B23AC0D76459}"/>
                </a:ext>
              </a:extLst>
            </p:cNvPr>
            <p:cNvSpPr>
              <a:spLocks/>
            </p:cNvSpPr>
            <p:nvPr/>
          </p:nvSpPr>
          <p:spPr bwMode="auto">
            <a:xfrm rot="5094805">
              <a:off x="-4930" y="2563086"/>
              <a:ext cx="84544" cy="29705"/>
            </a:xfrm>
            <a:custGeom>
              <a:avLst/>
              <a:gdLst>
                <a:gd name="T0" fmla="*/ 33 w 34"/>
                <a:gd name="T1" fmla="*/ 5 h 12"/>
                <a:gd name="T2" fmla="*/ 19 w 34"/>
                <a:gd name="T3" fmla="*/ 11 h 12"/>
                <a:gd name="T4" fmla="*/ 2 w 34"/>
                <a:gd name="T5" fmla="*/ 8 h 12"/>
                <a:gd name="T6" fmla="*/ 15 w 34"/>
                <a:gd name="T7" fmla="*/ 1 h 12"/>
                <a:gd name="T8" fmla="*/ 33 w 34"/>
                <a:gd name="T9" fmla="*/ 5 h 12"/>
              </a:gdLst>
              <a:ahLst/>
              <a:cxnLst>
                <a:cxn ang="0">
                  <a:pos x="T0" y="T1"/>
                </a:cxn>
                <a:cxn ang="0">
                  <a:pos x="T2" y="T3"/>
                </a:cxn>
                <a:cxn ang="0">
                  <a:pos x="T4" y="T5"/>
                </a:cxn>
                <a:cxn ang="0">
                  <a:pos x="T6" y="T7"/>
                </a:cxn>
                <a:cxn ang="0">
                  <a:pos x="T8" y="T9"/>
                </a:cxn>
              </a:cxnLst>
              <a:rect l="0" t="0" r="r" b="b"/>
              <a:pathLst>
                <a:path w="34" h="12">
                  <a:moveTo>
                    <a:pt x="33" y="5"/>
                  </a:moveTo>
                  <a:cubicBezTo>
                    <a:pt x="34" y="8"/>
                    <a:pt x="28" y="11"/>
                    <a:pt x="19" y="11"/>
                  </a:cubicBezTo>
                  <a:cubicBezTo>
                    <a:pt x="10" y="12"/>
                    <a:pt x="3" y="10"/>
                    <a:pt x="2" y="8"/>
                  </a:cubicBezTo>
                  <a:cubicBezTo>
                    <a:pt x="0" y="5"/>
                    <a:pt x="6" y="1"/>
                    <a:pt x="15" y="1"/>
                  </a:cubicBezTo>
                  <a:cubicBezTo>
                    <a:pt x="23" y="0"/>
                    <a:pt x="32" y="2"/>
                    <a:pt x="3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 name="Freeform 956">
              <a:extLst>
                <a:ext uri="{FF2B5EF4-FFF2-40B4-BE49-F238E27FC236}">
                  <a16:creationId xmlns:a16="http://schemas.microsoft.com/office/drawing/2014/main" id="{D751B4D1-F45F-FCF1-CCF2-BA9A340B62D2}"/>
                </a:ext>
              </a:extLst>
            </p:cNvPr>
            <p:cNvSpPr>
              <a:spLocks/>
            </p:cNvSpPr>
            <p:nvPr/>
          </p:nvSpPr>
          <p:spPr bwMode="auto">
            <a:xfrm rot="5094805">
              <a:off x="39505" y="2749649"/>
              <a:ext cx="82259" cy="36560"/>
            </a:xfrm>
            <a:custGeom>
              <a:avLst/>
              <a:gdLst>
                <a:gd name="T0" fmla="*/ 15 w 33"/>
                <a:gd name="T1" fmla="*/ 2 h 14"/>
                <a:gd name="T2" fmla="*/ 33 w 33"/>
                <a:gd name="T3" fmla="*/ 4 h 14"/>
                <a:gd name="T4" fmla="*/ 18 w 33"/>
                <a:gd name="T5" fmla="*/ 12 h 14"/>
                <a:gd name="T6" fmla="*/ 1 w 33"/>
                <a:gd name="T7" fmla="*/ 10 h 14"/>
                <a:gd name="T8" fmla="*/ 15 w 33"/>
                <a:gd name="T9" fmla="*/ 2 h 14"/>
              </a:gdLst>
              <a:ahLst/>
              <a:cxnLst>
                <a:cxn ang="0">
                  <a:pos x="T0" y="T1"/>
                </a:cxn>
                <a:cxn ang="0">
                  <a:pos x="T2" y="T3"/>
                </a:cxn>
                <a:cxn ang="0">
                  <a:pos x="T4" y="T5"/>
                </a:cxn>
                <a:cxn ang="0">
                  <a:pos x="T6" y="T7"/>
                </a:cxn>
                <a:cxn ang="0">
                  <a:pos x="T8" y="T9"/>
                </a:cxn>
              </a:cxnLst>
              <a:rect l="0" t="0" r="r" b="b"/>
              <a:pathLst>
                <a:path w="33" h="14">
                  <a:moveTo>
                    <a:pt x="15" y="2"/>
                  </a:moveTo>
                  <a:cubicBezTo>
                    <a:pt x="24" y="0"/>
                    <a:pt x="32" y="1"/>
                    <a:pt x="33" y="4"/>
                  </a:cubicBezTo>
                  <a:cubicBezTo>
                    <a:pt x="33" y="7"/>
                    <a:pt x="27" y="11"/>
                    <a:pt x="18" y="12"/>
                  </a:cubicBezTo>
                  <a:cubicBezTo>
                    <a:pt x="9" y="14"/>
                    <a:pt x="2" y="13"/>
                    <a:pt x="1" y="10"/>
                  </a:cubicBezTo>
                  <a:cubicBezTo>
                    <a:pt x="0" y="7"/>
                    <a:pt x="7" y="3"/>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 name="Freeform 957">
              <a:extLst>
                <a:ext uri="{FF2B5EF4-FFF2-40B4-BE49-F238E27FC236}">
                  <a16:creationId xmlns:a16="http://schemas.microsoft.com/office/drawing/2014/main" id="{E311F7F5-2827-6A7D-0D59-ED04CFC398A3}"/>
                </a:ext>
              </a:extLst>
            </p:cNvPr>
            <p:cNvSpPr>
              <a:spLocks/>
            </p:cNvSpPr>
            <p:nvPr/>
          </p:nvSpPr>
          <p:spPr bwMode="auto">
            <a:xfrm rot="5094805">
              <a:off x="98936" y="2940599"/>
              <a:ext cx="79974" cy="36560"/>
            </a:xfrm>
            <a:custGeom>
              <a:avLst/>
              <a:gdLst>
                <a:gd name="T0" fmla="*/ 32 w 33"/>
                <a:gd name="T1" fmla="*/ 3 h 15"/>
                <a:gd name="T2" fmla="*/ 17 w 33"/>
                <a:gd name="T3" fmla="*/ 13 h 15"/>
                <a:gd name="T4" fmla="*/ 1 w 33"/>
                <a:gd name="T5" fmla="*/ 11 h 15"/>
                <a:gd name="T6" fmla="*/ 14 w 33"/>
                <a:gd name="T7" fmla="*/ 2 h 15"/>
                <a:gd name="T8" fmla="*/ 32 w 33"/>
                <a:gd name="T9" fmla="*/ 3 h 15"/>
              </a:gdLst>
              <a:ahLst/>
              <a:cxnLst>
                <a:cxn ang="0">
                  <a:pos x="T0" y="T1"/>
                </a:cxn>
                <a:cxn ang="0">
                  <a:pos x="T2" y="T3"/>
                </a:cxn>
                <a:cxn ang="0">
                  <a:pos x="T4" y="T5"/>
                </a:cxn>
                <a:cxn ang="0">
                  <a:pos x="T6" y="T7"/>
                </a:cxn>
                <a:cxn ang="0">
                  <a:pos x="T8" y="T9"/>
                </a:cxn>
              </a:cxnLst>
              <a:rect l="0" t="0" r="r" b="b"/>
              <a:pathLst>
                <a:path w="33" h="15">
                  <a:moveTo>
                    <a:pt x="32" y="3"/>
                  </a:moveTo>
                  <a:cubicBezTo>
                    <a:pt x="33" y="6"/>
                    <a:pt x="26" y="11"/>
                    <a:pt x="17" y="13"/>
                  </a:cubicBezTo>
                  <a:cubicBezTo>
                    <a:pt x="9" y="15"/>
                    <a:pt x="2" y="14"/>
                    <a:pt x="1" y="11"/>
                  </a:cubicBezTo>
                  <a:cubicBezTo>
                    <a:pt x="0" y="8"/>
                    <a:pt x="6" y="4"/>
                    <a:pt x="14" y="2"/>
                  </a:cubicBezTo>
                  <a:cubicBezTo>
                    <a:pt x="23" y="0"/>
                    <a:pt x="31" y="0"/>
                    <a:pt x="3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 name="Freeform 958">
              <a:extLst>
                <a:ext uri="{FF2B5EF4-FFF2-40B4-BE49-F238E27FC236}">
                  <a16:creationId xmlns:a16="http://schemas.microsoft.com/office/drawing/2014/main" id="{45FF020A-A18E-A51F-4F5D-ADF46A09EB80}"/>
                </a:ext>
              </a:extLst>
            </p:cNvPr>
            <p:cNvSpPr>
              <a:spLocks/>
            </p:cNvSpPr>
            <p:nvPr/>
          </p:nvSpPr>
          <p:spPr bwMode="auto">
            <a:xfrm rot="5094805">
              <a:off x="168301" y="3124837"/>
              <a:ext cx="79974" cy="41130"/>
            </a:xfrm>
            <a:custGeom>
              <a:avLst/>
              <a:gdLst>
                <a:gd name="T0" fmla="*/ 17 w 33"/>
                <a:gd name="T1" fmla="*/ 14 h 16"/>
                <a:gd name="T2" fmla="*/ 1 w 33"/>
                <a:gd name="T3" fmla="*/ 12 h 16"/>
                <a:gd name="T4" fmla="*/ 15 w 33"/>
                <a:gd name="T5" fmla="*/ 2 h 16"/>
                <a:gd name="T6" fmla="*/ 32 w 33"/>
                <a:gd name="T7" fmla="*/ 3 h 16"/>
                <a:gd name="T8" fmla="*/ 17 w 33"/>
                <a:gd name="T9" fmla="*/ 14 h 16"/>
              </a:gdLst>
              <a:ahLst/>
              <a:cxnLst>
                <a:cxn ang="0">
                  <a:pos x="T0" y="T1"/>
                </a:cxn>
                <a:cxn ang="0">
                  <a:pos x="T2" y="T3"/>
                </a:cxn>
                <a:cxn ang="0">
                  <a:pos x="T4" y="T5"/>
                </a:cxn>
                <a:cxn ang="0">
                  <a:pos x="T6" y="T7"/>
                </a:cxn>
                <a:cxn ang="0">
                  <a:pos x="T8" y="T9"/>
                </a:cxn>
              </a:cxnLst>
              <a:rect l="0" t="0" r="r" b="b"/>
              <a:pathLst>
                <a:path w="33" h="16">
                  <a:moveTo>
                    <a:pt x="17" y="14"/>
                  </a:moveTo>
                  <a:cubicBezTo>
                    <a:pt x="8" y="16"/>
                    <a:pt x="1" y="15"/>
                    <a:pt x="1" y="12"/>
                  </a:cubicBezTo>
                  <a:cubicBezTo>
                    <a:pt x="0" y="9"/>
                    <a:pt x="7" y="5"/>
                    <a:pt x="15" y="2"/>
                  </a:cubicBezTo>
                  <a:cubicBezTo>
                    <a:pt x="23" y="0"/>
                    <a:pt x="31" y="0"/>
                    <a:pt x="32" y="3"/>
                  </a:cubicBezTo>
                  <a:cubicBezTo>
                    <a:pt x="33" y="6"/>
                    <a:pt x="26" y="11"/>
                    <a:pt x="1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 name="Freeform 959">
              <a:extLst>
                <a:ext uri="{FF2B5EF4-FFF2-40B4-BE49-F238E27FC236}">
                  <a16:creationId xmlns:a16="http://schemas.microsoft.com/office/drawing/2014/main" id="{640072F2-F92C-9414-F57F-7D65871FE5FE}"/>
                </a:ext>
              </a:extLst>
            </p:cNvPr>
            <p:cNvSpPr>
              <a:spLocks/>
            </p:cNvSpPr>
            <p:nvPr/>
          </p:nvSpPr>
          <p:spPr bwMode="auto">
            <a:xfrm rot="5094805">
              <a:off x="249046" y="3308061"/>
              <a:ext cx="79974" cy="45700"/>
            </a:xfrm>
            <a:custGeom>
              <a:avLst/>
              <a:gdLst>
                <a:gd name="T0" fmla="*/ 15 w 32"/>
                <a:gd name="T1" fmla="*/ 3 h 18"/>
                <a:gd name="T2" fmla="*/ 32 w 32"/>
                <a:gd name="T3" fmla="*/ 4 h 18"/>
                <a:gd name="T4" fmla="*/ 16 w 32"/>
                <a:gd name="T5" fmla="*/ 16 h 18"/>
                <a:gd name="T6" fmla="*/ 1 w 32"/>
                <a:gd name="T7" fmla="*/ 15 h 18"/>
                <a:gd name="T8" fmla="*/ 15 w 32"/>
                <a:gd name="T9" fmla="*/ 3 h 18"/>
              </a:gdLst>
              <a:ahLst/>
              <a:cxnLst>
                <a:cxn ang="0">
                  <a:pos x="T0" y="T1"/>
                </a:cxn>
                <a:cxn ang="0">
                  <a:pos x="T2" y="T3"/>
                </a:cxn>
                <a:cxn ang="0">
                  <a:pos x="T4" y="T5"/>
                </a:cxn>
                <a:cxn ang="0">
                  <a:pos x="T6" y="T7"/>
                </a:cxn>
                <a:cxn ang="0">
                  <a:pos x="T8" y="T9"/>
                </a:cxn>
              </a:cxnLst>
              <a:rect l="0" t="0" r="r" b="b"/>
              <a:pathLst>
                <a:path w="32" h="18">
                  <a:moveTo>
                    <a:pt x="15" y="3"/>
                  </a:moveTo>
                  <a:cubicBezTo>
                    <a:pt x="24" y="0"/>
                    <a:pt x="31" y="1"/>
                    <a:pt x="32" y="4"/>
                  </a:cubicBezTo>
                  <a:cubicBezTo>
                    <a:pt x="32" y="8"/>
                    <a:pt x="25" y="13"/>
                    <a:pt x="16" y="16"/>
                  </a:cubicBezTo>
                  <a:cubicBezTo>
                    <a:pt x="8" y="18"/>
                    <a:pt x="1" y="18"/>
                    <a:pt x="1" y="15"/>
                  </a:cubicBezTo>
                  <a:cubicBezTo>
                    <a:pt x="0" y="12"/>
                    <a:pt x="6" y="6"/>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 name="Freeform 960">
              <a:extLst>
                <a:ext uri="{FF2B5EF4-FFF2-40B4-BE49-F238E27FC236}">
                  <a16:creationId xmlns:a16="http://schemas.microsoft.com/office/drawing/2014/main" id="{3F97D9F3-EBAB-45B3-0E06-32905CBF3C38}"/>
                </a:ext>
              </a:extLst>
            </p:cNvPr>
            <p:cNvSpPr>
              <a:spLocks/>
            </p:cNvSpPr>
            <p:nvPr/>
          </p:nvSpPr>
          <p:spPr bwMode="auto">
            <a:xfrm rot="5094805">
              <a:off x="336619" y="3492963"/>
              <a:ext cx="79974" cy="45700"/>
            </a:xfrm>
            <a:custGeom>
              <a:avLst/>
              <a:gdLst>
                <a:gd name="T0" fmla="*/ 16 w 32"/>
                <a:gd name="T1" fmla="*/ 16 h 19"/>
                <a:gd name="T2" fmla="*/ 0 w 32"/>
                <a:gd name="T3" fmla="*/ 15 h 19"/>
                <a:gd name="T4" fmla="*/ 14 w 32"/>
                <a:gd name="T5" fmla="*/ 3 h 19"/>
                <a:gd name="T6" fmla="*/ 31 w 32"/>
                <a:gd name="T7" fmla="*/ 4 h 19"/>
                <a:gd name="T8" fmla="*/ 16 w 32"/>
                <a:gd name="T9" fmla="*/ 16 h 19"/>
              </a:gdLst>
              <a:ahLst/>
              <a:cxnLst>
                <a:cxn ang="0">
                  <a:pos x="T0" y="T1"/>
                </a:cxn>
                <a:cxn ang="0">
                  <a:pos x="T2" y="T3"/>
                </a:cxn>
                <a:cxn ang="0">
                  <a:pos x="T4" y="T5"/>
                </a:cxn>
                <a:cxn ang="0">
                  <a:pos x="T6" y="T7"/>
                </a:cxn>
                <a:cxn ang="0">
                  <a:pos x="T8" y="T9"/>
                </a:cxn>
              </a:cxnLst>
              <a:rect l="0" t="0" r="r" b="b"/>
              <a:pathLst>
                <a:path w="32" h="19">
                  <a:moveTo>
                    <a:pt x="16" y="16"/>
                  </a:moveTo>
                  <a:cubicBezTo>
                    <a:pt x="8" y="19"/>
                    <a:pt x="0" y="19"/>
                    <a:pt x="0" y="15"/>
                  </a:cubicBezTo>
                  <a:cubicBezTo>
                    <a:pt x="0" y="12"/>
                    <a:pt x="6" y="7"/>
                    <a:pt x="14" y="3"/>
                  </a:cubicBezTo>
                  <a:cubicBezTo>
                    <a:pt x="22" y="0"/>
                    <a:pt x="31" y="0"/>
                    <a:pt x="31" y="4"/>
                  </a:cubicBezTo>
                  <a:cubicBezTo>
                    <a:pt x="32" y="7"/>
                    <a:pt x="25" y="13"/>
                    <a:pt x="16"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 name="Freeform 961">
              <a:extLst>
                <a:ext uri="{FF2B5EF4-FFF2-40B4-BE49-F238E27FC236}">
                  <a16:creationId xmlns:a16="http://schemas.microsoft.com/office/drawing/2014/main" id="{4C19403F-0187-D0AB-FD65-ABE9CC673635}"/>
                </a:ext>
              </a:extLst>
            </p:cNvPr>
            <p:cNvSpPr>
              <a:spLocks/>
            </p:cNvSpPr>
            <p:nvPr/>
          </p:nvSpPr>
          <p:spPr bwMode="auto">
            <a:xfrm rot="5094805">
              <a:off x="430923" y="3672793"/>
              <a:ext cx="77689" cy="52554"/>
            </a:xfrm>
            <a:custGeom>
              <a:avLst/>
              <a:gdLst>
                <a:gd name="T0" fmla="*/ 17 w 32"/>
                <a:gd name="T1" fmla="*/ 17 h 21"/>
                <a:gd name="T2" fmla="*/ 1 w 32"/>
                <a:gd name="T3" fmla="*/ 16 h 21"/>
                <a:gd name="T4" fmla="*/ 14 w 32"/>
                <a:gd name="T5" fmla="*/ 3 h 21"/>
                <a:gd name="T6" fmla="*/ 32 w 32"/>
                <a:gd name="T7" fmla="*/ 4 h 21"/>
                <a:gd name="T8" fmla="*/ 17 w 32"/>
                <a:gd name="T9" fmla="*/ 17 h 21"/>
              </a:gdLst>
              <a:ahLst/>
              <a:cxnLst>
                <a:cxn ang="0">
                  <a:pos x="T0" y="T1"/>
                </a:cxn>
                <a:cxn ang="0">
                  <a:pos x="T2" y="T3"/>
                </a:cxn>
                <a:cxn ang="0">
                  <a:pos x="T4" y="T5"/>
                </a:cxn>
                <a:cxn ang="0">
                  <a:pos x="T6" y="T7"/>
                </a:cxn>
                <a:cxn ang="0">
                  <a:pos x="T8" y="T9"/>
                </a:cxn>
              </a:cxnLst>
              <a:rect l="0" t="0" r="r" b="b"/>
              <a:pathLst>
                <a:path w="32" h="21">
                  <a:moveTo>
                    <a:pt x="17" y="17"/>
                  </a:moveTo>
                  <a:cubicBezTo>
                    <a:pt x="8" y="21"/>
                    <a:pt x="1" y="20"/>
                    <a:pt x="1" y="16"/>
                  </a:cubicBezTo>
                  <a:cubicBezTo>
                    <a:pt x="0" y="13"/>
                    <a:pt x="6" y="7"/>
                    <a:pt x="14" y="3"/>
                  </a:cubicBezTo>
                  <a:cubicBezTo>
                    <a:pt x="23" y="0"/>
                    <a:pt x="31" y="0"/>
                    <a:pt x="32" y="4"/>
                  </a:cubicBezTo>
                  <a:cubicBezTo>
                    <a:pt x="32" y="8"/>
                    <a:pt x="26" y="14"/>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 name="Freeform 962">
              <a:extLst>
                <a:ext uri="{FF2B5EF4-FFF2-40B4-BE49-F238E27FC236}">
                  <a16:creationId xmlns:a16="http://schemas.microsoft.com/office/drawing/2014/main" id="{BF420BD1-F52B-3A3E-65A1-428ED48D8F5F}"/>
                </a:ext>
              </a:extLst>
            </p:cNvPr>
            <p:cNvSpPr>
              <a:spLocks/>
            </p:cNvSpPr>
            <p:nvPr/>
          </p:nvSpPr>
          <p:spPr bwMode="auto">
            <a:xfrm rot="5094805">
              <a:off x="528632" y="3855544"/>
              <a:ext cx="79974" cy="52554"/>
            </a:xfrm>
            <a:custGeom>
              <a:avLst/>
              <a:gdLst>
                <a:gd name="T0" fmla="*/ 18 w 33"/>
                <a:gd name="T1" fmla="*/ 18 h 22"/>
                <a:gd name="T2" fmla="*/ 1 w 33"/>
                <a:gd name="T3" fmla="*/ 18 h 22"/>
                <a:gd name="T4" fmla="*/ 15 w 33"/>
                <a:gd name="T5" fmla="*/ 3 h 22"/>
                <a:gd name="T6" fmla="*/ 32 w 33"/>
                <a:gd name="T7" fmla="*/ 4 h 22"/>
                <a:gd name="T8" fmla="*/ 18 w 33"/>
                <a:gd name="T9" fmla="*/ 18 h 22"/>
              </a:gdLst>
              <a:ahLst/>
              <a:cxnLst>
                <a:cxn ang="0">
                  <a:pos x="T0" y="T1"/>
                </a:cxn>
                <a:cxn ang="0">
                  <a:pos x="T2" y="T3"/>
                </a:cxn>
                <a:cxn ang="0">
                  <a:pos x="T4" y="T5"/>
                </a:cxn>
                <a:cxn ang="0">
                  <a:pos x="T6" y="T7"/>
                </a:cxn>
                <a:cxn ang="0">
                  <a:pos x="T8" y="T9"/>
                </a:cxn>
              </a:cxnLst>
              <a:rect l="0" t="0" r="r" b="b"/>
              <a:pathLst>
                <a:path w="33" h="22">
                  <a:moveTo>
                    <a:pt x="18" y="18"/>
                  </a:moveTo>
                  <a:cubicBezTo>
                    <a:pt x="10" y="22"/>
                    <a:pt x="2" y="22"/>
                    <a:pt x="1" y="18"/>
                  </a:cubicBezTo>
                  <a:cubicBezTo>
                    <a:pt x="0" y="14"/>
                    <a:pt x="6" y="7"/>
                    <a:pt x="15" y="3"/>
                  </a:cubicBezTo>
                  <a:cubicBezTo>
                    <a:pt x="23" y="0"/>
                    <a:pt x="30" y="0"/>
                    <a:pt x="32" y="4"/>
                  </a:cubicBezTo>
                  <a:cubicBezTo>
                    <a:pt x="33" y="7"/>
                    <a:pt x="27" y="14"/>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 name="Freeform 963">
              <a:extLst>
                <a:ext uri="{FF2B5EF4-FFF2-40B4-BE49-F238E27FC236}">
                  <a16:creationId xmlns:a16="http://schemas.microsoft.com/office/drawing/2014/main" id="{BA8AE368-CC78-B7B9-CE11-60293A9AC79D}"/>
                </a:ext>
              </a:extLst>
            </p:cNvPr>
            <p:cNvSpPr>
              <a:spLocks/>
            </p:cNvSpPr>
            <p:nvPr/>
          </p:nvSpPr>
          <p:spPr bwMode="auto">
            <a:xfrm rot="5094805">
              <a:off x="632030" y="4034361"/>
              <a:ext cx="82259" cy="59409"/>
            </a:xfrm>
            <a:custGeom>
              <a:avLst/>
              <a:gdLst>
                <a:gd name="T0" fmla="*/ 15 w 33"/>
                <a:gd name="T1" fmla="*/ 4 h 24"/>
                <a:gd name="T2" fmla="*/ 32 w 33"/>
                <a:gd name="T3" fmla="*/ 5 h 24"/>
                <a:gd name="T4" fmla="*/ 17 w 33"/>
                <a:gd name="T5" fmla="*/ 21 h 24"/>
                <a:gd name="T6" fmla="*/ 1 w 33"/>
                <a:gd name="T7" fmla="*/ 20 h 24"/>
                <a:gd name="T8" fmla="*/ 15 w 33"/>
                <a:gd name="T9" fmla="*/ 4 h 24"/>
              </a:gdLst>
              <a:ahLst/>
              <a:cxnLst>
                <a:cxn ang="0">
                  <a:pos x="T0" y="T1"/>
                </a:cxn>
                <a:cxn ang="0">
                  <a:pos x="T2" y="T3"/>
                </a:cxn>
                <a:cxn ang="0">
                  <a:pos x="T4" y="T5"/>
                </a:cxn>
                <a:cxn ang="0">
                  <a:pos x="T6" y="T7"/>
                </a:cxn>
                <a:cxn ang="0">
                  <a:pos x="T8" y="T9"/>
                </a:cxn>
              </a:cxnLst>
              <a:rect l="0" t="0" r="r" b="b"/>
              <a:pathLst>
                <a:path w="33" h="24">
                  <a:moveTo>
                    <a:pt x="15" y="4"/>
                  </a:moveTo>
                  <a:cubicBezTo>
                    <a:pt x="24" y="0"/>
                    <a:pt x="32" y="0"/>
                    <a:pt x="32" y="5"/>
                  </a:cubicBezTo>
                  <a:cubicBezTo>
                    <a:pt x="33" y="10"/>
                    <a:pt x="26" y="17"/>
                    <a:pt x="17" y="21"/>
                  </a:cubicBezTo>
                  <a:cubicBezTo>
                    <a:pt x="9" y="24"/>
                    <a:pt x="2" y="24"/>
                    <a:pt x="1" y="20"/>
                  </a:cubicBezTo>
                  <a:cubicBezTo>
                    <a:pt x="0" y="16"/>
                    <a:pt x="7" y="8"/>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 name="Freeform 964">
              <a:extLst>
                <a:ext uri="{FF2B5EF4-FFF2-40B4-BE49-F238E27FC236}">
                  <a16:creationId xmlns:a16="http://schemas.microsoft.com/office/drawing/2014/main" id="{4689DFD7-7A17-2CE3-AD89-2A41086DDC8B}"/>
                </a:ext>
              </a:extLst>
            </p:cNvPr>
            <p:cNvSpPr>
              <a:spLocks/>
            </p:cNvSpPr>
            <p:nvPr/>
          </p:nvSpPr>
          <p:spPr bwMode="auto">
            <a:xfrm rot="5094805">
              <a:off x="743298" y="4211432"/>
              <a:ext cx="82259" cy="66264"/>
            </a:xfrm>
            <a:custGeom>
              <a:avLst/>
              <a:gdLst>
                <a:gd name="T0" fmla="*/ 32 w 33"/>
                <a:gd name="T1" fmla="*/ 5 h 26"/>
                <a:gd name="T2" fmla="*/ 19 w 33"/>
                <a:gd name="T3" fmla="*/ 22 h 26"/>
                <a:gd name="T4" fmla="*/ 2 w 33"/>
                <a:gd name="T5" fmla="*/ 21 h 26"/>
                <a:gd name="T6" fmla="*/ 14 w 33"/>
                <a:gd name="T7" fmla="*/ 4 h 26"/>
                <a:gd name="T8" fmla="*/ 32 w 33"/>
                <a:gd name="T9" fmla="*/ 5 h 26"/>
              </a:gdLst>
              <a:ahLst/>
              <a:cxnLst>
                <a:cxn ang="0">
                  <a:pos x="T0" y="T1"/>
                </a:cxn>
                <a:cxn ang="0">
                  <a:pos x="T2" y="T3"/>
                </a:cxn>
                <a:cxn ang="0">
                  <a:pos x="T4" y="T5"/>
                </a:cxn>
                <a:cxn ang="0">
                  <a:pos x="T6" y="T7"/>
                </a:cxn>
                <a:cxn ang="0">
                  <a:pos x="T8" y="T9"/>
                </a:cxn>
              </a:cxnLst>
              <a:rect l="0" t="0" r="r" b="b"/>
              <a:pathLst>
                <a:path w="33" h="26">
                  <a:moveTo>
                    <a:pt x="32" y="5"/>
                  </a:moveTo>
                  <a:cubicBezTo>
                    <a:pt x="33" y="10"/>
                    <a:pt x="27" y="17"/>
                    <a:pt x="19" y="22"/>
                  </a:cubicBezTo>
                  <a:cubicBezTo>
                    <a:pt x="10" y="26"/>
                    <a:pt x="3" y="26"/>
                    <a:pt x="2" y="21"/>
                  </a:cubicBezTo>
                  <a:cubicBezTo>
                    <a:pt x="0" y="17"/>
                    <a:pt x="6" y="9"/>
                    <a:pt x="14" y="4"/>
                  </a:cubicBezTo>
                  <a:cubicBezTo>
                    <a:pt x="22" y="0"/>
                    <a:pt x="31" y="0"/>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 name="Freeform 965">
              <a:extLst>
                <a:ext uri="{FF2B5EF4-FFF2-40B4-BE49-F238E27FC236}">
                  <a16:creationId xmlns:a16="http://schemas.microsoft.com/office/drawing/2014/main" id="{E056F8B5-54D3-E444-D292-268D51D0C1D3}"/>
                </a:ext>
              </a:extLst>
            </p:cNvPr>
            <p:cNvSpPr>
              <a:spLocks/>
            </p:cNvSpPr>
            <p:nvPr/>
          </p:nvSpPr>
          <p:spPr bwMode="auto">
            <a:xfrm rot="5094805">
              <a:off x="856842" y="4390586"/>
              <a:ext cx="82259" cy="68549"/>
            </a:xfrm>
            <a:custGeom>
              <a:avLst/>
              <a:gdLst>
                <a:gd name="T0" fmla="*/ 32 w 33"/>
                <a:gd name="T1" fmla="*/ 7 h 28"/>
                <a:gd name="T2" fmla="*/ 19 w 33"/>
                <a:gd name="T3" fmla="*/ 24 h 28"/>
                <a:gd name="T4" fmla="*/ 2 w 33"/>
                <a:gd name="T5" fmla="*/ 23 h 28"/>
                <a:gd name="T6" fmla="*/ 14 w 33"/>
                <a:gd name="T7" fmla="*/ 5 h 28"/>
                <a:gd name="T8" fmla="*/ 32 w 33"/>
                <a:gd name="T9" fmla="*/ 7 h 28"/>
              </a:gdLst>
              <a:ahLst/>
              <a:cxnLst>
                <a:cxn ang="0">
                  <a:pos x="T0" y="T1"/>
                </a:cxn>
                <a:cxn ang="0">
                  <a:pos x="T2" y="T3"/>
                </a:cxn>
                <a:cxn ang="0">
                  <a:pos x="T4" y="T5"/>
                </a:cxn>
                <a:cxn ang="0">
                  <a:pos x="T6" y="T7"/>
                </a:cxn>
                <a:cxn ang="0">
                  <a:pos x="T8" y="T9"/>
                </a:cxn>
              </a:cxnLst>
              <a:rect l="0" t="0" r="r" b="b"/>
              <a:pathLst>
                <a:path w="33" h="28">
                  <a:moveTo>
                    <a:pt x="32" y="7"/>
                  </a:moveTo>
                  <a:cubicBezTo>
                    <a:pt x="33" y="12"/>
                    <a:pt x="27" y="20"/>
                    <a:pt x="19" y="24"/>
                  </a:cubicBezTo>
                  <a:cubicBezTo>
                    <a:pt x="10" y="28"/>
                    <a:pt x="3" y="28"/>
                    <a:pt x="2" y="23"/>
                  </a:cubicBezTo>
                  <a:cubicBezTo>
                    <a:pt x="0" y="18"/>
                    <a:pt x="6" y="10"/>
                    <a:pt x="14" y="5"/>
                  </a:cubicBezTo>
                  <a:cubicBezTo>
                    <a:pt x="22" y="0"/>
                    <a:pt x="31" y="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 name="Freeform 966">
              <a:extLst>
                <a:ext uri="{FF2B5EF4-FFF2-40B4-BE49-F238E27FC236}">
                  <a16:creationId xmlns:a16="http://schemas.microsoft.com/office/drawing/2014/main" id="{1AB791D5-59FC-5B4E-9F70-5BA2A76968D0}"/>
                </a:ext>
              </a:extLst>
            </p:cNvPr>
            <p:cNvSpPr>
              <a:spLocks/>
            </p:cNvSpPr>
            <p:nvPr/>
          </p:nvSpPr>
          <p:spPr bwMode="auto">
            <a:xfrm rot="5094805">
              <a:off x="963761" y="4570339"/>
              <a:ext cx="82259" cy="75404"/>
            </a:xfrm>
            <a:custGeom>
              <a:avLst/>
              <a:gdLst>
                <a:gd name="T0" fmla="*/ 19 w 34"/>
                <a:gd name="T1" fmla="*/ 25 h 30"/>
                <a:gd name="T2" fmla="*/ 1 w 34"/>
                <a:gd name="T3" fmla="*/ 22 h 30"/>
                <a:gd name="T4" fmla="*/ 15 w 34"/>
                <a:gd name="T5" fmla="*/ 3 h 30"/>
                <a:gd name="T6" fmla="*/ 32 w 34"/>
                <a:gd name="T7" fmla="*/ 6 h 30"/>
                <a:gd name="T8" fmla="*/ 19 w 34"/>
                <a:gd name="T9" fmla="*/ 25 h 30"/>
              </a:gdLst>
              <a:ahLst/>
              <a:cxnLst>
                <a:cxn ang="0">
                  <a:pos x="T0" y="T1"/>
                </a:cxn>
                <a:cxn ang="0">
                  <a:pos x="T2" y="T3"/>
                </a:cxn>
                <a:cxn ang="0">
                  <a:pos x="T4" y="T5"/>
                </a:cxn>
                <a:cxn ang="0">
                  <a:pos x="T6" y="T7"/>
                </a:cxn>
                <a:cxn ang="0">
                  <a:pos x="T8" y="T9"/>
                </a:cxn>
              </a:cxnLst>
              <a:rect l="0" t="0" r="r" b="b"/>
              <a:pathLst>
                <a:path w="34" h="30">
                  <a:moveTo>
                    <a:pt x="19" y="25"/>
                  </a:moveTo>
                  <a:cubicBezTo>
                    <a:pt x="10" y="30"/>
                    <a:pt x="2" y="28"/>
                    <a:pt x="1" y="22"/>
                  </a:cubicBezTo>
                  <a:cubicBezTo>
                    <a:pt x="0" y="16"/>
                    <a:pt x="7" y="8"/>
                    <a:pt x="15" y="3"/>
                  </a:cubicBezTo>
                  <a:cubicBezTo>
                    <a:pt x="23" y="0"/>
                    <a:pt x="31" y="1"/>
                    <a:pt x="32" y="6"/>
                  </a:cubicBezTo>
                  <a:cubicBezTo>
                    <a:pt x="34" y="12"/>
                    <a:pt x="28" y="21"/>
                    <a:pt x="19"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 name="Freeform 969">
              <a:extLst>
                <a:ext uri="{FF2B5EF4-FFF2-40B4-BE49-F238E27FC236}">
                  <a16:creationId xmlns:a16="http://schemas.microsoft.com/office/drawing/2014/main" id="{B72CE243-F99A-F8CB-F687-1FE21AF6CF31}"/>
                </a:ext>
              </a:extLst>
            </p:cNvPr>
            <p:cNvSpPr>
              <a:spLocks/>
            </p:cNvSpPr>
            <p:nvPr/>
          </p:nvSpPr>
          <p:spPr bwMode="auto">
            <a:xfrm rot="5094805">
              <a:off x="981345" y="4357919"/>
              <a:ext cx="77689" cy="70834"/>
            </a:xfrm>
            <a:custGeom>
              <a:avLst/>
              <a:gdLst>
                <a:gd name="T0" fmla="*/ 18 w 32"/>
                <a:gd name="T1" fmla="*/ 24 h 29"/>
                <a:gd name="T2" fmla="*/ 1 w 32"/>
                <a:gd name="T3" fmla="*/ 23 h 29"/>
                <a:gd name="T4" fmla="*/ 14 w 32"/>
                <a:gd name="T5" fmla="*/ 5 h 29"/>
                <a:gd name="T6" fmla="*/ 31 w 32"/>
                <a:gd name="T7" fmla="*/ 7 h 29"/>
                <a:gd name="T8" fmla="*/ 18 w 32"/>
                <a:gd name="T9" fmla="*/ 24 h 29"/>
              </a:gdLst>
              <a:ahLst/>
              <a:cxnLst>
                <a:cxn ang="0">
                  <a:pos x="T0" y="T1"/>
                </a:cxn>
                <a:cxn ang="0">
                  <a:pos x="T2" y="T3"/>
                </a:cxn>
                <a:cxn ang="0">
                  <a:pos x="T4" y="T5"/>
                </a:cxn>
                <a:cxn ang="0">
                  <a:pos x="T6" y="T7"/>
                </a:cxn>
                <a:cxn ang="0">
                  <a:pos x="T8" y="T9"/>
                </a:cxn>
              </a:cxnLst>
              <a:rect l="0" t="0" r="r" b="b"/>
              <a:pathLst>
                <a:path w="32" h="29">
                  <a:moveTo>
                    <a:pt x="18" y="24"/>
                  </a:moveTo>
                  <a:cubicBezTo>
                    <a:pt x="9" y="29"/>
                    <a:pt x="2" y="28"/>
                    <a:pt x="1" y="23"/>
                  </a:cubicBezTo>
                  <a:cubicBezTo>
                    <a:pt x="0" y="18"/>
                    <a:pt x="6" y="10"/>
                    <a:pt x="14" y="5"/>
                  </a:cubicBezTo>
                  <a:cubicBezTo>
                    <a:pt x="22" y="0"/>
                    <a:pt x="30" y="1"/>
                    <a:pt x="31" y="7"/>
                  </a:cubicBezTo>
                  <a:cubicBezTo>
                    <a:pt x="32" y="12"/>
                    <a:pt x="26" y="20"/>
                    <a:pt x="1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 name="Freeform 970">
              <a:extLst>
                <a:ext uri="{FF2B5EF4-FFF2-40B4-BE49-F238E27FC236}">
                  <a16:creationId xmlns:a16="http://schemas.microsoft.com/office/drawing/2014/main" id="{9B91526D-FE87-FAF9-ECE6-A0F6D588D287}"/>
                </a:ext>
              </a:extLst>
            </p:cNvPr>
            <p:cNvSpPr>
              <a:spLocks/>
            </p:cNvSpPr>
            <p:nvPr/>
          </p:nvSpPr>
          <p:spPr bwMode="auto">
            <a:xfrm rot="5094805">
              <a:off x="1102758" y="4535327"/>
              <a:ext cx="75404" cy="73119"/>
            </a:xfrm>
            <a:custGeom>
              <a:avLst/>
              <a:gdLst>
                <a:gd name="T0" fmla="*/ 17 w 31"/>
                <a:gd name="T1" fmla="*/ 26 h 30"/>
                <a:gd name="T2" fmla="*/ 1 w 31"/>
                <a:gd name="T3" fmla="*/ 24 h 30"/>
                <a:gd name="T4" fmla="*/ 14 w 31"/>
                <a:gd name="T5" fmla="*/ 5 h 30"/>
                <a:gd name="T6" fmla="*/ 31 w 31"/>
                <a:gd name="T7" fmla="*/ 8 h 30"/>
                <a:gd name="T8" fmla="*/ 17 w 31"/>
                <a:gd name="T9" fmla="*/ 26 h 30"/>
              </a:gdLst>
              <a:ahLst/>
              <a:cxnLst>
                <a:cxn ang="0">
                  <a:pos x="T0" y="T1"/>
                </a:cxn>
                <a:cxn ang="0">
                  <a:pos x="T2" y="T3"/>
                </a:cxn>
                <a:cxn ang="0">
                  <a:pos x="T4" y="T5"/>
                </a:cxn>
                <a:cxn ang="0">
                  <a:pos x="T6" y="T7"/>
                </a:cxn>
                <a:cxn ang="0">
                  <a:pos x="T8" y="T9"/>
                </a:cxn>
              </a:cxnLst>
              <a:rect l="0" t="0" r="r" b="b"/>
              <a:pathLst>
                <a:path w="31" h="30">
                  <a:moveTo>
                    <a:pt x="17" y="26"/>
                  </a:moveTo>
                  <a:cubicBezTo>
                    <a:pt x="9" y="30"/>
                    <a:pt x="2" y="29"/>
                    <a:pt x="1" y="24"/>
                  </a:cubicBezTo>
                  <a:cubicBezTo>
                    <a:pt x="0" y="18"/>
                    <a:pt x="6" y="10"/>
                    <a:pt x="14" y="5"/>
                  </a:cubicBezTo>
                  <a:cubicBezTo>
                    <a:pt x="22" y="0"/>
                    <a:pt x="30" y="1"/>
                    <a:pt x="31" y="8"/>
                  </a:cubicBezTo>
                  <a:cubicBezTo>
                    <a:pt x="31" y="14"/>
                    <a:pt x="25" y="22"/>
                    <a:pt x="1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 name="Freeform 971">
              <a:extLst>
                <a:ext uri="{FF2B5EF4-FFF2-40B4-BE49-F238E27FC236}">
                  <a16:creationId xmlns:a16="http://schemas.microsoft.com/office/drawing/2014/main" id="{D57AFB9C-C135-FDC6-8799-E50442794CED}"/>
                </a:ext>
              </a:extLst>
            </p:cNvPr>
            <p:cNvSpPr>
              <a:spLocks/>
            </p:cNvSpPr>
            <p:nvPr/>
          </p:nvSpPr>
          <p:spPr bwMode="auto">
            <a:xfrm rot="5094805">
              <a:off x="858591" y="4179479"/>
              <a:ext cx="79974" cy="66264"/>
            </a:xfrm>
            <a:custGeom>
              <a:avLst/>
              <a:gdLst>
                <a:gd name="T0" fmla="*/ 18 w 32"/>
                <a:gd name="T1" fmla="*/ 23 h 27"/>
                <a:gd name="T2" fmla="*/ 1 w 32"/>
                <a:gd name="T3" fmla="*/ 22 h 27"/>
                <a:gd name="T4" fmla="*/ 14 w 32"/>
                <a:gd name="T5" fmla="*/ 5 h 27"/>
                <a:gd name="T6" fmla="*/ 31 w 32"/>
                <a:gd name="T7" fmla="*/ 6 h 27"/>
                <a:gd name="T8" fmla="*/ 18 w 32"/>
                <a:gd name="T9" fmla="*/ 23 h 27"/>
              </a:gdLst>
              <a:ahLst/>
              <a:cxnLst>
                <a:cxn ang="0">
                  <a:pos x="T0" y="T1"/>
                </a:cxn>
                <a:cxn ang="0">
                  <a:pos x="T2" y="T3"/>
                </a:cxn>
                <a:cxn ang="0">
                  <a:pos x="T4" y="T5"/>
                </a:cxn>
                <a:cxn ang="0">
                  <a:pos x="T6" y="T7"/>
                </a:cxn>
                <a:cxn ang="0">
                  <a:pos x="T8" y="T9"/>
                </a:cxn>
              </a:cxnLst>
              <a:rect l="0" t="0" r="r" b="b"/>
              <a:pathLst>
                <a:path w="32" h="27">
                  <a:moveTo>
                    <a:pt x="18" y="23"/>
                  </a:moveTo>
                  <a:cubicBezTo>
                    <a:pt x="10" y="27"/>
                    <a:pt x="2" y="27"/>
                    <a:pt x="1" y="22"/>
                  </a:cubicBezTo>
                  <a:cubicBezTo>
                    <a:pt x="0" y="17"/>
                    <a:pt x="6" y="9"/>
                    <a:pt x="14" y="5"/>
                  </a:cubicBezTo>
                  <a:cubicBezTo>
                    <a:pt x="22" y="0"/>
                    <a:pt x="30" y="0"/>
                    <a:pt x="31" y="6"/>
                  </a:cubicBezTo>
                  <a:cubicBezTo>
                    <a:pt x="32" y="11"/>
                    <a:pt x="26" y="19"/>
                    <a:pt x="1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 name="Freeform 972">
              <a:extLst>
                <a:ext uri="{FF2B5EF4-FFF2-40B4-BE49-F238E27FC236}">
                  <a16:creationId xmlns:a16="http://schemas.microsoft.com/office/drawing/2014/main" id="{659DB40D-9E76-DC9E-A27E-D8C0E9550E85}"/>
                </a:ext>
              </a:extLst>
            </p:cNvPr>
            <p:cNvSpPr>
              <a:spLocks/>
            </p:cNvSpPr>
            <p:nvPr/>
          </p:nvSpPr>
          <p:spPr bwMode="auto">
            <a:xfrm rot="5094805">
              <a:off x="739357" y="3999689"/>
              <a:ext cx="79974" cy="66264"/>
            </a:xfrm>
            <a:custGeom>
              <a:avLst/>
              <a:gdLst>
                <a:gd name="T0" fmla="*/ 18 w 32"/>
                <a:gd name="T1" fmla="*/ 22 h 27"/>
                <a:gd name="T2" fmla="*/ 1 w 32"/>
                <a:gd name="T3" fmla="*/ 22 h 27"/>
                <a:gd name="T4" fmla="*/ 14 w 32"/>
                <a:gd name="T5" fmla="*/ 5 h 27"/>
                <a:gd name="T6" fmla="*/ 31 w 32"/>
                <a:gd name="T7" fmla="*/ 5 h 27"/>
                <a:gd name="T8" fmla="*/ 18 w 32"/>
                <a:gd name="T9" fmla="*/ 22 h 27"/>
              </a:gdLst>
              <a:ahLst/>
              <a:cxnLst>
                <a:cxn ang="0">
                  <a:pos x="T0" y="T1"/>
                </a:cxn>
                <a:cxn ang="0">
                  <a:pos x="T2" y="T3"/>
                </a:cxn>
                <a:cxn ang="0">
                  <a:pos x="T4" y="T5"/>
                </a:cxn>
                <a:cxn ang="0">
                  <a:pos x="T6" y="T7"/>
                </a:cxn>
                <a:cxn ang="0">
                  <a:pos x="T8" y="T9"/>
                </a:cxn>
              </a:cxnLst>
              <a:rect l="0" t="0" r="r" b="b"/>
              <a:pathLst>
                <a:path w="32" h="27">
                  <a:moveTo>
                    <a:pt x="18" y="22"/>
                  </a:moveTo>
                  <a:cubicBezTo>
                    <a:pt x="10" y="27"/>
                    <a:pt x="3" y="26"/>
                    <a:pt x="1" y="22"/>
                  </a:cubicBezTo>
                  <a:cubicBezTo>
                    <a:pt x="0" y="17"/>
                    <a:pt x="6" y="10"/>
                    <a:pt x="14" y="5"/>
                  </a:cubicBezTo>
                  <a:cubicBezTo>
                    <a:pt x="22" y="0"/>
                    <a:pt x="30" y="0"/>
                    <a:pt x="31" y="5"/>
                  </a:cubicBezTo>
                  <a:cubicBezTo>
                    <a:pt x="32" y="10"/>
                    <a:pt x="26" y="18"/>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 name="Freeform 973">
              <a:extLst>
                <a:ext uri="{FF2B5EF4-FFF2-40B4-BE49-F238E27FC236}">
                  <a16:creationId xmlns:a16="http://schemas.microsoft.com/office/drawing/2014/main" id="{05BD5FC9-D270-59D5-715A-53F950910987}"/>
                </a:ext>
              </a:extLst>
            </p:cNvPr>
            <p:cNvSpPr>
              <a:spLocks/>
            </p:cNvSpPr>
            <p:nvPr/>
          </p:nvSpPr>
          <p:spPr bwMode="auto">
            <a:xfrm rot="5094805">
              <a:off x="629131" y="3821480"/>
              <a:ext cx="77689" cy="59409"/>
            </a:xfrm>
            <a:custGeom>
              <a:avLst/>
              <a:gdLst>
                <a:gd name="T0" fmla="*/ 17 w 31"/>
                <a:gd name="T1" fmla="*/ 21 h 24"/>
                <a:gd name="T2" fmla="*/ 1 w 31"/>
                <a:gd name="T3" fmla="*/ 19 h 24"/>
                <a:gd name="T4" fmla="*/ 14 w 31"/>
                <a:gd name="T5" fmla="*/ 4 h 24"/>
                <a:gd name="T6" fmla="*/ 31 w 31"/>
                <a:gd name="T7" fmla="*/ 5 h 24"/>
                <a:gd name="T8" fmla="*/ 17 w 31"/>
                <a:gd name="T9" fmla="*/ 21 h 24"/>
              </a:gdLst>
              <a:ahLst/>
              <a:cxnLst>
                <a:cxn ang="0">
                  <a:pos x="T0" y="T1"/>
                </a:cxn>
                <a:cxn ang="0">
                  <a:pos x="T2" y="T3"/>
                </a:cxn>
                <a:cxn ang="0">
                  <a:pos x="T4" y="T5"/>
                </a:cxn>
                <a:cxn ang="0">
                  <a:pos x="T6" y="T7"/>
                </a:cxn>
                <a:cxn ang="0">
                  <a:pos x="T8" y="T9"/>
                </a:cxn>
              </a:cxnLst>
              <a:rect l="0" t="0" r="r" b="b"/>
              <a:pathLst>
                <a:path w="31" h="24">
                  <a:moveTo>
                    <a:pt x="17" y="21"/>
                  </a:moveTo>
                  <a:cubicBezTo>
                    <a:pt x="9" y="24"/>
                    <a:pt x="2" y="24"/>
                    <a:pt x="1" y="19"/>
                  </a:cubicBezTo>
                  <a:cubicBezTo>
                    <a:pt x="0" y="15"/>
                    <a:pt x="6" y="8"/>
                    <a:pt x="14" y="4"/>
                  </a:cubicBezTo>
                  <a:cubicBezTo>
                    <a:pt x="23" y="0"/>
                    <a:pt x="31" y="0"/>
                    <a:pt x="31" y="5"/>
                  </a:cubicBezTo>
                  <a:cubicBezTo>
                    <a:pt x="31" y="10"/>
                    <a:pt x="25" y="17"/>
                    <a:pt x="1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 name="Freeform 974">
              <a:extLst>
                <a:ext uri="{FF2B5EF4-FFF2-40B4-BE49-F238E27FC236}">
                  <a16:creationId xmlns:a16="http://schemas.microsoft.com/office/drawing/2014/main" id="{75F789BC-8EA7-A10C-3B60-4F93C7E70D39}"/>
                </a:ext>
              </a:extLst>
            </p:cNvPr>
            <p:cNvSpPr>
              <a:spLocks/>
            </p:cNvSpPr>
            <p:nvPr/>
          </p:nvSpPr>
          <p:spPr bwMode="auto">
            <a:xfrm rot="5094805">
              <a:off x="523456" y="3640580"/>
              <a:ext cx="75404" cy="57124"/>
            </a:xfrm>
            <a:custGeom>
              <a:avLst/>
              <a:gdLst>
                <a:gd name="T0" fmla="*/ 17 w 31"/>
                <a:gd name="T1" fmla="*/ 20 h 23"/>
                <a:gd name="T2" fmla="*/ 1 w 31"/>
                <a:gd name="T3" fmla="*/ 18 h 23"/>
                <a:gd name="T4" fmla="*/ 14 w 31"/>
                <a:gd name="T5" fmla="*/ 4 h 23"/>
                <a:gd name="T6" fmla="*/ 31 w 31"/>
                <a:gd name="T7" fmla="*/ 5 h 23"/>
                <a:gd name="T8" fmla="*/ 17 w 31"/>
                <a:gd name="T9" fmla="*/ 20 h 23"/>
              </a:gdLst>
              <a:ahLst/>
              <a:cxnLst>
                <a:cxn ang="0">
                  <a:pos x="T0" y="T1"/>
                </a:cxn>
                <a:cxn ang="0">
                  <a:pos x="T2" y="T3"/>
                </a:cxn>
                <a:cxn ang="0">
                  <a:pos x="T4" y="T5"/>
                </a:cxn>
                <a:cxn ang="0">
                  <a:pos x="T6" y="T7"/>
                </a:cxn>
                <a:cxn ang="0">
                  <a:pos x="T8" y="T9"/>
                </a:cxn>
              </a:cxnLst>
              <a:rect l="0" t="0" r="r" b="b"/>
              <a:pathLst>
                <a:path w="31" h="23">
                  <a:moveTo>
                    <a:pt x="17" y="20"/>
                  </a:moveTo>
                  <a:cubicBezTo>
                    <a:pt x="9" y="23"/>
                    <a:pt x="2" y="23"/>
                    <a:pt x="1" y="18"/>
                  </a:cubicBezTo>
                  <a:cubicBezTo>
                    <a:pt x="0" y="14"/>
                    <a:pt x="6" y="8"/>
                    <a:pt x="14" y="4"/>
                  </a:cubicBezTo>
                  <a:cubicBezTo>
                    <a:pt x="23" y="0"/>
                    <a:pt x="31" y="1"/>
                    <a:pt x="31" y="5"/>
                  </a:cubicBezTo>
                  <a:cubicBezTo>
                    <a:pt x="31" y="10"/>
                    <a:pt x="25" y="16"/>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 name="Freeform 975">
              <a:extLst>
                <a:ext uri="{FF2B5EF4-FFF2-40B4-BE49-F238E27FC236}">
                  <a16:creationId xmlns:a16="http://schemas.microsoft.com/office/drawing/2014/main" id="{1EE802CC-A3CA-A86B-6D94-73D547FF77C5}"/>
                </a:ext>
              </a:extLst>
            </p:cNvPr>
            <p:cNvSpPr>
              <a:spLocks/>
            </p:cNvSpPr>
            <p:nvPr/>
          </p:nvSpPr>
          <p:spPr bwMode="auto">
            <a:xfrm rot="5094805">
              <a:off x="423568" y="3460211"/>
              <a:ext cx="75404" cy="54839"/>
            </a:xfrm>
            <a:custGeom>
              <a:avLst/>
              <a:gdLst>
                <a:gd name="T0" fmla="*/ 17 w 31"/>
                <a:gd name="T1" fmla="*/ 19 h 22"/>
                <a:gd name="T2" fmla="*/ 1 w 31"/>
                <a:gd name="T3" fmla="*/ 18 h 22"/>
                <a:gd name="T4" fmla="*/ 14 w 31"/>
                <a:gd name="T5" fmla="*/ 4 h 22"/>
                <a:gd name="T6" fmla="*/ 31 w 31"/>
                <a:gd name="T7" fmla="*/ 6 h 22"/>
                <a:gd name="T8" fmla="*/ 17 w 31"/>
                <a:gd name="T9" fmla="*/ 19 h 22"/>
              </a:gdLst>
              <a:ahLst/>
              <a:cxnLst>
                <a:cxn ang="0">
                  <a:pos x="T0" y="T1"/>
                </a:cxn>
                <a:cxn ang="0">
                  <a:pos x="T2" y="T3"/>
                </a:cxn>
                <a:cxn ang="0">
                  <a:pos x="T4" y="T5"/>
                </a:cxn>
                <a:cxn ang="0">
                  <a:pos x="T6" y="T7"/>
                </a:cxn>
                <a:cxn ang="0">
                  <a:pos x="T8" y="T9"/>
                </a:cxn>
              </a:cxnLst>
              <a:rect l="0" t="0" r="r" b="b"/>
              <a:pathLst>
                <a:path w="31" h="22">
                  <a:moveTo>
                    <a:pt x="17" y="19"/>
                  </a:moveTo>
                  <a:cubicBezTo>
                    <a:pt x="9" y="22"/>
                    <a:pt x="2" y="22"/>
                    <a:pt x="1" y="18"/>
                  </a:cubicBezTo>
                  <a:cubicBezTo>
                    <a:pt x="0" y="14"/>
                    <a:pt x="6" y="8"/>
                    <a:pt x="14" y="4"/>
                  </a:cubicBezTo>
                  <a:cubicBezTo>
                    <a:pt x="22" y="0"/>
                    <a:pt x="30" y="1"/>
                    <a:pt x="31" y="6"/>
                  </a:cubicBezTo>
                  <a:cubicBezTo>
                    <a:pt x="31" y="10"/>
                    <a:pt x="25" y="16"/>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 name="Freeform 976">
              <a:extLst>
                <a:ext uri="{FF2B5EF4-FFF2-40B4-BE49-F238E27FC236}">
                  <a16:creationId xmlns:a16="http://schemas.microsoft.com/office/drawing/2014/main" id="{CA5E90D9-0BBF-1F01-0EC6-5435C2E4CF37}"/>
                </a:ext>
              </a:extLst>
            </p:cNvPr>
            <p:cNvSpPr>
              <a:spLocks/>
            </p:cNvSpPr>
            <p:nvPr/>
          </p:nvSpPr>
          <p:spPr bwMode="auto">
            <a:xfrm rot="5094805">
              <a:off x="329158" y="3277999"/>
              <a:ext cx="79974" cy="50269"/>
            </a:xfrm>
            <a:custGeom>
              <a:avLst/>
              <a:gdLst>
                <a:gd name="T0" fmla="*/ 18 w 32"/>
                <a:gd name="T1" fmla="*/ 17 h 20"/>
                <a:gd name="T2" fmla="*/ 1 w 32"/>
                <a:gd name="T3" fmla="*/ 16 h 20"/>
                <a:gd name="T4" fmla="*/ 14 w 32"/>
                <a:gd name="T5" fmla="*/ 3 h 20"/>
                <a:gd name="T6" fmla="*/ 31 w 32"/>
                <a:gd name="T7" fmla="*/ 5 h 20"/>
                <a:gd name="T8" fmla="*/ 18 w 32"/>
                <a:gd name="T9" fmla="*/ 17 h 20"/>
              </a:gdLst>
              <a:ahLst/>
              <a:cxnLst>
                <a:cxn ang="0">
                  <a:pos x="T0" y="T1"/>
                </a:cxn>
                <a:cxn ang="0">
                  <a:pos x="T2" y="T3"/>
                </a:cxn>
                <a:cxn ang="0">
                  <a:pos x="T4" y="T5"/>
                </a:cxn>
                <a:cxn ang="0">
                  <a:pos x="T6" y="T7"/>
                </a:cxn>
                <a:cxn ang="0">
                  <a:pos x="T8" y="T9"/>
                </a:cxn>
              </a:cxnLst>
              <a:rect l="0" t="0" r="r" b="b"/>
              <a:pathLst>
                <a:path w="32" h="20">
                  <a:moveTo>
                    <a:pt x="18" y="17"/>
                  </a:moveTo>
                  <a:cubicBezTo>
                    <a:pt x="10" y="20"/>
                    <a:pt x="2" y="20"/>
                    <a:pt x="1" y="16"/>
                  </a:cubicBezTo>
                  <a:cubicBezTo>
                    <a:pt x="0" y="12"/>
                    <a:pt x="6" y="6"/>
                    <a:pt x="14" y="3"/>
                  </a:cubicBezTo>
                  <a:cubicBezTo>
                    <a:pt x="22" y="0"/>
                    <a:pt x="30" y="0"/>
                    <a:pt x="31" y="5"/>
                  </a:cubicBezTo>
                  <a:cubicBezTo>
                    <a:pt x="32" y="8"/>
                    <a:pt x="26" y="14"/>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 name="Freeform 977">
              <a:extLst>
                <a:ext uri="{FF2B5EF4-FFF2-40B4-BE49-F238E27FC236}">
                  <a16:creationId xmlns:a16="http://schemas.microsoft.com/office/drawing/2014/main" id="{46B16F8B-7A97-903B-B8CD-494A2D087E66}"/>
                </a:ext>
              </a:extLst>
            </p:cNvPr>
            <p:cNvSpPr>
              <a:spLocks/>
            </p:cNvSpPr>
            <p:nvPr/>
          </p:nvSpPr>
          <p:spPr bwMode="auto">
            <a:xfrm rot="5094805">
              <a:off x="246137" y="3094977"/>
              <a:ext cx="79974" cy="45700"/>
            </a:xfrm>
            <a:custGeom>
              <a:avLst/>
              <a:gdLst>
                <a:gd name="T0" fmla="*/ 18 w 32"/>
                <a:gd name="T1" fmla="*/ 17 h 19"/>
                <a:gd name="T2" fmla="*/ 1 w 32"/>
                <a:gd name="T3" fmla="*/ 15 h 19"/>
                <a:gd name="T4" fmla="*/ 14 w 32"/>
                <a:gd name="T5" fmla="*/ 3 h 19"/>
                <a:gd name="T6" fmla="*/ 32 w 32"/>
                <a:gd name="T7" fmla="*/ 5 h 19"/>
                <a:gd name="T8" fmla="*/ 18 w 32"/>
                <a:gd name="T9" fmla="*/ 17 h 19"/>
              </a:gdLst>
              <a:ahLst/>
              <a:cxnLst>
                <a:cxn ang="0">
                  <a:pos x="T0" y="T1"/>
                </a:cxn>
                <a:cxn ang="0">
                  <a:pos x="T2" y="T3"/>
                </a:cxn>
                <a:cxn ang="0">
                  <a:pos x="T4" y="T5"/>
                </a:cxn>
                <a:cxn ang="0">
                  <a:pos x="T6" y="T7"/>
                </a:cxn>
                <a:cxn ang="0">
                  <a:pos x="T8" y="T9"/>
                </a:cxn>
              </a:cxnLst>
              <a:rect l="0" t="0" r="r" b="b"/>
              <a:pathLst>
                <a:path w="32" h="19">
                  <a:moveTo>
                    <a:pt x="18" y="17"/>
                  </a:moveTo>
                  <a:cubicBezTo>
                    <a:pt x="10" y="19"/>
                    <a:pt x="2" y="18"/>
                    <a:pt x="1" y="15"/>
                  </a:cubicBezTo>
                  <a:cubicBezTo>
                    <a:pt x="0" y="11"/>
                    <a:pt x="6" y="5"/>
                    <a:pt x="14" y="3"/>
                  </a:cubicBezTo>
                  <a:cubicBezTo>
                    <a:pt x="23" y="0"/>
                    <a:pt x="31" y="1"/>
                    <a:pt x="32" y="5"/>
                  </a:cubicBezTo>
                  <a:cubicBezTo>
                    <a:pt x="32" y="9"/>
                    <a:pt x="26" y="14"/>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 name="Freeform 978">
              <a:extLst>
                <a:ext uri="{FF2B5EF4-FFF2-40B4-BE49-F238E27FC236}">
                  <a16:creationId xmlns:a16="http://schemas.microsoft.com/office/drawing/2014/main" id="{FE1FEDE8-D571-6408-6F51-C1315C830573}"/>
                </a:ext>
              </a:extLst>
            </p:cNvPr>
            <p:cNvSpPr>
              <a:spLocks/>
            </p:cNvSpPr>
            <p:nvPr/>
          </p:nvSpPr>
          <p:spPr bwMode="auto">
            <a:xfrm rot="5094805">
              <a:off x="176676" y="2906275"/>
              <a:ext cx="77689" cy="47985"/>
            </a:xfrm>
            <a:custGeom>
              <a:avLst/>
              <a:gdLst>
                <a:gd name="T0" fmla="*/ 18 w 32"/>
                <a:gd name="T1" fmla="*/ 16 h 19"/>
                <a:gd name="T2" fmla="*/ 1 w 32"/>
                <a:gd name="T3" fmla="*/ 14 h 19"/>
                <a:gd name="T4" fmla="*/ 14 w 32"/>
                <a:gd name="T5" fmla="*/ 3 h 19"/>
                <a:gd name="T6" fmla="*/ 32 w 32"/>
                <a:gd name="T7" fmla="*/ 6 h 19"/>
                <a:gd name="T8" fmla="*/ 18 w 32"/>
                <a:gd name="T9" fmla="*/ 16 h 19"/>
              </a:gdLst>
              <a:ahLst/>
              <a:cxnLst>
                <a:cxn ang="0">
                  <a:pos x="T0" y="T1"/>
                </a:cxn>
                <a:cxn ang="0">
                  <a:pos x="T2" y="T3"/>
                </a:cxn>
                <a:cxn ang="0">
                  <a:pos x="T4" y="T5"/>
                </a:cxn>
                <a:cxn ang="0">
                  <a:pos x="T6" y="T7"/>
                </a:cxn>
                <a:cxn ang="0">
                  <a:pos x="T8" y="T9"/>
                </a:cxn>
              </a:cxnLst>
              <a:rect l="0" t="0" r="r" b="b"/>
              <a:pathLst>
                <a:path w="32" h="19">
                  <a:moveTo>
                    <a:pt x="18" y="16"/>
                  </a:moveTo>
                  <a:cubicBezTo>
                    <a:pt x="10" y="19"/>
                    <a:pt x="2" y="17"/>
                    <a:pt x="1" y="14"/>
                  </a:cubicBezTo>
                  <a:cubicBezTo>
                    <a:pt x="0" y="10"/>
                    <a:pt x="6" y="5"/>
                    <a:pt x="14" y="3"/>
                  </a:cubicBezTo>
                  <a:cubicBezTo>
                    <a:pt x="23" y="0"/>
                    <a:pt x="31" y="2"/>
                    <a:pt x="32" y="6"/>
                  </a:cubicBezTo>
                  <a:cubicBezTo>
                    <a:pt x="32" y="10"/>
                    <a:pt x="26" y="14"/>
                    <a:pt x="1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 name="Freeform 979">
              <a:extLst>
                <a:ext uri="{FF2B5EF4-FFF2-40B4-BE49-F238E27FC236}">
                  <a16:creationId xmlns:a16="http://schemas.microsoft.com/office/drawing/2014/main" id="{62364CD2-BA70-7277-CE69-C13462345DEC}"/>
                </a:ext>
              </a:extLst>
            </p:cNvPr>
            <p:cNvSpPr>
              <a:spLocks/>
            </p:cNvSpPr>
            <p:nvPr/>
          </p:nvSpPr>
          <p:spPr bwMode="auto">
            <a:xfrm rot="5094805">
              <a:off x="117552" y="2722269"/>
              <a:ext cx="77689" cy="41130"/>
            </a:xfrm>
            <a:custGeom>
              <a:avLst/>
              <a:gdLst>
                <a:gd name="T0" fmla="*/ 18 w 32"/>
                <a:gd name="T1" fmla="*/ 15 h 17"/>
                <a:gd name="T2" fmla="*/ 1 w 32"/>
                <a:gd name="T3" fmla="*/ 12 h 17"/>
                <a:gd name="T4" fmla="*/ 15 w 32"/>
                <a:gd name="T5" fmla="*/ 1 h 17"/>
                <a:gd name="T6" fmla="*/ 31 w 32"/>
                <a:gd name="T7" fmla="*/ 6 h 17"/>
                <a:gd name="T8" fmla="*/ 18 w 32"/>
                <a:gd name="T9" fmla="*/ 15 h 17"/>
              </a:gdLst>
              <a:ahLst/>
              <a:cxnLst>
                <a:cxn ang="0">
                  <a:pos x="T0" y="T1"/>
                </a:cxn>
                <a:cxn ang="0">
                  <a:pos x="T2" y="T3"/>
                </a:cxn>
                <a:cxn ang="0">
                  <a:pos x="T4" y="T5"/>
                </a:cxn>
                <a:cxn ang="0">
                  <a:pos x="T6" y="T7"/>
                </a:cxn>
                <a:cxn ang="0">
                  <a:pos x="T8" y="T9"/>
                </a:cxn>
              </a:cxnLst>
              <a:rect l="0" t="0" r="r" b="b"/>
              <a:pathLst>
                <a:path w="32" h="17">
                  <a:moveTo>
                    <a:pt x="18" y="15"/>
                  </a:moveTo>
                  <a:cubicBezTo>
                    <a:pt x="10" y="17"/>
                    <a:pt x="2" y="15"/>
                    <a:pt x="1" y="12"/>
                  </a:cubicBezTo>
                  <a:cubicBezTo>
                    <a:pt x="0" y="8"/>
                    <a:pt x="6" y="3"/>
                    <a:pt x="15" y="1"/>
                  </a:cubicBezTo>
                  <a:cubicBezTo>
                    <a:pt x="23" y="0"/>
                    <a:pt x="31" y="2"/>
                    <a:pt x="31" y="6"/>
                  </a:cubicBezTo>
                  <a:cubicBezTo>
                    <a:pt x="32" y="9"/>
                    <a:pt x="26" y="14"/>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 name="Freeform 980">
              <a:extLst>
                <a:ext uri="{FF2B5EF4-FFF2-40B4-BE49-F238E27FC236}">
                  <a16:creationId xmlns:a16="http://schemas.microsoft.com/office/drawing/2014/main" id="{5F84D287-58B5-1D91-3A3C-D842F3BCCA2E}"/>
                </a:ext>
              </a:extLst>
            </p:cNvPr>
            <p:cNvSpPr>
              <a:spLocks/>
            </p:cNvSpPr>
            <p:nvPr/>
          </p:nvSpPr>
          <p:spPr bwMode="auto">
            <a:xfrm rot="5094805">
              <a:off x="71874" y="2532283"/>
              <a:ext cx="82259" cy="38845"/>
            </a:xfrm>
            <a:custGeom>
              <a:avLst/>
              <a:gdLst>
                <a:gd name="T0" fmla="*/ 19 w 33"/>
                <a:gd name="T1" fmla="*/ 15 h 16"/>
                <a:gd name="T2" fmla="*/ 1 w 33"/>
                <a:gd name="T3" fmla="*/ 10 h 16"/>
                <a:gd name="T4" fmla="*/ 15 w 33"/>
                <a:gd name="T5" fmla="*/ 1 h 16"/>
                <a:gd name="T6" fmla="*/ 32 w 33"/>
                <a:gd name="T7" fmla="*/ 7 h 16"/>
                <a:gd name="T8" fmla="*/ 19 w 33"/>
                <a:gd name="T9" fmla="*/ 15 h 16"/>
              </a:gdLst>
              <a:ahLst/>
              <a:cxnLst>
                <a:cxn ang="0">
                  <a:pos x="T0" y="T1"/>
                </a:cxn>
                <a:cxn ang="0">
                  <a:pos x="T2" y="T3"/>
                </a:cxn>
                <a:cxn ang="0">
                  <a:pos x="T4" y="T5"/>
                </a:cxn>
                <a:cxn ang="0">
                  <a:pos x="T6" y="T7"/>
                </a:cxn>
                <a:cxn ang="0">
                  <a:pos x="T8" y="T9"/>
                </a:cxn>
              </a:cxnLst>
              <a:rect l="0" t="0" r="r" b="b"/>
              <a:pathLst>
                <a:path w="33" h="16">
                  <a:moveTo>
                    <a:pt x="19" y="15"/>
                  </a:moveTo>
                  <a:cubicBezTo>
                    <a:pt x="10" y="16"/>
                    <a:pt x="3" y="14"/>
                    <a:pt x="1" y="10"/>
                  </a:cubicBezTo>
                  <a:cubicBezTo>
                    <a:pt x="0" y="6"/>
                    <a:pt x="6" y="2"/>
                    <a:pt x="15" y="1"/>
                  </a:cubicBezTo>
                  <a:cubicBezTo>
                    <a:pt x="24" y="0"/>
                    <a:pt x="31" y="3"/>
                    <a:pt x="32" y="7"/>
                  </a:cubicBezTo>
                  <a:cubicBezTo>
                    <a:pt x="33" y="11"/>
                    <a:pt x="27" y="14"/>
                    <a:pt x="1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1" name="Freeform 981">
              <a:extLst>
                <a:ext uri="{FF2B5EF4-FFF2-40B4-BE49-F238E27FC236}">
                  <a16:creationId xmlns:a16="http://schemas.microsoft.com/office/drawing/2014/main" id="{26212DBF-A924-F770-0B1B-0FC34851B38D}"/>
                </a:ext>
              </a:extLst>
            </p:cNvPr>
            <p:cNvSpPr>
              <a:spLocks/>
            </p:cNvSpPr>
            <p:nvPr/>
          </p:nvSpPr>
          <p:spPr bwMode="auto">
            <a:xfrm rot="5094805">
              <a:off x="43186" y="2340146"/>
              <a:ext cx="75404" cy="36560"/>
            </a:xfrm>
            <a:custGeom>
              <a:avLst/>
              <a:gdLst>
                <a:gd name="T0" fmla="*/ 16 w 31"/>
                <a:gd name="T1" fmla="*/ 14 h 15"/>
                <a:gd name="T2" fmla="*/ 1 w 31"/>
                <a:gd name="T3" fmla="*/ 9 h 15"/>
                <a:gd name="T4" fmla="*/ 14 w 31"/>
                <a:gd name="T5" fmla="*/ 1 h 15"/>
                <a:gd name="T6" fmla="*/ 31 w 31"/>
                <a:gd name="T7" fmla="*/ 7 h 15"/>
                <a:gd name="T8" fmla="*/ 16 w 31"/>
                <a:gd name="T9" fmla="*/ 14 h 15"/>
              </a:gdLst>
              <a:ahLst/>
              <a:cxnLst>
                <a:cxn ang="0">
                  <a:pos x="T0" y="T1"/>
                </a:cxn>
                <a:cxn ang="0">
                  <a:pos x="T2" y="T3"/>
                </a:cxn>
                <a:cxn ang="0">
                  <a:pos x="T4" y="T5"/>
                </a:cxn>
                <a:cxn ang="0">
                  <a:pos x="T6" y="T7"/>
                </a:cxn>
                <a:cxn ang="0">
                  <a:pos x="T8" y="T9"/>
                </a:cxn>
              </a:cxnLst>
              <a:rect l="0" t="0" r="r" b="b"/>
              <a:pathLst>
                <a:path w="31" h="15">
                  <a:moveTo>
                    <a:pt x="16" y="14"/>
                  </a:moveTo>
                  <a:cubicBezTo>
                    <a:pt x="8" y="15"/>
                    <a:pt x="1" y="13"/>
                    <a:pt x="1" y="9"/>
                  </a:cubicBezTo>
                  <a:cubicBezTo>
                    <a:pt x="0" y="5"/>
                    <a:pt x="6" y="2"/>
                    <a:pt x="14" y="1"/>
                  </a:cubicBezTo>
                  <a:cubicBezTo>
                    <a:pt x="23" y="0"/>
                    <a:pt x="31" y="3"/>
                    <a:pt x="31" y="7"/>
                  </a:cubicBezTo>
                  <a:cubicBezTo>
                    <a:pt x="31" y="11"/>
                    <a:pt x="25" y="14"/>
                    <a:pt x="1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2" name="Freeform 982">
              <a:extLst>
                <a:ext uri="{FF2B5EF4-FFF2-40B4-BE49-F238E27FC236}">
                  <a16:creationId xmlns:a16="http://schemas.microsoft.com/office/drawing/2014/main" id="{51CF5D1B-E34A-D6C8-A3FC-B4358E3B35D2}"/>
                </a:ext>
              </a:extLst>
            </p:cNvPr>
            <p:cNvSpPr>
              <a:spLocks/>
            </p:cNvSpPr>
            <p:nvPr/>
          </p:nvSpPr>
          <p:spPr bwMode="auto">
            <a:xfrm rot="5094805">
              <a:off x="8993" y="2149244"/>
              <a:ext cx="77689" cy="36560"/>
            </a:xfrm>
            <a:custGeom>
              <a:avLst/>
              <a:gdLst>
                <a:gd name="T0" fmla="*/ 18 w 32"/>
                <a:gd name="T1" fmla="*/ 14 h 15"/>
                <a:gd name="T2" fmla="*/ 1 w 32"/>
                <a:gd name="T3" fmla="*/ 9 h 15"/>
                <a:gd name="T4" fmla="*/ 13 w 32"/>
                <a:gd name="T5" fmla="*/ 1 h 15"/>
                <a:gd name="T6" fmla="*/ 31 w 32"/>
                <a:gd name="T7" fmla="*/ 7 h 15"/>
                <a:gd name="T8" fmla="*/ 18 w 32"/>
                <a:gd name="T9" fmla="*/ 14 h 15"/>
              </a:gdLst>
              <a:ahLst/>
              <a:cxnLst>
                <a:cxn ang="0">
                  <a:pos x="T0" y="T1"/>
                </a:cxn>
                <a:cxn ang="0">
                  <a:pos x="T2" y="T3"/>
                </a:cxn>
                <a:cxn ang="0">
                  <a:pos x="T4" y="T5"/>
                </a:cxn>
                <a:cxn ang="0">
                  <a:pos x="T6" y="T7"/>
                </a:cxn>
                <a:cxn ang="0">
                  <a:pos x="T8" y="T9"/>
                </a:cxn>
              </a:cxnLst>
              <a:rect l="0" t="0" r="r" b="b"/>
              <a:pathLst>
                <a:path w="32" h="15">
                  <a:moveTo>
                    <a:pt x="18" y="14"/>
                  </a:moveTo>
                  <a:cubicBezTo>
                    <a:pt x="9" y="15"/>
                    <a:pt x="2" y="13"/>
                    <a:pt x="1" y="9"/>
                  </a:cubicBezTo>
                  <a:cubicBezTo>
                    <a:pt x="0" y="6"/>
                    <a:pt x="5" y="2"/>
                    <a:pt x="13" y="1"/>
                  </a:cubicBezTo>
                  <a:cubicBezTo>
                    <a:pt x="22" y="0"/>
                    <a:pt x="31" y="3"/>
                    <a:pt x="31" y="7"/>
                  </a:cubicBezTo>
                  <a:cubicBezTo>
                    <a:pt x="32" y="10"/>
                    <a:pt x="26" y="13"/>
                    <a:pt x="1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3" name="Freeform 983">
              <a:extLst>
                <a:ext uri="{FF2B5EF4-FFF2-40B4-BE49-F238E27FC236}">
                  <a16:creationId xmlns:a16="http://schemas.microsoft.com/office/drawing/2014/main" id="{8FB5714C-B26B-8451-AFD4-B845D68EB3D3}"/>
                </a:ext>
              </a:extLst>
            </p:cNvPr>
            <p:cNvSpPr>
              <a:spLocks/>
            </p:cNvSpPr>
            <p:nvPr/>
          </p:nvSpPr>
          <p:spPr bwMode="auto">
            <a:xfrm rot="5094805">
              <a:off x="-23127" y="1958148"/>
              <a:ext cx="79974" cy="31990"/>
            </a:xfrm>
            <a:custGeom>
              <a:avLst/>
              <a:gdLst>
                <a:gd name="T0" fmla="*/ 17 w 32"/>
                <a:gd name="T1" fmla="*/ 12 h 13"/>
                <a:gd name="T2" fmla="*/ 1 w 32"/>
                <a:gd name="T3" fmla="*/ 7 h 13"/>
                <a:gd name="T4" fmla="*/ 14 w 32"/>
                <a:gd name="T5" fmla="*/ 0 h 13"/>
                <a:gd name="T6" fmla="*/ 31 w 32"/>
                <a:gd name="T7" fmla="*/ 6 h 13"/>
                <a:gd name="T8" fmla="*/ 17 w 32"/>
                <a:gd name="T9" fmla="*/ 12 h 13"/>
              </a:gdLst>
              <a:ahLst/>
              <a:cxnLst>
                <a:cxn ang="0">
                  <a:pos x="T0" y="T1"/>
                </a:cxn>
                <a:cxn ang="0">
                  <a:pos x="T2" y="T3"/>
                </a:cxn>
                <a:cxn ang="0">
                  <a:pos x="T4" y="T5"/>
                </a:cxn>
                <a:cxn ang="0">
                  <a:pos x="T6" y="T7"/>
                </a:cxn>
                <a:cxn ang="0">
                  <a:pos x="T8" y="T9"/>
                </a:cxn>
              </a:cxnLst>
              <a:rect l="0" t="0" r="r" b="b"/>
              <a:pathLst>
                <a:path w="32" h="13">
                  <a:moveTo>
                    <a:pt x="17" y="12"/>
                  </a:moveTo>
                  <a:cubicBezTo>
                    <a:pt x="9" y="13"/>
                    <a:pt x="2" y="11"/>
                    <a:pt x="1" y="7"/>
                  </a:cubicBezTo>
                  <a:cubicBezTo>
                    <a:pt x="0" y="4"/>
                    <a:pt x="6" y="1"/>
                    <a:pt x="14" y="0"/>
                  </a:cubicBezTo>
                  <a:cubicBezTo>
                    <a:pt x="23" y="0"/>
                    <a:pt x="31" y="2"/>
                    <a:pt x="31" y="6"/>
                  </a:cubicBezTo>
                  <a:cubicBezTo>
                    <a:pt x="32" y="9"/>
                    <a:pt x="25" y="12"/>
                    <a:pt x="1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4" name="Freeform 984">
              <a:extLst>
                <a:ext uri="{FF2B5EF4-FFF2-40B4-BE49-F238E27FC236}">
                  <a16:creationId xmlns:a16="http://schemas.microsoft.com/office/drawing/2014/main" id="{7FE843EB-5778-5B71-D2B5-4D83D45BBFD9}"/>
                </a:ext>
              </a:extLst>
            </p:cNvPr>
            <p:cNvSpPr>
              <a:spLocks/>
            </p:cNvSpPr>
            <p:nvPr/>
          </p:nvSpPr>
          <p:spPr bwMode="auto">
            <a:xfrm rot="5094805">
              <a:off x="-51823" y="1765809"/>
              <a:ext cx="77689" cy="29705"/>
            </a:xfrm>
            <a:custGeom>
              <a:avLst/>
              <a:gdLst>
                <a:gd name="T0" fmla="*/ 17 w 32"/>
                <a:gd name="T1" fmla="*/ 12 h 12"/>
                <a:gd name="T2" fmla="*/ 1 w 32"/>
                <a:gd name="T3" fmla="*/ 7 h 12"/>
                <a:gd name="T4" fmla="*/ 14 w 32"/>
                <a:gd name="T5" fmla="*/ 1 h 12"/>
                <a:gd name="T6" fmla="*/ 31 w 32"/>
                <a:gd name="T7" fmla="*/ 6 h 12"/>
                <a:gd name="T8" fmla="*/ 17 w 32"/>
                <a:gd name="T9" fmla="*/ 12 h 12"/>
              </a:gdLst>
              <a:ahLst/>
              <a:cxnLst>
                <a:cxn ang="0">
                  <a:pos x="T0" y="T1"/>
                </a:cxn>
                <a:cxn ang="0">
                  <a:pos x="T2" y="T3"/>
                </a:cxn>
                <a:cxn ang="0">
                  <a:pos x="T4" y="T5"/>
                </a:cxn>
                <a:cxn ang="0">
                  <a:pos x="T6" y="T7"/>
                </a:cxn>
                <a:cxn ang="0">
                  <a:pos x="T8" y="T9"/>
                </a:cxn>
              </a:cxnLst>
              <a:rect l="0" t="0" r="r" b="b"/>
              <a:pathLst>
                <a:path w="32" h="12">
                  <a:moveTo>
                    <a:pt x="17" y="12"/>
                  </a:moveTo>
                  <a:cubicBezTo>
                    <a:pt x="9" y="12"/>
                    <a:pt x="2" y="10"/>
                    <a:pt x="1" y="7"/>
                  </a:cubicBezTo>
                  <a:cubicBezTo>
                    <a:pt x="0" y="4"/>
                    <a:pt x="6" y="1"/>
                    <a:pt x="14" y="1"/>
                  </a:cubicBezTo>
                  <a:cubicBezTo>
                    <a:pt x="23" y="0"/>
                    <a:pt x="31" y="2"/>
                    <a:pt x="31" y="6"/>
                  </a:cubicBezTo>
                  <a:cubicBezTo>
                    <a:pt x="32" y="9"/>
                    <a:pt x="26" y="11"/>
                    <a:pt x="1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5" name="Freeform 1014">
              <a:extLst>
                <a:ext uri="{FF2B5EF4-FFF2-40B4-BE49-F238E27FC236}">
                  <a16:creationId xmlns:a16="http://schemas.microsoft.com/office/drawing/2014/main" id="{5F7443B1-E0A7-36DB-0257-09F616090350}"/>
                </a:ext>
              </a:extLst>
            </p:cNvPr>
            <p:cNvSpPr>
              <a:spLocks/>
            </p:cNvSpPr>
            <p:nvPr/>
          </p:nvSpPr>
          <p:spPr bwMode="auto">
            <a:xfrm rot="5094805">
              <a:off x="2039697" y="6788125"/>
              <a:ext cx="79974" cy="47984"/>
            </a:xfrm>
            <a:custGeom>
              <a:avLst/>
              <a:gdLst>
                <a:gd name="T0" fmla="*/ 17 w 32"/>
                <a:gd name="T1" fmla="*/ 18 h 19"/>
                <a:gd name="T2" fmla="*/ 0 w 32"/>
                <a:gd name="T3" fmla="*/ 10 h 19"/>
                <a:gd name="T4" fmla="*/ 14 w 32"/>
                <a:gd name="T5" fmla="*/ 1 h 19"/>
                <a:gd name="T6" fmla="*/ 32 w 32"/>
                <a:gd name="T7" fmla="*/ 8 h 19"/>
                <a:gd name="T8" fmla="*/ 17 w 32"/>
                <a:gd name="T9" fmla="*/ 18 h 19"/>
              </a:gdLst>
              <a:ahLst/>
              <a:cxnLst>
                <a:cxn ang="0">
                  <a:pos x="T0" y="T1"/>
                </a:cxn>
                <a:cxn ang="0">
                  <a:pos x="T2" y="T3"/>
                </a:cxn>
                <a:cxn ang="0">
                  <a:pos x="T4" y="T5"/>
                </a:cxn>
                <a:cxn ang="0">
                  <a:pos x="T6" y="T7"/>
                </a:cxn>
                <a:cxn ang="0">
                  <a:pos x="T8" y="T9"/>
                </a:cxn>
              </a:cxnLst>
              <a:rect l="0" t="0" r="r" b="b"/>
              <a:pathLst>
                <a:path w="32" h="19">
                  <a:moveTo>
                    <a:pt x="17" y="18"/>
                  </a:moveTo>
                  <a:cubicBezTo>
                    <a:pt x="8" y="19"/>
                    <a:pt x="1" y="15"/>
                    <a:pt x="0" y="10"/>
                  </a:cubicBezTo>
                  <a:cubicBezTo>
                    <a:pt x="0" y="6"/>
                    <a:pt x="6" y="1"/>
                    <a:pt x="14" y="1"/>
                  </a:cubicBezTo>
                  <a:cubicBezTo>
                    <a:pt x="24" y="0"/>
                    <a:pt x="32" y="3"/>
                    <a:pt x="32" y="8"/>
                  </a:cubicBezTo>
                  <a:cubicBezTo>
                    <a:pt x="32" y="13"/>
                    <a:pt x="25" y="17"/>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6" name="Freeform 1015">
              <a:extLst>
                <a:ext uri="{FF2B5EF4-FFF2-40B4-BE49-F238E27FC236}">
                  <a16:creationId xmlns:a16="http://schemas.microsoft.com/office/drawing/2014/main" id="{17A235CE-525C-7852-D6EA-EF1E4CA5BF57}"/>
                </a:ext>
              </a:extLst>
            </p:cNvPr>
            <p:cNvSpPr>
              <a:spLocks/>
            </p:cNvSpPr>
            <p:nvPr/>
          </p:nvSpPr>
          <p:spPr bwMode="auto">
            <a:xfrm rot="5094805">
              <a:off x="2000450" y="6593182"/>
              <a:ext cx="79974" cy="45700"/>
            </a:xfrm>
            <a:custGeom>
              <a:avLst/>
              <a:gdLst>
                <a:gd name="T0" fmla="*/ 18 w 33"/>
                <a:gd name="T1" fmla="*/ 18 h 19"/>
                <a:gd name="T2" fmla="*/ 1 w 33"/>
                <a:gd name="T3" fmla="*/ 11 h 19"/>
                <a:gd name="T4" fmla="*/ 15 w 33"/>
                <a:gd name="T5" fmla="*/ 1 h 19"/>
                <a:gd name="T6" fmla="*/ 32 w 33"/>
                <a:gd name="T7" fmla="*/ 8 h 19"/>
                <a:gd name="T8" fmla="*/ 18 w 33"/>
                <a:gd name="T9" fmla="*/ 18 h 19"/>
              </a:gdLst>
              <a:ahLst/>
              <a:cxnLst>
                <a:cxn ang="0">
                  <a:pos x="T0" y="T1"/>
                </a:cxn>
                <a:cxn ang="0">
                  <a:pos x="T2" y="T3"/>
                </a:cxn>
                <a:cxn ang="0">
                  <a:pos x="T4" y="T5"/>
                </a:cxn>
                <a:cxn ang="0">
                  <a:pos x="T6" y="T7"/>
                </a:cxn>
                <a:cxn ang="0">
                  <a:pos x="T8" y="T9"/>
                </a:cxn>
              </a:cxnLst>
              <a:rect l="0" t="0" r="r" b="b"/>
              <a:pathLst>
                <a:path w="33" h="19">
                  <a:moveTo>
                    <a:pt x="18" y="18"/>
                  </a:moveTo>
                  <a:cubicBezTo>
                    <a:pt x="9" y="19"/>
                    <a:pt x="2" y="16"/>
                    <a:pt x="1" y="11"/>
                  </a:cubicBezTo>
                  <a:cubicBezTo>
                    <a:pt x="0" y="6"/>
                    <a:pt x="6" y="2"/>
                    <a:pt x="15" y="1"/>
                  </a:cubicBezTo>
                  <a:cubicBezTo>
                    <a:pt x="24" y="0"/>
                    <a:pt x="32" y="3"/>
                    <a:pt x="32" y="8"/>
                  </a:cubicBezTo>
                  <a:cubicBezTo>
                    <a:pt x="33" y="13"/>
                    <a:pt x="26" y="18"/>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7" name="Freeform 1016">
              <a:extLst>
                <a:ext uri="{FF2B5EF4-FFF2-40B4-BE49-F238E27FC236}">
                  <a16:creationId xmlns:a16="http://schemas.microsoft.com/office/drawing/2014/main" id="{934C6EF0-E92D-A66F-2D1D-41228C8DE2A3}"/>
                </a:ext>
              </a:extLst>
            </p:cNvPr>
            <p:cNvSpPr>
              <a:spLocks/>
            </p:cNvSpPr>
            <p:nvPr/>
          </p:nvSpPr>
          <p:spPr bwMode="auto">
            <a:xfrm rot="5094805">
              <a:off x="1960267" y="6397189"/>
              <a:ext cx="79974" cy="50269"/>
            </a:xfrm>
            <a:custGeom>
              <a:avLst/>
              <a:gdLst>
                <a:gd name="T0" fmla="*/ 17 w 32"/>
                <a:gd name="T1" fmla="*/ 20 h 21"/>
                <a:gd name="T2" fmla="*/ 0 w 32"/>
                <a:gd name="T3" fmla="*/ 12 h 21"/>
                <a:gd name="T4" fmla="*/ 14 w 32"/>
                <a:gd name="T5" fmla="*/ 1 h 21"/>
                <a:gd name="T6" fmla="*/ 31 w 32"/>
                <a:gd name="T7" fmla="*/ 9 h 21"/>
                <a:gd name="T8" fmla="*/ 17 w 32"/>
                <a:gd name="T9" fmla="*/ 20 h 21"/>
              </a:gdLst>
              <a:ahLst/>
              <a:cxnLst>
                <a:cxn ang="0">
                  <a:pos x="T0" y="T1"/>
                </a:cxn>
                <a:cxn ang="0">
                  <a:pos x="T2" y="T3"/>
                </a:cxn>
                <a:cxn ang="0">
                  <a:pos x="T4" y="T5"/>
                </a:cxn>
                <a:cxn ang="0">
                  <a:pos x="T6" y="T7"/>
                </a:cxn>
                <a:cxn ang="0">
                  <a:pos x="T8" y="T9"/>
                </a:cxn>
              </a:cxnLst>
              <a:rect l="0" t="0" r="r" b="b"/>
              <a:pathLst>
                <a:path w="32" h="21">
                  <a:moveTo>
                    <a:pt x="17" y="20"/>
                  </a:moveTo>
                  <a:cubicBezTo>
                    <a:pt x="9" y="21"/>
                    <a:pt x="1" y="17"/>
                    <a:pt x="0" y="12"/>
                  </a:cubicBezTo>
                  <a:cubicBezTo>
                    <a:pt x="0" y="7"/>
                    <a:pt x="6" y="2"/>
                    <a:pt x="14" y="1"/>
                  </a:cubicBezTo>
                  <a:cubicBezTo>
                    <a:pt x="23" y="0"/>
                    <a:pt x="31" y="4"/>
                    <a:pt x="31" y="9"/>
                  </a:cubicBezTo>
                  <a:cubicBezTo>
                    <a:pt x="32" y="14"/>
                    <a:pt x="25" y="19"/>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8" name="Freeform 1017">
              <a:extLst>
                <a:ext uri="{FF2B5EF4-FFF2-40B4-BE49-F238E27FC236}">
                  <a16:creationId xmlns:a16="http://schemas.microsoft.com/office/drawing/2014/main" id="{D34DE079-B95F-EDDC-68CE-DFAC3A2E7784}"/>
                </a:ext>
              </a:extLst>
            </p:cNvPr>
            <p:cNvSpPr>
              <a:spLocks/>
            </p:cNvSpPr>
            <p:nvPr/>
          </p:nvSpPr>
          <p:spPr bwMode="auto">
            <a:xfrm rot="5094805">
              <a:off x="1920182" y="6201090"/>
              <a:ext cx="82259" cy="57124"/>
            </a:xfrm>
            <a:custGeom>
              <a:avLst/>
              <a:gdLst>
                <a:gd name="T0" fmla="*/ 18 w 33"/>
                <a:gd name="T1" fmla="*/ 22 h 23"/>
                <a:gd name="T2" fmla="*/ 1 w 33"/>
                <a:gd name="T3" fmla="*/ 13 h 23"/>
                <a:gd name="T4" fmla="*/ 14 w 33"/>
                <a:gd name="T5" fmla="*/ 1 h 23"/>
                <a:gd name="T6" fmla="*/ 32 w 33"/>
                <a:gd name="T7" fmla="*/ 10 h 23"/>
                <a:gd name="T8" fmla="*/ 18 w 33"/>
                <a:gd name="T9" fmla="*/ 22 h 23"/>
              </a:gdLst>
              <a:ahLst/>
              <a:cxnLst>
                <a:cxn ang="0">
                  <a:pos x="T0" y="T1"/>
                </a:cxn>
                <a:cxn ang="0">
                  <a:pos x="T2" y="T3"/>
                </a:cxn>
                <a:cxn ang="0">
                  <a:pos x="T4" y="T5"/>
                </a:cxn>
                <a:cxn ang="0">
                  <a:pos x="T6" y="T7"/>
                </a:cxn>
                <a:cxn ang="0">
                  <a:pos x="T8" y="T9"/>
                </a:cxn>
              </a:cxnLst>
              <a:rect l="0" t="0" r="r" b="b"/>
              <a:pathLst>
                <a:path w="33" h="23">
                  <a:moveTo>
                    <a:pt x="18" y="22"/>
                  </a:moveTo>
                  <a:cubicBezTo>
                    <a:pt x="10" y="23"/>
                    <a:pt x="3" y="19"/>
                    <a:pt x="1" y="13"/>
                  </a:cubicBezTo>
                  <a:cubicBezTo>
                    <a:pt x="0" y="7"/>
                    <a:pt x="6" y="2"/>
                    <a:pt x="14" y="1"/>
                  </a:cubicBezTo>
                  <a:cubicBezTo>
                    <a:pt x="23" y="0"/>
                    <a:pt x="31" y="4"/>
                    <a:pt x="32" y="10"/>
                  </a:cubicBezTo>
                  <a:cubicBezTo>
                    <a:pt x="33" y="15"/>
                    <a:pt x="27" y="21"/>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9" name="Freeform 1018">
              <a:extLst>
                <a:ext uri="{FF2B5EF4-FFF2-40B4-BE49-F238E27FC236}">
                  <a16:creationId xmlns:a16="http://schemas.microsoft.com/office/drawing/2014/main" id="{F34E387C-93C0-B8CE-66DB-BFF5447A59DE}"/>
                </a:ext>
              </a:extLst>
            </p:cNvPr>
            <p:cNvSpPr>
              <a:spLocks/>
            </p:cNvSpPr>
            <p:nvPr/>
          </p:nvSpPr>
          <p:spPr bwMode="auto">
            <a:xfrm rot="5094805">
              <a:off x="1877935" y="6007778"/>
              <a:ext cx="77689" cy="61694"/>
            </a:xfrm>
            <a:custGeom>
              <a:avLst/>
              <a:gdLst>
                <a:gd name="T0" fmla="*/ 18 w 32"/>
                <a:gd name="T1" fmla="*/ 23 h 25"/>
                <a:gd name="T2" fmla="*/ 1 w 32"/>
                <a:gd name="T3" fmla="*/ 15 h 25"/>
                <a:gd name="T4" fmla="*/ 13 w 32"/>
                <a:gd name="T5" fmla="*/ 2 h 25"/>
                <a:gd name="T6" fmla="*/ 31 w 32"/>
                <a:gd name="T7" fmla="*/ 9 h 25"/>
                <a:gd name="T8" fmla="*/ 18 w 32"/>
                <a:gd name="T9" fmla="*/ 23 h 25"/>
              </a:gdLst>
              <a:ahLst/>
              <a:cxnLst>
                <a:cxn ang="0">
                  <a:pos x="T0" y="T1"/>
                </a:cxn>
                <a:cxn ang="0">
                  <a:pos x="T2" y="T3"/>
                </a:cxn>
                <a:cxn ang="0">
                  <a:pos x="T4" y="T5"/>
                </a:cxn>
                <a:cxn ang="0">
                  <a:pos x="T6" y="T7"/>
                </a:cxn>
                <a:cxn ang="0">
                  <a:pos x="T8" y="T9"/>
                </a:cxn>
              </a:cxnLst>
              <a:rect l="0" t="0" r="r" b="b"/>
              <a:pathLst>
                <a:path w="32" h="25">
                  <a:moveTo>
                    <a:pt x="18" y="23"/>
                  </a:moveTo>
                  <a:cubicBezTo>
                    <a:pt x="10" y="25"/>
                    <a:pt x="2" y="21"/>
                    <a:pt x="1" y="15"/>
                  </a:cubicBezTo>
                  <a:cubicBezTo>
                    <a:pt x="0" y="9"/>
                    <a:pt x="5" y="4"/>
                    <a:pt x="13" y="2"/>
                  </a:cubicBezTo>
                  <a:cubicBezTo>
                    <a:pt x="22" y="0"/>
                    <a:pt x="30" y="3"/>
                    <a:pt x="31" y="9"/>
                  </a:cubicBezTo>
                  <a:cubicBezTo>
                    <a:pt x="32" y="15"/>
                    <a:pt x="26" y="21"/>
                    <a:pt x="1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0" name="Freeform 1019">
              <a:extLst>
                <a:ext uri="{FF2B5EF4-FFF2-40B4-BE49-F238E27FC236}">
                  <a16:creationId xmlns:a16="http://schemas.microsoft.com/office/drawing/2014/main" id="{C8417749-C9D4-721D-6AEA-6DC36580C5CB}"/>
                </a:ext>
              </a:extLst>
            </p:cNvPr>
            <p:cNvSpPr>
              <a:spLocks/>
            </p:cNvSpPr>
            <p:nvPr/>
          </p:nvSpPr>
          <p:spPr bwMode="auto">
            <a:xfrm rot="5094805">
              <a:off x="1816430" y="5814737"/>
              <a:ext cx="79974" cy="70834"/>
            </a:xfrm>
            <a:custGeom>
              <a:avLst/>
              <a:gdLst>
                <a:gd name="T0" fmla="*/ 17 w 32"/>
                <a:gd name="T1" fmla="*/ 26 h 28"/>
                <a:gd name="T2" fmla="*/ 1 w 32"/>
                <a:gd name="T3" fmla="*/ 18 h 28"/>
                <a:gd name="T4" fmla="*/ 13 w 32"/>
                <a:gd name="T5" fmla="*/ 3 h 28"/>
                <a:gd name="T6" fmla="*/ 31 w 32"/>
                <a:gd name="T7" fmla="*/ 10 h 28"/>
                <a:gd name="T8" fmla="*/ 17 w 32"/>
                <a:gd name="T9" fmla="*/ 26 h 28"/>
              </a:gdLst>
              <a:ahLst/>
              <a:cxnLst>
                <a:cxn ang="0">
                  <a:pos x="T0" y="T1"/>
                </a:cxn>
                <a:cxn ang="0">
                  <a:pos x="T2" y="T3"/>
                </a:cxn>
                <a:cxn ang="0">
                  <a:pos x="T4" y="T5"/>
                </a:cxn>
                <a:cxn ang="0">
                  <a:pos x="T6" y="T7"/>
                </a:cxn>
                <a:cxn ang="0">
                  <a:pos x="T8" y="T9"/>
                </a:cxn>
              </a:cxnLst>
              <a:rect l="0" t="0" r="r" b="b"/>
              <a:pathLst>
                <a:path w="32" h="28">
                  <a:moveTo>
                    <a:pt x="17" y="26"/>
                  </a:moveTo>
                  <a:cubicBezTo>
                    <a:pt x="9" y="28"/>
                    <a:pt x="2" y="24"/>
                    <a:pt x="1" y="18"/>
                  </a:cubicBezTo>
                  <a:cubicBezTo>
                    <a:pt x="0" y="11"/>
                    <a:pt x="5" y="5"/>
                    <a:pt x="13" y="3"/>
                  </a:cubicBezTo>
                  <a:cubicBezTo>
                    <a:pt x="22" y="0"/>
                    <a:pt x="30" y="3"/>
                    <a:pt x="31" y="10"/>
                  </a:cubicBezTo>
                  <a:cubicBezTo>
                    <a:pt x="32" y="16"/>
                    <a:pt x="26" y="23"/>
                    <a:pt x="1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1" name="Freeform 1020">
              <a:extLst>
                <a:ext uri="{FF2B5EF4-FFF2-40B4-BE49-F238E27FC236}">
                  <a16:creationId xmlns:a16="http://schemas.microsoft.com/office/drawing/2014/main" id="{D686348D-7599-C8A8-66C1-6F62CAECB504}"/>
                </a:ext>
              </a:extLst>
            </p:cNvPr>
            <p:cNvSpPr>
              <a:spLocks/>
            </p:cNvSpPr>
            <p:nvPr/>
          </p:nvSpPr>
          <p:spPr bwMode="auto">
            <a:xfrm rot="5094805">
              <a:off x="1740237" y="5626537"/>
              <a:ext cx="79974" cy="75404"/>
            </a:xfrm>
            <a:custGeom>
              <a:avLst/>
              <a:gdLst>
                <a:gd name="T0" fmla="*/ 18 w 32"/>
                <a:gd name="T1" fmla="*/ 27 h 30"/>
                <a:gd name="T2" fmla="*/ 1 w 32"/>
                <a:gd name="T3" fmla="*/ 20 h 30"/>
                <a:gd name="T4" fmla="*/ 14 w 32"/>
                <a:gd name="T5" fmla="*/ 3 h 30"/>
                <a:gd name="T6" fmla="*/ 31 w 32"/>
                <a:gd name="T7" fmla="*/ 10 h 30"/>
                <a:gd name="T8" fmla="*/ 18 w 32"/>
                <a:gd name="T9" fmla="*/ 27 h 30"/>
              </a:gdLst>
              <a:ahLst/>
              <a:cxnLst>
                <a:cxn ang="0">
                  <a:pos x="T0" y="T1"/>
                </a:cxn>
                <a:cxn ang="0">
                  <a:pos x="T2" y="T3"/>
                </a:cxn>
                <a:cxn ang="0">
                  <a:pos x="T4" y="T5"/>
                </a:cxn>
                <a:cxn ang="0">
                  <a:pos x="T6" y="T7"/>
                </a:cxn>
                <a:cxn ang="0">
                  <a:pos x="T8" y="T9"/>
                </a:cxn>
              </a:cxnLst>
              <a:rect l="0" t="0" r="r" b="b"/>
              <a:pathLst>
                <a:path w="32" h="30">
                  <a:moveTo>
                    <a:pt x="18" y="27"/>
                  </a:moveTo>
                  <a:cubicBezTo>
                    <a:pt x="9" y="30"/>
                    <a:pt x="2" y="26"/>
                    <a:pt x="1" y="20"/>
                  </a:cubicBezTo>
                  <a:cubicBezTo>
                    <a:pt x="0" y="13"/>
                    <a:pt x="5" y="6"/>
                    <a:pt x="14" y="3"/>
                  </a:cubicBezTo>
                  <a:cubicBezTo>
                    <a:pt x="22" y="0"/>
                    <a:pt x="30" y="2"/>
                    <a:pt x="31" y="10"/>
                  </a:cubicBezTo>
                  <a:cubicBezTo>
                    <a:pt x="32" y="16"/>
                    <a:pt x="26" y="24"/>
                    <a:pt x="18"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2" name="Freeform 1021">
              <a:extLst>
                <a:ext uri="{FF2B5EF4-FFF2-40B4-BE49-F238E27FC236}">
                  <a16:creationId xmlns:a16="http://schemas.microsoft.com/office/drawing/2014/main" id="{5C48F313-5494-2C89-37AE-0623DBE2E483}"/>
                </a:ext>
              </a:extLst>
            </p:cNvPr>
            <p:cNvSpPr>
              <a:spLocks/>
            </p:cNvSpPr>
            <p:nvPr/>
          </p:nvSpPr>
          <p:spPr bwMode="auto">
            <a:xfrm rot="5094805">
              <a:off x="1654844" y="5439253"/>
              <a:ext cx="77689" cy="77689"/>
            </a:xfrm>
            <a:custGeom>
              <a:avLst/>
              <a:gdLst>
                <a:gd name="T0" fmla="*/ 17 w 32"/>
                <a:gd name="T1" fmla="*/ 28 h 31"/>
                <a:gd name="T2" fmla="*/ 1 w 32"/>
                <a:gd name="T3" fmla="*/ 21 h 31"/>
                <a:gd name="T4" fmla="*/ 14 w 32"/>
                <a:gd name="T5" fmla="*/ 3 h 31"/>
                <a:gd name="T6" fmla="*/ 31 w 32"/>
                <a:gd name="T7" fmla="*/ 10 h 31"/>
                <a:gd name="T8" fmla="*/ 17 w 32"/>
                <a:gd name="T9" fmla="*/ 28 h 31"/>
              </a:gdLst>
              <a:ahLst/>
              <a:cxnLst>
                <a:cxn ang="0">
                  <a:pos x="T0" y="T1"/>
                </a:cxn>
                <a:cxn ang="0">
                  <a:pos x="T2" y="T3"/>
                </a:cxn>
                <a:cxn ang="0">
                  <a:pos x="T4" y="T5"/>
                </a:cxn>
                <a:cxn ang="0">
                  <a:pos x="T6" y="T7"/>
                </a:cxn>
                <a:cxn ang="0">
                  <a:pos x="T8" y="T9"/>
                </a:cxn>
              </a:cxnLst>
              <a:rect l="0" t="0" r="r" b="b"/>
              <a:pathLst>
                <a:path w="32" h="31">
                  <a:moveTo>
                    <a:pt x="17" y="28"/>
                  </a:moveTo>
                  <a:cubicBezTo>
                    <a:pt x="9" y="31"/>
                    <a:pt x="2" y="28"/>
                    <a:pt x="1" y="21"/>
                  </a:cubicBezTo>
                  <a:cubicBezTo>
                    <a:pt x="0" y="14"/>
                    <a:pt x="6" y="6"/>
                    <a:pt x="14" y="3"/>
                  </a:cubicBezTo>
                  <a:cubicBezTo>
                    <a:pt x="23" y="0"/>
                    <a:pt x="31" y="3"/>
                    <a:pt x="31" y="10"/>
                  </a:cubicBezTo>
                  <a:cubicBezTo>
                    <a:pt x="32" y="17"/>
                    <a:pt x="26" y="25"/>
                    <a:pt x="1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3" name="Freeform 1022">
              <a:extLst>
                <a:ext uri="{FF2B5EF4-FFF2-40B4-BE49-F238E27FC236}">
                  <a16:creationId xmlns:a16="http://schemas.microsoft.com/office/drawing/2014/main" id="{4FE707FE-D547-F89D-359A-1AA216265910}"/>
                </a:ext>
              </a:extLst>
            </p:cNvPr>
            <p:cNvSpPr>
              <a:spLocks/>
            </p:cNvSpPr>
            <p:nvPr/>
          </p:nvSpPr>
          <p:spPr bwMode="auto">
            <a:xfrm rot="5094805">
              <a:off x="1556094" y="5255355"/>
              <a:ext cx="77689" cy="82259"/>
            </a:xfrm>
            <a:custGeom>
              <a:avLst/>
              <a:gdLst>
                <a:gd name="T0" fmla="*/ 18 w 32"/>
                <a:gd name="T1" fmla="*/ 29 h 33"/>
                <a:gd name="T2" fmla="*/ 1 w 32"/>
                <a:gd name="T3" fmla="*/ 24 h 33"/>
                <a:gd name="T4" fmla="*/ 13 w 32"/>
                <a:gd name="T5" fmla="*/ 5 h 33"/>
                <a:gd name="T6" fmla="*/ 31 w 32"/>
                <a:gd name="T7" fmla="*/ 10 h 33"/>
                <a:gd name="T8" fmla="*/ 18 w 32"/>
                <a:gd name="T9" fmla="*/ 29 h 33"/>
              </a:gdLst>
              <a:ahLst/>
              <a:cxnLst>
                <a:cxn ang="0">
                  <a:pos x="T0" y="T1"/>
                </a:cxn>
                <a:cxn ang="0">
                  <a:pos x="T2" y="T3"/>
                </a:cxn>
                <a:cxn ang="0">
                  <a:pos x="T4" y="T5"/>
                </a:cxn>
                <a:cxn ang="0">
                  <a:pos x="T6" y="T7"/>
                </a:cxn>
                <a:cxn ang="0">
                  <a:pos x="T8" y="T9"/>
                </a:cxn>
              </a:cxnLst>
              <a:rect l="0" t="0" r="r" b="b"/>
              <a:pathLst>
                <a:path w="32" h="33">
                  <a:moveTo>
                    <a:pt x="18" y="29"/>
                  </a:moveTo>
                  <a:cubicBezTo>
                    <a:pt x="10" y="33"/>
                    <a:pt x="2" y="30"/>
                    <a:pt x="1" y="24"/>
                  </a:cubicBezTo>
                  <a:cubicBezTo>
                    <a:pt x="0" y="17"/>
                    <a:pt x="5" y="9"/>
                    <a:pt x="13" y="5"/>
                  </a:cubicBezTo>
                  <a:cubicBezTo>
                    <a:pt x="22" y="0"/>
                    <a:pt x="30" y="3"/>
                    <a:pt x="31" y="10"/>
                  </a:cubicBezTo>
                  <a:cubicBezTo>
                    <a:pt x="32" y="17"/>
                    <a:pt x="26" y="25"/>
                    <a:pt x="18"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4" name="Freeform 1023">
              <a:extLst>
                <a:ext uri="{FF2B5EF4-FFF2-40B4-BE49-F238E27FC236}">
                  <a16:creationId xmlns:a16="http://schemas.microsoft.com/office/drawing/2014/main" id="{FBAEA41B-C7B3-ACA0-CA18-E901575AB6A3}"/>
                </a:ext>
              </a:extLst>
            </p:cNvPr>
            <p:cNvSpPr>
              <a:spLocks/>
            </p:cNvSpPr>
            <p:nvPr/>
          </p:nvSpPr>
          <p:spPr bwMode="auto">
            <a:xfrm rot="5094805">
              <a:off x="1448028" y="5074359"/>
              <a:ext cx="82259" cy="77689"/>
            </a:xfrm>
            <a:custGeom>
              <a:avLst/>
              <a:gdLst>
                <a:gd name="T0" fmla="*/ 19 w 33"/>
                <a:gd name="T1" fmla="*/ 28 h 32"/>
                <a:gd name="T2" fmla="*/ 2 w 33"/>
                <a:gd name="T3" fmla="*/ 24 h 32"/>
                <a:gd name="T4" fmla="*/ 15 w 33"/>
                <a:gd name="T5" fmla="*/ 4 h 32"/>
                <a:gd name="T6" fmla="*/ 32 w 33"/>
                <a:gd name="T7" fmla="*/ 9 h 32"/>
                <a:gd name="T8" fmla="*/ 19 w 33"/>
                <a:gd name="T9" fmla="*/ 28 h 32"/>
              </a:gdLst>
              <a:ahLst/>
              <a:cxnLst>
                <a:cxn ang="0">
                  <a:pos x="T0" y="T1"/>
                </a:cxn>
                <a:cxn ang="0">
                  <a:pos x="T2" y="T3"/>
                </a:cxn>
                <a:cxn ang="0">
                  <a:pos x="T4" y="T5"/>
                </a:cxn>
                <a:cxn ang="0">
                  <a:pos x="T6" y="T7"/>
                </a:cxn>
                <a:cxn ang="0">
                  <a:pos x="T8" y="T9"/>
                </a:cxn>
              </a:cxnLst>
              <a:rect l="0" t="0" r="r" b="b"/>
              <a:pathLst>
                <a:path w="33" h="32">
                  <a:moveTo>
                    <a:pt x="19" y="28"/>
                  </a:moveTo>
                  <a:cubicBezTo>
                    <a:pt x="11" y="32"/>
                    <a:pt x="3" y="30"/>
                    <a:pt x="2" y="24"/>
                  </a:cubicBezTo>
                  <a:cubicBezTo>
                    <a:pt x="0" y="17"/>
                    <a:pt x="6" y="8"/>
                    <a:pt x="15" y="4"/>
                  </a:cubicBezTo>
                  <a:cubicBezTo>
                    <a:pt x="23" y="0"/>
                    <a:pt x="31" y="2"/>
                    <a:pt x="32" y="9"/>
                  </a:cubicBezTo>
                  <a:cubicBezTo>
                    <a:pt x="33" y="15"/>
                    <a:pt x="27" y="24"/>
                    <a:pt x="19"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5" name="Freeform 1024">
              <a:extLst>
                <a:ext uri="{FF2B5EF4-FFF2-40B4-BE49-F238E27FC236}">
                  <a16:creationId xmlns:a16="http://schemas.microsoft.com/office/drawing/2014/main" id="{BA50B728-8C3E-6A94-7AA1-5D4FBF832A4D}"/>
                </a:ext>
              </a:extLst>
            </p:cNvPr>
            <p:cNvSpPr>
              <a:spLocks/>
            </p:cNvSpPr>
            <p:nvPr/>
          </p:nvSpPr>
          <p:spPr bwMode="auto">
            <a:xfrm rot="5094805">
              <a:off x="1336769" y="4892920"/>
              <a:ext cx="77689" cy="79974"/>
            </a:xfrm>
            <a:custGeom>
              <a:avLst/>
              <a:gdLst>
                <a:gd name="T0" fmla="*/ 17 w 31"/>
                <a:gd name="T1" fmla="*/ 28 h 32"/>
                <a:gd name="T2" fmla="*/ 1 w 31"/>
                <a:gd name="T3" fmla="*/ 24 h 32"/>
                <a:gd name="T4" fmla="*/ 13 w 31"/>
                <a:gd name="T5" fmla="*/ 5 h 32"/>
                <a:gd name="T6" fmla="*/ 31 w 31"/>
                <a:gd name="T7" fmla="*/ 9 h 32"/>
                <a:gd name="T8" fmla="*/ 17 w 31"/>
                <a:gd name="T9" fmla="*/ 28 h 32"/>
              </a:gdLst>
              <a:ahLst/>
              <a:cxnLst>
                <a:cxn ang="0">
                  <a:pos x="T0" y="T1"/>
                </a:cxn>
                <a:cxn ang="0">
                  <a:pos x="T2" y="T3"/>
                </a:cxn>
                <a:cxn ang="0">
                  <a:pos x="T4" y="T5"/>
                </a:cxn>
                <a:cxn ang="0">
                  <a:pos x="T6" y="T7"/>
                </a:cxn>
                <a:cxn ang="0">
                  <a:pos x="T8" y="T9"/>
                </a:cxn>
              </a:cxnLst>
              <a:rect l="0" t="0" r="r" b="b"/>
              <a:pathLst>
                <a:path w="31" h="32">
                  <a:moveTo>
                    <a:pt x="17" y="28"/>
                  </a:moveTo>
                  <a:cubicBezTo>
                    <a:pt x="9" y="32"/>
                    <a:pt x="2" y="30"/>
                    <a:pt x="1" y="24"/>
                  </a:cubicBezTo>
                  <a:cubicBezTo>
                    <a:pt x="0" y="18"/>
                    <a:pt x="5" y="9"/>
                    <a:pt x="13" y="5"/>
                  </a:cubicBezTo>
                  <a:cubicBezTo>
                    <a:pt x="22" y="0"/>
                    <a:pt x="30" y="2"/>
                    <a:pt x="31" y="9"/>
                  </a:cubicBezTo>
                  <a:cubicBezTo>
                    <a:pt x="31" y="15"/>
                    <a:pt x="26" y="24"/>
                    <a:pt x="1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6" name="Freeform 1025">
              <a:extLst>
                <a:ext uri="{FF2B5EF4-FFF2-40B4-BE49-F238E27FC236}">
                  <a16:creationId xmlns:a16="http://schemas.microsoft.com/office/drawing/2014/main" id="{4571884A-EE84-E60B-01F4-F7CB87D64A5D}"/>
                </a:ext>
              </a:extLst>
            </p:cNvPr>
            <p:cNvSpPr>
              <a:spLocks/>
            </p:cNvSpPr>
            <p:nvPr/>
          </p:nvSpPr>
          <p:spPr bwMode="auto">
            <a:xfrm rot="5094805">
              <a:off x="1220949" y="4713969"/>
              <a:ext cx="77689" cy="77689"/>
            </a:xfrm>
            <a:custGeom>
              <a:avLst/>
              <a:gdLst>
                <a:gd name="T0" fmla="*/ 17 w 31"/>
                <a:gd name="T1" fmla="*/ 27 h 31"/>
                <a:gd name="T2" fmla="*/ 1 w 31"/>
                <a:gd name="T3" fmla="*/ 23 h 31"/>
                <a:gd name="T4" fmla="*/ 14 w 31"/>
                <a:gd name="T5" fmla="*/ 5 h 31"/>
                <a:gd name="T6" fmla="*/ 31 w 31"/>
                <a:gd name="T7" fmla="*/ 9 h 31"/>
                <a:gd name="T8" fmla="*/ 17 w 31"/>
                <a:gd name="T9" fmla="*/ 27 h 31"/>
              </a:gdLst>
              <a:ahLst/>
              <a:cxnLst>
                <a:cxn ang="0">
                  <a:pos x="T0" y="T1"/>
                </a:cxn>
                <a:cxn ang="0">
                  <a:pos x="T2" y="T3"/>
                </a:cxn>
                <a:cxn ang="0">
                  <a:pos x="T4" y="T5"/>
                </a:cxn>
                <a:cxn ang="0">
                  <a:pos x="T6" y="T7"/>
                </a:cxn>
                <a:cxn ang="0">
                  <a:pos x="T8" y="T9"/>
                </a:cxn>
              </a:cxnLst>
              <a:rect l="0" t="0" r="r" b="b"/>
              <a:pathLst>
                <a:path w="31" h="31">
                  <a:moveTo>
                    <a:pt x="17" y="27"/>
                  </a:moveTo>
                  <a:cubicBezTo>
                    <a:pt x="8" y="31"/>
                    <a:pt x="2" y="29"/>
                    <a:pt x="1" y="23"/>
                  </a:cubicBezTo>
                  <a:cubicBezTo>
                    <a:pt x="0" y="17"/>
                    <a:pt x="6" y="9"/>
                    <a:pt x="14" y="5"/>
                  </a:cubicBezTo>
                  <a:cubicBezTo>
                    <a:pt x="23" y="0"/>
                    <a:pt x="31" y="2"/>
                    <a:pt x="31" y="9"/>
                  </a:cubicBezTo>
                  <a:cubicBezTo>
                    <a:pt x="31" y="15"/>
                    <a:pt x="25" y="23"/>
                    <a:pt x="17"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7" name="Freeform 1028">
              <a:extLst>
                <a:ext uri="{FF2B5EF4-FFF2-40B4-BE49-F238E27FC236}">
                  <a16:creationId xmlns:a16="http://schemas.microsoft.com/office/drawing/2014/main" id="{08176D9F-1565-868A-7359-533E9E1CC892}"/>
                </a:ext>
              </a:extLst>
            </p:cNvPr>
            <p:cNvSpPr>
              <a:spLocks/>
            </p:cNvSpPr>
            <p:nvPr/>
          </p:nvSpPr>
          <p:spPr bwMode="auto">
            <a:xfrm rot="5094805">
              <a:off x="1107093" y="4429416"/>
              <a:ext cx="75404" cy="73119"/>
            </a:xfrm>
            <a:custGeom>
              <a:avLst/>
              <a:gdLst>
                <a:gd name="T0" fmla="*/ 16 w 30"/>
                <a:gd name="T1" fmla="*/ 25 h 29"/>
                <a:gd name="T2" fmla="*/ 1 w 30"/>
                <a:gd name="T3" fmla="*/ 22 h 29"/>
                <a:gd name="T4" fmla="*/ 13 w 30"/>
                <a:gd name="T5" fmla="*/ 4 h 29"/>
                <a:gd name="T6" fmla="*/ 29 w 30"/>
                <a:gd name="T7" fmla="*/ 6 h 29"/>
                <a:gd name="T8" fmla="*/ 16 w 30"/>
                <a:gd name="T9" fmla="*/ 25 h 29"/>
              </a:gdLst>
              <a:ahLst/>
              <a:cxnLst>
                <a:cxn ang="0">
                  <a:pos x="T0" y="T1"/>
                </a:cxn>
                <a:cxn ang="0">
                  <a:pos x="T2" y="T3"/>
                </a:cxn>
                <a:cxn ang="0">
                  <a:pos x="T4" y="T5"/>
                </a:cxn>
                <a:cxn ang="0">
                  <a:pos x="T6" y="T7"/>
                </a:cxn>
                <a:cxn ang="0">
                  <a:pos x="T8" y="T9"/>
                </a:cxn>
              </a:cxnLst>
              <a:rect l="0" t="0" r="r" b="b"/>
              <a:pathLst>
                <a:path w="30" h="29">
                  <a:moveTo>
                    <a:pt x="16" y="25"/>
                  </a:moveTo>
                  <a:cubicBezTo>
                    <a:pt x="9" y="29"/>
                    <a:pt x="2" y="28"/>
                    <a:pt x="1" y="22"/>
                  </a:cubicBezTo>
                  <a:cubicBezTo>
                    <a:pt x="0" y="17"/>
                    <a:pt x="6" y="8"/>
                    <a:pt x="13" y="4"/>
                  </a:cubicBezTo>
                  <a:cubicBezTo>
                    <a:pt x="21" y="0"/>
                    <a:pt x="28" y="1"/>
                    <a:pt x="29" y="6"/>
                  </a:cubicBezTo>
                  <a:cubicBezTo>
                    <a:pt x="30" y="12"/>
                    <a:pt x="24" y="21"/>
                    <a:pt x="16"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8" name="Freeform 1029">
              <a:extLst>
                <a:ext uri="{FF2B5EF4-FFF2-40B4-BE49-F238E27FC236}">
                  <a16:creationId xmlns:a16="http://schemas.microsoft.com/office/drawing/2014/main" id="{F1B8C72F-4803-632D-5107-1A13D580E5B5}"/>
                </a:ext>
              </a:extLst>
            </p:cNvPr>
            <p:cNvSpPr>
              <a:spLocks/>
            </p:cNvSpPr>
            <p:nvPr/>
          </p:nvSpPr>
          <p:spPr bwMode="auto">
            <a:xfrm rot="5094805">
              <a:off x="983405" y="4252211"/>
              <a:ext cx="77689" cy="70834"/>
            </a:xfrm>
            <a:custGeom>
              <a:avLst/>
              <a:gdLst>
                <a:gd name="T0" fmla="*/ 29 w 31"/>
                <a:gd name="T1" fmla="*/ 6 h 29"/>
                <a:gd name="T2" fmla="*/ 17 w 31"/>
                <a:gd name="T3" fmla="*/ 24 h 29"/>
                <a:gd name="T4" fmla="*/ 1 w 31"/>
                <a:gd name="T5" fmla="*/ 23 h 29"/>
                <a:gd name="T6" fmla="*/ 13 w 31"/>
                <a:gd name="T7" fmla="*/ 5 h 29"/>
                <a:gd name="T8" fmla="*/ 29 w 31"/>
                <a:gd name="T9" fmla="*/ 6 h 29"/>
              </a:gdLst>
              <a:ahLst/>
              <a:cxnLst>
                <a:cxn ang="0">
                  <a:pos x="T0" y="T1"/>
                </a:cxn>
                <a:cxn ang="0">
                  <a:pos x="T2" y="T3"/>
                </a:cxn>
                <a:cxn ang="0">
                  <a:pos x="T4" y="T5"/>
                </a:cxn>
                <a:cxn ang="0">
                  <a:pos x="T6" y="T7"/>
                </a:cxn>
                <a:cxn ang="0">
                  <a:pos x="T8" y="T9"/>
                </a:cxn>
              </a:cxnLst>
              <a:rect l="0" t="0" r="r" b="b"/>
              <a:pathLst>
                <a:path w="31" h="29">
                  <a:moveTo>
                    <a:pt x="29" y="6"/>
                  </a:moveTo>
                  <a:cubicBezTo>
                    <a:pt x="31" y="12"/>
                    <a:pt x="25" y="20"/>
                    <a:pt x="17" y="24"/>
                  </a:cubicBezTo>
                  <a:cubicBezTo>
                    <a:pt x="10" y="29"/>
                    <a:pt x="2" y="29"/>
                    <a:pt x="1" y="23"/>
                  </a:cubicBezTo>
                  <a:cubicBezTo>
                    <a:pt x="0" y="18"/>
                    <a:pt x="5" y="10"/>
                    <a:pt x="13" y="5"/>
                  </a:cubicBezTo>
                  <a:cubicBezTo>
                    <a:pt x="20" y="0"/>
                    <a:pt x="28" y="1"/>
                    <a:pt x="2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9" name="Freeform 1030">
              <a:extLst>
                <a:ext uri="{FF2B5EF4-FFF2-40B4-BE49-F238E27FC236}">
                  <a16:creationId xmlns:a16="http://schemas.microsoft.com/office/drawing/2014/main" id="{D8B7305D-4233-75AB-91BA-5494CB997207}"/>
                </a:ext>
              </a:extLst>
            </p:cNvPr>
            <p:cNvSpPr>
              <a:spLocks/>
            </p:cNvSpPr>
            <p:nvPr/>
          </p:nvSpPr>
          <p:spPr bwMode="auto">
            <a:xfrm rot="5094805">
              <a:off x="859619" y="4072826"/>
              <a:ext cx="77689" cy="70834"/>
            </a:xfrm>
            <a:custGeom>
              <a:avLst/>
              <a:gdLst>
                <a:gd name="T0" fmla="*/ 17 w 31"/>
                <a:gd name="T1" fmla="*/ 23 h 28"/>
                <a:gd name="T2" fmla="*/ 1 w 31"/>
                <a:gd name="T3" fmla="*/ 22 h 28"/>
                <a:gd name="T4" fmla="*/ 13 w 31"/>
                <a:gd name="T5" fmla="*/ 4 h 28"/>
                <a:gd name="T6" fmla="*/ 30 w 31"/>
                <a:gd name="T7" fmla="*/ 6 h 28"/>
                <a:gd name="T8" fmla="*/ 17 w 31"/>
                <a:gd name="T9" fmla="*/ 23 h 28"/>
              </a:gdLst>
              <a:ahLst/>
              <a:cxnLst>
                <a:cxn ang="0">
                  <a:pos x="T0" y="T1"/>
                </a:cxn>
                <a:cxn ang="0">
                  <a:pos x="T2" y="T3"/>
                </a:cxn>
                <a:cxn ang="0">
                  <a:pos x="T4" y="T5"/>
                </a:cxn>
                <a:cxn ang="0">
                  <a:pos x="T6" y="T7"/>
                </a:cxn>
                <a:cxn ang="0">
                  <a:pos x="T8" y="T9"/>
                </a:cxn>
              </a:cxnLst>
              <a:rect l="0" t="0" r="r" b="b"/>
              <a:pathLst>
                <a:path w="31" h="28">
                  <a:moveTo>
                    <a:pt x="17" y="23"/>
                  </a:moveTo>
                  <a:cubicBezTo>
                    <a:pt x="10" y="28"/>
                    <a:pt x="2" y="27"/>
                    <a:pt x="1" y="22"/>
                  </a:cubicBezTo>
                  <a:cubicBezTo>
                    <a:pt x="0" y="17"/>
                    <a:pt x="5" y="9"/>
                    <a:pt x="13" y="4"/>
                  </a:cubicBezTo>
                  <a:cubicBezTo>
                    <a:pt x="21" y="0"/>
                    <a:pt x="28" y="0"/>
                    <a:pt x="30" y="6"/>
                  </a:cubicBezTo>
                  <a:cubicBezTo>
                    <a:pt x="31" y="11"/>
                    <a:pt x="25" y="19"/>
                    <a:pt x="1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0" name="Freeform 1031">
              <a:extLst>
                <a:ext uri="{FF2B5EF4-FFF2-40B4-BE49-F238E27FC236}">
                  <a16:creationId xmlns:a16="http://schemas.microsoft.com/office/drawing/2014/main" id="{05BC63EE-0D5B-E4BF-75A5-31B81B4E1607}"/>
                </a:ext>
              </a:extLst>
            </p:cNvPr>
            <p:cNvSpPr>
              <a:spLocks/>
            </p:cNvSpPr>
            <p:nvPr/>
          </p:nvSpPr>
          <p:spPr bwMode="auto">
            <a:xfrm rot="5094805">
              <a:off x="741426" y="3894184"/>
              <a:ext cx="75404" cy="66264"/>
            </a:xfrm>
            <a:custGeom>
              <a:avLst/>
              <a:gdLst>
                <a:gd name="T0" fmla="*/ 18 w 31"/>
                <a:gd name="T1" fmla="*/ 22 h 27"/>
                <a:gd name="T2" fmla="*/ 1 w 31"/>
                <a:gd name="T3" fmla="*/ 21 h 27"/>
                <a:gd name="T4" fmla="*/ 13 w 31"/>
                <a:gd name="T5" fmla="*/ 4 h 27"/>
                <a:gd name="T6" fmla="*/ 30 w 31"/>
                <a:gd name="T7" fmla="*/ 5 h 27"/>
                <a:gd name="T8" fmla="*/ 18 w 31"/>
                <a:gd name="T9" fmla="*/ 22 h 27"/>
              </a:gdLst>
              <a:ahLst/>
              <a:cxnLst>
                <a:cxn ang="0">
                  <a:pos x="T0" y="T1"/>
                </a:cxn>
                <a:cxn ang="0">
                  <a:pos x="T2" y="T3"/>
                </a:cxn>
                <a:cxn ang="0">
                  <a:pos x="T4" y="T5"/>
                </a:cxn>
                <a:cxn ang="0">
                  <a:pos x="T6" y="T7"/>
                </a:cxn>
                <a:cxn ang="0">
                  <a:pos x="T8" y="T9"/>
                </a:cxn>
              </a:cxnLst>
              <a:rect l="0" t="0" r="r" b="b"/>
              <a:pathLst>
                <a:path w="31" h="27">
                  <a:moveTo>
                    <a:pt x="18" y="22"/>
                  </a:moveTo>
                  <a:cubicBezTo>
                    <a:pt x="10" y="27"/>
                    <a:pt x="2" y="26"/>
                    <a:pt x="1" y="21"/>
                  </a:cubicBezTo>
                  <a:cubicBezTo>
                    <a:pt x="0" y="16"/>
                    <a:pt x="5" y="9"/>
                    <a:pt x="13" y="4"/>
                  </a:cubicBezTo>
                  <a:cubicBezTo>
                    <a:pt x="21" y="0"/>
                    <a:pt x="28" y="0"/>
                    <a:pt x="30" y="5"/>
                  </a:cubicBezTo>
                  <a:cubicBezTo>
                    <a:pt x="31" y="10"/>
                    <a:pt x="25" y="18"/>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1" name="Freeform 1032">
              <a:extLst>
                <a:ext uri="{FF2B5EF4-FFF2-40B4-BE49-F238E27FC236}">
                  <a16:creationId xmlns:a16="http://schemas.microsoft.com/office/drawing/2014/main" id="{F5CCFEA3-1288-4F97-E6E5-49A069404C53}"/>
                </a:ext>
              </a:extLst>
            </p:cNvPr>
            <p:cNvSpPr>
              <a:spLocks/>
            </p:cNvSpPr>
            <p:nvPr/>
          </p:nvSpPr>
          <p:spPr bwMode="auto">
            <a:xfrm rot="5094805">
              <a:off x="630158" y="3714827"/>
              <a:ext cx="75404" cy="63979"/>
            </a:xfrm>
            <a:custGeom>
              <a:avLst/>
              <a:gdLst>
                <a:gd name="T0" fmla="*/ 14 w 31"/>
                <a:gd name="T1" fmla="*/ 4 h 26"/>
                <a:gd name="T2" fmla="*/ 30 w 31"/>
                <a:gd name="T3" fmla="*/ 6 h 26"/>
                <a:gd name="T4" fmla="*/ 17 w 31"/>
                <a:gd name="T5" fmla="*/ 22 h 26"/>
                <a:gd name="T6" fmla="*/ 1 w 31"/>
                <a:gd name="T7" fmla="*/ 20 h 26"/>
                <a:gd name="T8" fmla="*/ 14 w 31"/>
                <a:gd name="T9" fmla="*/ 4 h 26"/>
              </a:gdLst>
              <a:ahLst/>
              <a:cxnLst>
                <a:cxn ang="0">
                  <a:pos x="T0" y="T1"/>
                </a:cxn>
                <a:cxn ang="0">
                  <a:pos x="T2" y="T3"/>
                </a:cxn>
                <a:cxn ang="0">
                  <a:pos x="T4" y="T5"/>
                </a:cxn>
                <a:cxn ang="0">
                  <a:pos x="T6" y="T7"/>
                </a:cxn>
                <a:cxn ang="0">
                  <a:pos x="T8" y="T9"/>
                </a:cxn>
              </a:cxnLst>
              <a:rect l="0" t="0" r="r" b="b"/>
              <a:pathLst>
                <a:path w="31" h="26">
                  <a:moveTo>
                    <a:pt x="14" y="4"/>
                  </a:moveTo>
                  <a:cubicBezTo>
                    <a:pt x="22" y="0"/>
                    <a:pt x="29" y="1"/>
                    <a:pt x="30" y="6"/>
                  </a:cubicBezTo>
                  <a:cubicBezTo>
                    <a:pt x="31" y="11"/>
                    <a:pt x="25" y="19"/>
                    <a:pt x="17" y="22"/>
                  </a:cubicBezTo>
                  <a:cubicBezTo>
                    <a:pt x="9" y="26"/>
                    <a:pt x="2" y="25"/>
                    <a:pt x="1" y="20"/>
                  </a:cubicBezTo>
                  <a:cubicBezTo>
                    <a:pt x="0" y="15"/>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2" name="Freeform 1033">
              <a:extLst>
                <a:ext uri="{FF2B5EF4-FFF2-40B4-BE49-F238E27FC236}">
                  <a16:creationId xmlns:a16="http://schemas.microsoft.com/office/drawing/2014/main" id="{00AD2098-48F6-5A8E-1BB8-A1C842C3F64E}"/>
                </a:ext>
              </a:extLst>
            </p:cNvPr>
            <p:cNvSpPr>
              <a:spLocks/>
            </p:cNvSpPr>
            <p:nvPr/>
          </p:nvSpPr>
          <p:spPr bwMode="auto">
            <a:xfrm rot="5094805">
              <a:off x="524483" y="3533928"/>
              <a:ext cx="73119" cy="61694"/>
            </a:xfrm>
            <a:custGeom>
              <a:avLst/>
              <a:gdLst>
                <a:gd name="T0" fmla="*/ 14 w 30"/>
                <a:gd name="T1" fmla="*/ 4 h 25"/>
                <a:gd name="T2" fmla="*/ 30 w 30"/>
                <a:gd name="T3" fmla="*/ 6 h 25"/>
                <a:gd name="T4" fmla="*/ 16 w 30"/>
                <a:gd name="T5" fmla="*/ 21 h 25"/>
                <a:gd name="T6" fmla="*/ 1 w 30"/>
                <a:gd name="T7" fmla="*/ 19 h 25"/>
                <a:gd name="T8" fmla="*/ 14 w 30"/>
                <a:gd name="T9" fmla="*/ 4 h 25"/>
              </a:gdLst>
              <a:ahLst/>
              <a:cxnLst>
                <a:cxn ang="0">
                  <a:pos x="T0" y="T1"/>
                </a:cxn>
                <a:cxn ang="0">
                  <a:pos x="T2" y="T3"/>
                </a:cxn>
                <a:cxn ang="0">
                  <a:pos x="T4" y="T5"/>
                </a:cxn>
                <a:cxn ang="0">
                  <a:pos x="T6" y="T7"/>
                </a:cxn>
                <a:cxn ang="0">
                  <a:pos x="T8" y="T9"/>
                </a:cxn>
              </a:cxnLst>
              <a:rect l="0" t="0" r="r" b="b"/>
              <a:pathLst>
                <a:path w="30" h="25">
                  <a:moveTo>
                    <a:pt x="14" y="4"/>
                  </a:moveTo>
                  <a:cubicBezTo>
                    <a:pt x="22" y="0"/>
                    <a:pt x="29" y="2"/>
                    <a:pt x="30" y="6"/>
                  </a:cubicBezTo>
                  <a:cubicBezTo>
                    <a:pt x="30" y="11"/>
                    <a:pt x="24" y="18"/>
                    <a:pt x="16" y="21"/>
                  </a:cubicBezTo>
                  <a:cubicBezTo>
                    <a:pt x="8" y="25"/>
                    <a:pt x="1" y="24"/>
                    <a:pt x="1" y="19"/>
                  </a:cubicBezTo>
                  <a:cubicBezTo>
                    <a:pt x="0" y="14"/>
                    <a:pt x="6"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3" name="Freeform 1034">
              <a:extLst>
                <a:ext uri="{FF2B5EF4-FFF2-40B4-BE49-F238E27FC236}">
                  <a16:creationId xmlns:a16="http://schemas.microsoft.com/office/drawing/2014/main" id="{D66A51AF-2006-B81A-0060-52197E52BE09}"/>
                </a:ext>
              </a:extLst>
            </p:cNvPr>
            <p:cNvSpPr>
              <a:spLocks/>
            </p:cNvSpPr>
            <p:nvPr/>
          </p:nvSpPr>
          <p:spPr bwMode="auto">
            <a:xfrm rot="5094805">
              <a:off x="426766" y="3353259"/>
              <a:ext cx="75404" cy="57124"/>
            </a:xfrm>
            <a:custGeom>
              <a:avLst/>
              <a:gdLst>
                <a:gd name="T0" fmla="*/ 16 w 30"/>
                <a:gd name="T1" fmla="*/ 20 h 23"/>
                <a:gd name="T2" fmla="*/ 0 w 30"/>
                <a:gd name="T3" fmla="*/ 17 h 23"/>
                <a:gd name="T4" fmla="*/ 13 w 30"/>
                <a:gd name="T5" fmla="*/ 3 h 23"/>
                <a:gd name="T6" fmla="*/ 29 w 30"/>
                <a:gd name="T7" fmla="*/ 6 h 23"/>
                <a:gd name="T8" fmla="*/ 16 w 30"/>
                <a:gd name="T9" fmla="*/ 20 h 23"/>
              </a:gdLst>
              <a:ahLst/>
              <a:cxnLst>
                <a:cxn ang="0">
                  <a:pos x="T0" y="T1"/>
                </a:cxn>
                <a:cxn ang="0">
                  <a:pos x="T2" y="T3"/>
                </a:cxn>
                <a:cxn ang="0">
                  <a:pos x="T4" y="T5"/>
                </a:cxn>
                <a:cxn ang="0">
                  <a:pos x="T6" y="T7"/>
                </a:cxn>
                <a:cxn ang="0">
                  <a:pos x="T8" y="T9"/>
                </a:cxn>
              </a:cxnLst>
              <a:rect l="0" t="0" r="r" b="b"/>
              <a:pathLst>
                <a:path w="30" h="23">
                  <a:moveTo>
                    <a:pt x="16" y="20"/>
                  </a:moveTo>
                  <a:cubicBezTo>
                    <a:pt x="8" y="23"/>
                    <a:pt x="1" y="22"/>
                    <a:pt x="0" y="17"/>
                  </a:cubicBezTo>
                  <a:cubicBezTo>
                    <a:pt x="0" y="13"/>
                    <a:pt x="5" y="6"/>
                    <a:pt x="13" y="3"/>
                  </a:cubicBezTo>
                  <a:cubicBezTo>
                    <a:pt x="21" y="0"/>
                    <a:pt x="28" y="1"/>
                    <a:pt x="29" y="6"/>
                  </a:cubicBezTo>
                  <a:cubicBezTo>
                    <a:pt x="30" y="10"/>
                    <a:pt x="24" y="17"/>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4" name="Freeform 1035">
              <a:extLst>
                <a:ext uri="{FF2B5EF4-FFF2-40B4-BE49-F238E27FC236}">
                  <a16:creationId xmlns:a16="http://schemas.microsoft.com/office/drawing/2014/main" id="{C7680B90-3F17-0F40-E391-9B740EB8EC9E}"/>
                </a:ext>
              </a:extLst>
            </p:cNvPr>
            <p:cNvSpPr>
              <a:spLocks/>
            </p:cNvSpPr>
            <p:nvPr/>
          </p:nvSpPr>
          <p:spPr bwMode="auto">
            <a:xfrm rot="5094805">
              <a:off x="334738" y="3170942"/>
              <a:ext cx="77689" cy="54839"/>
            </a:xfrm>
            <a:custGeom>
              <a:avLst/>
              <a:gdLst>
                <a:gd name="T0" fmla="*/ 30 w 31"/>
                <a:gd name="T1" fmla="*/ 5 h 22"/>
                <a:gd name="T2" fmla="*/ 17 w 31"/>
                <a:gd name="T3" fmla="*/ 19 h 22"/>
                <a:gd name="T4" fmla="*/ 1 w 31"/>
                <a:gd name="T5" fmla="*/ 16 h 22"/>
                <a:gd name="T6" fmla="*/ 13 w 31"/>
                <a:gd name="T7" fmla="*/ 3 h 22"/>
                <a:gd name="T8" fmla="*/ 30 w 31"/>
                <a:gd name="T9" fmla="*/ 5 h 22"/>
              </a:gdLst>
              <a:ahLst/>
              <a:cxnLst>
                <a:cxn ang="0">
                  <a:pos x="T0" y="T1"/>
                </a:cxn>
                <a:cxn ang="0">
                  <a:pos x="T2" y="T3"/>
                </a:cxn>
                <a:cxn ang="0">
                  <a:pos x="T4" y="T5"/>
                </a:cxn>
                <a:cxn ang="0">
                  <a:pos x="T6" y="T7"/>
                </a:cxn>
                <a:cxn ang="0">
                  <a:pos x="T8" y="T9"/>
                </a:cxn>
              </a:cxnLst>
              <a:rect l="0" t="0" r="r" b="b"/>
              <a:pathLst>
                <a:path w="31" h="22">
                  <a:moveTo>
                    <a:pt x="30" y="5"/>
                  </a:moveTo>
                  <a:cubicBezTo>
                    <a:pt x="31" y="10"/>
                    <a:pt x="25" y="16"/>
                    <a:pt x="17" y="19"/>
                  </a:cubicBezTo>
                  <a:cubicBezTo>
                    <a:pt x="10" y="22"/>
                    <a:pt x="2" y="21"/>
                    <a:pt x="1" y="16"/>
                  </a:cubicBezTo>
                  <a:cubicBezTo>
                    <a:pt x="0" y="12"/>
                    <a:pt x="5" y="6"/>
                    <a:pt x="13" y="3"/>
                  </a:cubicBezTo>
                  <a:cubicBezTo>
                    <a:pt x="21" y="0"/>
                    <a:pt x="28" y="1"/>
                    <a:pt x="3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5" name="Freeform 1036">
              <a:extLst>
                <a:ext uri="{FF2B5EF4-FFF2-40B4-BE49-F238E27FC236}">
                  <a16:creationId xmlns:a16="http://schemas.microsoft.com/office/drawing/2014/main" id="{11854C49-DB6F-729B-9881-F09AEA3AEB75}"/>
                </a:ext>
              </a:extLst>
            </p:cNvPr>
            <p:cNvSpPr>
              <a:spLocks/>
            </p:cNvSpPr>
            <p:nvPr/>
          </p:nvSpPr>
          <p:spPr bwMode="auto">
            <a:xfrm rot="5094805">
              <a:off x="258448" y="2985133"/>
              <a:ext cx="75404" cy="52554"/>
            </a:xfrm>
            <a:custGeom>
              <a:avLst/>
              <a:gdLst>
                <a:gd name="T0" fmla="*/ 17 w 31"/>
                <a:gd name="T1" fmla="*/ 18 h 21"/>
                <a:gd name="T2" fmla="*/ 1 w 31"/>
                <a:gd name="T3" fmla="*/ 15 h 21"/>
                <a:gd name="T4" fmla="*/ 13 w 31"/>
                <a:gd name="T5" fmla="*/ 2 h 21"/>
                <a:gd name="T6" fmla="*/ 30 w 31"/>
                <a:gd name="T7" fmla="*/ 6 h 21"/>
                <a:gd name="T8" fmla="*/ 17 w 31"/>
                <a:gd name="T9" fmla="*/ 18 h 21"/>
              </a:gdLst>
              <a:ahLst/>
              <a:cxnLst>
                <a:cxn ang="0">
                  <a:pos x="T0" y="T1"/>
                </a:cxn>
                <a:cxn ang="0">
                  <a:pos x="T2" y="T3"/>
                </a:cxn>
                <a:cxn ang="0">
                  <a:pos x="T4" y="T5"/>
                </a:cxn>
                <a:cxn ang="0">
                  <a:pos x="T6" y="T7"/>
                </a:cxn>
                <a:cxn ang="0">
                  <a:pos x="T8" y="T9"/>
                </a:cxn>
              </a:cxnLst>
              <a:rect l="0" t="0" r="r" b="b"/>
              <a:pathLst>
                <a:path w="31" h="21">
                  <a:moveTo>
                    <a:pt x="17" y="18"/>
                  </a:moveTo>
                  <a:cubicBezTo>
                    <a:pt x="9" y="21"/>
                    <a:pt x="2" y="19"/>
                    <a:pt x="1" y="15"/>
                  </a:cubicBezTo>
                  <a:cubicBezTo>
                    <a:pt x="0" y="10"/>
                    <a:pt x="5" y="5"/>
                    <a:pt x="13" y="2"/>
                  </a:cubicBezTo>
                  <a:cubicBezTo>
                    <a:pt x="21" y="0"/>
                    <a:pt x="29" y="2"/>
                    <a:pt x="30" y="6"/>
                  </a:cubicBezTo>
                  <a:cubicBezTo>
                    <a:pt x="31" y="10"/>
                    <a:pt x="25" y="16"/>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6" name="Freeform 1037">
              <a:extLst>
                <a:ext uri="{FF2B5EF4-FFF2-40B4-BE49-F238E27FC236}">
                  <a16:creationId xmlns:a16="http://schemas.microsoft.com/office/drawing/2014/main" id="{1167AD7A-B2F3-950E-4670-1C30F9DA63F9}"/>
                </a:ext>
              </a:extLst>
            </p:cNvPr>
            <p:cNvSpPr>
              <a:spLocks/>
            </p:cNvSpPr>
            <p:nvPr/>
          </p:nvSpPr>
          <p:spPr bwMode="auto">
            <a:xfrm rot="5094805">
              <a:off x="193529" y="2798108"/>
              <a:ext cx="77689" cy="50269"/>
            </a:xfrm>
            <a:custGeom>
              <a:avLst/>
              <a:gdLst>
                <a:gd name="T0" fmla="*/ 17 w 31"/>
                <a:gd name="T1" fmla="*/ 18 h 20"/>
                <a:gd name="T2" fmla="*/ 1 w 31"/>
                <a:gd name="T3" fmla="*/ 13 h 20"/>
                <a:gd name="T4" fmla="*/ 14 w 31"/>
                <a:gd name="T5" fmla="*/ 2 h 20"/>
                <a:gd name="T6" fmla="*/ 30 w 31"/>
                <a:gd name="T7" fmla="*/ 7 h 20"/>
                <a:gd name="T8" fmla="*/ 17 w 31"/>
                <a:gd name="T9" fmla="*/ 18 h 20"/>
              </a:gdLst>
              <a:ahLst/>
              <a:cxnLst>
                <a:cxn ang="0">
                  <a:pos x="T0" y="T1"/>
                </a:cxn>
                <a:cxn ang="0">
                  <a:pos x="T2" y="T3"/>
                </a:cxn>
                <a:cxn ang="0">
                  <a:pos x="T4" y="T5"/>
                </a:cxn>
                <a:cxn ang="0">
                  <a:pos x="T6" y="T7"/>
                </a:cxn>
                <a:cxn ang="0">
                  <a:pos x="T8" y="T9"/>
                </a:cxn>
              </a:cxnLst>
              <a:rect l="0" t="0" r="r" b="b"/>
              <a:pathLst>
                <a:path w="31" h="20">
                  <a:moveTo>
                    <a:pt x="17" y="18"/>
                  </a:moveTo>
                  <a:cubicBezTo>
                    <a:pt x="9" y="20"/>
                    <a:pt x="2" y="18"/>
                    <a:pt x="1" y="13"/>
                  </a:cubicBezTo>
                  <a:cubicBezTo>
                    <a:pt x="0" y="9"/>
                    <a:pt x="6" y="3"/>
                    <a:pt x="14" y="2"/>
                  </a:cubicBezTo>
                  <a:cubicBezTo>
                    <a:pt x="22" y="0"/>
                    <a:pt x="29" y="3"/>
                    <a:pt x="30" y="7"/>
                  </a:cubicBezTo>
                  <a:cubicBezTo>
                    <a:pt x="31" y="11"/>
                    <a:pt x="25" y="16"/>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7" name="Freeform 1038">
              <a:extLst>
                <a:ext uri="{FF2B5EF4-FFF2-40B4-BE49-F238E27FC236}">
                  <a16:creationId xmlns:a16="http://schemas.microsoft.com/office/drawing/2014/main" id="{D8DE8ED0-7F2F-4A0C-C8F3-2A666B6888CB}"/>
                </a:ext>
              </a:extLst>
            </p:cNvPr>
            <p:cNvSpPr>
              <a:spLocks/>
            </p:cNvSpPr>
            <p:nvPr/>
          </p:nvSpPr>
          <p:spPr bwMode="auto">
            <a:xfrm rot="5094805">
              <a:off x="142170" y="2609974"/>
              <a:ext cx="77689" cy="45700"/>
            </a:xfrm>
            <a:custGeom>
              <a:avLst/>
              <a:gdLst>
                <a:gd name="T0" fmla="*/ 30 w 31"/>
                <a:gd name="T1" fmla="*/ 8 h 19"/>
                <a:gd name="T2" fmla="*/ 17 w 31"/>
                <a:gd name="T3" fmla="*/ 18 h 19"/>
                <a:gd name="T4" fmla="*/ 1 w 31"/>
                <a:gd name="T5" fmla="*/ 12 h 19"/>
                <a:gd name="T6" fmla="*/ 14 w 31"/>
                <a:gd name="T7" fmla="*/ 1 h 19"/>
                <a:gd name="T8" fmla="*/ 30 w 31"/>
                <a:gd name="T9" fmla="*/ 8 h 19"/>
              </a:gdLst>
              <a:ahLst/>
              <a:cxnLst>
                <a:cxn ang="0">
                  <a:pos x="T0" y="T1"/>
                </a:cxn>
                <a:cxn ang="0">
                  <a:pos x="T2" y="T3"/>
                </a:cxn>
                <a:cxn ang="0">
                  <a:pos x="T4" y="T5"/>
                </a:cxn>
                <a:cxn ang="0">
                  <a:pos x="T6" y="T7"/>
                </a:cxn>
                <a:cxn ang="0">
                  <a:pos x="T8" y="T9"/>
                </a:cxn>
              </a:cxnLst>
              <a:rect l="0" t="0" r="r" b="b"/>
              <a:pathLst>
                <a:path w="31" h="19">
                  <a:moveTo>
                    <a:pt x="30" y="8"/>
                  </a:moveTo>
                  <a:cubicBezTo>
                    <a:pt x="31" y="12"/>
                    <a:pt x="25" y="17"/>
                    <a:pt x="17" y="18"/>
                  </a:cubicBezTo>
                  <a:cubicBezTo>
                    <a:pt x="9" y="19"/>
                    <a:pt x="2" y="16"/>
                    <a:pt x="1" y="12"/>
                  </a:cubicBezTo>
                  <a:cubicBezTo>
                    <a:pt x="0" y="7"/>
                    <a:pt x="7" y="2"/>
                    <a:pt x="14" y="1"/>
                  </a:cubicBezTo>
                  <a:cubicBezTo>
                    <a:pt x="22" y="0"/>
                    <a:pt x="30" y="3"/>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8" name="Freeform 1039">
              <a:extLst>
                <a:ext uri="{FF2B5EF4-FFF2-40B4-BE49-F238E27FC236}">
                  <a16:creationId xmlns:a16="http://schemas.microsoft.com/office/drawing/2014/main" id="{39DF467D-E308-A7C1-D4B4-5C9A7C15F17D}"/>
                </a:ext>
              </a:extLst>
            </p:cNvPr>
            <p:cNvSpPr>
              <a:spLocks/>
            </p:cNvSpPr>
            <p:nvPr/>
          </p:nvSpPr>
          <p:spPr bwMode="auto">
            <a:xfrm rot="5094805">
              <a:off x="104466" y="2418339"/>
              <a:ext cx="77689" cy="45700"/>
            </a:xfrm>
            <a:custGeom>
              <a:avLst/>
              <a:gdLst>
                <a:gd name="T0" fmla="*/ 18 w 32"/>
                <a:gd name="T1" fmla="*/ 17 h 18"/>
                <a:gd name="T2" fmla="*/ 1 w 32"/>
                <a:gd name="T3" fmla="*/ 11 h 18"/>
                <a:gd name="T4" fmla="*/ 14 w 32"/>
                <a:gd name="T5" fmla="*/ 1 h 18"/>
                <a:gd name="T6" fmla="*/ 31 w 32"/>
                <a:gd name="T7" fmla="*/ 7 h 18"/>
                <a:gd name="T8" fmla="*/ 18 w 32"/>
                <a:gd name="T9" fmla="*/ 17 h 18"/>
              </a:gdLst>
              <a:ahLst/>
              <a:cxnLst>
                <a:cxn ang="0">
                  <a:pos x="T0" y="T1"/>
                </a:cxn>
                <a:cxn ang="0">
                  <a:pos x="T2" y="T3"/>
                </a:cxn>
                <a:cxn ang="0">
                  <a:pos x="T4" y="T5"/>
                </a:cxn>
                <a:cxn ang="0">
                  <a:pos x="T6" y="T7"/>
                </a:cxn>
                <a:cxn ang="0">
                  <a:pos x="T8" y="T9"/>
                </a:cxn>
              </a:cxnLst>
              <a:rect l="0" t="0" r="r" b="b"/>
              <a:pathLst>
                <a:path w="32" h="18">
                  <a:moveTo>
                    <a:pt x="18" y="17"/>
                  </a:moveTo>
                  <a:cubicBezTo>
                    <a:pt x="10" y="18"/>
                    <a:pt x="2" y="15"/>
                    <a:pt x="1" y="11"/>
                  </a:cubicBezTo>
                  <a:cubicBezTo>
                    <a:pt x="0" y="6"/>
                    <a:pt x="6" y="2"/>
                    <a:pt x="14" y="1"/>
                  </a:cubicBezTo>
                  <a:cubicBezTo>
                    <a:pt x="22" y="0"/>
                    <a:pt x="30" y="3"/>
                    <a:pt x="31" y="7"/>
                  </a:cubicBezTo>
                  <a:cubicBezTo>
                    <a:pt x="32" y="12"/>
                    <a:pt x="26" y="16"/>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9" name="Freeform 1040">
              <a:extLst>
                <a:ext uri="{FF2B5EF4-FFF2-40B4-BE49-F238E27FC236}">
                  <a16:creationId xmlns:a16="http://schemas.microsoft.com/office/drawing/2014/main" id="{522A06EF-2BE3-0B22-BEBA-FFF447366D52}"/>
                </a:ext>
              </a:extLst>
            </p:cNvPr>
            <p:cNvSpPr>
              <a:spLocks/>
            </p:cNvSpPr>
            <p:nvPr/>
          </p:nvSpPr>
          <p:spPr bwMode="auto">
            <a:xfrm rot="5094805">
              <a:off x="72558" y="2229722"/>
              <a:ext cx="75404" cy="41130"/>
            </a:xfrm>
            <a:custGeom>
              <a:avLst/>
              <a:gdLst>
                <a:gd name="T0" fmla="*/ 30 w 31"/>
                <a:gd name="T1" fmla="*/ 8 h 17"/>
                <a:gd name="T2" fmla="*/ 17 w 31"/>
                <a:gd name="T3" fmla="*/ 17 h 17"/>
                <a:gd name="T4" fmla="*/ 1 w 31"/>
                <a:gd name="T5" fmla="*/ 10 h 17"/>
                <a:gd name="T6" fmla="*/ 14 w 31"/>
                <a:gd name="T7" fmla="*/ 1 h 17"/>
                <a:gd name="T8" fmla="*/ 30 w 31"/>
                <a:gd name="T9" fmla="*/ 8 h 17"/>
              </a:gdLst>
              <a:ahLst/>
              <a:cxnLst>
                <a:cxn ang="0">
                  <a:pos x="T0" y="T1"/>
                </a:cxn>
                <a:cxn ang="0">
                  <a:pos x="T2" y="T3"/>
                </a:cxn>
                <a:cxn ang="0">
                  <a:pos x="T4" y="T5"/>
                </a:cxn>
                <a:cxn ang="0">
                  <a:pos x="T6" y="T7"/>
                </a:cxn>
                <a:cxn ang="0">
                  <a:pos x="T8" y="T9"/>
                </a:cxn>
              </a:cxnLst>
              <a:rect l="0" t="0" r="r" b="b"/>
              <a:pathLst>
                <a:path w="31" h="17">
                  <a:moveTo>
                    <a:pt x="30" y="8"/>
                  </a:moveTo>
                  <a:cubicBezTo>
                    <a:pt x="31" y="12"/>
                    <a:pt x="25" y="16"/>
                    <a:pt x="17" y="17"/>
                  </a:cubicBezTo>
                  <a:cubicBezTo>
                    <a:pt x="9" y="17"/>
                    <a:pt x="1" y="15"/>
                    <a:pt x="1" y="10"/>
                  </a:cubicBezTo>
                  <a:cubicBezTo>
                    <a:pt x="0" y="6"/>
                    <a:pt x="6" y="2"/>
                    <a:pt x="14" y="1"/>
                  </a:cubicBezTo>
                  <a:cubicBezTo>
                    <a:pt x="22" y="0"/>
                    <a:pt x="29" y="4"/>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0" name="Freeform 1041">
              <a:extLst>
                <a:ext uri="{FF2B5EF4-FFF2-40B4-BE49-F238E27FC236}">
                  <a16:creationId xmlns:a16="http://schemas.microsoft.com/office/drawing/2014/main" id="{C78BD426-487D-2687-2C25-85538F5B9161}"/>
                </a:ext>
              </a:extLst>
            </p:cNvPr>
            <p:cNvSpPr>
              <a:spLocks/>
            </p:cNvSpPr>
            <p:nvPr/>
          </p:nvSpPr>
          <p:spPr bwMode="auto">
            <a:xfrm rot="5094805">
              <a:off x="34748" y="2037990"/>
              <a:ext cx="77689" cy="38845"/>
            </a:xfrm>
            <a:custGeom>
              <a:avLst/>
              <a:gdLst>
                <a:gd name="T0" fmla="*/ 17 w 31"/>
                <a:gd name="T1" fmla="*/ 15 h 16"/>
                <a:gd name="T2" fmla="*/ 1 w 31"/>
                <a:gd name="T3" fmla="*/ 9 h 16"/>
                <a:gd name="T4" fmla="*/ 14 w 31"/>
                <a:gd name="T5" fmla="*/ 0 h 16"/>
                <a:gd name="T6" fmla="*/ 30 w 31"/>
                <a:gd name="T7" fmla="*/ 7 h 16"/>
                <a:gd name="T8" fmla="*/ 17 w 31"/>
                <a:gd name="T9" fmla="*/ 15 h 16"/>
              </a:gdLst>
              <a:ahLst/>
              <a:cxnLst>
                <a:cxn ang="0">
                  <a:pos x="T0" y="T1"/>
                </a:cxn>
                <a:cxn ang="0">
                  <a:pos x="T2" y="T3"/>
                </a:cxn>
                <a:cxn ang="0">
                  <a:pos x="T4" y="T5"/>
                </a:cxn>
                <a:cxn ang="0">
                  <a:pos x="T6" y="T7"/>
                </a:cxn>
                <a:cxn ang="0">
                  <a:pos x="T8" y="T9"/>
                </a:cxn>
              </a:cxnLst>
              <a:rect l="0" t="0" r="r" b="b"/>
              <a:pathLst>
                <a:path w="31" h="16">
                  <a:moveTo>
                    <a:pt x="17" y="15"/>
                  </a:moveTo>
                  <a:cubicBezTo>
                    <a:pt x="9" y="16"/>
                    <a:pt x="2" y="13"/>
                    <a:pt x="1" y="9"/>
                  </a:cubicBezTo>
                  <a:cubicBezTo>
                    <a:pt x="0" y="5"/>
                    <a:pt x="6" y="1"/>
                    <a:pt x="14" y="0"/>
                  </a:cubicBezTo>
                  <a:cubicBezTo>
                    <a:pt x="22" y="0"/>
                    <a:pt x="29" y="3"/>
                    <a:pt x="30" y="7"/>
                  </a:cubicBezTo>
                  <a:cubicBezTo>
                    <a:pt x="31" y="11"/>
                    <a:pt x="25" y="14"/>
                    <a:pt x="1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1" name="Freeform 1042">
              <a:extLst>
                <a:ext uri="{FF2B5EF4-FFF2-40B4-BE49-F238E27FC236}">
                  <a16:creationId xmlns:a16="http://schemas.microsoft.com/office/drawing/2014/main" id="{4EE2763C-20EB-A9A5-9716-4C18BE64A3DD}"/>
                </a:ext>
              </a:extLst>
            </p:cNvPr>
            <p:cNvSpPr>
              <a:spLocks/>
            </p:cNvSpPr>
            <p:nvPr/>
          </p:nvSpPr>
          <p:spPr bwMode="auto">
            <a:xfrm rot="5094805">
              <a:off x="4913" y="1846895"/>
              <a:ext cx="75404" cy="34275"/>
            </a:xfrm>
            <a:custGeom>
              <a:avLst/>
              <a:gdLst>
                <a:gd name="T0" fmla="*/ 30 w 31"/>
                <a:gd name="T1" fmla="*/ 6 h 14"/>
                <a:gd name="T2" fmla="*/ 17 w 31"/>
                <a:gd name="T3" fmla="*/ 14 h 14"/>
                <a:gd name="T4" fmla="*/ 1 w 31"/>
                <a:gd name="T5" fmla="*/ 8 h 14"/>
                <a:gd name="T6" fmla="*/ 15 w 31"/>
                <a:gd name="T7" fmla="*/ 0 h 14"/>
                <a:gd name="T8" fmla="*/ 30 w 31"/>
                <a:gd name="T9" fmla="*/ 6 h 14"/>
              </a:gdLst>
              <a:ahLst/>
              <a:cxnLst>
                <a:cxn ang="0">
                  <a:pos x="T0" y="T1"/>
                </a:cxn>
                <a:cxn ang="0">
                  <a:pos x="T2" y="T3"/>
                </a:cxn>
                <a:cxn ang="0">
                  <a:pos x="T4" y="T5"/>
                </a:cxn>
                <a:cxn ang="0">
                  <a:pos x="T6" y="T7"/>
                </a:cxn>
                <a:cxn ang="0">
                  <a:pos x="T8" y="T9"/>
                </a:cxn>
              </a:cxnLst>
              <a:rect l="0" t="0" r="r" b="b"/>
              <a:pathLst>
                <a:path w="31" h="14">
                  <a:moveTo>
                    <a:pt x="30" y="6"/>
                  </a:moveTo>
                  <a:cubicBezTo>
                    <a:pt x="31" y="10"/>
                    <a:pt x="25" y="14"/>
                    <a:pt x="17" y="14"/>
                  </a:cubicBezTo>
                  <a:cubicBezTo>
                    <a:pt x="8" y="14"/>
                    <a:pt x="2" y="12"/>
                    <a:pt x="1" y="8"/>
                  </a:cubicBezTo>
                  <a:cubicBezTo>
                    <a:pt x="0" y="4"/>
                    <a:pt x="7" y="1"/>
                    <a:pt x="15" y="0"/>
                  </a:cubicBezTo>
                  <a:cubicBezTo>
                    <a:pt x="23" y="0"/>
                    <a:pt x="30" y="3"/>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2" name="Freeform 1043">
              <a:extLst>
                <a:ext uri="{FF2B5EF4-FFF2-40B4-BE49-F238E27FC236}">
                  <a16:creationId xmlns:a16="http://schemas.microsoft.com/office/drawing/2014/main" id="{DC362D1B-EBA3-43AD-62A0-41026741749F}"/>
                </a:ext>
              </a:extLst>
            </p:cNvPr>
            <p:cNvSpPr>
              <a:spLocks/>
            </p:cNvSpPr>
            <p:nvPr/>
          </p:nvSpPr>
          <p:spPr bwMode="auto">
            <a:xfrm rot="5094805">
              <a:off x="-30523" y="1654855"/>
              <a:ext cx="79974" cy="34275"/>
            </a:xfrm>
            <a:custGeom>
              <a:avLst/>
              <a:gdLst>
                <a:gd name="T0" fmla="*/ 14 w 32"/>
                <a:gd name="T1" fmla="*/ 1 h 14"/>
                <a:gd name="T2" fmla="*/ 30 w 32"/>
                <a:gd name="T3" fmla="*/ 6 h 14"/>
                <a:gd name="T4" fmla="*/ 18 w 32"/>
                <a:gd name="T5" fmla="*/ 14 h 14"/>
                <a:gd name="T6" fmla="*/ 1 w 32"/>
                <a:gd name="T7" fmla="*/ 9 h 14"/>
                <a:gd name="T8" fmla="*/ 14 w 32"/>
                <a:gd name="T9" fmla="*/ 1 h 14"/>
              </a:gdLst>
              <a:ahLst/>
              <a:cxnLst>
                <a:cxn ang="0">
                  <a:pos x="T0" y="T1"/>
                </a:cxn>
                <a:cxn ang="0">
                  <a:pos x="T2" y="T3"/>
                </a:cxn>
                <a:cxn ang="0">
                  <a:pos x="T4" y="T5"/>
                </a:cxn>
                <a:cxn ang="0">
                  <a:pos x="T6" y="T7"/>
                </a:cxn>
                <a:cxn ang="0">
                  <a:pos x="T8" y="T9"/>
                </a:cxn>
              </a:cxnLst>
              <a:rect l="0" t="0" r="r" b="b"/>
              <a:pathLst>
                <a:path w="32" h="14">
                  <a:moveTo>
                    <a:pt x="14" y="1"/>
                  </a:moveTo>
                  <a:cubicBezTo>
                    <a:pt x="21" y="0"/>
                    <a:pt x="29" y="2"/>
                    <a:pt x="30" y="6"/>
                  </a:cubicBezTo>
                  <a:cubicBezTo>
                    <a:pt x="32" y="9"/>
                    <a:pt x="26" y="13"/>
                    <a:pt x="18" y="14"/>
                  </a:cubicBezTo>
                  <a:cubicBezTo>
                    <a:pt x="10" y="14"/>
                    <a:pt x="2" y="12"/>
                    <a:pt x="1" y="9"/>
                  </a:cubicBezTo>
                  <a:cubicBezTo>
                    <a:pt x="0" y="5"/>
                    <a:pt x="5" y="2"/>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3" name="Freeform 1070">
              <a:extLst>
                <a:ext uri="{FF2B5EF4-FFF2-40B4-BE49-F238E27FC236}">
                  <a16:creationId xmlns:a16="http://schemas.microsoft.com/office/drawing/2014/main" id="{7C151184-C59E-6B83-F472-A0F3A871BD68}"/>
                </a:ext>
              </a:extLst>
            </p:cNvPr>
            <p:cNvSpPr>
              <a:spLocks/>
            </p:cNvSpPr>
            <p:nvPr/>
          </p:nvSpPr>
          <p:spPr bwMode="auto">
            <a:xfrm rot="5094805">
              <a:off x="2110187" y="6874744"/>
              <a:ext cx="79974" cy="41130"/>
            </a:xfrm>
            <a:custGeom>
              <a:avLst/>
              <a:gdLst>
                <a:gd name="T0" fmla="*/ 18 w 32"/>
                <a:gd name="T1" fmla="*/ 15 h 16"/>
                <a:gd name="T2" fmla="*/ 1 w 32"/>
                <a:gd name="T3" fmla="*/ 9 h 16"/>
                <a:gd name="T4" fmla="*/ 14 w 32"/>
                <a:gd name="T5" fmla="*/ 1 h 16"/>
                <a:gd name="T6" fmla="*/ 31 w 32"/>
                <a:gd name="T7" fmla="*/ 6 h 16"/>
                <a:gd name="T8" fmla="*/ 18 w 32"/>
                <a:gd name="T9" fmla="*/ 15 h 16"/>
              </a:gdLst>
              <a:ahLst/>
              <a:cxnLst>
                <a:cxn ang="0">
                  <a:pos x="T0" y="T1"/>
                </a:cxn>
                <a:cxn ang="0">
                  <a:pos x="T2" y="T3"/>
                </a:cxn>
                <a:cxn ang="0">
                  <a:pos x="T4" y="T5"/>
                </a:cxn>
                <a:cxn ang="0">
                  <a:pos x="T6" y="T7"/>
                </a:cxn>
                <a:cxn ang="0">
                  <a:pos x="T8" y="T9"/>
                </a:cxn>
              </a:cxnLst>
              <a:rect l="0" t="0" r="r" b="b"/>
              <a:pathLst>
                <a:path w="32" h="16">
                  <a:moveTo>
                    <a:pt x="18" y="15"/>
                  </a:moveTo>
                  <a:cubicBezTo>
                    <a:pt x="9" y="16"/>
                    <a:pt x="2" y="13"/>
                    <a:pt x="1" y="9"/>
                  </a:cubicBezTo>
                  <a:cubicBezTo>
                    <a:pt x="0" y="5"/>
                    <a:pt x="6" y="2"/>
                    <a:pt x="14" y="1"/>
                  </a:cubicBezTo>
                  <a:cubicBezTo>
                    <a:pt x="23" y="0"/>
                    <a:pt x="30" y="2"/>
                    <a:pt x="31" y="6"/>
                  </a:cubicBezTo>
                  <a:cubicBezTo>
                    <a:pt x="32" y="10"/>
                    <a:pt x="26" y="14"/>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4" name="Freeform 1071">
              <a:extLst>
                <a:ext uri="{FF2B5EF4-FFF2-40B4-BE49-F238E27FC236}">
                  <a16:creationId xmlns:a16="http://schemas.microsoft.com/office/drawing/2014/main" id="{7509DE0E-D439-9C06-7461-09039A80C56D}"/>
                </a:ext>
              </a:extLst>
            </p:cNvPr>
            <p:cNvSpPr>
              <a:spLocks/>
            </p:cNvSpPr>
            <p:nvPr/>
          </p:nvSpPr>
          <p:spPr bwMode="auto">
            <a:xfrm rot="5094805">
              <a:off x="2074363" y="6678557"/>
              <a:ext cx="75404" cy="41130"/>
            </a:xfrm>
            <a:custGeom>
              <a:avLst/>
              <a:gdLst>
                <a:gd name="T0" fmla="*/ 17 w 31"/>
                <a:gd name="T1" fmla="*/ 16 h 17"/>
                <a:gd name="T2" fmla="*/ 1 w 31"/>
                <a:gd name="T3" fmla="*/ 10 h 17"/>
                <a:gd name="T4" fmla="*/ 14 w 31"/>
                <a:gd name="T5" fmla="*/ 1 h 17"/>
                <a:gd name="T6" fmla="*/ 31 w 31"/>
                <a:gd name="T7" fmla="*/ 7 h 17"/>
                <a:gd name="T8" fmla="*/ 17 w 31"/>
                <a:gd name="T9" fmla="*/ 16 h 17"/>
              </a:gdLst>
              <a:ahLst/>
              <a:cxnLst>
                <a:cxn ang="0">
                  <a:pos x="T0" y="T1"/>
                </a:cxn>
                <a:cxn ang="0">
                  <a:pos x="T2" y="T3"/>
                </a:cxn>
                <a:cxn ang="0">
                  <a:pos x="T4" y="T5"/>
                </a:cxn>
                <a:cxn ang="0">
                  <a:pos x="T6" y="T7"/>
                </a:cxn>
                <a:cxn ang="0">
                  <a:pos x="T8" y="T9"/>
                </a:cxn>
              </a:cxnLst>
              <a:rect l="0" t="0" r="r" b="b"/>
              <a:pathLst>
                <a:path w="31" h="17">
                  <a:moveTo>
                    <a:pt x="17" y="16"/>
                  </a:moveTo>
                  <a:cubicBezTo>
                    <a:pt x="9" y="17"/>
                    <a:pt x="1" y="14"/>
                    <a:pt x="1" y="10"/>
                  </a:cubicBezTo>
                  <a:cubicBezTo>
                    <a:pt x="0" y="6"/>
                    <a:pt x="6" y="2"/>
                    <a:pt x="14" y="1"/>
                  </a:cubicBezTo>
                  <a:cubicBezTo>
                    <a:pt x="22" y="0"/>
                    <a:pt x="30" y="3"/>
                    <a:pt x="31" y="7"/>
                  </a:cubicBezTo>
                  <a:cubicBezTo>
                    <a:pt x="31" y="11"/>
                    <a:pt x="25" y="15"/>
                    <a:pt x="1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5" name="Freeform 1072">
              <a:extLst>
                <a:ext uri="{FF2B5EF4-FFF2-40B4-BE49-F238E27FC236}">
                  <a16:creationId xmlns:a16="http://schemas.microsoft.com/office/drawing/2014/main" id="{6B8F995A-D008-5AB4-30F2-4BB48A2BBCAD}"/>
                </a:ext>
              </a:extLst>
            </p:cNvPr>
            <p:cNvSpPr>
              <a:spLocks/>
            </p:cNvSpPr>
            <p:nvPr/>
          </p:nvSpPr>
          <p:spPr bwMode="auto">
            <a:xfrm rot="5094805">
              <a:off x="2034075" y="6482468"/>
              <a:ext cx="77689" cy="43415"/>
            </a:xfrm>
            <a:custGeom>
              <a:avLst/>
              <a:gdLst>
                <a:gd name="T0" fmla="*/ 18 w 31"/>
                <a:gd name="T1" fmla="*/ 17 h 18"/>
                <a:gd name="T2" fmla="*/ 1 w 31"/>
                <a:gd name="T3" fmla="*/ 10 h 18"/>
                <a:gd name="T4" fmla="*/ 13 w 31"/>
                <a:gd name="T5" fmla="*/ 1 h 18"/>
                <a:gd name="T6" fmla="*/ 30 w 31"/>
                <a:gd name="T7" fmla="*/ 7 h 18"/>
                <a:gd name="T8" fmla="*/ 18 w 31"/>
                <a:gd name="T9" fmla="*/ 17 h 18"/>
              </a:gdLst>
              <a:ahLst/>
              <a:cxnLst>
                <a:cxn ang="0">
                  <a:pos x="T0" y="T1"/>
                </a:cxn>
                <a:cxn ang="0">
                  <a:pos x="T2" y="T3"/>
                </a:cxn>
                <a:cxn ang="0">
                  <a:pos x="T4" y="T5"/>
                </a:cxn>
                <a:cxn ang="0">
                  <a:pos x="T6" y="T7"/>
                </a:cxn>
                <a:cxn ang="0">
                  <a:pos x="T8" y="T9"/>
                </a:cxn>
              </a:cxnLst>
              <a:rect l="0" t="0" r="r" b="b"/>
              <a:pathLst>
                <a:path w="31" h="18">
                  <a:moveTo>
                    <a:pt x="18" y="17"/>
                  </a:moveTo>
                  <a:cubicBezTo>
                    <a:pt x="9" y="18"/>
                    <a:pt x="2" y="15"/>
                    <a:pt x="1" y="10"/>
                  </a:cubicBezTo>
                  <a:cubicBezTo>
                    <a:pt x="0" y="6"/>
                    <a:pt x="5" y="2"/>
                    <a:pt x="13" y="1"/>
                  </a:cubicBezTo>
                  <a:cubicBezTo>
                    <a:pt x="21" y="0"/>
                    <a:pt x="29" y="3"/>
                    <a:pt x="30" y="7"/>
                  </a:cubicBezTo>
                  <a:cubicBezTo>
                    <a:pt x="31" y="11"/>
                    <a:pt x="26" y="15"/>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6" name="Freeform 1073">
              <a:extLst>
                <a:ext uri="{FF2B5EF4-FFF2-40B4-BE49-F238E27FC236}">
                  <a16:creationId xmlns:a16="http://schemas.microsoft.com/office/drawing/2014/main" id="{63B2C670-28D9-A276-C91F-80EB857A76AE}"/>
                </a:ext>
              </a:extLst>
            </p:cNvPr>
            <p:cNvSpPr>
              <a:spLocks/>
            </p:cNvSpPr>
            <p:nvPr/>
          </p:nvSpPr>
          <p:spPr bwMode="auto">
            <a:xfrm rot="5094805">
              <a:off x="1998444" y="6286069"/>
              <a:ext cx="77689" cy="47984"/>
            </a:xfrm>
            <a:custGeom>
              <a:avLst/>
              <a:gdLst>
                <a:gd name="T0" fmla="*/ 14 w 32"/>
                <a:gd name="T1" fmla="*/ 1 h 19"/>
                <a:gd name="T2" fmla="*/ 31 w 32"/>
                <a:gd name="T3" fmla="*/ 7 h 19"/>
                <a:gd name="T4" fmla="*/ 18 w 32"/>
                <a:gd name="T5" fmla="*/ 18 h 19"/>
                <a:gd name="T6" fmla="*/ 1 w 32"/>
                <a:gd name="T7" fmla="*/ 11 h 19"/>
                <a:gd name="T8" fmla="*/ 14 w 32"/>
                <a:gd name="T9" fmla="*/ 1 h 19"/>
              </a:gdLst>
              <a:ahLst/>
              <a:cxnLst>
                <a:cxn ang="0">
                  <a:pos x="T0" y="T1"/>
                </a:cxn>
                <a:cxn ang="0">
                  <a:pos x="T2" y="T3"/>
                </a:cxn>
                <a:cxn ang="0">
                  <a:pos x="T4" y="T5"/>
                </a:cxn>
                <a:cxn ang="0">
                  <a:pos x="T6" y="T7"/>
                </a:cxn>
                <a:cxn ang="0">
                  <a:pos x="T8" y="T9"/>
                </a:cxn>
              </a:cxnLst>
              <a:rect l="0" t="0" r="r" b="b"/>
              <a:pathLst>
                <a:path w="32" h="19">
                  <a:moveTo>
                    <a:pt x="14" y="1"/>
                  </a:moveTo>
                  <a:cubicBezTo>
                    <a:pt x="22" y="0"/>
                    <a:pt x="29" y="3"/>
                    <a:pt x="31" y="7"/>
                  </a:cubicBezTo>
                  <a:cubicBezTo>
                    <a:pt x="32" y="12"/>
                    <a:pt x="26" y="17"/>
                    <a:pt x="18" y="18"/>
                  </a:cubicBezTo>
                  <a:cubicBezTo>
                    <a:pt x="10" y="19"/>
                    <a:pt x="2" y="15"/>
                    <a:pt x="1" y="11"/>
                  </a:cubicBezTo>
                  <a:cubicBezTo>
                    <a:pt x="0" y="6"/>
                    <a:pt x="6" y="2"/>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7" name="Freeform 1074">
              <a:extLst>
                <a:ext uri="{FF2B5EF4-FFF2-40B4-BE49-F238E27FC236}">
                  <a16:creationId xmlns:a16="http://schemas.microsoft.com/office/drawing/2014/main" id="{18F04929-C286-18D2-7243-CBA1BB0C5A9A}"/>
                </a:ext>
              </a:extLst>
            </p:cNvPr>
            <p:cNvSpPr>
              <a:spLocks/>
            </p:cNvSpPr>
            <p:nvPr/>
          </p:nvSpPr>
          <p:spPr bwMode="auto">
            <a:xfrm rot="5094805">
              <a:off x="1961773" y="6093094"/>
              <a:ext cx="79974" cy="47984"/>
            </a:xfrm>
            <a:custGeom>
              <a:avLst/>
              <a:gdLst>
                <a:gd name="T0" fmla="*/ 1 w 32"/>
                <a:gd name="T1" fmla="*/ 12 h 20"/>
                <a:gd name="T2" fmla="*/ 14 w 32"/>
                <a:gd name="T3" fmla="*/ 1 h 20"/>
                <a:gd name="T4" fmla="*/ 31 w 32"/>
                <a:gd name="T5" fmla="*/ 8 h 20"/>
                <a:gd name="T6" fmla="*/ 18 w 32"/>
                <a:gd name="T7" fmla="*/ 19 h 20"/>
                <a:gd name="T8" fmla="*/ 1 w 32"/>
                <a:gd name="T9" fmla="*/ 12 h 20"/>
              </a:gdLst>
              <a:ahLst/>
              <a:cxnLst>
                <a:cxn ang="0">
                  <a:pos x="T0" y="T1"/>
                </a:cxn>
                <a:cxn ang="0">
                  <a:pos x="T2" y="T3"/>
                </a:cxn>
                <a:cxn ang="0">
                  <a:pos x="T4" y="T5"/>
                </a:cxn>
                <a:cxn ang="0">
                  <a:pos x="T6" y="T7"/>
                </a:cxn>
                <a:cxn ang="0">
                  <a:pos x="T8" y="T9"/>
                </a:cxn>
              </a:cxnLst>
              <a:rect l="0" t="0" r="r" b="b"/>
              <a:pathLst>
                <a:path w="32" h="20">
                  <a:moveTo>
                    <a:pt x="1" y="12"/>
                  </a:moveTo>
                  <a:cubicBezTo>
                    <a:pt x="0" y="7"/>
                    <a:pt x="6" y="2"/>
                    <a:pt x="14" y="1"/>
                  </a:cubicBezTo>
                  <a:cubicBezTo>
                    <a:pt x="22" y="0"/>
                    <a:pt x="29" y="3"/>
                    <a:pt x="31" y="8"/>
                  </a:cubicBezTo>
                  <a:cubicBezTo>
                    <a:pt x="32" y="12"/>
                    <a:pt x="26" y="17"/>
                    <a:pt x="18" y="19"/>
                  </a:cubicBezTo>
                  <a:cubicBezTo>
                    <a:pt x="10" y="20"/>
                    <a:pt x="2" y="17"/>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8" name="Freeform 1075">
              <a:extLst>
                <a:ext uri="{FF2B5EF4-FFF2-40B4-BE49-F238E27FC236}">
                  <a16:creationId xmlns:a16="http://schemas.microsoft.com/office/drawing/2014/main" id="{3DBAC5BA-485D-1085-28DD-D4FC47244EE0}"/>
                </a:ext>
              </a:extLst>
            </p:cNvPr>
            <p:cNvSpPr>
              <a:spLocks/>
            </p:cNvSpPr>
            <p:nvPr/>
          </p:nvSpPr>
          <p:spPr bwMode="auto">
            <a:xfrm rot="5094805">
              <a:off x="1912795" y="5902569"/>
              <a:ext cx="77689" cy="50269"/>
            </a:xfrm>
            <a:custGeom>
              <a:avLst/>
              <a:gdLst>
                <a:gd name="T0" fmla="*/ 14 w 31"/>
                <a:gd name="T1" fmla="*/ 2 h 21"/>
                <a:gd name="T2" fmla="*/ 30 w 31"/>
                <a:gd name="T3" fmla="*/ 8 h 21"/>
                <a:gd name="T4" fmla="*/ 16 w 31"/>
                <a:gd name="T5" fmla="*/ 19 h 21"/>
                <a:gd name="T6" fmla="*/ 1 w 31"/>
                <a:gd name="T7" fmla="*/ 13 h 21"/>
                <a:gd name="T8" fmla="*/ 14 w 31"/>
                <a:gd name="T9" fmla="*/ 2 h 21"/>
              </a:gdLst>
              <a:ahLst/>
              <a:cxnLst>
                <a:cxn ang="0">
                  <a:pos x="T0" y="T1"/>
                </a:cxn>
                <a:cxn ang="0">
                  <a:pos x="T2" y="T3"/>
                </a:cxn>
                <a:cxn ang="0">
                  <a:pos x="T4" y="T5"/>
                </a:cxn>
                <a:cxn ang="0">
                  <a:pos x="T6" y="T7"/>
                </a:cxn>
                <a:cxn ang="0">
                  <a:pos x="T8" y="T9"/>
                </a:cxn>
              </a:cxnLst>
              <a:rect l="0" t="0" r="r" b="b"/>
              <a:pathLst>
                <a:path w="31" h="21">
                  <a:moveTo>
                    <a:pt x="14" y="2"/>
                  </a:moveTo>
                  <a:cubicBezTo>
                    <a:pt x="23" y="0"/>
                    <a:pt x="30" y="3"/>
                    <a:pt x="30" y="8"/>
                  </a:cubicBezTo>
                  <a:cubicBezTo>
                    <a:pt x="31" y="12"/>
                    <a:pt x="24" y="18"/>
                    <a:pt x="16" y="19"/>
                  </a:cubicBezTo>
                  <a:cubicBezTo>
                    <a:pt x="8" y="21"/>
                    <a:pt x="1" y="18"/>
                    <a:pt x="1" y="13"/>
                  </a:cubicBezTo>
                  <a:cubicBezTo>
                    <a:pt x="0" y="8"/>
                    <a:pt x="7" y="3"/>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9" name="Freeform 1076">
              <a:extLst>
                <a:ext uri="{FF2B5EF4-FFF2-40B4-BE49-F238E27FC236}">
                  <a16:creationId xmlns:a16="http://schemas.microsoft.com/office/drawing/2014/main" id="{8AE29C98-50B7-79F0-C5BE-0ABE25193D73}"/>
                </a:ext>
              </a:extLst>
            </p:cNvPr>
            <p:cNvSpPr>
              <a:spLocks/>
            </p:cNvSpPr>
            <p:nvPr/>
          </p:nvSpPr>
          <p:spPr bwMode="auto">
            <a:xfrm rot="5094805">
              <a:off x="1847885" y="5711177"/>
              <a:ext cx="75404" cy="57124"/>
            </a:xfrm>
            <a:custGeom>
              <a:avLst/>
              <a:gdLst>
                <a:gd name="T0" fmla="*/ 17 w 31"/>
                <a:gd name="T1" fmla="*/ 20 h 23"/>
                <a:gd name="T2" fmla="*/ 1 w 31"/>
                <a:gd name="T3" fmla="*/ 16 h 23"/>
                <a:gd name="T4" fmla="*/ 13 w 31"/>
                <a:gd name="T5" fmla="*/ 3 h 23"/>
                <a:gd name="T6" fmla="*/ 30 w 31"/>
                <a:gd name="T7" fmla="*/ 7 h 23"/>
                <a:gd name="T8" fmla="*/ 17 w 31"/>
                <a:gd name="T9" fmla="*/ 20 h 23"/>
              </a:gdLst>
              <a:ahLst/>
              <a:cxnLst>
                <a:cxn ang="0">
                  <a:pos x="T0" y="T1"/>
                </a:cxn>
                <a:cxn ang="0">
                  <a:pos x="T2" y="T3"/>
                </a:cxn>
                <a:cxn ang="0">
                  <a:pos x="T4" y="T5"/>
                </a:cxn>
                <a:cxn ang="0">
                  <a:pos x="T6" y="T7"/>
                </a:cxn>
                <a:cxn ang="0">
                  <a:pos x="T8" y="T9"/>
                </a:cxn>
              </a:cxnLst>
              <a:rect l="0" t="0" r="r" b="b"/>
              <a:pathLst>
                <a:path w="31" h="23">
                  <a:moveTo>
                    <a:pt x="17" y="20"/>
                  </a:moveTo>
                  <a:cubicBezTo>
                    <a:pt x="9" y="23"/>
                    <a:pt x="2" y="20"/>
                    <a:pt x="1" y="16"/>
                  </a:cubicBezTo>
                  <a:cubicBezTo>
                    <a:pt x="0" y="11"/>
                    <a:pt x="5" y="5"/>
                    <a:pt x="13" y="3"/>
                  </a:cubicBezTo>
                  <a:cubicBezTo>
                    <a:pt x="21" y="0"/>
                    <a:pt x="29" y="2"/>
                    <a:pt x="30" y="7"/>
                  </a:cubicBezTo>
                  <a:cubicBezTo>
                    <a:pt x="31" y="11"/>
                    <a:pt x="25" y="18"/>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0" name="Freeform 1077">
              <a:extLst>
                <a:ext uri="{FF2B5EF4-FFF2-40B4-BE49-F238E27FC236}">
                  <a16:creationId xmlns:a16="http://schemas.microsoft.com/office/drawing/2014/main" id="{7E332603-46B9-BA52-53C4-034D257478D9}"/>
                </a:ext>
              </a:extLst>
            </p:cNvPr>
            <p:cNvSpPr>
              <a:spLocks/>
            </p:cNvSpPr>
            <p:nvPr/>
          </p:nvSpPr>
          <p:spPr bwMode="auto">
            <a:xfrm rot="5094805">
              <a:off x="1768278" y="5524423"/>
              <a:ext cx="75404" cy="59409"/>
            </a:xfrm>
            <a:custGeom>
              <a:avLst/>
              <a:gdLst>
                <a:gd name="T0" fmla="*/ 17 w 31"/>
                <a:gd name="T1" fmla="*/ 21 h 24"/>
                <a:gd name="T2" fmla="*/ 1 w 31"/>
                <a:gd name="T3" fmla="*/ 16 h 24"/>
                <a:gd name="T4" fmla="*/ 14 w 31"/>
                <a:gd name="T5" fmla="*/ 2 h 24"/>
                <a:gd name="T6" fmla="*/ 30 w 31"/>
                <a:gd name="T7" fmla="*/ 6 h 24"/>
                <a:gd name="T8" fmla="*/ 17 w 31"/>
                <a:gd name="T9" fmla="*/ 21 h 24"/>
              </a:gdLst>
              <a:ahLst/>
              <a:cxnLst>
                <a:cxn ang="0">
                  <a:pos x="T0" y="T1"/>
                </a:cxn>
                <a:cxn ang="0">
                  <a:pos x="T2" y="T3"/>
                </a:cxn>
                <a:cxn ang="0">
                  <a:pos x="T4" y="T5"/>
                </a:cxn>
                <a:cxn ang="0">
                  <a:pos x="T6" y="T7"/>
                </a:cxn>
                <a:cxn ang="0">
                  <a:pos x="T8" y="T9"/>
                </a:cxn>
              </a:cxnLst>
              <a:rect l="0" t="0" r="r" b="b"/>
              <a:pathLst>
                <a:path w="31" h="24">
                  <a:moveTo>
                    <a:pt x="17" y="21"/>
                  </a:moveTo>
                  <a:cubicBezTo>
                    <a:pt x="9" y="24"/>
                    <a:pt x="2" y="22"/>
                    <a:pt x="1" y="16"/>
                  </a:cubicBezTo>
                  <a:cubicBezTo>
                    <a:pt x="0" y="11"/>
                    <a:pt x="6" y="5"/>
                    <a:pt x="14" y="2"/>
                  </a:cubicBezTo>
                  <a:cubicBezTo>
                    <a:pt x="22" y="0"/>
                    <a:pt x="29" y="1"/>
                    <a:pt x="30" y="6"/>
                  </a:cubicBezTo>
                  <a:cubicBezTo>
                    <a:pt x="31" y="11"/>
                    <a:pt x="25" y="18"/>
                    <a:pt x="1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1" name="Freeform 1078">
              <a:extLst>
                <a:ext uri="{FF2B5EF4-FFF2-40B4-BE49-F238E27FC236}">
                  <a16:creationId xmlns:a16="http://schemas.microsoft.com/office/drawing/2014/main" id="{19F2E4E9-5687-58C4-E02F-C70E787D786C}"/>
                </a:ext>
              </a:extLst>
            </p:cNvPr>
            <p:cNvSpPr>
              <a:spLocks/>
            </p:cNvSpPr>
            <p:nvPr/>
          </p:nvSpPr>
          <p:spPr bwMode="auto">
            <a:xfrm rot="5094805">
              <a:off x="1675112" y="5338780"/>
              <a:ext cx="77689" cy="63979"/>
            </a:xfrm>
            <a:custGeom>
              <a:avLst/>
              <a:gdLst>
                <a:gd name="T0" fmla="*/ 29 w 31"/>
                <a:gd name="T1" fmla="*/ 6 h 26"/>
                <a:gd name="T2" fmla="*/ 17 w 31"/>
                <a:gd name="T3" fmla="*/ 22 h 26"/>
                <a:gd name="T4" fmla="*/ 1 w 31"/>
                <a:gd name="T5" fmla="*/ 19 h 26"/>
                <a:gd name="T6" fmla="*/ 13 w 31"/>
                <a:gd name="T7" fmla="*/ 4 h 26"/>
                <a:gd name="T8" fmla="*/ 29 w 31"/>
                <a:gd name="T9" fmla="*/ 6 h 26"/>
              </a:gdLst>
              <a:ahLst/>
              <a:cxnLst>
                <a:cxn ang="0">
                  <a:pos x="T0" y="T1"/>
                </a:cxn>
                <a:cxn ang="0">
                  <a:pos x="T2" y="T3"/>
                </a:cxn>
                <a:cxn ang="0">
                  <a:pos x="T4" y="T5"/>
                </a:cxn>
                <a:cxn ang="0">
                  <a:pos x="T6" y="T7"/>
                </a:cxn>
                <a:cxn ang="0">
                  <a:pos x="T8" y="T9"/>
                </a:cxn>
              </a:cxnLst>
              <a:rect l="0" t="0" r="r" b="b"/>
              <a:pathLst>
                <a:path w="31" h="26">
                  <a:moveTo>
                    <a:pt x="29" y="6"/>
                  </a:moveTo>
                  <a:cubicBezTo>
                    <a:pt x="31" y="11"/>
                    <a:pt x="25" y="18"/>
                    <a:pt x="17" y="22"/>
                  </a:cubicBezTo>
                  <a:cubicBezTo>
                    <a:pt x="10" y="26"/>
                    <a:pt x="2" y="24"/>
                    <a:pt x="1" y="19"/>
                  </a:cubicBezTo>
                  <a:cubicBezTo>
                    <a:pt x="0" y="14"/>
                    <a:pt x="5" y="7"/>
                    <a:pt x="13" y="4"/>
                  </a:cubicBezTo>
                  <a:cubicBezTo>
                    <a:pt x="21" y="0"/>
                    <a:pt x="28" y="1"/>
                    <a:pt x="2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2" name="Freeform 1079">
              <a:extLst>
                <a:ext uri="{FF2B5EF4-FFF2-40B4-BE49-F238E27FC236}">
                  <a16:creationId xmlns:a16="http://schemas.microsoft.com/office/drawing/2014/main" id="{82D696C4-D54A-8A9D-EFC8-88CE596AAFC4}"/>
                </a:ext>
              </a:extLst>
            </p:cNvPr>
            <p:cNvSpPr>
              <a:spLocks/>
            </p:cNvSpPr>
            <p:nvPr/>
          </p:nvSpPr>
          <p:spPr bwMode="auto">
            <a:xfrm rot="5094805">
              <a:off x="1576265" y="5154987"/>
              <a:ext cx="75404" cy="66264"/>
            </a:xfrm>
            <a:custGeom>
              <a:avLst/>
              <a:gdLst>
                <a:gd name="T0" fmla="*/ 29 w 30"/>
                <a:gd name="T1" fmla="*/ 7 h 27"/>
                <a:gd name="T2" fmla="*/ 16 w 30"/>
                <a:gd name="T3" fmla="*/ 23 h 27"/>
                <a:gd name="T4" fmla="*/ 0 w 30"/>
                <a:gd name="T5" fmla="*/ 19 h 27"/>
                <a:gd name="T6" fmla="*/ 14 w 30"/>
                <a:gd name="T7" fmla="*/ 3 h 27"/>
                <a:gd name="T8" fmla="*/ 29 w 30"/>
                <a:gd name="T9" fmla="*/ 7 h 27"/>
              </a:gdLst>
              <a:ahLst/>
              <a:cxnLst>
                <a:cxn ang="0">
                  <a:pos x="T0" y="T1"/>
                </a:cxn>
                <a:cxn ang="0">
                  <a:pos x="T2" y="T3"/>
                </a:cxn>
                <a:cxn ang="0">
                  <a:pos x="T4" y="T5"/>
                </a:cxn>
                <a:cxn ang="0">
                  <a:pos x="T6" y="T7"/>
                </a:cxn>
                <a:cxn ang="0">
                  <a:pos x="T8" y="T9"/>
                </a:cxn>
              </a:cxnLst>
              <a:rect l="0" t="0" r="r" b="b"/>
              <a:pathLst>
                <a:path w="30" h="27">
                  <a:moveTo>
                    <a:pt x="29" y="7"/>
                  </a:moveTo>
                  <a:cubicBezTo>
                    <a:pt x="30" y="12"/>
                    <a:pt x="24" y="20"/>
                    <a:pt x="16" y="23"/>
                  </a:cubicBezTo>
                  <a:cubicBezTo>
                    <a:pt x="8" y="27"/>
                    <a:pt x="1" y="25"/>
                    <a:pt x="0" y="19"/>
                  </a:cubicBezTo>
                  <a:cubicBezTo>
                    <a:pt x="0" y="14"/>
                    <a:pt x="6" y="7"/>
                    <a:pt x="14" y="3"/>
                  </a:cubicBezTo>
                  <a:cubicBezTo>
                    <a:pt x="22" y="0"/>
                    <a:pt x="29" y="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3" name="Freeform 1080">
              <a:extLst>
                <a:ext uri="{FF2B5EF4-FFF2-40B4-BE49-F238E27FC236}">
                  <a16:creationId xmlns:a16="http://schemas.microsoft.com/office/drawing/2014/main" id="{400D5B34-B314-F1CF-566C-3A823C94A02B}"/>
                </a:ext>
              </a:extLst>
            </p:cNvPr>
            <p:cNvSpPr>
              <a:spLocks/>
            </p:cNvSpPr>
            <p:nvPr/>
          </p:nvSpPr>
          <p:spPr bwMode="auto">
            <a:xfrm rot="5094805">
              <a:off x="1465933" y="4969826"/>
              <a:ext cx="75404" cy="70834"/>
            </a:xfrm>
            <a:custGeom>
              <a:avLst/>
              <a:gdLst>
                <a:gd name="T0" fmla="*/ 14 w 31"/>
                <a:gd name="T1" fmla="*/ 4 h 28"/>
                <a:gd name="T2" fmla="*/ 30 w 31"/>
                <a:gd name="T3" fmla="*/ 6 h 28"/>
                <a:gd name="T4" fmla="*/ 17 w 31"/>
                <a:gd name="T5" fmla="*/ 24 h 28"/>
                <a:gd name="T6" fmla="*/ 1 w 31"/>
                <a:gd name="T7" fmla="*/ 21 h 28"/>
                <a:gd name="T8" fmla="*/ 14 w 31"/>
                <a:gd name="T9" fmla="*/ 4 h 28"/>
              </a:gdLst>
              <a:ahLst/>
              <a:cxnLst>
                <a:cxn ang="0">
                  <a:pos x="T0" y="T1"/>
                </a:cxn>
                <a:cxn ang="0">
                  <a:pos x="T2" y="T3"/>
                </a:cxn>
                <a:cxn ang="0">
                  <a:pos x="T4" y="T5"/>
                </a:cxn>
                <a:cxn ang="0">
                  <a:pos x="T6" y="T7"/>
                </a:cxn>
                <a:cxn ang="0">
                  <a:pos x="T8" y="T9"/>
                </a:cxn>
              </a:cxnLst>
              <a:rect l="0" t="0" r="r" b="b"/>
              <a:pathLst>
                <a:path w="31" h="28">
                  <a:moveTo>
                    <a:pt x="14" y="4"/>
                  </a:moveTo>
                  <a:cubicBezTo>
                    <a:pt x="22" y="0"/>
                    <a:pt x="29" y="1"/>
                    <a:pt x="30" y="6"/>
                  </a:cubicBezTo>
                  <a:cubicBezTo>
                    <a:pt x="31" y="11"/>
                    <a:pt x="25" y="20"/>
                    <a:pt x="17" y="24"/>
                  </a:cubicBezTo>
                  <a:cubicBezTo>
                    <a:pt x="10" y="28"/>
                    <a:pt x="2" y="26"/>
                    <a:pt x="1" y="21"/>
                  </a:cubicBezTo>
                  <a:cubicBezTo>
                    <a:pt x="0" y="15"/>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4" name="Freeform 1081">
              <a:extLst>
                <a:ext uri="{FF2B5EF4-FFF2-40B4-BE49-F238E27FC236}">
                  <a16:creationId xmlns:a16="http://schemas.microsoft.com/office/drawing/2014/main" id="{104FE272-1282-CC4B-792A-BDB8BE982DA4}"/>
                </a:ext>
              </a:extLst>
            </p:cNvPr>
            <p:cNvSpPr>
              <a:spLocks/>
            </p:cNvSpPr>
            <p:nvPr/>
          </p:nvSpPr>
          <p:spPr bwMode="auto">
            <a:xfrm rot="5094805">
              <a:off x="1351357" y="4789728"/>
              <a:ext cx="73119" cy="73119"/>
            </a:xfrm>
            <a:custGeom>
              <a:avLst/>
              <a:gdLst>
                <a:gd name="T0" fmla="*/ 16 w 30"/>
                <a:gd name="T1" fmla="*/ 25 h 29"/>
                <a:gd name="T2" fmla="*/ 0 w 30"/>
                <a:gd name="T3" fmla="*/ 21 h 29"/>
                <a:gd name="T4" fmla="*/ 13 w 30"/>
                <a:gd name="T5" fmla="*/ 4 h 29"/>
                <a:gd name="T6" fmla="*/ 29 w 30"/>
                <a:gd name="T7" fmla="*/ 6 h 29"/>
                <a:gd name="T8" fmla="*/ 16 w 30"/>
                <a:gd name="T9" fmla="*/ 25 h 29"/>
              </a:gdLst>
              <a:ahLst/>
              <a:cxnLst>
                <a:cxn ang="0">
                  <a:pos x="T0" y="T1"/>
                </a:cxn>
                <a:cxn ang="0">
                  <a:pos x="T2" y="T3"/>
                </a:cxn>
                <a:cxn ang="0">
                  <a:pos x="T4" y="T5"/>
                </a:cxn>
                <a:cxn ang="0">
                  <a:pos x="T6" y="T7"/>
                </a:cxn>
                <a:cxn ang="0">
                  <a:pos x="T8" y="T9"/>
                </a:cxn>
              </a:cxnLst>
              <a:rect l="0" t="0" r="r" b="b"/>
              <a:pathLst>
                <a:path w="30" h="29">
                  <a:moveTo>
                    <a:pt x="16" y="25"/>
                  </a:moveTo>
                  <a:cubicBezTo>
                    <a:pt x="8" y="29"/>
                    <a:pt x="1" y="27"/>
                    <a:pt x="0" y="21"/>
                  </a:cubicBezTo>
                  <a:cubicBezTo>
                    <a:pt x="0" y="16"/>
                    <a:pt x="6" y="8"/>
                    <a:pt x="13" y="4"/>
                  </a:cubicBezTo>
                  <a:cubicBezTo>
                    <a:pt x="21" y="0"/>
                    <a:pt x="28" y="1"/>
                    <a:pt x="29" y="6"/>
                  </a:cubicBezTo>
                  <a:cubicBezTo>
                    <a:pt x="30" y="12"/>
                    <a:pt x="24" y="21"/>
                    <a:pt x="16"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5" name="Freeform 1082">
              <a:extLst>
                <a:ext uri="{FF2B5EF4-FFF2-40B4-BE49-F238E27FC236}">
                  <a16:creationId xmlns:a16="http://schemas.microsoft.com/office/drawing/2014/main" id="{0DE9BA2C-FCEC-9B34-ED9A-EE9FD8C226AC}"/>
                </a:ext>
              </a:extLst>
            </p:cNvPr>
            <p:cNvSpPr>
              <a:spLocks/>
            </p:cNvSpPr>
            <p:nvPr/>
          </p:nvSpPr>
          <p:spPr bwMode="auto">
            <a:xfrm rot="5094805">
              <a:off x="1230985" y="4611182"/>
              <a:ext cx="73119" cy="70834"/>
            </a:xfrm>
            <a:custGeom>
              <a:avLst/>
              <a:gdLst>
                <a:gd name="T0" fmla="*/ 14 w 30"/>
                <a:gd name="T1" fmla="*/ 4 h 29"/>
                <a:gd name="T2" fmla="*/ 29 w 30"/>
                <a:gd name="T3" fmla="*/ 7 h 29"/>
                <a:gd name="T4" fmla="*/ 16 w 30"/>
                <a:gd name="T5" fmla="*/ 25 h 29"/>
                <a:gd name="T6" fmla="*/ 0 w 30"/>
                <a:gd name="T7" fmla="*/ 22 h 29"/>
                <a:gd name="T8" fmla="*/ 14 w 30"/>
                <a:gd name="T9" fmla="*/ 4 h 29"/>
              </a:gdLst>
              <a:ahLst/>
              <a:cxnLst>
                <a:cxn ang="0">
                  <a:pos x="T0" y="T1"/>
                </a:cxn>
                <a:cxn ang="0">
                  <a:pos x="T2" y="T3"/>
                </a:cxn>
                <a:cxn ang="0">
                  <a:pos x="T4" y="T5"/>
                </a:cxn>
                <a:cxn ang="0">
                  <a:pos x="T6" y="T7"/>
                </a:cxn>
                <a:cxn ang="0">
                  <a:pos x="T8" y="T9"/>
                </a:cxn>
              </a:cxnLst>
              <a:rect l="0" t="0" r="r" b="b"/>
              <a:pathLst>
                <a:path w="30" h="29">
                  <a:moveTo>
                    <a:pt x="14" y="4"/>
                  </a:moveTo>
                  <a:cubicBezTo>
                    <a:pt x="22" y="0"/>
                    <a:pt x="28" y="1"/>
                    <a:pt x="29" y="7"/>
                  </a:cubicBezTo>
                  <a:cubicBezTo>
                    <a:pt x="30" y="13"/>
                    <a:pt x="24" y="21"/>
                    <a:pt x="16" y="25"/>
                  </a:cubicBezTo>
                  <a:cubicBezTo>
                    <a:pt x="8" y="29"/>
                    <a:pt x="1" y="28"/>
                    <a:pt x="0" y="22"/>
                  </a:cubicBezTo>
                  <a:cubicBezTo>
                    <a:pt x="0" y="16"/>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6" name="Freeform 1084">
              <a:extLst>
                <a:ext uri="{FF2B5EF4-FFF2-40B4-BE49-F238E27FC236}">
                  <a16:creationId xmlns:a16="http://schemas.microsoft.com/office/drawing/2014/main" id="{01A57E6B-8D52-E25A-5B07-553C20BCBE67}"/>
                </a:ext>
              </a:extLst>
            </p:cNvPr>
            <p:cNvSpPr>
              <a:spLocks/>
            </p:cNvSpPr>
            <p:nvPr/>
          </p:nvSpPr>
          <p:spPr bwMode="auto">
            <a:xfrm rot="5094805">
              <a:off x="1228282" y="4507971"/>
              <a:ext cx="77689" cy="61694"/>
            </a:xfrm>
            <a:custGeom>
              <a:avLst/>
              <a:gdLst>
                <a:gd name="T0" fmla="*/ 30 w 31"/>
                <a:gd name="T1" fmla="*/ 4 h 25"/>
                <a:gd name="T2" fmla="*/ 19 w 31"/>
                <a:gd name="T3" fmla="*/ 20 h 25"/>
                <a:gd name="T4" fmla="*/ 2 w 31"/>
                <a:gd name="T5" fmla="*/ 21 h 25"/>
                <a:gd name="T6" fmla="*/ 13 w 31"/>
                <a:gd name="T7" fmla="*/ 5 h 25"/>
                <a:gd name="T8" fmla="*/ 30 w 31"/>
                <a:gd name="T9" fmla="*/ 4 h 25"/>
              </a:gdLst>
              <a:ahLst/>
              <a:cxnLst>
                <a:cxn ang="0">
                  <a:pos x="T0" y="T1"/>
                </a:cxn>
                <a:cxn ang="0">
                  <a:pos x="T2" y="T3"/>
                </a:cxn>
                <a:cxn ang="0">
                  <a:pos x="T4" y="T5"/>
                </a:cxn>
                <a:cxn ang="0">
                  <a:pos x="T6" y="T7"/>
                </a:cxn>
                <a:cxn ang="0">
                  <a:pos x="T8" y="T9"/>
                </a:cxn>
              </a:cxnLst>
              <a:rect l="0" t="0" r="r" b="b"/>
              <a:pathLst>
                <a:path w="31" h="25">
                  <a:moveTo>
                    <a:pt x="30" y="4"/>
                  </a:moveTo>
                  <a:cubicBezTo>
                    <a:pt x="31" y="8"/>
                    <a:pt x="26" y="16"/>
                    <a:pt x="19" y="20"/>
                  </a:cubicBezTo>
                  <a:cubicBezTo>
                    <a:pt x="11" y="25"/>
                    <a:pt x="3" y="25"/>
                    <a:pt x="2" y="21"/>
                  </a:cubicBezTo>
                  <a:cubicBezTo>
                    <a:pt x="0" y="17"/>
                    <a:pt x="6" y="10"/>
                    <a:pt x="13" y="5"/>
                  </a:cubicBezTo>
                  <a:cubicBezTo>
                    <a:pt x="21" y="0"/>
                    <a:pt x="29" y="0"/>
                    <a:pt x="3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7" name="Freeform 1085">
              <a:extLst>
                <a:ext uri="{FF2B5EF4-FFF2-40B4-BE49-F238E27FC236}">
                  <a16:creationId xmlns:a16="http://schemas.microsoft.com/office/drawing/2014/main" id="{5706830C-3C96-19F2-36CA-22EFB89DCA82}"/>
                </a:ext>
              </a:extLst>
            </p:cNvPr>
            <p:cNvSpPr>
              <a:spLocks/>
            </p:cNvSpPr>
            <p:nvPr/>
          </p:nvSpPr>
          <p:spPr bwMode="auto">
            <a:xfrm rot="5094805">
              <a:off x="1107920" y="4327343"/>
              <a:ext cx="73119" cy="63979"/>
            </a:xfrm>
            <a:custGeom>
              <a:avLst/>
              <a:gdLst>
                <a:gd name="T0" fmla="*/ 13 w 30"/>
                <a:gd name="T1" fmla="*/ 5 h 26"/>
                <a:gd name="T2" fmla="*/ 29 w 30"/>
                <a:gd name="T3" fmla="*/ 5 h 26"/>
                <a:gd name="T4" fmla="*/ 17 w 30"/>
                <a:gd name="T5" fmla="*/ 21 h 26"/>
                <a:gd name="T6" fmla="*/ 1 w 30"/>
                <a:gd name="T7" fmla="*/ 20 h 26"/>
                <a:gd name="T8" fmla="*/ 13 w 30"/>
                <a:gd name="T9" fmla="*/ 5 h 26"/>
              </a:gdLst>
              <a:ahLst/>
              <a:cxnLst>
                <a:cxn ang="0">
                  <a:pos x="T0" y="T1"/>
                </a:cxn>
                <a:cxn ang="0">
                  <a:pos x="T2" y="T3"/>
                </a:cxn>
                <a:cxn ang="0">
                  <a:pos x="T4" y="T5"/>
                </a:cxn>
                <a:cxn ang="0">
                  <a:pos x="T6" y="T7"/>
                </a:cxn>
                <a:cxn ang="0">
                  <a:pos x="T8" y="T9"/>
                </a:cxn>
              </a:cxnLst>
              <a:rect l="0" t="0" r="r" b="b"/>
              <a:pathLst>
                <a:path w="30" h="26">
                  <a:moveTo>
                    <a:pt x="13" y="5"/>
                  </a:moveTo>
                  <a:cubicBezTo>
                    <a:pt x="21" y="0"/>
                    <a:pt x="28" y="0"/>
                    <a:pt x="29" y="5"/>
                  </a:cubicBezTo>
                  <a:cubicBezTo>
                    <a:pt x="30" y="9"/>
                    <a:pt x="25" y="17"/>
                    <a:pt x="17" y="21"/>
                  </a:cubicBezTo>
                  <a:cubicBezTo>
                    <a:pt x="9" y="26"/>
                    <a:pt x="2" y="25"/>
                    <a:pt x="1" y="20"/>
                  </a:cubicBezTo>
                  <a:cubicBezTo>
                    <a:pt x="0" y="16"/>
                    <a:pt x="5" y="9"/>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8" name="Freeform 1086">
              <a:extLst>
                <a:ext uri="{FF2B5EF4-FFF2-40B4-BE49-F238E27FC236}">
                  <a16:creationId xmlns:a16="http://schemas.microsoft.com/office/drawing/2014/main" id="{BE1A14E2-5386-935E-E88F-5FC7648FA4EA}"/>
                </a:ext>
              </a:extLst>
            </p:cNvPr>
            <p:cNvSpPr>
              <a:spLocks/>
            </p:cNvSpPr>
            <p:nvPr/>
          </p:nvSpPr>
          <p:spPr bwMode="auto">
            <a:xfrm rot="5094805">
              <a:off x="984134" y="4147958"/>
              <a:ext cx="73119" cy="63979"/>
            </a:xfrm>
            <a:custGeom>
              <a:avLst/>
              <a:gdLst>
                <a:gd name="T0" fmla="*/ 14 w 30"/>
                <a:gd name="T1" fmla="*/ 4 h 26"/>
                <a:gd name="T2" fmla="*/ 29 w 30"/>
                <a:gd name="T3" fmla="*/ 4 h 26"/>
                <a:gd name="T4" fmla="*/ 16 w 30"/>
                <a:gd name="T5" fmla="*/ 22 h 26"/>
                <a:gd name="T6" fmla="*/ 1 w 30"/>
                <a:gd name="T7" fmla="*/ 21 h 26"/>
                <a:gd name="T8" fmla="*/ 14 w 30"/>
                <a:gd name="T9" fmla="*/ 4 h 26"/>
              </a:gdLst>
              <a:ahLst/>
              <a:cxnLst>
                <a:cxn ang="0">
                  <a:pos x="T0" y="T1"/>
                </a:cxn>
                <a:cxn ang="0">
                  <a:pos x="T2" y="T3"/>
                </a:cxn>
                <a:cxn ang="0">
                  <a:pos x="T4" y="T5"/>
                </a:cxn>
                <a:cxn ang="0">
                  <a:pos x="T6" y="T7"/>
                </a:cxn>
                <a:cxn ang="0">
                  <a:pos x="T8" y="T9"/>
                </a:cxn>
              </a:cxnLst>
              <a:rect l="0" t="0" r="r" b="b"/>
              <a:pathLst>
                <a:path w="30" h="26">
                  <a:moveTo>
                    <a:pt x="14" y="4"/>
                  </a:moveTo>
                  <a:cubicBezTo>
                    <a:pt x="22" y="0"/>
                    <a:pt x="28" y="0"/>
                    <a:pt x="29" y="4"/>
                  </a:cubicBezTo>
                  <a:cubicBezTo>
                    <a:pt x="30" y="9"/>
                    <a:pt x="24" y="18"/>
                    <a:pt x="16" y="22"/>
                  </a:cubicBezTo>
                  <a:cubicBezTo>
                    <a:pt x="9" y="26"/>
                    <a:pt x="2" y="25"/>
                    <a:pt x="1" y="21"/>
                  </a:cubicBezTo>
                  <a:cubicBezTo>
                    <a:pt x="0" y="16"/>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9" name="Freeform 1087">
              <a:extLst>
                <a:ext uri="{FF2B5EF4-FFF2-40B4-BE49-F238E27FC236}">
                  <a16:creationId xmlns:a16="http://schemas.microsoft.com/office/drawing/2014/main" id="{50A06DE7-40CC-2F0A-72F2-400B249C0D61}"/>
                </a:ext>
              </a:extLst>
            </p:cNvPr>
            <p:cNvSpPr>
              <a:spLocks/>
            </p:cNvSpPr>
            <p:nvPr/>
          </p:nvSpPr>
          <p:spPr bwMode="auto">
            <a:xfrm rot="5094805">
              <a:off x="863762" y="3967127"/>
              <a:ext cx="73119" cy="66264"/>
            </a:xfrm>
            <a:custGeom>
              <a:avLst/>
              <a:gdLst>
                <a:gd name="T0" fmla="*/ 13 w 30"/>
                <a:gd name="T1" fmla="*/ 4 h 27"/>
                <a:gd name="T2" fmla="*/ 29 w 30"/>
                <a:gd name="T3" fmla="*/ 5 h 27"/>
                <a:gd name="T4" fmla="*/ 17 w 30"/>
                <a:gd name="T5" fmla="*/ 22 h 27"/>
                <a:gd name="T6" fmla="*/ 1 w 30"/>
                <a:gd name="T7" fmla="*/ 20 h 27"/>
                <a:gd name="T8" fmla="*/ 13 w 30"/>
                <a:gd name="T9" fmla="*/ 4 h 27"/>
              </a:gdLst>
              <a:ahLst/>
              <a:cxnLst>
                <a:cxn ang="0">
                  <a:pos x="T0" y="T1"/>
                </a:cxn>
                <a:cxn ang="0">
                  <a:pos x="T2" y="T3"/>
                </a:cxn>
                <a:cxn ang="0">
                  <a:pos x="T4" y="T5"/>
                </a:cxn>
                <a:cxn ang="0">
                  <a:pos x="T6" y="T7"/>
                </a:cxn>
                <a:cxn ang="0">
                  <a:pos x="T8" y="T9"/>
                </a:cxn>
              </a:cxnLst>
              <a:rect l="0" t="0" r="r" b="b"/>
              <a:pathLst>
                <a:path w="30" h="27">
                  <a:moveTo>
                    <a:pt x="13" y="4"/>
                  </a:moveTo>
                  <a:cubicBezTo>
                    <a:pt x="22" y="0"/>
                    <a:pt x="29" y="0"/>
                    <a:pt x="29" y="5"/>
                  </a:cubicBezTo>
                  <a:cubicBezTo>
                    <a:pt x="30" y="10"/>
                    <a:pt x="25" y="18"/>
                    <a:pt x="17" y="22"/>
                  </a:cubicBezTo>
                  <a:cubicBezTo>
                    <a:pt x="9" y="27"/>
                    <a:pt x="2" y="26"/>
                    <a:pt x="1" y="20"/>
                  </a:cubicBezTo>
                  <a:cubicBezTo>
                    <a:pt x="0" y="15"/>
                    <a:pt x="6"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0" name="Freeform 1088">
              <a:extLst>
                <a:ext uri="{FF2B5EF4-FFF2-40B4-BE49-F238E27FC236}">
                  <a16:creationId xmlns:a16="http://schemas.microsoft.com/office/drawing/2014/main" id="{0859320D-C59E-2793-3107-491D340F23B1}"/>
                </a:ext>
              </a:extLst>
            </p:cNvPr>
            <p:cNvSpPr>
              <a:spLocks/>
            </p:cNvSpPr>
            <p:nvPr/>
          </p:nvSpPr>
          <p:spPr bwMode="auto">
            <a:xfrm rot="5094805">
              <a:off x="746698" y="3787038"/>
              <a:ext cx="75404" cy="63979"/>
            </a:xfrm>
            <a:custGeom>
              <a:avLst/>
              <a:gdLst>
                <a:gd name="T0" fmla="*/ 18 w 30"/>
                <a:gd name="T1" fmla="*/ 22 h 26"/>
                <a:gd name="T2" fmla="*/ 1 w 30"/>
                <a:gd name="T3" fmla="*/ 20 h 26"/>
                <a:gd name="T4" fmla="*/ 13 w 30"/>
                <a:gd name="T5" fmla="*/ 4 h 26"/>
                <a:gd name="T6" fmla="*/ 30 w 30"/>
                <a:gd name="T7" fmla="*/ 5 h 26"/>
                <a:gd name="T8" fmla="*/ 18 w 30"/>
                <a:gd name="T9" fmla="*/ 22 h 26"/>
              </a:gdLst>
              <a:ahLst/>
              <a:cxnLst>
                <a:cxn ang="0">
                  <a:pos x="T0" y="T1"/>
                </a:cxn>
                <a:cxn ang="0">
                  <a:pos x="T2" y="T3"/>
                </a:cxn>
                <a:cxn ang="0">
                  <a:pos x="T4" y="T5"/>
                </a:cxn>
                <a:cxn ang="0">
                  <a:pos x="T6" y="T7"/>
                </a:cxn>
                <a:cxn ang="0">
                  <a:pos x="T8" y="T9"/>
                </a:cxn>
              </a:cxnLst>
              <a:rect l="0" t="0" r="r" b="b"/>
              <a:pathLst>
                <a:path w="30" h="26">
                  <a:moveTo>
                    <a:pt x="18" y="22"/>
                  </a:moveTo>
                  <a:cubicBezTo>
                    <a:pt x="10" y="26"/>
                    <a:pt x="2" y="26"/>
                    <a:pt x="1" y="20"/>
                  </a:cubicBezTo>
                  <a:cubicBezTo>
                    <a:pt x="0" y="15"/>
                    <a:pt x="6" y="8"/>
                    <a:pt x="13" y="4"/>
                  </a:cubicBezTo>
                  <a:cubicBezTo>
                    <a:pt x="21" y="0"/>
                    <a:pt x="29" y="0"/>
                    <a:pt x="30" y="5"/>
                  </a:cubicBezTo>
                  <a:cubicBezTo>
                    <a:pt x="30" y="10"/>
                    <a:pt x="25" y="18"/>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1" name="Freeform 1089">
              <a:extLst>
                <a:ext uri="{FF2B5EF4-FFF2-40B4-BE49-F238E27FC236}">
                  <a16:creationId xmlns:a16="http://schemas.microsoft.com/office/drawing/2014/main" id="{30FAE9D9-A6EF-729B-023C-180C19B4287F}"/>
                </a:ext>
              </a:extLst>
            </p:cNvPr>
            <p:cNvSpPr>
              <a:spLocks/>
            </p:cNvSpPr>
            <p:nvPr/>
          </p:nvSpPr>
          <p:spPr bwMode="auto">
            <a:xfrm rot="5094805">
              <a:off x="635430" y="3605397"/>
              <a:ext cx="75404" cy="66264"/>
            </a:xfrm>
            <a:custGeom>
              <a:avLst/>
              <a:gdLst>
                <a:gd name="T0" fmla="*/ 30 w 30"/>
                <a:gd name="T1" fmla="*/ 7 h 27"/>
                <a:gd name="T2" fmla="*/ 18 w 30"/>
                <a:gd name="T3" fmla="*/ 23 h 27"/>
                <a:gd name="T4" fmla="*/ 1 w 30"/>
                <a:gd name="T5" fmla="*/ 20 h 27"/>
                <a:gd name="T6" fmla="*/ 15 w 30"/>
                <a:gd name="T7" fmla="*/ 4 h 27"/>
                <a:gd name="T8" fmla="*/ 30 w 30"/>
                <a:gd name="T9" fmla="*/ 7 h 27"/>
              </a:gdLst>
              <a:ahLst/>
              <a:cxnLst>
                <a:cxn ang="0">
                  <a:pos x="T0" y="T1"/>
                </a:cxn>
                <a:cxn ang="0">
                  <a:pos x="T2" y="T3"/>
                </a:cxn>
                <a:cxn ang="0">
                  <a:pos x="T4" y="T5"/>
                </a:cxn>
                <a:cxn ang="0">
                  <a:pos x="T6" y="T7"/>
                </a:cxn>
                <a:cxn ang="0">
                  <a:pos x="T8" y="T9"/>
                </a:cxn>
              </a:cxnLst>
              <a:rect l="0" t="0" r="r" b="b"/>
              <a:pathLst>
                <a:path w="30" h="27">
                  <a:moveTo>
                    <a:pt x="30" y="7"/>
                  </a:moveTo>
                  <a:cubicBezTo>
                    <a:pt x="30" y="12"/>
                    <a:pt x="25" y="19"/>
                    <a:pt x="18" y="23"/>
                  </a:cubicBezTo>
                  <a:cubicBezTo>
                    <a:pt x="10" y="27"/>
                    <a:pt x="2" y="26"/>
                    <a:pt x="1" y="20"/>
                  </a:cubicBezTo>
                  <a:cubicBezTo>
                    <a:pt x="0" y="15"/>
                    <a:pt x="6" y="7"/>
                    <a:pt x="15" y="4"/>
                  </a:cubicBezTo>
                  <a:cubicBezTo>
                    <a:pt x="22" y="0"/>
                    <a:pt x="29" y="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2" name="Freeform 1090">
              <a:extLst>
                <a:ext uri="{FF2B5EF4-FFF2-40B4-BE49-F238E27FC236}">
                  <a16:creationId xmlns:a16="http://schemas.microsoft.com/office/drawing/2014/main" id="{A1F40D0D-7D01-5F4B-90F3-D2E01987A977}"/>
                </a:ext>
              </a:extLst>
            </p:cNvPr>
            <p:cNvSpPr>
              <a:spLocks/>
            </p:cNvSpPr>
            <p:nvPr/>
          </p:nvSpPr>
          <p:spPr bwMode="auto">
            <a:xfrm rot="5094805">
              <a:off x="533170" y="3425336"/>
              <a:ext cx="73119" cy="61694"/>
            </a:xfrm>
            <a:custGeom>
              <a:avLst/>
              <a:gdLst>
                <a:gd name="T0" fmla="*/ 14 w 30"/>
                <a:gd name="T1" fmla="*/ 4 h 25"/>
                <a:gd name="T2" fmla="*/ 29 w 30"/>
                <a:gd name="T3" fmla="*/ 7 h 25"/>
                <a:gd name="T4" fmla="*/ 16 w 30"/>
                <a:gd name="T5" fmla="*/ 22 h 25"/>
                <a:gd name="T6" fmla="*/ 1 w 30"/>
                <a:gd name="T7" fmla="*/ 20 h 25"/>
                <a:gd name="T8" fmla="*/ 14 w 30"/>
                <a:gd name="T9" fmla="*/ 4 h 25"/>
              </a:gdLst>
              <a:ahLst/>
              <a:cxnLst>
                <a:cxn ang="0">
                  <a:pos x="T0" y="T1"/>
                </a:cxn>
                <a:cxn ang="0">
                  <a:pos x="T2" y="T3"/>
                </a:cxn>
                <a:cxn ang="0">
                  <a:pos x="T4" y="T5"/>
                </a:cxn>
                <a:cxn ang="0">
                  <a:pos x="T6" y="T7"/>
                </a:cxn>
                <a:cxn ang="0">
                  <a:pos x="T8" y="T9"/>
                </a:cxn>
              </a:cxnLst>
              <a:rect l="0" t="0" r="r" b="b"/>
              <a:pathLst>
                <a:path w="30" h="25">
                  <a:moveTo>
                    <a:pt x="14" y="4"/>
                  </a:moveTo>
                  <a:cubicBezTo>
                    <a:pt x="22" y="0"/>
                    <a:pt x="28" y="2"/>
                    <a:pt x="29" y="7"/>
                  </a:cubicBezTo>
                  <a:cubicBezTo>
                    <a:pt x="30" y="12"/>
                    <a:pt x="24" y="19"/>
                    <a:pt x="16" y="22"/>
                  </a:cubicBezTo>
                  <a:cubicBezTo>
                    <a:pt x="9" y="25"/>
                    <a:pt x="2" y="24"/>
                    <a:pt x="1" y="20"/>
                  </a:cubicBezTo>
                  <a:cubicBezTo>
                    <a:pt x="0" y="15"/>
                    <a:pt x="6"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3" name="Freeform 1091">
              <a:extLst>
                <a:ext uri="{FF2B5EF4-FFF2-40B4-BE49-F238E27FC236}">
                  <a16:creationId xmlns:a16="http://schemas.microsoft.com/office/drawing/2014/main" id="{34790485-8C96-FBC9-D812-9F76B5A8195A}"/>
                </a:ext>
              </a:extLst>
            </p:cNvPr>
            <p:cNvSpPr>
              <a:spLocks/>
            </p:cNvSpPr>
            <p:nvPr/>
          </p:nvSpPr>
          <p:spPr bwMode="auto">
            <a:xfrm rot="5094805">
              <a:off x="434314" y="3243626"/>
              <a:ext cx="75404" cy="59409"/>
            </a:xfrm>
            <a:custGeom>
              <a:avLst/>
              <a:gdLst>
                <a:gd name="T0" fmla="*/ 18 w 31"/>
                <a:gd name="T1" fmla="*/ 20 h 24"/>
                <a:gd name="T2" fmla="*/ 1 w 31"/>
                <a:gd name="T3" fmla="*/ 17 h 24"/>
                <a:gd name="T4" fmla="*/ 13 w 31"/>
                <a:gd name="T5" fmla="*/ 3 h 24"/>
                <a:gd name="T6" fmla="*/ 30 w 31"/>
                <a:gd name="T7" fmla="*/ 6 h 24"/>
                <a:gd name="T8" fmla="*/ 18 w 31"/>
                <a:gd name="T9" fmla="*/ 20 h 24"/>
              </a:gdLst>
              <a:ahLst/>
              <a:cxnLst>
                <a:cxn ang="0">
                  <a:pos x="T0" y="T1"/>
                </a:cxn>
                <a:cxn ang="0">
                  <a:pos x="T2" y="T3"/>
                </a:cxn>
                <a:cxn ang="0">
                  <a:pos x="T4" y="T5"/>
                </a:cxn>
                <a:cxn ang="0">
                  <a:pos x="T6" y="T7"/>
                </a:cxn>
                <a:cxn ang="0">
                  <a:pos x="T8" y="T9"/>
                </a:cxn>
              </a:cxnLst>
              <a:rect l="0" t="0" r="r" b="b"/>
              <a:pathLst>
                <a:path w="31" h="24">
                  <a:moveTo>
                    <a:pt x="18" y="20"/>
                  </a:moveTo>
                  <a:cubicBezTo>
                    <a:pt x="10" y="24"/>
                    <a:pt x="2" y="22"/>
                    <a:pt x="1" y="17"/>
                  </a:cubicBezTo>
                  <a:cubicBezTo>
                    <a:pt x="0" y="13"/>
                    <a:pt x="6" y="6"/>
                    <a:pt x="13" y="3"/>
                  </a:cubicBezTo>
                  <a:cubicBezTo>
                    <a:pt x="21" y="0"/>
                    <a:pt x="29" y="1"/>
                    <a:pt x="30" y="6"/>
                  </a:cubicBezTo>
                  <a:cubicBezTo>
                    <a:pt x="31" y="11"/>
                    <a:pt x="25" y="17"/>
                    <a:pt x="18"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4" name="Freeform 1092">
              <a:extLst>
                <a:ext uri="{FF2B5EF4-FFF2-40B4-BE49-F238E27FC236}">
                  <a16:creationId xmlns:a16="http://schemas.microsoft.com/office/drawing/2014/main" id="{30214163-4E38-33F6-9C62-CE1FF759E4B9}"/>
                </a:ext>
              </a:extLst>
            </p:cNvPr>
            <p:cNvSpPr>
              <a:spLocks/>
            </p:cNvSpPr>
            <p:nvPr/>
          </p:nvSpPr>
          <p:spPr bwMode="auto">
            <a:xfrm rot="5094805">
              <a:off x="352537" y="3061742"/>
              <a:ext cx="73119" cy="54839"/>
            </a:xfrm>
            <a:custGeom>
              <a:avLst/>
              <a:gdLst>
                <a:gd name="T0" fmla="*/ 29 w 30"/>
                <a:gd name="T1" fmla="*/ 7 h 22"/>
                <a:gd name="T2" fmla="*/ 17 w 30"/>
                <a:gd name="T3" fmla="*/ 20 h 22"/>
                <a:gd name="T4" fmla="*/ 0 w 30"/>
                <a:gd name="T5" fmla="*/ 15 h 22"/>
                <a:gd name="T6" fmla="*/ 15 w 30"/>
                <a:gd name="T7" fmla="*/ 2 h 22"/>
                <a:gd name="T8" fmla="*/ 29 w 30"/>
                <a:gd name="T9" fmla="*/ 7 h 22"/>
              </a:gdLst>
              <a:ahLst/>
              <a:cxnLst>
                <a:cxn ang="0">
                  <a:pos x="T0" y="T1"/>
                </a:cxn>
                <a:cxn ang="0">
                  <a:pos x="T2" y="T3"/>
                </a:cxn>
                <a:cxn ang="0">
                  <a:pos x="T4" y="T5"/>
                </a:cxn>
                <a:cxn ang="0">
                  <a:pos x="T6" y="T7"/>
                </a:cxn>
                <a:cxn ang="0">
                  <a:pos x="T8" y="T9"/>
                </a:cxn>
              </a:cxnLst>
              <a:rect l="0" t="0" r="r" b="b"/>
              <a:pathLst>
                <a:path w="30" h="22">
                  <a:moveTo>
                    <a:pt x="29" y="7"/>
                  </a:moveTo>
                  <a:cubicBezTo>
                    <a:pt x="30" y="12"/>
                    <a:pt x="24" y="17"/>
                    <a:pt x="17" y="20"/>
                  </a:cubicBezTo>
                  <a:cubicBezTo>
                    <a:pt x="9" y="22"/>
                    <a:pt x="1" y="20"/>
                    <a:pt x="0" y="15"/>
                  </a:cubicBezTo>
                  <a:cubicBezTo>
                    <a:pt x="0" y="10"/>
                    <a:pt x="6" y="4"/>
                    <a:pt x="15" y="2"/>
                  </a:cubicBezTo>
                  <a:cubicBezTo>
                    <a:pt x="22" y="0"/>
                    <a:pt x="29" y="2"/>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5" name="Freeform 1093">
              <a:extLst>
                <a:ext uri="{FF2B5EF4-FFF2-40B4-BE49-F238E27FC236}">
                  <a16:creationId xmlns:a16="http://schemas.microsoft.com/office/drawing/2014/main" id="{F3FB73E2-E434-8DEF-E2D6-717A4D377360}"/>
                </a:ext>
              </a:extLst>
            </p:cNvPr>
            <p:cNvSpPr>
              <a:spLocks/>
            </p:cNvSpPr>
            <p:nvPr/>
          </p:nvSpPr>
          <p:spPr bwMode="auto">
            <a:xfrm rot="5094805">
              <a:off x="279652" y="2874284"/>
              <a:ext cx="75404" cy="54839"/>
            </a:xfrm>
            <a:custGeom>
              <a:avLst/>
              <a:gdLst>
                <a:gd name="T0" fmla="*/ 29 w 30"/>
                <a:gd name="T1" fmla="*/ 8 h 22"/>
                <a:gd name="T2" fmla="*/ 17 w 30"/>
                <a:gd name="T3" fmla="*/ 20 h 22"/>
                <a:gd name="T4" fmla="*/ 0 w 30"/>
                <a:gd name="T5" fmla="*/ 14 h 22"/>
                <a:gd name="T6" fmla="*/ 15 w 30"/>
                <a:gd name="T7" fmla="*/ 2 h 22"/>
                <a:gd name="T8" fmla="*/ 29 w 30"/>
                <a:gd name="T9" fmla="*/ 8 h 22"/>
              </a:gdLst>
              <a:ahLst/>
              <a:cxnLst>
                <a:cxn ang="0">
                  <a:pos x="T0" y="T1"/>
                </a:cxn>
                <a:cxn ang="0">
                  <a:pos x="T2" y="T3"/>
                </a:cxn>
                <a:cxn ang="0">
                  <a:pos x="T4" y="T5"/>
                </a:cxn>
                <a:cxn ang="0">
                  <a:pos x="T6" y="T7"/>
                </a:cxn>
                <a:cxn ang="0">
                  <a:pos x="T8" y="T9"/>
                </a:cxn>
              </a:cxnLst>
              <a:rect l="0" t="0" r="r" b="b"/>
              <a:pathLst>
                <a:path w="30" h="22">
                  <a:moveTo>
                    <a:pt x="29" y="8"/>
                  </a:moveTo>
                  <a:cubicBezTo>
                    <a:pt x="30" y="13"/>
                    <a:pt x="24" y="18"/>
                    <a:pt x="17" y="20"/>
                  </a:cubicBezTo>
                  <a:cubicBezTo>
                    <a:pt x="9" y="22"/>
                    <a:pt x="1" y="19"/>
                    <a:pt x="0" y="14"/>
                  </a:cubicBezTo>
                  <a:cubicBezTo>
                    <a:pt x="0" y="9"/>
                    <a:pt x="6" y="4"/>
                    <a:pt x="15" y="2"/>
                  </a:cubicBezTo>
                  <a:cubicBezTo>
                    <a:pt x="22" y="0"/>
                    <a:pt x="29" y="3"/>
                    <a:pt x="2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6" name="Freeform 1094">
              <a:extLst>
                <a:ext uri="{FF2B5EF4-FFF2-40B4-BE49-F238E27FC236}">
                  <a16:creationId xmlns:a16="http://schemas.microsoft.com/office/drawing/2014/main" id="{58697EF8-97A0-C001-F9EF-8BC853537368}"/>
                </a:ext>
              </a:extLst>
            </p:cNvPr>
            <p:cNvSpPr>
              <a:spLocks/>
            </p:cNvSpPr>
            <p:nvPr/>
          </p:nvSpPr>
          <p:spPr bwMode="auto">
            <a:xfrm rot="5094805">
              <a:off x="222602" y="2685514"/>
              <a:ext cx="75404" cy="52554"/>
            </a:xfrm>
            <a:custGeom>
              <a:avLst/>
              <a:gdLst>
                <a:gd name="T0" fmla="*/ 15 w 31"/>
                <a:gd name="T1" fmla="*/ 1 h 21"/>
                <a:gd name="T2" fmla="*/ 30 w 31"/>
                <a:gd name="T3" fmla="*/ 8 h 21"/>
                <a:gd name="T4" fmla="*/ 17 w 31"/>
                <a:gd name="T5" fmla="*/ 20 h 21"/>
                <a:gd name="T6" fmla="*/ 1 w 31"/>
                <a:gd name="T7" fmla="*/ 13 h 21"/>
                <a:gd name="T8" fmla="*/ 15 w 31"/>
                <a:gd name="T9" fmla="*/ 1 h 21"/>
              </a:gdLst>
              <a:ahLst/>
              <a:cxnLst>
                <a:cxn ang="0">
                  <a:pos x="T0" y="T1"/>
                </a:cxn>
                <a:cxn ang="0">
                  <a:pos x="T2" y="T3"/>
                </a:cxn>
                <a:cxn ang="0">
                  <a:pos x="T4" y="T5"/>
                </a:cxn>
                <a:cxn ang="0">
                  <a:pos x="T6" y="T7"/>
                </a:cxn>
                <a:cxn ang="0">
                  <a:pos x="T8" y="T9"/>
                </a:cxn>
              </a:cxnLst>
              <a:rect l="0" t="0" r="r" b="b"/>
              <a:pathLst>
                <a:path w="31" h="21">
                  <a:moveTo>
                    <a:pt x="15" y="1"/>
                  </a:moveTo>
                  <a:cubicBezTo>
                    <a:pt x="22" y="0"/>
                    <a:pt x="29" y="3"/>
                    <a:pt x="30" y="8"/>
                  </a:cubicBezTo>
                  <a:cubicBezTo>
                    <a:pt x="31" y="13"/>
                    <a:pt x="25" y="19"/>
                    <a:pt x="17" y="20"/>
                  </a:cubicBezTo>
                  <a:cubicBezTo>
                    <a:pt x="9" y="21"/>
                    <a:pt x="2" y="18"/>
                    <a:pt x="1" y="13"/>
                  </a:cubicBezTo>
                  <a:cubicBezTo>
                    <a:pt x="0" y="8"/>
                    <a:pt x="6" y="3"/>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7" name="Freeform 1095">
              <a:extLst>
                <a:ext uri="{FF2B5EF4-FFF2-40B4-BE49-F238E27FC236}">
                  <a16:creationId xmlns:a16="http://schemas.microsoft.com/office/drawing/2014/main" id="{B543B5EE-31A8-A822-4492-99426580522C}"/>
                </a:ext>
              </a:extLst>
            </p:cNvPr>
            <p:cNvSpPr>
              <a:spLocks/>
            </p:cNvSpPr>
            <p:nvPr/>
          </p:nvSpPr>
          <p:spPr bwMode="auto">
            <a:xfrm rot="5094805">
              <a:off x="180453" y="2496666"/>
              <a:ext cx="73119" cy="50269"/>
            </a:xfrm>
            <a:custGeom>
              <a:avLst/>
              <a:gdLst>
                <a:gd name="T0" fmla="*/ 17 w 30"/>
                <a:gd name="T1" fmla="*/ 19 h 20"/>
                <a:gd name="T2" fmla="*/ 0 w 30"/>
                <a:gd name="T3" fmla="*/ 11 h 20"/>
                <a:gd name="T4" fmla="*/ 14 w 30"/>
                <a:gd name="T5" fmla="*/ 1 h 20"/>
                <a:gd name="T6" fmla="*/ 30 w 30"/>
                <a:gd name="T7" fmla="*/ 9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8" y="20"/>
                    <a:pt x="1" y="16"/>
                    <a:pt x="0" y="11"/>
                  </a:cubicBezTo>
                  <a:cubicBezTo>
                    <a:pt x="0" y="6"/>
                    <a:pt x="6" y="1"/>
                    <a:pt x="14" y="1"/>
                  </a:cubicBezTo>
                  <a:cubicBezTo>
                    <a:pt x="22" y="0"/>
                    <a:pt x="29" y="4"/>
                    <a:pt x="30" y="9"/>
                  </a:cubicBezTo>
                  <a:cubicBezTo>
                    <a:pt x="30" y="14"/>
                    <a:pt x="24" y="18"/>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8" name="Freeform 1096">
              <a:extLst>
                <a:ext uri="{FF2B5EF4-FFF2-40B4-BE49-F238E27FC236}">
                  <a16:creationId xmlns:a16="http://schemas.microsoft.com/office/drawing/2014/main" id="{13B03DCB-06EE-3CC3-D551-D096EA58FBF2}"/>
                </a:ext>
              </a:extLst>
            </p:cNvPr>
            <p:cNvSpPr>
              <a:spLocks/>
            </p:cNvSpPr>
            <p:nvPr/>
          </p:nvSpPr>
          <p:spPr bwMode="auto">
            <a:xfrm rot="5094805">
              <a:off x="142740" y="2307114"/>
              <a:ext cx="77689" cy="45700"/>
            </a:xfrm>
            <a:custGeom>
              <a:avLst/>
              <a:gdLst>
                <a:gd name="T0" fmla="*/ 14 w 31"/>
                <a:gd name="T1" fmla="*/ 1 h 19"/>
                <a:gd name="T2" fmla="*/ 30 w 31"/>
                <a:gd name="T3" fmla="*/ 8 h 19"/>
                <a:gd name="T4" fmla="*/ 16 w 31"/>
                <a:gd name="T5" fmla="*/ 19 h 19"/>
                <a:gd name="T6" fmla="*/ 1 w 31"/>
                <a:gd name="T7" fmla="*/ 12 h 19"/>
                <a:gd name="T8" fmla="*/ 14 w 31"/>
                <a:gd name="T9" fmla="*/ 1 h 19"/>
              </a:gdLst>
              <a:ahLst/>
              <a:cxnLst>
                <a:cxn ang="0">
                  <a:pos x="T0" y="T1"/>
                </a:cxn>
                <a:cxn ang="0">
                  <a:pos x="T2" y="T3"/>
                </a:cxn>
                <a:cxn ang="0">
                  <a:pos x="T4" y="T5"/>
                </a:cxn>
                <a:cxn ang="0">
                  <a:pos x="T6" y="T7"/>
                </a:cxn>
                <a:cxn ang="0">
                  <a:pos x="T8" y="T9"/>
                </a:cxn>
              </a:cxnLst>
              <a:rect l="0" t="0" r="r" b="b"/>
              <a:pathLst>
                <a:path w="31" h="19">
                  <a:moveTo>
                    <a:pt x="14" y="1"/>
                  </a:moveTo>
                  <a:cubicBezTo>
                    <a:pt x="22" y="0"/>
                    <a:pt x="29" y="4"/>
                    <a:pt x="30" y="8"/>
                  </a:cubicBezTo>
                  <a:cubicBezTo>
                    <a:pt x="31" y="13"/>
                    <a:pt x="25" y="18"/>
                    <a:pt x="16" y="19"/>
                  </a:cubicBezTo>
                  <a:cubicBezTo>
                    <a:pt x="9" y="19"/>
                    <a:pt x="2" y="16"/>
                    <a:pt x="1" y="12"/>
                  </a:cubicBezTo>
                  <a:cubicBezTo>
                    <a:pt x="0" y="7"/>
                    <a:pt x="6" y="2"/>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9" name="Freeform 1097">
              <a:extLst>
                <a:ext uri="{FF2B5EF4-FFF2-40B4-BE49-F238E27FC236}">
                  <a16:creationId xmlns:a16="http://schemas.microsoft.com/office/drawing/2014/main" id="{DB0C34A0-49B7-71FF-4398-41EF29B799D6}"/>
                </a:ext>
              </a:extLst>
            </p:cNvPr>
            <p:cNvSpPr>
              <a:spLocks/>
            </p:cNvSpPr>
            <p:nvPr/>
          </p:nvSpPr>
          <p:spPr bwMode="auto">
            <a:xfrm rot="5094805">
              <a:off x="108459" y="2114235"/>
              <a:ext cx="73119" cy="47984"/>
            </a:xfrm>
            <a:custGeom>
              <a:avLst/>
              <a:gdLst>
                <a:gd name="T0" fmla="*/ 16 w 30"/>
                <a:gd name="T1" fmla="*/ 18 h 19"/>
                <a:gd name="T2" fmla="*/ 0 w 30"/>
                <a:gd name="T3" fmla="*/ 11 h 19"/>
                <a:gd name="T4" fmla="*/ 13 w 30"/>
                <a:gd name="T5" fmla="*/ 1 h 19"/>
                <a:gd name="T6" fmla="*/ 29 w 30"/>
                <a:gd name="T7" fmla="*/ 9 h 19"/>
                <a:gd name="T8" fmla="*/ 16 w 30"/>
                <a:gd name="T9" fmla="*/ 18 h 19"/>
              </a:gdLst>
              <a:ahLst/>
              <a:cxnLst>
                <a:cxn ang="0">
                  <a:pos x="T0" y="T1"/>
                </a:cxn>
                <a:cxn ang="0">
                  <a:pos x="T2" y="T3"/>
                </a:cxn>
                <a:cxn ang="0">
                  <a:pos x="T4" y="T5"/>
                </a:cxn>
                <a:cxn ang="0">
                  <a:pos x="T6" y="T7"/>
                </a:cxn>
                <a:cxn ang="0">
                  <a:pos x="T8" y="T9"/>
                </a:cxn>
              </a:cxnLst>
              <a:rect l="0" t="0" r="r" b="b"/>
              <a:pathLst>
                <a:path w="30" h="19">
                  <a:moveTo>
                    <a:pt x="16" y="18"/>
                  </a:moveTo>
                  <a:cubicBezTo>
                    <a:pt x="8" y="19"/>
                    <a:pt x="0" y="16"/>
                    <a:pt x="0" y="11"/>
                  </a:cubicBezTo>
                  <a:cubicBezTo>
                    <a:pt x="0" y="6"/>
                    <a:pt x="5" y="2"/>
                    <a:pt x="13" y="1"/>
                  </a:cubicBezTo>
                  <a:cubicBezTo>
                    <a:pt x="21" y="0"/>
                    <a:pt x="29" y="4"/>
                    <a:pt x="29" y="9"/>
                  </a:cubicBezTo>
                  <a:cubicBezTo>
                    <a:pt x="30" y="14"/>
                    <a:pt x="24" y="18"/>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0" name="Freeform 1098">
              <a:extLst>
                <a:ext uri="{FF2B5EF4-FFF2-40B4-BE49-F238E27FC236}">
                  <a16:creationId xmlns:a16="http://schemas.microsoft.com/office/drawing/2014/main" id="{CD989195-F80A-C555-F4C6-4F4F0E8A3C89}"/>
                </a:ext>
              </a:extLst>
            </p:cNvPr>
            <p:cNvSpPr>
              <a:spLocks/>
            </p:cNvSpPr>
            <p:nvPr/>
          </p:nvSpPr>
          <p:spPr bwMode="auto">
            <a:xfrm rot="5094805">
              <a:off x="70649" y="1924788"/>
              <a:ext cx="75404" cy="41130"/>
            </a:xfrm>
            <a:custGeom>
              <a:avLst/>
              <a:gdLst>
                <a:gd name="T0" fmla="*/ 15 w 31"/>
                <a:gd name="T1" fmla="*/ 0 h 17"/>
                <a:gd name="T2" fmla="*/ 30 w 31"/>
                <a:gd name="T3" fmla="*/ 7 h 17"/>
                <a:gd name="T4" fmla="*/ 17 w 31"/>
                <a:gd name="T5" fmla="*/ 17 h 17"/>
                <a:gd name="T6" fmla="*/ 1 w 31"/>
                <a:gd name="T7" fmla="*/ 10 h 17"/>
                <a:gd name="T8" fmla="*/ 15 w 31"/>
                <a:gd name="T9" fmla="*/ 0 h 17"/>
              </a:gdLst>
              <a:ahLst/>
              <a:cxnLst>
                <a:cxn ang="0">
                  <a:pos x="T0" y="T1"/>
                </a:cxn>
                <a:cxn ang="0">
                  <a:pos x="T2" y="T3"/>
                </a:cxn>
                <a:cxn ang="0">
                  <a:pos x="T4" y="T5"/>
                </a:cxn>
                <a:cxn ang="0">
                  <a:pos x="T6" y="T7"/>
                </a:cxn>
                <a:cxn ang="0">
                  <a:pos x="T8" y="T9"/>
                </a:cxn>
              </a:cxnLst>
              <a:rect l="0" t="0" r="r" b="b"/>
              <a:pathLst>
                <a:path w="31" h="17">
                  <a:moveTo>
                    <a:pt x="15" y="0"/>
                  </a:moveTo>
                  <a:cubicBezTo>
                    <a:pt x="22" y="0"/>
                    <a:pt x="29" y="3"/>
                    <a:pt x="30" y="7"/>
                  </a:cubicBezTo>
                  <a:cubicBezTo>
                    <a:pt x="31" y="12"/>
                    <a:pt x="25" y="16"/>
                    <a:pt x="17" y="17"/>
                  </a:cubicBezTo>
                  <a:cubicBezTo>
                    <a:pt x="9" y="17"/>
                    <a:pt x="2" y="14"/>
                    <a:pt x="1" y="10"/>
                  </a:cubicBezTo>
                  <a:cubicBezTo>
                    <a:pt x="0" y="6"/>
                    <a:pt x="6"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1" name="Freeform 1099">
              <a:extLst>
                <a:ext uri="{FF2B5EF4-FFF2-40B4-BE49-F238E27FC236}">
                  <a16:creationId xmlns:a16="http://schemas.microsoft.com/office/drawing/2014/main" id="{675FFE1D-35CE-3AF8-BAD4-2C1EC179C931}"/>
                </a:ext>
              </a:extLst>
            </p:cNvPr>
            <p:cNvSpPr>
              <a:spLocks/>
            </p:cNvSpPr>
            <p:nvPr/>
          </p:nvSpPr>
          <p:spPr bwMode="auto">
            <a:xfrm rot="5094805">
              <a:off x="34083" y="1734195"/>
              <a:ext cx="75404" cy="38845"/>
            </a:xfrm>
            <a:custGeom>
              <a:avLst/>
              <a:gdLst>
                <a:gd name="T0" fmla="*/ 30 w 30"/>
                <a:gd name="T1" fmla="*/ 7 h 16"/>
                <a:gd name="T2" fmla="*/ 17 w 30"/>
                <a:gd name="T3" fmla="*/ 16 h 16"/>
                <a:gd name="T4" fmla="*/ 0 w 30"/>
                <a:gd name="T5" fmla="*/ 9 h 16"/>
                <a:gd name="T6" fmla="*/ 15 w 30"/>
                <a:gd name="T7" fmla="*/ 0 h 16"/>
                <a:gd name="T8" fmla="*/ 30 w 30"/>
                <a:gd name="T9" fmla="*/ 7 h 16"/>
              </a:gdLst>
              <a:ahLst/>
              <a:cxnLst>
                <a:cxn ang="0">
                  <a:pos x="T0" y="T1"/>
                </a:cxn>
                <a:cxn ang="0">
                  <a:pos x="T2" y="T3"/>
                </a:cxn>
                <a:cxn ang="0">
                  <a:pos x="T4" y="T5"/>
                </a:cxn>
                <a:cxn ang="0">
                  <a:pos x="T6" y="T7"/>
                </a:cxn>
                <a:cxn ang="0">
                  <a:pos x="T8" y="T9"/>
                </a:cxn>
              </a:cxnLst>
              <a:rect l="0" t="0" r="r" b="b"/>
              <a:pathLst>
                <a:path w="30" h="16">
                  <a:moveTo>
                    <a:pt x="30" y="7"/>
                  </a:moveTo>
                  <a:cubicBezTo>
                    <a:pt x="30" y="11"/>
                    <a:pt x="24" y="15"/>
                    <a:pt x="17" y="16"/>
                  </a:cubicBezTo>
                  <a:cubicBezTo>
                    <a:pt x="8" y="16"/>
                    <a:pt x="1" y="13"/>
                    <a:pt x="0" y="9"/>
                  </a:cubicBezTo>
                  <a:cubicBezTo>
                    <a:pt x="0" y="5"/>
                    <a:pt x="7" y="0"/>
                    <a:pt x="15" y="0"/>
                  </a:cubicBezTo>
                  <a:cubicBezTo>
                    <a:pt x="23" y="0"/>
                    <a:pt x="29" y="3"/>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2" name="Freeform 1100">
              <a:extLst>
                <a:ext uri="{FF2B5EF4-FFF2-40B4-BE49-F238E27FC236}">
                  <a16:creationId xmlns:a16="http://schemas.microsoft.com/office/drawing/2014/main" id="{18CA9AF8-D19E-1B4C-6FB7-1FACEBD3A0BE}"/>
                </a:ext>
              </a:extLst>
            </p:cNvPr>
            <p:cNvSpPr>
              <a:spLocks/>
            </p:cNvSpPr>
            <p:nvPr/>
          </p:nvSpPr>
          <p:spPr bwMode="auto">
            <a:xfrm rot="5094805">
              <a:off x="835" y="1539975"/>
              <a:ext cx="73119" cy="41130"/>
            </a:xfrm>
            <a:custGeom>
              <a:avLst/>
              <a:gdLst>
                <a:gd name="T0" fmla="*/ 17 w 30"/>
                <a:gd name="T1" fmla="*/ 15 h 16"/>
                <a:gd name="T2" fmla="*/ 1 w 30"/>
                <a:gd name="T3" fmla="*/ 9 h 16"/>
                <a:gd name="T4" fmla="*/ 14 w 30"/>
                <a:gd name="T5" fmla="*/ 1 h 16"/>
                <a:gd name="T6" fmla="*/ 30 w 30"/>
                <a:gd name="T7" fmla="*/ 7 h 16"/>
                <a:gd name="T8" fmla="*/ 17 w 30"/>
                <a:gd name="T9" fmla="*/ 15 h 16"/>
              </a:gdLst>
              <a:ahLst/>
              <a:cxnLst>
                <a:cxn ang="0">
                  <a:pos x="T0" y="T1"/>
                </a:cxn>
                <a:cxn ang="0">
                  <a:pos x="T2" y="T3"/>
                </a:cxn>
                <a:cxn ang="0">
                  <a:pos x="T4" y="T5"/>
                </a:cxn>
                <a:cxn ang="0">
                  <a:pos x="T6" y="T7"/>
                </a:cxn>
                <a:cxn ang="0">
                  <a:pos x="T8" y="T9"/>
                </a:cxn>
              </a:cxnLst>
              <a:rect l="0" t="0" r="r" b="b"/>
              <a:pathLst>
                <a:path w="30" h="16">
                  <a:moveTo>
                    <a:pt x="17" y="15"/>
                  </a:moveTo>
                  <a:cubicBezTo>
                    <a:pt x="8" y="16"/>
                    <a:pt x="1" y="13"/>
                    <a:pt x="1" y="9"/>
                  </a:cubicBezTo>
                  <a:cubicBezTo>
                    <a:pt x="0" y="5"/>
                    <a:pt x="6" y="2"/>
                    <a:pt x="14" y="1"/>
                  </a:cubicBezTo>
                  <a:cubicBezTo>
                    <a:pt x="22" y="0"/>
                    <a:pt x="29" y="3"/>
                    <a:pt x="30" y="7"/>
                  </a:cubicBezTo>
                  <a:cubicBezTo>
                    <a:pt x="30" y="11"/>
                    <a:pt x="24" y="15"/>
                    <a:pt x="1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3" name="Freeform 1101">
              <a:extLst>
                <a:ext uri="{FF2B5EF4-FFF2-40B4-BE49-F238E27FC236}">
                  <a16:creationId xmlns:a16="http://schemas.microsoft.com/office/drawing/2014/main" id="{9A6EA800-8490-6C07-92E5-5027BDA8CC8E}"/>
                </a:ext>
              </a:extLst>
            </p:cNvPr>
            <p:cNvSpPr>
              <a:spLocks/>
            </p:cNvSpPr>
            <p:nvPr/>
          </p:nvSpPr>
          <p:spPr bwMode="auto">
            <a:xfrm rot="5094805">
              <a:off x="-35634" y="1351561"/>
              <a:ext cx="75404" cy="36560"/>
            </a:xfrm>
            <a:custGeom>
              <a:avLst/>
              <a:gdLst>
                <a:gd name="T0" fmla="*/ 30 w 31"/>
                <a:gd name="T1" fmla="*/ 6 h 15"/>
                <a:gd name="T2" fmla="*/ 18 w 31"/>
                <a:gd name="T3" fmla="*/ 14 h 15"/>
                <a:gd name="T4" fmla="*/ 1 w 31"/>
                <a:gd name="T5" fmla="*/ 9 h 15"/>
                <a:gd name="T6" fmla="*/ 15 w 31"/>
                <a:gd name="T7" fmla="*/ 0 h 15"/>
                <a:gd name="T8" fmla="*/ 30 w 31"/>
                <a:gd name="T9" fmla="*/ 6 h 15"/>
              </a:gdLst>
              <a:ahLst/>
              <a:cxnLst>
                <a:cxn ang="0">
                  <a:pos x="T0" y="T1"/>
                </a:cxn>
                <a:cxn ang="0">
                  <a:pos x="T2" y="T3"/>
                </a:cxn>
                <a:cxn ang="0">
                  <a:pos x="T4" y="T5"/>
                </a:cxn>
                <a:cxn ang="0">
                  <a:pos x="T6" y="T7"/>
                </a:cxn>
                <a:cxn ang="0">
                  <a:pos x="T8" y="T9"/>
                </a:cxn>
              </a:cxnLst>
              <a:rect l="0" t="0" r="r" b="b"/>
              <a:pathLst>
                <a:path w="31" h="15">
                  <a:moveTo>
                    <a:pt x="30" y="6"/>
                  </a:moveTo>
                  <a:cubicBezTo>
                    <a:pt x="31" y="10"/>
                    <a:pt x="25" y="13"/>
                    <a:pt x="18" y="14"/>
                  </a:cubicBezTo>
                  <a:cubicBezTo>
                    <a:pt x="10" y="15"/>
                    <a:pt x="2" y="12"/>
                    <a:pt x="1" y="9"/>
                  </a:cubicBezTo>
                  <a:cubicBezTo>
                    <a:pt x="0" y="5"/>
                    <a:pt x="6" y="1"/>
                    <a:pt x="15" y="0"/>
                  </a:cubicBezTo>
                  <a:cubicBezTo>
                    <a:pt x="22" y="0"/>
                    <a:pt x="29" y="2"/>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4" name="Freeform 1128">
              <a:extLst>
                <a:ext uri="{FF2B5EF4-FFF2-40B4-BE49-F238E27FC236}">
                  <a16:creationId xmlns:a16="http://schemas.microsoft.com/office/drawing/2014/main" id="{84148EBF-9E27-6A39-2ABA-F792C8F83FE5}"/>
                </a:ext>
              </a:extLst>
            </p:cNvPr>
            <p:cNvSpPr>
              <a:spLocks/>
            </p:cNvSpPr>
            <p:nvPr/>
          </p:nvSpPr>
          <p:spPr bwMode="auto">
            <a:xfrm rot="5094805">
              <a:off x="2136887" y="6767028"/>
              <a:ext cx="75404" cy="31990"/>
            </a:xfrm>
            <a:custGeom>
              <a:avLst/>
              <a:gdLst>
                <a:gd name="T0" fmla="*/ 15 w 31"/>
                <a:gd name="T1" fmla="*/ 1 h 13"/>
                <a:gd name="T2" fmla="*/ 30 w 31"/>
                <a:gd name="T3" fmla="*/ 5 h 13"/>
                <a:gd name="T4" fmla="*/ 17 w 31"/>
                <a:gd name="T5" fmla="*/ 13 h 13"/>
                <a:gd name="T6" fmla="*/ 1 w 31"/>
                <a:gd name="T7" fmla="*/ 8 h 13"/>
                <a:gd name="T8" fmla="*/ 15 w 31"/>
                <a:gd name="T9" fmla="*/ 1 h 13"/>
              </a:gdLst>
              <a:ahLst/>
              <a:cxnLst>
                <a:cxn ang="0">
                  <a:pos x="T0" y="T1"/>
                </a:cxn>
                <a:cxn ang="0">
                  <a:pos x="T2" y="T3"/>
                </a:cxn>
                <a:cxn ang="0">
                  <a:pos x="T4" y="T5"/>
                </a:cxn>
                <a:cxn ang="0">
                  <a:pos x="T6" y="T7"/>
                </a:cxn>
                <a:cxn ang="0">
                  <a:pos x="T8" y="T9"/>
                </a:cxn>
              </a:cxnLst>
              <a:rect l="0" t="0" r="r" b="b"/>
              <a:pathLst>
                <a:path w="31" h="13">
                  <a:moveTo>
                    <a:pt x="15" y="1"/>
                  </a:moveTo>
                  <a:cubicBezTo>
                    <a:pt x="23" y="0"/>
                    <a:pt x="29" y="2"/>
                    <a:pt x="30" y="5"/>
                  </a:cubicBezTo>
                  <a:cubicBezTo>
                    <a:pt x="31" y="8"/>
                    <a:pt x="25" y="12"/>
                    <a:pt x="17" y="13"/>
                  </a:cubicBezTo>
                  <a:cubicBezTo>
                    <a:pt x="9" y="13"/>
                    <a:pt x="2" y="11"/>
                    <a:pt x="1" y="8"/>
                  </a:cubicBezTo>
                  <a:cubicBezTo>
                    <a:pt x="0" y="5"/>
                    <a:pt x="6" y="2"/>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5" name="Freeform 1129">
              <a:extLst>
                <a:ext uri="{FF2B5EF4-FFF2-40B4-BE49-F238E27FC236}">
                  <a16:creationId xmlns:a16="http://schemas.microsoft.com/office/drawing/2014/main" id="{E455BB5D-341E-0593-6A1E-E3EDD8EB3296}"/>
                </a:ext>
              </a:extLst>
            </p:cNvPr>
            <p:cNvSpPr>
              <a:spLocks/>
            </p:cNvSpPr>
            <p:nvPr/>
          </p:nvSpPr>
          <p:spPr bwMode="auto">
            <a:xfrm rot="5094805">
              <a:off x="2096599" y="6570938"/>
              <a:ext cx="77689" cy="34275"/>
            </a:xfrm>
            <a:custGeom>
              <a:avLst/>
              <a:gdLst>
                <a:gd name="T0" fmla="*/ 13 w 31"/>
                <a:gd name="T1" fmla="*/ 1 h 14"/>
                <a:gd name="T2" fmla="*/ 30 w 31"/>
                <a:gd name="T3" fmla="*/ 5 h 14"/>
                <a:gd name="T4" fmla="*/ 17 w 31"/>
                <a:gd name="T5" fmla="*/ 13 h 14"/>
                <a:gd name="T6" fmla="*/ 0 w 31"/>
                <a:gd name="T7" fmla="*/ 8 h 14"/>
                <a:gd name="T8" fmla="*/ 13 w 31"/>
                <a:gd name="T9" fmla="*/ 1 h 14"/>
              </a:gdLst>
              <a:ahLst/>
              <a:cxnLst>
                <a:cxn ang="0">
                  <a:pos x="T0" y="T1"/>
                </a:cxn>
                <a:cxn ang="0">
                  <a:pos x="T2" y="T3"/>
                </a:cxn>
                <a:cxn ang="0">
                  <a:pos x="T4" y="T5"/>
                </a:cxn>
                <a:cxn ang="0">
                  <a:pos x="T6" y="T7"/>
                </a:cxn>
                <a:cxn ang="0">
                  <a:pos x="T8" y="T9"/>
                </a:cxn>
              </a:cxnLst>
              <a:rect l="0" t="0" r="r" b="b"/>
              <a:pathLst>
                <a:path w="31" h="14">
                  <a:moveTo>
                    <a:pt x="13" y="1"/>
                  </a:moveTo>
                  <a:cubicBezTo>
                    <a:pt x="22" y="0"/>
                    <a:pt x="29" y="2"/>
                    <a:pt x="30" y="5"/>
                  </a:cubicBezTo>
                  <a:cubicBezTo>
                    <a:pt x="31" y="8"/>
                    <a:pt x="25" y="12"/>
                    <a:pt x="17" y="13"/>
                  </a:cubicBezTo>
                  <a:cubicBezTo>
                    <a:pt x="9" y="14"/>
                    <a:pt x="1" y="11"/>
                    <a:pt x="0" y="8"/>
                  </a:cubicBezTo>
                  <a:cubicBezTo>
                    <a:pt x="0" y="5"/>
                    <a:pt x="6"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6" name="Freeform 1130">
              <a:extLst>
                <a:ext uri="{FF2B5EF4-FFF2-40B4-BE49-F238E27FC236}">
                  <a16:creationId xmlns:a16="http://schemas.microsoft.com/office/drawing/2014/main" id="{03369748-CAD4-FEA4-607B-16A00EA8056D}"/>
                </a:ext>
              </a:extLst>
            </p:cNvPr>
            <p:cNvSpPr>
              <a:spLocks/>
            </p:cNvSpPr>
            <p:nvPr/>
          </p:nvSpPr>
          <p:spPr bwMode="auto">
            <a:xfrm rot="5094805">
              <a:off x="2063148" y="6374443"/>
              <a:ext cx="75404" cy="36560"/>
            </a:xfrm>
            <a:custGeom>
              <a:avLst/>
              <a:gdLst>
                <a:gd name="T0" fmla="*/ 30 w 31"/>
                <a:gd name="T1" fmla="*/ 6 h 14"/>
                <a:gd name="T2" fmla="*/ 17 w 31"/>
                <a:gd name="T3" fmla="*/ 13 h 14"/>
                <a:gd name="T4" fmla="*/ 1 w 31"/>
                <a:gd name="T5" fmla="*/ 7 h 14"/>
                <a:gd name="T6" fmla="*/ 15 w 31"/>
                <a:gd name="T7" fmla="*/ 1 h 14"/>
                <a:gd name="T8" fmla="*/ 30 w 31"/>
                <a:gd name="T9" fmla="*/ 6 h 14"/>
              </a:gdLst>
              <a:ahLst/>
              <a:cxnLst>
                <a:cxn ang="0">
                  <a:pos x="T0" y="T1"/>
                </a:cxn>
                <a:cxn ang="0">
                  <a:pos x="T2" y="T3"/>
                </a:cxn>
                <a:cxn ang="0">
                  <a:pos x="T4" y="T5"/>
                </a:cxn>
                <a:cxn ang="0">
                  <a:pos x="T6" y="T7"/>
                </a:cxn>
                <a:cxn ang="0">
                  <a:pos x="T8" y="T9"/>
                </a:cxn>
              </a:cxnLst>
              <a:rect l="0" t="0" r="r" b="b"/>
              <a:pathLst>
                <a:path w="31" h="14">
                  <a:moveTo>
                    <a:pt x="30" y="6"/>
                  </a:moveTo>
                  <a:cubicBezTo>
                    <a:pt x="31" y="9"/>
                    <a:pt x="25" y="12"/>
                    <a:pt x="17" y="13"/>
                  </a:cubicBezTo>
                  <a:cubicBezTo>
                    <a:pt x="9" y="14"/>
                    <a:pt x="1" y="11"/>
                    <a:pt x="1" y="7"/>
                  </a:cubicBezTo>
                  <a:cubicBezTo>
                    <a:pt x="0" y="4"/>
                    <a:pt x="7" y="1"/>
                    <a:pt x="15" y="1"/>
                  </a:cubicBezTo>
                  <a:cubicBezTo>
                    <a:pt x="23" y="0"/>
                    <a:pt x="30" y="2"/>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7" name="Freeform 1131">
              <a:extLst>
                <a:ext uri="{FF2B5EF4-FFF2-40B4-BE49-F238E27FC236}">
                  <a16:creationId xmlns:a16="http://schemas.microsoft.com/office/drawing/2014/main" id="{389525F6-4A47-B6CB-2B9B-B2BB2C2BC2EA}"/>
                </a:ext>
              </a:extLst>
            </p:cNvPr>
            <p:cNvSpPr>
              <a:spLocks/>
            </p:cNvSpPr>
            <p:nvPr/>
          </p:nvSpPr>
          <p:spPr bwMode="auto">
            <a:xfrm rot="5094805">
              <a:off x="2028646" y="6181169"/>
              <a:ext cx="79974" cy="34275"/>
            </a:xfrm>
            <a:custGeom>
              <a:avLst/>
              <a:gdLst>
                <a:gd name="T0" fmla="*/ 15 w 32"/>
                <a:gd name="T1" fmla="*/ 0 h 14"/>
                <a:gd name="T2" fmla="*/ 31 w 32"/>
                <a:gd name="T3" fmla="*/ 5 h 14"/>
                <a:gd name="T4" fmla="*/ 17 w 32"/>
                <a:gd name="T5" fmla="*/ 13 h 14"/>
                <a:gd name="T6" fmla="*/ 1 w 32"/>
                <a:gd name="T7" fmla="*/ 8 h 14"/>
                <a:gd name="T8" fmla="*/ 15 w 32"/>
                <a:gd name="T9" fmla="*/ 0 h 14"/>
              </a:gdLst>
              <a:ahLst/>
              <a:cxnLst>
                <a:cxn ang="0">
                  <a:pos x="T0" y="T1"/>
                </a:cxn>
                <a:cxn ang="0">
                  <a:pos x="T2" y="T3"/>
                </a:cxn>
                <a:cxn ang="0">
                  <a:pos x="T4" y="T5"/>
                </a:cxn>
                <a:cxn ang="0">
                  <a:pos x="T6" y="T7"/>
                </a:cxn>
                <a:cxn ang="0">
                  <a:pos x="T8" y="T9"/>
                </a:cxn>
              </a:cxnLst>
              <a:rect l="0" t="0" r="r" b="b"/>
              <a:pathLst>
                <a:path w="32" h="14">
                  <a:moveTo>
                    <a:pt x="15" y="0"/>
                  </a:moveTo>
                  <a:cubicBezTo>
                    <a:pt x="23" y="0"/>
                    <a:pt x="30" y="2"/>
                    <a:pt x="31" y="5"/>
                  </a:cubicBezTo>
                  <a:cubicBezTo>
                    <a:pt x="32" y="9"/>
                    <a:pt x="25" y="13"/>
                    <a:pt x="17" y="13"/>
                  </a:cubicBezTo>
                  <a:cubicBezTo>
                    <a:pt x="10" y="14"/>
                    <a:pt x="2" y="11"/>
                    <a:pt x="1" y="8"/>
                  </a:cubicBezTo>
                  <a:cubicBezTo>
                    <a:pt x="0" y="4"/>
                    <a:pt x="7"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8" name="Freeform 1132">
              <a:extLst>
                <a:ext uri="{FF2B5EF4-FFF2-40B4-BE49-F238E27FC236}">
                  <a16:creationId xmlns:a16="http://schemas.microsoft.com/office/drawing/2014/main" id="{BA7C9F6B-1889-328D-C49F-792612D4BBD3}"/>
                </a:ext>
              </a:extLst>
            </p:cNvPr>
            <p:cNvSpPr>
              <a:spLocks/>
            </p:cNvSpPr>
            <p:nvPr/>
          </p:nvSpPr>
          <p:spPr bwMode="auto">
            <a:xfrm rot="5094805">
              <a:off x="1991993" y="5986313"/>
              <a:ext cx="73119" cy="38845"/>
            </a:xfrm>
            <a:custGeom>
              <a:avLst/>
              <a:gdLst>
                <a:gd name="T0" fmla="*/ 14 w 30"/>
                <a:gd name="T1" fmla="*/ 2 h 16"/>
                <a:gd name="T2" fmla="*/ 30 w 30"/>
                <a:gd name="T3" fmla="*/ 6 h 16"/>
                <a:gd name="T4" fmla="*/ 17 w 30"/>
                <a:gd name="T5" fmla="*/ 15 h 16"/>
                <a:gd name="T6" fmla="*/ 1 w 30"/>
                <a:gd name="T7" fmla="*/ 10 h 16"/>
                <a:gd name="T8" fmla="*/ 14 w 30"/>
                <a:gd name="T9" fmla="*/ 2 h 16"/>
              </a:gdLst>
              <a:ahLst/>
              <a:cxnLst>
                <a:cxn ang="0">
                  <a:pos x="T0" y="T1"/>
                </a:cxn>
                <a:cxn ang="0">
                  <a:pos x="T2" y="T3"/>
                </a:cxn>
                <a:cxn ang="0">
                  <a:pos x="T4" y="T5"/>
                </a:cxn>
                <a:cxn ang="0">
                  <a:pos x="T6" y="T7"/>
                </a:cxn>
                <a:cxn ang="0">
                  <a:pos x="T8" y="T9"/>
                </a:cxn>
              </a:cxnLst>
              <a:rect l="0" t="0" r="r" b="b"/>
              <a:pathLst>
                <a:path w="30" h="16">
                  <a:moveTo>
                    <a:pt x="14" y="2"/>
                  </a:moveTo>
                  <a:cubicBezTo>
                    <a:pt x="22" y="0"/>
                    <a:pt x="29" y="2"/>
                    <a:pt x="30" y="6"/>
                  </a:cubicBezTo>
                  <a:cubicBezTo>
                    <a:pt x="30" y="9"/>
                    <a:pt x="25" y="14"/>
                    <a:pt x="17" y="15"/>
                  </a:cubicBezTo>
                  <a:cubicBezTo>
                    <a:pt x="9" y="16"/>
                    <a:pt x="1" y="14"/>
                    <a:pt x="1" y="10"/>
                  </a:cubicBezTo>
                  <a:cubicBezTo>
                    <a:pt x="0" y="7"/>
                    <a:pt x="6" y="3"/>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9" name="Freeform 1133">
              <a:extLst>
                <a:ext uri="{FF2B5EF4-FFF2-40B4-BE49-F238E27FC236}">
                  <a16:creationId xmlns:a16="http://schemas.microsoft.com/office/drawing/2014/main" id="{D4B3BC88-B9B9-1B15-1D37-945F8C7E4F36}"/>
                </a:ext>
              </a:extLst>
            </p:cNvPr>
            <p:cNvSpPr>
              <a:spLocks/>
            </p:cNvSpPr>
            <p:nvPr/>
          </p:nvSpPr>
          <p:spPr bwMode="auto">
            <a:xfrm rot="5094805">
              <a:off x="1934008" y="5796493"/>
              <a:ext cx="73119" cy="43415"/>
            </a:xfrm>
            <a:custGeom>
              <a:avLst/>
              <a:gdLst>
                <a:gd name="T0" fmla="*/ 17 w 30"/>
                <a:gd name="T1" fmla="*/ 15 h 18"/>
                <a:gd name="T2" fmla="*/ 1 w 30"/>
                <a:gd name="T3" fmla="*/ 12 h 18"/>
                <a:gd name="T4" fmla="*/ 13 w 30"/>
                <a:gd name="T5" fmla="*/ 2 h 18"/>
                <a:gd name="T6" fmla="*/ 30 w 30"/>
                <a:gd name="T7" fmla="*/ 5 h 18"/>
                <a:gd name="T8" fmla="*/ 17 w 30"/>
                <a:gd name="T9" fmla="*/ 15 h 18"/>
              </a:gdLst>
              <a:ahLst/>
              <a:cxnLst>
                <a:cxn ang="0">
                  <a:pos x="T0" y="T1"/>
                </a:cxn>
                <a:cxn ang="0">
                  <a:pos x="T2" y="T3"/>
                </a:cxn>
                <a:cxn ang="0">
                  <a:pos x="T4" y="T5"/>
                </a:cxn>
                <a:cxn ang="0">
                  <a:pos x="T6" y="T7"/>
                </a:cxn>
                <a:cxn ang="0">
                  <a:pos x="T8" y="T9"/>
                </a:cxn>
              </a:cxnLst>
              <a:rect l="0" t="0" r="r" b="b"/>
              <a:pathLst>
                <a:path w="30" h="18">
                  <a:moveTo>
                    <a:pt x="17" y="15"/>
                  </a:moveTo>
                  <a:cubicBezTo>
                    <a:pt x="9" y="18"/>
                    <a:pt x="1" y="16"/>
                    <a:pt x="1" y="12"/>
                  </a:cubicBezTo>
                  <a:cubicBezTo>
                    <a:pt x="0" y="9"/>
                    <a:pt x="5" y="4"/>
                    <a:pt x="13" y="2"/>
                  </a:cubicBezTo>
                  <a:cubicBezTo>
                    <a:pt x="21" y="0"/>
                    <a:pt x="29" y="1"/>
                    <a:pt x="30" y="5"/>
                  </a:cubicBezTo>
                  <a:cubicBezTo>
                    <a:pt x="30" y="9"/>
                    <a:pt x="25" y="13"/>
                    <a:pt x="1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0" name="Freeform 1134">
              <a:extLst>
                <a:ext uri="{FF2B5EF4-FFF2-40B4-BE49-F238E27FC236}">
                  <a16:creationId xmlns:a16="http://schemas.microsoft.com/office/drawing/2014/main" id="{067858DC-CAC8-DBBE-A1D6-82A3C7741298}"/>
                </a:ext>
              </a:extLst>
            </p:cNvPr>
            <p:cNvSpPr>
              <a:spLocks/>
            </p:cNvSpPr>
            <p:nvPr/>
          </p:nvSpPr>
          <p:spPr bwMode="auto">
            <a:xfrm rot="5094805">
              <a:off x="1861123" y="5606750"/>
              <a:ext cx="75404" cy="47984"/>
            </a:xfrm>
            <a:custGeom>
              <a:avLst/>
              <a:gdLst>
                <a:gd name="T0" fmla="*/ 17 w 30"/>
                <a:gd name="T1" fmla="*/ 17 h 20"/>
                <a:gd name="T2" fmla="*/ 1 w 30"/>
                <a:gd name="T3" fmla="*/ 14 h 20"/>
                <a:gd name="T4" fmla="*/ 14 w 30"/>
                <a:gd name="T5" fmla="*/ 3 h 20"/>
                <a:gd name="T6" fmla="*/ 30 w 30"/>
                <a:gd name="T7" fmla="*/ 6 h 20"/>
                <a:gd name="T8" fmla="*/ 17 w 30"/>
                <a:gd name="T9" fmla="*/ 17 h 20"/>
              </a:gdLst>
              <a:ahLst/>
              <a:cxnLst>
                <a:cxn ang="0">
                  <a:pos x="T0" y="T1"/>
                </a:cxn>
                <a:cxn ang="0">
                  <a:pos x="T2" y="T3"/>
                </a:cxn>
                <a:cxn ang="0">
                  <a:pos x="T4" y="T5"/>
                </a:cxn>
                <a:cxn ang="0">
                  <a:pos x="T6" y="T7"/>
                </a:cxn>
                <a:cxn ang="0">
                  <a:pos x="T8" y="T9"/>
                </a:cxn>
              </a:cxnLst>
              <a:rect l="0" t="0" r="r" b="b"/>
              <a:pathLst>
                <a:path w="30" h="20">
                  <a:moveTo>
                    <a:pt x="17" y="17"/>
                  </a:moveTo>
                  <a:cubicBezTo>
                    <a:pt x="9" y="20"/>
                    <a:pt x="1" y="18"/>
                    <a:pt x="1" y="14"/>
                  </a:cubicBezTo>
                  <a:cubicBezTo>
                    <a:pt x="0" y="10"/>
                    <a:pt x="6" y="5"/>
                    <a:pt x="14" y="3"/>
                  </a:cubicBezTo>
                  <a:cubicBezTo>
                    <a:pt x="22" y="0"/>
                    <a:pt x="29" y="1"/>
                    <a:pt x="30" y="6"/>
                  </a:cubicBezTo>
                  <a:cubicBezTo>
                    <a:pt x="30" y="9"/>
                    <a:pt x="24" y="15"/>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1" name="Freeform 1135">
              <a:extLst>
                <a:ext uri="{FF2B5EF4-FFF2-40B4-BE49-F238E27FC236}">
                  <a16:creationId xmlns:a16="http://schemas.microsoft.com/office/drawing/2014/main" id="{9CD0691B-C1A5-557A-60FD-F8D0242A744F}"/>
                </a:ext>
              </a:extLst>
            </p:cNvPr>
            <p:cNvSpPr>
              <a:spLocks/>
            </p:cNvSpPr>
            <p:nvPr/>
          </p:nvSpPr>
          <p:spPr bwMode="auto">
            <a:xfrm rot="5094805">
              <a:off x="1778208" y="5421539"/>
              <a:ext cx="73119" cy="50269"/>
            </a:xfrm>
            <a:custGeom>
              <a:avLst/>
              <a:gdLst>
                <a:gd name="T0" fmla="*/ 16 w 29"/>
                <a:gd name="T1" fmla="*/ 18 h 21"/>
                <a:gd name="T2" fmla="*/ 0 w 29"/>
                <a:gd name="T3" fmla="*/ 15 h 21"/>
                <a:gd name="T4" fmla="*/ 13 w 29"/>
                <a:gd name="T5" fmla="*/ 3 h 21"/>
                <a:gd name="T6" fmla="*/ 29 w 29"/>
                <a:gd name="T7" fmla="*/ 5 h 21"/>
                <a:gd name="T8" fmla="*/ 16 w 29"/>
                <a:gd name="T9" fmla="*/ 18 h 21"/>
              </a:gdLst>
              <a:ahLst/>
              <a:cxnLst>
                <a:cxn ang="0">
                  <a:pos x="T0" y="T1"/>
                </a:cxn>
                <a:cxn ang="0">
                  <a:pos x="T2" y="T3"/>
                </a:cxn>
                <a:cxn ang="0">
                  <a:pos x="T4" y="T5"/>
                </a:cxn>
                <a:cxn ang="0">
                  <a:pos x="T6" y="T7"/>
                </a:cxn>
                <a:cxn ang="0">
                  <a:pos x="T8" y="T9"/>
                </a:cxn>
              </a:cxnLst>
              <a:rect l="0" t="0" r="r" b="b"/>
              <a:pathLst>
                <a:path w="29" h="21">
                  <a:moveTo>
                    <a:pt x="16" y="18"/>
                  </a:moveTo>
                  <a:cubicBezTo>
                    <a:pt x="8" y="21"/>
                    <a:pt x="0" y="19"/>
                    <a:pt x="0" y="15"/>
                  </a:cubicBezTo>
                  <a:cubicBezTo>
                    <a:pt x="0" y="11"/>
                    <a:pt x="5" y="6"/>
                    <a:pt x="13" y="3"/>
                  </a:cubicBezTo>
                  <a:cubicBezTo>
                    <a:pt x="21" y="0"/>
                    <a:pt x="28" y="1"/>
                    <a:pt x="29" y="5"/>
                  </a:cubicBezTo>
                  <a:cubicBezTo>
                    <a:pt x="29" y="9"/>
                    <a:pt x="23" y="15"/>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2" name="Freeform 1136">
              <a:extLst>
                <a:ext uri="{FF2B5EF4-FFF2-40B4-BE49-F238E27FC236}">
                  <a16:creationId xmlns:a16="http://schemas.microsoft.com/office/drawing/2014/main" id="{AEEE625F-53CE-D3DF-DF9A-64E2F559DB72}"/>
                </a:ext>
              </a:extLst>
            </p:cNvPr>
            <p:cNvSpPr>
              <a:spLocks/>
            </p:cNvSpPr>
            <p:nvPr/>
          </p:nvSpPr>
          <p:spPr bwMode="auto">
            <a:xfrm rot="5094805">
              <a:off x="1683807" y="5234960"/>
              <a:ext cx="73119" cy="54839"/>
            </a:xfrm>
            <a:custGeom>
              <a:avLst/>
              <a:gdLst>
                <a:gd name="T0" fmla="*/ 29 w 30"/>
                <a:gd name="T1" fmla="*/ 4 h 22"/>
                <a:gd name="T2" fmla="*/ 18 w 30"/>
                <a:gd name="T3" fmla="*/ 18 h 22"/>
                <a:gd name="T4" fmla="*/ 1 w 30"/>
                <a:gd name="T5" fmla="*/ 17 h 22"/>
                <a:gd name="T6" fmla="*/ 14 w 30"/>
                <a:gd name="T7" fmla="*/ 3 h 22"/>
                <a:gd name="T8" fmla="*/ 29 w 30"/>
                <a:gd name="T9" fmla="*/ 4 h 22"/>
              </a:gdLst>
              <a:ahLst/>
              <a:cxnLst>
                <a:cxn ang="0">
                  <a:pos x="T0" y="T1"/>
                </a:cxn>
                <a:cxn ang="0">
                  <a:pos x="T2" y="T3"/>
                </a:cxn>
                <a:cxn ang="0">
                  <a:pos x="T4" y="T5"/>
                </a:cxn>
                <a:cxn ang="0">
                  <a:pos x="T6" y="T7"/>
                </a:cxn>
                <a:cxn ang="0">
                  <a:pos x="T8" y="T9"/>
                </a:cxn>
              </a:cxnLst>
              <a:rect l="0" t="0" r="r" b="b"/>
              <a:pathLst>
                <a:path w="30" h="22">
                  <a:moveTo>
                    <a:pt x="29" y="4"/>
                  </a:moveTo>
                  <a:cubicBezTo>
                    <a:pt x="30" y="8"/>
                    <a:pt x="25" y="14"/>
                    <a:pt x="18" y="18"/>
                  </a:cubicBezTo>
                  <a:cubicBezTo>
                    <a:pt x="10" y="22"/>
                    <a:pt x="2" y="21"/>
                    <a:pt x="1" y="17"/>
                  </a:cubicBezTo>
                  <a:cubicBezTo>
                    <a:pt x="0" y="13"/>
                    <a:pt x="6" y="7"/>
                    <a:pt x="14" y="3"/>
                  </a:cubicBezTo>
                  <a:cubicBezTo>
                    <a:pt x="22" y="0"/>
                    <a:pt x="28" y="1"/>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3" name="Freeform 1137">
              <a:extLst>
                <a:ext uri="{FF2B5EF4-FFF2-40B4-BE49-F238E27FC236}">
                  <a16:creationId xmlns:a16="http://schemas.microsoft.com/office/drawing/2014/main" id="{03A2ADBA-785A-094B-7A30-64A0028C1DE9}"/>
                </a:ext>
              </a:extLst>
            </p:cNvPr>
            <p:cNvSpPr>
              <a:spLocks/>
            </p:cNvSpPr>
            <p:nvPr/>
          </p:nvSpPr>
          <p:spPr bwMode="auto">
            <a:xfrm rot="5094805">
              <a:off x="1579367" y="5052711"/>
              <a:ext cx="73119" cy="57124"/>
            </a:xfrm>
            <a:custGeom>
              <a:avLst/>
              <a:gdLst>
                <a:gd name="T0" fmla="*/ 29 w 30"/>
                <a:gd name="T1" fmla="*/ 4 h 23"/>
                <a:gd name="T2" fmla="*/ 17 w 30"/>
                <a:gd name="T3" fmla="*/ 19 h 23"/>
                <a:gd name="T4" fmla="*/ 0 w 30"/>
                <a:gd name="T5" fmla="*/ 18 h 23"/>
                <a:gd name="T6" fmla="*/ 14 w 30"/>
                <a:gd name="T7" fmla="*/ 3 h 23"/>
                <a:gd name="T8" fmla="*/ 29 w 30"/>
                <a:gd name="T9" fmla="*/ 4 h 23"/>
              </a:gdLst>
              <a:ahLst/>
              <a:cxnLst>
                <a:cxn ang="0">
                  <a:pos x="T0" y="T1"/>
                </a:cxn>
                <a:cxn ang="0">
                  <a:pos x="T2" y="T3"/>
                </a:cxn>
                <a:cxn ang="0">
                  <a:pos x="T4" y="T5"/>
                </a:cxn>
                <a:cxn ang="0">
                  <a:pos x="T6" y="T7"/>
                </a:cxn>
                <a:cxn ang="0">
                  <a:pos x="T8" y="T9"/>
                </a:cxn>
              </a:cxnLst>
              <a:rect l="0" t="0" r="r" b="b"/>
              <a:pathLst>
                <a:path w="30" h="23">
                  <a:moveTo>
                    <a:pt x="29" y="4"/>
                  </a:moveTo>
                  <a:cubicBezTo>
                    <a:pt x="30" y="9"/>
                    <a:pt x="24" y="15"/>
                    <a:pt x="17" y="19"/>
                  </a:cubicBezTo>
                  <a:cubicBezTo>
                    <a:pt x="9" y="23"/>
                    <a:pt x="1" y="22"/>
                    <a:pt x="0" y="18"/>
                  </a:cubicBezTo>
                  <a:cubicBezTo>
                    <a:pt x="0" y="14"/>
                    <a:pt x="6" y="7"/>
                    <a:pt x="14" y="3"/>
                  </a:cubicBezTo>
                  <a:cubicBezTo>
                    <a:pt x="22" y="0"/>
                    <a:pt x="28" y="0"/>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4" name="Freeform 1138">
              <a:extLst>
                <a:ext uri="{FF2B5EF4-FFF2-40B4-BE49-F238E27FC236}">
                  <a16:creationId xmlns:a16="http://schemas.microsoft.com/office/drawing/2014/main" id="{3D6C3F0B-AD6D-49C9-CD73-B15CE2B24996}"/>
                </a:ext>
              </a:extLst>
            </p:cNvPr>
            <p:cNvSpPr>
              <a:spLocks/>
            </p:cNvSpPr>
            <p:nvPr/>
          </p:nvSpPr>
          <p:spPr bwMode="auto">
            <a:xfrm rot="5094805">
              <a:off x="1468100" y="4871070"/>
              <a:ext cx="73119" cy="59409"/>
            </a:xfrm>
            <a:custGeom>
              <a:avLst/>
              <a:gdLst>
                <a:gd name="T0" fmla="*/ 29 w 30"/>
                <a:gd name="T1" fmla="*/ 4 h 24"/>
                <a:gd name="T2" fmla="*/ 17 w 30"/>
                <a:gd name="T3" fmla="*/ 19 h 24"/>
                <a:gd name="T4" fmla="*/ 0 w 30"/>
                <a:gd name="T5" fmla="*/ 19 h 24"/>
                <a:gd name="T6" fmla="*/ 14 w 30"/>
                <a:gd name="T7" fmla="*/ 4 h 24"/>
                <a:gd name="T8" fmla="*/ 29 w 30"/>
                <a:gd name="T9" fmla="*/ 4 h 24"/>
              </a:gdLst>
              <a:ahLst/>
              <a:cxnLst>
                <a:cxn ang="0">
                  <a:pos x="T0" y="T1"/>
                </a:cxn>
                <a:cxn ang="0">
                  <a:pos x="T2" y="T3"/>
                </a:cxn>
                <a:cxn ang="0">
                  <a:pos x="T4" y="T5"/>
                </a:cxn>
                <a:cxn ang="0">
                  <a:pos x="T6" y="T7"/>
                </a:cxn>
                <a:cxn ang="0">
                  <a:pos x="T8" y="T9"/>
                </a:cxn>
              </a:cxnLst>
              <a:rect l="0" t="0" r="r" b="b"/>
              <a:pathLst>
                <a:path w="30" h="24">
                  <a:moveTo>
                    <a:pt x="29" y="4"/>
                  </a:moveTo>
                  <a:cubicBezTo>
                    <a:pt x="30" y="9"/>
                    <a:pt x="24" y="15"/>
                    <a:pt x="17" y="19"/>
                  </a:cubicBezTo>
                  <a:cubicBezTo>
                    <a:pt x="9" y="24"/>
                    <a:pt x="1" y="23"/>
                    <a:pt x="0" y="19"/>
                  </a:cubicBezTo>
                  <a:cubicBezTo>
                    <a:pt x="0" y="15"/>
                    <a:pt x="6" y="8"/>
                    <a:pt x="14" y="4"/>
                  </a:cubicBezTo>
                  <a:cubicBezTo>
                    <a:pt x="22" y="0"/>
                    <a:pt x="28" y="0"/>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5" name="Freeform 1139">
              <a:extLst>
                <a:ext uri="{FF2B5EF4-FFF2-40B4-BE49-F238E27FC236}">
                  <a16:creationId xmlns:a16="http://schemas.microsoft.com/office/drawing/2014/main" id="{CB9E0FD1-D22D-EFF4-A66F-CE8C6E18F327}"/>
                </a:ext>
              </a:extLst>
            </p:cNvPr>
            <p:cNvSpPr>
              <a:spLocks/>
            </p:cNvSpPr>
            <p:nvPr/>
          </p:nvSpPr>
          <p:spPr bwMode="auto">
            <a:xfrm rot="5094805">
              <a:off x="1351036" y="4688696"/>
              <a:ext cx="75404" cy="61694"/>
            </a:xfrm>
            <a:custGeom>
              <a:avLst/>
              <a:gdLst>
                <a:gd name="T0" fmla="*/ 17 w 30"/>
                <a:gd name="T1" fmla="*/ 20 h 25"/>
                <a:gd name="T2" fmla="*/ 0 w 30"/>
                <a:gd name="T3" fmla="*/ 20 h 25"/>
                <a:gd name="T4" fmla="*/ 12 w 30"/>
                <a:gd name="T5" fmla="*/ 5 h 25"/>
                <a:gd name="T6" fmla="*/ 29 w 30"/>
                <a:gd name="T7" fmla="*/ 5 h 25"/>
                <a:gd name="T8" fmla="*/ 17 w 30"/>
                <a:gd name="T9" fmla="*/ 20 h 25"/>
              </a:gdLst>
              <a:ahLst/>
              <a:cxnLst>
                <a:cxn ang="0">
                  <a:pos x="T0" y="T1"/>
                </a:cxn>
                <a:cxn ang="0">
                  <a:pos x="T2" y="T3"/>
                </a:cxn>
                <a:cxn ang="0">
                  <a:pos x="T4" y="T5"/>
                </a:cxn>
                <a:cxn ang="0">
                  <a:pos x="T6" y="T7"/>
                </a:cxn>
                <a:cxn ang="0">
                  <a:pos x="T8" y="T9"/>
                </a:cxn>
              </a:cxnLst>
              <a:rect l="0" t="0" r="r" b="b"/>
              <a:pathLst>
                <a:path w="30" h="25">
                  <a:moveTo>
                    <a:pt x="17" y="20"/>
                  </a:moveTo>
                  <a:cubicBezTo>
                    <a:pt x="9" y="25"/>
                    <a:pt x="1" y="25"/>
                    <a:pt x="0" y="20"/>
                  </a:cubicBezTo>
                  <a:cubicBezTo>
                    <a:pt x="0" y="16"/>
                    <a:pt x="5" y="9"/>
                    <a:pt x="12" y="5"/>
                  </a:cubicBezTo>
                  <a:cubicBezTo>
                    <a:pt x="21" y="0"/>
                    <a:pt x="28" y="0"/>
                    <a:pt x="29" y="5"/>
                  </a:cubicBezTo>
                  <a:cubicBezTo>
                    <a:pt x="30" y="9"/>
                    <a:pt x="24" y="16"/>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6" name="Freeform 1142">
              <a:extLst>
                <a:ext uri="{FF2B5EF4-FFF2-40B4-BE49-F238E27FC236}">
                  <a16:creationId xmlns:a16="http://schemas.microsoft.com/office/drawing/2014/main" id="{A69286A3-10E7-5D74-D0D8-1CB54C4BC5E4}"/>
                </a:ext>
              </a:extLst>
            </p:cNvPr>
            <p:cNvSpPr>
              <a:spLocks/>
            </p:cNvSpPr>
            <p:nvPr/>
          </p:nvSpPr>
          <p:spPr bwMode="auto">
            <a:xfrm rot="5094805">
              <a:off x="1222492" y="4406699"/>
              <a:ext cx="70834" cy="57124"/>
            </a:xfrm>
            <a:custGeom>
              <a:avLst/>
              <a:gdLst>
                <a:gd name="T0" fmla="*/ 13 w 29"/>
                <a:gd name="T1" fmla="*/ 5 h 23"/>
                <a:gd name="T2" fmla="*/ 28 w 29"/>
                <a:gd name="T3" fmla="*/ 4 h 23"/>
                <a:gd name="T4" fmla="*/ 15 w 29"/>
                <a:gd name="T5" fmla="*/ 19 h 23"/>
                <a:gd name="T6" fmla="*/ 0 w 29"/>
                <a:gd name="T7" fmla="*/ 19 h 23"/>
                <a:gd name="T8" fmla="*/ 13 w 29"/>
                <a:gd name="T9" fmla="*/ 5 h 23"/>
              </a:gdLst>
              <a:ahLst/>
              <a:cxnLst>
                <a:cxn ang="0">
                  <a:pos x="T0" y="T1"/>
                </a:cxn>
                <a:cxn ang="0">
                  <a:pos x="T2" y="T3"/>
                </a:cxn>
                <a:cxn ang="0">
                  <a:pos x="T4" y="T5"/>
                </a:cxn>
                <a:cxn ang="0">
                  <a:pos x="T6" y="T7"/>
                </a:cxn>
                <a:cxn ang="0">
                  <a:pos x="T8" y="T9"/>
                </a:cxn>
              </a:cxnLst>
              <a:rect l="0" t="0" r="r" b="b"/>
              <a:pathLst>
                <a:path w="29" h="23">
                  <a:moveTo>
                    <a:pt x="13" y="5"/>
                  </a:moveTo>
                  <a:cubicBezTo>
                    <a:pt x="20" y="1"/>
                    <a:pt x="27" y="0"/>
                    <a:pt x="28" y="4"/>
                  </a:cubicBezTo>
                  <a:cubicBezTo>
                    <a:pt x="29" y="8"/>
                    <a:pt x="23" y="15"/>
                    <a:pt x="15" y="19"/>
                  </a:cubicBezTo>
                  <a:cubicBezTo>
                    <a:pt x="7" y="23"/>
                    <a:pt x="1" y="23"/>
                    <a:pt x="0" y="19"/>
                  </a:cubicBezTo>
                  <a:cubicBezTo>
                    <a:pt x="0" y="15"/>
                    <a:pt x="5" y="9"/>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7" name="Freeform 1143">
              <a:extLst>
                <a:ext uri="{FF2B5EF4-FFF2-40B4-BE49-F238E27FC236}">
                  <a16:creationId xmlns:a16="http://schemas.microsoft.com/office/drawing/2014/main" id="{9C892FF7-CAF8-04AF-F06F-472AEE27E994}"/>
                </a:ext>
              </a:extLst>
            </p:cNvPr>
            <p:cNvSpPr>
              <a:spLocks/>
            </p:cNvSpPr>
            <p:nvPr/>
          </p:nvSpPr>
          <p:spPr bwMode="auto">
            <a:xfrm rot="5094805">
              <a:off x="1100982" y="4227112"/>
              <a:ext cx="70834" cy="57124"/>
            </a:xfrm>
            <a:custGeom>
              <a:avLst/>
              <a:gdLst>
                <a:gd name="T0" fmla="*/ 28 w 29"/>
                <a:gd name="T1" fmla="*/ 3 h 23"/>
                <a:gd name="T2" fmla="*/ 16 w 29"/>
                <a:gd name="T3" fmla="*/ 18 h 23"/>
                <a:gd name="T4" fmla="*/ 1 w 29"/>
                <a:gd name="T5" fmla="*/ 19 h 23"/>
                <a:gd name="T6" fmla="*/ 13 w 29"/>
                <a:gd name="T7" fmla="*/ 4 h 23"/>
                <a:gd name="T8" fmla="*/ 28 w 29"/>
                <a:gd name="T9" fmla="*/ 3 h 23"/>
              </a:gdLst>
              <a:ahLst/>
              <a:cxnLst>
                <a:cxn ang="0">
                  <a:pos x="T0" y="T1"/>
                </a:cxn>
                <a:cxn ang="0">
                  <a:pos x="T2" y="T3"/>
                </a:cxn>
                <a:cxn ang="0">
                  <a:pos x="T4" y="T5"/>
                </a:cxn>
                <a:cxn ang="0">
                  <a:pos x="T6" y="T7"/>
                </a:cxn>
                <a:cxn ang="0">
                  <a:pos x="T8" y="T9"/>
                </a:cxn>
              </a:cxnLst>
              <a:rect l="0" t="0" r="r" b="b"/>
              <a:pathLst>
                <a:path w="29" h="23">
                  <a:moveTo>
                    <a:pt x="28" y="3"/>
                  </a:moveTo>
                  <a:cubicBezTo>
                    <a:pt x="29" y="7"/>
                    <a:pt x="24" y="14"/>
                    <a:pt x="16" y="18"/>
                  </a:cubicBezTo>
                  <a:cubicBezTo>
                    <a:pt x="9" y="23"/>
                    <a:pt x="2" y="23"/>
                    <a:pt x="1" y="19"/>
                  </a:cubicBezTo>
                  <a:cubicBezTo>
                    <a:pt x="0" y="15"/>
                    <a:pt x="5" y="8"/>
                    <a:pt x="13" y="4"/>
                  </a:cubicBezTo>
                  <a:cubicBezTo>
                    <a:pt x="20" y="0"/>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8" name="Freeform 1144">
              <a:extLst>
                <a:ext uri="{FF2B5EF4-FFF2-40B4-BE49-F238E27FC236}">
                  <a16:creationId xmlns:a16="http://schemas.microsoft.com/office/drawing/2014/main" id="{2B291059-FB6F-5A4A-5A2B-013475B54017}"/>
                </a:ext>
              </a:extLst>
            </p:cNvPr>
            <p:cNvSpPr>
              <a:spLocks/>
            </p:cNvSpPr>
            <p:nvPr/>
          </p:nvSpPr>
          <p:spPr bwMode="auto">
            <a:xfrm rot="5094805">
              <a:off x="980505" y="4046184"/>
              <a:ext cx="73119" cy="57124"/>
            </a:xfrm>
            <a:custGeom>
              <a:avLst/>
              <a:gdLst>
                <a:gd name="T0" fmla="*/ 16 w 29"/>
                <a:gd name="T1" fmla="*/ 20 h 24"/>
                <a:gd name="T2" fmla="*/ 1 w 29"/>
                <a:gd name="T3" fmla="*/ 19 h 24"/>
                <a:gd name="T4" fmla="*/ 13 w 29"/>
                <a:gd name="T5" fmla="*/ 5 h 24"/>
                <a:gd name="T6" fmla="*/ 28 w 29"/>
                <a:gd name="T7" fmla="*/ 5 h 24"/>
                <a:gd name="T8" fmla="*/ 16 w 29"/>
                <a:gd name="T9" fmla="*/ 20 h 24"/>
              </a:gdLst>
              <a:ahLst/>
              <a:cxnLst>
                <a:cxn ang="0">
                  <a:pos x="T0" y="T1"/>
                </a:cxn>
                <a:cxn ang="0">
                  <a:pos x="T2" y="T3"/>
                </a:cxn>
                <a:cxn ang="0">
                  <a:pos x="T4" y="T5"/>
                </a:cxn>
                <a:cxn ang="0">
                  <a:pos x="T6" y="T7"/>
                </a:cxn>
                <a:cxn ang="0">
                  <a:pos x="T8" y="T9"/>
                </a:cxn>
              </a:cxnLst>
              <a:rect l="0" t="0" r="r" b="b"/>
              <a:pathLst>
                <a:path w="29" h="24">
                  <a:moveTo>
                    <a:pt x="16" y="20"/>
                  </a:moveTo>
                  <a:cubicBezTo>
                    <a:pt x="8" y="24"/>
                    <a:pt x="2" y="24"/>
                    <a:pt x="1" y="19"/>
                  </a:cubicBezTo>
                  <a:cubicBezTo>
                    <a:pt x="0" y="15"/>
                    <a:pt x="5" y="9"/>
                    <a:pt x="13" y="5"/>
                  </a:cubicBezTo>
                  <a:cubicBezTo>
                    <a:pt x="20" y="1"/>
                    <a:pt x="28" y="0"/>
                    <a:pt x="28" y="5"/>
                  </a:cubicBezTo>
                  <a:cubicBezTo>
                    <a:pt x="29" y="9"/>
                    <a:pt x="23" y="16"/>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9" name="Freeform 1145">
              <a:extLst>
                <a:ext uri="{FF2B5EF4-FFF2-40B4-BE49-F238E27FC236}">
                  <a16:creationId xmlns:a16="http://schemas.microsoft.com/office/drawing/2014/main" id="{E540A3EF-3EB5-6922-67CA-AF24AD093752}"/>
                </a:ext>
              </a:extLst>
            </p:cNvPr>
            <p:cNvSpPr>
              <a:spLocks/>
            </p:cNvSpPr>
            <p:nvPr/>
          </p:nvSpPr>
          <p:spPr bwMode="auto">
            <a:xfrm rot="5094805">
              <a:off x="861271" y="3866394"/>
              <a:ext cx="73119" cy="57124"/>
            </a:xfrm>
            <a:custGeom>
              <a:avLst/>
              <a:gdLst>
                <a:gd name="T0" fmla="*/ 14 w 29"/>
                <a:gd name="T1" fmla="*/ 3 h 23"/>
                <a:gd name="T2" fmla="*/ 28 w 29"/>
                <a:gd name="T3" fmla="*/ 4 h 23"/>
                <a:gd name="T4" fmla="*/ 15 w 29"/>
                <a:gd name="T5" fmla="*/ 19 h 23"/>
                <a:gd name="T6" fmla="*/ 1 w 29"/>
                <a:gd name="T7" fmla="*/ 18 h 23"/>
                <a:gd name="T8" fmla="*/ 14 w 29"/>
                <a:gd name="T9" fmla="*/ 3 h 23"/>
              </a:gdLst>
              <a:ahLst/>
              <a:cxnLst>
                <a:cxn ang="0">
                  <a:pos x="T0" y="T1"/>
                </a:cxn>
                <a:cxn ang="0">
                  <a:pos x="T2" y="T3"/>
                </a:cxn>
                <a:cxn ang="0">
                  <a:pos x="T4" y="T5"/>
                </a:cxn>
                <a:cxn ang="0">
                  <a:pos x="T6" y="T7"/>
                </a:cxn>
                <a:cxn ang="0">
                  <a:pos x="T8" y="T9"/>
                </a:cxn>
              </a:cxnLst>
              <a:rect l="0" t="0" r="r" b="b"/>
              <a:pathLst>
                <a:path w="29" h="23">
                  <a:moveTo>
                    <a:pt x="14" y="3"/>
                  </a:moveTo>
                  <a:cubicBezTo>
                    <a:pt x="21" y="0"/>
                    <a:pt x="28" y="0"/>
                    <a:pt x="28" y="4"/>
                  </a:cubicBezTo>
                  <a:cubicBezTo>
                    <a:pt x="29" y="8"/>
                    <a:pt x="23" y="16"/>
                    <a:pt x="15" y="19"/>
                  </a:cubicBezTo>
                  <a:cubicBezTo>
                    <a:pt x="7" y="23"/>
                    <a:pt x="1" y="22"/>
                    <a:pt x="1" y="18"/>
                  </a:cubicBezTo>
                  <a:cubicBezTo>
                    <a:pt x="0" y="13"/>
                    <a:pt x="6" y="7"/>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0" name="Freeform 1146">
              <a:extLst>
                <a:ext uri="{FF2B5EF4-FFF2-40B4-BE49-F238E27FC236}">
                  <a16:creationId xmlns:a16="http://schemas.microsoft.com/office/drawing/2014/main" id="{57B52085-693E-1491-5913-CFA39370972B}"/>
                </a:ext>
              </a:extLst>
            </p:cNvPr>
            <p:cNvSpPr>
              <a:spLocks/>
            </p:cNvSpPr>
            <p:nvPr/>
          </p:nvSpPr>
          <p:spPr bwMode="auto">
            <a:xfrm rot="5094805">
              <a:off x="749906" y="3684859"/>
              <a:ext cx="70834" cy="57124"/>
            </a:xfrm>
            <a:custGeom>
              <a:avLst/>
              <a:gdLst>
                <a:gd name="T0" fmla="*/ 28 w 29"/>
                <a:gd name="T1" fmla="*/ 4 h 23"/>
                <a:gd name="T2" fmla="*/ 16 w 29"/>
                <a:gd name="T3" fmla="*/ 19 h 23"/>
                <a:gd name="T4" fmla="*/ 1 w 29"/>
                <a:gd name="T5" fmla="*/ 18 h 23"/>
                <a:gd name="T6" fmla="*/ 13 w 29"/>
                <a:gd name="T7" fmla="*/ 3 h 23"/>
                <a:gd name="T8" fmla="*/ 28 w 29"/>
                <a:gd name="T9" fmla="*/ 4 h 23"/>
              </a:gdLst>
              <a:ahLst/>
              <a:cxnLst>
                <a:cxn ang="0">
                  <a:pos x="T0" y="T1"/>
                </a:cxn>
                <a:cxn ang="0">
                  <a:pos x="T2" y="T3"/>
                </a:cxn>
                <a:cxn ang="0">
                  <a:pos x="T4" y="T5"/>
                </a:cxn>
                <a:cxn ang="0">
                  <a:pos x="T6" y="T7"/>
                </a:cxn>
                <a:cxn ang="0">
                  <a:pos x="T8" y="T9"/>
                </a:cxn>
              </a:cxnLst>
              <a:rect l="0" t="0" r="r" b="b"/>
              <a:pathLst>
                <a:path w="29" h="23">
                  <a:moveTo>
                    <a:pt x="28" y="4"/>
                  </a:moveTo>
                  <a:cubicBezTo>
                    <a:pt x="29" y="8"/>
                    <a:pt x="24" y="15"/>
                    <a:pt x="16" y="19"/>
                  </a:cubicBezTo>
                  <a:cubicBezTo>
                    <a:pt x="9" y="23"/>
                    <a:pt x="2" y="22"/>
                    <a:pt x="1" y="18"/>
                  </a:cubicBezTo>
                  <a:cubicBezTo>
                    <a:pt x="0" y="14"/>
                    <a:pt x="5" y="7"/>
                    <a:pt x="13" y="3"/>
                  </a:cubicBezTo>
                  <a:cubicBezTo>
                    <a:pt x="21" y="0"/>
                    <a:pt x="28" y="0"/>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1" name="Freeform 1147">
              <a:extLst>
                <a:ext uri="{FF2B5EF4-FFF2-40B4-BE49-F238E27FC236}">
                  <a16:creationId xmlns:a16="http://schemas.microsoft.com/office/drawing/2014/main" id="{41512582-44C2-0866-5EFE-3AA8FD48D189}"/>
                </a:ext>
              </a:extLst>
            </p:cNvPr>
            <p:cNvSpPr>
              <a:spLocks/>
            </p:cNvSpPr>
            <p:nvPr/>
          </p:nvSpPr>
          <p:spPr bwMode="auto">
            <a:xfrm rot="5094805">
              <a:off x="643190" y="3502813"/>
              <a:ext cx="70834" cy="59409"/>
            </a:xfrm>
            <a:custGeom>
              <a:avLst/>
              <a:gdLst>
                <a:gd name="T0" fmla="*/ 16 w 29"/>
                <a:gd name="T1" fmla="*/ 20 h 24"/>
                <a:gd name="T2" fmla="*/ 1 w 29"/>
                <a:gd name="T3" fmla="*/ 18 h 24"/>
                <a:gd name="T4" fmla="*/ 12 w 29"/>
                <a:gd name="T5" fmla="*/ 4 h 24"/>
                <a:gd name="T6" fmla="*/ 28 w 29"/>
                <a:gd name="T7" fmla="*/ 6 h 24"/>
                <a:gd name="T8" fmla="*/ 16 w 29"/>
                <a:gd name="T9" fmla="*/ 20 h 24"/>
              </a:gdLst>
              <a:ahLst/>
              <a:cxnLst>
                <a:cxn ang="0">
                  <a:pos x="T0" y="T1"/>
                </a:cxn>
                <a:cxn ang="0">
                  <a:pos x="T2" y="T3"/>
                </a:cxn>
                <a:cxn ang="0">
                  <a:pos x="T4" y="T5"/>
                </a:cxn>
                <a:cxn ang="0">
                  <a:pos x="T6" y="T7"/>
                </a:cxn>
                <a:cxn ang="0">
                  <a:pos x="T8" y="T9"/>
                </a:cxn>
              </a:cxnLst>
              <a:rect l="0" t="0" r="r" b="b"/>
              <a:pathLst>
                <a:path w="29" h="24">
                  <a:moveTo>
                    <a:pt x="16" y="20"/>
                  </a:moveTo>
                  <a:cubicBezTo>
                    <a:pt x="8" y="24"/>
                    <a:pt x="1" y="23"/>
                    <a:pt x="1" y="18"/>
                  </a:cubicBezTo>
                  <a:cubicBezTo>
                    <a:pt x="0" y="13"/>
                    <a:pt x="5" y="7"/>
                    <a:pt x="12" y="4"/>
                  </a:cubicBezTo>
                  <a:cubicBezTo>
                    <a:pt x="20" y="0"/>
                    <a:pt x="28" y="1"/>
                    <a:pt x="28" y="6"/>
                  </a:cubicBezTo>
                  <a:cubicBezTo>
                    <a:pt x="29" y="10"/>
                    <a:pt x="23" y="17"/>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2" name="Freeform 1148">
              <a:extLst>
                <a:ext uri="{FF2B5EF4-FFF2-40B4-BE49-F238E27FC236}">
                  <a16:creationId xmlns:a16="http://schemas.microsoft.com/office/drawing/2014/main" id="{99287234-437A-91B5-1EB7-18B69A0308ED}"/>
                </a:ext>
              </a:extLst>
            </p:cNvPr>
            <p:cNvSpPr>
              <a:spLocks/>
            </p:cNvSpPr>
            <p:nvPr/>
          </p:nvSpPr>
          <p:spPr bwMode="auto">
            <a:xfrm rot="5094805">
              <a:off x="543196" y="3322347"/>
              <a:ext cx="73119" cy="54839"/>
            </a:xfrm>
            <a:custGeom>
              <a:avLst/>
              <a:gdLst>
                <a:gd name="T0" fmla="*/ 29 w 30"/>
                <a:gd name="T1" fmla="*/ 5 h 23"/>
                <a:gd name="T2" fmla="*/ 17 w 30"/>
                <a:gd name="T3" fmla="*/ 20 h 23"/>
                <a:gd name="T4" fmla="*/ 1 w 30"/>
                <a:gd name="T5" fmla="*/ 17 h 23"/>
                <a:gd name="T6" fmla="*/ 14 w 30"/>
                <a:gd name="T7" fmla="*/ 2 h 23"/>
                <a:gd name="T8" fmla="*/ 29 w 30"/>
                <a:gd name="T9" fmla="*/ 5 h 23"/>
              </a:gdLst>
              <a:ahLst/>
              <a:cxnLst>
                <a:cxn ang="0">
                  <a:pos x="T0" y="T1"/>
                </a:cxn>
                <a:cxn ang="0">
                  <a:pos x="T2" y="T3"/>
                </a:cxn>
                <a:cxn ang="0">
                  <a:pos x="T4" y="T5"/>
                </a:cxn>
                <a:cxn ang="0">
                  <a:pos x="T6" y="T7"/>
                </a:cxn>
                <a:cxn ang="0">
                  <a:pos x="T8" y="T9"/>
                </a:cxn>
              </a:cxnLst>
              <a:rect l="0" t="0" r="r" b="b"/>
              <a:pathLst>
                <a:path w="30" h="23">
                  <a:moveTo>
                    <a:pt x="29" y="5"/>
                  </a:moveTo>
                  <a:cubicBezTo>
                    <a:pt x="30" y="10"/>
                    <a:pt x="24" y="17"/>
                    <a:pt x="17" y="20"/>
                  </a:cubicBezTo>
                  <a:cubicBezTo>
                    <a:pt x="9" y="23"/>
                    <a:pt x="2" y="22"/>
                    <a:pt x="1" y="17"/>
                  </a:cubicBezTo>
                  <a:cubicBezTo>
                    <a:pt x="0" y="12"/>
                    <a:pt x="6" y="5"/>
                    <a:pt x="14" y="2"/>
                  </a:cubicBezTo>
                  <a:cubicBezTo>
                    <a:pt x="21" y="0"/>
                    <a:pt x="28" y="1"/>
                    <a:pt x="2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3" name="Freeform 1149">
              <a:extLst>
                <a:ext uri="{FF2B5EF4-FFF2-40B4-BE49-F238E27FC236}">
                  <a16:creationId xmlns:a16="http://schemas.microsoft.com/office/drawing/2014/main" id="{87C36DE8-626D-08F9-0D18-E90315E5F09F}"/>
                </a:ext>
              </a:extLst>
            </p:cNvPr>
            <p:cNvSpPr>
              <a:spLocks/>
            </p:cNvSpPr>
            <p:nvPr/>
          </p:nvSpPr>
          <p:spPr bwMode="auto">
            <a:xfrm rot="5094805">
              <a:off x="453242" y="3135266"/>
              <a:ext cx="75404" cy="57124"/>
            </a:xfrm>
            <a:custGeom>
              <a:avLst/>
              <a:gdLst>
                <a:gd name="T0" fmla="*/ 29 w 30"/>
                <a:gd name="T1" fmla="*/ 6 h 23"/>
                <a:gd name="T2" fmla="*/ 18 w 30"/>
                <a:gd name="T3" fmla="*/ 20 h 23"/>
                <a:gd name="T4" fmla="*/ 2 w 30"/>
                <a:gd name="T5" fmla="*/ 17 h 23"/>
                <a:gd name="T6" fmla="*/ 14 w 30"/>
                <a:gd name="T7" fmla="*/ 3 h 23"/>
                <a:gd name="T8" fmla="*/ 29 w 30"/>
                <a:gd name="T9" fmla="*/ 6 h 23"/>
              </a:gdLst>
              <a:ahLst/>
              <a:cxnLst>
                <a:cxn ang="0">
                  <a:pos x="T0" y="T1"/>
                </a:cxn>
                <a:cxn ang="0">
                  <a:pos x="T2" y="T3"/>
                </a:cxn>
                <a:cxn ang="0">
                  <a:pos x="T4" y="T5"/>
                </a:cxn>
                <a:cxn ang="0">
                  <a:pos x="T6" y="T7"/>
                </a:cxn>
                <a:cxn ang="0">
                  <a:pos x="T8" y="T9"/>
                </a:cxn>
              </a:cxnLst>
              <a:rect l="0" t="0" r="r" b="b"/>
              <a:pathLst>
                <a:path w="30" h="23">
                  <a:moveTo>
                    <a:pt x="29" y="6"/>
                  </a:moveTo>
                  <a:cubicBezTo>
                    <a:pt x="30" y="11"/>
                    <a:pt x="25" y="17"/>
                    <a:pt x="18" y="20"/>
                  </a:cubicBezTo>
                  <a:cubicBezTo>
                    <a:pt x="10" y="23"/>
                    <a:pt x="3" y="21"/>
                    <a:pt x="2" y="17"/>
                  </a:cubicBezTo>
                  <a:cubicBezTo>
                    <a:pt x="0" y="12"/>
                    <a:pt x="6" y="5"/>
                    <a:pt x="14" y="3"/>
                  </a:cubicBezTo>
                  <a:cubicBezTo>
                    <a:pt x="21" y="0"/>
                    <a:pt x="28" y="2"/>
                    <a:pt x="2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4" name="Freeform 1150">
              <a:extLst>
                <a:ext uri="{FF2B5EF4-FFF2-40B4-BE49-F238E27FC236}">
                  <a16:creationId xmlns:a16="http://schemas.microsoft.com/office/drawing/2014/main" id="{EBFFFA21-C58C-7E06-2238-397FFE798665}"/>
                </a:ext>
              </a:extLst>
            </p:cNvPr>
            <p:cNvSpPr>
              <a:spLocks/>
            </p:cNvSpPr>
            <p:nvPr/>
          </p:nvSpPr>
          <p:spPr bwMode="auto">
            <a:xfrm rot="5094805">
              <a:off x="377058" y="2949553"/>
              <a:ext cx="70834" cy="57124"/>
            </a:xfrm>
            <a:custGeom>
              <a:avLst/>
              <a:gdLst>
                <a:gd name="T0" fmla="*/ 16 w 29"/>
                <a:gd name="T1" fmla="*/ 20 h 23"/>
                <a:gd name="T2" fmla="*/ 1 w 29"/>
                <a:gd name="T3" fmla="*/ 15 h 23"/>
                <a:gd name="T4" fmla="*/ 14 w 29"/>
                <a:gd name="T5" fmla="*/ 2 h 23"/>
                <a:gd name="T6" fmla="*/ 29 w 29"/>
                <a:gd name="T7" fmla="*/ 7 h 23"/>
                <a:gd name="T8" fmla="*/ 16 w 29"/>
                <a:gd name="T9" fmla="*/ 20 h 23"/>
              </a:gdLst>
              <a:ahLst/>
              <a:cxnLst>
                <a:cxn ang="0">
                  <a:pos x="T0" y="T1"/>
                </a:cxn>
                <a:cxn ang="0">
                  <a:pos x="T2" y="T3"/>
                </a:cxn>
                <a:cxn ang="0">
                  <a:pos x="T4" y="T5"/>
                </a:cxn>
                <a:cxn ang="0">
                  <a:pos x="T6" y="T7"/>
                </a:cxn>
                <a:cxn ang="0">
                  <a:pos x="T8" y="T9"/>
                </a:cxn>
              </a:cxnLst>
              <a:rect l="0" t="0" r="r" b="b"/>
              <a:pathLst>
                <a:path w="29" h="23">
                  <a:moveTo>
                    <a:pt x="16" y="20"/>
                  </a:moveTo>
                  <a:cubicBezTo>
                    <a:pt x="9" y="23"/>
                    <a:pt x="2" y="20"/>
                    <a:pt x="1" y="15"/>
                  </a:cubicBezTo>
                  <a:cubicBezTo>
                    <a:pt x="0" y="10"/>
                    <a:pt x="5" y="4"/>
                    <a:pt x="14" y="2"/>
                  </a:cubicBezTo>
                  <a:cubicBezTo>
                    <a:pt x="21" y="0"/>
                    <a:pt x="28" y="2"/>
                    <a:pt x="29" y="7"/>
                  </a:cubicBezTo>
                  <a:cubicBezTo>
                    <a:pt x="29" y="12"/>
                    <a:pt x="24" y="18"/>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5" name="Freeform 1151">
              <a:extLst>
                <a:ext uri="{FF2B5EF4-FFF2-40B4-BE49-F238E27FC236}">
                  <a16:creationId xmlns:a16="http://schemas.microsoft.com/office/drawing/2014/main" id="{A740E436-AD07-572D-5837-C5B022A2F9C5}"/>
                </a:ext>
              </a:extLst>
            </p:cNvPr>
            <p:cNvSpPr>
              <a:spLocks/>
            </p:cNvSpPr>
            <p:nvPr/>
          </p:nvSpPr>
          <p:spPr bwMode="auto">
            <a:xfrm rot="5094805">
              <a:off x="315659" y="2763464"/>
              <a:ext cx="70834" cy="54839"/>
            </a:xfrm>
            <a:custGeom>
              <a:avLst/>
              <a:gdLst>
                <a:gd name="T0" fmla="*/ 15 w 29"/>
                <a:gd name="T1" fmla="*/ 21 h 22"/>
                <a:gd name="T2" fmla="*/ 0 w 29"/>
                <a:gd name="T3" fmla="*/ 14 h 22"/>
                <a:gd name="T4" fmla="*/ 13 w 29"/>
                <a:gd name="T5" fmla="*/ 2 h 22"/>
                <a:gd name="T6" fmla="*/ 29 w 29"/>
                <a:gd name="T7" fmla="*/ 9 h 22"/>
                <a:gd name="T8" fmla="*/ 15 w 29"/>
                <a:gd name="T9" fmla="*/ 21 h 22"/>
              </a:gdLst>
              <a:ahLst/>
              <a:cxnLst>
                <a:cxn ang="0">
                  <a:pos x="T0" y="T1"/>
                </a:cxn>
                <a:cxn ang="0">
                  <a:pos x="T2" y="T3"/>
                </a:cxn>
                <a:cxn ang="0">
                  <a:pos x="T4" y="T5"/>
                </a:cxn>
                <a:cxn ang="0">
                  <a:pos x="T6" y="T7"/>
                </a:cxn>
                <a:cxn ang="0">
                  <a:pos x="T8" y="T9"/>
                </a:cxn>
              </a:cxnLst>
              <a:rect l="0" t="0" r="r" b="b"/>
              <a:pathLst>
                <a:path w="29" h="22">
                  <a:moveTo>
                    <a:pt x="15" y="21"/>
                  </a:moveTo>
                  <a:cubicBezTo>
                    <a:pt x="7" y="22"/>
                    <a:pt x="1" y="19"/>
                    <a:pt x="0" y="14"/>
                  </a:cubicBezTo>
                  <a:cubicBezTo>
                    <a:pt x="0" y="8"/>
                    <a:pt x="5" y="3"/>
                    <a:pt x="13" y="2"/>
                  </a:cubicBezTo>
                  <a:cubicBezTo>
                    <a:pt x="21" y="0"/>
                    <a:pt x="28" y="3"/>
                    <a:pt x="29" y="9"/>
                  </a:cubicBezTo>
                  <a:cubicBezTo>
                    <a:pt x="29" y="14"/>
                    <a:pt x="23" y="20"/>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6" name="Freeform 1152">
              <a:extLst>
                <a:ext uri="{FF2B5EF4-FFF2-40B4-BE49-F238E27FC236}">
                  <a16:creationId xmlns:a16="http://schemas.microsoft.com/office/drawing/2014/main" id="{5DEC9B3E-A37E-6B86-4380-816387FA27C3}"/>
                </a:ext>
              </a:extLst>
            </p:cNvPr>
            <p:cNvSpPr>
              <a:spLocks/>
            </p:cNvSpPr>
            <p:nvPr/>
          </p:nvSpPr>
          <p:spPr bwMode="auto">
            <a:xfrm rot="5094805">
              <a:off x="264502" y="2577606"/>
              <a:ext cx="70834" cy="50269"/>
            </a:xfrm>
            <a:custGeom>
              <a:avLst/>
              <a:gdLst>
                <a:gd name="T0" fmla="*/ 28 w 29"/>
                <a:gd name="T1" fmla="*/ 9 h 21"/>
                <a:gd name="T2" fmla="*/ 15 w 29"/>
                <a:gd name="T3" fmla="*/ 20 h 21"/>
                <a:gd name="T4" fmla="*/ 0 w 29"/>
                <a:gd name="T5" fmla="*/ 10 h 21"/>
                <a:gd name="T6" fmla="*/ 14 w 29"/>
                <a:gd name="T7" fmla="*/ 0 h 21"/>
                <a:gd name="T8" fmla="*/ 28 w 29"/>
                <a:gd name="T9" fmla="*/ 9 h 21"/>
              </a:gdLst>
              <a:ahLst/>
              <a:cxnLst>
                <a:cxn ang="0">
                  <a:pos x="T0" y="T1"/>
                </a:cxn>
                <a:cxn ang="0">
                  <a:pos x="T2" y="T3"/>
                </a:cxn>
                <a:cxn ang="0">
                  <a:pos x="T4" y="T5"/>
                </a:cxn>
                <a:cxn ang="0">
                  <a:pos x="T6" y="T7"/>
                </a:cxn>
                <a:cxn ang="0">
                  <a:pos x="T8" y="T9"/>
                </a:cxn>
              </a:cxnLst>
              <a:rect l="0" t="0" r="r" b="b"/>
              <a:pathLst>
                <a:path w="29" h="21">
                  <a:moveTo>
                    <a:pt x="28" y="9"/>
                  </a:moveTo>
                  <a:cubicBezTo>
                    <a:pt x="29" y="14"/>
                    <a:pt x="23" y="19"/>
                    <a:pt x="15" y="20"/>
                  </a:cubicBezTo>
                  <a:cubicBezTo>
                    <a:pt x="7" y="21"/>
                    <a:pt x="0" y="16"/>
                    <a:pt x="0" y="10"/>
                  </a:cubicBezTo>
                  <a:cubicBezTo>
                    <a:pt x="0" y="5"/>
                    <a:pt x="6" y="0"/>
                    <a:pt x="14" y="0"/>
                  </a:cubicBezTo>
                  <a:cubicBezTo>
                    <a:pt x="21" y="0"/>
                    <a:pt x="28" y="3"/>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7" name="Freeform 1153">
              <a:extLst>
                <a:ext uri="{FF2B5EF4-FFF2-40B4-BE49-F238E27FC236}">
                  <a16:creationId xmlns:a16="http://schemas.microsoft.com/office/drawing/2014/main" id="{416AF482-6135-880A-A04A-5DBE2644CB31}"/>
                </a:ext>
              </a:extLst>
            </p:cNvPr>
            <p:cNvSpPr>
              <a:spLocks/>
            </p:cNvSpPr>
            <p:nvPr/>
          </p:nvSpPr>
          <p:spPr bwMode="auto">
            <a:xfrm rot="5094805">
              <a:off x="225449" y="2382451"/>
              <a:ext cx="75404" cy="52554"/>
            </a:xfrm>
            <a:custGeom>
              <a:avLst/>
              <a:gdLst>
                <a:gd name="T0" fmla="*/ 30 w 30"/>
                <a:gd name="T1" fmla="*/ 9 h 21"/>
                <a:gd name="T2" fmla="*/ 17 w 30"/>
                <a:gd name="T3" fmla="*/ 20 h 21"/>
                <a:gd name="T4" fmla="*/ 1 w 30"/>
                <a:gd name="T5" fmla="*/ 12 h 21"/>
                <a:gd name="T6" fmla="*/ 15 w 30"/>
                <a:gd name="T7" fmla="*/ 1 h 21"/>
                <a:gd name="T8" fmla="*/ 30 w 30"/>
                <a:gd name="T9" fmla="*/ 9 h 21"/>
              </a:gdLst>
              <a:ahLst/>
              <a:cxnLst>
                <a:cxn ang="0">
                  <a:pos x="T0" y="T1"/>
                </a:cxn>
                <a:cxn ang="0">
                  <a:pos x="T2" y="T3"/>
                </a:cxn>
                <a:cxn ang="0">
                  <a:pos x="T4" y="T5"/>
                </a:cxn>
                <a:cxn ang="0">
                  <a:pos x="T6" y="T7"/>
                </a:cxn>
                <a:cxn ang="0">
                  <a:pos x="T8" y="T9"/>
                </a:cxn>
              </a:cxnLst>
              <a:rect l="0" t="0" r="r" b="b"/>
              <a:pathLst>
                <a:path w="30" h="21">
                  <a:moveTo>
                    <a:pt x="30" y="9"/>
                  </a:moveTo>
                  <a:cubicBezTo>
                    <a:pt x="30" y="15"/>
                    <a:pt x="24" y="20"/>
                    <a:pt x="17" y="20"/>
                  </a:cubicBezTo>
                  <a:cubicBezTo>
                    <a:pt x="9" y="21"/>
                    <a:pt x="2" y="18"/>
                    <a:pt x="1" y="12"/>
                  </a:cubicBezTo>
                  <a:cubicBezTo>
                    <a:pt x="0" y="6"/>
                    <a:pt x="6" y="1"/>
                    <a:pt x="15" y="1"/>
                  </a:cubicBezTo>
                  <a:cubicBezTo>
                    <a:pt x="22" y="0"/>
                    <a:pt x="29" y="4"/>
                    <a:pt x="3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8" name="Freeform 1154">
              <a:extLst>
                <a:ext uri="{FF2B5EF4-FFF2-40B4-BE49-F238E27FC236}">
                  <a16:creationId xmlns:a16="http://schemas.microsoft.com/office/drawing/2014/main" id="{9C00A56A-4BC8-EEAE-830F-9A3A9D240406}"/>
                </a:ext>
              </a:extLst>
            </p:cNvPr>
            <p:cNvSpPr>
              <a:spLocks/>
            </p:cNvSpPr>
            <p:nvPr/>
          </p:nvSpPr>
          <p:spPr bwMode="auto">
            <a:xfrm rot="5094805">
              <a:off x="187754" y="2191019"/>
              <a:ext cx="70834" cy="52554"/>
            </a:xfrm>
            <a:custGeom>
              <a:avLst/>
              <a:gdLst>
                <a:gd name="T0" fmla="*/ 15 w 29"/>
                <a:gd name="T1" fmla="*/ 20 h 21"/>
                <a:gd name="T2" fmla="*/ 0 w 29"/>
                <a:gd name="T3" fmla="*/ 12 h 21"/>
                <a:gd name="T4" fmla="*/ 13 w 29"/>
                <a:gd name="T5" fmla="*/ 1 h 21"/>
                <a:gd name="T6" fmla="*/ 29 w 29"/>
                <a:gd name="T7" fmla="*/ 10 h 21"/>
                <a:gd name="T8" fmla="*/ 15 w 29"/>
                <a:gd name="T9" fmla="*/ 20 h 21"/>
              </a:gdLst>
              <a:ahLst/>
              <a:cxnLst>
                <a:cxn ang="0">
                  <a:pos x="T0" y="T1"/>
                </a:cxn>
                <a:cxn ang="0">
                  <a:pos x="T2" y="T3"/>
                </a:cxn>
                <a:cxn ang="0">
                  <a:pos x="T4" y="T5"/>
                </a:cxn>
                <a:cxn ang="0">
                  <a:pos x="T6" y="T7"/>
                </a:cxn>
                <a:cxn ang="0">
                  <a:pos x="T8" y="T9"/>
                </a:cxn>
              </a:cxnLst>
              <a:rect l="0" t="0" r="r" b="b"/>
              <a:pathLst>
                <a:path w="29" h="21">
                  <a:moveTo>
                    <a:pt x="15" y="20"/>
                  </a:moveTo>
                  <a:cubicBezTo>
                    <a:pt x="8" y="21"/>
                    <a:pt x="1" y="17"/>
                    <a:pt x="0" y="12"/>
                  </a:cubicBezTo>
                  <a:cubicBezTo>
                    <a:pt x="0" y="6"/>
                    <a:pt x="5" y="1"/>
                    <a:pt x="13" y="1"/>
                  </a:cubicBezTo>
                  <a:cubicBezTo>
                    <a:pt x="21" y="0"/>
                    <a:pt x="29" y="4"/>
                    <a:pt x="29" y="10"/>
                  </a:cubicBezTo>
                  <a:cubicBezTo>
                    <a:pt x="29" y="15"/>
                    <a:pt x="23" y="19"/>
                    <a:pt x="15"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9" name="Freeform 1155">
              <a:extLst>
                <a:ext uri="{FF2B5EF4-FFF2-40B4-BE49-F238E27FC236}">
                  <a16:creationId xmlns:a16="http://schemas.microsoft.com/office/drawing/2014/main" id="{B7F8CB27-EE6C-87DB-9A23-DA5897059304}"/>
                </a:ext>
              </a:extLst>
            </p:cNvPr>
            <p:cNvSpPr>
              <a:spLocks/>
            </p:cNvSpPr>
            <p:nvPr/>
          </p:nvSpPr>
          <p:spPr bwMode="auto">
            <a:xfrm rot="5094805">
              <a:off x="149009" y="2002807"/>
              <a:ext cx="73119" cy="47984"/>
            </a:xfrm>
            <a:custGeom>
              <a:avLst/>
              <a:gdLst>
                <a:gd name="T0" fmla="*/ 17 w 30"/>
                <a:gd name="T1" fmla="*/ 19 h 20"/>
                <a:gd name="T2" fmla="*/ 1 w 30"/>
                <a:gd name="T3" fmla="*/ 12 h 20"/>
                <a:gd name="T4" fmla="*/ 14 w 30"/>
                <a:gd name="T5" fmla="*/ 0 h 20"/>
                <a:gd name="T6" fmla="*/ 29 w 30"/>
                <a:gd name="T7" fmla="*/ 9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9" y="20"/>
                    <a:pt x="2" y="17"/>
                    <a:pt x="1" y="12"/>
                  </a:cubicBezTo>
                  <a:cubicBezTo>
                    <a:pt x="0" y="6"/>
                    <a:pt x="6" y="1"/>
                    <a:pt x="14" y="0"/>
                  </a:cubicBezTo>
                  <a:cubicBezTo>
                    <a:pt x="21" y="0"/>
                    <a:pt x="28" y="4"/>
                    <a:pt x="29" y="9"/>
                  </a:cubicBezTo>
                  <a:cubicBezTo>
                    <a:pt x="30" y="14"/>
                    <a:pt x="24" y="19"/>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0" name="Freeform 1156">
              <a:extLst>
                <a:ext uri="{FF2B5EF4-FFF2-40B4-BE49-F238E27FC236}">
                  <a16:creationId xmlns:a16="http://schemas.microsoft.com/office/drawing/2014/main" id="{CA6FB4BA-50F3-25F3-4785-287880A1E3BB}"/>
                </a:ext>
              </a:extLst>
            </p:cNvPr>
            <p:cNvSpPr>
              <a:spLocks/>
            </p:cNvSpPr>
            <p:nvPr/>
          </p:nvSpPr>
          <p:spPr bwMode="auto">
            <a:xfrm rot="5094805">
              <a:off x="110061" y="1807749"/>
              <a:ext cx="75404" cy="52554"/>
            </a:xfrm>
            <a:custGeom>
              <a:avLst/>
              <a:gdLst>
                <a:gd name="T0" fmla="*/ 29 w 30"/>
                <a:gd name="T1" fmla="*/ 9 h 21"/>
                <a:gd name="T2" fmla="*/ 17 w 30"/>
                <a:gd name="T3" fmla="*/ 20 h 21"/>
                <a:gd name="T4" fmla="*/ 1 w 30"/>
                <a:gd name="T5" fmla="*/ 13 h 21"/>
                <a:gd name="T6" fmla="*/ 14 w 30"/>
                <a:gd name="T7" fmla="*/ 1 h 21"/>
                <a:gd name="T8" fmla="*/ 29 w 30"/>
                <a:gd name="T9" fmla="*/ 9 h 21"/>
              </a:gdLst>
              <a:ahLst/>
              <a:cxnLst>
                <a:cxn ang="0">
                  <a:pos x="T0" y="T1"/>
                </a:cxn>
                <a:cxn ang="0">
                  <a:pos x="T2" y="T3"/>
                </a:cxn>
                <a:cxn ang="0">
                  <a:pos x="T4" y="T5"/>
                </a:cxn>
                <a:cxn ang="0">
                  <a:pos x="T6" y="T7"/>
                </a:cxn>
                <a:cxn ang="0">
                  <a:pos x="T8" y="T9"/>
                </a:cxn>
              </a:cxnLst>
              <a:rect l="0" t="0" r="r" b="b"/>
              <a:pathLst>
                <a:path w="30" h="21">
                  <a:moveTo>
                    <a:pt x="29" y="9"/>
                  </a:moveTo>
                  <a:cubicBezTo>
                    <a:pt x="30" y="14"/>
                    <a:pt x="25" y="19"/>
                    <a:pt x="17" y="20"/>
                  </a:cubicBezTo>
                  <a:cubicBezTo>
                    <a:pt x="9" y="21"/>
                    <a:pt x="3" y="18"/>
                    <a:pt x="1" y="13"/>
                  </a:cubicBezTo>
                  <a:cubicBezTo>
                    <a:pt x="0" y="8"/>
                    <a:pt x="6" y="2"/>
                    <a:pt x="14" y="1"/>
                  </a:cubicBezTo>
                  <a:cubicBezTo>
                    <a:pt x="21" y="0"/>
                    <a:pt x="28" y="4"/>
                    <a:pt x="2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1" name="Freeform 1157">
              <a:extLst>
                <a:ext uri="{FF2B5EF4-FFF2-40B4-BE49-F238E27FC236}">
                  <a16:creationId xmlns:a16="http://schemas.microsoft.com/office/drawing/2014/main" id="{033C47C1-FD3E-4189-857F-FF3A88757CB5}"/>
                </a:ext>
              </a:extLst>
            </p:cNvPr>
            <p:cNvSpPr>
              <a:spLocks/>
            </p:cNvSpPr>
            <p:nvPr/>
          </p:nvSpPr>
          <p:spPr bwMode="auto">
            <a:xfrm rot="5094805">
              <a:off x="71219" y="1617358"/>
              <a:ext cx="75404" cy="50269"/>
            </a:xfrm>
            <a:custGeom>
              <a:avLst/>
              <a:gdLst>
                <a:gd name="T0" fmla="*/ 30 w 31"/>
                <a:gd name="T1" fmla="*/ 9 h 20"/>
                <a:gd name="T2" fmla="*/ 18 w 31"/>
                <a:gd name="T3" fmla="*/ 19 h 20"/>
                <a:gd name="T4" fmla="*/ 2 w 31"/>
                <a:gd name="T5" fmla="*/ 12 h 20"/>
                <a:gd name="T6" fmla="*/ 14 w 31"/>
                <a:gd name="T7" fmla="*/ 1 h 20"/>
                <a:gd name="T8" fmla="*/ 30 w 31"/>
                <a:gd name="T9" fmla="*/ 9 h 20"/>
              </a:gdLst>
              <a:ahLst/>
              <a:cxnLst>
                <a:cxn ang="0">
                  <a:pos x="T0" y="T1"/>
                </a:cxn>
                <a:cxn ang="0">
                  <a:pos x="T2" y="T3"/>
                </a:cxn>
                <a:cxn ang="0">
                  <a:pos x="T4" y="T5"/>
                </a:cxn>
                <a:cxn ang="0">
                  <a:pos x="T6" y="T7"/>
                </a:cxn>
                <a:cxn ang="0">
                  <a:pos x="T8" y="T9"/>
                </a:cxn>
              </a:cxnLst>
              <a:rect l="0" t="0" r="r" b="b"/>
              <a:pathLst>
                <a:path w="31" h="20">
                  <a:moveTo>
                    <a:pt x="30" y="9"/>
                  </a:moveTo>
                  <a:cubicBezTo>
                    <a:pt x="31" y="13"/>
                    <a:pt x="25" y="18"/>
                    <a:pt x="18" y="19"/>
                  </a:cubicBezTo>
                  <a:cubicBezTo>
                    <a:pt x="10" y="20"/>
                    <a:pt x="3" y="17"/>
                    <a:pt x="2" y="12"/>
                  </a:cubicBezTo>
                  <a:cubicBezTo>
                    <a:pt x="0" y="7"/>
                    <a:pt x="6" y="2"/>
                    <a:pt x="14" y="1"/>
                  </a:cubicBezTo>
                  <a:cubicBezTo>
                    <a:pt x="21" y="0"/>
                    <a:pt x="29" y="4"/>
                    <a:pt x="3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2" name="Freeform 1158">
              <a:extLst>
                <a:ext uri="{FF2B5EF4-FFF2-40B4-BE49-F238E27FC236}">
                  <a16:creationId xmlns:a16="http://schemas.microsoft.com/office/drawing/2014/main" id="{9D7DF387-0317-CCCB-D177-FA54732F95FB}"/>
                </a:ext>
              </a:extLst>
            </p:cNvPr>
            <p:cNvSpPr>
              <a:spLocks/>
            </p:cNvSpPr>
            <p:nvPr/>
          </p:nvSpPr>
          <p:spPr bwMode="auto">
            <a:xfrm rot="5094805">
              <a:off x="35897" y="1430188"/>
              <a:ext cx="73119" cy="43415"/>
            </a:xfrm>
            <a:custGeom>
              <a:avLst/>
              <a:gdLst>
                <a:gd name="T0" fmla="*/ 13 w 30"/>
                <a:gd name="T1" fmla="*/ 1 h 18"/>
                <a:gd name="T2" fmla="*/ 29 w 30"/>
                <a:gd name="T3" fmla="*/ 8 h 18"/>
                <a:gd name="T4" fmla="*/ 15 w 30"/>
                <a:gd name="T5" fmla="*/ 18 h 18"/>
                <a:gd name="T6" fmla="*/ 1 w 30"/>
                <a:gd name="T7" fmla="*/ 11 h 18"/>
                <a:gd name="T8" fmla="*/ 13 w 30"/>
                <a:gd name="T9" fmla="*/ 1 h 18"/>
              </a:gdLst>
              <a:ahLst/>
              <a:cxnLst>
                <a:cxn ang="0">
                  <a:pos x="T0" y="T1"/>
                </a:cxn>
                <a:cxn ang="0">
                  <a:pos x="T2" y="T3"/>
                </a:cxn>
                <a:cxn ang="0">
                  <a:pos x="T4" y="T5"/>
                </a:cxn>
                <a:cxn ang="0">
                  <a:pos x="T6" y="T7"/>
                </a:cxn>
                <a:cxn ang="0">
                  <a:pos x="T8" y="T9"/>
                </a:cxn>
              </a:cxnLst>
              <a:rect l="0" t="0" r="r" b="b"/>
              <a:pathLst>
                <a:path w="30" h="18">
                  <a:moveTo>
                    <a:pt x="13" y="1"/>
                  </a:moveTo>
                  <a:cubicBezTo>
                    <a:pt x="20" y="0"/>
                    <a:pt x="28" y="4"/>
                    <a:pt x="29" y="8"/>
                  </a:cubicBezTo>
                  <a:cubicBezTo>
                    <a:pt x="30" y="13"/>
                    <a:pt x="24" y="17"/>
                    <a:pt x="15" y="18"/>
                  </a:cubicBezTo>
                  <a:cubicBezTo>
                    <a:pt x="8" y="18"/>
                    <a:pt x="1" y="15"/>
                    <a:pt x="1" y="11"/>
                  </a:cubicBezTo>
                  <a:cubicBezTo>
                    <a:pt x="0" y="6"/>
                    <a:pt x="6"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3" name="Freeform 1159">
              <a:extLst>
                <a:ext uri="{FF2B5EF4-FFF2-40B4-BE49-F238E27FC236}">
                  <a16:creationId xmlns:a16="http://schemas.microsoft.com/office/drawing/2014/main" id="{7AA52BF3-3D98-A098-3036-1FEF213E1386}"/>
                </a:ext>
              </a:extLst>
            </p:cNvPr>
            <p:cNvSpPr>
              <a:spLocks/>
            </p:cNvSpPr>
            <p:nvPr/>
          </p:nvSpPr>
          <p:spPr bwMode="auto">
            <a:xfrm rot="5094805">
              <a:off x="-4188" y="1238659"/>
              <a:ext cx="75404" cy="41130"/>
            </a:xfrm>
            <a:custGeom>
              <a:avLst/>
              <a:gdLst>
                <a:gd name="T0" fmla="*/ 29 w 30"/>
                <a:gd name="T1" fmla="*/ 8 h 17"/>
                <a:gd name="T2" fmla="*/ 16 w 30"/>
                <a:gd name="T3" fmla="*/ 16 h 17"/>
                <a:gd name="T4" fmla="*/ 1 w 30"/>
                <a:gd name="T5" fmla="*/ 10 h 17"/>
                <a:gd name="T6" fmla="*/ 14 w 30"/>
                <a:gd name="T7" fmla="*/ 0 h 17"/>
                <a:gd name="T8" fmla="*/ 29 w 30"/>
                <a:gd name="T9" fmla="*/ 8 h 17"/>
              </a:gdLst>
              <a:ahLst/>
              <a:cxnLst>
                <a:cxn ang="0">
                  <a:pos x="T0" y="T1"/>
                </a:cxn>
                <a:cxn ang="0">
                  <a:pos x="T2" y="T3"/>
                </a:cxn>
                <a:cxn ang="0">
                  <a:pos x="T4" y="T5"/>
                </a:cxn>
                <a:cxn ang="0">
                  <a:pos x="T6" y="T7"/>
                </a:cxn>
                <a:cxn ang="0">
                  <a:pos x="T8" y="T9"/>
                </a:cxn>
              </a:cxnLst>
              <a:rect l="0" t="0" r="r" b="b"/>
              <a:pathLst>
                <a:path w="30" h="17">
                  <a:moveTo>
                    <a:pt x="29" y="8"/>
                  </a:moveTo>
                  <a:cubicBezTo>
                    <a:pt x="30" y="12"/>
                    <a:pt x="24" y="16"/>
                    <a:pt x="16" y="16"/>
                  </a:cubicBezTo>
                  <a:cubicBezTo>
                    <a:pt x="8" y="17"/>
                    <a:pt x="2" y="15"/>
                    <a:pt x="1" y="10"/>
                  </a:cubicBezTo>
                  <a:cubicBezTo>
                    <a:pt x="0" y="6"/>
                    <a:pt x="6" y="1"/>
                    <a:pt x="14" y="0"/>
                  </a:cubicBezTo>
                  <a:cubicBezTo>
                    <a:pt x="22" y="0"/>
                    <a:pt x="29" y="3"/>
                    <a:pt x="2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4" name="Freeform 1160">
              <a:extLst>
                <a:ext uri="{FF2B5EF4-FFF2-40B4-BE49-F238E27FC236}">
                  <a16:creationId xmlns:a16="http://schemas.microsoft.com/office/drawing/2014/main" id="{9F8B7871-16E4-132E-E33C-A12B30B23101}"/>
                </a:ext>
              </a:extLst>
            </p:cNvPr>
            <p:cNvSpPr>
              <a:spLocks/>
            </p:cNvSpPr>
            <p:nvPr/>
          </p:nvSpPr>
          <p:spPr bwMode="auto">
            <a:xfrm rot="5094805">
              <a:off x="-39713" y="1044642"/>
              <a:ext cx="73119" cy="43415"/>
            </a:xfrm>
            <a:custGeom>
              <a:avLst/>
              <a:gdLst>
                <a:gd name="T0" fmla="*/ 17 w 30"/>
                <a:gd name="T1" fmla="*/ 16 h 17"/>
                <a:gd name="T2" fmla="*/ 1 w 30"/>
                <a:gd name="T3" fmla="*/ 11 h 17"/>
                <a:gd name="T4" fmla="*/ 14 w 30"/>
                <a:gd name="T5" fmla="*/ 1 h 17"/>
                <a:gd name="T6" fmla="*/ 30 w 30"/>
                <a:gd name="T7" fmla="*/ 8 h 17"/>
                <a:gd name="T8" fmla="*/ 17 w 30"/>
                <a:gd name="T9" fmla="*/ 16 h 17"/>
              </a:gdLst>
              <a:ahLst/>
              <a:cxnLst>
                <a:cxn ang="0">
                  <a:pos x="T0" y="T1"/>
                </a:cxn>
                <a:cxn ang="0">
                  <a:pos x="T2" y="T3"/>
                </a:cxn>
                <a:cxn ang="0">
                  <a:pos x="T4" y="T5"/>
                </a:cxn>
                <a:cxn ang="0">
                  <a:pos x="T6" y="T7"/>
                </a:cxn>
                <a:cxn ang="0">
                  <a:pos x="T8" y="T9"/>
                </a:cxn>
              </a:cxnLst>
              <a:rect l="0" t="0" r="r" b="b"/>
              <a:pathLst>
                <a:path w="30" h="17">
                  <a:moveTo>
                    <a:pt x="17" y="16"/>
                  </a:moveTo>
                  <a:cubicBezTo>
                    <a:pt x="9" y="17"/>
                    <a:pt x="2" y="15"/>
                    <a:pt x="1" y="11"/>
                  </a:cubicBezTo>
                  <a:cubicBezTo>
                    <a:pt x="0" y="6"/>
                    <a:pt x="6" y="2"/>
                    <a:pt x="14" y="1"/>
                  </a:cubicBezTo>
                  <a:cubicBezTo>
                    <a:pt x="22" y="0"/>
                    <a:pt x="29" y="4"/>
                    <a:pt x="30" y="8"/>
                  </a:cubicBezTo>
                  <a:cubicBezTo>
                    <a:pt x="30" y="12"/>
                    <a:pt x="24" y="15"/>
                    <a:pt x="1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5" name="Freeform 1183">
              <a:extLst>
                <a:ext uri="{FF2B5EF4-FFF2-40B4-BE49-F238E27FC236}">
                  <a16:creationId xmlns:a16="http://schemas.microsoft.com/office/drawing/2014/main" id="{738F3F51-E8EF-8671-2B62-F87B4180DCFB}"/>
                </a:ext>
              </a:extLst>
            </p:cNvPr>
            <p:cNvSpPr>
              <a:spLocks/>
            </p:cNvSpPr>
            <p:nvPr/>
          </p:nvSpPr>
          <p:spPr bwMode="auto">
            <a:xfrm rot="5094805">
              <a:off x="1343905" y="4586392"/>
              <a:ext cx="68549" cy="54839"/>
            </a:xfrm>
            <a:custGeom>
              <a:avLst/>
              <a:gdLst>
                <a:gd name="T0" fmla="*/ 28 w 28"/>
                <a:gd name="T1" fmla="*/ 4 h 22"/>
                <a:gd name="T2" fmla="*/ 15 w 28"/>
                <a:gd name="T3" fmla="*/ 18 h 22"/>
                <a:gd name="T4" fmla="*/ 0 w 28"/>
                <a:gd name="T5" fmla="*/ 17 h 22"/>
                <a:gd name="T6" fmla="*/ 14 w 28"/>
                <a:gd name="T7" fmla="*/ 4 h 22"/>
                <a:gd name="T8" fmla="*/ 28 w 28"/>
                <a:gd name="T9" fmla="*/ 4 h 22"/>
              </a:gdLst>
              <a:ahLst/>
              <a:cxnLst>
                <a:cxn ang="0">
                  <a:pos x="T0" y="T1"/>
                </a:cxn>
                <a:cxn ang="0">
                  <a:pos x="T2" y="T3"/>
                </a:cxn>
                <a:cxn ang="0">
                  <a:pos x="T4" y="T5"/>
                </a:cxn>
                <a:cxn ang="0">
                  <a:pos x="T6" y="T7"/>
                </a:cxn>
                <a:cxn ang="0">
                  <a:pos x="T8" y="T9"/>
                </a:cxn>
              </a:cxnLst>
              <a:rect l="0" t="0" r="r" b="b"/>
              <a:pathLst>
                <a:path w="28" h="22">
                  <a:moveTo>
                    <a:pt x="28" y="4"/>
                  </a:moveTo>
                  <a:cubicBezTo>
                    <a:pt x="28" y="7"/>
                    <a:pt x="23" y="14"/>
                    <a:pt x="15" y="18"/>
                  </a:cubicBezTo>
                  <a:cubicBezTo>
                    <a:pt x="7" y="22"/>
                    <a:pt x="0" y="22"/>
                    <a:pt x="0" y="17"/>
                  </a:cubicBezTo>
                  <a:cubicBezTo>
                    <a:pt x="0" y="13"/>
                    <a:pt x="7" y="7"/>
                    <a:pt x="14" y="4"/>
                  </a:cubicBezTo>
                  <a:cubicBezTo>
                    <a:pt x="21" y="0"/>
                    <a:pt x="28" y="0"/>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6" name="Freeform 1184">
              <a:extLst>
                <a:ext uri="{FF2B5EF4-FFF2-40B4-BE49-F238E27FC236}">
                  <a16:creationId xmlns:a16="http://schemas.microsoft.com/office/drawing/2014/main" id="{1FDD80F0-E9DC-D64E-04D4-930C6E5AE790}"/>
                </a:ext>
              </a:extLst>
            </p:cNvPr>
            <p:cNvSpPr>
              <a:spLocks/>
            </p:cNvSpPr>
            <p:nvPr/>
          </p:nvSpPr>
          <p:spPr bwMode="auto">
            <a:xfrm rot="5094805">
              <a:off x="1457537" y="4767522"/>
              <a:ext cx="75404" cy="54839"/>
            </a:xfrm>
            <a:custGeom>
              <a:avLst/>
              <a:gdLst>
                <a:gd name="T0" fmla="*/ 17 w 30"/>
                <a:gd name="T1" fmla="*/ 17 h 22"/>
                <a:gd name="T2" fmla="*/ 1 w 30"/>
                <a:gd name="T3" fmla="*/ 18 h 22"/>
                <a:gd name="T4" fmla="*/ 14 w 30"/>
                <a:gd name="T5" fmla="*/ 5 h 22"/>
                <a:gd name="T6" fmla="*/ 29 w 30"/>
                <a:gd name="T7" fmla="*/ 4 h 22"/>
                <a:gd name="T8" fmla="*/ 17 w 30"/>
                <a:gd name="T9" fmla="*/ 17 h 22"/>
              </a:gdLst>
              <a:ahLst/>
              <a:cxnLst>
                <a:cxn ang="0">
                  <a:pos x="T0" y="T1"/>
                </a:cxn>
                <a:cxn ang="0">
                  <a:pos x="T2" y="T3"/>
                </a:cxn>
                <a:cxn ang="0">
                  <a:pos x="T4" y="T5"/>
                </a:cxn>
                <a:cxn ang="0">
                  <a:pos x="T6" y="T7"/>
                </a:cxn>
                <a:cxn ang="0">
                  <a:pos x="T8" y="T9"/>
                </a:cxn>
              </a:cxnLst>
              <a:rect l="0" t="0" r="r" b="b"/>
              <a:pathLst>
                <a:path w="30" h="22">
                  <a:moveTo>
                    <a:pt x="17" y="17"/>
                  </a:moveTo>
                  <a:cubicBezTo>
                    <a:pt x="10" y="21"/>
                    <a:pt x="3" y="22"/>
                    <a:pt x="1" y="18"/>
                  </a:cubicBezTo>
                  <a:cubicBezTo>
                    <a:pt x="0" y="15"/>
                    <a:pt x="6" y="9"/>
                    <a:pt x="14" y="5"/>
                  </a:cubicBezTo>
                  <a:cubicBezTo>
                    <a:pt x="21" y="1"/>
                    <a:pt x="28" y="0"/>
                    <a:pt x="29" y="4"/>
                  </a:cubicBezTo>
                  <a:cubicBezTo>
                    <a:pt x="30" y="7"/>
                    <a:pt x="25" y="13"/>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7" name="Freeform 1185">
              <a:extLst>
                <a:ext uri="{FF2B5EF4-FFF2-40B4-BE49-F238E27FC236}">
                  <a16:creationId xmlns:a16="http://schemas.microsoft.com/office/drawing/2014/main" id="{E874D3F5-9495-F450-A9D8-7981D1320DC0}"/>
                </a:ext>
              </a:extLst>
            </p:cNvPr>
            <p:cNvSpPr>
              <a:spLocks/>
            </p:cNvSpPr>
            <p:nvPr/>
          </p:nvSpPr>
          <p:spPr bwMode="auto">
            <a:xfrm rot="5094805">
              <a:off x="1571186" y="4951343"/>
              <a:ext cx="73119" cy="50269"/>
            </a:xfrm>
            <a:custGeom>
              <a:avLst/>
              <a:gdLst>
                <a:gd name="T0" fmla="*/ 28 w 29"/>
                <a:gd name="T1" fmla="*/ 3 h 20"/>
                <a:gd name="T2" fmla="*/ 15 w 29"/>
                <a:gd name="T3" fmla="*/ 16 h 20"/>
                <a:gd name="T4" fmla="*/ 0 w 29"/>
                <a:gd name="T5" fmla="*/ 17 h 20"/>
                <a:gd name="T6" fmla="*/ 14 w 29"/>
                <a:gd name="T7" fmla="*/ 3 h 20"/>
                <a:gd name="T8" fmla="*/ 28 w 29"/>
                <a:gd name="T9" fmla="*/ 3 h 20"/>
              </a:gdLst>
              <a:ahLst/>
              <a:cxnLst>
                <a:cxn ang="0">
                  <a:pos x="T0" y="T1"/>
                </a:cxn>
                <a:cxn ang="0">
                  <a:pos x="T2" y="T3"/>
                </a:cxn>
                <a:cxn ang="0">
                  <a:pos x="T4" y="T5"/>
                </a:cxn>
                <a:cxn ang="0">
                  <a:pos x="T6" y="T7"/>
                </a:cxn>
                <a:cxn ang="0">
                  <a:pos x="T8" y="T9"/>
                </a:cxn>
              </a:cxnLst>
              <a:rect l="0" t="0" r="r" b="b"/>
              <a:pathLst>
                <a:path w="29" h="20">
                  <a:moveTo>
                    <a:pt x="28" y="3"/>
                  </a:moveTo>
                  <a:cubicBezTo>
                    <a:pt x="29" y="7"/>
                    <a:pt x="23" y="13"/>
                    <a:pt x="15" y="16"/>
                  </a:cubicBezTo>
                  <a:cubicBezTo>
                    <a:pt x="8" y="20"/>
                    <a:pt x="1" y="20"/>
                    <a:pt x="0" y="17"/>
                  </a:cubicBezTo>
                  <a:cubicBezTo>
                    <a:pt x="0" y="13"/>
                    <a:pt x="6" y="7"/>
                    <a:pt x="14" y="3"/>
                  </a:cubicBezTo>
                  <a:cubicBezTo>
                    <a:pt x="21" y="0"/>
                    <a:pt x="28"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8" name="Freeform 1186">
              <a:extLst>
                <a:ext uri="{FF2B5EF4-FFF2-40B4-BE49-F238E27FC236}">
                  <a16:creationId xmlns:a16="http://schemas.microsoft.com/office/drawing/2014/main" id="{12967D96-3B56-7CFE-13AC-80F5815CA934}"/>
                </a:ext>
              </a:extLst>
            </p:cNvPr>
            <p:cNvSpPr>
              <a:spLocks/>
            </p:cNvSpPr>
            <p:nvPr/>
          </p:nvSpPr>
          <p:spPr bwMode="auto">
            <a:xfrm rot="5094805">
              <a:off x="1677902" y="5133389"/>
              <a:ext cx="73119" cy="47984"/>
            </a:xfrm>
            <a:custGeom>
              <a:avLst/>
              <a:gdLst>
                <a:gd name="T0" fmla="*/ 29 w 30"/>
                <a:gd name="T1" fmla="*/ 3 h 19"/>
                <a:gd name="T2" fmla="*/ 17 w 30"/>
                <a:gd name="T3" fmla="*/ 15 h 19"/>
                <a:gd name="T4" fmla="*/ 2 w 30"/>
                <a:gd name="T5" fmla="*/ 16 h 19"/>
                <a:gd name="T6" fmla="*/ 14 w 30"/>
                <a:gd name="T7" fmla="*/ 4 h 19"/>
                <a:gd name="T8" fmla="*/ 29 w 30"/>
                <a:gd name="T9" fmla="*/ 3 h 19"/>
              </a:gdLst>
              <a:ahLst/>
              <a:cxnLst>
                <a:cxn ang="0">
                  <a:pos x="T0" y="T1"/>
                </a:cxn>
                <a:cxn ang="0">
                  <a:pos x="T2" y="T3"/>
                </a:cxn>
                <a:cxn ang="0">
                  <a:pos x="T4" y="T5"/>
                </a:cxn>
                <a:cxn ang="0">
                  <a:pos x="T6" y="T7"/>
                </a:cxn>
                <a:cxn ang="0">
                  <a:pos x="T8" y="T9"/>
                </a:cxn>
              </a:cxnLst>
              <a:rect l="0" t="0" r="r" b="b"/>
              <a:pathLst>
                <a:path w="30" h="19">
                  <a:moveTo>
                    <a:pt x="29" y="3"/>
                  </a:moveTo>
                  <a:cubicBezTo>
                    <a:pt x="30" y="6"/>
                    <a:pt x="25" y="12"/>
                    <a:pt x="17" y="15"/>
                  </a:cubicBezTo>
                  <a:cubicBezTo>
                    <a:pt x="10" y="19"/>
                    <a:pt x="3" y="19"/>
                    <a:pt x="2" y="16"/>
                  </a:cubicBezTo>
                  <a:cubicBezTo>
                    <a:pt x="0" y="13"/>
                    <a:pt x="6" y="7"/>
                    <a:pt x="14" y="4"/>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9" name="Freeform 1187">
              <a:extLst>
                <a:ext uri="{FF2B5EF4-FFF2-40B4-BE49-F238E27FC236}">
                  <a16:creationId xmlns:a16="http://schemas.microsoft.com/office/drawing/2014/main" id="{EFB5D552-0A1C-07D7-795D-02B9E7EE6425}"/>
                </a:ext>
              </a:extLst>
            </p:cNvPr>
            <p:cNvSpPr>
              <a:spLocks/>
            </p:cNvSpPr>
            <p:nvPr/>
          </p:nvSpPr>
          <p:spPr bwMode="auto">
            <a:xfrm rot="5094805">
              <a:off x="1776758" y="5319669"/>
              <a:ext cx="70834" cy="41130"/>
            </a:xfrm>
            <a:custGeom>
              <a:avLst/>
              <a:gdLst>
                <a:gd name="T0" fmla="*/ 29 w 29"/>
                <a:gd name="T1" fmla="*/ 3 h 17"/>
                <a:gd name="T2" fmla="*/ 16 w 29"/>
                <a:gd name="T3" fmla="*/ 14 h 17"/>
                <a:gd name="T4" fmla="*/ 1 w 29"/>
                <a:gd name="T5" fmla="*/ 14 h 17"/>
                <a:gd name="T6" fmla="*/ 14 w 29"/>
                <a:gd name="T7" fmla="*/ 2 h 17"/>
                <a:gd name="T8" fmla="*/ 29 w 29"/>
                <a:gd name="T9" fmla="*/ 3 h 17"/>
              </a:gdLst>
              <a:ahLst/>
              <a:cxnLst>
                <a:cxn ang="0">
                  <a:pos x="T0" y="T1"/>
                </a:cxn>
                <a:cxn ang="0">
                  <a:pos x="T2" y="T3"/>
                </a:cxn>
                <a:cxn ang="0">
                  <a:pos x="T4" y="T5"/>
                </a:cxn>
                <a:cxn ang="0">
                  <a:pos x="T6" y="T7"/>
                </a:cxn>
                <a:cxn ang="0">
                  <a:pos x="T8" y="T9"/>
                </a:cxn>
              </a:cxnLst>
              <a:rect l="0" t="0" r="r" b="b"/>
              <a:pathLst>
                <a:path w="29" h="17">
                  <a:moveTo>
                    <a:pt x="29" y="3"/>
                  </a:moveTo>
                  <a:cubicBezTo>
                    <a:pt x="29" y="6"/>
                    <a:pt x="24" y="11"/>
                    <a:pt x="16" y="14"/>
                  </a:cubicBezTo>
                  <a:cubicBezTo>
                    <a:pt x="8" y="17"/>
                    <a:pt x="2" y="17"/>
                    <a:pt x="1" y="14"/>
                  </a:cubicBezTo>
                  <a:cubicBezTo>
                    <a:pt x="0" y="11"/>
                    <a:pt x="6" y="5"/>
                    <a:pt x="14" y="2"/>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0" name="Freeform 1188">
              <a:extLst>
                <a:ext uri="{FF2B5EF4-FFF2-40B4-BE49-F238E27FC236}">
                  <a16:creationId xmlns:a16="http://schemas.microsoft.com/office/drawing/2014/main" id="{AD1182AE-B8FB-184C-6B6A-D1F6DEB85FA1}"/>
                </a:ext>
              </a:extLst>
            </p:cNvPr>
            <p:cNvSpPr>
              <a:spLocks/>
            </p:cNvSpPr>
            <p:nvPr/>
          </p:nvSpPr>
          <p:spPr bwMode="auto">
            <a:xfrm rot="5094805">
              <a:off x="1864322" y="5504368"/>
              <a:ext cx="75404" cy="41130"/>
            </a:xfrm>
            <a:custGeom>
              <a:avLst/>
              <a:gdLst>
                <a:gd name="T0" fmla="*/ 29 w 31"/>
                <a:gd name="T1" fmla="*/ 3 h 16"/>
                <a:gd name="T2" fmla="*/ 18 w 31"/>
                <a:gd name="T3" fmla="*/ 14 h 16"/>
                <a:gd name="T4" fmla="*/ 2 w 31"/>
                <a:gd name="T5" fmla="*/ 14 h 16"/>
                <a:gd name="T6" fmla="*/ 14 w 31"/>
                <a:gd name="T7" fmla="*/ 3 h 16"/>
                <a:gd name="T8" fmla="*/ 29 w 31"/>
                <a:gd name="T9" fmla="*/ 3 h 16"/>
              </a:gdLst>
              <a:ahLst/>
              <a:cxnLst>
                <a:cxn ang="0">
                  <a:pos x="T0" y="T1"/>
                </a:cxn>
                <a:cxn ang="0">
                  <a:pos x="T2" y="T3"/>
                </a:cxn>
                <a:cxn ang="0">
                  <a:pos x="T4" y="T5"/>
                </a:cxn>
                <a:cxn ang="0">
                  <a:pos x="T6" y="T7"/>
                </a:cxn>
                <a:cxn ang="0">
                  <a:pos x="T8" y="T9"/>
                </a:cxn>
              </a:cxnLst>
              <a:rect l="0" t="0" r="r" b="b"/>
              <a:pathLst>
                <a:path w="31" h="16">
                  <a:moveTo>
                    <a:pt x="29" y="3"/>
                  </a:moveTo>
                  <a:cubicBezTo>
                    <a:pt x="31" y="6"/>
                    <a:pt x="25" y="11"/>
                    <a:pt x="18" y="14"/>
                  </a:cubicBezTo>
                  <a:cubicBezTo>
                    <a:pt x="10" y="16"/>
                    <a:pt x="3" y="16"/>
                    <a:pt x="2" y="14"/>
                  </a:cubicBezTo>
                  <a:cubicBezTo>
                    <a:pt x="0" y="11"/>
                    <a:pt x="6" y="6"/>
                    <a:pt x="14" y="3"/>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1" name="Freeform 1189">
              <a:extLst>
                <a:ext uri="{FF2B5EF4-FFF2-40B4-BE49-F238E27FC236}">
                  <a16:creationId xmlns:a16="http://schemas.microsoft.com/office/drawing/2014/main" id="{B9146BC7-679F-2193-C75B-591D490EC318}"/>
                </a:ext>
              </a:extLst>
            </p:cNvPr>
            <p:cNvSpPr>
              <a:spLocks/>
            </p:cNvSpPr>
            <p:nvPr/>
          </p:nvSpPr>
          <p:spPr bwMode="auto">
            <a:xfrm rot="5094805">
              <a:off x="1940515" y="5692568"/>
              <a:ext cx="75404" cy="36560"/>
            </a:xfrm>
            <a:custGeom>
              <a:avLst/>
              <a:gdLst>
                <a:gd name="T0" fmla="*/ 29 w 30"/>
                <a:gd name="T1" fmla="*/ 3 h 14"/>
                <a:gd name="T2" fmla="*/ 18 w 30"/>
                <a:gd name="T3" fmla="*/ 12 h 14"/>
                <a:gd name="T4" fmla="*/ 1 w 30"/>
                <a:gd name="T5" fmla="*/ 11 h 14"/>
                <a:gd name="T6" fmla="*/ 14 w 30"/>
                <a:gd name="T7" fmla="*/ 2 h 14"/>
                <a:gd name="T8" fmla="*/ 29 w 30"/>
                <a:gd name="T9" fmla="*/ 3 h 14"/>
              </a:gdLst>
              <a:ahLst/>
              <a:cxnLst>
                <a:cxn ang="0">
                  <a:pos x="T0" y="T1"/>
                </a:cxn>
                <a:cxn ang="0">
                  <a:pos x="T2" y="T3"/>
                </a:cxn>
                <a:cxn ang="0">
                  <a:pos x="T4" y="T5"/>
                </a:cxn>
                <a:cxn ang="0">
                  <a:pos x="T6" y="T7"/>
                </a:cxn>
                <a:cxn ang="0">
                  <a:pos x="T8" y="T9"/>
                </a:cxn>
              </a:cxnLst>
              <a:rect l="0" t="0" r="r" b="b"/>
              <a:pathLst>
                <a:path w="30" h="14">
                  <a:moveTo>
                    <a:pt x="29" y="3"/>
                  </a:moveTo>
                  <a:cubicBezTo>
                    <a:pt x="30" y="5"/>
                    <a:pt x="25" y="10"/>
                    <a:pt x="18" y="12"/>
                  </a:cubicBezTo>
                  <a:cubicBezTo>
                    <a:pt x="10" y="14"/>
                    <a:pt x="3" y="14"/>
                    <a:pt x="1" y="11"/>
                  </a:cubicBezTo>
                  <a:cubicBezTo>
                    <a:pt x="0" y="8"/>
                    <a:pt x="5" y="4"/>
                    <a:pt x="14" y="2"/>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2" name="Freeform 1190">
              <a:extLst>
                <a:ext uri="{FF2B5EF4-FFF2-40B4-BE49-F238E27FC236}">
                  <a16:creationId xmlns:a16="http://schemas.microsoft.com/office/drawing/2014/main" id="{B2C73F94-EAC5-7D9D-94F0-BF47ADBDF711}"/>
                </a:ext>
              </a:extLst>
            </p:cNvPr>
            <p:cNvSpPr>
              <a:spLocks/>
            </p:cNvSpPr>
            <p:nvPr/>
          </p:nvSpPr>
          <p:spPr bwMode="auto">
            <a:xfrm rot="5094805">
              <a:off x="2006677" y="5883015"/>
              <a:ext cx="70834" cy="34275"/>
            </a:xfrm>
            <a:custGeom>
              <a:avLst/>
              <a:gdLst>
                <a:gd name="T0" fmla="*/ 29 w 29"/>
                <a:gd name="T1" fmla="*/ 4 h 14"/>
                <a:gd name="T2" fmla="*/ 16 w 29"/>
                <a:gd name="T3" fmla="*/ 12 h 14"/>
                <a:gd name="T4" fmla="*/ 0 w 29"/>
                <a:gd name="T5" fmla="*/ 10 h 14"/>
                <a:gd name="T6" fmla="*/ 14 w 29"/>
                <a:gd name="T7" fmla="*/ 1 h 14"/>
                <a:gd name="T8" fmla="*/ 29 w 29"/>
                <a:gd name="T9" fmla="*/ 4 h 14"/>
              </a:gdLst>
              <a:ahLst/>
              <a:cxnLst>
                <a:cxn ang="0">
                  <a:pos x="T0" y="T1"/>
                </a:cxn>
                <a:cxn ang="0">
                  <a:pos x="T2" y="T3"/>
                </a:cxn>
                <a:cxn ang="0">
                  <a:pos x="T4" y="T5"/>
                </a:cxn>
                <a:cxn ang="0">
                  <a:pos x="T6" y="T7"/>
                </a:cxn>
                <a:cxn ang="0">
                  <a:pos x="T8" y="T9"/>
                </a:cxn>
              </a:cxnLst>
              <a:rect l="0" t="0" r="r" b="b"/>
              <a:pathLst>
                <a:path w="29" h="14">
                  <a:moveTo>
                    <a:pt x="29" y="4"/>
                  </a:moveTo>
                  <a:cubicBezTo>
                    <a:pt x="29" y="7"/>
                    <a:pt x="23" y="11"/>
                    <a:pt x="16" y="12"/>
                  </a:cubicBezTo>
                  <a:cubicBezTo>
                    <a:pt x="8" y="14"/>
                    <a:pt x="1" y="13"/>
                    <a:pt x="0" y="10"/>
                  </a:cubicBezTo>
                  <a:cubicBezTo>
                    <a:pt x="0" y="7"/>
                    <a:pt x="6" y="3"/>
                    <a:pt x="14" y="1"/>
                  </a:cubicBezTo>
                  <a:cubicBezTo>
                    <a:pt x="21" y="0"/>
                    <a:pt x="28" y="1"/>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3" name="Freeform 1191">
              <a:extLst>
                <a:ext uri="{FF2B5EF4-FFF2-40B4-BE49-F238E27FC236}">
                  <a16:creationId xmlns:a16="http://schemas.microsoft.com/office/drawing/2014/main" id="{6F09F690-82FE-DFBD-110E-D7CE2B3D7729}"/>
                </a:ext>
              </a:extLst>
            </p:cNvPr>
            <p:cNvSpPr>
              <a:spLocks/>
            </p:cNvSpPr>
            <p:nvPr/>
          </p:nvSpPr>
          <p:spPr bwMode="auto">
            <a:xfrm rot="5094805">
              <a:off x="2054517" y="6074784"/>
              <a:ext cx="73119" cy="29705"/>
            </a:xfrm>
            <a:custGeom>
              <a:avLst/>
              <a:gdLst>
                <a:gd name="T0" fmla="*/ 29 w 30"/>
                <a:gd name="T1" fmla="*/ 4 h 12"/>
                <a:gd name="T2" fmla="*/ 17 w 30"/>
                <a:gd name="T3" fmla="*/ 11 h 12"/>
                <a:gd name="T4" fmla="*/ 1 w 30"/>
                <a:gd name="T5" fmla="*/ 8 h 12"/>
                <a:gd name="T6" fmla="*/ 14 w 30"/>
                <a:gd name="T7" fmla="*/ 1 h 12"/>
                <a:gd name="T8" fmla="*/ 29 w 30"/>
                <a:gd name="T9" fmla="*/ 4 h 12"/>
              </a:gdLst>
              <a:ahLst/>
              <a:cxnLst>
                <a:cxn ang="0">
                  <a:pos x="T0" y="T1"/>
                </a:cxn>
                <a:cxn ang="0">
                  <a:pos x="T2" y="T3"/>
                </a:cxn>
                <a:cxn ang="0">
                  <a:pos x="T4" y="T5"/>
                </a:cxn>
                <a:cxn ang="0">
                  <a:pos x="T6" y="T7"/>
                </a:cxn>
                <a:cxn ang="0">
                  <a:pos x="T8" y="T9"/>
                </a:cxn>
              </a:cxnLst>
              <a:rect l="0" t="0" r="r" b="b"/>
              <a:pathLst>
                <a:path w="30" h="12">
                  <a:moveTo>
                    <a:pt x="29" y="4"/>
                  </a:moveTo>
                  <a:cubicBezTo>
                    <a:pt x="30" y="7"/>
                    <a:pt x="24" y="10"/>
                    <a:pt x="17" y="11"/>
                  </a:cubicBezTo>
                  <a:cubicBezTo>
                    <a:pt x="9" y="12"/>
                    <a:pt x="2" y="11"/>
                    <a:pt x="1" y="8"/>
                  </a:cubicBezTo>
                  <a:cubicBezTo>
                    <a:pt x="0" y="5"/>
                    <a:pt x="6" y="2"/>
                    <a:pt x="14" y="1"/>
                  </a:cubicBezTo>
                  <a:cubicBezTo>
                    <a:pt x="21" y="0"/>
                    <a:pt x="28" y="2"/>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4" name="Freeform 1192">
              <a:extLst>
                <a:ext uri="{FF2B5EF4-FFF2-40B4-BE49-F238E27FC236}">
                  <a16:creationId xmlns:a16="http://schemas.microsoft.com/office/drawing/2014/main" id="{E7BADD22-4315-CFEA-A446-69E5172EDA23}"/>
                </a:ext>
              </a:extLst>
            </p:cNvPr>
            <p:cNvSpPr>
              <a:spLocks/>
            </p:cNvSpPr>
            <p:nvPr/>
          </p:nvSpPr>
          <p:spPr bwMode="auto">
            <a:xfrm rot="5094805">
              <a:off x="2084352" y="6270450"/>
              <a:ext cx="75404" cy="25135"/>
            </a:xfrm>
            <a:custGeom>
              <a:avLst/>
              <a:gdLst>
                <a:gd name="T0" fmla="*/ 29 w 30"/>
                <a:gd name="T1" fmla="*/ 4 h 11"/>
                <a:gd name="T2" fmla="*/ 16 w 30"/>
                <a:gd name="T3" fmla="*/ 10 h 11"/>
                <a:gd name="T4" fmla="*/ 1 w 30"/>
                <a:gd name="T5" fmla="*/ 6 h 11"/>
                <a:gd name="T6" fmla="*/ 14 w 30"/>
                <a:gd name="T7" fmla="*/ 0 h 11"/>
                <a:gd name="T8" fmla="*/ 29 w 30"/>
                <a:gd name="T9" fmla="*/ 4 h 11"/>
              </a:gdLst>
              <a:ahLst/>
              <a:cxnLst>
                <a:cxn ang="0">
                  <a:pos x="T0" y="T1"/>
                </a:cxn>
                <a:cxn ang="0">
                  <a:pos x="T2" y="T3"/>
                </a:cxn>
                <a:cxn ang="0">
                  <a:pos x="T4" y="T5"/>
                </a:cxn>
                <a:cxn ang="0">
                  <a:pos x="T6" y="T7"/>
                </a:cxn>
                <a:cxn ang="0">
                  <a:pos x="T8" y="T9"/>
                </a:cxn>
              </a:cxnLst>
              <a:rect l="0" t="0" r="r" b="b"/>
              <a:pathLst>
                <a:path w="30" h="11">
                  <a:moveTo>
                    <a:pt x="29" y="4"/>
                  </a:moveTo>
                  <a:cubicBezTo>
                    <a:pt x="30" y="7"/>
                    <a:pt x="24" y="10"/>
                    <a:pt x="16" y="10"/>
                  </a:cubicBezTo>
                  <a:cubicBezTo>
                    <a:pt x="8" y="11"/>
                    <a:pt x="2" y="9"/>
                    <a:pt x="1" y="6"/>
                  </a:cubicBezTo>
                  <a:cubicBezTo>
                    <a:pt x="0" y="3"/>
                    <a:pt x="6" y="0"/>
                    <a:pt x="14" y="0"/>
                  </a:cubicBezTo>
                  <a:cubicBezTo>
                    <a:pt x="22" y="0"/>
                    <a:pt x="29" y="2"/>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5" name="Freeform 1193">
              <a:extLst>
                <a:ext uri="{FF2B5EF4-FFF2-40B4-BE49-F238E27FC236}">
                  <a16:creationId xmlns:a16="http://schemas.microsoft.com/office/drawing/2014/main" id="{B2A157F4-CAC0-CF7A-9ADC-BD1560AB0907}"/>
                </a:ext>
              </a:extLst>
            </p:cNvPr>
            <p:cNvSpPr>
              <a:spLocks/>
            </p:cNvSpPr>
            <p:nvPr/>
          </p:nvSpPr>
          <p:spPr bwMode="auto">
            <a:xfrm rot="5094805">
              <a:off x="2117610" y="6462587"/>
              <a:ext cx="73119" cy="27420"/>
            </a:xfrm>
            <a:custGeom>
              <a:avLst/>
              <a:gdLst>
                <a:gd name="T0" fmla="*/ 30 w 30"/>
                <a:gd name="T1" fmla="*/ 4 h 11"/>
                <a:gd name="T2" fmla="*/ 17 w 30"/>
                <a:gd name="T3" fmla="*/ 10 h 11"/>
                <a:gd name="T4" fmla="*/ 1 w 30"/>
                <a:gd name="T5" fmla="*/ 6 h 11"/>
                <a:gd name="T6" fmla="*/ 15 w 30"/>
                <a:gd name="T7" fmla="*/ 1 h 11"/>
                <a:gd name="T8" fmla="*/ 30 w 30"/>
                <a:gd name="T9" fmla="*/ 4 h 11"/>
              </a:gdLst>
              <a:ahLst/>
              <a:cxnLst>
                <a:cxn ang="0">
                  <a:pos x="T0" y="T1"/>
                </a:cxn>
                <a:cxn ang="0">
                  <a:pos x="T2" y="T3"/>
                </a:cxn>
                <a:cxn ang="0">
                  <a:pos x="T4" y="T5"/>
                </a:cxn>
                <a:cxn ang="0">
                  <a:pos x="T6" y="T7"/>
                </a:cxn>
                <a:cxn ang="0">
                  <a:pos x="T8" y="T9"/>
                </a:cxn>
              </a:cxnLst>
              <a:rect l="0" t="0" r="r" b="b"/>
              <a:pathLst>
                <a:path w="30" h="11">
                  <a:moveTo>
                    <a:pt x="30" y="4"/>
                  </a:moveTo>
                  <a:cubicBezTo>
                    <a:pt x="30" y="7"/>
                    <a:pt x="24" y="10"/>
                    <a:pt x="17" y="10"/>
                  </a:cubicBezTo>
                  <a:cubicBezTo>
                    <a:pt x="9" y="11"/>
                    <a:pt x="2" y="9"/>
                    <a:pt x="1" y="6"/>
                  </a:cubicBezTo>
                  <a:cubicBezTo>
                    <a:pt x="0" y="4"/>
                    <a:pt x="7" y="1"/>
                    <a:pt x="15" y="1"/>
                  </a:cubicBezTo>
                  <a:cubicBezTo>
                    <a:pt x="23" y="0"/>
                    <a:pt x="30" y="2"/>
                    <a:pt x="3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6" name="Freeform 1194">
              <a:extLst>
                <a:ext uri="{FF2B5EF4-FFF2-40B4-BE49-F238E27FC236}">
                  <a16:creationId xmlns:a16="http://schemas.microsoft.com/office/drawing/2014/main" id="{29AADDDB-1559-B11B-7BC1-EC961E878B68}"/>
                </a:ext>
              </a:extLst>
            </p:cNvPr>
            <p:cNvSpPr>
              <a:spLocks/>
            </p:cNvSpPr>
            <p:nvPr/>
          </p:nvSpPr>
          <p:spPr bwMode="auto">
            <a:xfrm rot="5094805">
              <a:off x="2150020" y="6660220"/>
              <a:ext cx="77689" cy="25135"/>
            </a:xfrm>
            <a:custGeom>
              <a:avLst/>
              <a:gdLst>
                <a:gd name="T0" fmla="*/ 30 w 31"/>
                <a:gd name="T1" fmla="*/ 4 h 11"/>
                <a:gd name="T2" fmla="*/ 17 w 31"/>
                <a:gd name="T3" fmla="*/ 10 h 11"/>
                <a:gd name="T4" fmla="*/ 1 w 31"/>
                <a:gd name="T5" fmla="*/ 7 h 11"/>
                <a:gd name="T6" fmla="*/ 14 w 31"/>
                <a:gd name="T7" fmla="*/ 1 h 11"/>
                <a:gd name="T8" fmla="*/ 30 w 31"/>
                <a:gd name="T9" fmla="*/ 4 h 11"/>
              </a:gdLst>
              <a:ahLst/>
              <a:cxnLst>
                <a:cxn ang="0">
                  <a:pos x="T0" y="T1"/>
                </a:cxn>
                <a:cxn ang="0">
                  <a:pos x="T2" y="T3"/>
                </a:cxn>
                <a:cxn ang="0">
                  <a:pos x="T4" y="T5"/>
                </a:cxn>
                <a:cxn ang="0">
                  <a:pos x="T6" y="T7"/>
                </a:cxn>
                <a:cxn ang="0">
                  <a:pos x="T8" y="T9"/>
                </a:cxn>
              </a:cxnLst>
              <a:rect l="0" t="0" r="r" b="b"/>
              <a:pathLst>
                <a:path w="31" h="11">
                  <a:moveTo>
                    <a:pt x="30" y="4"/>
                  </a:moveTo>
                  <a:cubicBezTo>
                    <a:pt x="31" y="6"/>
                    <a:pt x="25" y="9"/>
                    <a:pt x="17" y="10"/>
                  </a:cubicBezTo>
                  <a:cubicBezTo>
                    <a:pt x="9" y="11"/>
                    <a:pt x="2" y="9"/>
                    <a:pt x="1" y="7"/>
                  </a:cubicBezTo>
                  <a:cubicBezTo>
                    <a:pt x="0" y="4"/>
                    <a:pt x="6" y="1"/>
                    <a:pt x="14" y="1"/>
                  </a:cubicBezTo>
                  <a:cubicBezTo>
                    <a:pt x="22" y="0"/>
                    <a:pt x="29" y="1"/>
                    <a:pt x="3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7" name="Freeform 1195">
              <a:extLst>
                <a:ext uri="{FF2B5EF4-FFF2-40B4-BE49-F238E27FC236}">
                  <a16:creationId xmlns:a16="http://schemas.microsoft.com/office/drawing/2014/main" id="{4D128AA3-524D-3C08-6B2C-4769389FA228}"/>
                </a:ext>
              </a:extLst>
            </p:cNvPr>
            <p:cNvSpPr>
              <a:spLocks/>
            </p:cNvSpPr>
            <p:nvPr/>
          </p:nvSpPr>
          <p:spPr bwMode="auto">
            <a:xfrm rot="5094805">
              <a:off x="2189276" y="6855365"/>
              <a:ext cx="73119" cy="27420"/>
            </a:xfrm>
            <a:custGeom>
              <a:avLst/>
              <a:gdLst>
                <a:gd name="T0" fmla="*/ 14 w 30"/>
                <a:gd name="T1" fmla="*/ 0 h 11"/>
                <a:gd name="T2" fmla="*/ 30 w 30"/>
                <a:gd name="T3" fmla="*/ 4 h 11"/>
                <a:gd name="T4" fmla="*/ 15 w 30"/>
                <a:gd name="T5" fmla="*/ 10 h 11"/>
                <a:gd name="T6" fmla="*/ 0 w 30"/>
                <a:gd name="T7" fmla="*/ 6 h 11"/>
                <a:gd name="T8" fmla="*/ 14 w 30"/>
                <a:gd name="T9" fmla="*/ 0 h 11"/>
              </a:gdLst>
              <a:ahLst/>
              <a:cxnLst>
                <a:cxn ang="0">
                  <a:pos x="T0" y="T1"/>
                </a:cxn>
                <a:cxn ang="0">
                  <a:pos x="T2" y="T3"/>
                </a:cxn>
                <a:cxn ang="0">
                  <a:pos x="T4" y="T5"/>
                </a:cxn>
                <a:cxn ang="0">
                  <a:pos x="T6" y="T7"/>
                </a:cxn>
                <a:cxn ang="0">
                  <a:pos x="T8" y="T9"/>
                </a:cxn>
              </a:cxnLst>
              <a:rect l="0" t="0" r="r" b="b"/>
              <a:pathLst>
                <a:path w="30" h="11">
                  <a:moveTo>
                    <a:pt x="14" y="0"/>
                  </a:moveTo>
                  <a:cubicBezTo>
                    <a:pt x="22" y="0"/>
                    <a:pt x="29" y="1"/>
                    <a:pt x="30" y="4"/>
                  </a:cubicBezTo>
                  <a:cubicBezTo>
                    <a:pt x="30" y="6"/>
                    <a:pt x="24" y="9"/>
                    <a:pt x="15" y="10"/>
                  </a:cubicBezTo>
                  <a:cubicBezTo>
                    <a:pt x="7" y="11"/>
                    <a:pt x="1" y="9"/>
                    <a:pt x="0" y="6"/>
                  </a:cubicBezTo>
                  <a:cubicBezTo>
                    <a:pt x="0" y="4"/>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8" name="Freeform 1197">
              <a:extLst>
                <a:ext uri="{FF2B5EF4-FFF2-40B4-BE49-F238E27FC236}">
                  <a16:creationId xmlns:a16="http://schemas.microsoft.com/office/drawing/2014/main" id="{9B66095D-C9A2-DD7B-DC95-968939E56B92}"/>
                </a:ext>
              </a:extLst>
            </p:cNvPr>
            <p:cNvSpPr>
              <a:spLocks/>
            </p:cNvSpPr>
            <p:nvPr/>
          </p:nvSpPr>
          <p:spPr bwMode="auto">
            <a:xfrm rot="5094805">
              <a:off x="230474" y="2081577"/>
              <a:ext cx="73119" cy="45700"/>
            </a:xfrm>
            <a:custGeom>
              <a:avLst/>
              <a:gdLst>
                <a:gd name="T0" fmla="*/ 14 w 29"/>
                <a:gd name="T1" fmla="*/ 0 h 18"/>
                <a:gd name="T2" fmla="*/ 28 w 29"/>
                <a:gd name="T3" fmla="*/ 8 h 18"/>
                <a:gd name="T4" fmla="*/ 15 w 29"/>
                <a:gd name="T5" fmla="*/ 18 h 18"/>
                <a:gd name="T6" fmla="*/ 1 w 29"/>
                <a:gd name="T7" fmla="*/ 10 h 18"/>
                <a:gd name="T8" fmla="*/ 14 w 29"/>
                <a:gd name="T9" fmla="*/ 0 h 18"/>
              </a:gdLst>
              <a:ahLst/>
              <a:cxnLst>
                <a:cxn ang="0">
                  <a:pos x="T0" y="T1"/>
                </a:cxn>
                <a:cxn ang="0">
                  <a:pos x="T2" y="T3"/>
                </a:cxn>
                <a:cxn ang="0">
                  <a:pos x="T4" y="T5"/>
                </a:cxn>
                <a:cxn ang="0">
                  <a:pos x="T6" y="T7"/>
                </a:cxn>
                <a:cxn ang="0">
                  <a:pos x="T8" y="T9"/>
                </a:cxn>
              </a:cxnLst>
              <a:rect l="0" t="0" r="r" b="b"/>
              <a:pathLst>
                <a:path w="29" h="18">
                  <a:moveTo>
                    <a:pt x="14" y="0"/>
                  </a:moveTo>
                  <a:cubicBezTo>
                    <a:pt x="22" y="0"/>
                    <a:pt x="28" y="3"/>
                    <a:pt x="28" y="8"/>
                  </a:cubicBezTo>
                  <a:cubicBezTo>
                    <a:pt x="29" y="12"/>
                    <a:pt x="23" y="17"/>
                    <a:pt x="15" y="18"/>
                  </a:cubicBezTo>
                  <a:cubicBezTo>
                    <a:pt x="8" y="18"/>
                    <a:pt x="1" y="14"/>
                    <a:pt x="1" y="10"/>
                  </a:cubicBezTo>
                  <a:cubicBezTo>
                    <a:pt x="0" y="5"/>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9" name="Freeform 1198">
              <a:extLst>
                <a:ext uri="{FF2B5EF4-FFF2-40B4-BE49-F238E27FC236}">
                  <a16:creationId xmlns:a16="http://schemas.microsoft.com/office/drawing/2014/main" id="{70C08D1E-9F92-81A2-EC3A-092B5C90D483}"/>
                </a:ext>
              </a:extLst>
            </p:cNvPr>
            <p:cNvSpPr>
              <a:spLocks/>
            </p:cNvSpPr>
            <p:nvPr/>
          </p:nvSpPr>
          <p:spPr bwMode="auto">
            <a:xfrm rot="5094805">
              <a:off x="267040" y="2274455"/>
              <a:ext cx="73119" cy="43415"/>
            </a:xfrm>
            <a:custGeom>
              <a:avLst/>
              <a:gdLst>
                <a:gd name="T0" fmla="*/ 29 w 30"/>
                <a:gd name="T1" fmla="*/ 7 h 18"/>
                <a:gd name="T2" fmla="*/ 18 w 30"/>
                <a:gd name="T3" fmla="*/ 17 h 18"/>
                <a:gd name="T4" fmla="*/ 2 w 30"/>
                <a:gd name="T5" fmla="*/ 10 h 18"/>
                <a:gd name="T6" fmla="*/ 13 w 30"/>
                <a:gd name="T7" fmla="*/ 1 h 18"/>
                <a:gd name="T8" fmla="*/ 29 w 30"/>
                <a:gd name="T9" fmla="*/ 7 h 18"/>
              </a:gdLst>
              <a:ahLst/>
              <a:cxnLst>
                <a:cxn ang="0">
                  <a:pos x="T0" y="T1"/>
                </a:cxn>
                <a:cxn ang="0">
                  <a:pos x="T2" y="T3"/>
                </a:cxn>
                <a:cxn ang="0">
                  <a:pos x="T4" y="T5"/>
                </a:cxn>
                <a:cxn ang="0">
                  <a:pos x="T6" y="T7"/>
                </a:cxn>
                <a:cxn ang="0">
                  <a:pos x="T8" y="T9"/>
                </a:cxn>
              </a:cxnLst>
              <a:rect l="0" t="0" r="r" b="b"/>
              <a:pathLst>
                <a:path w="30" h="18">
                  <a:moveTo>
                    <a:pt x="29" y="7"/>
                  </a:moveTo>
                  <a:cubicBezTo>
                    <a:pt x="30" y="11"/>
                    <a:pt x="25" y="16"/>
                    <a:pt x="18" y="17"/>
                  </a:cubicBezTo>
                  <a:cubicBezTo>
                    <a:pt x="10" y="18"/>
                    <a:pt x="3" y="15"/>
                    <a:pt x="2" y="10"/>
                  </a:cubicBezTo>
                  <a:cubicBezTo>
                    <a:pt x="0" y="6"/>
                    <a:pt x="6" y="1"/>
                    <a:pt x="13" y="1"/>
                  </a:cubicBezTo>
                  <a:cubicBezTo>
                    <a:pt x="21" y="0"/>
                    <a:pt x="28" y="2"/>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0" name="Freeform 1199">
              <a:extLst>
                <a:ext uri="{FF2B5EF4-FFF2-40B4-BE49-F238E27FC236}">
                  <a16:creationId xmlns:a16="http://schemas.microsoft.com/office/drawing/2014/main" id="{B3682CDE-66A0-7245-D54C-A84A2ABBD24B}"/>
                </a:ext>
              </a:extLst>
            </p:cNvPr>
            <p:cNvSpPr>
              <a:spLocks/>
            </p:cNvSpPr>
            <p:nvPr/>
          </p:nvSpPr>
          <p:spPr bwMode="auto">
            <a:xfrm rot="5094805">
              <a:off x="304743" y="2463805"/>
              <a:ext cx="73119" cy="47984"/>
            </a:xfrm>
            <a:custGeom>
              <a:avLst/>
              <a:gdLst>
                <a:gd name="T0" fmla="*/ 17 w 30"/>
                <a:gd name="T1" fmla="*/ 18 h 19"/>
                <a:gd name="T2" fmla="*/ 1 w 30"/>
                <a:gd name="T3" fmla="*/ 11 h 19"/>
                <a:gd name="T4" fmla="*/ 13 w 30"/>
                <a:gd name="T5" fmla="*/ 1 h 19"/>
                <a:gd name="T6" fmla="*/ 29 w 30"/>
                <a:gd name="T7" fmla="*/ 7 h 19"/>
                <a:gd name="T8" fmla="*/ 17 w 30"/>
                <a:gd name="T9" fmla="*/ 18 h 19"/>
              </a:gdLst>
              <a:ahLst/>
              <a:cxnLst>
                <a:cxn ang="0">
                  <a:pos x="T0" y="T1"/>
                </a:cxn>
                <a:cxn ang="0">
                  <a:pos x="T2" y="T3"/>
                </a:cxn>
                <a:cxn ang="0">
                  <a:pos x="T4" y="T5"/>
                </a:cxn>
                <a:cxn ang="0">
                  <a:pos x="T6" y="T7"/>
                </a:cxn>
                <a:cxn ang="0">
                  <a:pos x="T8" y="T9"/>
                </a:cxn>
              </a:cxnLst>
              <a:rect l="0" t="0" r="r" b="b"/>
              <a:pathLst>
                <a:path w="30" h="19">
                  <a:moveTo>
                    <a:pt x="17" y="18"/>
                  </a:moveTo>
                  <a:cubicBezTo>
                    <a:pt x="10" y="19"/>
                    <a:pt x="2" y="15"/>
                    <a:pt x="1" y="11"/>
                  </a:cubicBezTo>
                  <a:cubicBezTo>
                    <a:pt x="0" y="7"/>
                    <a:pt x="6" y="2"/>
                    <a:pt x="13" y="1"/>
                  </a:cubicBezTo>
                  <a:cubicBezTo>
                    <a:pt x="21" y="0"/>
                    <a:pt x="28" y="3"/>
                    <a:pt x="29" y="7"/>
                  </a:cubicBezTo>
                  <a:cubicBezTo>
                    <a:pt x="30" y="12"/>
                    <a:pt x="25" y="17"/>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1" name="Freeform 1200">
              <a:extLst>
                <a:ext uri="{FF2B5EF4-FFF2-40B4-BE49-F238E27FC236}">
                  <a16:creationId xmlns:a16="http://schemas.microsoft.com/office/drawing/2014/main" id="{52103989-F4EF-23B1-B423-43645C3E716B}"/>
                </a:ext>
              </a:extLst>
            </p:cNvPr>
            <p:cNvSpPr>
              <a:spLocks/>
            </p:cNvSpPr>
            <p:nvPr/>
          </p:nvSpPr>
          <p:spPr bwMode="auto">
            <a:xfrm rot="5094805">
              <a:off x="345861" y="2656279"/>
              <a:ext cx="73119" cy="45700"/>
            </a:xfrm>
            <a:custGeom>
              <a:avLst/>
              <a:gdLst>
                <a:gd name="T0" fmla="*/ 16 w 29"/>
                <a:gd name="T1" fmla="*/ 17 h 18"/>
                <a:gd name="T2" fmla="*/ 1 w 29"/>
                <a:gd name="T3" fmla="*/ 10 h 18"/>
                <a:gd name="T4" fmla="*/ 14 w 29"/>
                <a:gd name="T5" fmla="*/ 1 h 18"/>
                <a:gd name="T6" fmla="*/ 28 w 29"/>
                <a:gd name="T7" fmla="*/ 7 h 18"/>
                <a:gd name="T8" fmla="*/ 16 w 29"/>
                <a:gd name="T9" fmla="*/ 17 h 18"/>
              </a:gdLst>
              <a:ahLst/>
              <a:cxnLst>
                <a:cxn ang="0">
                  <a:pos x="T0" y="T1"/>
                </a:cxn>
                <a:cxn ang="0">
                  <a:pos x="T2" y="T3"/>
                </a:cxn>
                <a:cxn ang="0">
                  <a:pos x="T4" y="T5"/>
                </a:cxn>
                <a:cxn ang="0">
                  <a:pos x="T6" y="T7"/>
                </a:cxn>
                <a:cxn ang="0">
                  <a:pos x="T8" y="T9"/>
                </a:cxn>
              </a:cxnLst>
              <a:rect l="0" t="0" r="r" b="b"/>
              <a:pathLst>
                <a:path w="29" h="18">
                  <a:moveTo>
                    <a:pt x="16" y="17"/>
                  </a:moveTo>
                  <a:cubicBezTo>
                    <a:pt x="8" y="18"/>
                    <a:pt x="1" y="15"/>
                    <a:pt x="1" y="10"/>
                  </a:cubicBezTo>
                  <a:cubicBezTo>
                    <a:pt x="0" y="6"/>
                    <a:pt x="6" y="2"/>
                    <a:pt x="14" y="1"/>
                  </a:cubicBezTo>
                  <a:cubicBezTo>
                    <a:pt x="21" y="0"/>
                    <a:pt x="28" y="2"/>
                    <a:pt x="28" y="7"/>
                  </a:cubicBezTo>
                  <a:cubicBezTo>
                    <a:pt x="29" y="11"/>
                    <a:pt x="23" y="16"/>
                    <a:pt x="16"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2" name="Freeform 1201">
              <a:extLst>
                <a:ext uri="{FF2B5EF4-FFF2-40B4-BE49-F238E27FC236}">
                  <a16:creationId xmlns:a16="http://schemas.microsoft.com/office/drawing/2014/main" id="{D416E4A0-3E19-0691-D3FE-F395A30996CE}"/>
                </a:ext>
              </a:extLst>
            </p:cNvPr>
            <p:cNvSpPr>
              <a:spLocks/>
            </p:cNvSpPr>
            <p:nvPr/>
          </p:nvSpPr>
          <p:spPr bwMode="auto">
            <a:xfrm rot="5094805">
              <a:off x="400635" y="2845251"/>
              <a:ext cx="73119" cy="47984"/>
            </a:xfrm>
            <a:custGeom>
              <a:avLst/>
              <a:gdLst>
                <a:gd name="T0" fmla="*/ 17 w 30"/>
                <a:gd name="T1" fmla="*/ 17 h 19"/>
                <a:gd name="T2" fmla="*/ 1 w 30"/>
                <a:gd name="T3" fmla="*/ 13 h 19"/>
                <a:gd name="T4" fmla="*/ 13 w 30"/>
                <a:gd name="T5" fmla="*/ 2 h 19"/>
                <a:gd name="T6" fmla="*/ 28 w 30"/>
                <a:gd name="T7" fmla="*/ 6 h 19"/>
                <a:gd name="T8" fmla="*/ 17 w 30"/>
                <a:gd name="T9" fmla="*/ 17 h 19"/>
              </a:gdLst>
              <a:ahLst/>
              <a:cxnLst>
                <a:cxn ang="0">
                  <a:pos x="T0" y="T1"/>
                </a:cxn>
                <a:cxn ang="0">
                  <a:pos x="T2" y="T3"/>
                </a:cxn>
                <a:cxn ang="0">
                  <a:pos x="T4" y="T5"/>
                </a:cxn>
                <a:cxn ang="0">
                  <a:pos x="T6" y="T7"/>
                </a:cxn>
                <a:cxn ang="0">
                  <a:pos x="T8" y="T9"/>
                </a:cxn>
              </a:cxnLst>
              <a:rect l="0" t="0" r="r" b="b"/>
              <a:pathLst>
                <a:path w="30" h="19">
                  <a:moveTo>
                    <a:pt x="17" y="17"/>
                  </a:moveTo>
                  <a:cubicBezTo>
                    <a:pt x="10" y="19"/>
                    <a:pt x="3" y="17"/>
                    <a:pt x="1" y="13"/>
                  </a:cubicBezTo>
                  <a:cubicBezTo>
                    <a:pt x="0" y="9"/>
                    <a:pt x="5" y="4"/>
                    <a:pt x="13" y="2"/>
                  </a:cubicBezTo>
                  <a:cubicBezTo>
                    <a:pt x="20" y="0"/>
                    <a:pt x="27" y="1"/>
                    <a:pt x="28" y="6"/>
                  </a:cubicBezTo>
                  <a:cubicBezTo>
                    <a:pt x="30" y="10"/>
                    <a:pt x="25" y="15"/>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3" name="Freeform 1202">
              <a:extLst>
                <a:ext uri="{FF2B5EF4-FFF2-40B4-BE49-F238E27FC236}">
                  <a16:creationId xmlns:a16="http://schemas.microsoft.com/office/drawing/2014/main" id="{A8F3BC92-6979-EA49-DE30-EE083C9A2B9F}"/>
                </a:ext>
              </a:extLst>
            </p:cNvPr>
            <p:cNvSpPr>
              <a:spLocks/>
            </p:cNvSpPr>
            <p:nvPr/>
          </p:nvSpPr>
          <p:spPr bwMode="auto">
            <a:xfrm rot="5094805">
              <a:off x="472285" y="3031774"/>
              <a:ext cx="68549" cy="47984"/>
            </a:xfrm>
            <a:custGeom>
              <a:avLst/>
              <a:gdLst>
                <a:gd name="T0" fmla="*/ 15 w 28"/>
                <a:gd name="T1" fmla="*/ 17 h 19"/>
                <a:gd name="T2" fmla="*/ 0 w 28"/>
                <a:gd name="T3" fmla="*/ 13 h 19"/>
                <a:gd name="T4" fmla="*/ 13 w 28"/>
                <a:gd name="T5" fmla="*/ 2 h 19"/>
                <a:gd name="T6" fmla="*/ 28 w 28"/>
                <a:gd name="T7" fmla="*/ 5 h 19"/>
                <a:gd name="T8" fmla="*/ 15 w 28"/>
                <a:gd name="T9" fmla="*/ 17 h 19"/>
              </a:gdLst>
              <a:ahLst/>
              <a:cxnLst>
                <a:cxn ang="0">
                  <a:pos x="T0" y="T1"/>
                </a:cxn>
                <a:cxn ang="0">
                  <a:pos x="T2" y="T3"/>
                </a:cxn>
                <a:cxn ang="0">
                  <a:pos x="T4" y="T5"/>
                </a:cxn>
                <a:cxn ang="0">
                  <a:pos x="T6" y="T7"/>
                </a:cxn>
                <a:cxn ang="0">
                  <a:pos x="T8" y="T9"/>
                </a:cxn>
              </a:cxnLst>
              <a:rect l="0" t="0" r="r" b="b"/>
              <a:pathLst>
                <a:path w="28" h="19">
                  <a:moveTo>
                    <a:pt x="15" y="17"/>
                  </a:moveTo>
                  <a:cubicBezTo>
                    <a:pt x="8" y="19"/>
                    <a:pt x="1" y="17"/>
                    <a:pt x="0" y="13"/>
                  </a:cubicBezTo>
                  <a:cubicBezTo>
                    <a:pt x="0" y="9"/>
                    <a:pt x="5" y="4"/>
                    <a:pt x="13" y="2"/>
                  </a:cubicBezTo>
                  <a:cubicBezTo>
                    <a:pt x="21" y="0"/>
                    <a:pt x="27" y="1"/>
                    <a:pt x="28" y="5"/>
                  </a:cubicBezTo>
                  <a:cubicBezTo>
                    <a:pt x="28" y="9"/>
                    <a:pt x="22" y="15"/>
                    <a:pt x="1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4" name="Freeform 1203">
              <a:extLst>
                <a:ext uri="{FF2B5EF4-FFF2-40B4-BE49-F238E27FC236}">
                  <a16:creationId xmlns:a16="http://schemas.microsoft.com/office/drawing/2014/main" id="{E263A353-3BC8-276B-513F-6EEBA27B81D5}"/>
                </a:ext>
              </a:extLst>
            </p:cNvPr>
            <p:cNvSpPr>
              <a:spLocks/>
            </p:cNvSpPr>
            <p:nvPr/>
          </p:nvSpPr>
          <p:spPr bwMode="auto">
            <a:xfrm rot="5094805">
              <a:off x="552924" y="3214902"/>
              <a:ext cx="70834" cy="50269"/>
            </a:xfrm>
            <a:custGeom>
              <a:avLst/>
              <a:gdLst>
                <a:gd name="T0" fmla="*/ 28 w 29"/>
                <a:gd name="T1" fmla="*/ 5 h 20"/>
                <a:gd name="T2" fmla="*/ 17 w 29"/>
                <a:gd name="T3" fmla="*/ 17 h 20"/>
                <a:gd name="T4" fmla="*/ 1 w 29"/>
                <a:gd name="T5" fmla="*/ 15 h 20"/>
                <a:gd name="T6" fmla="*/ 13 w 29"/>
                <a:gd name="T7" fmla="*/ 3 h 20"/>
                <a:gd name="T8" fmla="*/ 28 w 29"/>
                <a:gd name="T9" fmla="*/ 5 h 20"/>
              </a:gdLst>
              <a:ahLst/>
              <a:cxnLst>
                <a:cxn ang="0">
                  <a:pos x="T0" y="T1"/>
                </a:cxn>
                <a:cxn ang="0">
                  <a:pos x="T2" y="T3"/>
                </a:cxn>
                <a:cxn ang="0">
                  <a:pos x="T4" y="T5"/>
                </a:cxn>
                <a:cxn ang="0">
                  <a:pos x="T6" y="T7"/>
                </a:cxn>
                <a:cxn ang="0">
                  <a:pos x="T8" y="T9"/>
                </a:cxn>
              </a:cxnLst>
              <a:rect l="0" t="0" r="r" b="b"/>
              <a:pathLst>
                <a:path w="29" h="20">
                  <a:moveTo>
                    <a:pt x="28" y="5"/>
                  </a:moveTo>
                  <a:cubicBezTo>
                    <a:pt x="29" y="9"/>
                    <a:pt x="24" y="14"/>
                    <a:pt x="17" y="17"/>
                  </a:cubicBezTo>
                  <a:cubicBezTo>
                    <a:pt x="10" y="20"/>
                    <a:pt x="2" y="19"/>
                    <a:pt x="1" y="15"/>
                  </a:cubicBezTo>
                  <a:cubicBezTo>
                    <a:pt x="0" y="11"/>
                    <a:pt x="5" y="6"/>
                    <a:pt x="13" y="3"/>
                  </a:cubicBezTo>
                  <a:cubicBezTo>
                    <a:pt x="20" y="0"/>
                    <a:pt x="27" y="1"/>
                    <a:pt x="2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5" name="Freeform 1204">
              <a:extLst>
                <a:ext uri="{FF2B5EF4-FFF2-40B4-BE49-F238E27FC236}">
                  <a16:creationId xmlns:a16="http://schemas.microsoft.com/office/drawing/2014/main" id="{B2679212-8727-3DF0-4BF6-2656DC13DA9A}"/>
                </a:ext>
              </a:extLst>
            </p:cNvPr>
            <p:cNvSpPr>
              <a:spLocks/>
            </p:cNvSpPr>
            <p:nvPr/>
          </p:nvSpPr>
          <p:spPr bwMode="auto">
            <a:xfrm rot="5094805">
              <a:off x="641625" y="3400642"/>
              <a:ext cx="75404" cy="47984"/>
            </a:xfrm>
            <a:custGeom>
              <a:avLst/>
              <a:gdLst>
                <a:gd name="T0" fmla="*/ 17 w 30"/>
                <a:gd name="T1" fmla="*/ 16 h 20"/>
                <a:gd name="T2" fmla="*/ 2 w 30"/>
                <a:gd name="T3" fmla="*/ 15 h 20"/>
                <a:gd name="T4" fmla="*/ 13 w 30"/>
                <a:gd name="T5" fmla="*/ 3 h 20"/>
                <a:gd name="T6" fmla="*/ 29 w 30"/>
                <a:gd name="T7" fmla="*/ 3 h 20"/>
                <a:gd name="T8" fmla="*/ 17 w 30"/>
                <a:gd name="T9" fmla="*/ 16 h 20"/>
              </a:gdLst>
              <a:ahLst/>
              <a:cxnLst>
                <a:cxn ang="0">
                  <a:pos x="T0" y="T1"/>
                </a:cxn>
                <a:cxn ang="0">
                  <a:pos x="T2" y="T3"/>
                </a:cxn>
                <a:cxn ang="0">
                  <a:pos x="T4" y="T5"/>
                </a:cxn>
                <a:cxn ang="0">
                  <a:pos x="T6" y="T7"/>
                </a:cxn>
                <a:cxn ang="0">
                  <a:pos x="T8" y="T9"/>
                </a:cxn>
              </a:cxnLst>
              <a:rect l="0" t="0" r="r" b="b"/>
              <a:pathLst>
                <a:path w="30" h="20">
                  <a:moveTo>
                    <a:pt x="17" y="16"/>
                  </a:moveTo>
                  <a:cubicBezTo>
                    <a:pt x="10" y="20"/>
                    <a:pt x="3" y="19"/>
                    <a:pt x="2" y="15"/>
                  </a:cubicBezTo>
                  <a:cubicBezTo>
                    <a:pt x="0" y="12"/>
                    <a:pt x="6" y="6"/>
                    <a:pt x="13" y="3"/>
                  </a:cubicBezTo>
                  <a:cubicBezTo>
                    <a:pt x="21" y="0"/>
                    <a:pt x="28" y="0"/>
                    <a:pt x="29" y="3"/>
                  </a:cubicBezTo>
                  <a:cubicBezTo>
                    <a:pt x="30" y="7"/>
                    <a:pt x="25" y="13"/>
                    <a:pt x="1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6" name="Freeform 1205">
              <a:extLst>
                <a:ext uri="{FF2B5EF4-FFF2-40B4-BE49-F238E27FC236}">
                  <a16:creationId xmlns:a16="http://schemas.microsoft.com/office/drawing/2014/main" id="{CED82C95-7318-36E4-F3E2-FBBD0DAF3678}"/>
                </a:ext>
              </a:extLst>
            </p:cNvPr>
            <p:cNvSpPr>
              <a:spLocks/>
            </p:cNvSpPr>
            <p:nvPr/>
          </p:nvSpPr>
          <p:spPr bwMode="auto">
            <a:xfrm rot="5094805">
              <a:off x="746277" y="3583085"/>
              <a:ext cx="70834" cy="50269"/>
            </a:xfrm>
            <a:custGeom>
              <a:avLst/>
              <a:gdLst>
                <a:gd name="T0" fmla="*/ 16 w 29"/>
                <a:gd name="T1" fmla="*/ 17 h 20"/>
                <a:gd name="T2" fmla="*/ 1 w 29"/>
                <a:gd name="T3" fmla="*/ 16 h 20"/>
                <a:gd name="T4" fmla="*/ 14 w 29"/>
                <a:gd name="T5" fmla="*/ 3 h 20"/>
                <a:gd name="T6" fmla="*/ 28 w 29"/>
                <a:gd name="T7" fmla="*/ 4 h 20"/>
                <a:gd name="T8" fmla="*/ 16 w 29"/>
                <a:gd name="T9" fmla="*/ 17 h 20"/>
              </a:gdLst>
              <a:ahLst/>
              <a:cxnLst>
                <a:cxn ang="0">
                  <a:pos x="T0" y="T1"/>
                </a:cxn>
                <a:cxn ang="0">
                  <a:pos x="T2" y="T3"/>
                </a:cxn>
                <a:cxn ang="0">
                  <a:pos x="T4" y="T5"/>
                </a:cxn>
                <a:cxn ang="0">
                  <a:pos x="T6" y="T7"/>
                </a:cxn>
                <a:cxn ang="0">
                  <a:pos x="T8" y="T9"/>
                </a:cxn>
              </a:cxnLst>
              <a:rect l="0" t="0" r="r" b="b"/>
              <a:pathLst>
                <a:path w="29" h="20">
                  <a:moveTo>
                    <a:pt x="16" y="17"/>
                  </a:moveTo>
                  <a:cubicBezTo>
                    <a:pt x="8" y="20"/>
                    <a:pt x="1" y="20"/>
                    <a:pt x="1" y="16"/>
                  </a:cubicBezTo>
                  <a:cubicBezTo>
                    <a:pt x="0" y="12"/>
                    <a:pt x="6" y="7"/>
                    <a:pt x="14" y="3"/>
                  </a:cubicBezTo>
                  <a:cubicBezTo>
                    <a:pt x="21" y="0"/>
                    <a:pt x="27" y="0"/>
                    <a:pt x="28" y="4"/>
                  </a:cubicBezTo>
                  <a:cubicBezTo>
                    <a:pt x="29" y="8"/>
                    <a:pt x="23" y="14"/>
                    <a:pt x="16"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7" name="Freeform 1206">
              <a:extLst>
                <a:ext uri="{FF2B5EF4-FFF2-40B4-BE49-F238E27FC236}">
                  <a16:creationId xmlns:a16="http://schemas.microsoft.com/office/drawing/2014/main" id="{400EF9B3-88EC-A0FF-916C-DAAA4ABAB65A}"/>
                </a:ext>
              </a:extLst>
            </p:cNvPr>
            <p:cNvSpPr>
              <a:spLocks/>
            </p:cNvSpPr>
            <p:nvPr/>
          </p:nvSpPr>
          <p:spPr bwMode="auto">
            <a:xfrm rot="5094805">
              <a:off x="855375" y="3765026"/>
              <a:ext cx="68549" cy="50269"/>
            </a:xfrm>
            <a:custGeom>
              <a:avLst/>
              <a:gdLst>
                <a:gd name="T0" fmla="*/ 27 w 28"/>
                <a:gd name="T1" fmla="*/ 3 h 20"/>
                <a:gd name="T2" fmla="*/ 15 w 28"/>
                <a:gd name="T3" fmla="*/ 17 h 20"/>
                <a:gd name="T4" fmla="*/ 0 w 28"/>
                <a:gd name="T5" fmla="*/ 16 h 20"/>
                <a:gd name="T6" fmla="*/ 13 w 28"/>
                <a:gd name="T7" fmla="*/ 3 h 20"/>
                <a:gd name="T8" fmla="*/ 27 w 28"/>
                <a:gd name="T9" fmla="*/ 3 h 20"/>
              </a:gdLst>
              <a:ahLst/>
              <a:cxnLst>
                <a:cxn ang="0">
                  <a:pos x="T0" y="T1"/>
                </a:cxn>
                <a:cxn ang="0">
                  <a:pos x="T2" y="T3"/>
                </a:cxn>
                <a:cxn ang="0">
                  <a:pos x="T4" y="T5"/>
                </a:cxn>
                <a:cxn ang="0">
                  <a:pos x="T6" y="T7"/>
                </a:cxn>
                <a:cxn ang="0">
                  <a:pos x="T8" y="T9"/>
                </a:cxn>
              </a:cxnLst>
              <a:rect l="0" t="0" r="r" b="b"/>
              <a:pathLst>
                <a:path w="28" h="20">
                  <a:moveTo>
                    <a:pt x="27" y="3"/>
                  </a:moveTo>
                  <a:cubicBezTo>
                    <a:pt x="28" y="7"/>
                    <a:pt x="22" y="13"/>
                    <a:pt x="15" y="17"/>
                  </a:cubicBezTo>
                  <a:cubicBezTo>
                    <a:pt x="7" y="20"/>
                    <a:pt x="0" y="20"/>
                    <a:pt x="0" y="16"/>
                  </a:cubicBezTo>
                  <a:cubicBezTo>
                    <a:pt x="0" y="13"/>
                    <a:pt x="5" y="7"/>
                    <a:pt x="13" y="3"/>
                  </a:cubicBezTo>
                  <a:cubicBezTo>
                    <a:pt x="20" y="0"/>
                    <a:pt x="27"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8" name="Freeform 1207">
              <a:extLst>
                <a:ext uri="{FF2B5EF4-FFF2-40B4-BE49-F238E27FC236}">
                  <a16:creationId xmlns:a16="http://schemas.microsoft.com/office/drawing/2014/main" id="{B01F4DDA-C5C3-EE33-3737-35F87B376A07}"/>
                </a:ext>
              </a:extLst>
            </p:cNvPr>
            <p:cNvSpPr>
              <a:spLocks/>
            </p:cNvSpPr>
            <p:nvPr/>
          </p:nvSpPr>
          <p:spPr bwMode="auto">
            <a:xfrm rot="5094805">
              <a:off x="968813" y="3944083"/>
              <a:ext cx="70834" cy="50269"/>
            </a:xfrm>
            <a:custGeom>
              <a:avLst/>
              <a:gdLst>
                <a:gd name="T0" fmla="*/ 28 w 29"/>
                <a:gd name="T1" fmla="*/ 3 h 21"/>
                <a:gd name="T2" fmla="*/ 16 w 29"/>
                <a:gd name="T3" fmla="*/ 17 h 21"/>
                <a:gd name="T4" fmla="*/ 1 w 29"/>
                <a:gd name="T5" fmla="*/ 18 h 21"/>
                <a:gd name="T6" fmla="*/ 13 w 29"/>
                <a:gd name="T7" fmla="*/ 5 h 21"/>
                <a:gd name="T8" fmla="*/ 28 w 29"/>
                <a:gd name="T9" fmla="*/ 3 h 21"/>
              </a:gdLst>
              <a:ahLst/>
              <a:cxnLst>
                <a:cxn ang="0">
                  <a:pos x="T0" y="T1"/>
                </a:cxn>
                <a:cxn ang="0">
                  <a:pos x="T2" y="T3"/>
                </a:cxn>
                <a:cxn ang="0">
                  <a:pos x="T4" y="T5"/>
                </a:cxn>
                <a:cxn ang="0">
                  <a:pos x="T6" y="T7"/>
                </a:cxn>
                <a:cxn ang="0">
                  <a:pos x="T8" y="T9"/>
                </a:cxn>
              </a:cxnLst>
              <a:rect l="0" t="0" r="r" b="b"/>
              <a:pathLst>
                <a:path w="29" h="21">
                  <a:moveTo>
                    <a:pt x="28" y="3"/>
                  </a:moveTo>
                  <a:cubicBezTo>
                    <a:pt x="29" y="7"/>
                    <a:pt x="24" y="13"/>
                    <a:pt x="16" y="17"/>
                  </a:cubicBezTo>
                  <a:cubicBezTo>
                    <a:pt x="9" y="21"/>
                    <a:pt x="2" y="21"/>
                    <a:pt x="1" y="18"/>
                  </a:cubicBezTo>
                  <a:cubicBezTo>
                    <a:pt x="0" y="15"/>
                    <a:pt x="6" y="9"/>
                    <a:pt x="13" y="5"/>
                  </a:cubicBezTo>
                  <a:cubicBezTo>
                    <a:pt x="21"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9" name="Freeform 1208">
              <a:extLst>
                <a:ext uri="{FF2B5EF4-FFF2-40B4-BE49-F238E27FC236}">
                  <a16:creationId xmlns:a16="http://schemas.microsoft.com/office/drawing/2014/main" id="{8F1ED59B-EFDB-E0EB-8239-25770A393CE7}"/>
                </a:ext>
              </a:extLst>
            </p:cNvPr>
            <p:cNvSpPr>
              <a:spLocks/>
            </p:cNvSpPr>
            <p:nvPr/>
          </p:nvSpPr>
          <p:spPr bwMode="auto">
            <a:xfrm rot="5094805">
              <a:off x="1085867" y="4123969"/>
              <a:ext cx="73119" cy="52554"/>
            </a:xfrm>
            <a:custGeom>
              <a:avLst/>
              <a:gdLst>
                <a:gd name="T0" fmla="*/ 28 w 29"/>
                <a:gd name="T1" fmla="*/ 3 h 21"/>
                <a:gd name="T2" fmla="*/ 16 w 29"/>
                <a:gd name="T3" fmla="*/ 17 h 21"/>
                <a:gd name="T4" fmla="*/ 1 w 29"/>
                <a:gd name="T5" fmla="*/ 18 h 21"/>
                <a:gd name="T6" fmla="*/ 13 w 29"/>
                <a:gd name="T7" fmla="*/ 5 h 21"/>
                <a:gd name="T8" fmla="*/ 28 w 29"/>
                <a:gd name="T9" fmla="*/ 3 h 21"/>
              </a:gdLst>
              <a:ahLst/>
              <a:cxnLst>
                <a:cxn ang="0">
                  <a:pos x="T0" y="T1"/>
                </a:cxn>
                <a:cxn ang="0">
                  <a:pos x="T2" y="T3"/>
                </a:cxn>
                <a:cxn ang="0">
                  <a:pos x="T4" y="T5"/>
                </a:cxn>
                <a:cxn ang="0">
                  <a:pos x="T6" y="T7"/>
                </a:cxn>
                <a:cxn ang="0">
                  <a:pos x="T8" y="T9"/>
                </a:cxn>
              </a:cxnLst>
              <a:rect l="0" t="0" r="r" b="b"/>
              <a:pathLst>
                <a:path w="29" h="21">
                  <a:moveTo>
                    <a:pt x="28" y="3"/>
                  </a:moveTo>
                  <a:cubicBezTo>
                    <a:pt x="29" y="7"/>
                    <a:pt x="24" y="13"/>
                    <a:pt x="16" y="17"/>
                  </a:cubicBezTo>
                  <a:cubicBezTo>
                    <a:pt x="9" y="21"/>
                    <a:pt x="2" y="21"/>
                    <a:pt x="1" y="18"/>
                  </a:cubicBezTo>
                  <a:cubicBezTo>
                    <a:pt x="0" y="15"/>
                    <a:pt x="6" y="9"/>
                    <a:pt x="13" y="5"/>
                  </a:cubicBezTo>
                  <a:cubicBezTo>
                    <a:pt x="21"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0" name="Freeform 1209">
              <a:extLst>
                <a:ext uri="{FF2B5EF4-FFF2-40B4-BE49-F238E27FC236}">
                  <a16:creationId xmlns:a16="http://schemas.microsoft.com/office/drawing/2014/main" id="{0D11A217-BDCF-1417-36CE-81A91C112992}"/>
                </a:ext>
              </a:extLst>
            </p:cNvPr>
            <p:cNvSpPr>
              <a:spLocks/>
            </p:cNvSpPr>
            <p:nvPr/>
          </p:nvSpPr>
          <p:spPr bwMode="auto">
            <a:xfrm rot="5094805">
              <a:off x="1205207" y="4306141"/>
              <a:ext cx="70834" cy="50269"/>
            </a:xfrm>
            <a:custGeom>
              <a:avLst/>
              <a:gdLst>
                <a:gd name="T0" fmla="*/ 13 w 28"/>
                <a:gd name="T1" fmla="*/ 4 h 20"/>
                <a:gd name="T2" fmla="*/ 27 w 28"/>
                <a:gd name="T3" fmla="*/ 3 h 20"/>
                <a:gd name="T4" fmla="*/ 14 w 28"/>
                <a:gd name="T5" fmla="*/ 16 h 20"/>
                <a:gd name="T6" fmla="*/ 0 w 28"/>
                <a:gd name="T7" fmla="*/ 17 h 20"/>
                <a:gd name="T8" fmla="*/ 13 w 28"/>
                <a:gd name="T9" fmla="*/ 4 h 20"/>
              </a:gdLst>
              <a:ahLst/>
              <a:cxnLst>
                <a:cxn ang="0">
                  <a:pos x="T0" y="T1"/>
                </a:cxn>
                <a:cxn ang="0">
                  <a:pos x="T2" y="T3"/>
                </a:cxn>
                <a:cxn ang="0">
                  <a:pos x="T4" y="T5"/>
                </a:cxn>
                <a:cxn ang="0">
                  <a:pos x="T6" y="T7"/>
                </a:cxn>
                <a:cxn ang="0">
                  <a:pos x="T8" y="T9"/>
                </a:cxn>
              </a:cxnLst>
              <a:rect l="0" t="0" r="r" b="b"/>
              <a:pathLst>
                <a:path w="28" h="20">
                  <a:moveTo>
                    <a:pt x="13" y="4"/>
                  </a:moveTo>
                  <a:cubicBezTo>
                    <a:pt x="21" y="1"/>
                    <a:pt x="27" y="0"/>
                    <a:pt x="27" y="3"/>
                  </a:cubicBezTo>
                  <a:cubicBezTo>
                    <a:pt x="28" y="7"/>
                    <a:pt x="22" y="13"/>
                    <a:pt x="14" y="16"/>
                  </a:cubicBezTo>
                  <a:cubicBezTo>
                    <a:pt x="7" y="20"/>
                    <a:pt x="0" y="20"/>
                    <a:pt x="0" y="17"/>
                  </a:cubicBezTo>
                  <a:cubicBezTo>
                    <a:pt x="0" y="14"/>
                    <a:pt x="6"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1" name="Freeform 1211">
              <a:extLst>
                <a:ext uri="{FF2B5EF4-FFF2-40B4-BE49-F238E27FC236}">
                  <a16:creationId xmlns:a16="http://schemas.microsoft.com/office/drawing/2014/main" id="{5F428424-7AFB-C3B7-5EA6-BAD9251EEAB4}"/>
                </a:ext>
              </a:extLst>
            </p:cNvPr>
            <p:cNvSpPr>
              <a:spLocks/>
            </p:cNvSpPr>
            <p:nvPr/>
          </p:nvSpPr>
          <p:spPr bwMode="auto">
            <a:xfrm rot="5094805">
              <a:off x="1323304" y="4487174"/>
              <a:ext cx="70834" cy="47985"/>
            </a:xfrm>
            <a:custGeom>
              <a:avLst/>
              <a:gdLst>
                <a:gd name="T0" fmla="*/ 13 w 29"/>
                <a:gd name="T1" fmla="*/ 5 h 20"/>
                <a:gd name="T2" fmla="*/ 28 w 29"/>
                <a:gd name="T3" fmla="*/ 3 h 20"/>
                <a:gd name="T4" fmla="*/ 16 w 29"/>
                <a:gd name="T5" fmla="*/ 15 h 20"/>
                <a:gd name="T6" fmla="*/ 1 w 29"/>
                <a:gd name="T7" fmla="*/ 17 h 20"/>
                <a:gd name="T8" fmla="*/ 13 w 29"/>
                <a:gd name="T9" fmla="*/ 5 h 20"/>
              </a:gdLst>
              <a:ahLst/>
              <a:cxnLst>
                <a:cxn ang="0">
                  <a:pos x="T0" y="T1"/>
                </a:cxn>
                <a:cxn ang="0">
                  <a:pos x="T2" y="T3"/>
                </a:cxn>
                <a:cxn ang="0">
                  <a:pos x="T4" y="T5"/>
                </a:cxn>
                <a:cxn ang="0">
                  <a:pos x="T6" y="T7"/>
                </a:cxn>
                <a:cxn ang="0">
                  <a:pos x="T8" y="T9"/>
                </a:cxn>
              </a:cxnLst>
              <a:rect l="0" t="0" r="r" b="b"/>
              <a:pathLst>
                <a:path w="29" h="20">
                  <a:moveTo>
                    <a:pt x="13" y="5"/>
                  </a:moveTo>
                  <a:cubicBezTo>
                    <a:pt x="21" y="1"/>
                    <a:pt x="27" y="0"/>
                    <a:pt x="28" y="3"/>
                  </a:cubicBezTo>
                  <a:cubicBezTo>
                    <a:pt x="29" y="5"/>
                    <a:pt x="23" y="11"/>
                    <a:pt x="16" y="15"/>
                  </a:cubicBezTo>
                  <a:cubicBezTo>
                    <a:pt x="9" y="19"/>
                    <a:pt x="2" y="20"/>
                    <a:pt x="1" y="17"/>
                  </a:cubicBezTo>
                  <a:cubicBezTo>
                    <a:pt x="0" y="14"/>
                    <a:pt x="6" y="8"/>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2" name="Freeform 1212">
              <a:extLst>
                <a:ext uri="{FF2B5EF4-FFF2-40B4-BE49-F238E27FC236}">
                  <a16:creationId xmlns:a16="http://schemas.microsoft.com/office/drawing/2014/main" id="{7F54BF76-7BA3-90A5-0B1F-EE8806153D9A}"/>
                </a:ext>
              </a:extLst>
            </p:cNvPr>
            <p:cNvSpPr>
              <a:spLocks/>
            </p:cNvSpPr>
            <p:nvPr/>
          </p:nvSpPr>
          <p:spPr bwMode="auto">
            <a:xfrm rot="5094805">
              <a:off x="192770" y="1887657"/>
              <a:ext cx="73119" cy="50269"/>
            </a:xfrm>
            <a:custGeom>
              <a:avLst/>
              <a:gdLst>
                <a:gd name="T0" fmla="*/ 17 w 30"/>
                <a:gd name="T1" fmla="*/ 19 h 20"/>
                <a:gd name="T2" fmla="*/ 1 w 30"/>
                <a:gd name="T3" fmla="*/ 11 h 20"/>
                <a:gd name="T4" fmla="*/ 13 w 30"/>
                <a:gd name="T5" fmla="*/ 1 h 20"/>
                <a:gd name="T6" fmla="*/ 29 w 30"/>
                <a:gd name="T7" fmla="*/ 8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10" y="20"/>
                    <a:pt x="2" y="16"/>
                    <a:pt x="1" y="11"/>
                  </a:cubicBezTo>
                  <a:cubicBezTo>
                    <a:pt x="0" y="6"/>
                    <a:pt x="5" y="2"/>
                    <a:pt x="13" y="1"/>
                  </a:cubicBezTo>
                  <a:cubicBezTo>
                    <a:pt x="20" y="0"/>
                    <a:pt x="27" y="3"/>
                    <a:pt x="29" y="8"/>
                  </a:cubicBezTo>
                  <a:cubicBezTo>
                    <a:pt x="30" y="13"/>
                    <a:pt x="25" y="18"/>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3" name="Freeform 1213">
              <a:extLst>
                <a:ext uri="{FF2B5EF4-FFF2-40B4-BE49-F238E27FC236}">
                  <a16:creationId xmlns:a16="http://schemas.microsoft.com/office/drawing/2014/main" id="{897C0BB3-7550-CFDB-19DB-2F0FD92A380A}"/>
                </a:ext>
              </a:extLst>
            </p:cNvPr>
            <p:cNvSpPr>
              <a:spLocks/>
            </p:cNvSpPr>
            <p:nvPr/>
          </p:nvSpPr>
          <p:spPr bwMode="auto">
            <a:xfrm rot="5094805">
              <a:off x="156310" y="1697160"/>
              <a:ext cx="70834" cy="50269"/>
            </a:xfrm>
            <a:custGeom>
              <a:avLst/>
              <a:gdLst>
                <a:gd name="T0" fmla="*/ 28 w 29"/>
                <a:gd name="T1" fmla="*/ 9 h 21"/>
                <a:gd name="T2" fmla="*/ 15 w 29"/>
                <a:gd name="T3" fmla="*/ 20 h 21"/>
                <a:gd name="T4" fmla="*/ 0 w 29"/>
                <a:gd name="T5" fmla="*/ 11 h 21"/>
                <a:gd name="T6" fmla="*/ 13 w 29"/>
                <a:gd name="T7" fmla="*/ 0 h 21"/>
                <a:gd name="T8" fmla="*/ 28 w 29"/>
                <a:gd name="T9" fmla="*/ 9 h 21"/>
              </a:gdLst>
              <a:ahLst/>
              <a:cxnLst>
                <a:cxn ang="0">
                  <a:pos x="T0" y="T1"/>
                </a:cxn>
                <a:cxn ang="0">
                  <a:pos x="T2" y="T3"/>
                </a:cxn>
                <a:cxn ang="0">
                  <a:pos x="T4" y="T5"/>
                </a:cxn>
                <a:cxn ang="0">
                  <a:pos x="T6" y="T7"/>
                </a:cxn>
                <a:cxn ang="0">
                  <a:pos x="T8" y="T9"/>
                </a:cxn>
              </a:cxnLst>
              <a:rect l="0" t="0" r="r" b="b"/>
              <a:pathLst>
                <a:path w="29" h="21">
                  <a:moveTo>
                    <a:pt x="28" y="9"/>
                  </a:moveTo>
                  <a:cubicBezTo>
                    <a:pt x="29" y="14"/>
                    <a:pt x="23" y="19"/>
                    <a:pt x="15" y="20"/>
                  </a:cubicBezTo>
                  <a:cubicBezTo>
                    <a:pt x="8" y="21"/>
                    <a:pt x="1" y="16"/>
                    <a:pt x="0" y="11"/>
                  </a:cubicBezTo>
                  <a:cubicBezTo>
                    <a:pt x="0" y="6"/>
                    <a:pt x="5" y="1"/>
                    <a:pt x="13" y="0"/>
                  </a:cubicBezTo>
                  <a:cubicBezTo>
                    <a:pt x="21" y="0"/>
                    <a:pt x="27" y="3"/>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4" name="Freeform 1214">
              <a:extLst>
                <a:ext uri="{FF2B5EF4-FFF2-40B4-BE49-F238E27FC236}">
                  <a16:creationId xmlns:a16="http://schemas.microsoft.com/office/drawing/2014/main" id="{F7928875-5033-9386-E951-3EBCE696EF7B}"/>
                </a:ext>
              </a:extLst>
            </p:cNvPr>
            <p:cNvSpPr>
              <a:spLocks/>
            </p:cNvSpPr>
            <p:nvPr/>
          </p:nvSpPr>
          <p:spPr bwMode="auto">
            <a:xfrm rot="5094805">
              <a:off x="117363" y="1502102"/>
              <a:ext cx="73119" cy="54839"/>
            </a:xfrm>
            <a:custGeom>
              <a:avLst/>
              <a:gdLst>
                <a:gd name="T0" fmla="*/ 28 w 29"/>
                <a:gd name="T1" fmla="*/ 10 h 22"/>
                <a:gd name="T2" fmla="*/ 16 w 29"/>
                <a:gd name="T3" fmla="*/ 21 h 22"/>
                <a:gd name="T4" fmla="*/ 1 w 29"/>
                <a:gd name="T5" fmla="*/ 12 h 22"/>
                <a:gd name="T6" fmla="*/ 13 w 29"/>
                <a:gd name="T7" fmla="*/ 0 h 22"/>
                <a:gd name="T8" fmla="*/ 28 w 29"/>
                <a:gd name="T9" fmla="*/ 10 h 22"/>
              </a:gdLst>
              <a:ahLst/>
              <a:cxnLst>
                <a:cxn ang="0">
                  <a:pos x="T0" y="T1"/>
                </a:cxn>
                <a:cxn ang="0">
                  <a:pos x="T2" y="T3"/>
                </a:cxn>
                <a:cxn ang="0">
                  <a:pos x="T4" y="T5"/>
                </a:cxn>
                <a:cxn ang="0">
                  <a:pos x="T6" y="T7"/>
                </a:cxn>
                <a:cxn ang="0">
                  <a:pos x="T8" y="T9"/>
                </a:cxn>
              </a:cxnLst>
              <a:rect l="0" t="0" r="r" b="b"/>
              <a:pathLst>
                <a:path w="29" h="22">
                  <a:moveTo>
                    <a:pt x="28" y="10"/>
                  </a:moveTo>
                  <a:cubicBezTo>
                    <a:pt x="29" y="15"/>
                    <a:pt x="23" y="21"/>
                    <a:pt x="16" y="21"/>
                  </a:cubicBezTo>
                  <a:cubicBezTo>
                    <a:pt x="8" y="22"/>
                    <a:pt x="1" y="17"/>
                    <a:pt x="1" y="12"/>
                  </a:cubicBezTo>
                  <a:cubicBezTo>
                    <a:pt x="0" y="6"/>
                    <a:pt x="6" y="1"/>
                    <a:pt x="13" y="0"/>
                  </a:cubicBezTo>
                  <a:cubicBezTo>
                    <a:pt x="21" y="0"/>
                    <a:pt x="28" y="4"/>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5" name="Freeform 1215">
              <a:extLst>
                <a:ext uri="{FF2B5EF4-FFF2-40B4-BE49-F238E27FC236}">
                  <a16:creationId xmlns:a16="http://schemas.microsoft.com/office/drawing/2014/main" id="{69D0B525-5D40-9AFA-1D8A-83EF5F9D0125}"/>
                </a:ext>
              </a:extLst>
            </p:cNvPr>
            <p:cNvSpPr>
              <a:spLocks/>
            </p:cNvSpPr>
            <p:nvPr/>
          </p:nvSpPr>
          <p:spPr bwMode="auto">
            <a:xfrm rot="5094805">
              <a:off x="78521" y="1309426"/>
              <a:ext cx="73119" cy="57124"/>
            </a:xfrm>
            <a:custGeom>
              <a:avLst/>
              <a:gdLst>
                <a:gd name="T0" fmla="*/ 17 w 30"/>
                <a:gd name="T1" fmla="*/ 22 h 23"/>
                <a:gd name="T2" fmla="*/ 1 w 30"/>
                <a:gd name="T3" fmla="*/ 14 h 23"/>
                <a:gd name="T4" fmla="*/ 12 w 30"/>
                <a:gd name="T5" fmla="*/ 1 h 23"/>
                <a:gd name="T6" fmla="*/ 28 w 30"/>
                <a:gd name="T7" fmla="*/ 10 h 23"/>
                <a:gd name="T8" fmla="*/ 17 w 30"/>
                <a:gd name="T9" fmla="*/ 22 h 23"/>
              </a:gdLst>
              <a:ahLst/>
              <a:cxnLst>
                <a:cxn ang="0">
                  <a:pos x="T0" y="T1"/>
                </a:cxn>
                <a:cxn ang="0">
                  <a:pos x="T2" y="T3"/>
                </a:cxn>
                <a:cxn ang="0">
                  <a:pos x="T4" y="T5"/>
                </a:cxn>
                <a:cxn ang="0">
                  <a:pos x="T6" y="T7"/>
                </a:cxn>
                <a:cxn ang="0">
                  <a:pos x="T8" y="T9"/>
                </a:cxn>
              </a:cxnLst>
              <a:rect l="0" t="0" r="r" b="b"/>
              <a:pathLst>
                <a:path w="30" h="23">
                  <a:moveTo>
                    <a:pt x="17" y="22"/>
                  </a:moveTo>
                  <a:cubicBezTo>
                    <a:pt x="10" y="23"/>
                    <a:pt x="2" y="20"/>
                    <a:pt x="1" y="14"/>
                  </a:cubicBezTo>
                  <a:cubicBezTo>
                    <a:pt x="0" y="8"/>
                    <a:pt x="5" y="2"/>
                    <a:pt x="12" y="1"/>
                  </a:cubicBezTo>
                  <a:cubicBezTo>
                    <a:pt x="20" y="0"/>
                    <a:pt x="27" y="4"/>
                    <a:pt x="28" y="10"/>
                  </a:cubicBezTo>
                  <a:cubicBezTo>
                    <a:pt x="30" y="16"/>
                    <a:pt x="25" y="21"/>
                    <a:pt x="1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6" name="Freeform 1216">
              <a:extLst>
                <a:ext uri="{FF2B5EF4-FFF2-40B4-BE49-F238E27FC236}">
                  <a16:creationId xmlns:a16="http://schemas.microsoft.com/office/drawing/2014/main" id="{0035A8D2-399A-0530-A2FD-C95C2081CDA8}"/>
                </a:ext>
              </a:extLst>
            </p:cNvPr>
            <p:cNvSpPr>
              <a:spLocks/>
            </p:cNvSpPr>
            <p:nvPr/>
          </p:nvSpPr>
          <p:spPr bwMode="auto">
            <a:xfrm rot="5094805">
              <a:off x="39679" y="1119035"/>
              <a:ext cx="73119" cy="54839"/>
            </a:xfrm>
            <a:custGeom>
              <a:avLst/>
              <a:gdLst>
                <a:gd name="T0" fmla="*/ 29 w 30"/>
                <a:gd name="T1" fmla="*/ 11 h 23"/>
                <a:gd name="T2" fmla="*/ 17 w 30"/>
                <a:gd name="T3" fmla="*/ 22 h 23"/>
                <a:gd name="T4" fmla="*/ 1 w 30"/>
                <a:gd name="T5" fmla="*/ 15 h 23"/>
                <a:gd name="T6" fmla="*/ 13 w 30"/>
                <a:gd name="T7" fmla="*/ 1 h 23"/>
                <a:gd name="T8" fmla="*/ 29 w 30"/>
                <a:gd name="T9" fmla="*/ 11 h 23"/>
              </a:gdLst>
              <a:ahLst/>
              <a:cxnLst>
                <a:cxn ang="0">
                  <a:pos x="T0" y="T1"/>
                </a:cxn>
                <a:cxn ang="0">
                  <a:pos x="T2" y="T3"/>
                </a:cxn>
                <a:cxn ang="0">
                  <a:pos x="T4" y="T5"/>
                </a:cxn>
                <a:cxn ang="0">
                  <a:pos x="T6" y="T7"/>
                </a:cxn>
                <a:cxn ang="0">
                  <a:pos x="T8" y="T9"/>
                </a:cxn>
              </a:cxnLst>
              <a:rect l="0" t="0" r="r" b="b"/>
              <a:pathLst>
                <a:path w="30" h="23">
                  <a:moveTo>
                    <a:pt x="29" y="11"/>
                  </a:moveTo>
                  <a:cubicBezTo>
                    <a:pt x="30" y="17"/>
                    <a:pt x="25" y="21"/>
                    <a:pt x="17" y="22"/>
                  </a:cubicBezTo>
                  <a:cubicBezTo>
                    <a:pt x="10" y="23"/>
                    <a:pt x="2" y="20"/>
                    <a:pt x="1" y="15"/>
                  </a:cubicBezTo>
                  <a:cubicBezTo>
                    <a:pt x="0" y="9"/>
                    <a:pt x="6" y="3"/>
                    <a:pt x="13" y="1"/>
                  </a:cubicBezTo>
                  <a:cubicBezTo>
                    <a:pt x="21" y="0"/>
                    <a:pt x="28" y="5"/>
                    <a:pt x="2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7" name="Freeform 1217">
              <a:extLst>
                <a:ext uri="{FF2B5EF4-FFF2-40B4-BE49-F238E27FC236}">
                  <a16:creationId xmlns:a16="http://schemas.microsoft.com/office/drawing/2014/main" id="{5F68C822-EFAF-7FC3-A9A2-FA0547FBBDAC}"/>
                </a:ext>
              </a:extLst>
            </p:cNvPr>
            <p:cNvSpPr>
              <a:spLocks/>
            </p:cNvSpPr>
            <p:nvPr/>
          </p:nvSpPr>
          <p:spPr bwMode="auto">
            <a:xfrm rot="5094805">
              <a:off x="-301" y="927603"/>
              <a:ext cx="73119" cy="54839"/>
            </a:xfrm>
            <a:custGeom>
              <a:avLst/>
              <a:gdLst>
                <a:gd name="T0" fmla="*/ 16 w 29"/>
                <a:gd name="T1" fmla="*/ 21 h 22"/>
                <a:gd name="T2" fmla="*/ 1 w 29"/>
                <a:gd name="T3" fmla="*/ 14 h 22"/>
                <a:gd name="T4" fmla="*/ 13 w 29"/>
                <a:gd name="T5" fmla="*/ 1 h 22"/>
                <a:gd name="T6" fmla="*/ 28 w 29"/>
                <a:gd name="T7" fmla="*/ 11 h 22"/>
                <a:gd name="T8" fmla="*/ 16 w 29"/>
                <a:gd name="T9" fmla="*/ 21 h 22"/>
              </a:gdLst>
              <a:ahLst/>
              <a:cxnLst>
                <a:cxn ang="0">
                  <a:pos x="T0" y="T1"/>
                </a:cxn>
                <a:cxn ang="0">
                  <a:pos x="T2" y="T3"/>
                </a:cxn>
                <a:cxn ang="0">
                  <a:pos x="T4" y="T5"/>
                </a:cxn>
                <a:cxn ang="0">
                  <a:pos x="T6" y="T7"/>
                </a:cxn>
                <a:cxn ang="0">
                  <a:pos x="T8" y="T9"/>
                </a:cxn>
              </a:cxnLst>
              <a:rect l="0" t="0" r="r" b="b"/>
              <a:pathLst>
                <a:path w="29" h="22">
                  <a:moveTo>
                    <a:pt x="16" y="21"/>
                  </a:moveTo>
                  <a:cubicBezTo>
                    <a:pt x="9" y="22"/>
                    <a:pt x="2" y="19"/>
                    <a:pt x="1" y="14"/>
                  </a:cubicBezTo>
                  <a:cubicBezTo>
                    <a:pt x="0" y="9"/>
                    <a:pt x="5" y="2"/>
                    <a:pt x="13" y="1"/>
                  </a:cubicBezTo>
                  <a:cubicBezTo>
                    <a:pt x="20" y="0"/>
                    <a:pt x="27" y="6"/>
                    <a:pt x="28" y="11"/>
                  </a:cubicBezTo>
                  <a:cubicBezTo>
                    <a:pt x="29" y="16"/>
                    <a:pt x="24" y="20"/>
                    <a:pt x="1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8" name="Freeform 1218">
              <a:extLst>
                <a:ext uri="{FF2B5EF4-FFF2-40B4-BE49-F238E27FC236}">
                  <a16:creationId xmlns:a16="http://schemas.microsoft.com/office/drawing/2014/main" id="{90AF0E32-44F9-9DAE-E256-8A22577625F9}"/>
                </a:ext>
              </a:extLst>
            </p:cNvPr>
            <p:cNvSpPr>
              <a:spLocks/>
            </p:cNvSpPr>
            <p:nvPr/>
          </p:nvSpPr>
          <p:spPr bwMode="auto">
            <a:xfrm rot="5094805">
              <a:off x="-40280" y="738456"/>
              <a:ext cx="73119" cy="50269"/>
            </a:xfrm>
            <a:custGeom>
              <a:avLst/>
              <a:gdLst>
                <a:gd name="T0" fmla="*/ 28 w 30"/>
                <a:gd name="T1" fmla="*/ 9 h 20"/>
                <a:gd name="T2" fmla="*/ 17 w 30"/>
                <a:gd name="T3" fmla="*/ 19 h 20"/>
                <a:gd name="T4" fmla="*/ 1 w 30"/>
                <a:gd name="T5" fmla="*/ 13 h 20"/>
                <a:gd name="T6" fmla="*/ 13 w 30"/>
                <a:gd name="T7" fmla="*/ 2 h 20"/>
                <a:gd name="T8" fmla="*/ 28 w 30"/>
                <a:gd name="T9" fmla="*/ 9 h 20"/>
              </a:gdLst>
              <a:ahLst/>
              <a:cxnLst>
                <a:cxn ang="0">
                  <a:pos x="T0" y="T1"/>
                </a:cxn>
                <a:cxn ang="0">
                  <a:pos x="T2" y="T3"/>
                </a:cxn>
                <a:cxn ang="0">
                  <a:pos x="T4" y="T5"/>
                </a:cxn>
                <a:cxn ang="0">
                  <a:pos x="T6" y="T7"/>
                </a:cxn>
                <a:cxn ang="0">
                  <a:pos x="T8" y="T9"/>
                </a:cxn>
              </a:cxnLst>
              <a:rect l="0" t="0" r="r" b="b"/>
              <a:pathLst>
                <a:path w="30" h="20">
                  <a:moveTo>
                    <a:pt x="28" y="9"/>
                  </a:moveTo>
                  <a:cubicBezTo>
                    <a:pt x="30" y="14"/>
                    <a:pt x="25" y="18"/>
                    <a:pt x="17" y="19"/>
                  </a:cubicBezTo>
                  <a:cubicBezTo>
                    <a:pt x="10" y="20"/>
                    <a:pt x="2" y="18"/>
                    <a:pt x="1" y="13"/>
                  </a:cubicBezTo>
                  <a:cubicBezTo>
                    <a:pt x="0" y="9"/>
                    <a:pt x="5" y="3"/>
                    <a:pt x="13" y="2"/>
                  </a:cubicBezTo>
                  <a:cubicBezTo>
                    <a:pt x="20" y="0"/>
                    <a:pt x="27"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9" name="Freeform 1241">
              <a:extLst>
                <a:ext uri="{FF2B5EF4-FFF2-40B4-BE49-F238E27FC236}">
                  <a16:creationId xmlns:a16="http://schemas.microsoft.com/office/drawing/2014/main" id="{2D3A8A5E-9684-908F-E436-2EFD237E2BF3}"/>
                </a:ext>
              </a:extLst>
            </p:cNvPr>
            <p:cNvSpPr>
              <a:spLocks/>
            </p:cNvSpPr>
            <p:nvPr/>
          </p:nvSpPr>
          <p:spPr bwMode="auto">
            <a:xfrm rot="5094805">
              <a:off x="2236901" y="6941629"/>
              <a:ext cx="75404" cy="22850"/>
            </a:xfrm>
            <a:custGeom>
              <a:avLst/>
              <a:gdLst>
                <a:gd name="T0" fmla="*/ 29 w 30"/>
                <a:gd name="T1" fmla="*/ 3 h 10"/>
                <a:gd name="T2" fmla="*/ 16 w 30"/>
                <a:gd name="T3" fmla="*/ 9 h 10"/>
                <a:gd name="T4" fmla="*/ 1 w 30"/>
                <a:gd name="T5" fmla="*/ 6 h 10"/>
                <a:gd name="T6" fmla="*/ 14 w 30"/>
                <a:gd name="T7" fmla="*/ 1 h 10"/>
                <a:gd name="T8" fmla="*/ 29 w 30"/>
                <a:gd name="T9" fmla="*/ 3 h 10"/>
              </a:gdLst>
              <a:ahLst/>
              <a:cxnLst>
                <a:cxn ang="0">
                  <a:pos x="T0" y="T1"/>
                </a:cxn>
                <a:cxn ang="0">
                  <a:pos x="T2" y="T3"/>
                </a:cxn>
                <a:cxn ang="0">
                  <a:pos x="T4" y="T5"/>
                </a:cxn>
                <a:cxn ang="0">
                  <a:pos x="T6" y="T7"/>
                </a:cxn>
                <a:cxn ang="0">
                  <a:pos x="T8" y="T9"/>
                </a:cxn>
              </a:cxnLst>
              <a:rect l="0" t="0" r="r" b="b"/>
              <a:pathLst>
                <a:path w="30" h="10">
                  <a:moveTo>
                    <a:pt x="29" y="3"/>
                  </a:moveTo>
                  <a:cubicBezTo>
                    <a:pt x="30" y="5"/>
                    <a:pt x="24" y="8"/>
                    <a:pt x="16" y="9"/>
                  </a:cubicBezTo>
                  <a:cubicBezTo>
                    <a:pt x="9" y="10"/>
                    <a:pt x="2" y="8"/>
                    <a:pt x="1" y="6"/>
                  </a:cubicBezTo>
                  <a:cubicBezTo>
                    <a:pt x="0" y="4"/>
                    <a:pt x="6" y="2"/>
                    <a:pt x="14" y="1"/>
                  </a:cubicBezTo>
                  <a:cubicBezTo>
                    <a:pt x="22" y="0"/>
                    <a:pt x="29" y="1"/>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0" name="Freeform 1242">
              <a:extLst>
                <a:ext uri="{FF2B5EF4-FFF2-40B4-BE49-F238E27FC236}">
                  <a16:creationId xmlns:a16="http://schemas.microsoft.com/office/drawing/2014/main" id="{12ED5114-6C30-847A-495C-CF6A488F591E}"/>
                </a:ext>
              </a:extLst>
            </p:cNvPr>
            <p:cNvSpPr>
              <a:spLocks/>
            </p:cNvSpPr>
            <p:nvPr/>
          </p:nvSpPr>
          <p:spPr bwMode="auto">
            <a:xfrm rot="5094805">
              <a:off x="2201077" y="6745442"/>
              <a:ext cx="70834" cy="22850"/>
            </a:xfrm>
            <a:custGeom>
              <a:avLst/>
              <a:gdLst>
                <a:gd name="T0" fmla="*/ 29 w 29"/>
                <a:gd name="T1" fmla="*/ 3 h 9"/>
                <a:gd name="T2" fmla="*/ 15 w 29"/>
                <a:gd name="T3" fmla="*/ 9 h 9"/>
                <a:gd name="T4" fmla="*/ 1 w 29"/>
                <a:gd name="T5" fmla="*/ 6 h 9"/>
                <a:gd name="T6" fmla="*/ 14 w 29"/>
                <a:gd name="T7" fmla="*/ 1 h 9"/>
                <a:gd name="T8" fmla="*/ 29 w 29"/>
                <a:gd name="T9" fmla="*/ 3 h 9"/>
              </a:gdLst>
              <a:ahLst/>
              <a:cxnLst>
                <a:cxn ang="0">
                  <a:pos x="T0" y="T1"/>
                </a:cxn>
                <a:cxn ang="0">
                  <a:pos x="T2" y="T3"/>
                </a:cxn>
                <a:cxn ang="0">
                  <a:pos x="T4" y="T5"/>
                </a:cxn>
                <a:cxn ang="0">
                  <a:pos x="T6" y="T7"/>
                </a:cxn>
                <a:cxn ang="0">
                  <a:pos x="T8" y="T9"/>
                </a:cxn>
              </a:cxnLst>
              <a:rect l="0" t="0" r="r" b="b"/>
              <a:pathLst>
                <a:path w="29" h="9">
                  <a:moveTo>
                    <a:pt x="29" y="3"/>
                  </a:moveTo>
                  <a:cubicBezTo>
                    <a:pt x="29" y="5"/>
                    <a:pt x="23" y="8"/>
                    <a:pt x="15" y="9"/>
                  </a:cubicBezTo>
                  <a:cubicBezTo>
                    <a:pt x="8" y="9"/>
                    <a:pt x="1" y="8"/>
                    <a:pt x="1" y="6"/>
                  </a:cubicBezTo>
                  <a:cubicBezTo>
                    <a:pt x="0" y="4"/>
                    <a:pt x="7" y="2"/>
                    <a:pt x="14" y="1"/>
                  </a:cubicBezTo>
                  <a:cubicBezTo>
                    <a:pt x="22" y="0"/>
                    <a:pt x="28" y="1"/>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1" name="Freeform 1243">
              <a:extLst>
                <a:ext uri="{FF2B5EF4-FFF2-40B4-BE49-F238E27FC236}">
                  <a16:creationId xmlns:a16="http://schemas.microsoft.com/office/drawing/2014/main" id="{93828249-EE50-BCCD-2CFE-01D389DA8D46}"/>
                </a:ext>
              </a:extLst>
            </p:cNvPr>
            <p:cNvSpPr>
              <a:spLocks/>
            </p:cNvSpPr>
            <p:nvPr/>
          </p:nvSpPr>
          <p:spPr bwMode="auto">
            <a:xfrm rot="5094805">
              <a:off x="2160886" y="6551531"/>
              <a:ext cx="75404" cy="22850"/>
            </a:xfrm>
            <a:custGeom>
              <a:avLst/>
              <a:gdLst>
                <a:gd name="T0" fmla="*/ 29 w 31"/>
                <a:gd name="T1" fmla="*/ 3 h 9"/>
                <a:gd name="T2" fmla="*/ 18 w 31"/>
                <a:gd name="T3" fmla="*/ 8 h 9"/>
                <a:gd name="T4" fmla="*/ 2 w 31"/>
                <a:gd name="T5" fmla="*/ 6 h 9"/>
                <a:gd name="T6" fmla="*/ 14 w 31"/>
                <a:gd name="T7" fmla="*/ 1 h 9"/>
                <a:gd name="T8" fmla="*/ 29 w 31"/>
                <a:gd name="T9" fmla="*/ 3 h 9"/>
              </a:gdLst>
              <a:ahLst/>
              <a:cxnLst>
                <a:cxn ang="0">
                  <a:pos x="T0" y="T1"/>
                </a:cxn>
                <a:cxn ang="0">
                  <a:pos x="T2" y="T3"/>
                </a:cxn>
                <a:cxn ang="0">
                  <a:pos x="T4" y="T5"/>
                </a:cxn>
                <a:cxn ang="0">
                  <a:pos x="T6" y="T7"/>
                </a:cxn>
                <a:cxn ang="0">
                  <a:pos x="T8" y="T9"/>
                </a:cxn>
              </a:cxnLst>
              <a:rect l="0" t="0" r="r" b="b"/>
              <a:pathLst>
                <a:path w="31" h="9">
                  <a:moveTo>
                    <a:pt x="29" y="3"/>
                  </a:moveTo>
                  <a:cubicBezTo>
                    <a:pt x="31" y="5"/>
                    <a:pt x="25" y="7"/>
                    <a:pt x="18" y="8"/>
                  </a:cubicBezTo>
                  <a:cubicBezTo>
                    <a:pt x="10" y="9"/>
                    <a:pt x="3" y="8"/>
                    <a:pt x="2" y="6"/>
                  </a:cubicBezTo>
                  <a:cubicBezTo>
                    <a:pt x="0" y="4"/>
                    <a:pt x="6" y="2"/>
                    <a:pt x="14" y="1"/>
                  </a:cubicBezTo>
                  <a:cubicBezTo>
                    <a:pt x="21" y="0"/>
                    <a:pt x="28" y="1"/>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2" name="Freeform 1244">
              <a:extLst>
                <a:ext uri="{FF2B5EF4-FFF2-40B4-BE49-F238E27FC236}">
                  <a16:creationId xmlns:a16="http://schemas.microsoft.com/office/drawing/2014/main" id="{FDCA89C2-EC18-2DE0-8DD4-7686A89B9EC5}"/>
                </a:ext>
              </a:extLst>
            </p:cNvPr>
            <p:cNvSpPr>
              <a:spLocks/>
            </p:cNvSpPr>
            <p:nvPr/>
          </p:nvSpPr>
          <p:spPr bwMode="auto">
            <a:xfrm rot="5094805">
              <a:off x="2129807" y="6357013"/>
              <a:ext cx="75404" cy="22850"/>
            </a:xfrm>
            <a:custGeom>
              <a:avLst/>
              <a:gdLst>
                <a:gd name="T0" fmla="*/ 13 w 30"/>
                <a:gd name="T1" fmla="*/ 1 h 9"/>
                <a:gd name="T2" fmla="*/ 29 w 30"/>
                <a:gd name="T3" fmla="*/ 3 h 9"/>
                <a:gd name="T4" fmla="*/ 17 w 30"/>
                <a:gd name="T5" fmla="*/ 8 h 9"/>
                <a:gd name="T6" fmla="*/ 1 w 30"/>
                <a:gd name="T7" fmla="*/ 6 h 9"/>
                <a:gd name="T8" fmla="*/ 13 w 30"/>
                <a:gd name="T9" fmla="*/ 1 h 9"/>
              </a:gdLst>
              <a:ahLst/>
              <a:cxnLst>
                <a:cxn ang="0">
                  <a:pos x="T0" y="T1"/>
                </a:cxn>
                <a:cxn ang="0">
                  <a:pos x="T2" y="T3"/>
                </a:cxn>
                <a:cxn ang="0">
                  <a:pos x="T4" y="T5"/>
                </a:cxn>
                <a:cxn ang="0">
                  <a:pos x="T6" y="T7"/>
                </a:cxn>
                <a:cxn ang="0">
                  <a:pos x="T8" y="T9"/>
                </a:cxn>
              </a:cxnLst>
              <a:rect l="0" t="0" r="r" b="b"/>
              <a:pathLst>
                <a:path w="30" h="9">
                  <a:moveTo>
                    <a:pt x="13" y="1"/>
                  </a:moveTo>
                  <a:cubicBezTo>
                    <a:pt x="21" y="0"/>
                    <a:pt x="28" y="1"/>
                    <a:pt x="29" y="3"/>
                  </a:cubicBezTo>
                  <a:cubicBezTo>
                    <a:pt x="30" y="5"/>
                    <a:pt x="25" y="8"/>
                    <a:pt x="17" y="8"/>
                  </a:cubicBezTo>
                  <a:cubicBezTo>
                    <a:pt x="10" y="9"/>
                    <a:pt x="2" y="7"/>
                    <a:pt x="1" y="6"/>
                  </a:cubicBezTo>
                  <a:cubicBezTo>
                    <a:pt x="0" y="4"/>
                    <a:pt x="5"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3" name="Freeform 1245">
              <a:extLst>
                <a:ext uri="{FF2B5EF4-FFF2-40B4-BE49-F238E27FC236}">
                  <a16:creationId xmlns:a16="http://schemas.microsoft.com/office/drawing/2014/main" id="{8B9BCB57-E8E5-DAA2-A313-1F954EE2389E}"/>
                </a:ext>
              </a:extLst>
            </p:cNvPr>
            <p:cNvSpPr>
              <a:spLocks/>
            </p:cNvSpPr>
            <p:nvPr/>
          </p:nvSpPr>
          <p:spPr bwMode="auto">
            <a:xfrm rot="5094805">
              <a:off x="2102152" y="6163535"/>
              <a:ext cx="70834" cy="20565"/>
            </a:xfrm>
            <a:custGeom>
              <a:avLst/>
              <a:gdLst>
                <a:gd name="T0" fmla="*/ 13 w 29"/>
                <a:gd name="T1" fmla="*/ 0 h 8"/>
                <a:gd name="T2" fmla="*/ 28 w 29"/>
                <a:gd name="T3" fmla="*/ 3 h 8"/>
                <a:gd name="T4" fmla="*/ 16 w 29"/>
                <a:gd name="T5" fmla="*/ 8 h 8"/>
                <a:gd name="T6" fmla="*/ 0 w 29"/>
                <a:gd name="T7" fmla="*/ 5 h 8"/>
                <a:gd name="T8" fmla="*/ 13 w 29"/>
                <a:gd name="T9" fmla="*/ 0 h 8"/>
              </a:gdLst>
              <a:ahLst/>
              <a:cxnLst>
                <a:cxn ang="0">
                  <a:pos x="T0" y="T1"/>
                </a:cxn>
                <a:cxn ang="0">
                  <a:pos x="T2" y="T3"/>
                </a:cxn>
                <a:cxn ang="0">
                  <a:pos x="T4" y="T5"/>
                </a:cxn>
                <a:cxn ang="0">
                  <a:pos x="T6" y="T7"/>
                </a:cxn>
                <a:cxn ang="0">
                  <a:pos x="T8" y="T9"/>
                </a:cxn>
              </a:cxnLst>
              <a:rect l="0" t="0" r="r" b="b"/>
              <a:pathLst>
                <a:path w="29" h="8">
                  <a:moveTo>
                    <a:pt x="13" y="0"/>
                  </a:moveTo>
                  <a:cubicBezTo>
                    <a:pt x="21" y="0"/>
                    <a:pt x="28" y="1"/>
                    <a:pt x="28" y="3"/>
                  </a:cubicBezTo>
                  <a:cubicBezTo>
                    <a:pt x="29" y="5"/>
                    <a:pt x="23" y="7"/>
                    <a:pt x="16" y="8"/>
                  </a:cubicBezTo>
                  <a:cubicBezTo>
                    <a:pt x="8" y="8"/>
                    <a:pt x="1" y="7"/>
                    <a:pt x="0" y="5"/>
                  </a:cubicBezTo>
                  <a:cubicBezTo>
                    <a:pt x="0" y="3"/>
                    <a:pt x="6" y="0"/>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4" name="Freeform 1246">
              <a:extLst>
                <a:ext uri="{FF2B5EF4-FFF2-40B4-BE49-F238E27FC236}">
                  <a16:creationId xmlns:a16="http://schemas.microsoft.com/office/drawing/2014/main" id="{A91C0A70-8055-A649-8AEF-38AD19C32E3B}"/>
                </a:ext>
              </a:extLst>
            </p:cNvPr>
            <p:cNvSpPr>
              <a:spLocks/>
            </p:cNvSpPr>
            <p:nvPr/>
          </p:nvSpPr>
          <p:spPr bwMode="auto">
            <a:xfrm rot="5094805">
              <a:off x="2062066" y="5969721"/>
              <a:ext cx="73119" cy="22850"/>
            </a:xfrm>
            <a:custGeom>
              <a:avLst/>
              <a:gdLst>
                <a:gd name="T0" fmla="*/ 28 w 29"/>
                <a:gd name="T1" fmla="*/ 3 h 10"/>
                <a:gd name="T2" fmla="*/ 16 w 29"/>
                <a:gd name="T3" fmla="*/ 9 h 10"/>
                <a:gd name="T4" fmla="*/ 1 w 29"/>
                <a:gd name="T5" fmla="*/ 7 h 10"/>
                <a:gd name="T6" fmla="*/ 14 w 29"/>
                <a:gd name="T7" fmla="*/ 1 h 10"/>
                <a:gd name="T8" fmla="*/ 28 w 29"/>
                <a:gd name="T9" fmla="*/ 3 h 10"/>
              </a:gdLst>
              <a:ahLst/>
              <a:cxnLst>
                <a:cxn ang="0">
                  <a:pos x="T0" y="T1"/>
                </a:cxn>
                <a:cxn ang="0">
                  <a:pos x="T2" y="T3"/>
                </a:cxn>
                <a:cxn ang="0">
                  <a:pos x="T4" y="T5"/>
                </a:cxn>
                <a:cxn ang="0">
                  <a:pos x="T6" y="T7"/>
                </a:cxn>
                <a:cxn ang="0">
                  <a:pos x="T8" y="T9"/>
                </a:cxn>
              </a:cxnLst>
              <a:rect l="0" t="0" r="r" b="b"/>
              <a:pathLst>
                <a:path w="29" h="10">
                  <a:moveTo>
                    <a:pt x="28" y="3"/>
                  </a:moveTo>
                  <a:cubicBezTo>
                    <a:pt x="29" y="5"/>
                    <a:pt x="23" y="8"/>
                    <a:pt x="16" y="9"/>
                  </a:cubicBezTo>
                  <a:cubicBezTo>
                    <a:pt x="9" y="10"/>
                    <a:pt x="1" y="9"/>
                    <a:pt x="1" y="7"/>
                  </a:cubicBezTo>
                  <a:cubicBezTo>
                    <a:pt x="0" y="5"/>
                    <a:pt x="6" y="2"/>
                    <a:pt x="14" y="1"/>
                  </a:cubicBezTo>
                  <a:cubicBezTo>
                    <a:pt x="21" y="0"/>
                    <a:pt x="28" y="1"/>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5" name="Freeform 1247">
              <a:extLst>
                <a:ext uri="{FF2B5EF4-FFF2-40B4-BE49-F238E27FC236}">
                  <a16:creationId xmlns:a16="http://schemas.microsoft.com/office/drawing/2014/main" id="{2EB96472-74AB-8815-2E93-9C21BF3A4B44}"/>
                </a:ext>
              </a:extLst>
            </p:cNvPr>
            <p:cNvSpPr>
              <a:spLocks/>
            </p:cNvSpPr>
            <p:nvPr/>
          </p:nvSpPr>
          <p:spPr bwMode="auto">
            <a:xfrm rot="5094805">
              <a:off x="2006357" y="5779698"/>
              <a:ext cx="73119" cy="27420"/>
            </a:xfrm>
            <a:custGeom>
              <a:avLst/>
              <a:gdLst>
                <a:gd name="T0" fmla="*/ 12 w 29"/>
                <a:gd name="T1" fmla="*/ 2 h 11"/>
                <a:gd name="T2" fmla="*/ 28 w 29"/>
                <a:gd name="T3" fmla="*/ 2 h 11"/>
                <a:gd name="T4" fmla="*/ 16 w 29"/>
                <a:gd name="T5" fmla="*/ 10 h 11"/>
                <a:gd name="T6" fmla="*/ 1 w 29"/>
                <a:gd name="T7" fmla="*/ 9 h 11"/>
                <a:gd name="T8" fmla="*/ 12 w 29"/>
                <a:gd name="T9" fmla="*/ 2 h 11"/>
              </a:gdLst>
              <a:ahLst/>
              <a:cxnLst>
                <a:cxn ang="0">
                  <a:pos x="T0" y="T1"/>
                </a:cxn>
                <a:cxn ang="0">
                  <a:pos x="T2" y="T3"/>
                </a:cxn>
                <a:cxn ang="0">
                  <a:pos x="T4" y="T5"/>
                </a:cxn>
                <a:cxn ang="0">
                  <a:pos x="T6" y="T7"/>
                </a:cxn>
                <a:cxn ang="0">
                  <a:pos x="T8" y="T9"/>
                </a:cxn>
              </a:cxnLst>
              <a:rect l="0" t="0" r="r" b="b"/>
              <a:pathLst>
                <a:path w="29" h="11">
                  <a:moveTo>
                    <a:pt x="12" y="2"/>
                  </a:moveTo>
                  <a:cubicBezTo>
                    <a:pt x="20" y="0"/>
                    <a:pt x="27" y="0"/>
                    <a:pt x="28" y="2"/>
                  </a:cubicBezTo>
                  <a:cubicBezTo>
                    <a:pt x="29" y="4"/>
                    <a:pt x="24" y="8"/>
                    <a:pt x="16" y="10"/>
                  </a:cubicBezTo>
                  <a:cubicBezTo>
                    <a:pt x="9" y="11"/>
                    <a:pt x="2" y="11"/>
                    <a:pt x="1" y="9"/>
                  </a:cubicBezTo>
                  <a:cubicBezTo>
                    <a:pt x="0" y="7"/>
                    <a:pt x="5" y="4"/>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6" name="Freeform 1248">
              <a:extLst>
                <a:ext uri="{FF2B5EF4-FFF2-40B4-BE49-F238E27FC236}">
                  <a16:creationId xmlns:a16="http://schemas.microsoft.com/office/drawing/2014/main" id="{98A46904-4D8D-815D-EF18-1F47CDAC41B8}"/>
                </a:ext>
              </a:extLst>
            </p:cNvPr>
            <p:cNvSpPr>
              <a:spLocks/>
            </p:cNvSpPr>
            <p:nvPr/>
          </p:nvSpPr>
          <p:spPr bwMode="auto">
            <a:xfrm rot="5094805">
              <a:off x="1939171" y="5588509"/>
              <a:ext cx="70834" cy="34275"/>
            </a:xfrm>
            <a:custGeom>
              <a:avLst/>
              <a:gdLst>
                <a:gd name="T0" fmla="*/ 16 w 29"/>
                <a:gd name="T1" fmla="*/ 11 h 14"/>
                <a:gd name="T2" fmla="*/ 1 w 29"/>
                <a:gd name="T3" fmla="*/ 11 h 14"/>
                <a:gd name="T4" fmla="*/ 13 w 29"/>
                <a:gd name="T5" fmla="*/ 3 h 14"/>
                <a:gd name="T6" fmla="*/ 28 w 29"/>
                <a:gd name="T7" fmla="*/ 3 h 14"/>
                <a:gd name="T8" fmla="*/ 16 w 29"/>
                <a:gd name="T9" fmla="*/ 11 h 14"/>
              </a:gdLst>
              <a:ahLst/>
              <a:cxnLst>
                <a:cxn ang="0">
                  <a:pos x="T0" y="T1"/>
                </a:cxn>
                <a:cxn ang="0">
                  <a:pos x="T2" y="T3"/>
                </a:cxn>
                <a:cxn ang="0">
                  <a:pos x="T4" y="T5"/>
                </a:cxn>
                <a:cxn ang="0">
                  <a:pos x="T6" y="T7"/>
                </a:cxn>
                <a:cxn ang="0">
                  <a:pos x="T8" y="T9"/>
                </a:cxn>
              </a:cxnLst>
              <a:rect l="0" t="0" r="r" b="b"/>
              <a:pathLst>
                <a:path w="29" h="14">
                  <a:moveTo>
                    <a:pt x="16" y="11"/>
                  </a:moveTo>
                  <a:cubicBezTo>
                    <a:pt x="8" y="14"/>
                    <a:pt x="1" y="13"/>
                    <a:pt x="1" y="11"/>
                  </a:cubicBezTo>
                  <a:cubicBezTo>
                    <a:pt x="0" y="9"/>
                    <a:pt x="6" y="5"/>
                    <a:pt x="13" y="3"/>
                  </a:cubicBezTo>
                  <a:cubicBezTo>
                    <a:pt x="21" y="1"/>
                    <a:pt x="27" y="0"/>
                    <a:pt x="28" y="3"/>
                  </a:cubicBezTo>
                  <a:cubicBezTo>
                    <a:pt x="29" y="5"/>
                    <a:pt x="23" y="9"/>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7" name="Freeform 1249">
              <a:extLst>
                <a:ext uri="{FF2B5EF4-FFF2-40B4-BE49-F238E27FC236}">
                  <a16:creationId xmlns:a16="http://schemas.microsoft.com/office/drawing/2014/main" id="{E83E5485-2B83-AC99-6E3C-54F5E1CBF79A}"/>
                </a:ext>
              </a:extLst>
            </p:cNvPr>
            <p:cNvSpPr>
              <a:spLocks/>
            </p:cNvSpPr>
            <p:nvPr/>
          </p:nvSpPr>
          <p:spPr bwMode="auto">
            <a:xfrm rot="5094805">
              <a:off x="1856151" y="5400917"/>
              <a:ext cx="70834" cy="38845"/>
            </a:xfrm>
            <a:custGeom>
              <a:avLst/>
              <a:gdLst>
                <a:gd name="T0" fmla="*/ 16 w 29"/>
                <a:gd name="T1" fmla="*/ 12 h 15"/>
                <a:gd name="T2" fmla="*/ 1 w 29"/>
                <a:gd name="T3" fmla="*/ 13 h 15"/>
                <a:gd name="T4" fmla="*/ 13 w 29"/>
                <a:gd name="T5" fmla="*/ 3 h 15"/>
                <a:gd name="T6" fmla="*/ 28 w 29"/>
                <a:gd name="T7" fmla="*/ 2 h 15"/>
                <a:gd name="T8" fmla="*/ 16 w 29"/>
                <a:gd name="T9" fmla="*/ 12 h 15"/>
              </a:gdLst>
              <a:ahLst/>
              <a:cxnLst>
                <a:cxn ang="0">
                  <a:pos x="T0" y="T1"/>
                </a:cxn>
                <a:cxn ang="0">
                  <a:pos x="T2" y="T3"/>
                </a:cxn>
                <a:cxn ang="0">
                  <a:pos x="T4" y="T5"/>
                </a:cxn>
                <a:cxn ang="0">
                  <a:pos x="T6" y="T7"/>
                </a:cxn>
                <a:cxn ang="0">
                  <a:pos x="T8" y="T9"/>
                </a:cxn>
              </a:cxnLst>
              <a:rect l="0" t="0" r="r" b="b"/>
              <a:pathLst>
                <a:path w="29" h="15">
                  <a:moveTo>
                    <a:pt x="16" y="12"/>
                  </a:moveTo>
                  <a:cubicBezTo>
                    <a:pt x="9" y="14"/>
                    <a:pt x="2" y="15"/>
                    <a:pt x="1" y="13"/>
                  </a:cubicBezTo>
                  <a:cubicBezTo>
                    <a:pt x="0" y="10"/>
                    <a:pt x="6" y="6"/>
                    <a:pt x="13" y="3"/>
                  </a:cubicBezTo>
                  <a:cubicBezTo>
                    <a:pt x="20" y="1"/>
                    <a:pt x="27" y="0"/>
                    <a:pt x="28" y="2"/>
                  </a:cubicBezTo>
                  <a:cubicBezTo>
                    <a:pt x="29" y="5"/>
                    <a:pt x="24" y="9"/>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8" name="Freeform 1250">
              <a:extLst>
                <a:ext uri="{FF2B5EF4-FFF2-40B4-BE49-F238E27FC236}">
                  <a16:creationId xmlns:a16="http://schemas.microsoft.com/office/drawing/2014/main" id="{FFAD4354-0B03-3570-231B-BC5546050465}"/>
                </a:ext>
              </a:extLst>
            </p:cNvPr>
            <p:cNvSpPr>
              <a:spLocks/>
            </p:cNvSpPr>
            <p:nvPr/>
          </p:nvSpPr>
          <p:spPr bwMode="auto">
            <a:xfrm rot="5094805">
              <a:off x="1764026" y="5216420"/>
              <a:ext cx="70834" cy="38845"/>
            </a:xfrm>
            <a:custGeom>
              <a:avLst/>
              <a:gdLst>
                <a:gd name="T0" fmla="*/ 13 w 28"/>
                <a:gd name="T1" fmla="*/ 4 h 16"/>
                <a:gd name="T2" fmla="*/ 28 w 28"/>
                <a:gd name="T3" fmla="*/ 2 h 16"/>
                <a:gd name="T4" fmla="*/ 15 w 28"/>
                <a:gd name="T5" fmla="*/ 13 h 16"/>
                <a:gd name="T6" fmla="*/ 0 w 28"/>
                <a:gd name="T7" fmla="*/ 14 h 16"/>
                <a:gd name="T8" fmla="*/ 13 w 28"/>
                <a:gd name="T9" fmla="*/ 4 h 16"/>
              </a:gdLst>
              <a:ahLst/>
              <a:cxnLst>
                <a:cxn ang="0">
                  <a:pos x="T0" y="T1"/>
                </a:cxn>
                <a:cxn ang="0">
                  <a:pos x="T2" y="T3"/>
                </a:cxn>
                <a:cxn ang="0">
                  <a:pos x="T4" y="T5"/>
                </a:cxn>
                <a:cxn ang="0">
                  <a:pos x="T6" y="T7"/>
                </a:cxn>
                <a:cxn ang="0">
                  <a:pos x="T8" y="T9"/>
                </a:cxn>
              </a:cxnLst>
              <a:rect l="0" t="0" r="r" b="b"/>
              <a:pathLst>
                <a:path w="28" h="16">
                  <a:moveTo>
                    <a:pt x="13" y="4"/>
                  </a:moveTo>
                  <a:cubicBezTo>
                    <a:pt x="20" y="1"/>
                    <a:pt x="27" y="0"/>
                    <a:pt x="28" y="2"/>
                  </a:cubicBezTo>
                  <a:cubicBezTo>
                    <a:pt x="28" y="5"/>
                    <a:pt x="23" y="10"/>
                    <a:pt x="15" y="13"/>
                  </a:cubicBezTo>
                  <a:cubicBezTo>
                    <a:pt x="8" y="16"/>
                    <a:pt x="1" y="16"/>
                    <a:pt x="0" y="14"/>
                  </a:cubicBezTo>
                  <a:cubicBezTo>
                    <a:pt x="0" y="11"/>
                    <a:pt x="5" y="7"/>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9" name="Freeform 1251">
              <a:extLst>
                <a:ext uri="{FF2B5EF4-FFF2-40B4-BE49-F238E27FC236}">
                  <a16:creationId xmlns:a16="http://schemas.microsoft.com/office/drawing/2014/main" id="{41C18C58-EA99-8C26-B437-DC89169B1F35}"/>
                </a:ext>
              </a:extLst>
            </p:cNvPr>
            <p:cNvSpPr>
              <a:spLocks/>
            </p:cNvSpPr>
            <p:nvPr/>
          </p:nvSpPr>
          <p:spPr bwMode="auto">
            <a:xfrm rot="5094805">
              <a:off x="1662903" y="5032830"/>
              <a:ext cx="68549" cy="41130"/>
            </a:xfrm>
            <a:custGeom>
              <a:avLst/>
              <a:gdLst>
                <a:gd name="T0" fmla="*/ 27 w 28"/>
                <a:gd name="T1" fmla="*/ 2 h 17"/>
                <a:gd name="T2" fmla="*/ 15 w 28"/>
                <a:gd name="T3" fmla="*/ 13 h 17"/>
                <a:gd name="T4" fmla="*/ 0 w 28"/>
                <a:gd name="T5" fmla="*/ 15 h 17"/>
                <a:gd name="T6" fmla="*/ 13 w 28"/>
                <a:gd name="T7" fmla="*/ 4 h 17"/>
                <a:gd name="T8" fmla="*/ 27 w 28"/>
                <a:gd name="T9" fmla="*/ 2 h 17"/>
              </a:gdLst>
              <a:ahLst/>
              <a:cxnLst>
                <a:cxn ang="0">
                  <a:pos x="T0" y="T1"/>
                </a:cxn>
                <a:cxn ang="0">
                  <a:pos x="T2" y="T3"/>
                </a:cxn>
                <a:cxn ang="0">
                  <a:pos x="T4" y="T5"/>
                </a:cxn>
                <a:cxn ang="0">
                  <a:pos x="T6" y="T7"/>
                </a:cxn>
                <a:cxn ang="0">
                  <a:pos x="T8" y="T9"/>
                </a:cxn>
              </a:cxnLst>
              <a:rect l="0" t="0" r="r" b="b"/>
              <a:pathLst>
                <a:path w="28" h="17">
                  <a:moveTo>
                    <a:pt x="27" y="2"/>
                  </a:moveTo>
                  <a:cubicBezTo>
                    <a:pt x="28" y="5"/>
                    <a:pt x="22" y="10"/>
                    <a:pt x="15" y="13"/>
                  </a:cubicBezTo>
                  <a:cubicBezTo>
                    <a:pt x="8" y="17"/>
                    <a:pt x="1" y="17"/>
                    <a:pt x="0" y="15"/>
                  </a:cubicBezTo>
                  <a:cubicBezTo>
                    <a:pt x="0" y="12"/>
                    <a:pt x="5" y="7"/>
                    <a:pt x="13" y="4"/>
                  </a:cubicBezTo>
                  <a:cubicBezTo>
                    <a:pt x="20" y="0"/>
                    <a:pt x="27"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0" name="Freeform 1252">
              <a:extLst>
                <a:ext uri="{FF2B5EF4-FFF2-40B4-BE49-F238E27FC236}">
                  <a16:creationId xmlns:a16="http://schemas.microsoft.com/office/drawing/2014/main" id="{CEE15221-71BC-D003-47E8-E3AA014DECD4}"/>
                </a:ext>
              </a:extLst>
            </p:cNvPr>
            <p:cNvSpPr>
              <a:spLocks/>
            </p:cNvSpPr>
            <p:nvPr/>
          </p:nvSpPr>
          <p:spPr bwMode="auto">
            <a:xfrm rot="5094805">
              <a:off x="1554943" y="4847361"/>
              <a:ext cx="70834" cy="47985"/>
            </a:xfrm>
            <a:custGeom>
              <a:avLst/>
              <a:gdLst>
                <a:gd name="T0" fmla="*/ 28 w 29"/>
                <a:gd name="T1" fmla="*/ 3 h 19"/>
                <a:gd name="T2" fmla="*/ 17 w 29"/>
                <a:gd name="T3" fmla="*/ 14 h 19"/>
                <a:gd name="T4" fmla="*/ 1 w 29"/>
                <a:gd name="T5" fmla="*/ 17 h 19"/>
                <a:gd name="T6" fmla="*/ 13 w 29"/>
                <a:gd name="T7" fmla="*/ 5 h 19"/>
                <a:gd name="T8" fmla="*/ 28 w 29"/>
                <a:gd name="T9" fmla="*/ 3 h 19"/>
              </a:gdLst>
              <a:ahLst/>
              <a:cxnLst>
                <a:cxn ang="0">
                  <a:pos x="T0" y="T1"/>
                </a:cxn>
                <a:cxn ang="0">
                  <a:pos x="T2" y="T3"/>
                </a:cxn>
                <a:cxn ang="0">
                  <a:pos x="T4" y="T5"/>
                </a:cxn>
                <a:cxn ang="0">
                  <a:pos x="T6" y="T7"/>
                </a:cxn>
                <a:cxn ang="0">
                  <a:pos x="T8" y="T9"/>
                </a:cxn>
              </a:cxnLst>
              <a:rect l="0" t="0" r="r" b="b"/>
              <a:pathLst>
                <a:path w="29" h="19">
                  <a:moveTo>
                    <a:pt x="28" y="3"/>
                  </a:moveTo>
                  <a:cubicBezTo>
                    <a:pt x="29" y="5"/>
                    <a:pt x="24" y="10"/>
                    <a:pt x="17" y="14"/>
                  </a:cubicBezTo>
                  <a:cubicBezTo>
                    <a:pt x="10" y="18"/>
                    <a:pt x="2" y="19"/>
                    <a:pt x="1" y="17"/>
                  </a:cubicBezTo>
                  <a:cubicBezTo>
                    <a:pt x="0" y="14"/>
                    <a:pt x="5" y="9"/>
                    <a:pt x="13" y="5"/>
                  </a:cubicBezTo>
                  <a:cubicBezTo>
                    <a:pt x="20"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1" name="Freeform 1253">
              <a:extLst>
                <a:ext uri="{FF2B5EF4-FFF2-40B4-BE49-F238E27FC236}">
                  <a16:creationId xmlns:a16="http://schemas.microsoft.com/office/drawing/2014/main" id="{ACA429BB-FE1C-436B-3E64-0DC2CCA19301}"/>
                </a:ext>
              </a:extLst>
            </p:cNvPr>
            <p:cNvSpPr>
              <a:spLocks/>
            </p:cNvSpPr>
            <p:nvPr/>
          </p:nvSpPr>
          <p:spPr bwMode="auto">
            <a:xfrm rot="5094805">
              <a:off x="1440261" y="4667166"/>
              <a:ext cx="70834" cy="47985"/>
            </a:xfrm>
            <a:custGeom>
              <a:avLst/>
              <a:gdLst>
                <a:gd name="T0" fmla="*/ 28 w 29"/>
                <a:gd name="T1" fmla="*/ 3 h 20"/>
                <a:gd name="T2" fmla="*/ 16 w 29"/>
                <a:gd name="T3" fmla="*/ 15 h 20"/>
                <a:gd name="T4" fmla="*/ 1 w 29"/>
                <a:gd name="T5" fmla="*/ 17 h 20"/>
                <a:gd name="T6" fmla="*/ 13 w 29"/>
                <a:gd name="T7" fmla="*/ 5 h 20"/>
                <a:gd name="T8" fmla="*/ 28 w 29"/>
                <a:gd name="T9" fmla="*/ 3 h 20"/>
              </a:gdLst>
              <a:ahLst/>
              <a:cxnLst>
                <a:cxn ang="0">
                  <a:pos x="T0" y="T1"/>
                </a:cxn>
                <a:cxn ang="0">
                  <a:pos x="T2" y="T3"/>
                </a:cxn>
                <a:cxn ang="0">
                  <a:pos x="T4" y="T5"/>
                </a:cxn>
                <a:cxn ang="0">
                  <a:pos x="T6" y="T7"/>
                </a:cxn>
                <a:cxn ang="0">
                  <a:pos x="T8" y="T9"/>
                </a:cxn>
              </a:cxnLst>
              <a:rect l="0" t="0" r="r" b="b"/>
              <a:pathLst>
                <a:path w="29" h="20">
                  <a:moveTo>
                    <a:pt x="28" y="3"/>
                  </a:moveTo>
                  <a:cubicBezTo>
                    <a:pt x="29" y="6"/>
                    <a:pt x="23" y="11"/>
                    <a:pt x="16" y="15"/>
                  </a:cubicBezTo>
                  <a:cubicBezTo>
                    <a:pt x="9" y="19"/>
                    <a:pt x="2" y="20"/>
                    <a:pt x="1" y="17"/>
                  </a:cubicBezTo>
                  <a:cubicBezTo>
                    <a:pt x="0" y="14"/>
                    <a:pt x="6" y="9"/>
                    <a:pt x="13" y="5"/>
                  </a:cubicBezTo>
                  <a:cubicBezTo>
                    <a:pt x="21"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2" name="Freeform 1256">
              <a:extLst>
                <a:ext uri="{FF2B5EF4-FFF2-40B4-BE49-F238E27FC236}">
                  <a16:creationId xmlns:a16="http://schemas.microsoft.com/office/drawing/2014/main" id="{EE189C5E-F069-6A22-81F2-DCA265BEB673}"/>
                </a:ext>
              </a:extLst>
            </p:cNvPr>
            <p:cNvSpPr>
              <a:spLocks/>
            </p:cNvSpPr>
            <p:nvPr/>
          </p:nvSpPr>
          <p:spPr bwMode="auto">
            <a:xfrm rot="5094805">
              <a:off x="1383143" y="4468269"/>
              <a:ext cx="66264" cy="38845"/>
            </a:xfrm>
            <a:custGeom>
              <a:avLst/>
              <a:gdLst>
                <a:gd name="T0" fmla="*/ 11 w 27"/>
                <a:gd name="T1" fmla="*/ 5 h 16"/>
                <a:gd name="T2" fmla="*/ 26 w 27"/>
                <a:gd name="T3" fmla="*/ 1 h 16"/>
                <a:gd name="T4" fmla="*/ 14 w 27"/>
                <a:gd name="T5" fmla="*/ 11 h 16"/>
                <a:gd name="T6" fmla="*/ 0 w 27"/>
                <a:gd name="T7" fmla="*/ 15 h 16"/>
                <a:gd name="T8" fmla="*/ 11 w 27"/>
                <a:gd name="T9" fmla="*/ 5 h 16"/>
              </a:gdLst>
              <a:ahLst/>
              <a:cxnLst>
                <a:cxn ang="0">
                  <a:pos x="T0" y="T1"/>
                </a:cxn>
                <a:cxn ang="0">
                  <a:pos x="T2" y="T3"/>
                </a:cxn>
                <a:cxn ang="0">
                  <a:pos x="T4" y="T5"/>
                </a:cxn>
                <a:cxn ang="0">
                  <a:pos x="T6" y="T7"/>
                </a:cxn>
                <a:cxn ang="0">
                  <a:pos x="T8" y="T9"/>
                </a:cxn>
              </a:cxnLst>
              <a:rect l="0" t="0" r="r" b="b"/>
              <a:pathLst>
                <a:path w="27" h="16">
                  <a:moveTo>
                    <a:pt x="11" y="5"/>
                  </a:moveTo>
                  <a:cubicBezTo>
                    <a:pt x="18" y="2"/>
                    <a:pt x="25" y="0"/>
                    <a:pt x="26" y="1"/>
                  </a:cubicBezTo>
                  <a:cubicBezTo>
                    <a:pt x="27" y="3"/>
                    <a:pt x="21" y="7"/>
                    <a:pt x="14" y="11"/>
                  </a:cubicBezTo>
                  <a:cubicBezTo>
                    <a:pt x="7" y="15"/>
                    <a:pt x="1" y="16"/>
                    <a:pt x="0" y="15"/>
                  </a:cubicBezTo>
                  <a:cubicBezTo>
                    <a:pt x="0" y="13"/>
                    <a:pt x="4" y="9"/>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3" name="Freeform 1257">
              <a:extLst>
                <a:ext uri="{FF2B5EF4-FFF2-40B4-BE49-F238E27FC236}">
                  <a16:creationId xmlns:a16="http://schemas.microsoft.com/office/drawing/2014/main" id="{9FAAB2E1-A74B-EA2D-9234-2B2091023106}"/>
                </a:ext>
              </a:extLst>
            </p:cNvPr>
            <p:cNvSpPr>
              <a:spLocks/>
            </p:cNvSpPr>
            <p:nvPr/>
          </p:nvSpPr>
          <p:spPr bwMode="auto">
            <a:xfrm rot="5094805">
              <a:off x="1496581" y="4647326"/>
              <a:ext cx="68549" cy="38845"/>
            </a:xfrm>
            <a:custGeom>
              <a:avLst/>
              <a:gdLst>
                <a:gd name="T0" fmla="*/ 16 w 28"/>
                <a:gd name="T1" fmla="*/ 11 h 16"/>
                <a:gd name="T2" fmla="*/ 2 w 28"/>
                <a:gd name="T3" fmla="*/ 15 h 16"/>
                <a:gd name="T4" fmla="*/ 11 w 28"/>
                <a:gd name="T5" fmla="*/ 7 h 16"/>
                <a:gd name="T6" fmla="*/ 27 w 28"/>
                <a:gd name="T7" fmla="*/ 2 h 16"/>
                <a:gd name="T8" fmla="*/ 16 w 28"/>
                <a:gd name="T9" fmla="*/ 11 h 16"/>
              </a:gdLst>
              <a:ahLst/>
              <a:cxnLst>
                <a:cxn ang="0">
                  <a:pos x="T0" y="T1"/>
                </a:cxn>
                <a:cxn ang="0">
                  <a:pos x="T2" y="T3"/>
                </a:cxn>
                <a:cxn ang="0">
                  <a:pos x="T4" y="T5"/>
                </a:cxn>
                <a:cxn ang="0">
                  <a:pos x="T6" y="T7"/>
                </a:cxn>
                <a:cxn ang="0">
                  <a:pos x="T8" y="T9"/>
                </a:cxn>
              </a:cxnLst>
              <a:rect l="0" t="0" r="r" b="b"/>
              <a:pathLst>
                <a:path w="28" h="16">
                  <a:moveTo>
                    <a:pt x="16" y="11"/>
                  </a:moveTo>
                  <a:cubicBezTo>
                    <a:pt x="9" y="15"/>
                    <a:pt x="3" y="16"/>
                    <a:pt x="2" y="15"/>
                  </a:cubicBezTo>
                  <a:cubicBezTo>
                    <a:pt x="0" y="14"/>
                    <a:pt x="5" y="10"/>
                    <a:pt x="11" y="7"/>
                  </a:cubicBezTo>
                  <a:cubicBezTo>
                    <a:pt x="18" y="3"/>
                    <a:pt x="26" y="0"/>
                    <a:pt x="27" y="2"/>
                  </a:cubicBezTo>
                  <a:cubicBezTo>
                    <a:pt x="28" y="3"/>
                    <a:pt x="23" y="7"/>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4" name="Freeform 1258">
              <a:extLst>
                <a:ext uri="{FF2B5EF4-FFF2-40B4-BE49-F238E27FC236}">
                  <a16:creationId xmlns:a16="http://schemas.microsoft.com/office/drawing/2014/main" id="{295A3B7D-8E96-61B0-B349-4546CF7A4C68}"/>
                </a:ext>
              </a:extLst>
            </p:cNvPr>
            <p:cNvSpPr>
              <a:spLocks/>
            </p:cNvSpPr>
            <p:nvPr/>
          </p:nvSpPr>
          <p:spPr bwMode="auto">
            <a:xfrm rot="5094805">
              <a:off x="1605776" y="4831445"/>
              <a:ext cx="68549" cy="36560"/>
            </a:xfrm>
            <a:custGeom>
              <a:avLst/>
              <a:gdLst>
                <a:gd name="T0" fmla="*/ 12 w 27"/>
                <a:gd name="T1" fmla="*/ 5 h 15"/>
                <a:gd name="T2" fmla="*/ 26 w 27"/>
                <a:gd name="T3" fmla="*/ 1 h 15"/>
                <a:gd name="T4" fmla="*/ 14 w 27"/>
                <a:gd name="T5" fmla="*/ 10 h 15"/>
                <a:gd name="T6" fmla="*/ 0 w 27"/>
                <a:gd name="T7" fmla="*/ 13 h 15"/>
                <a:gd name="T8" fmla="*/ 12 w 27"/>
                <a:gd name="T9" fmla="*/ 5 h 15"/>
              </a:gdLst>
              <a:ahLst/>
              <a:cxnLst>
                <a:cxn ang="0">
                  <a:pos x="T0" y="T1"/>
                </a:cxn>
                <a:cxn ang="0">
                  <a:pos x="T2" y="T3"/>
                </a:cxn>
                <a:cxn ang="0">
                  <a:pos x="T4" y="T5"/>
                </a:cxn>
                <a:cxn ang="0">
                  <a:pos x="T6" y="T7"/>
                </a:cxn>
                <a:cxn ang="0">
                  <a:pos x="T8" y="T9"/>
                </a:cxn>
              </a:cxnLst>
              <a:rect l="0" t="0" r="r" b="b"/>
              <a:pathLst>
                <a:path w="27" h="15">
                  <a:moveTo>
                    <a:pt x="12" y="5"/>
                  </a:moveTo>
                  <a:cubicBezTo>
                    <a:pt x="19" y="2"/>
                    <a:pt x="25" y="0"/>
                    <a:pt x="26" y="1"/>
                  </a:cubicBezTo>
                  <a:cubicBezTo>
                    <a:pt x="27" y="3"/>
                    <a:pt x="21" y="7"/>
                    <a:pt x="14" y="10"/>
                  </a:cubicBezTo>
                  <a:cubicBezTo>
                    <a:pt x="7" y="14"/>
                    <a:pt x="1" y="15"/>
                    <a:pt x="0" y="13"/>
                  </a:cubicBezTo>
                  <a:cubicBezTo>
                    <a:pt x="0" y="12"/>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5" name="Freeform 1259">
              <a:extLst>
                <a:ext uri="{FF2B5EF4-FFF2-40B4-BE49-F238E27FC236}">
                  <a16:creationId xmlns:a16="http://schemas.microsoft.com/office/drawing/2014/main" id="{A57B24F0-DF84-7B38-BFA7-7D6B52E2C277}"/>
                </a:ext>
              </a:extLst>
            </p:cNvPr>
            <p:cNvSpPr>
              <a:spLocks/>
            </p:cNvSpPr>
            <p:nvPr/>
          </p:nvSpPr>
          <p:spPr bwMode="auto">
            <a:xfrm rot="5094805">
              <a:off x="1713736" y="5014630"/>
              <a:ext cx="66264" cy="34275"/>
            </a:xfrm>
            <a:custGeom>
              <a:avLst/>
              <a:gdLst>
                <a:gd name="T0" fmla="*/ 26 w 27"/>
                <a:gd name="T1" fmla="*/ 2 h 14"/>
                <a:gd name="T2" fmla="*/ 15 w 27"/>
                <a:gd name="T3" fmla="*/ 10 h 14"/>
                <a:gd name="T4" fmla="*/ 1 w 27"/>
                <a:gd name="T5" fmla="*/ 13 h 14"/>
                <a:gd name="T6" fmla="*/ 13 w 27"/>
                <a:gd name="T7" fmla="*/ 5 h 14"/>
                <a:gd name="T8" fmla="*/ 26 w 27"/>
                <a:gd name="T9" fmla="*/ 2 h 14"/>
              </a:gdLst>
              <a:ahLst/>
              <a:cxnLst>
                <a:cxn ang="0">
                  <a:pos x="T0" y="T1"/>
                </a:cxn>
                <a:cxn ang="0">
                  <a:pos x="T2" y="T3"/>
                </a:cxn>
                <a:cxn ang="0">
                  <a:pos x="T4" y="T5"/>
                </a:cxn>
                <a:cxn ang="0">
                  <a:pos x="T6" y="T7"/>
                </a:cxn>
                <a:cxn ang="0">
                  <a:pos x="T8" y="T9"/>
                </a:cxn>
              </a:cxnLst>
              <a:rect l="0" t="0" r="r" b="b"/>
              <a:pathLst>
                <a:path w="27" h="14">
                  <a:moveTo>
                    <a:pt x="26" y="2"/>
                  </a:moveTo>
                  <a:cubicBezTo>
                    <a:pt x="27" y="3"/>
                    <a:pt x="22" y="7"/>
                    <a:pt x="15" y="10"/>
                  </a:cubicBezTo>
                  <a:cubicBezTo>
                    <a:pt x="8" y="13"/>
                    <a:pt x="2" y="14"/>
                    <a:pt x="1" y="13"/>
                  </a:cubicBezTo>
                  <a:cubicBezTo>
                    <a:pt x="0" y="12"/>
                    <a:pt x="6" y="8"/>
                    <a:pt x="13" y="5"/>
                  </a:cubicBezTo>
                  <a:cubicBezTo>
                    <a:pt x="20" y="2"/>
                    <a:pt x="26"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6" name="Freeform 1260">
              <a:extLst>
                <a:ext uri="{FF2B5EF4-FFF2-40B4-BE49-F238E27FC236}">
                  <a16:creationId xmlns:a16="http://schemas.microsoft.com/office/drawing/2014/main" id="{58406A31-BA75-E916-80C3-E32353F93DDA}"/>
                </a:ext>
              </a:extLst>
            </p:cNvPr>
            <p:cNvSpPr>
              <a:spLocks/>
            </p:cNvSpPr>
            <p:nvPr/>
          </p:nvSpPr>
          <p:spPr bwMode="auto">
            <a:xfrm rot="5094805">
              <a:off x="1813624" y="5197284"/>
              <a:ext cx="66264" cy="31990"/>
            </a:xfrm>
            <a:custGeom>
              <a:avLst/>
              <a:gdLst>
                <a:gd name="T0" fmla="*/ 15 w 27"/>
                <a:gd name="T1" fmla="*/ 9 h 13"/>
                <a:gd name="T2" fmla="*/ 1 w 27"/>
                <a:gd name="T3" fmla="*/ 12 h 13"/>
                <a:gd name="T4" fmla="*/ 12 w 27"/>
                <a:gd name="T5" fmla="*/ 5 h 13"/>
                <a:gd name="T6" fmla="*/ 27 w 27"/>
                <a:gd name="T7" fmla="*/ 2 h 13"/>
                <a:gd name="T8" fmla="*/ 15 w 27"/>
                <a:gd name="T9" fmla="*/ 9 h 13"/>
              </a:gdLst>
              <a:ahLst/>
              <a:cxnLst>
                <a:cxn ang="0">
                  <a:pos x="T0" y="T1"/>
                </a:cxn>
                <a:cxn ang="0">
                  <a:pos x="T2" y="T3"/>
                </a:cxn>
                <a:cxn ang="0">
                  <a:pos x="T4" y="T5"/>
                </a:cxn>
                <a:cxn ang="0">
                  <a:pos x="T6" y="T7"/>
                </a:cxn>
                <a:cxn ang="0">
                  <a:pos x="T8" y="T9"/>
                </a:cxn>
              </a:cxnLst>
              <a:rect l="0" t="0" r="r" b="b"/>
              <a:pathLst>
                <a:path w="27" h="13">
                  <a:moveTo>
                    <a:pt x="15" y="9"/>
                  </a:moveTo>
                  <a:cubicBezTo>
                    <a:pt x="8" y="12"/>
                    <a:pt x="2" y="13"/>
                    <a:pt x="1" y="12"/>
                  </a:cubicBezTo>
                  <a:cubicBezTo>
                    <a:pt x="0" y="11"/>
                    <a:pt x="5" y="8"/>
                    <a:pt x="12" y="5"/>
                  </a:cubicBezTo>
                  <a:cubicBezTo>
                    <a:pt x="20" y="2"/>
                    <a:pt x="27" y="0"/>
                    <a:pt x="27" y="2"/>
                  </a:cubicBezTo>
                  <a:cubicBezTo>
                    <a:pt x="27" y="3"/>
                    <a:pt x="22" y="7"/>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7" name="Freeform 1261">
              <a:extLst>
                <a:ext uri="{FF2B5EF4-FFF2-40B4-BE49-F238E27FC236}">
                  <a16:creationId xmlns:a16="http://schemas.microsoft.com/office/drawing/2014/main" id="{D9BB0C72-6DF5-65FC-0681-E8E230ED0D9D}"/>
                </a:ext>
              </a:extLst>
            </p:cNvPr>
            <p:cNvSpPr>
              <a:spLocks/>
            </p:cNvSpPr>
            <p:nvPr/>
          </p:nvSpPr>
          <p:spPr bwMode="auto">
            <a:xfrm rot="5094805">
              <a:off x="1902334" y="5383227"/>
              <a:ext cx="66264" cy="29705"/>
            </a:xfrm>
            <a:custGeom>
              <a:avLst/>
              <a:gdLst>
                <a:gd name="T0" fmla="*/ 27 w 27"/>
                <a:gd name="T1" fmla="*/ 2 h 12"/>
                <a:gd name="T2" fmla="*/ 15 w 27"/>
                <a:gd name="T3" fmla="*/ 8 h 12"/>
                <a:gd name="T4" fmla="*/ 1 w 27"/>
                <a:gd name="T5" fmla="*/ 11 h 12"/>
                <a:gd name="T6" fmla="*/ 13 w 27"/>
                <a:gd name="T7" fmla="*/ 4 h 12"/>
                <a:gd name="T8" fmla="*/ 27 w 27"/>
                <a:gd name="T9" fmla="*/ 2 h 12"/>
              </a:gdLst>
              <a:ahLst/>
              <a:cxnLst>
                <a:cxn ang="0">
                  <a:pos x="T0" y="T1"/>
                </a:cxn>
                <a:cxn ang="0">
                  <a:pos x="T2" y="T3"/>
                </a:cxn>
                <a:cxn ang="0">
                  <a:pos x="T4" y="T5"/>
                </a:cxn>
                <a:cxn ang="0">
                  <a:pos x="T6" y="T7"/>
                </a:cxn>
                <a:cxn ang="0">
                  <a:pos x="T8" y="T9"/>
                </a:cxn>
              </a:cxnLst>
              <a:rect l="0" t="0" r="r" b="b"/>
              <a:pathLst>
                <a:path w="27" h="12">
                  <a:moveTo>
                    <a:pt x="27" y="2"/>
                  </a:moveTo>
                  <a:cubicBezTo>
                    <a:pt x="27" y="3"/>
                    <a:pt x="22" y="6"/>
                    <a:pt x="15" y="8"/>
                  </a:cubicBezTo>
                  <a:cubicBezTo>
                    <a:pt x="8" y="11"/>
                    <a:pt x="1" y="12"/>
                    <a:pt x="1" y="11"/>
                  </a:cubicBezTo>
                  <a:cubicBezTo>
                    <a:pt x="0" y="10"/>
                    <a:pt x="6" y="6"/>
                    <a:pt x="13" y="4"/>
                  </a:cubicBezTo>
                  <a:cubicBezTo>
                    <a:pt x="20" y="1"/>
                    <a:pt x="26"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8" name="Freeform 1262">
              <a:extLst>
                <a:ext uri="{FF2B5EF4-FFF2-40B4-BE49-F238E27FC236}">
                  <a16:creationId xmlns:a16="http://schemas.microsoft.com/office/drawing/2014/main" id="{8599A0BB-20F6-5C14-04F6-E0BE91121E96}"/>
                </a:ext>
              </a:extLst>
            </p:cNvPr>
            <p:cNvSpPr>
              <a:spLocks/>
            </p:cNvSpPr>
            <p:nvPr/>
          </p:nvSpPr>
          <p:spPr bwMode="auto">
            <a:xfrm rot="5094805">
              <a:off x="1979762" y="5572362"/>
              <a:ext cx="68549" cy="25135"/>
            </a:xfrm>
            <a:custGeom>
              <a:avLst/>
              <a:gdLst>
                <a:gd name="T0" fmla="*/ 15 w 27"/>
                <a:gd name="T1" fmla="*/ 7 h 10"/>
                <a:gd name="T2" fmla="*/ 1 w 27"/>
                <a:gd name="T3" fmla="*/ 9 h 10"/>
                <a:gd name="T4" fmla="*/ 11 w 27"/>
                <a:gd name="T5" fmla="*/ 3 h 10"/>
                <a:gd name="T6" fmla="*/ 26 w 27"/>
                <a:gd name="T7" fmla="*/ 1 h 10"/>
                <a:gd name="T8" fmla="*/ 15 w 27"/>
                <a:gd name="T9" fmla="*/ 7 h 10"/>
              </a:gdLst>
              <a:ahLst/>
              <a:cxnLst>
                <a:cxn ang="0">
                  <a:pos x="T0" y="T1"/>
                </a:cxn>
                <a:cxn ang="0">
                  <a:pos x="T2" y="T3"/>
                </a:cxn>
                <a:cxn ang="0">
                  <a:pos x="T4" y="T5"/>
                </a:cxn>
                <a:cxn ang="0">
                  <a:pos x="T6" y="T7"/>
                </a:cxn>
                <a:cxn ang="0">
                  <a:pos x="T8" y="T9"/>
                </a:cxn>
              </a:cxnLst>
              <a:rect l="0" t="0" r="r" b="b"/>
              <a:pathLst>
                <a:path w="27" h="10">
                  <a:moveTo>
                    <a:pt x="15" y="7"/>
                  </a:moveTo>
                  <a:cubicBezTo>
                    <a:pt x="8" y="9"/>
                    <a:pt x="1" y="10"/>
                    <a:pt x="1" y="9"/>
                  </a:cubicBezTo>
                  <a:cubicBezTo>
                    <a:pt x="0" y="8"/>
                    <a:pt x="5" y="5"/>
                    <a:pt x="11" y="3"/>
                  </a:cubicBezTo>
                  <a:cubicBezTo>
                    <a:pt x="19" y="1"/>
                    <a:pt x="26" y="0"/>
                    <a:pt x="26" y="1"/>
                  </a:cubicBezTo>
                  <a:cubicBezTo>
                    <a:pt x="27" y="2"/>
                    <a:pt x="22" y="5"/>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9" name="Freeform 1263">
              <a:extLst>
                <a:ext uri="{FF2B5EF4-FFF2-40B4-BE49-F238E27FC236}">
                  <a16:creationId xmlns:a16="http://schemas.microsoft.com/office/drawing/2014/main" id="{E5EB44DC-608E-8443-12EA-D1A2B6150E01}"/>
                </a:ext>
              </a:extLst>
            </p:cNvPr>
            <p:cNvSpPr>
              <a:spLocks/>
            </p:cNvSpPr>
            <p:nvPr/>
          </p:nvSpPr>
          <p:spPr bwMode="auto">
            <a:xfrm rot="5094805">
              <a:off x="2049233" y="5763552"/>
              <a:ext cx="66264" cy="18280"/>
            </a:xfrm>
            <a:custGeom>
              <a:avLst/>
              <a:gdLst>
                <a:gd name="T0" fmla="*/ 13 w 27"/>
                <a:gd name="T1" fmla="*/ 2 h 8"/>
                <a:gd name="T2" fmla="*/ 27 w 27"/>
                <a:gd name="T3" fmla="*/ 1 h 8"/>
                <a:gd name="T4" fmla="*/ 13 w 27"/>
                <a:gd name="T5" fmla="*/ 6 h 8"/>
                <a:gd name="T6" fmla="*/ 1 w 27"/>
                <a:gd name="T7" fmla="*/ 7 h 8"/>
                <a:gd name="T8" fmla="*/ 13 w 27"/>
                <a:gd name="T9" fmla="*/ 2 h 8"/>
              </a:gdLst>
              <a:ahLst/>
              <a:cxnLst>
                <a:cxn ang="0">
                  <a:pos x="T0" y="T1"/>
                </a:cxn>
                <a:cxn ang="0">
                  <a:pos x="T2" y="T3"/>
                </a:cxn>
                <a:cxn ang="0">
                  <a:pos x="T4" y="T5"/>
                </a:cxn>
                <a:cxn ang="0">
                  <a:pos x="T6" y="T7"/>
                </a:cxn>
                <a:cxn ang="0">
                  <a:pos x="T8" y="T9"/>
                </a:cxn>
              </a:cxnLst>
              <a:rect l="0" t="0" r="r" b="b"/>
              <a:pathLst>
                <a:path w="27" h="8">
                  <a:moveTo>
                    <a:pt x="13" y="2"/>
                  </a:moveTo>
                  <a:cubicBezTo>
                    <a:pt x="20" y="0"/>
                    <a:pt x="26" y="0"/>
                    <a:pt x="27" y="1"/>
                  </a:cubicBezTo>
                  <a:cubicBezTo>
                    <a:pt x="27" y="2"/>
                    <a:pt x="21" y="5"/>
                    <a:pt x="13" y="6"/>
                  </a:cubicBezTo>
                  <a:cubicBezTo>
                    <a:pt x="6" y="8"/>
                    <a:pt x="1" y="8"/>
                    <a:pt x="1" y="7"/>
                  </a:cubicBezTo>
                  <a:cubicBezTo>
                    <a:pt x="0" y="6"/>
                    <a:pt x="6" y="4"/>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0" name="Freeform 1264">
              <a:extLst>
                <a:ext uri="{FF2B5EF4-FFF2-40B4-BE49-F238E27FC236}">
                  <a16:creationId xmlns:a16="http://schemas.microsoft.com/office/drawing/2014/main" id="{F194392B-92F1-F41F-2C0E-FDBAC0E9C4D1}"/>
                </a:ext>
              </a:extLst>
            </p:cNvPr>
            <p:cNvSpPr>
              <a:spLocks/>
            </p:cNvSpPr>
            <p:nvPr/>
          </p:nvSpPr>
          <p:spPr bwMode="auto">
            <a:xfrm rot="5094805">
              <a:off x="2104006" y="5954810"/>
              <a:ext cx="66264" cy="15995"/>
            </a:xfrm>
            <a:custGeom>
              <a:avLst/>
              <a:gdLst>
                <a:gd name="T0" fmla="*/ 26 w 27"/>
                <a:gd name="T1" fmla="*/ 1 h 6"/>
                <a:gd name="T2" fmla="*/ 14 w 27"/>
                <a:gd name="T3" fmla="*/ 5 h 6"/>
                <a:gd name="T4" fmla="*/ 0 w 27"/>
                <a:gd name="T5" fmla="*/ 5 h 6"/>
                <a:gd name="T6" fmla="*/ 12 w 27"/>
                <a:gd name="T7" fmla="*/ 1 h 6"/>
                <a:gd name="T8" fmla="*/ 26 w 27"/>
                <a:gd name="T9" fmla="*/ 1 h 6"/>
              </a:gdLst>
              <a:ahLst/>
              <a:cxnLst>
                <a:cxn ang="0">
                  <a:pos x="T0" y="T1"/>
                </a:cxn>
                <a:cxn ang="0">
                  <a:pos x="T2" y="T3"/>
                </a:cxn>
                <a:cxn ang="0">
                  <a:pos x="T4" y="T5"/>
                </a:cxn>
                <a:cxn ang="0">
                  <a:pos x="T6" y="T7"/>
                </a:cxn>
                <a:cxn ang="0">
                  <a:pos x="T8" y="T9"/>
                </a:cxn>
              </a:cxnLst>
              <a:rect l="0" t="0" r="r" b="b"/>
              <a:pathLst>
                <a:path w="27" h="6">
                  <a:moveTo>
                    <a:pt x="26" y="1"/>
                  </a:moveTo>
                  <a:cubicBezTo>
                    <a:pt x="27" y="2"/>
                    <a:pt x="21" y="3"/>
                    <a:pt x="14" y="5"/>
                  </a:cubicBezTo>
                  <a:cubicBezTo>
                    <a:pt x="7" y="6"/>
                    <a:pt x="0" y="6"/>
                    <a:pt x="0" y="5"/>
                  </a:cubicBezTo>
                  <a:cubicBezTo>
                    <a:pt x="0" y="4"/>
                    <a:pt x="5" y="2"/>
                    <a:pt x="12" y="1"/>
                  </a:cubicBezTo>
                  <a:cubicBezTo>
                    <a:pt x="19" y="0"/>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1" name="Freeform 1265">
              <a:extLst>
                <a:ext uri="{FF2B5EF4-FFF2-40B4-BE49-F238E27FC236}">
                  <a16:creationId xmlns:a16="http://schemas.microsoft.com/office/drawing/2014/main" id="{8415C853-8C89-9AA6-E1E3-7E0DB67FFC57}"/>
                </a:ext>
              </a:extLst>
            </p:cNvPr>
            <p:cNvSpPr>
              <a:spLocks/>
            </p:cNvSpPr>
            <p:nvPr/>
          </p:nvSpPr>
          <p:spPr bwMode="auto">
            <a:xfrm rot="5094805">
              <a:off x="2142646" y="6147495"/>
              <a:ext cx="66264" cy="9140"/>
            </a:xfrm>
            <a:custGeom>
              <a:avLst/>
              <a:gdLst>
                <a:gd name="T0" fmla="*/ 27 w 27"/>
                <a:gd name="T1" fmla="*/ 1 h 4"/>
                <a:gd name="T2" fmla="*/ 15 w 27"/>
                <a:gd name="T3" fmla="*/ 4 h 4"/>
                <a:gd name="T4" fmla="*/ 0 w 27"/>
                <a:gd name="T5" fmla="*/ 3 h 4"/>
                <a:gd name="T6" fmla="*/ 13 w 27"/>
                <a:gd name="T7" fmla="*/ 0 h 4"/>
                <a:gd name="T8" fmla="*/ 27 w 27"/>
                <a:gd name="T9" fmla="*/ 1 h 4"/>
              </a:gdLst>
              <a:ahLst/>
              <a:cxnLst>
                <a:cxn ang="0">
                  <a:pos x="T0" y="T1"/>
                </a:cxn>
                <a:cxn ang="0">
                  <a:pos x="T2" y="T3"/>
                </a:cxn>
                <a:cxn ang="0">
                  <a:pos x="T4" y="T5"/>
                </a:cxn>
                <a:cxn ang="0">
                  <a:pos x="T6" y="T7"/>
                </a:cxn>
                <a:cxn ang="0">
                  <a:pos x="T8" y="T9"/>
                </a:cxn>
              </a:cxnLst>
              <a:rect l="0" t="0" r="r" b="b"/>
              <a:pathLst>
                <a:path w="27" h="4">
                  <a:moveTo>
                    <a:pt x="27" y="1"/>
                  </a:moveTo>
                  <a:cubicBezTo>
                    <a:pt x="27" y="2"/>
                    <a:pt x="22" y="3"/>
                    <a:pt x="15" y="4"/>
                  </a:cubicBezTo>
                  <a:cubicBezTo>
                    <a:pt x="8" y="4"/>
                    <a:pt x="1" y="4"/>
                    <a:pt x="0" y="3"/>
                  </a:cubicBezTo>
                  <a:cubicBezTo>
                    <a:pt x="0" y="2"/>
                    <a:pt x="6" y="1"/>
                    <a:pt x="13" y="0"/>
                  </a:cubicBezTo>
                  <a:cubicBezTo>
                    <a:pt x="20" y="0"/>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2" name="Freeform 1266">
              <a:extLst>
                <a:ext uri="{FF2B5EF4-FFF2-40B4-BE49-F238E27FC236}">
                  <a16:creationId xmlns:a16="http://schemas.microsoft.com/office/drawing/2014/main" id="{A152BDF6-A8FC-D262-E2CE-721B76364A36}"/>
                </a:ext>
              </a:extLst>
            </p:cNvPr>
            <p:cNvSpPr>
              <a:spLocks/>
            </p:cNvSpPr>
            <p:nvPr/>
          </p:nvSpPr>
          <p:spPr bwMode="auto">
            <a:xfrm rot="5094805">
              <a:off x="2170513" y="6343451"/>
              <a:ext cx="66264" cy="11425"/>
            </a:xfrm>
            <a:custGeom>
              <a:avLst/>
              <a:gdLst>
                <a:gd name="T0" fmla="*/ 12 w 27"/>
                <a:gd name="T1" fmla="*/ 0 h 4"/>
                <a:gd name="T2" fmla="*/ 26 w 27"/>
                <a:gd name="T3" fmla="*/ 1 h 4"/>
                <a:gd name="T4" fmla="*/ 13 w 27"/>
                <a:gd name="T5" fmla="*/ 4 h 4"/>
                <a:gd name="T6" fmla="*/ 0 w 27"/>
                <a:gd name="T7" fmla="*/ 3 h 4"/>
                <a:gd name="T8" fmla="*/ 12 w 27"/>
                <a:gd name="T9" fmla="*/ 0 h 4"/>
              </a:gdLst>
              <a:ahLst/>
              <a:cxnLst>
                <a:cxn ang="0">
                  <a:pos x="T0" y="T1"/>
                </a:cxn>
                <a:cxn ang="0">
                  <a:pos x="T2" y="T3"/>
                </a:cxn>
                <a:cxn ang="0">
                  <a:pos x="T4" y="T5"/>
                </a:cxn>
                <a:cxn ang="0">
                  <a:pos x="T6" y="T7"/>
                </a:cxn>
                <a:cxn ang="0">
                  <a:pos x="T8" y="T9"/>
                </a:cxn>
              </a:cxnLst>
              <a:rect l="0" t="0" r="r" b="b"/>
              <a:pathLst>
                <a:path w="27" h="4">
                  <a:moveTo>
                    <a:pt x="12" y="0"/>
                  </a:moveTo>
                  <a:cubicBezTo>
                    <a:pt x="19" y="0"/>
                    <a:pt x="26" y="0"/>
                    <a:pt x="26" y="1"/>
                  </a:cubicBezTo>
                  <a:cubicBezTo>
                    <a:pt x="27" y="2"/>
                    <a:pt x="20" y="4"/>
                    <a:pt x="13" y="4"/>
                  </a:cubicBezTo>
                  <a:cubicBezTo>
                    <a:pt x="5" y="4"/>
                    <a:pt x="0" y="4"/>
                    <a:pt x="0" y="3"/>
                  </a:cubicBezTo>
                  <a:cubicBezTo>
                    <a:pt x="0" y="2"/>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3" name="Freeform 1267">
              <a:extLst>
                <a:ext uri="{FF2B5EF4-FFF2-40B4-BE49-F238E27FC236}">
                  <a16:creationId xmlns:a16="http://schemas.microsoft.com/office/drawing/2014/main" id="{82572559-F6DF-64EE-4864-D063706D203D}"/>
                </a:ext>
              </a:extLst>
            </p:cNvPr>
            <p:cNvSpPr>
              <a:spLocks/>
            </p:cNvSpPr>
            <p:nvPr/>
          </p:nvSpPr>
          <p:spPr bwMode="auto">
            <a:xfrm rot="5094805">
              <a:off x="2199104" y="6535693"/>
              <a:ext cx="70834" cy="11425"/>
            </a:xfrm>
            <a:custGeom>
              <a:avLst/>
              <a:gdLst>
                <a:gd name="T0" fmla="*/ 17 w 29"/>
                <a:gd name="T1" fmla="*/ 4 h 5"/>
                <a:gd name="T2" fmla="*/ 2 w 29"/>
                <a:gd name="T3" fmla="*/ 3 h 5"/>
                <a:gd name="T4" fmla="*/ 12 w 29"/>
                <a:gd name="T5" fmla="*/ 0 h 5"/>
                <a:gd name="T6" fmla="*/ 28 w 29"/>
                <a:gd name="T7" fmla="*/ 1 h 5"/>
                <a:gd name="T8" fmla="*/ 17 w 29"/>
                <a:gd name="T9" fmla="*/ 4 h 5"/>
              </a:gdLst>
              <a:ahLst/>
              <a:cxnLst>
                <a:cxn ang="0">
                  <a:pos x="T0" y="T1"/>
                </a:cxn>
                <a:cxn ang="0">
                  <a:pos x="T2" y="T3"/>
                </a:cxn>
                <a:cxn ang="0">
                  <a:pos x="T4" y="T5"/>
                </a:cxn>
                <a:cxn ang="0">
                  <a:pos x="T6" y="T7"/>
                </a:cxn>
                <a:cxn ang="0">
                  <a:pos x="T8" y="T9"/>
                </a:cxn>
              </a:cxnLst>
              <a:rect l="0" t="0" r="r" b="b"/>
              <a:pathLst>
                <a:path w="29" h="5">
                  <a:moveTo>
                    <a:pt x="17" y="4"/>
                  </a:moveTo>
                  <a:cubicBezTo>
                    <a:pt x="9" y="5"/>
                    <a:pt x="3" y="4"/>
                    <a:pt x="2" y="3"/>
                  </a:cubicBezTo>
                  <a:cubicBezTo>
                    <a:pt x="0" y="2"/>
                    <a:pt x="5" y="1"/>
                    <a:pt x="12" y="0"/>
                  </a:cubicBezTo>
                  <a:cubicBezTo>
                    <a:pt x="19" y="0"/>
                    <a:pt x="27" y="0"/>
                    <a:pt x="28" y="1"/>
                  </a:cubicBezTo>
                  <a:cubicBezTo>
                    <a:pt x="29" y="2"/>
                    <a:pt x="24" y="3"/>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4" name="Freeform 1268">
              <a:extLst>
                <a:ext uri="{FF2B5EF4-FFF2-40B4-BE49-F238E27FC236}">
                  <a16:creationId xmlns:a16="http://schemas.microsoft.com/office/drawing/2014/main" id="{334FF8F8-EFB0-12CD-3ACA-2026FD76D940}"/>
                </a:ext>
              </a:extLst>
            </p:cNvPr>
            <p:cNvSpPr>
              <a:spLocks/>
            </p:cNvSpPr>
            <p:nvPr/>
          </p:nvSpPr>
          <p:spPr bwMode="auto">
            <a:xfrm rot="5094805">
              <a:off x="2238456" y="6730733"/>
              <a:ext cx="68549" cy="15995"/>
            </a:xfrm>
            <a:custGeom>
              <a:avLst/>
              <a:gdLst>
                <a:gd name="T0" fmla="*/ 12 w 28"/>
                <a:gd name="T1" fmla="*/ 1 h 6"/>
                <a:gd name="T2" fmla="*/ 27 w 28"/>
                <a:gd name="T3" fmla="*/ 1 h 6"/>
                <a:gd name="T4" fmla="*/ 14 w 28"/>
                <a:gd name="T5" fmla="*/ 5 h 6"/>
                <a:gd name="T6" fmla="*/ 0 w 28"/>
                <a:gd name="T7" fmla="*/ 4 h 6"/>
                <a:gd name="T8" fmla="*/ 12 w 28"/>
                <a:gd name="T9" fmla="*/ 1 h 6"/>
              </a:gdLst>
              <a:ahLst/>
              <a:cxnLst>
                <a:cxn ang="0">
                  <a:pos x="T0" y="T1"/>
                </a:cxn>
                <a:cxn ang="0">
                  <a:pos x="T2" y="T3"/>
                </a:cxn>
                <a:cxn ang="0">
                  <a:pos x="T4" y="T5"/>
                </a:cxn>
                <a:cxn ang="0">
                  <a:pos x="T6" y="T7"/>
                </a:cxn>
                <a:cxn ang="0">
                  <a:pos x="T8" y="T9"/>
                </a:cxn>
              </a:cxnLst>
              <a:rect l="0" t="0" r="r" b="b"/>
              <a:pathLst>
                <a:path w="28" h="6">
                  <a:moveTo>
                    <a:pt x="12" y="1"/>
                  </a:moveTo>
                  <a:cubicBezTo>
                    <a:pt x="19" y="0"/>
                    <a:pt x="26" y="0"/>
                    <a:pt x="27" y="1"/>
                  </a:cubicBezTo>
                  <a:cubicBezTo>
                    <a:pt x="28" y="2"/>
                    <a:pt x="22" y="4"/>
                    <a:pt x="14" y="5"/>
                  </a:cubicBezTo>
                  <a:cubicBezTo>
                    <a:pt x="7" y="6"/>
                    <a:pt x="1" y="5"/>
                    <a:pt x="0" y="4"/>
                  </a:cubicBezTo>
                  <a:cubicBezTo>
                    <a:pt x="0" y="3"/>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5" name="Freeform 1269">
              <a:extLst>
                <a:ext uri="{FF2B5EF4-FFF2-40B4-BE49-F238E27FC236}">
                  <a16:creationId xmlns:a16="http://schemas.microsoft.com/office/drawing/2014/main" id="{CC150733-4910-EC04-FAA2-1803C3DE7DBF}"/>
                </a:ext>
              </a:extLst>
            </p:cNvPr>
            <p:cNvSpPr>
              <a:spLocks/>
            </p:cNvSpPr>
            <p:nvPr/>
          </p:nvSpPr>
          <p:spPr bwMode="auto">
            <a:xfrm rot="5094805">
              <a:off x="2283094" y="6921857"/>
              <a:ext cx="66264" cy="18280"/>
            </a:xfrm>
            <a:custGeom>
              <a:avLst/>
              <a:gdLst>
                <a:gd name="T0" fmla="*/ 14 w 27"/>
                <a:gd name="T1" fmla="*/ 6 h 7"/>
                <a:gd name="T2" fmla="*/ 0 w 27"/>
                <a:gd name="T3" fmla="*/ 5 h 7"/>
                <a:gd name="T4" fmla="*/ 12 w 27"/>
                <a:gd name="T5" fmla="*/ 1 h 7"/>
                <a:gd name="T6" fmla="*/ 27 w 27"/>
                <a:gd name="T7" fmla="*/ 2 h 7"/>
                <a:gd name="T8" fmla="*/ 14 w 27"/>
                <a:gd name="T9" fmla="*/ 6 h 7"/>
              </a:gdLst>
              <a:ahLst/>
              <a:cxnLst>
                <a:cxn ang="0">
                  <a:pos x="T0" y="T1"/>
                </a:cxn>
                <a:cxn ang="0">
                  <a:pos x="T2" y="T3"/>
                </a:cxn>
                <a:cxn ang="0">
                  <a:pos x="T4" y="T5"/>
                </a:cxn>
                <a:cxn ang="0">
                  <a:pos x="T6" y="T7"/>
                </a:cxn>
                <a:cxn ang="0">
                  <a:pos x="T8" y="T9"/>
                </a:cxn>
              </a:cxnLst>
              <a:rect l="0" t="0" r="r" b="b"/>
              <a:pathLst>
                <a:path w="27" h="7">
                  <a:moveTo>
                    <a:pt x="14" y="6"/>
                  </a:moveTo>
                  <a:cubicBezTo>
                    <a:pt x="7" y="7"/>
                    <a:pt x="1" y="7"/>
                    <a:pt x="0" y="5"/>
                  </a:cubicBezTo>
                  <a:cubicBezTo>
                    <a:pt x="0" y="4"/>
                    <a:pt x="5" y="2"/>
                    <a:pt x="12" y="1"/>
                  </a:cubicBezTo>
                  <a:cubicBezTo>
                    <a:pt x="20" y="0"/>
                    <a:pt x="27" y="0"/>
                    <a:pt x="27" y="2"/>
                  </a:cubicBezTo>
                  <a:cubicBezTo>
                    <a:pt x="27" y="3"/>
                    <a:pt x="21" y="5"/>
                    <a:pt x="1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6" name="Freeform 1289">
              <a:extLst>
                <a:ext uri="{FF2B5EF4-FFF2-40B4-BE49-F238E27FC236}">
                  <a16:creationId xmlns:a16="http://schemas.microsoft.com/office/drawing/2014/main" id="{E56B3DA6-7E11-C538-375A-668DDBF49C56}"/>
                </a:ext>
              </a:extLst>
            </p:cNvPr>
            <p:cNvSpPr>
              <a:spLocks/>
            </p:cNvSpPr>
            <p:nvPr/>
          </p:nvSpPr>
          <p:spPr bwMode="auto">
            <a:xfrm rot="5094805">
              <a:off x="-24549" y="125715"/>
              <a:ext cx="73119" cy="57124"/>
            </a:xfrm>
            <a:custGeom>
              <a:avLst/>
              <a:gdLst>
                <a:gd name="T0" fmla="*/ 28 w 29"/>
                <a:gd name="T1" fmla="*/ 9 h 23"/>
                <a:gd name="T2" fmla="*/ 17 w 29"/>
                <a:gd name="T3" fmla="*/ 21 h 23"/>
                <a:gd name="T4" fmla="*/ 2 w 29"/>
                <a:gd name="T5" fmla="*/ 14 h 23"/>
                <a:gd name="T6" fmla="*/ 13 w 29"/>
                <a:gd name="T7" fmla="*/ 1 h 23"/>
                <a:gd name="T8" fmla="*/ 28 w 29"/>
                <a:gd name="T9" fmla="*/ 9 h 23"/>
              </a:gdLst>
              <a:ahLst/>
              <a:cxnLst>
                <a:cxn ang="0">
                  <a:pos x="T0" y="T1"/>
                </a:cxn>
                <a:cxn ang="0">
                  <a:pos x="T2" y="T3"/>
                </a:cxn>
                <a:cxn ang="0">
                  <a:pos x="T4" y="T5"/>
                </a:cxn>
                <a:cxn ang="0">
                  <a:pos x="T6" y="T7"/>
                </a:cxn>
                <a:cxn ang="0">
                  <a:pos x="T8" y="T9"/>
                </a:cxn>
              </a:cxnLst>
              <a:rect l="0" t="0" r="r" b="b"/>
              <a:pathLst>
                <a:path w="29" h="23">
                  <a:moveTo>
                    <a:pt x="28" y="9"/>
                  </a:moveTo>
                  <a:cubicBezTo>
                    <a:pt x="29" y="14"/>
                    <a:pt x="24" y="20"/>
                    <a:pt x="17" y="21"/>
                  </a:cubicBezTo>
                  <a:cubicBezTo>
                    <a:pt x="10" y="23"/>
                    <a:pt x="3" y="20"/>
                    <a:pt x="2" y="14"/>
                  </a:cubicBezTo>
                  <a:cubicBezTo>
                    <a:pt x="0" y="9"/>
                    <a:pt x="6" y="2"/>
                    <a:pt x="13" y="1"/>
                  </a:cubicBezTo>
                  <a:cubicBezTo>
                    <a:pt x="20" y="0"/>
                    <a:pt x="27"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7" name="Freeform 1290">
              <a:extLst>
                <a:ext uri="{FF2B5EF4-FFF2-40B4-BE49-F238E27FC236}">
                  <a16:creationId xmlns:a16="http://schemas.microsoft.com/office/drawing/2014/main" id="{1C1A9244-3367-55DC-3C9A-B95839E6E42A}"/>
                </a:ext>
              </a:extLst>
            </p:cNvPr>
            <p:cNvSpPr>
              <a:spLocks/>
            </p:cNvSpPr>
            <p:nvPr/>
          </p:nvSpPr>
          <p:spPr bwMode="auto">
            <a:xfrm rot="5094805">
              <a:off x="25682" y="315296"/>
              <a:ext cx="68549" cy="59409"/>
            </a:xfrm>
            <a:custGeom>
              <a:avLst/>
              <a:gdLst>
                <a:gd name="T0" fmla="*/ 27 w 28"/>
                <a:gd name="T1" fmla="*/ 10 h 24"/>
                <a:gd name="T2" fmla="*/ 16 w 28"/>
                <a:gd name="T3" fmla="*/ 23 h 24"/>
                <a:gd name="T4" fmla="*/ 1 w 28"/>
                <a:gd name="T5" fmla="*/ 14 h 24"/>
                <a:gd name="T6" fmla="*/ 14 w 28"/>
                <a:gd name="T7" fmla="*/ 1 h 24"/>
                <a:gd name="T8" fmla="*/ 27 w 28"/>
                <a:gd name="T9" fmla="*/ 10 h 24"/>
              </a:gdLst>
              <a:ahLst/>
              <a:cxnLst>
                <a:cxn ang="0">
                  <a:pos x="T0" y="T1"/>
                </a:cxn>
                <a:cxn ang="0">
                  <a:pos x="T2" y="T3"/>
                </a:cxn>
                <a:cxn ang="0">
                  <a:pos x="T4" y="T5"/>
                </a:cxn>
                <a:cxn ang="0">
                  <a:pos x="T6" y="T7"/>
                </a:cxn>
                <a:cxn ang="0">
                  <a:pos x="T8" y="T9"/>
                </a:cxn>
              </a:cxnLst>
              <a:rect l="0" t="0" r="r" b="b"/>
              <a:pathLst>
                <a:path w="28" h="24">
                  <a:moveTo>
                    <a:pt x="27" y="10"/>
                  </a:moveTo>
                  <a:cubicBezTo>
                    <a:pt x="28" y="16"/>
                    <a:pt x="23" y="22"/>
                    <a:pt x="16" y="23"/>
                  </a:cubicBezTo>
                  <a:cubicBezTo>
                    <a:pt x="9" y="24"/>
                    <a:pt x="2" y="20"/>
                    <a:pt x="1" y="14"/>
                  </a:cubicBezTo>
                  <a:cubicBezTo>
                    <a:pt x="0" y="8"/>
                    <a:pt x="6" y="2"/>
                    <a:pt x="14" y="1"/>
                  </a:cubicBezTo>
                  <a:cubicBezTo>
                    <a:pt x="21" y="0"/>
                    <a:pt x="27" y="4"/>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8" name="Freeform 1291">
              <a:extLst>
                <a:ext uri="{FF2B5EF4-FFF2-40B4-BE49-F238E27FC236}">
                  <a16:creationId xmlns:a16="http://schemas.microsoft.com/office/drawing/2014/main" id="{0CB3192C-785F-BD05-0AEA-8823EAA8FB1B}"/>
                </a:ext>
              </a:extLst>
            </p:cNvPr>
            <p:cNvSpPr>
              <a:spLocks/>
            </p:cNvSpPr>
            <p:nvPr/>
          </p:nvSpPr>
          <p:spPr bwMode="auto">
            <a:xfrm rot="5094805">
              <a:off x="71351" y="507364"/>
              <a:ext cx="68549" cy="57124"/>
            </a:xfrm>
            <a:custGeom>
              <a:avLst/>
              <a:gdLst>
                <a:gd name="T0" fmla="*/ 27 w 28"/>
                <a:gd name="T1" fmla="*/ 10 h 23"/>
                <a:gd name="T2" fmla="*/ 15 w 28"/>
                <a:gd name="T3" fmla="*/ 22 h 23"/>
                <a:gd name="T4" fmla="*/ 1 w 28"/>
                <a:gd name="T5" fmla="*/ 13 h 23"/>
                <a:gd name="T6" fmla="*/ 13 w 28"/>
                <a:gd name="T7" fmla="*/ 0 h 23"/>
                <a:gd name="T8" fmla="*/ 27 w 28"/>
                <a:gd name="T9" fmla="*/ 10 h 23"/>
              </a:gdLst>
              <a:ahLst/>
              <a:cxnLst>
                <a:cxn ang="0">
                  <a:pos x="T0" y="T1"/>
                </a:cxn>
                <a:cxn ang="0">
                  <a:pos x="T2" y="T3"/>
                </a:cxn>
                <a:cxn ang="0">
                  <a:pos x="T4" y="T5"/>
                </a:cxn>
                <a:cxn ang="0">
                  <a:pos x="T6" y="T7"/>
                </a:cxn>
                <a:cxn ang="0">
                  <a:pos x="T8" y="T9"/>
                </a:cxn>
              </a:cxnLst>
              <a:rect l="0" t="0" r="r" b="b"/>
              <a:pathLst>
                <a:path w="28" h="23">
                  <a:moveTo>
                    <a:pt x="27" y="10"/>
                  </a:moveTo>
                  <a:cubicBezTo>
                    <a:pt x="28" y="16"/>
                    <a:pt x="22" y="22"/>
                    <a:pt x="15" y="22"/>
                  </a:cubicBezTo>
                  <a:cubicBezTo>
                    <a:pt x="8" y="23"/>
                    <a:pt x="2" y="19"/>
                    <a:pt x="1" y="13"/>
                  </a:cubicBezTo>
                  <a:cubicBezTo>
                    <a:pt x="0" y="7"/>
                    <a:pt x="6" y="1"/>
                    <a:pt x="13" y="0"/>
                  </a:cubicBezTo>
                  <a:cubicBezTo>
                    <a:pt x="20" y="0"/>
                    <a:pt x="26" y="4"/>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9" name="Freeform 1292">
              <a:extLst>
                <a:ext uri="{FF2B5EF4-FFF2-40B4-BE49-F238E27FC236}">
                  <a16:creationId xmlns:a16="http://schemas.microsoft.com/office/drawing/2014/main" id="{677DAF41-D45A-E265-0E19-1D2113B284DF}"/>
                </a:ext>
              </a:extLst>
            </p:cNvPr>
            <p:cNvSpPr>
              <a:spLocks/>
            </p:cNvSpPr>
            <p:nvPr/>
          </p:nvSpPr>
          <p:spPr bwMode="auto">
            <a:xfrm rot="5094805">
              <a:off x="113501" y="696212"/>
              <a:ext cx="70834" cy="59409"/>
            </a:xfrm>
            <a:custGeom>
              <a:avLst/>
              <a:gdLst>
                <a:gd name="T0" fmla="*/ 27 w 28"/>
                <a:gd name="T1" fmla="*/ 10 h 24"/>
                <a:gd name="T2" fmla="*/ 17 w 28"/>
                <a:gd name="T3" fmla="*/ 23 h 24"/>
                <a:gd name="T4" fmla="*/ 2 w 28"/>
                <a:gd name="T5" fmla="*/ 14 h 24"/>
                <a:gd name="T6" fmla="*/ 13 w 28"/>
                <a:gd name="T7" fmla="*/ 1 h 24"/>
                <a:gd name="T8" fmla="*/ 27 w 28"/>
                <a:gd name="T9" fmla="*/ 10 h 24"/>
              </a:gdLst>
              <a:ahLst/>
              <a:cxnLst>
                <a:cxn ang="0">
                  <a:pos x="T0" y="T1"/>
                </a:cxn>
                <a:cxn ang="0">
                  <a:pos x="T2" y="T3"/>
                </a:cxn>
                <a:cxn ang="0">
                  <a:pos x="T4" y="T5"/>
                </a:cxn>
                <a:cxn ang="0">
                  <a:pos x="T6" y="T7"/>
                </a:cxn>
                <a:cxn ang="0">
                  <a:pos x="T8" y="T9"/>
                </a:cxn>
              </a:cxnLst>
              <a:rect l="0" t="0" r="r" b="b"/>
              <a:pathLst>
                <a:path w="28" h="24">
                  <a:moveTo>
                    <a:pt x="27" y="10"/>
                  </a:moveTo>
                  <a:cubicBezTo>
                    <a:pt x="28" y="16"/>
                    <a:pt x="24" y="22"/>
                    <a:pt x="17" y="23"/>
                  </a:cubicBezTo>
                  <a:cubicBezTo>
                    <a:pt x="10" y="24"/>
                    <a:pt x="3" y="20"/>
                    <a:pt x="2" y="14"/>
                  </a:cubicBezTo>
                  <a:cubicBezTo>
                    <a:pt x="0" y="8"/>
                    <a:pt x="6" y="2"/>
                    <a:pt x="13" y="1"/>
                  </a:cubicBezTo>
                  <a:cubicBezTo>
                    <a:pt x="20" y="0"/>
                    <a:pt x="27" y="5"/>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0" name="Freeform 1293">
              <a:extLst>
                <a:ext uri="{FF2B5EF4-FFF2-40B4-BE49-F238E27FC236}">
                  <a16:creationId xmlns:a16="http://schemas.microsoft.com/office/drawing/2014/main" id="{E1F32D1D-921D-E8F0-0315-97770044BF8B}"/>
                </a:ext>
              </a:extLst>
            </p:cNvPr>
            <p:cNvSpPr>
              <a:spLocks/>
            </p:cNvSpPr>
            <p:nvPr/>
          </p:nvSpPr>
          <p:spPr bwMode="auto">
            <a:xfrm rot="5094805">
              <a:off x="153587" y="890026"/>
              <a:ext cx="68549" cy="57124"/>
            </a:xfrm>
            <a:custGeom>
              <a:avLst/>
              <a:gdLst>
                <a:gd name="T0" fmla="*/ 15 w 28"/>
                <a:gd name="T1" fmla="*/ 22 h 23"/>
                <a:gd name="T2" fmla="*/ 1 w 28"/>
                <a:gd name="T3" fmla="*/ 13 h 23"/>
                <a:gd name="T4" fmla="*/ 12 w 28"/>
                <a:gd name="T5" fmla="*/ 1 h 23"/>
                <a:gd name="T6" fmla="*/ 27 w 28"/>
                <a:gd name="T7" fmla="*/ 10 h 23"/>
                <a:gd name="T8" fmla="*/ 15 w 28"/>
                <a:gd name="T9" fmla="*/ 22 h 23"/>
              </a:gdLst>
              <a:ahLst/>
              <a:cxnLst>
                <a:cxn ang="0">
                  <a:pos x="T0" y="T1"/>
                </a:cxn>
                <a:cxn ang="0">
                  <a:pos x="T2" y="T3"/>
                </a:cxn>
                <a:cxn ang="0">
                  <a:pos x="T4" y="T5"/>
                </a:cxn>
                <a:cxn ang="0">
                  <a:pos x="T6" y="T7"/>
                </a:cxn>
                <a:cxn ang="0">
                  <a:pos x="T8" y="T9"/>
                </a:cxn>
              </a:cxnLst>
              <a:rect l="0" t="0" r="r" b="b"/>
              <a:pathLst>
                <a:path w="28" h="23">
                  <a:moveTo>
                    <a:pt x="15" y="22"/>
                  </a:moveTo>
                  <a:cubicBezTo>
                    <a:pt x="8" y="23"/>
                    <a:pt x="2" y="18"/>
                    <a:pt x="1" y="13"/>
                  </a:cubicBezTo>
                  <a:cubicBezTo>
                    <a:pt x="0" y="7"/>
                    <a:pt x="5" y="2"/>
                    <a:pt x="12" y="1"/>
                  </a:cubicBezTo>
                  <a:cubicBezTo>
                    <a:pt x="19" y="0"/>
                    <a:pt x="27" y="4"/>
                    <a:pt x="27" y="10"/>
                  </a:cubicBezTo>
                  <a:cubicBezTo>
                    <a:pt x="28" y="16"/>
                    <a:pt x="22" y="21"/>
                    <a:pt x="1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1" name="Freeform 1294">
              <a:extLst>
                <a:ext uri="{FF2B5EF4-FFF2-40B4-BE49-F238E27FC236}">
                  <a16:creationId xmlns:a16="http://schemas.microsoft.com/office/drawing/2014/main" id="{E3E44C1B-D213-6B84-09A1-342849DC2F0D}"/>
                </a:ext>
              </a:extLst>
            </p:cNvPr>
            <p:cNvSpPr>
              <a:spLocks/>
            </p:cNvSpPr>
            <p:nvPr/>
          </p:nvSpPr>
          <p:spPr bwMode="auto">
            <a:xfrm rot="5094805">
              <a:off x="190153" y="1085189"/>
              <a:ext cx="68549" cy="50269"/>
            </a:xfrm>
            <a:custGeom>
              <a:avLst/>
              <a:gdLst>
                <a:gd name="T0" fmla="*/ 12 w 28"/>
                <a:gd name="T1" fmla="*/ 1 h 21"/>
                <a:gd name="T2" fmla="*/ 27 w 28"/>
                <a:gd name="T3" fmla="*/ 9 h 21"/>
                <a:gd name="T4" fmla="*/ 15 w 28"/>
                <a:gd name="T5" fmla="*/ 21 h 21"/>
                <a:gd name="T6" fmla="*/ 1 w 28"/>
                <a:gd name="T7" fmla="*/ 12 h 21"/>
                <a:gd name="T8" fmla="*/ 12 w 28"/>
                <a:gd name="T9" fmla="*/ 1 h 21"/>
              </a:gdLst>
              <a:ahLst/>
              <a:cxnLst>
                <a:cxn ang="0">
                  <a:pos x="T0" y="T1"/>
                </a:cxn>
                <a:cxn ang="0">
                  <a:pos x="T2" y="T3"/>
                </a:cxn>
                <a:cxn ang="0">
                  <a:pos x="T4" y="T5"/>
                </a:cxn>
                <a:cxn ang="0">
                  <a:pos x="T6" y="T7"/>
                </a:cxn>
                <a:cxn ang="0">
                  <a:pos x="T8" y="T9"/>
                </a:cxn>
              </a:cxnLst>
              <a:rect l="0" t="0" r="r" b="b"/>
              <a:pathLst>
                <a:path w="28" h="21">
                  <a:moveTo>
                    <a:pt x="12" y="1"/>
                  </a:moveTo>
                  <a:cubicBezTo>
                    <a:pt x="19" y="0"/>
                    <a:pt x="26" y="4"/>
                    <a:pt x="27" y="9"/>
                  </a:cubicBezTo>
                  <a:cubicBezTo>
                    <a:pt x="28" y="15"/>
                    <a:pt x="22" y="20"/>
                    <a:pt x="15" y="21"/>
                  </a:cubicBezTo>
                  <a:cubicBezTo>
                    <a:pt x="8" y="21"/>
                    <a:pt x="1" y="17"/>
                    <a:pt x="1" y="12"/>
                  </a:cubicBezTo>
                  <a:cubicBezTo>
                    <a:pt x="0" y="6"/>
                    <a:pt x="5" y="1"/>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2" name="Freeform 1295">
              <a:extLst>
                <a:ext uri="{FF2B5EF4-FFF2-40B4-BE49-F238E27FC236}">
                  <a16:creationId xmlns:a16="http://schemas.microsoft.com/office/drawing/2014/main" id="{43E52F29-5261-130D-D9D7-BEBF61ECA9B9}"/>
                </a:ext>
              </a:extLst>
            </p:cNvPr>
            <p:cNvSpPr>
              <a:spLocks/>
            </p:cNvSpPr>
            <p:nvPr/>
          </p:nvSpPr>
          <p:spPr bwMode="auto">
            <a:xfrm rot="5094805">
              <a:off x="219882" y="1276188"/>
              <a:ext cx="73119" cy="52554"/>
            </a:xfrm>
            <a:custGeom>
              <a:avLst/>
              <a:gdLst>
                <a:gd name="T0" fmla="*/ 28 w 29"/>
                <a:gd name="T1" fmla="*/ 9 h 21"/>
                <a:gd name="T2" fmla="*/ 17 w 29"/>
                <a:gd name="T3" fmla="*/ 20 h 21"/>
                <a:gd name="T4" fmla="*/ 2 w 29"/>
                <a:gd name="T5" fmla="*/ 12 h 21"/>
                <a:gd name="T6" fmla="*/ 13 w 29"/>
                <a:gd name="T7" fmla="*/ 1 h 21"/>
                <a:gd name="T8" fmla="*/ 28 w 29"/>
                <a:gd name="T9" fmla="*/ 9 h 21"/>
              </a:gdLst>
              <a:ahLst/>
              <a:cxnLst>
                <a:cxn ang="0">
                  <a:pos x="T0" y="T1"/>
                </a:cxn>
                <a:cxn ang="0">
                  <a:pos x="T2" y="T3"/>
                </a:cxn>
                <a:cxn ang="0">
                  <a:pos x="T4" y="T5"/>
                </a:cxn>
                <a:cxn ang="0">
                  <a:pos x="T6" y="T7"/>
                </a:cxn>
                <a:cxn ang="0">
                  <a:pos x="T8" y="T9"/>
                </a:cxn>
              </a:cxnLst>
              <a:rect l="0" t="0" r="r" b="b"/>
              <a:pathLst>
                <a:path w="29" h="21">
                  <a:moveTo>
                    <a:pt x="28" y="9"/>
                  </a:moveTo>
                  <a:cubicBezTo>
                    <a:pt x="29" y="14"/>
                    <a:pt x="24" y="19"/>
                    <a:pt x="17" y="20"/>
                  </a:cubicBezTo>
                  <a:cubicBezTo>
                    <a:pt x="10" y="21"/>
                    <a:pt x="3" y="17"/>
                    <a:pt x="2" y="12"/>
                  </a:cubicBezTo>
                  <a:cubicBezTo>
                    <a:pt x="0" y="7"/>
                    <a:pt x="5" y="2"/>
                    <a:pt x="13" y="1"/>
                  </a:cubicBezTo>
                  <a:cubicBezTo>
                    <a:pt x="20" y="0"/>
                    <a:pt x="26"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3" name="Freeform 1296">
              <a:extLst>
                <a:ext uri="{FF2B5EF4-FFF2-40B4-BE49-F238E27FC236}">
                  <a16:creationId xmlns:a16="http://schemas.microsoft.com/office/drawing/2014/main" id="{61514CF7-7D18-C42D-C363-CA830DFE60BE}"/>
                </a:ext>
              </a:extLst>
            </p:cNvPr>
            <p:cNvSpPr>
              <a:spLocks/>
            </p:cNvSpPr>
            <p:nvPr/>
          </p:nvSpPr>
          <p:spPr bwMode="auto">
            <a:xfrm rot="5094805">
              <a:off x="252001" y="1474139"/>
              <a:ext cx="70834" cy="43415"/>
            </a:xfrm>
            <a:custGeom>
              <a:avLst/>
              <a:gdLst>
                <a:gd name="T0" fmla="*/ 12 w 29"/>
                <a:gd name="T1" fmla="*/ 0 h 18"/>
                <a:gd name="T2" fmla="*/ 27 w 29"/>
                <a:gd name="T3" fmla="*/ 7 h 18"/>
                <a:gd name="T4" fmla="*/ 16 w 29"/>
                <a:gd name="T5" fmla="*/ 18 h 18"/>
                <a:gd name="T6" fmla="*/ 1 w 29"/>
                <a:gd name="T7" fmla="*/ 10 h 18"/>
                <a:gd name="T8" fmla="*/ 12 w 29"/>
                <a:gd name="T9" fmla="*/ 0 h 18"/>
              </a:gdLst>
              <a:ahLst/>
              <a:cxnLst>
                <a:cxn ang="0">
                  <a:pos x="T0" y="T1"/>
                </a:cxn>
                <a:cxn ang="0">
                  <a:pos x="T2" y="T3"/>
                </a:cxn>
                <a:cxn ang="0">
                  <a:pos x="T4" y="T5"/>
                </a:cxn>
                <a:cxn ang="0">
                  <a:pos x="T6" y="T7"/>
                </a:cxn>
                <a:cxn ang="0">
                  <a:pos x="T8" y="T9"/>
                </a:cxn>
              </a:cxnLst>
              <a:rect l="0" t="0" r="r" b="b"/>
              <a:pathLst>
                <a:path w="29" h="18">
                  <a:moveTo>
                    <a:pt x="12" y="0"/>
                  </a:moveTo>
                  <a:cubicBezTo>
                    <a:pt x="19" y="0"/>
                    <a:pt x="26" y="3"/>
                    <a:pt x="27" y="7"/>
                  </a:cubicBezTo>
                  <a:cubicBezTo>
                    <a:pt x="29" y="12"/>
                    <a:pt x="24" y="17"/>
                    <a:pt x="16" y="18"/>
                  </a:cubicBezTo>
                  <a:cubicBezTo>
                    <a:pt x="9" y="18"/>
                    <a:pt x="2" y="15"/>
                    <a:pt x="1" y="10"/>
                  </a:cubicBezTo>
                  <a:cubicBezTo>
                    <a:pt x="0" y="5"/>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4" name="Freeform 1297">
              <a:extLst>
                <a:ext uri="{FF2B5EF4-FFF2-40B4-BE49-F238E27FC236}">
                  <a16:creationId xmlns:a16="http://schemas.microsoft.com/office/drawing/2014/main" id="{8A0654D4-2F12-516B-4ACE-5ACF38CBEF29}"/>
                </a:ext>
              </a:extLst>
            </p:cNvPr>
            <p:cNvSpPr>
              <a:spLocks/>
            </p:cNvSpPr>
            <p:nvPr/>
          </p:nvSpPr>
          <p:spPr bwMode="auto">
            <a:xfrm rot="5094805">
              <a:off x="279367" y="1667934"/>
              <a:ext cx="68549" cy="38845"/>
            </a:xfrm>
            <a:custGeom>
              <a:avLst/>
              <a:gdLst>
                <a:gd name="T0" fmla="*/ 27 w 28"/>
                <a:gd name="T1" fmla="*/ 7 h 16"/>
                <a:gd name="T2" fmla="*/ 16 w 28"/>
                <a:gd name="T3" fmla="*/ 15 h 16"/>
                <a:gd name="T4" fmla="*/ 1 w 28"/>
                <a:gd name="T5" fmla="*/ 8 h 16"/>
                <a:gd name="T6" fmla="*/ 13 w 28"/>
                <a:gd name="T7" fmla="*/ 0 h 16"/>
                <a:gd name="T8" fmla="*/ 27 w 28"/>
                <a:gd name="T9" fmla="*/ 7 h 16"/>
              </a:gdLst>
              <a:ahLst/>
              <a:cxnLst>
                <a:cxn ang="0">
                  <a:pos x="T0" y="T1"/>
                </a:cxn>
                <a:cxn ang="0">
                  <a:pos x="T2" y="T3"/>
                </a:cxn>
                <a:cxn ang="0">
                  <a:pos x="T4" y="T5"/>
                </a:cxn>
                <a:cxn ang="0">
                  <a:pos x="T6" y="T7"/>
                </a:cxn>
                <a:cxn ang="0">
                  <a:pos x="T8" y="T9"/>
                </a:cxn>
              </a:cxnLst>
              <a:rect l="0" t="0" r="r" b="b"/>
              <a:pathLst>
                <a:path w="28" h="16">
                  <a:moveTo>
                    <a:pt x="27" y="7"/>
                  </a:moveTo>
                  <a:cubicBezTo>
                    <a:pt x="28" y="11"/>
                    <a:pt x="23" y="15"/>
                    <a:pt x="16" y="15"/>
                  </a:cubicBezTo>
                  <a:cubicBezTo>
                    <a:pt x="9" y="16"/>
                    <a:pt x="2" y="13"/>
                    <a:pt x="1" y="8"/>
                  </a:cubicBezTo>
                  <a:cubicBezTo>
                    <a:pt x="0" y="4"/>
                    <a:pt x="6" y="0"/>
                    <a:pt x="13" y="0"/>
                  </a:cubicBezTo>
                  <a:cubicBezTo>
                    <a:pt x="20" y="0"/>
                    <a:pt x="27" y="3"/>
                    <a:pt x="2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5" name="Freeform 1298">
              <a:extLst>
                <a:ext uri="{FF2B5EF4-FFF2-40B4-BE49-F238E27FC236}">
                  <a16:creationId xmlns:a16="http://schemas.microsoft.com/office/drawing/2014/main" id="{05FFF210-A4A1-44B7-88C5-7CF6E4002D78}"/>
                </a:ext>
              </a:extLst>
            </p:cNvPr>
            <p:cNvSpPr>
              <a:spLocks/>
            </p:cNvSpPr>
            <p:nvPr/>
          </p:nvSpPr>
          <p:spPr bwMode="auto">
            <a:xfrm rot="5094805">
              <a:off x="310146" y="1860282"/>
              <a:ext cx="66264" cy="36560"/>
            </a:xfrm>
            <a:custGeom>
              <a:avLst/>
              <a:gdLst>
                <a:gd name="T0" fmla="*/ 15 w 27"/>
                <a:gd name="T1" fmla="*/ 14 h 14"/>
                <a:gd name="T2" fmla="*/ 1 w 27"/>
                <a:gd name="T3" fmla="*/ 8 h 14"/>
                <a:gd name="T4" fmla="*/ 12 w 27"/>
                <a:gd name="T5" fmla="*/ 0 h 14"/>
                <a:gd name="T6" fmla="*/ 27 w 27"/>
                <a:gd name="T7" fmla="*/ 7 h 14"/>
                <a:gd name="T8" fmla="*/ 15 w 27"/>
                <a:gd name="T9" fmla="*/ 14 h 14"/>
              </a:gdLst>
              <a:ahLst/>
              <a:cxnLst>
                <a:cxn ang="0">
                  <a:pos x="T0" y="T1"/>
                </a:cxn>
                <a:cxn ang="0">
                  <a:pos x="T2" y="T3"/>
                </a:cxn>
                <a:cxn ang="0">
                  <a:pos x="T4" y="T5"/>
                </a:cxn>
                <a:cxn ang="0">
                  <a:pos x="T6" y="T7"/>
                </a:cxn>
                <a:cxn ang="0">
                  <a:pos x="T8" y="T9"/>
                </a:cxn>
              </a:cxnLst>
              <a:rect l="0" t="0" r="r" b="b"/>
              <a:pathLst>
                <a:path w="27" h="14">
                  <a:moveTo>
                    <a:pt x="15" y="14"/>
                  </a:moveTo>
                  <a:cubicBezTo>
                    <a:pt x="8" y="14"/>
                    <a:pt x="2" y="11"/>
                    <a:pt x="1" y="8"/>
                  </a:cubicBezTo>
                  <a:cubicBezTo>
                    <a:pt x="0" y="4"/>
                    <a:pt x="6" y="0"/>
                    <a:pt x="12" y="0"/>
                  </a:cubicBezTo>
                  <a:cubicBezTo>
                    <a:pt x="20" y="0"/>
                    <a:pt x="27" y="3"/>
                    <a:pt x="27" y="7"/>
                  </a:cubicBezTo>
                  <a:cubicBezTo>
                    <a:pt x="27" y="10"/>
                    <a:pt x="22" y="14"/>
                    <a:pt x="1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6" name="Freeform 1299">
              <a:extLst>
                <a:ext uri="{FF2B5EF4-FFF2-40B4-BE49-F238E27FC236}">
                  <a16:creationId xmlns:a16="http://schemas.microsoft.com/office/drawing/2014/main" id="{5EF0A8AF-B141-9934-8D22-6F52905FD7F3}"/>
                </a:ext>
              </a:extLst>
            </p:cNvPr>
            <p:cNvSpPr>
              <a:spLocks/>
            </p:cNvSpPr>
            <p:nvPr/>
          </p:nvSpPr>
          <p:spPr bwMode="auto">
            <a:xfrm rot="5094805">
              <a:off x="339045" y="2057182"/>
              <a:ext cx="68549" cy="34275"/>
            </a:xfrm>
            <a:custGeom>
              <a:avLst/>
              <a:gdLst>
                <a:gd name="T0" fmla="*/ 15 w 28"/>
                <a:gd name="T1" fmla="*/ 14 h 14"/>
                <a:gd name="T2" fmla="*/ 1 w 28"/>
                <a:gd name="T3" fmla="*/ 8 h 14"/>
                <a:gd name="T4" fmla="*/ 12 w 28"/>
                <a:gd name="T5" fmla="*/ 1 h 14"/>
                <a:gd name="T6" fmla="*/ 27 w 28"/>
                <a:gd name="T7" fmla="*/ 7 h 14"/>
                <a:gd name="T8" fmla="*/ 15 w 28"/>
                <a:gd name="T9" fmla="*/ 14 h 14"/>
              </a:gdLst>
              <a:ahLst/>
              <a:cxnLst>
                <a:cxn ang="0">
                  <a:pos x="T0" y="T1"/>
                </a:cxn>
                <a:cxn ang="0">
                  <a:pos x="T2" y="T3"/>
                </a:cxn>
                <a:cxn ang="0">
                  <a:pos x="T4" y="T5"/>
                </a:cxn>
                <a:cxn ang="0">
                  <a:pos x="T6" y="T7"/>
                </a:cxn>
                <a:cxn ang="0">
                  <a:pos x="T8" y="T9"/>
                </a:cxn>
              </a:cxnLst>
              <a:rect l="0" t="0" r="r" b="b"/>
              <a:pathLst>
                <a:path w="28" h="14">
                  <a:moveTo>
                    <a:pt x="15" y="14"/>
                  </a:moveTo>
                  <a:cubicBezTo>
                    <a:pt x="8" y="14"/>
                    <a:pt x="2" y="12"/>
                    <a:pt x="1" y="8"/>
                  </a:cubicBezTo>
                  <a:cubicBezTo>
                    <a:pt x="0" y="5"/>
                    <a:pt x="5" y="2"/>
                    <a:pt x="12" y="1"/>
                  </a:cubicBezTo>
                  <a:cubicBezTo>
                    <a:pt x="19" y="0"/>
                    <a:pt x="26" y="3"/>
                    <a:pt x="27" y="7"/>
                  </a:cubicBezTo>
                  <a:cubicBezTo>
                    <a:pt x="28" y="10"/>
                    <a:pt x="22" y="13"/>
                    <a:pt x="1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7" name="Freeform 1300">
              <a:extLst>
                <a:ext uri="{FF2B5EF4-FFF2-40B4-BE49-F238E27FC236}">
                  <a16:creationId xmlns:a16="http://schemas.microsoft.com/office/drawing/2014/main" id="{DCBD2205-3BB9-8B89-6B37-866A970E7C63}"/>
                </a:ext>
              </a:extLst>
            </p:cNvPr>
            <p:cNvSpPr>
              <a:spLocks/>
            </p:cNvSpPr>
            <p:nvPr/>
          </p:nvSpPr>
          <p:spPr bwMode="auto">
            <a:xfrm rot="5094805">
              <a:off x="366507" y="2250871"/>
              <a:ext cx="68549" cy="31990"/>
            </a:xfrm>
            <a:custGeom>
              <a:avLst/>
              <a:gdLst>
                <a:gd name="T0" fmla="*/ 27 w 28"/>
                <a:gd name="T1" fmla="*/ 5 h 13"/>
                <a:gd name="T2" fmla="*/ 15 w 28"/>
                <a:gd name="T3" fmla="*/ 12 h 13"/>
                <a:gd name="T4" fmla="*/ 1 w 28"/>
                <a:gd name="T5" fmla="*/ 7 h 13"/>
                <a:gd name="T6" fmla="*/ 13 w 28"/>
                <a:gd name="T7" fmla="*/ 0 h 13"/>
                <a:gd name="T8" fmla="*/ 27 w 28"/>
                <a:gd name="T9" fmla="*/ 5 h 13"/>
              </a:gdLst>
              <a:ahLst/>
              <a:cxnLst>
                <a:cxn ang="0">
                  <a:pos x="T0" y="T1"/>
                </a:cxn>
                <a:cxn ang="0">
                  <a:pos x="T2" y="T3"/>
                </a:cxn>
                <a:cxn ang="0">
                  <a:pos x="T4" y="T5"/>
                </a:cxn>
                <a:cxn ang="0">
                  <a:pos x="T6" y="T7"/>
                </a:cxn>
                <a:cxn ang="0">
                  <a:pos x="T8" y="T9"/>
                </a:cxn>
              </a:cxnLst>
              <a:rect l="0" t="0" r="r" b="b"/>
              <a:pathLst>
                <a:path w="28" h="13">
                  <a:moveTo>
                    <a:pt x="27" y="5"/>
                  </a:moveTo>
                  <a:cubicBezTo>
                    <a:pt x="28" y="8"/>
                    <a:pt x="22" y="11"/>
                    <a:pt x="15" y="12"/>
                  </a:cubicBezTo>
                  <a:cubicBezTo>
                    <a:pt x="8" y="13"/>
                    <a:pt x="2" y="10"/>
                    <a:pt x="1" y="7"/>
                  </a:cubicBezTo>
                  <a:cubicBezTo>
                    <a:pt x="0" y="4"/>
                    <a:pt x="5" y="0"/>
                    <a:pt x="13" y="0"/>
                  </a:cubicBezTo>
                  <a:cubicBezTo>
                    <a:pt x="20" y="0"/>
                    <a:pt x="26" y="2"/>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8" name="Freeform 1301">
              <a:extLst>
                <a:ext uri="{FF2B5EF4-FFF2-40B4-BE49-F238E27FC236}">
                  <a16:creationId xmlns:a16="http://schemas.microsoft.com/office/drawing/2014/main" id="{79258BD4-C378-36B3-2D2F-018CA0F92DBA}"/>
                </a:ext>
              </a:extLst>
            </p:cNvPr>
            <p:cNvSpPr>
              <a:spLocks/>
            </p:cNvSpPr>
            <p:nvPr/>
          </p:nvSpPr>
          <p:spPr bwMode="auto">
            <a:xfrm rot="5094805">
              <a:off x="404211" y="2442506"/>
              <a:ext cx="68549" cy="31990"/>
            </a:xfrm>
            <a:custGeom>
              <a:avLst/>
              <a:gdLst>
                <a:gd name="T0" fmla="*/ 15 w 27"/>
                <a:gd name="T1" fmla="*/ 12 h 13"/>
                <a:gd name="T2" fmla="*/ 1 w 27"/>
                <a:gd name="T3" fmla="*/ 8 h 13"/>
                <a:gd name="T4" fmla="*/ 11 w 27"/>
                <a:gd name="T5" fmla="*/ 1 h 13"/>
                <a:gd name="T6" fmla="*/ 27 w 27"/>
                <a:gd name="T7" fmla="*/ 5 h 13"/>
                <a:gd name="T8" fmla="*/ 15 w 27"/>
                <a:gd name="T9" fmla="*/ 12 h 13"/>
              </a:gdLst>
              <a:ahLst/>
              <a:cxnLst>
                <a:cxn ang="0">
                  <a:pos x="T0" y="T1"/>
                </a:cxn>
                <a:cxn ang="0">
                  <a:pos x="T2" y="T3"/>
                </a:cxn>
                <a:cxn ang="0">
                  <a:pos x="T4" y="T5"/>
                </a:cxn>
                <a:cxn ang="0">
                  <a:pos x="T6" y="T7"/>
                </a:cxn>
                <a:cxn ang="0">
                  <a:pos x="T8" y="T9"/>
                </a:cxn>
              </a:cxnLst>
              <a:rect l="0" t="0" r="r" b="b"/>
              <a:pathLst>
                <a:path w="27" h="13">
                  <a:moveTo>
                    <a:pt x="15" y="12"/>
                  </a:moveTo>
                  <a:cubicBezTo>
                    <a:pt x="8" y="13"/>
                    <a:pt x="2" y="11"/>
                    <a:pt x="1" y="8"/>
                  </a:cubicBezTo>
                  <a:cubicBezTo>
                    <a:pt x="0" y="5"/>
                    <a:pt x="4" y="2"/>
                    <a:pt x="11" y="1"/>
                  </a:cubicBezTo>
                  <a:cubicBezTo>
                    <a:pt x="18" y="0"/>
                    <a:pt x="26" y="2"/>
                    <a:pt x="27" y="5"/>
                  </a:cubicBezTo>
                  <a:cubicBezTo>
                    <a:pt x="27" y="8"/>
                    <a:pt x="22" y="12"/>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9" name="Freeform 1302">
              <a:extLst>
                <a:ext uri="{FF2B5EF4-FFF2-40B4-BE49-F238E27FC236}">
                  <a16:creationId xmlns:a16="http://schemas.microsoft.com/office/drawing/2014/main" id="{C0BC29C3-324F-7343-E4DC-B8D0ED6B611B}"/>
                </a:ext>
              </a:extLst>
            </p:cNvPr>
            <p:cNvSpPr>
              <a:spLocks/>
            </p:cNvSpPr>
            <p:nvPr/>
          </p:nvSpPr>
          <p:spPr bwMode="auto">
            <a:xfrm rot="5094805">
              <a:off x="441914" y="2634141"/>
              <a:ext cx="68549" cy="31990"/>
            </a:xfrm>
            <a:custGeom>
              <a:avLst/>
              <a:gdLst>
                <a:gd name="T0" fmla="*/ 27 w 28"/>
                <a:gd name="T1" fmla="*/ 4 h 13"/>
                <a:gd name="T2" fmla="*/ 16 w 28"/>
                <a:gd name="T3" fmla="*/ 11 h 13"/>
                <a:gd name="T4" fmla="*/ 1 w 28"/>
                <a:gd name="T5" fmla="*/ 8 h 13"/>
                <a:gd name="T6" fmla="*/ 13 w 28"/>
                <a:gd name="T7" fmla="*/ 1 h 13"/>
                <a:gd name="T8" fmla="*/ 27 w 28"/>
                <a:gd name="T9" fmla="*/ 4 h 13"/>
              </a:gdLst>
              <a:ahLst/>
              <a:cxnLst>
                <a:cxn ang="0">
                  <a:pos x="T0" y="T1"/>
                </a:cxn>
                <a:cxn ang="0">
                  <a:pos x="T2" y="T3"/>
                </a:cxn>
                <a:cxn ang="0">
                  <a:pos x="T4" y="T5"/>
                </a:cxn>
                <a:cxn ang="0">
                  <a:pos x="T6" y="T7"/>
                </a:cxn>
                <a:cxn ang="0">
                  <a:pos x="T8" y="T9"/>
                </a:cxn>
              </a:cxnLst>
              <a:rect l="0" t="0" r="r" b="b"/>
              <a:pathLst>
                <a:path w="28" h="13">
                  <a:moveTo>
                    <a:pt x="27" y="4"/>
                  </a:moveTo>
                  <a:cubicBezTo>
                    <a:pt x="28" y="7"/>
                    <a:pt x="23" y="10"/>
                    <a:pt x="16" y="11"/>
                  </a:cubicBezTo>
                  <a:cubicBezTo>
                    <a:pt x="9" y="13"/>
                    <a:pt x="3" y="11"/>
                    <a:pt x="1" y="8"/>
                  </a:cubicBezTo>
                  <a:cubicBezTo>
                    <a:pt x="0" y="5"/>
                    <a:pt x="5" y="2"/>
                    <a:pt x="13" y="1"/>
                  </a:cubicBezTo>
                  <a:cubicBezTo>
                    <a:pt x="20" y="0"/>
                    <a:pt x="26" y="1"/>
                    <a:pt x="2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0" name="Freeform 1303">
              <a:extLst>
                <a:ext uri="{FF2B5EF4-FFF2-40B4-BE49-F238E27FC236}">
                  <a16:creationId xmlns:a16="http://schemas.microsoft.com/office/drawing/2014/main" id="{EBED7552-7EB4-3A7A-E363-055EEA85BCDF}"/>
                </a:ext>
              </a:extLst>
            </p:cNvPr>
            <p:cNvSpPr>
              <a:spLocks/>
            </p:cNvSpPr>
            <p:nvPr/>
          </p:nvSpPr>
          <p:spPr bwMode="auto">
            <a:xfrm rot="5094805">
              <a:off x="494315" y="2823422"/>
              <a:ext cx="66264" cy="31990"/>
            </a:xfrm>
            <a:custGeom>
              <a:avLst/>
              <a:gdLst>
                <a:gd name="T0" fmla="*/ 16 w 27"/>
                <a:gd name="T1" fmla="*/ 11 h 13"/>
                <a:gd name="T2" fmla="*/ 1 w 27"/>
                <a:gd name="T3" fmla="*/ 9 h 13"/>
                <a:gd name="T4" fmla="*/ 11 w 27"/>
                <a:gd name="T5" fmla="*/ 2 h 13"/>
                <a:gd name="T6" fmla="*/ 27 w 27"/>
                <a:gd name="T7" fmla="*/ 3 h 13"/>
                <a:gd name="T8" fmla="*/ 16 w 27"/>
                <a:gd name="T9" fmla="*/ 11 h 13"/>
              </a:gdLst>
              <a:ahLst/>
              <a:cxnLst>
                <a:cxn ang="0">
                  <a:pos x="T0" y="T1"/>
                </a:cxn>
                <a:cxn ang="0">
                  <a:pos x="T2" y="T3"/>
                </a:cxn>
                <a:cxn ang="0">
                  <a:pos x="T4" y="T5"/>
                </a:cxn>
                <a:cxn ang="0">
                  <a:pos x="T6" y="T7"/>
                </a:cxn>
                <a:cxn ang="0">
                  <a:pos x="T8" y="T9"/>
                </a:cxn>
              </a:cxnLst>
              <a:rect l="0" t="0" r="r" b="b"/>
              <a:pathLst>
                <a:path w="27" h="13">
                  <a:moveTo>
                    <a:pt x="16" y="11"/>
                  </a:moveTo>
                  <a:cubicBezTo>
                    <a:pt x="9" y="13"/>
                    <a:pt x="2" y="12"/>
                    <a:pt x="1" y="9"/>
                  </a:cubicBezTo>
                  <a:cubicBezTo>
                    <a:pt x="0" y="7"/>
                    <a:pt x="4" y="3"/>
                    <a:pt x="11" y="2"/>
                  </a:cubicBezTo>
                  <a:cubicBezTo>
                    <a:pt x="18" y="0"/>
                    <a:pt x="26" y="0"/>
                    <a:pt x="27" y="3"/>
                  </a:cubicBezTo>
                  <a:cubicBezTo>
                    <a:pt x="27" y="6"/>
                    <a:pt x="23" y="10"/>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1" name="Freeform 1304">
              <a:extLst>
                <a:ext uri="{FF2B5EF4-FFF2-40B4-BE49-F238E27FC236}">
                  <a16:creationId xmlns:a16="http://schemas.microsoft.com/office/drawing/2014/main" id="{04F125EA-6213-2812-CCAF-014C8FF40ACF}"/>
                </a:ext>
              </a:extLst>
            </p:cNvPr>
            <p:cNvSpPr>
              <a:spLocks/>
            </p:cNvSpPr>
            <p:nvPr/>
          </p:nvSpPr>
          <p:spPr bwMode="auto">
            <a:xfrm rot="5094805">
              <a:off x="557990" y="3009309"/>
              <a:ext cx="66264" cy="34275"/>
            </a:xfrm>
            <a:custGeom>
              <a:avLst/>
              <a:gdLst>
                <a:gd name="T0" fmla="*/ 27 w 27"/>
                <a:gd name="T1" fmla="*/ 3 h 14"/>
                <a:gd name="T2" fmla="*/ 15 w 27"/>
                <a:gd name="T3" fmla="*/ 12 h 14"/>
                <a:gd name="T4" fmla="*/ 1 w 27"/>
                <a:gd name="T5" fmla="*/ 11 h 14"/>
                <a:gd name="T6" fmla="*/ 13 w 27"/>
                <a:gd name="T7" fmla="*/ 2 h 14"/>
                <a:gd name="T8" fmla="*/ 27 w 27"/>
                <a:gd name="T9" fmla="*/ 3 h 14"/>
              </a:gdLst>
              <a:ahLst/>
              <a:cxnLst>
                <a:cxn ang="0">
                  <a:pos x="T0" y="T1"/>
                </a:cxn>
                <a:cxn ang="0">
                  <a:pos x="T2" y="T3"/>
                </a:cxn>
                <a:cxn ang="0">
                  <a:pos x="T4" y="T5"/>
                </a:cxn>
                <a:cxn ang="0">
                  <a:pos x="T6" y="T7"/>
                </a:cxn>
                <a:cxn ang="0">
                  <a:pos x="T8" y="T9"/>
                </a:cxn>
              </a:cxnLst>
              <a:rect l="0" t="0" r="r" b="b"/>
              <a:pathLst>
                <a:path w="27" h="14">
                  <a:moveTo>
                    <a:pt x="27" y="3"/>
                  </a:moveTo>
                  <a:cubicBezTo>
                    <a:pt x="27" y="6"/>
                    <a:pt x="22" y="10"/>
                    <a:pt x="15" y="12"/>
                  </a:cubicBezTo>
                  <a:cubicBezTo>
                    <a:pt x="8" y="14"/>
                    <a:pt x="2" y="13"/>
                    <a:pt x="1" y="11"/>
                  </a:cubicBezTo>
                  <a:cubicBezTo>
                    <a:pt x="0" y="8"/>
                    <a:pt x="5" y="4"/>
                    <a:pt x="13" y="2"/>
                  </a:cubicBezTo>
                  <a:cubicBezTo>
                    <a:pt x="20" y="0"/>
                    <a:pt x="26"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2" name="Freeform 1305">
              <a:extLst>
                <a:ext uri="{FF2B5EF4-FFF2-40B4-BE49-F238E27FC236}">
                  <a16:creationId xmlns:a16="http://schemas.microsoft.com/office/drawing/2014/main" id="{898F0B0A-11E9-3F1B-23A6-646C4DF8D207}"/>
                </a:ext>
              </a:extLst>
            </p:cNvPr>
            <p:cNvSpPr>
              <a:spLocks/>
            </p:cNvSpPr>
            <p:nvPr/>
          </p:nvSpPr>
          <p:spPr bwMode="auto">
            <a:xfrm rot="5094805">
              <a:off x="636662" y="3197297"/>
              <a:ext cx="66264" cy="34275"/>
            </a:xfrm>
            <a:custGeom>
              <a:avLst/>
              <a:gdLst>
                <a:gd name="T0" fmla="*/ 15 w 27"/>
                <a:gd name="T1" fmla="*/ 12 h 14"/>
                <a:gd name="T2" fmla="*/ 1 w 27"/>
                <a:gd name="T3" fmla="*/ 11 h 14"/>
                <a:gd name="T4" fmla="*/ 11 w 27"/>
                <a:gd name="T5" fmla="*/ 3 h 14"/>
                <a:gd name="T6" fmla="*/ 26 w 27"/>
                <a:gd name="T7" fmla="*/ 3 h 14"/>
                <a:gd name="T8" fmla="*/ 15 w 27"/>
                <a:gd name="T9" fmla="*/ 12 h 14"/>
              </a:gdLst>
              <a:ahLst/>
              <a:cxnLst>
                <a:cxn ang="0">
                  <a:pos x="T0" y="T1"/>
                </a:cxn>
                <a:cxn ang="0">
                  <a:pos x="T2" y="T3"/>
                </a:cxn>
                <a:cxn ang="0">
                  <a:pos x="T4" y="T5"/>
                </a:cxn>
                <a:cxn ang="0">
                  <a:pos x="T6" y="T7"/>
                </a:cxn>
                <a:cxn ang="0">
                  <a:pos x="T8" y="T9"/>
                </a:cxn>
              </a:cxnLst>
              <a:rect l="0" t="0" r="r" b="b"/>
              <a:pathLst>
                <a:path w="27" h="14">
                  <a:moveTo>
                    <a:pt x="15" y="12"/>
                  </a:moveTo>
                  <a:cubicBezTo>
                    <a:pt x="8" y="14"/>
                    <a:pt x="1" y="14"/>
                    <a:pt x="1" y="11"/>
                  </a:cubicBezTo>
                  <a:cubicBezTo>
                    <a:pt x="0" y="9"/>
                    <a:pt x="5" y="5"/>
                    <a:pt x="11" y="3"/>
                  </a:cubicBezTo>
                  <a:cubicBezTo>
                    <a:pt x="19" y="0"/>
                    <a:pt x="26" y="0"/>
                    <a:pt x="26" y="3"/>
                  </a:cubicBezTo>
                  <a:cubicBezTo>
                    <a:pt x="27" y="5"/>
                    <a:pt x="22" y="10"/>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3" name="Freeform 1306">
              <a:extLst>
                <a:ext uri="{FF2B5EF4-FFF2-40B4-BE49-F238E27FC236}">
                  <a16:creationId xmlns:a16="http://schemas.microsoft.com/office/drawing/2014/main" id="{92D6363C-5B65-E4BE-13D4-4BEBA4C25291}"/>
                </a:ext>
              </a:extLst>
            </p:cNvPr>
            <p:cNvSpPr>
              <a:spLocks/>
            </p:cNvSpPr>
            <p:nvPr/>
          </p:nvSpPr>
          <p:spPr bwMode="auto">
            <a:xfrm rot="5094805">
              <a:off x="726405" y="3379615"/>
              <a:ext cx="68549" cy="36560"/>
            </a:xfrm>
            <a:custGeom>
              <a:avLst/>
              <a:gdLst>
                <a:gd name="T0" fmla="*/ 16 w 28"/>
                <a:gd name="T1" fmla="*/ 12 h 15"/>
                <a:gd name="T2" fmla="*/ 1 w 28"/>
                <a:gd name="T3" fmla="*/ 13 h 15"/>
                <a:gd name="T4" fmla="*/ 12 w 28"/>
                <a:gd name="T5" fmla="*/ 4 h 15"/>
                <a:gd name="T6" fmla="*/ 27 w 28"/>
                <a:gd name="T7" fmla="*/ 3 h 15"/>
                <a:gd name="T8" fmla="*/ 16 w 28"/>
                <a:gd name="T9" fmla="*/ 12 h 15"/>
              </a:gdLst>
              <a:ahLst/>
              <a:cxnLst>
                <a:cxn ang="0">
                  <a:pos x="T0" y="T1"/>
                </a:cxn>
                <a:cxn ang="0">
                  <a:pos x="T2" y="T3"/>
                </a:cxn>
                <a:cxn ang="0">
                  <a:pos x="T4" y="T5"/>
                </a:cxn>
                <a:cxn ang="0">
                  <a:pos x="T6" y="T7"/>
                </a:cxn>
                <a:cxn ang="0">
                  <a:pos x="T8" y="T9"/>
                </a:cxn>
              </a:cxnLst>
              <a:rect l="0" t="0" r="r" b="b"/>
              <a:pathLst>
                <a:path w="28" h="15">
                  <a:moveTo>
                    <a:pt x="16" y="12"/>
                  </a:moveTo>
                  <a:cubicBezTo>
                    <a:pt x="9" y="15"/>
                    <a:pt x="2" y="15"/>
                    <a:pt x="1" y="13"/>
                  </a:cubicBezTo>
                  <a:cubicBezTo>
                    <a:pt x="0" y="11"/>
                    <a:pt x="5" y="7"/>
                    <a:pt x="12" y="4"/>
                  </a:cubicBezTo>
                  <a:cubicBezTo>
                    <a:pt x="19" y="1"/>
                    <a:pt x="26" y="0"/>
                    <a:pt x="27" y="3"/>
                  </a:cubicBezTo>
                  <a:cubicBezTo>
                    <a:pt x="28" y="5"/>
                    <a:pt x="22" y="1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4" name="Freeform 1307">
              <a:extLst>
                <a:ext uri="{FF2B5EF4-FFF2-40B4-BE49-F238E27FC236}">
                  <a16:creationId xmlns:a16="http://schemas.microsoft.com/office/drawing/2014/main" id="{997EB25D-6C96-AC83-5ADA-3C6343BC38B2}"/>
                </a:ext>
              </a:extLst>
            </p:cNvPr>
            <p:cNvSpPr>
              <a:spLocks/>
            </p:cNvSpPr>
            <p:nvPr/>
          </p:nvSpPr>
          <p:spPr bwMode="auto">
            <a:xfrm rot="5094805">
              <a:off x="822984" y="3561527"/>
              <a:ext cx="66264" cy="38845"/>
            </a:xfrm>
            <a:custGeom>
              <a:avLst/>
              <a:gdLst>
                <a:gd name="T0" fmla="*/ 12 w 27"/>
                <a:gd name="T1" fmla="*/ 4 h 16"/>
                <a:gd name="T2" fmla="*/ 26 w 27"/>
                <a:gd name="T3" fmla="*/ 2 h 16"/>
                <a:gd name="T4" fmla="*/ 14 w 27"/>
                <a:gd name="T5" fmla="*/ 13 h 16"/>
                <a:gd name="T6" fmla="*/ 1 w 27"/>
                <a:gd name="T7" fmla="*/ 14 h 16"/>
                <a:gd name="T8" fmla="*/ 12 w 27"/>
                <a:gd name="T9" fmla="*/ 4 h 16"/>
              </a:gdLst>
              <a:ahLst/>
              <a:cxnLst>
                <a:cxn ang="0">
                  <a:pos x="T0" y="T1"/>
                </a:cxn>
                <a:cxn ang="0">
                  <a:pos x="T2" y="T3"/>
                </a:cxn>
                <a:cxn ang="0">
                  <a:pos x="T4" y="T5"/>
                </a:cxn>
                <a:cxn ang="0">
                  <a:pos x="T6" y="T7"/>
                </a:cxn>
                <a:cxn ang="0">
                  <a:pos x="T8" y="T9"/>
                </a:cxn>
              </a:cxnLst>
              <a:rect l="0" t="0" r="r" b="b"/>
              <a:pathLst>
                <a:path w="27" h="16">
                  <a:moveTo>
                    <a:pt x="12" y="4"/>
                  </a:moveTo>
                  <a:cubicBezTo>
                    <a:pt x="19" y="1"/>
                    <a:pt x="26" y="0"/>
                    <a:pt x="26" y="2"/>
                  </a:cubicBezTo>
                  <a:cubicBezTo>
                    <a:pt x="27" y="5"/>
                    <a:pt x="21" y="10"/>
                    <a:pt x="14" y="13"/>
                  </a:cubicBezTo>
                  <a:cubicBezTo>
                    <a:pt x="7" y="16"/>
                    <a:pt x="1" y="16"/>
                    <a:pt x="1" y="14"/>
                  </a:cubicBezTo>
                  <a:cubicBezTo>
                    <a:pt x="0" y="11"/>
                    <a:pt x="6" y="7"/>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5" name="Freeform 1308">
              <a:extLst>
                <a:ext uri="{FF2B5EF4-FFF2-40B4-BE49-F238E27FC236}">
                  <a16:creationId xmlns:a16="http://schemas.microsoft.com/office/drawing/2014/main" id="{F9D96755-3BA1-66AD-0251-9C4675EAB453}"/>
                </a:ext>
              </a:extLst>
            </p:cNvPr>
            <p:cNvSpPr>
              <a:spLocks/>
            </p:cNvSpPr>
            <p:nvPr/>
          </p:nvSpPr>
          <p:spPr bwMode="auto">
            <a:xfrm rot="5094805">
              <a:off x="927424" y="3741491"/>
              <a:ext cx="66264" cy="41130"/>
            </a:xfrm>
            <a:custGeom>
              <a:avLst/>
              <a:gdLst>
                <a:gd name="T0" fmla="*/ 27 w 27"/>
                <a:gd name="T1" fmla="*/ 3 h 17"/>
                <a:gd name="T2" fmla="*/ 15 w 27"/>
                <a:gd name="T3" fmla="*/ 13 h 17"/>
                <a:gd name="T4" fmla="*/ 1 w 27"/>
                <a:gd name="T5" fmla="*/ 15 h 17"/>
                <a:gd name="T6" fmla="*/ 13 w 27"/>
                <a:gd name="T7" fmla="*/ 5 h 17"/>
                <a:gd name="T8" fmla="*/ 27 w 27"/>
                <a:gd name="T9" fmla="*/ 3 h 17"/>
              </a:gdLst>
              <a:ahLst/>
              <a:cxnLst>
                <a:cxn ang="0">
                  <a:pos x="T0" y="T1"/>
                </a:cxn>
                <a:cxn ang="0">
                  <a:pos x="T2" y="T3"/>
                </a:cxn>
                <a:cxn ang="0">
                  <a:pos x="T4" y="T5"/>
                </a:cxn>
                <a:cxn ang="0">
                  <a:pos x="T6" y="T7"/>
                </a:cxn>
                <a:cxn ang="0">
                  <a:pos x="T8" y="T9"/>
                </a:cxn>
              </a:cxnLst>
              <a:rect l="0" t="0" r="r" b="b"/>
              <a:pathLst>
                <a:path w="27" h="17">
                  <a:moveTo>
                    <a:pt x="27" y="3"/>
                  </a:moveTo>
                  <a:cubicBezTo>
                    <a:pt x="27" y="5"/>
                    <a:pt x="22" y="9"/>
                    <a:pt x="15" y="13"/>
                  </a:cubicBezTo>
                  <a:cubicBezTo>
                    <a:pt x="8" y="16"/>
                    <a:pt x="2" y="17"/>
                    <a:pt x="1" y="15"/>
                  </a:cubicBezTo>
                  <a:cubicBezTo>
                    <a:pt x="0" y="13"/>
                    <a:pt x="6" y="8"/>
                    <a:pt x="13" y="5"/>
                  </a:cubicBezTo>
                  <a:cubicBezTo>
                    <a:pt x="20" y="1"/>
                    <a:pt x="26"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6" name="Freeform 1309">
              <a:extLst>
                <a:ext uri="{FF2B5EF4-FFF2-40B4-BE49-F238E27FC236}">
                  <a16:creationId xmlns:a16="http://schemas.microsoft.com/office/drawing/2014/main" id="{15AC97E6-9C1F-742E-33CE-8D6D889D910A}"/>
                </a:ext>
              </a:extLst>
            </p:cNvPr>
            <p:cNvSpPr>
              <a:spLocks/>
            </p:cNvSpPr>
            <p:nvPr/>
          </p:nvSpPr>
          <p:spPr bwMode="auto">
            <a:xfrm rot="5094805">
              <a:off x="1036513" y="3923229"/>
              <a:ext cx="68549" cy="41130"/>
            </a:xfrm>
            <a:custGeom>
              <a:avLst/>
              <a:gdLst>
                <a:gd name="T0" fmla="*/ 27 w 27"/>
                <a:gd name="T1" fmla="*/ 2 h 17"/>
                <a:gd name="T2" fmla="*/ 15 w 27"/>
                <a:gd name="T3" fmla="*/ 13 h 17"/>
                <a:gd name="T4" fmla="*/ 1 w 27"/>
                <a:gd name="T5" fmla="*/ 15 h 17"/>
                <a:gd name="T6" fmla="*/ 13 w 27"/>
                <a:gd name="T7" fmla="*/ 5 h 17"/>
                <a:gd name="T8" fmla="*/ 27 w 27"/>
                <a:gd name="T9" fmla="*/ 2 h 17"/>
              </a:gdLst>
              <a:ahLst/>
              <a:cxnLst>
                <a:cxn ang="0">
                  <a:pos x="T0" y="T1"/>
                </a:cxn>
                <a:cxn ang="0">
                  <a:pos x="T2" y="T3"/>
                </a:cxn>
                <a:cxn ang="0">
                  <a:pos x="T4" y="T5"/>
                </a:cxn>
                <a:cxn ang="0">
                  <a:pos x="T6" y="T7"/>
                </a:cxn>
                <a:cxn ang="0">
                  <a:pos x="T8" y="T9"/>
                </a:cxn>
              </a:cxnLst>
              <a:rect l="0" t="0" r="r" b="b"/>
              <a:pathLst>
                <a:path w="27" h="17">
                  <a:moveTo>
                    <a:pt x="27" y="2"/>
                  </a:moveTo>
                  <a:cubicBezTo>
                    <a:pt x="27" y="4"/>
                    <a:pt x="22" y="9"/>
                    <a:pt x="15" y="13"/>
                  </a:cubicBezTo>
                  <a:cubicBezTo>
                    <a:pt x="8" y="16"/>
                    <a:pt x="2" y="17"/>
                    <a:pt x="1" y="15"/>
                  </a:cubicBezTo>
                  <a:cubicBezTo>
                    <a:pt x="0" y="13"/>
                    <a:pt x="6" y="8"/>
                    <a:pt x="13" y="5"/>
                  </a:cubicBezTo>
                  <a:cubicBezTo>
                    <a:pt x="20" y="2"/>
                    <a:pt x="26"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7" name="Freeform 1310">
              <a:extLst>
                <a:ext uri="{FF2B5EF4-FFF2-40B4-BE49-F238E27FC236}">
                  <a16:creationId xmlns:a16="http://schemas.microsoft.com/office/drawing/2014/main" id="{637B1194-2522-B204-27BF-47D84228C53F}"/>
                </a:ext>
              </a:extLst>
            </p:cNvPr>
            <p:cNvSpPr>
              <a:spLocks/>
            </p:cNvSpPr>
            <p:nvPr/>
          </p:nvSpPr>
          <p:spPr bwMode="auto">
            <a:xfrm rot="5094805">
              <a:off x="1150365" y="4107040"/>
              <a:ext cx="66264" cy="41130"/>
            </a:xfrm>
            <a:custGeom>
              <a:avLst/>
              <a:gdLst>
                <a:gd name="T0" fmla="*/ 12 w 27"/>
                <a:gd name="T1" fmla="*/ 5 h 17"/>
                <a:gd name="T2" fmla="*/ 26 w 27"/>
                <a:gd name="T3" fmla="*/ 2 h 17"/>
                <a:gd name="T4" fmla="*/ 13 w 27"/>
                <a:gd name="T5" fmla="*/ 12 h 17"/>
                <a:gd name="T6" fmla="*/ 0 w 27"/>
                <a:gd name="T7" fmla="*/ 15 h 17"/>
                <a:gd name="T8" fmla="*/ 12 w 27"/>
                <a:gd name="T9" fmla="*/ 5 h 17"/>
              </a:gdLst>
              <a:ahLst/>
              <a:cxnLst>
                <a:cxn ang="0">
                  <a:pos x="T0" y="T1"/>
                </a:cxn>
                <a:cxn ang="0">
                  <a:pos x="T2" y="T3"/>
                </a:cxn>
                <a:cxn ang="0">
                  <a:pos x="T4" y="T5"/>
                </a:cxn>
                <a:cxn ang="0">
                  <a:pos x="T6" y="T7"/>
                </a:cxn>
                <a:cxn ang="0">
                  <a:pos x="T8" y="T9"/>
                </a:cxn>
              </a:cxnLst>
              <a:rect l="0" t="0" r="r" b="b"/>
              <a:pathLst>
                <a:path w="27" h="17">
                  <a:moveTo>
                    <a:pt x="12" y="5"/>
                  </a:moveTo>
                  <a:cubicBezTo>
                    <a:pt x="19" y="2"/>
                    <a:pt x="25" y="0"/>
                    <a:pt x="26" y="2"/>
                  </a:cubicBezTo>
                  <a:cubicBezTo>
                    <a:pt x="27" y="4"/>
                    <a:pt x="21" y="9"/>
                    <a:pt x="13" y="12"/>
                  </a:cubicBezTo>
                  <a:cubicBezTo>
                    <a:pt x="6" y="16"/>
                    <a:pt x="1" y="17"/>
                    <a:pt x="0" y="15"/>
                  </a:cubicBezTo>
                  <a:cubicBezTo>
                    <a:pt x="0" y="13"/>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8" name="Freeform 1311">
              <a:extLst>
                <a:ext uri="{FF2B5EF4-FFF2-40B4-BE49-F238E27FC236}">
                  <a16:creationId xmlns:a16="http://schemas.microsoft.com/office/drawing/2014/main" id="{DA50C0A2-95EA-EAE0-002B-E1B6E4919505}"/>
                </a:ext>
              </a:extLst>
            </p:cNvPr>
            <p:cNvSpPr>
              <a:spLocks/>
            </p:cNvSpPr>
            <p:nvPr/>
          </p:nvSpPr>
          <p:spPr bwMode="auto">
            <a:xfrm rot="5094805">
              <a:off x="1264942" y="4284853"/>
              <a:ext cx="68549" cy="43415"/>
            </a:xfrm>
            <a:custGeom>
              <a:avLst/>
              <a:gdLst>
                <a:gd name="T0" fmla="*/ 12 w 28"/>
                <a:gd name="T1" fmla="*/ 5 h 17"/>
                <a:gd name="T2" fmla="*/ 27 w 28"/>
                <a:gd name="T3" fmla="*/ 1 h 17"/>
                <a:gd name="T4" fmla="*/ 15 w 28"/>
                <a:gd name="T5" fmla="*/ 12 h 17"/>
                <a:gd name="T6" fmla="*/ 1 w 28"/>
                <a:gd name="T7" fmla="*/ 15 h 17"/>
                <a:gd name="T8" fmla="*/ 12 w 28"/>
                <a:gd name="T9" fmla="*/ 5 h 17"/>
              </a:gdLst>
              <a:ahLst/>
              <a:cxnLst>
                <a:cxn ang="0">
                  <a:pos x="T0" y="T1"/>
                </a:cxn>
                <a:cxn ang="0">
                  <a:pos x="T2" y="T3"/>
                </a:cxn>
                <a:cxn ang="0">
                  <a:pos x="T4" y="T5"/>
                </a:cxn>
                <a:cxn ang="0">
                  <a:pos x="T6" y="T7"/>
                </a:cxn>
                <a:cxn ang="0">
                  <a:pos x="T8" y="T9"/>
                </a:cxn>
              </a:cxnLst>
              <a:rect l="0" t="0" r="r" b="b"/>
              <a:pathLst>
                <a:path w="28" h="17">
                  <a:moveTo>
                    <a:pt x="12" y="5"/>
                  </a:moveTo>
                  <a:cubicBezTo>
                    <a:pt x="19" y="2"/>
                    <a:pt x="26" y="0"/>
                    <a:pt x="27" y="1"/>
                  </a:cubicBezTo>
                  <a:cubicBezTo>
                    <a:pt x="28" y="3"/>
                    <a:pt x="22" y="8"/>
                    <a:pt x="15" y="12"/>
                  </a:cubicBezTo>
                  <a:cubicBezTo>
                    <a:pt x="8" y="15"/>
                    <a:pt x="2" y="17"/>
                    <a:pt x="1" y="15"/>
                  </a:cubicBezTo>
                  <a:cubicBezTo>
                    <a:pt x="0" y="13"/>
                    <a:pt x="6" y="9"/>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9" name="Freeform 1312">
              <a:extLst>
                <a:ext uri="{FF2B5EF4-FFF2-40B4-BE49-F238E27FC236}">
                  <a16:creationId xmlns:a16="http://schemas.microsoft.com/office/drawing/2014/main" id="{0B015B72-B09C-B6E2-9535-3FCD48BC6A54}"/>
                </a:ext>
              </a:extLst>
            </p:cNvPr>
            <p:cNvSpPr>
              <a:spLocks/>
            </p:cNvSpPr>
            <p:nvPr/>
          </p:nvSpPr>
          <p:spPr bwMode="auto">
            <a:xfrm rot="5094805">
              <a:off x="1299094" y="4382759"/>
              <a:ext cx="68549" cy="47985"/>
            </a:xfrm>
            <a:custGeom>
              <a:avLst/>
              <a:gdLst>
                <a:gd name="T0" fmla="*/ 28 w 28"/>
                <a:gd name="T1" fmla="*/ 3 h 19"/>
                <a:gd name="T2" fmla="*/ 15 w 28"/>
                <a:gd name="T3" fmla="*/ 14 h 19"/>
                <a:gd name="T4" fmla="*/ 1 w 28"/>
                <a:gd name="T5" fmla="*/ 17 h 19"/>
                <a:gd name="T6" fmla="*/ 14 w 28"/>
                <a:gd name="T7" fmla="*/ 5 h 19"/>
                <a:gd name="T8" fmla="*/ 28 w 28"/>
                <a:gd name="T9" fmla="*/ 3 h 19"/>
              </a:gdLst>
              <a:ahLst/>
              <a:cxnLst>
                <a:cxn ang="0">
                  <a:pos x="T0" y="T1"/>
                </a:cxn>
                <a:cxn ang="0">
                  <a:pos x="T2" y="T3"/>
                </a:cxn>
                <a:cxn ang="0">
                  <a:pos x="T4" y="T5"/>
                </a:cxn>
                <a:cxn ang="0">
                  <a:pos x="T6" y="T7"/>
                </a:cxn>
                <a:cxn ang="0">
                  <a:pos x="T8" y="T9"/>
                </a:cxn>
              </a:cxnLst>
              <a:rect l="0" t="0" r="r" b="b"/>
              <a:pathLst>
                <a:path w="28" h="19">
                  <a:moveTo>
                    <a:pt x="28" y="3"/>
                  </a:moveTo>
                  <a:cubicBezTo>
                    <a:pt x="28" y="5"/>
                    <a:pt x="23" y="10"/>
                    <a:pt x="15" y="14"/>
                  </a:cubicBezTo>
                  <a:cubicBezTo>
                    <a:pt x="8" y="18"/>
                    <a:pt x="2" y="19"/>
                    <a:pt x="1" y="17"/>
                  </a:cubicBezTo>
                  <a:cubicBezTo>
                    <a:pt x="0" y="14"/>
                    <a:pt x="6" y="9"/>
                    <a:pt x="14" y="5"/>
                  </a:cubicBezTo>
                  <a:cubicBezTo>
                    <a:pt x="21" y="2"/>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0" name="Freeform 1313">
              <a:extLst>
                <a:ext uri="{FF2B5EF4-FFF2-40B4-BE49-F238E27FC236}">
                  <a16:creationId xmlns:a16="http://schemas.microsoft.com/office/drawing/2014/main" id="{E6101A43-B77E-F95D-90D4-4C8F35F17594}"/>
                </a:ext>
              </a:extLst>
            </p:cNvPr>
            <p:cNvSpPr>
              <a:spLocks/>
            </p:cNvSpPr>
            <p:nvPr/>
          </p:nvSpPr>
          <p:spPr bwMode="auto">
            <a:xfrm rot="5094805">
              <a:off x="1415116" y="4566271"/>
              <a:ext cx="68549" cy="45700"/>
            </a:xfrm>
            <a:custGeom>
              <a:avLst/>
              <a:gdLst>
                <a:gd name="T0" fmla="*/ 12 w 27"/>
                <a:gd name="T1" fmla="*/ 6 h 18"/>
                <a:gd name="T2" fmla="*/ 27 w 27"/>
                <a:gd name="T3" fmla="*/ 2 h 18"/>
                <a:gd name="T4" fmla="*/ 15 w 27"/>
                <a:gd name="T5" fmla="*/ 13 h 18"/>
                <a:gd name="T6" fmla="*/ 0 w 27"/>
                <a:gd name="T7" fmla="*/ 16 h 18"/>
                <a:gd name="T8" fmla="*/ 12 w 27"/>
                <a:gd name="T9" fmla="*/ 6 h 18"/>
              </a:gdLst>
              <a:ahLst/>
              <a:cxnLst>
                <a:cxn ang="0">
                  <a:pos x="T0" y="T1"/>
                </a:cxn>
                <a:cxn ang="0">
                  <a:pos x="T2" y="T3"/>
                </a:cxn>
                <a:cxn ang="0">
                  <a:pos x="T4" y="T5"/>
                </a:cxn>
                <a:cxn ang="0">
                  <a:pos x="T6" y="T7"/>
                </a:cxn>
                <a:cxn ang="0">
                  <a:pos x="T8" y="T9"/>
                </a:cxn>
              </a:cxnLst>
              <a:rect l="0" t="0" r="r" b="b"/>
              <a:pathLst>
                <a:path w="27" h="18">
                  <a:moveTo>
                    <a:pt x="12" y="6"/>
                  </a:moveTo>
                  <a:cubicBezTo>
                    <a:pt x="19" y="2"/>
                    <a:pt x="26" y="0"/>
                    <a:pt x="27" y="2"/>
                  </a:cubicBezTo>
                  <a:cubicBezTo>
                    <a:pt x="27" y="4"/>
                    <a:pt x="22" y="9"/>
                    <a:pt x="15" y="13"/>
                  </a:cubicBezTo>
                  <a:cubicBezTo>
                    <a:pt x="7" y="17"/>
                    <a:pt x="0" y="18"/>
                    <a:pt x="0" y="16"/>
                  </a:cubicBezTo>
                  <a:cubicBezTo>
                    <a:pt x="0" y="14"/>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1" name="Freeform 1314">
              <a:extLst>
                <a:ext uri="{FF2B5EF4-FFF2-40B4-BE49-F238E27FC236}">
                  <a16:creationId xmlns:a16="http://schemas.microsoft.com/office/drawing/2014/main" id="{0246822D-7105-749E-818B-7839B5F6C8D0}"/>
                </a:ext>
              </a:extLst>
            </p:cNvPr>
            <p:cNvSpPr>
              <a:spLocks/>
            </p:cNvSpPr>
            <p:nvPr/>
          </p:nvSpPr>
          <p:spPr bwMode="auto">
            <a:xfrm rot="5094805">
              <a:off x="1528757" y="4749889"/>
              <a:ext cx="70834" cy="41130"/>
            </a:xfrm>
            <a:custGeom>
              <a:avLst/>
              <a:gdLst>
                <a:gd name="T0" fmla="*/ 28 w 29"/>
                <a:gd name="T1" fmla="*/ 2 h 17"/>
                <a:gd name="T2" fmla="*/ 17 w 29"/>
                <a:gd name="T3" fmla="*/ 12 h 17"/>
                <a:gd name="T4" fmla="*/ 1 w 29"/>
                <a:gd name="T5" fmla="*/ 15 h 17"/>
                <a:gd name="T6" fmla="*/ 12 w 29"/>
                <a:gd name="T7" fmla="*/ 6 h 17"/>
                <a:gd name="T8" fmla="*/ 28 w 29"/>
                <a:gd name="T9" fmla="*/ 2 h 17"/>
              </a:gdLst>
              <a:ahLst/>
              <a:cxnLst>
                <a:cxn ang="0">
                  <a:pos x="T0" y="T1"/>
                </a:cxn>
                <a:cxn ang="0">
                  <a:pos x="T2" y="T3"/>
                </a:cxn>
                <a:cxn ang="0">
                  <a:pos x="T4" y="T5"/>
                </a:cxn>
                <a:cxn ang="0">
                  <a:pos x="T6" y="T7"/>
                </a:cxn>
                <a:cxn ang="0">
                  <a:pos x="T8" y="T9"/>
                </a:cxn>
              </a:cxnLst>
              <a:rect l="0" t="0" r="r" b="b"/>
              <a:pathLst>
                <a:path w="29" h="17">
                  <a:moveTo>
                    <a:pt x="28" y="2"/>
                  </a:moveTo>
                  <a:cubicBezTo>
                    <a:pt x="29" y="3"/>
                    <a:pt x="24" y="8"/>
                    <a:pt x="17" y="12"/>
                  </a:cubicBezTo>
                  <a:cubicBezTo>
                    <a:pt x="9" y="16"/>
                    <a:pt x="2" y="17"/>
                    <a:pt x="1" y="15"/>
                  </a:cubicBezTo>
                  <a:cubicBezTo>
                    <a:pt x="0" y="14"/>
                    <a:pt x="5" y="9"/>
                    <a:pt x="12" y="6"/>
                  </a:cubicBezTo>
                  <a:cubicBezTo>
                    <a:pt x="19" y="2"/>
                    <a:pt x="27" y="0"/>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2" name="Freeform 1315">
              <a:extLst>
                <a:ext uri="{FF2B5EF4-FFF2-40B4-BE49-F238E27FC236}">
                  <a16:creationId xmlns:a16="http://schemas.microsoft.com/office/drawing/2014/main" id="{6E79D068-5489-8311-AFD9-2CC57E9B21E6}"/>
                </a:ext>
              </a:extLst>
            </p:cNvPr>
            <p:cNvSpPr>
              <a:spLocks/>
            </p:cNvSpPr>
            <p:nvPr/>
          </p:nvSpPr>
          <p:spPr bwMode="auto">
            <a:xfrm rot="5094805">
              <a:off x="1641172" y="4930489"/>
              <a:ext cx="66264" cy="41130"/>
            </a:xfrm>
            <a:custGeom>
              <a:avLst/>
              <a:gdLst>
                <a:gd name="T0" fmla="*/ 12 w 27"/>
                <a:gd name="T1" fmla="*/ 6 h 17"/>
                <a:gd name="T2" fmla="*/ 27 w 27"/>
                <a:gd name="T3" fmla="*/ 3 h 17"/>
                <a:gd name="T4" fmla="*/ 15 w 27"/>
                <a:gd name="T5" fmla="*/ 12 h 17"/>
                <a:gd name="T6" fmla="*/ 0 w 27"/>
                <a:gd name="T7" fmla="*/ 15 h 17"/>
                <a:gd name="T8" fmla="*/ 12 w 27"/>
                <a:gd name="T9" fmla="*/ 6 h 17"/>
              </a:gdLst>
              <a:ahLst/>
              <a:cxnLst>
                <a:cxn ang="0">
                  <a:pos x="T0" y="T1"/>
                </a:cxn>
                <a:cxn ang="0">
                  <a:pos x="T2" y="T3"/>
                </a:cxn>
                <a:cxn ang="0">
                  <a:pos x="T4" y="T5"/>
                </a:cxn>
                <a:cxn ang="0">
                  <a:pos x="T6" y="T7"/>
                </a:cxn>
                <a:cxn ang="0">
                  <a:pos x="T8" y="T9"/>
                </a:cxn>
              </a:cxnLst>
              <a:rect l="0" t="0" r="r" b="b"/>
              <a:pathLst>
                <a:path w="27" h="17">
                  <a:moveTo>
                    <a:pt x="12" y="6"/>
                  </a:moveTo>
                  <a:cubicBezTo>
                    <a:pt x="20" y="2"/>
                    <a:pt x="27" y="0"/>
                    <a:pt x="27" y="3"/>
                  </a:cubicBezTo>
                  <a:cubicBezTo>
                    <a:pt x="27" y="5"/>
                    <a:pt x="22" y="9"/>
                    <a:pt x="15" y="12"/>
                  </a:cubicBezTo>
                  <a:cubicBezTo>
                    <a:pt x="7" y="16"/>
                    <a:pt x="1" y="17"/>
                    <a:pt x="0" y="15"/>
                  </a:cubicBezTo>
                  <a:cubicBezTo>
                    <a:pt x="0" y="13"/>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3" name="Freeform 1316">
              <a:extLst>
                <a:ext uri="{FF2B5EF4-FFF2-40B4-BE49-F238E27FC236}">
                  <a16:creationId xmlns:a16="http://schemas.microsoft.com/office/drawing/2014/main" id="{127C609A-F401-FA13-E577-D3F8C9C261F8}"/>
                </a:ext>
              </a:extLst>
            </p:cNvPr>
            <p:cNvSpPr>
              <a:spLocks/>
            </p:cNvSpPr>
            <p:nvPr/>
          </p:nvSpPr>
          <p:spPr bwMode="auto">
            <a:xfrm rot="5094805">
              <a:off x="1742295" y="5114079"/>
              <a:ext cx="68549" cy="38845"/>
            </a:xfrm>
            <a:custGeom>
              <a:avLst/>
              <a:gdLst>
                <a:gd name="T0" fmla="*/ 12 w 28"/>
                <a:gd name="T1" fmla="*/ 5 h 15"/>
                <a:gd name="T2" fmla="*/ 27 w 28"/>
                <a:gd name="T3" fmla="*/ 2 h 15"/>
                <a:gd name="T4" fmla="*/ 16 w 28"/>
                <a:gd name="T5" fmla="*/ 11 h 15"/>
                <a:gd name="T6" fmla="*/ 0 w 28"/>
                <a:gd name="T7" fmla="*/ 13 h 15"/>
                <a:gd name="T8" fmla="*/ 12 w 28"/>
                <a:gd name="T9" fmla="*/ 5 h 15"/>
              </a:gdLst>
              <a:ahLst/>
              <a:cxnLst>
                <a:cxn ang="0">
                  <a:pos x="T0" y="T1"/>
                </a:cxn>
                <a:cxn ang="0">
                  <a:pos x="T2" y="T3"/>
                </a:cxn>
                <a:cxn ang="0">
                  <a:pos x="T4" y="T5"/>
                </a:cxn>
                <a:cxn ang="0">
                  <a:pos x="T6" y="T7"/>
                </a:cxn>
                <a:cxn ang="0">
                  <a:pos x="T8" y="T9"/>
                </a:cxn>
              </a:cxnLst>
              <a:rect l="0" t="0" r="r" b="b"/>
              <a:pathLst>
                <a:path w="28" h="15">
                  <a:moveTo>
                    <a:pt x="12" y="5"/>
                  </a:moveTo>
                  <a:cubicBezTo>
                    <a:pt x="20" y="1"/>
                    <a:pt x="27" y="0"/>
                    <a:pt x="27" y="2"/>
                  </a:cubicBezTo>
                  <a:cubicBezTo>
                    <a:pt x="28" y="3"/>
                    <a:pt x="23" y="7"/>
                    <a:pt x="16" y="11"/>
                  </a:cubicBezTo>
                  <a:cubicBezTo>
                    <a:pt x="8" y="14"/>
                    <a:pt x="1" y="15"/>
                    <a:pt x="0" y="13"/>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4" name="Freeform 1317">
              <a:extLst>
                <a:ext uri="{FF2B5EF4-FFF2-40B4-BE49-F238E27FC236}">
                  <a16:creationId xmlns:a16="http://schemas.microsoft.com/office/drawing/2014/main" id="{F3148E75-BFC0-A9E8-BBA2-4620BA2B9D47}"/>
                </a:ext>
              </a:extLst>
            </p:cNvPr>
            <p:cNvSpPr>
              <a:spLocks/>
            </p:cNvSpPr>
            <p:nvPr/>
          </p:nvSpPr>
          <p:spPr bwMode="auto">
            <a:xfrm rot="5094805">
              <a:off x="1837631" y="5299423"/>
              <a:ext cx="68549" cy="31990"/>
            </a:xfrm>
            <a:custGeom>
              <a:avLst/>
              <a:gdLst>
                <a:gd name="T0" fmla="*/ 14 w 28"/>
                <a:gd name="T1" fmla="*/ 3 h 13"/>
                <a:gd name="T2" fmla="*/ 28 w 28"/>
                <a:gd name="T3" fmla="*/ 1 h 13"/>
                <a:gd name="T4" fmla="*/ 15 w 28"/>
                <a:gd name="T5" fmla="*/ 10 h 13"/>
                <a:gd name="T6" fmla="*/ 1 w 28"/>
                <a:gd name="T7" fmla="*/ 12 h 13"/>
                <a:gd name="T8" fmla="*/ 14 w 28"/>
                <a:gd name="T9" fmla="*/ 3 h 13"/>
              </a:gdLst>
              <a:ahLst/>
              <a:cxnLst>
                <a:cxn ang="0">
                  <a:pos x="T0" y="T1"/>
                </a:cxn>
                <a:cxn ang="0">
                  <a:pos x="T2" y="T3"/>
                </a:cxn>
                <a:cxn ang="0">
                  <a:pos x="T4" y="T5"/>
                </a:cxn>
                <a:cxn ang="0">
                  <a:pos x="T6" y="T7"/>
                </a:cxn>
                <a:cxn ang="0">
                  <a:pos x="T8" y="T9"/>
                </a:cxn>
              </a:cxnLst>
              <a:rect l="0" t="0" r="r" b="b"/>
              <a:pathLst>
                <a:path w="28" h="13">
                  <a:moveTo>
                    <a:pt x="14" y="3"/>
                  </a:moveTo>
                  <a:cubicBezTo>
                    <a:pt x="21" y="1"/>
                    <a:pt x="27" y="0"/>
                    <a:pt x="28" y="1"/>
                  </a:cubicBezTo>
                  <a:cubicBezTo>
                    <a:pt x="28" y="3"/>
                    <a:pt x="23" y="7"/>
                    <a:pt x="15" y="10"/>
                  </a:cubicBezTo>
                  <a:cubicBezTo>
                    <a:pt x="8" y="13"/>
                    <a:pt x="2" y="13"/>
                    <a:pt x="1" y="12"/>
                  </a:cubicBezTo>
                  <a:cubicBezTo>
                    <a:pt x="0" y="10"/>
                    <a:pt x="6" y="6"/>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5" name="Freeform 1318">
              <a:extLst>
                <a:ext uri="{FF2B5EF4-FFF2-40B4-BE49-F238E27FC236}">
                  <a16:creationId xmlns:a16="http://schemas.microsoft.com/office/drawing/2014/main" id="{209D21C9-7207-51E1-D5E6-D5DF38014D05}"/>
                </a:ext>
              </a:extLst>
            </p:cNvPr>
            <p:cNvSpPr>
              <a:spLocks/>
            </p:cNvSpPr>
            <p:nvPr/>
          </p:nvSpPr>
          <p:spPr bwMode="auto">
            <a:xfrm rot="5094805">
              <a:off x="1924268" y="5487845"/>
              <a:ext cx="68549" cy="29705"/>
            </a:xfrm>
            <a:custGeom>
              <a:avLst/>
              <a:gdLst>
                <a:gd name="T0" fmla="*/ 13 w 28"/>
                <a:gd name="T1" fmla="*/ 3 h 12"/>
                <a:gd name="T2" fmla="*/ 27 w 28"/>
                <a:gd name="T3" fmla="*/ 2 h 12"/>
                <a:gd name="T4" fmla="*/ 14 w 28"/>
                <a:gd name="T5" fmla="*/ 10 h 12"/>
                <a:gd name="T6" fmla="*/ 1 w 28"/>
                <a:gd name="T7" fmla="*/ 11 h 12"/>
                <a:gd name="T8" fmla="*/ 13 w 28"/>
                <a:gd name="T9" fmla="*/ 3 h 12"/>
              </a:gdLst>
              <a:ahLst/>
              <a:cxnLst>
                <a:cxn ang="0">
                  <a:pos x="T0" y="T1"/>
                </a:cxn>
                <a:cxn ang="0">
                  <a:pos x="T2" y="T3"/>
                </a:cxn>
                <a:cxn ang="0">
                  <a:pos x="T4" y="T5"/>
                </a:cxn>
                <a:cxn ang="0">
                  <a:pos x="T6" y="T7"/>
                </a:cxn>
                <a:cxn ang="0">
                  <a:pos x="T8" y="T9"/>
                </a:cxn>
              </a:cxnLst>
              <a:rect l="0" t="0" r="r" b="b"/>
              <a:pathLst>
                <a:path w="28" h="12">
                  <a:moveTo>
                    <a:pt x="13" y="3"/>
                  </a:moveTo>
                  <a:cubicBezTo>
                    <a:pt x="20" y="1"/>
                    <a:pt x="27" y="0"/>
                    <a:pt x="27" y="2"/>
                  </a:cubicBezTo>
                  <a:cubicBezTo>
                    <a:pt x="28" y="3"/>
                    <a:pt x="22" y="7"/>
                    <a:pt x="14" y="10"/>
                  </a:cubicBezTo>
                  <a:cubicBezTo>
                    <a:pt x="7" y="12"/>
                    <a:pt x="1" y="12"/>
                    <a:pt x="1" y="11"/>
                  </a:cubicBezTo>
                  <a:cubicBezTo>
                    <a:pt x="0" y="9"/>
                    <a:pt x="6" y="6"/>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6" name="Freeform 1319">
              <a:extLst>
                <a:ext uri="{FF2B5EF4-FFF2-40B4-BE49-F238E27FC236}">
                  <a16:creationId xmlns:a16="http://schemas.microsoft.com/office/drawing/2014/main" id="{BF96AB1E-DA60-871A-2485-46A4C247A6C9}"/>
                </a:ext>
              </a:extLst>
            </p:cNvPr>
            <p:cNvSpPr>
              <a:spLocks/>
            </p:cNvSpPr>
            <p:nvPr/>
          </p:nvSpPr>
          <p:spPr bwMode="auto">
            <a:xfrm rot="5094805">
              <a:off x="1998185" y="5676247"/>
              <a:ext cx="68549" cy="25135"/>
            </a:xfrm>
            <a:custGeom>
              <a:avLst/>
              <a:gdLst>
                <a:gd name="T0" fmla="*/ 14 w 28"/>
                <a:gd name="T1" fmla="*/ 8 h 10"/>
                <a:gd name="T2" fmla="*/ 0 w 28"/>
                <a:gd name="T3" fmla="*/ 8 h 10"/>
                <a:gd name="T4" fmla="*/ 13 w 28"/>
                <a:gd name="T5" fmla="*/ 2 h 10"/>
                <a:gd name="T6" fmla="*/ 27 w 28"/>
                <a:gd name="T7" fmla="*/ 1 h 10"/>
                <a:gd name="T8" fmla="*/ 14 w 28"/>
                <a:gd name="T9" fmla="*/ 8 h 10"/>
              </a:gdLst>
              <a:ahLst/>
              <a:cxnLst>
                <a:cxn ang="0">
                  <a:pos x="T0" y="T1"/>
                </a:cxn>
                <a:cxn ang="0">
                  <a:pos x="T2" y="T3"/>
                </a:cxn>
                <a:cxn ang="0">
                  <a:pos x="T4" y="T5"/>
                </a:cxn>
                <a:cxn ang="0">
                  <a:pos x="T6" y="T7"/>
                </a:cxn>
                <a:cxn ang="0">
                  <a:pos x="T8" y="T9"/>
                </a:cxn>
              </a:cxnLst>
              <a:rect l="0" t="0" r="r" b="b"/>
              <a:pathLst>
                <a:path w="28" h="10">
                  <a:moveTo>
                    <a:pt x="14" y="8"/>
                  </a:moveTo>
                  <a:cubicBezTo>
                    <a:pt x="7" y="10"/>
                    <a:pt x="1" y="10"/>
                    <a:pt x="0" y="8"/>
                  </a:cubicBezTo>
                  <a:cubicBezTo>
                    <a:pt x="0" y="7"/>
                    <a:pt x="5" y="4"/>
                    <a:pt x="13" y="2"/>
                  </a:cubicBezTo>
                  <a:cubicBezTo>
                    <a:pt x="20" y="0"/>
                    <a:pt x="27" y="0"/>
                    <a:pt x="27" y="1"/>
                  </a:cubicBezTo>
                  <a:cubicBezTo>
                    <a:pt x="28" y="3"/>
                    <a:pt x="22" y="6"/>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7" name="Freeform 1320">
              <a:extLst>
                <a:ext uri="{FF2B5EF4-FFF2-40B4-BE49-F238E27FC236}">
                  <a16:creationId xmlns:a16="http://schemas.microsoft.com/office/drawing/2014/main" id="{B01CBB5E-5656-577B-114E-5F836176501C}"/>
                </a:ext>
              </a:extLst>
            </p:cNvPr>
            <p:cNvSpPr>
              <a:spLocks/>
            </p:cNvSpPr>
            <p:nvPr/>
          </p:nvSpPr>
          <p:spPr bwMode="auto">
            <a:xfrm rot="5094805">
              <a:off x="2061860" y="5864418"/>
              <a:ext cx="68549" cy="22850"/>
            </a:xfrm>
            <a:custGeom>
              <a:avLst/>
              <a:gdLst>
                <a:gd name="T0" fmla="*/ 15 w 28"/>
                <a:gd name="T1" fmla="*/ 7 h 9"/>
                <a:gd name="T2" fmla="*/ 0 w 28"/>
                <a:gd name="T3" fmla="*/ 7 h 9"/>
                <a:gd name="T4" fmla="*/ 13 w 28"/>
                <a:gd name="T5" fmla="*/ 2 h 9"/>
                <a:gd name="T6" fmla="*/ 28 w 28"/>
                <a:gd name="T7" fmla="*/ 2 h 9"/>
                <a:gd name="T8" fmla="*/ 15 w 28"/>
                <a:gd name="T9" fmla="*/ 7 h 9"/>
              </a:gdLst>
              <a:ahLst/>
              <a:cxnLst>
                <a:cxn ang="0">
                  <a:pos x="T0" y="T1"/>
                </a:cxn>
                <a:cxn ang="0">
                  <a:pos x="T2" y="T3"/>
                </a:cxn>
                <a:cxn ang="0">
                  <a:pos x="T4" y="T5"/>
                </a:cxn>
                <a:cxn ang="0">
                  <a:pos x="T6" y="T7"/>
                </a:cxn>
                <a:cxn ang="0">
                  <a:pos x="T8" y="T9"/>
                </a:cxn>
              </a:cxnLst>
              <a:rect l="0" t="0" r="r" b="b"/>
              <a:pathLst>
                <a:path w="28" h="9">
                  <a:moveTo>
                    <a:pt x="15" y="7"/>
                  </a:moveTo>
                  <a:cubicBezTo>
                    <a:pt x="8" y="9"/>
                    <a:pt x="1" y="9"/>
                    <a:pt x="0" y="7"/>
                  </a:cubicBezTo>
                  <a:cubicBezTo>
                    <a:pt x="0" y="5"/>
                    <a:pt x="6" y="3"/>
                    <a:pt x="13" y="2"/>
                  </a:cubicBezTo>
                  <a:cubicBezTo>
                    <a:pt x="20" y="0"/>
                    <a:pt x="27" y="0"/>
                    <a:pt x="28" y="2"/>
                  </a:cubicBezTo>
                  <a:cubicBezTo>
                    <a:pt x="28" y="3"/>
                    <a:pt x="23" y="6"/>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8" name="Freeform 1321">
              <a:extLst>
                <a:ext uri="{FF2B5EF4-FFF2-40B4-BE49-F238E27FC236}">
                  <a16:creationId xmlns:a16="http://schemas.microsoft.com/office/drawing/2014/main" id="{0796B8AF-5BEC-DAA7-36F0-43A0986CAB9F}"/>
                </a:ext>
              </a:extLst>
            </p:cNvPr>
            <p:cNvSpPr>
              <a:spLocks/>
            </p:cNvSpPr>
            <p:nvPr/>
          </p:nvSpPr>
          <p:spPr bwMode="auto">
            <a:xfrm rot="5094805">
              <a:off x="2106383" y="6057528"/>
              <a:ext cx="73119" cy="18280"/>
            </a:xfrm>
            <a:custGeom>
              <a:avLst/>
              <a:gdLst>
                <a:gd name="T0" fmla="*/ 14 w 29"/>
                <a:gd name="T1" fmla="*/ 0 h 7"/>
                <a:gd name="T2" fmla="*/ 28 w 29"/>
                <a:gd name="T3" fmla="*/ 1 h 7"/>
                <a:gd name="T4" fmla="*/ 15 w 29"/>
                <a:gd name="T5" fmla="*/ 6 h 7"/>
                <a:gd name="T6" fmla="*/ 1 w 29"/>
                <a:gd name="T7" fmla="*/ 5 h 7"/>
                <a:gd name="T8" fmla="*/ 14 w 29"/>
                <a:gd name="T9" fmla="*/ 0 h 7"/>
              </a:gdLst>
              <a:ahLst/>
              <a:cxnLst>
                <a:cxn ang="0">
                  <a:pos x="T0" y="T1"/>
                </a:cxn>
                <a:cxn ang="0">
                  <a:pos x="T2" y="T3"/>
                </a:cxn>
                <a:cxn ang="0">
                  <a:pos x="T4" y="T5"/>
                </a:cxn>
                <a:cxn ang="0">
                  <a:pos x="T6" y="T7"/>
                </a:cxn>
                <a:cxn ang="0">
                  <a:pos x="T8" y="T9"/>
                </a:cxn>
              </a:cxnLst>
              <a:rect l="0" t="0" r="r" b="b"/>
              <a:pathLst>
                <a:path w="29" h="7">
                  <a:moveTo>
                    <a:pt x="14" y="0"/>
                  </a:moveTo>
                  <a:cubicBezTo>
                    <a:pt x="21" y="0"/>
                    <a:pt x="27" y="0"/>
                    <a:pt x="28" y="1"/>
                  </a:cubicBezTo>
                  <a:cubicBezTo>
                    <a:pt x="29" y="3"/>
                    <a:pt x="23" y="5"/>
                    <a:pt x="15" y="6"/>
                  </a:cubicBezTo>
                  <a:cubicBezTo>
                    <a:pt x="8" y="7"/>
                    <a:pt x="2" y="6"/>
                    <a:pt x="1" y="5"/>
                  </a:cubicBezTo>
                  <a:cubicBezTo>
                    <a:pt x="0" y="3"/>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9" name="Freeform 1322">
              <a:extLst>
                <a:ext uri="{FF2B5EF4-FFF2-40B4-BE49-F238E27FC236}">
                  <a16:creationId xmlns:a16="http://schemas.microsoft.com/office/drawing/2014/main" id="{E6259EE0-83E9-C108-22DE-CB375BD1A1B0}"/>
                </a:ext>
              </a:extLst>
            </p:cNvPr>
            <p:cNvSpPr>
              <a:spLocks/>
            </p:cNvSpPr>
            <p:nvPr/>
          </p:nvSpPr>
          <p:spPr bwMode="auto">
            <a:xfrm rot="5094805">
              <a:off x="2137364" y="6252152"/>
              <a:ext cx="70834" cy="15995"/>
            </a:xfrm>
            <a:custGeom>
              <a:avLst/>
              <a:gdLst>
                <a:gd name="T0" fmla="*/ 28 w 29"/>
                <a:gd name="T1" fmla="*/ 2 h 6"/>
                <a:gd name="T2" fmla="*/ 15 w 29"/>
                <a:gd name="T3" fmla="*/ 5 h 6"/>
                <a:gd name="T4" fmla="*/ 1 w 29"/>
                <a:gd name="T5" fmla="*/ 3 h 6"/>
                <a:gd name="T6" fmla="*/ 14 w 29"/>
                <a:gd name="T7" fmla="*/ 0 h 6"/>
                <a:gd name="T8" fmla="*/ 28 w 29"/>
                <a:gd name="T9" fmla="*/ 2 h 6"/>
              </a:gdLst>
              <a:ahLst/>
              <a:cxnLst>
                <a:cxn ang="0">
                  <a:pos x="T0" y="T1"/>
                </a:cxn>
                <a:cxn ang="0">
                  <a:pos x="T2" y="T3"/>
                </a:cxn>
                <a:cxn ang="0">
                  <a:pos x="T4" y="T5"/>
                </a:cxn>
                <a:cxn ang="0">
                  <a:pos x="T6" y="T7"/>
                </a:cxn>
                <a:cxn ang="0">
                  <a:pos x="T8" y="T9"/>
                </a:cxn>
              </a:cxnLst>
              <a:rect l="0" t="0" r="r" b="b"/>
              <a:pathLst>
                <a:path w="29" h="6">
                  <a:moveTo>
                    <a:pt x="28" y="2"/>
                  </a:moveTo>
                  <a:cubicBezTo>
                    <a:pt x="29" y="4"/>
                    <a:pt x="23" y="5"/>
                    <a:pt x="15" y="5"/>
                  </a:cubicBezTo>
                  <a:cubicBezTo>
                    <a:pt x="8" y="6"/>
                    <a:pt x="1" y="5"/>
                    <a:pt x="1" y="3"/>
                  </a:cubicBezTo>
                  <a:cubicBezTo>
                    <a:pt x="0" y="2"/>
                    <a:pt x="6" y="1"/>
                    <a:pt x="14" y="0"/>
                  </a:cubicBezTo>
                  <a:cubicBezTo>
                    <a:pt x="21" y="0"/>
                    <a:pt x="28" y="1"/>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0" name="Freeform 1323">
              <a:extLst>
                <a:ext uri="{FF2B5EF4-FFF2-40B4-BE49-F238E27FC236}">
                  <a16:creationId xmlns:a16="http://schemas.microsoft.com/office/drawing/2014/main" id="{7FAD7DA6-F414-F51F-10A0-7BD1D5A13207}"/>
                </a:ext>
              </a:extLst>
            </p:cNvPr>
            <p:cNvSpPr>
              <a:spLocks/>
            </p:cNvSpPr>
            <p:nvPr/>
          </p:nvSpPr>
          <p:spPr bwMode="auto">
            <a:xfrm rot="5094805">
              <a:off x="2168346" y="6446777"/>
              <a:ext cx="68549" cy="13710"/>
            </a:xfrm>
            <a:custGeom>
              <a:avLst/>
              <a:gdLst>
                <a:gd name="T0" fmla="*/ 12 w 28"/>
                <a:gd name="T1" fmla="*/ 0 h 6"/>
                <a:gd name="T2" fmla="*/ 28 w 28"/>
                <a:gd name="T3" fmla="*/ 2 h 6"/>
                <a:gd name="T4" fmla="*/ 16 w 28"/>
                <a:gd name="T5" fmla="*/ 5 h 6"/>
                <a:gd name="T6" fmla="*/ 0 w 28"/>
                <a:gd name="T7" fmla="*/ 4 h 6"/>
                <a:gd name="T8" fmla="*/ 12 w 28"/>
                <a:gd name="T9" fmla="*/ 0 h 6"/>
              </a:gdLst>
              <a:ahLst/>
              <a:cxnLst>
                <a:cxn ang="0">
                  <a:pos x="T0" y="T1"/>
                </a:cxn>
                <a:cxn ang="0">
                  <a:pos x="T2" y="T3"/>
                </a:cxn>
                <a:cxn ang="0">
                  <a:pos x="T4" y="T5"/>
                </a:cxn>
                <a:cxn ang="0">
                  <a:pos x="T6" y="T7"/>
                </a:cxn>
                <a:cxn ang="0">
                  <a:pos x="T8" y="T9"/>
                </a:cxn>
              </a:cxnLst>
              <a:rect l="0" t="0" r="r" b="b"/>
              <a:pathLst>
                <a:path w="28" h="6">
                  <a:moveTo>
                    <a:pt x="12" y="0"/>
                  </a:moveTo>
                  <a:cubicBezTo>
                    <a:pt x="20" y="0"/>
                    <a:pt x="27" y="0"/>
                    <a:pt x="28" y="2"/>
                  </a:cubicBezTo>
                  <a:cubicBezTo>
                    <a:pt x="28" y="3"/>
                    <a:pt x="23" y="5"/>
                    <a:pt x="16" y="5"/>
                  </a:cubicBezTo>
                  <a:cubicBezTo>
                    <a:pt x="8" y="6"/>
                    <a:pt x="1" y="5"/>
                    <a:pt x="0" y="4"/>
                  </a:cubicBezTo>
                  <a:cubicBezTo>
                    <a:pt x="0" y="2"/>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1" name="Freeform 1324">
              <a:extLst>
                <a:ext uri="{FF2B5EF4-FFF2-40B4-BE49-F238E27FC236}">
                  <a16:creationId xmlns:a16="http://schemas.microsoft.com/office/drawing/2014/main" id="{54A575CB-4CB7-A132-9F5B-4B58E9B897E0}"/>
                </a:ext>
              </a:extLst>
            </p:cNvPr>
            <p:cNvSpPr>
              <a:spLocks/>
            </p:cNvSpPr>
            <p:nvPr/>
          </p:nvSpPr>
          <p:spPr bwMode="auto">
            <a:xfrm rot="5094805">
              <a:off x="2203041" y="6642125"/>
              <a:ext cx="68549" cy="15995"/>
            </a:xfrm>
            <a:custGeom>
              <a:avLst/>
              <a:gdLst>
                <a:gd name="T0" fmla="*/ 12 w 28"/>
                <a:gd name="T1" fmla="*/ 0 h 6"/>
                <a:gd name="T2" fmla="*/ 28 w 28"/>
                <a:gd name="T3" fmla="*/ 1 h 6"/>
                <a:gd name="T4" fmla="*/ 16 w 28"/>
                <a:gd name="T5" fmla="*/ 5 h 6"/>
                <a:gd name="T6" fmla="*/ 0 w 28"/>
                <a:gd name="T7" fmla="*/ 4 h 6"/>
                <a:gd name="T8" fmla="*/ 12 w 28"/>
                <a:gd name="T9" fmla="*/ 0 h 6"/>
              </a:gdLst>
              <a:ahLst/>
              <a:cxnLst>
                <a:cxn ang="0">
                  <a:pos x="T0" y="T1"/>
                </a:cxn>
                <a:cxn ang="0">
                  <a:pos x="T2" y="T3"/>
                </a:cxn>
                <a:cxn ang="0">
                  <a:pos x="T4" y="T5"/>
                </a:cxn>
                <a:cxn ang="0">
                  <a:pos x="T6" y="T7"/>
                </a:cxn>
                <a:cxn ang="0">
                  <a:pos x="T8" y="T9"/>
                </a:cxn>
              </a:cxnLst>
              <a:rect l="0" t="0" r="r" b="b"/>
              <a:pathLst>
                <a:path w="28" h="6">
                  <a:moveTo>
                    <a:pt x="12" y="0"/>
                  </a:moveTo>
                  <a:cubicBezTo>
                    <a:pt x="20" y="0"/>
                    <a:pt x="27" y="0"/>
                    <a:pt x="28" y="1"/>
                  </a:cubicBezTo>
                  <a:cubicBezTo>
                    <a:pt x="28" y="3"/>
                    <a:pt x="23" y="5"/>
                    <a:pt x="16" y="5"/>
                  </a:cubicBezTo>
                  <a:cubicBezTo>
                    <a:pt x="8" y="6"/>
                    <a:pt x="1" y="6"/>
                    <a:pt x="0" y="4"/>
                  </a:cubicBezTo>
                  <a:cubicBezTo>
                    <a:pt x="0" y="3"/>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2" name="Freeform 1325">
              <a:extLst>
                <a:ext uri="{FF2B5EF4-FFF2-40B4-BE49-F238E27FC236}">
                  <a16:creationId xmlns:a16="http://schemas.microsoft.com/office/drawing/2014/main" id="{911F3394-50E9-3033-5A20-2205A58B48D4}"/>
                </a:ext>
              </a:extLst>
            </p:cNvPr>
            <p:cNvSpPr>
              <a:spLocks/>
            </p:cNvSpPr>
            <p:nvPr/>
          </p:nvSpPr>
          <p:spPr bwMode="auto">
            <a:xfrm rot="5094805">
              <a:off x="2241044" y="6835930"/>
              <a:ext cx="70834" cy="18280"/>
            </a:xfrm>
            <a:custGeom>
              <a:avLst/>
              <a:gdLst>
                <a:gd name="T0" fmla="*/ 15 w 29"/>
                <a:gd name="T1" fmla="*/ 6 h 7"/>
                <a:gd name="T2" fmla="*/ 0 w 29"/>
                <a:gd name="T3" fmla="*/ 5 h 7"/>
                <a:gd name="T4" fmla="*/ 14 w 29"/>
                <a:gd name="T5" fmla="*/ 0 h 7"/>
                <a:gd name="T6" fmla="*/ 28 w 29"/>
                <a:gd name="T7" fmla="*/ 1 h 7"/>
                <a:gd name="T8" fmla="*/ 15 w 29"/>
                <a:gd name="T9" fmla="*/ 6 h 7"/>
              </a:gdLst>
              <a:ahLst/>
              <a:cxnLst>
                <a:cxn ang="0">
                  <a:pos x="T0" y="T1"/>
                </a:cxn>
                <a:cxn ang="0">
                  <a:pos x="T2" y="T3"/>
                </a:cxn>
                <a:cxn ang="0">
                  <a:pos x="T4" y="T5"/>
                </a:cxn>
                <a:cxn ang="0">
                  <a:pos x="T6" y="T7"/>
                </a:cxn>
                <a:cxn ang="0">
                  <a:pos x="T8" y="T9"/>
                </a:cxn>
              </a:cxnLst>
              <a:rect l="0" t="0" r="r" b="b"/>
              <a:pathLst>
                <a:path w="29" h="7">
                  <a:moveTo>
                    <a:pt x="15" y="6"/>
                  </a:moveTo>
                  <a:cubicBezTo>
                    <a:pt x="7" y="7"/>
                    <a:pt x="1" y="6"/>
                    <a:pt x="0" y="5"/>
                  </a:cubicBezTo>
                  <a:cubicBezTo>
                    <a:pt x="0" y="3"/>
                    <a:pt x="6" y="1"/>
                    <a:pt x="14" y="0"/>
                  </a:cubicBezTo>
                  <a:cubicBezTo>
                    <a:pt x="21" y="0"/>
                    <a:pt x="27" y="0"/>
                    <a:pt x="28" y="1"/>
                  </a:cubicBezTo>
                  <a:cubicBezTo>
                    <a:pt x="29" y="3"/>
                    <a:pt x="23" y="5"/>
                    <a:pt x="1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3" name="Freeform 1346">
              <a:extLst>
                <a:ext uri="{FF2B5EF4-FFF2-40B4-BE49-F238E27FC236}">
                  <a16:creationId xmlns:a16="http://schemas.microsoft.com/office/drawing/2014/main" id="{EE4756D0-532F-265A-EBD9-9E9C1B369FB3}"/>
                </a:ext>
              </a:extLst>
            </p:cNvPr>
            <p:cNvSpPr>
              <a:spLocks/>
            </p:cNvSpPr>
            <p:nvPr/>
          </p:nvSpPr>
          <p:spPr bwMode="auto">
            <a:xfrm rot="5094805">
              <a:off x="-31744" y="429174"/>
              <a:ext cx="73119" cy="61694"/>
            </a:xfrm>
            <a:custGeom>
              <a:avLst/>
              <a:gdLst>
                <a:gd name="T0" fmla="*/ 28 w 29"/>
                <a:gd name="T1" fmla="*/ 10 h 25"/>
                <a:gd name="T2" fmla="*/ 17 w 29"/>
                <a:gd name="T3" fmla="*/ 24 h 25"/>
                <a:gd name="T4" fmla="*/ 1 w 29"/>
                <a:gd name="T5" fmla="*/ 15 h 25"/>
                <a:gd name="T6" fmla="*/ 12 w 29"/>
                <a:gd name="T7" fmla="*/ 2 h 25"/>
                <a:gd name="T8" fmla="*/ 28 w 29"/>
                <a:gd name="T9" fmla="*/ 10 h 25"/>
              </a:gdLst>
              <a:ahLst/>
              <a:cxnLst>
                <a:cxn ang="0">
                  <a:pos x="T0" y="T1"/>
                </a:cxn>
                <a:cxn ang="0">
                  <a:pos x="T2" y="T3"/>
                </a:cxn>
                <a:cxn ang="0">
                  <a:pos x="T4" y="T5"/>
                </a:cxn>
                <a:cxn ang="0">
                  <a:pos x="T6" y="T7"/>
                </a:cxn>
                <a:cxn ang="0">
                  <a:pos x="T8" y="T9"/>
                </a:cxn>
              </a:cxnLst>
              <a:rect l="0" t="0" r="r" b="b"/>
              <a:pathLst>
                <a:path w="29" h="25">
                  <a:moveTo>
                    <a:pt x="28" y="10"/>
                  </a:moveTo>
                  <a:cubicBezTo>
                    <a:pt x="29" y="16"/>
                    <a:pt x="24" y="22"/>
                    <a:pt x="17" y="24"/>
                  </a:cubicBezTo>
                  <a:cubicBezTo>
                    <a:pt x="9" y="25"/>
                    <a:pt x="2" y="21"/>
                    <a:pt x="1" y="15"/>
                  </a:cubicBezTo>
                  <a:cubicBezTo>
                    <a:pt x="0" y="9"/>
                    <a:pt x="5" y="3"/>
                    <a:pt x="12" y="2"/>
                  </a:cubicBezTo>
                  <a:cubicBezTo>
                    <a:pt x="19" y="0"/>
                    <a:pt x="27" y="4"/>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4" name="Freeform 1347">
              <a:extLst>
                <a:ext uri="{FF2B5EF4-FFF2-40B4-BE49-F238E27FC236}">
                  <a16:creationId xmlns:a16="http://schemas.microsoft.com/office/drawing/2014/main" id="{B52AC4B4-D939-6FB0-CD37-A655EBA90AAD}"/>
                </a:ext>
              </a:extLst>
            </p:cNvPr>
            <p:cNvSpPr>
              <a:spLocks/>
            </p:cNvSpPr>
            <p:nvPr/>
          </p:nvSpPr>
          <p:spPr bwMode="auto">
            <a:xfrm rot="5094805">
              <a:off x="10406" y="620307"/>
              <a:ext cx="75404" cy="59409"/>
            </a:xfrm>
            <a:custGeom>
              <a:avLst/>
              <a:gdLst>
                <a:gd name="T0" fmla="*/ 16 w 30"/>
                <a:gd name="T1" fmla="*/ 23 h 24"/>
                <a:gd name="T2" fmla="*/ 1 w 30"/>
                <a:gd name="T3" fmla="*/ 14 h 24"/>
                <a:gd name="T4" fmla="*/ 14 w 30"/>
                <a:gd name="T5" fmla="*/ 1 h 24"/>
                <a:gd name="T6" fmla="*/ 28 w 30"/>
                <a:gd name="T7" fmla="*/ 10 h 24"/>
                <a:gd name="T8" fmla="*/ 16 w 30"/>
                <a:gd name="T9" fmla="*/ 23 h 24"/>
              </a:gdLst>
              <a:ahLst/>
              <a:cxnLst>
                <a:cxn ang="0">
                  <a:pos x="T0" y="T1"/>
                </a:cxn>
                <a:cxn ang="0">
                  <a:pos x="T2" y="T3"/>
                </a:cxn>
                <a:cxn ang="0">
                  <a:pos x="T4" y="T5"/>
                </a:cxn>
                <a:cxn ang="0">
                  <a:pos x="T6" y="T7"/>
                </a:cxn>
                <a:cxn ang="0">
                  <a:pos x="T8" y="T9"/>
                </a:cxn>
              </a:cxnLst>
              <a:rect l="0" t="0" r="r" b="b"/>
              <a:pathLst>
                <a:path w="30" h="24">
                  <a:moveTo>
                    <a:pt x="16" y="23"/>
                  </a:moveTo>
                  <a:cubicBezTo>
                    <a:pt x="9" y="24"/>
                    <a:pt x="2" y="20"/>
                    <a:pt x="1" y="14"/>
                  </a:cubicBezTo>
                  <a:cubicBezTo>
                    <a:pt x="0" y="8"/>
                    <a:pt x="6" y="2"/>
                    <a:pt x="14" y="1"/>
                  </a:cubicBezTo>
                  <a:cubicBezTo>
                    <a:pt x="21" y="0"/>
                    <a:pt x="27" y="4"/>
                    <a:pt x="28" y="10"/>
                  </a:cubicBezTo>
                  <a:cubicBezTo>
                    <a:pt x="30" y="16"/>
                    <a:pt x="24" y="22"/>
                    <a:pt x="16"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5" name="Freeform 1348">
              <a:extLst>
                <a:ext uri="{FF2B5EF4-FFF2-40B4-BE49-F238E27FC236}">
                  <a16:creationId xmlns:a16="http://schemas.microsoft.com/office/drawing/2014/main" id="{DA069E00-9066-79BC-F762-B3155A217480}"/>
                </a:ext>
              </a:extLst>
            </p:cNvPr>
            <p:cNvSpPr>
              <a:spLocks/>
            </p:cNvSpPr>
            <p:nvPr/>
          </p:nvSpPr>
          <p:spPr bwMode="auto">
            <a:xfrm rot="5094805">
              <a:off x="56084" y="810293"/>
              <a:ext cx="70834" cy="61694"/>
            </a:xfrm>
            <a:custGeom>
              <a:avLst/>
              <a:gdLst>
                <a:gd name="T0" fmla="*/ 28 w 29"/>
                <a:gd name="T1" fmla="*/ 11 h 25"/>
                <a:gd name="T2" fmla="*/ 18 w 29"/>
                <a:gd name="T3" fmla="*/ 24 h 25"/>
                <a:gd name="T4" fmla="*/ 1 w 29"/>
                <a:gd name="T5" fmla="*/ 15 h 25"/>
                <a:gd name="T6" fmla="*/ 11 w 29"/>
                <a:gd name="T7" fmla="*/ 2 h 25"/>
                <a:gd name="T8" fmla="*/ 28 w 29"/>
                <a:gd name="T9" fmla="*/ 11 h 25"/>
              </a:gdLst>
              <a:ahLst/>
              <a:cxnLst>
                <a:cxn ang="0">
                  <a:pos x="T0" y="T1"/>
                </a:cxn>
                <a:cxn ang="0">
                  <a:pos x="T2" y="T3"/>
                </a:cxn>
                <a:cxn ang="0">
                  <a:pos x="T4" y="T5"/>
                </a:cxn>
                <a:cxn ang="0">
                  <a:pos x="T6" y="T7"/>
                </a:cxn>
                <a:cxn ang="0">
                  <a:pos x="T8" y="T9"/>
                </a:cxn>
              </a:cxnLst>
              <a:rect l="0" t="0" r="r" b="b"/>
              <a:pathLst>
                <a:path w="29" h="25">
                  <a:moveTo>
                    <a:pt x="28" y="11"/>
                  </a:moveTo>
                  <a:cubicBezTo>
                    <a:pt x="29" y="16"/>
                    <a:pt x="25" y="22"/>
                    <a:pt x="18" y="24"/>
                  </a:cubicBezTo>
                  <a:cubicBezTo>
                    <a:pt x="10" y="25"/>
                    <a:pt x="2" y="22"/>
                    <a:pt x="1" y="15"/>
                  </a:cubicBezTo>
                  <a:cubicBezTo>
                    <a:pt x="0" y="9"/>
                    <a:pt x="4" y="3"/>
                    <a:pt x="11" y="2"/>
                  </a:cubicBezTo>
                  <a:cubicBezTo>
                    <a:pt x="19" y="0"/>
                    <a:pt x="27" y="4"/>
                    <a:pt x="2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6" name="Freeform 1349">
              <a:extLst>
                <a:ext uri="{FF2B5EF4-FFF2-40B4-BE49-F238E27FC236}">
                  <a16:creationId xmlns:a16="http://schemas.microsoft.com/office/drawing/2014/main" id="{8C40C611-E4C1-26E5-6BF3-4B6FE7964F37}"/>
                </a:ext>
              </a:extLst>
            </p:cNvPr>
            <p:cNvSpPr>
              <a:spLocks/>
            </p:cNvSpPr>
            <p:nvPr/>
          </p:nvSpPr>
          <p:spPr bwMode="auto">
            <a:xfrm rot="5094805">
              <a:off x="96064" y="1004010"/>
              <a:ext cx="70834" cy="57124"/>
            </a:xfrm>
            <a:custGeom>
              <a:avLst/>
              <a:gdLst>
                <a:gd name="T0" fmla="*/ 16 w 29"/>
                <a:gd name="T1" fmla="*/ 22 h 23"/>
                <a:gd name="T2" fmla="*/ 1 w 29"/>
                <a:gd name="T3" fmla="*/ 13 h 23"/>
                <a:gd name="T4" fmla="*/ 12 w 29"/>
                <a:gd name="T5" fmla="*/ 1 h 23"/>
                <a:gd name="T6" fmla="*/ 28 w 29"/>
                <a:gd name="T7" fmla="*/ 10 h 23"/>
                <a:gd name="T8" fmla="*/ 16 w 29"/>
                <a:gd name="T9" fmla="*/ 22 h 23"/>
              </a:gdLst>
              <a:ahLst/>
              <a:cxnLst>
                <a:cxn ang="0">
                  <a:pos x="T0" y="T1"/>
                </a:cxn>
                <a:cxn ang="0">
                  <a:pos x="T2" y="T3"/>
                </a:cxn>
                <a:cxn ang="0">
                  <a:pos x="T4" y="T5"/>
                </a:cxn>
                <a:cxn ang="0">
                  <a:pos x="T6" y="T7"/>
                </a:cxn>
                <a:cxn ang="0">
                  <a:pos x="T8" y="T9"/>
                </a:cxn>
              </a:cxnLst>
              <a:rect l="0" t="0" r="r" b="b"/>
              <a:pathLst>
                <a:path w="29" h="23">
                  <a:moveTo>
                    <a:pt x="16" y="22"/>
                  </a:moveTo>
                  <a:cubicBezTo>
                    <a:pt x="9" y="23"/>
                    <a:pt x="1" y="19"/>
                    <a:pt x="1" y="13"/>
                  </a:cubicBezTo>
                  <a:cubicBezTo>
                    <a:pt x="0" y="7"/>
                    <a:pt x="5" y="2"/>
                    <a:pt x="12" y="1"/>
                  </a:cubicBezTo>
                  <a:cubicBezTo>
                    <a:pt x="20" y="0"/>
                    <a:pt x="27" y="4"/>
                    <a:pt x="28" y="10"/>
                  </a:cubicBezTo>
                  <a:cubicBezTo>
                    <a:pt x="29" y="16"/>
                    <a:pt x="24" y="21"/>
                    <a:pt x="1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7" name="Freeform 1350">
              <a:extLst>
                <a:ext uri="{FF2B5EF4-FFF2-40B4-BE49-F238E27FC236}">
                  <a16:creationId xmlns:a16="http://schemas.microsoft.com/office/drawing/2014/main" id="{A691B237-B6CF-DB12-40A5-312D302283C7}"/>
                </a:ext>
              </a:extLst>
            </p:cNvPr>
            <p:cNvSpPr>
              <a:spLocks/>
            </p:cNvSpPr>
            <p:nvPr/>
          </p:nvSpPr>
          <p:spPr bwMode="auto">
            <a:xfrm rot="5094805">
              <a:off x="133874" y="1198026"/>
              <a:ext cx="68549" cy="54839"/>
            </a:xfrm>
            <a:custGeom>
              <a:avLst/>
              <a:gdLst>
                <a:gd name="T0" fmla="*/ 12 w 28"/>
                <a:gd name="T1" fmla="*/ 1 h 22"/>
                <a:gd name="T2" fmla="*/ 27 w 28"/>
                <a:gd name="T3" fmla="*/ 10 h 22"/>
                <a:gd name="T4" fmla="*/ 16 w 28"/>
                <a:gd name="T5" fmla="*/ 21 h 22"/>
                <a:gd name="T6" fmla="*/ 0 w 28"/>
                <a:gd name="T7" fmla="*/ 12 h 22"/>
                <a:gd name="T8" fmla="*/ 12 w 28"/>
                <a:gd name="T9" fmla="*/ 1 h 22"/>
              </a:gdLst>
              <a:ahLst/>
              <a:cxnLst>
                <a:cxn ang="0">
                  <a:pos x="T0" y="T1"/>
                </a:cxn>
                <a:cxn ang="0">
                  <a:pos x="T2" y="T3"/>
                </a:cxn>
                <a:cxn ang="0">
                  <a:pos x="T4" y="T5"/>
                </a:cxn>
                <a:cxn ang="0">
                  <a:pos x="T6" y="T7"/>
                </a:cxn>
                <a:cxn ang="0">
                  <a:pos x="T8" y="T9"/>
                </a:cxn>
              </a:cxnLst>
              <a:rect l="0" t="0" r="r" b="b"/>
              <a:pathLst>
                <a:path w="28" h="22">
                  <a:moveTo>
                    <a:pt x="12" y="1"/>
                  </a:moveTo>
                  <a:cubicBezTo>
                    <a:pt x="19" y="0"/>
                    <a:pt x="27" y="4"/>
                    <a:pt x="27" y="10"/>
                  </a:cubicBezTo>
                  <a:cubicBezTo>
                    <a:pt x="28" y="15"/>
                    <a:pt x="23" y="20"/>
                    <a:pt x="16" y="21"/>
                  </a:cubicBezTo>
                  <a:cubicBezTo>
                    <a:pt x="8" y="22"/>
                    <a:pt x="1" y="18"/>
                    <a:pt x="0" y="12"/>
                  </a:cubicBezTo>
                  <a:cubicBezTo>
                    <a:pt x="0" y="7"/>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8" name="Freeform 1351">
              <a:extLst>
                <a:ext uri="{FF2B5EF4-FFF2-40B4-BE49-F238E27FC236}">
                  <a16:creationId xmlns:a16="http://schemas.microsoft.com/office/drawing/2014/main" id="{1D066A6E-A382-FEE4-0847-008A59B14FA9}"/>
                </a:ext>
              </a:extLst>
            </p:cNvPr>
            <p:cNvSpPr>
              <a:spLocks/>
            </p:cNvSpPr>
            <p:nvPr/>
          </p:nvSpPr>
          <p:spPr bwMode="auto">
            <a:xfrm rot="5094805">
              <a:off x="170334" y="1390808"/>
              <a:ext cx="70834" cy="50269"/>
            </a:xfrm>
            <a:custGeom>
              <a:avLst/>
              <a:gdLst>
                <a:gd name="T0" fmla="*/ 28 w 29"/>
                <a:gd name="T1" fmla="*/ 9 h 20"/>
                <a:gd name="T2" fmla="*/ 15 w 29"/>
                <a:gd name="T3" fmla="*/ 20 h 20"/>
                <a:gd name="T4" fmla="*/ 1 w 29"/>
                <a:gd name="T5" fmla="*/ 11 h 20"/>
                <a:gd name="T6" fmla="*/ 14 w 29"/>
                <a:gd name="T7" fmla="*/ 0 h 20"/>
                <a:gd name="T8" fmla="*/ 28 w 29"/>
                <a:gd name="T9" fmla="*/ 9 h 20"/>
              </a:gdLst>
              <a:ahLst/>
              <a:cxnLst>
                <a:cxn ang="0">
                  <a:pos x="T0" y="T1"/>
                </a:cxn>
                <a:cxn ang="0">
                  <a:pos x="T2" y="T3"/>
                </a:cxn>
                <a:cxn ang="0">
                  <a:pos x="T4" y="T5"/>
                </a:cxn>
                <a:cxn ang="0">
                  <a:pos x="T6" y="T7"/>
                </a:cxn>
                <a:cxn ang="0">
                  <a:pos x="T8" y="T9"/>
                </a:cxn>
              </a:cxnLst>
              <a:rect l="0" t="0" r="r" b="b"/>
              <a:pathLst>
                <a:path w="29" h="20">
                  <a:moveTo>
                    <a:pt x="28" y="9"/>
                  </a:moveTo>
                  <a:cubicBezTo>
                    <a:pt x="29" y="15"/>
                    <a:pt x="23" y="19"/>
                    <a:pt x="15" y="20"/>
                  </a:cubicBezTo>
                  <a:cubicBezTo>
                    <a:pt x="8" y="20"/>
                    <a:pt x="1" y="16"/>
                    <a:pt x="1" y="11"/>
                  </a:cubicBezTo>
                  <a:cubicBezTo>
                    <a:pt x="0" y="5"/>
                    <a:pt x="6" y="1"/>
                    <a:pt x="14" y="0"/>
                  </a:cubicBezTo>
                  <a:cubicBezTo>
                    <a:pt x="22" y="0"/>
                    <a:pt x="28"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9" name="Freeform 1352">
              <a:extLst>
                <a:ext uri="{FF2B5EF4-FFF2-40B4-BE49-F238E27FC236}">
                  <a16:creationId xmlns:a16="http://schemas.microsoft.com/office/drawing/2014/main" id="{9838CFD0-8290-DE38-32A0-72FEBB4191AC}"/>
                </a:ext>
              </a:extLst>
            </p:cNvPr>
            <p:cNvSpPr>
              <a:spLocks/>
            </p:cNvSpPr>
            <p:nvPr/>
          </p:nvSpPr>
          <p:spPr bwMode="auto">
            <a:xfrm rot="5094805">
              <a:off x="203380" y="1585036"/>
              <a:ext cx="73119" cy="43415"/>
            </a:xfrm>
            <a:custGeom>
              <a:avLst/>
              <a:gdLst>
                <a:gd name="T0" fmla="*/ 17 w 30"/>
                <a:gd name="T1" fmla="*/ 18 h 18"/>
                <a:gd name="T2" fmla="*/ 2 w 30"/>
                <a:gd name="T3" fmla="*/ 11 h 18"/>
                <a:gd name="T4" fmla="*/ 14 w 30"/>
                <a:gd name="T5" fmla="*/ 0 h 18"/>
                <a:gd name="T6" fmla="*/ 29 w 30"/>
                <a:gd name="T7" fmla="*/ 7 h 18"/>
                <a:gd name="T8" fmla="*/ 17 w 30"/>
                <a:gd name="T9" fmla="*/ 18 h 18"/>
              </a:gdLst>
              <a:ahLst/>
              <a:cxnLst>
                <a:cxn ang="0">
                  <a:pos x="T0" y="T1"/>
                </a:cxn>
                <a:cxn ang="0">
                  <a:pos x="T2" y="T3"/>
                </a:cxn>
                <a:cxn ang="0">
                  <a:pos x="T4" y="T5"/>
                </a:cxn>
                <a:cxn ang="0">
                  <a:pos x="T6" y="T7"/>
                </a:cxn>
                <a:cxn ang="0">
                  <a:pos x="T8" y="T9"/>
                </a:cxn>
              </a:cxnLst>
              <a:rect l="0" t="0" r="r" b="b"/>
              <a:pathLst>
                <a:path w="30" h="18">
                  <a:moveTo>
                    <a:pt x="17" y="18"/>
                  </a:moveTo>
                  <a:cubicBezTo>
                    <a:pt x="10" y="18"/>
                    <a:pt x="3" y="15"/>
                    <a:pt x="2" y="11"/>
                  </a:cubicBezTo>
                  <a:cubicBezTo>
                    <a:pt x="0" y="5"/>
                    <a:pt x="6" y="1"/>
                    <a:pt x="14" y="0"/>
                  </a:cubicBezTo>
                  <a:cubicBezTo>
                    <a:pt x="21" y="0"/>
                    <a:pt x="28" y="3"/>
                    <a:pt x="29" y="7"/>
                  </a:cubicBezTo>
                  <a:cubicBezTo>
                    <a:pt x="30" y="12"/>
                    <a:pt x="25" y="17"/>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0" name="Freeform 1353">
              <a:extLst>
                <a:ext uri="{FF2B5EF4-FFF2-40B4-BE49-F238E27FC236}">
                  <a16:creationId xmlns:a16="http://schemas.microsoft.com/office/drawing/2014/main" id="{FB2BB495-690B-38B5-C52B-6E7EE466BD66}"/>
                </a:ext>
              </a:extLst>
            </p:cNvPr>
            <p:cNvSpPr>
              <a:spLocks/>
            </p:cNvSpPr>
            <p:nvPr/>
          </p:nvSpPr>
          <p:spPr bwMode="auto">
            <a:xfrm rot="5094805">
              <a:off x="239116" y="1779247"/>
              <a:ext cx="70834" cy="45700"/>
            </a:xfrm>
            <a:custGeom>
              <a:avLst/>
              <a:gdLst>
                <a:gd name="T0" fmla="*/ 28 w 29"/>
                <a:gd name="T1" fmla="*/ 8 h 18"/>
                <a:gd name="T2" fmla="*/ 17 w 29"/>
                <a:gd name="T3" fmla="*/ 17 h 18"/>
                <a:gd name="T4" fmla="*/ 1 w 29"/>
                <a:gd name="T5" fmla="*/ 11 h 18"/>
                <a:gd name="T6" fmla="*/ 11 w 29"/>
                <a:gd name="T7" fmla="*/ 1 h 18"/>
                <a:gd name="T8" fmla="*/ 28 w 29"/>
                <a:gd name="T9" fmla="*/ 8 h 18"/>
              </a:gdLst>
              <a:ahLst/>
              <a:cxnLst>
                <a:cxn ang="0">
                  <a:pos x="T0" y="T1"/>
                </a:cxn>
                <a:cxn ang="0">
                  <a:pos x="T2" y="T3"/>
                </a:cxn>
                <a:cxn ang="0">
                  <a:pos x="T4" y="T5"/>
                </a:cxn>
                <a:cxn ang="0">
                  <a:pos x="T6" y="T7"/>
                </a:cxn>
                <a:cxn ang="0">
                  <a:pos x="T8" y="T9"/>
                </a:cxn>
              </a:cxnLst>
              <a:rect l="0" t="0" r="r" b="b"/>
              <a:pathLst>
                <a:path w="29" h="18">
                  <a:moveTo>
                    <a:pt x="28" y="8"/>
                  </a:moveTo>
                  <a:cubicBezTo>
                    <a:pt x="29" y="12"/>
                    <a:pt x="24" y="16"/>
                    <a:pt x="17" y="17"/>
                  </a:cubicBezTo>
                  <a:cubicBezTo>
                    <a:pt x="9" y="18"/>
                    <a:pt x="2" y="15"/>
                    <a:pt x="1" y="11"/>
                  </a:cubicBezTo>
                  <a:cubicBezTo>
                    <a:pt x="0" y="6"/>
                    <a:pt x="4" y="2"/>
                    <a:pt x="11" y="1"/>
                  </a:cubicBezTo>
                  <a:cubicBezTo>
                    <a:pt x="19" y="0"/>
                    <a:pt x="27" y="3"/>
                    <a:pt x="2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1" name="Freeform 1354">
              <a:extLst>
                <a:ext uri="{FF2B5EF4-FFF2-40B4-BE49-F238E27FC236}">
                  <a16:creationId xmlns:a16="http://schemas.microsoft.com/office/drawing/2014/main" id="{0F30A1EF-BBB9-8909-971F-3DD6F5C9E23F}"/>
                </a:ext>
              </a:extLst>
            </p:cNvPr>
            <p:cNvSpPr>
              <a:spLocks/>
            </p:cNvSpPr>
            <p:nvPr/>
          </p:nvSpPr>
          <p:spPr bwMode="auto">
            <a:xfrm rot="5094805">
              <a:off x="269886" y="1973677"/>
              <a:ext cx="73119" cy="38845"/>
            </a:xfrm>
            <a:custGeom>
              <a:avLst/>
              <a:gdLst>
                <a:gd name="T0" fmla="*/ 14 w 30"/>
                <a:gd name="T1" fmla="*/ 0 h 16"/>
                <a:gd name="T2" fmla="*/ 28 w 30"/>
                <a:gd name="T3" fmla="*/ 6 h 16"/>
                <a:gd name="T4" fmla="*/ 16 w 30"/>
                <a:gd name="T5" fmla="*/ 16 h 16"/>
                <a:gd name="T6" fmla="*/ 1 w 30"/>
                <a:gd name="T7" fmla="*/ 9 h 16"/>
                <a:gd name="T8" fmla="*/ 14 w 30"/>
                <a:gd name="T9" fmla="*/ 0 h 16"/>
              </a:gdLst>
              <a:ahLst/>
              <a:cxnLst>
                <a:cxn ang="0">
                  <a:pos x="T0" y="T1"/>
                </a:cxn>
                <a:cxn ang="0">
                  <a:pos x="T2" y="T3"/>
                </a:cxn>
                <a:cxn ang="0">
                  <a:pos x="T4" y="T5"/>
                </a:cxn>
                <a:cxn ang="0">
                  <a:pos x="T6" y="T7"/>
                </a:cxn>
                <a:cxn ang="0">
                  <a:pos x="T8" y="T9"/>
                </a:cxn>
              </a:cxnLst>
              <a:rect l="0" t="0" r="r" b="b"/>
              <a:pathLst>
                <a:path w="30" h="16">
                  <a:moveTo>
                    <a:pt x="14" y="0"/>
                  </a:moveTo>
                  <a:cubicBezTo>
                    <a:pt x="21" y="0"/>
                    <a:pt x="27" y="3"/>
                    <a:pt x="28" y="6"/>
                  </a:cubicBezTo>
                  <a:cubicBezTo>
                    <a:pt x="30" y="11"/>
                    <a:pt x="24" y="15"/>
                    <a:pt x="16" y="16"/>
                  </a:cubicBezTo>
                  <a:cubicBezTo>
                    <a:pt x="9" y="16"/>
                    <a:pt x="2" y="13"/>
                    <a:pt x="1" y="9"/>
                  </a:cubicBezTo>
                  <a:cubicBezTo>
                    <a:pt x="0" y="5"/>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2" name="Freeform 1355">
              <a:extLst>
                <a:ext uri="{FF2B5EF4-FFF2-40B4-BE49-F238E27FC236}">
                  <a16:creationId xmlns:a16="http://schemas.microsoft.com/office/drawing/2014/main" id="{36F57C17-2274-AB74-CC08-531ABBA1E24C}"/>
                </a:ext>
              </a:extLst>
            </p:cNvPr>
            <p:cNvSpPr>
              <a:spLocks/>
            </p:cNvSpPr>
            <p:nvPr/>
          </p:nvSpPr>
          <p:spPr bwMode="auto">
            <a:xfrm rot="5094805">
              <a:off x="304079" y="2164579"/>
              <a:ext cx="70834" cy="38845"/>
            </a:xfrm>
            <a:custGeom>
              <a:avLst/>
              <a:gdLst>
                <a:gd name="T0" fmla="*/ 28 w 29"/>
                <a:gd name="T1" fmla="*/ 6 h 15"/>
                <a:gd name="T2" fmla="*/ 17 w 29"/>
                <a:gd name="T3" fmla="*/ 14 h 15"/>
                <a:gd name="T4" fmla="*/ 1 w 29"/>
                <a:gd name="T5" fmla="*/ 9 h 15"/>
                <a:gd name="T6" fmla="*/ 12 w 29"/>
                <a:gd name="T7" fmla="*/ 0 h 15"/>
                <a:gd name="T8" fmla="*/ 28 w 29"/>
                <a:gd name="T9" fmla="*/ 6 h 15"/>
              </a:gdLst>
              <a:ahLst/>
              <a:cxnLst>
                <a:cxn ang="0">
                  <a:pos x="T0" y="T1"/>
                </a:cxn>
                <a:cxn ang="0">
                  <a:pos x="T2" y="T3"/>
                </a:cxn>
                <a:cxn ang="0">
                  <a:pos x="T4" y="T5"/>
                </a:cxn>
                <a:cxn ang="0">
                  <a:pos x="T6" y="T7"/>
                </a:cxn>
                <a:cxn ang="0">
                  <a:pos x="T8" y="T9"/>
                </a:cxn>
              </a:cxnLst>
              <a:rect l="0" t="0" r="r" b="b"/>
              <a:pathLst>
                <a:path w="29" h="15">
                  <a:moveTo>
                    <a:pt x="28" y="6"/>
                  </a:moveTo>
                  <a:cubicBezTo>
                    <a:pt x="29" y="9"/>
                    <a:pt x="24" y="13"/>
                    <a:pt x="17" y="14"/>
                  </a:cubicBezTo>
                  <a:cubicBezTo>
                    <a:pt x="9" y="15"/>
                    <a:pt x="2" y="13"/>
                    <a:pt x="1" y="9"/>
                  </a:cubicBezTo>
                  <a:cubicBezTo>
                    <a:pt x="0" y="5"/>
                    <a:pt x="5" y="1"/>
                    <a:pt x="12" y="0"/>
                  </a:cubicBezTo>
                  <a:cubicBezTo>
                    <a:pt x="20" y="0"/>
                    <a:pt x="27" y="2"/>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3" name="Freeform 1356">
              <a:extLst>
                <a:ext uri="{FF2B5EF4-FFF2-40B4-BE49-F238E27FC236}">
                  <a16:creationId xmlns:a16="http://schemas.microsoft.com/office/drawing/2014/main" id="{B1069E58-6F17-D909-CA79-7E7A602F0BD2}"/>
                </a:ext>
              </a:extLst>
            </p:cNvPr>
            <p:cNvSpPr>
              <a:spLocks/>
            </p:cNvSpPr>
            <p:nvPr/>
          </p:nvSpPr>
          <p:spPr bwMode="auto">
            <a:xfrm rot="5094805">
              <a:off x="338466" y="2357555"/>
              <a:ext cx="73119" cy="38845"/>
            </a:xfrm>
            <a:custGeom>
              <a:avLst/>
              <a:gdLst>
                <a:gd name="T0" fmla="*/ 28 w 29"/>
                <a:gd name="T1" fmla="*/ 6 h 16"/>
                <a:gd name="T2" fmla="*/ 17 w 29"/>
                <a:gd name="T3" fmla="*/ 15 h 16"/>
                <a:gd name="T4" fmla="*/ 1 w 29"/>
                <a:gd name="T5" fmla="*/ 9 h 16"/>
                <a:gd name="T6" fmla="*/ 12 w 29"/>
                <a:gd name="T7" fmla="*/ 1 h 16"/>
                <a:gd name="T8" fmla="*/ 28 w 29"/>
                <a:gd name="T9" fmla="*/ 6 h 16"/>
              </a:gdLst>
              <a:ahLst/>
              <a:cxnLst>
                <a:cxn ang="0">
                  <a:pos x="T0" y="T1"/>
                </a:cxn>
                <a:cxn ang="0">
                  <a:pos x="T2" y="T3"/>
                </a:cxn>
                <a:cxn ang="0">
                  <a:pos x="T4" y="T5"/>
                </a:cxn>
                <a:cxn ang="0">
                  <a:pos x="T6" y="T7"/>
                </a:cxn>
                <a:cxn ang="0">
                  <a:pos x="T8" y="T9"/>
                </a:cxn>
              </a:cxnLst>
              <a:rect l="0" t="0" r="r" b="b"/>
              <a:pathLst>
                <a:path w="29" h="16">
                  <a:moveTo>
                    <a:pt x="28" y="6"/>
                  </a:moveTo>
                  <a:cubicBezTo>
                    <a:pt x="29" y="10"/>
                    <a:pt x="24" y="14"/>
                    <a:pt x="17" y="15"/>
                  </a:cubicBezTo>
                  <a:cubicBezTo>
                    <a:pt x="9" y="16"/>
                    <a:pt x="2" y="13"/>
                    <a:pt x="1" y="9"/>
                  </a:cubicBezTo>
                  <a:cubicBezTo>
                    <a:pt x="0" y="6"/>
                    <a:pt x="5" y="2"/>
                    <a:pt x="12" y="1"/>
                  </a:cubicBezTo>
                  <a:cubicBezTo>
                    <a:pt x="20" y="0"/>
                    <a:pt x="27" y="3"/>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4" name="Freeform 1357">
              <a:extLst>
                <a:ext uri="{FF2B5EF4-FFF2-40B4-BE49-F238E27FC236}">
                  <a16:creationId xmlns:a16="http://schemas.microsoft.com/office/drawing/2014/main" id="{074ED50B-40B5-89EA-C9AE-A9449C6A80AA}"/>
                </a:ext>
              </a:extLst>
            </p:cNvPr>
            <p:cNvSpPr>
              <a:spLocks/>
            </p:cNvSpPr>
            <p:nvPr/>
          </p:nvSpPr>
          <p:spPr bwMode="auto">
            <a:xfrm rot="5094805">
              <a:off x="379593" y="2550231"/>
              <a:ext cx="68549" cy="36560"/>
            </a:xfrm>
            <a:custGeom>
              <a:avLst/>
              <a:gdLst>
                <a:gd name="T0" fmla="*/ 28 w 28"/>
                <a:gd name="T1" fmla="*/ 6 h 15"/>
                <a:gd name="T2" fmla="*/ 14 w 28"/>
                <a:gd name="T3" fmla="*/ 14 h 15"/>
                <a:gd name="T4" fmla="*/ 1 w 28"/>
                <a:gd name="T5" fmla="*/ 9 h 15"/>
                <a:gd name="T6" fmla="*/ 14 w 28"/>
                <a:gd name="T7" fmla="*/ 1 h 15"/>
                <a:gd name="T8" fmla="*/ 28 w 28"/>
                <a:gd name="T9" fmla="*/ 6 h 15"/>
              </a:gdLst>
              <a:ahLst/>
              <a:cxnLst>
                <a:cxn ang="0">
                  <a:pos x="T0" y="T1"/>
                </a:cxn>
                <a:cxn ang="0">
                  <a:pos x="T2" y="T3"/>
                </a:cxn>
                <a:cxn ang="0">
                  <a:pos x="T4" y="T5"/>
                </a:cxn>
                <a:cxn ang="0">
                  <a:pos x="T6" y="T7"/>
                </a:cxn>
                <a:cxn ang="0">
                  <a:pos x="T8" y="T9"/>
                </a:cxn>
              </a:cxnLst>
              <a:rect l="0" t="0" r="r" b="b"/>
              <a:pathLst>
                <a:path w="28" h="15">
                  <a:moveTo>
                    <a:pt x="28" y="6"/>
                  </a:moveTo>
                  <a:cubicBezTo>
                    <a:pt x="28" y="10"/>
                    <a:pt x="22" y="14"/>
                    <a:pt x="14" y="14"/>
                  </a:cubicBezTo>
                  <a:cubicBezTo>
                    <a:pt x="7" y="15"/>
                    <a:pt x="1" y="12"/>
                    <a:pt x="1" y="9"/>
                  </a:cubicBezTo>
                  <a:cubicBezTo>
                    <a:pt x="0" y="5"/>
                    <a:pt x="6" y="1"/>
                    <a:pt x="14" y="1"/>
                  </a:cubicBezTo>
                  <a:cubicBezTo>
                    <a:pt x="21" y="0"/>
                    <a:pt x="27" y="3"/>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5" name="Freeform 1358">
              <a:extLst>
                <a:ext uri="{FF2B5EF4-FFF2-40B4-BE49-F238E27FC236}">
                  <a16:creationId xmlns:a16="http://schemas.microsoft.com/office/drawing/2014/main" id="{2E17D0A9-0D49-A30A-1590-855C4DA21084}"/>
                </a:ext>
              </a:extLst>
            </p:cNvPr>
            <p:cNvSpPr>
              <a:spLocks/>
            </p:cNvSpPr>
            <p:nvPr/>
          </p:nvSpPr>
          <p:spPr bwMode="auto">
            <a:xfrm rot="5094805">
              <a:off x="422881" y="2740120"/>
              <a:ext cx="70834" cy="36560"/>
            </a:xfrm>
            <a:custGeom>
              <a:avLst/>
              <a:gdLst>
                <a:gd name="T0" fmla="*/ 16 w 29"/>
                <a:gd name="T1" fmla="*/ 14 h 15"/>
                <a:gd name="T2" fmla="*/ 1 w 29"/>
                <a:gd name="T3" fmla="*/ 10 h 15"/>
                <a:gd name="T4" fmla="*/ 13 w 29"/>
                <a:gd name="T5" fmla="*/ 1 h 15"/>
                <a:gd name="T6" fmla="*/ 28 w 29"/>
                <a:gd name="T7" fmla="*/ 4 h 15"/>
                <a:gd name="T8" fmla="*/ 16 w 29"/>
                <a:gd name="T9" fmla="*/ 14 h 15"/>
              </a:gdLst>
              <a:ahLst/>
              <a:cxnLst>
                <a:cxn ang="0">
                  <a:pos x="T0" y="T1"/>
                </a:cxn>
                <a:cxn ang="0">
                  <a:pos x="T2" y="T3"/>
                </a:cxn>
                <a:cxn ang="0">
                  <a:pos x="T4" y="T5"/>
                </a:cxn>
                <a:cxn ang="0">
                  <a:pos x="T6" y="T7"/>
                </a:cxn>
                <a:cxn ang="0">
                  <a:pos x="T8" y="T9"/>
                </a:cxn>
              </a:cxnLst>
              <a:rect l="0" t="0" r="r" b="b"/>
              <a:pathLst>
                <a:path w="29" h="15">
                  <a:moveTo>
                    <a:pt x="16" y="14"/>
                  </a:moveTo>
                  <a:cubicBezTo>
                    <a:pt x="9" y="15"/>
                    <a:pt x="2" y="13"/>
                    <a:pt x="1" y="10"/>
                  </a:cubicBezTo>
                  <a:cubicBezTo>
                    <a:pt x="0" y="6"/>
                    <a:pt x="5" y="2"/>
                    <a:pt x="13" y="1"/>
                  </a:cubicBezTo>
                  <a:cubicBezTo>
                    <a:pt x="20" y="0"/>
                    <a:pt x="27" y="1"/>
                    <a:pt x="28" y="4"/>
                  </a:cubicBezTo>
                  <a:cubicBezTo>
                    <a:pt x="29" y="8"/>
                    <a:pt x="24" y="12"/>
                    <a:pt x="1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6" name="Freeform 1359">
              <a:extLst>
                <a:ext uri="{FF2B5EF4-FFF2-40B4-BE49-F238E27FC236}">
                  <a16:creationId xmlns:a16="http://schemas.microsoft.com/office/drawing/2014/main" id="{3CDC76B6-26A0-4B07-DBB9-A315458368FB}"/>
                </a:ext>
              </a:extLst>
            </p:cNvPr>
            <p:cNvSpPr>
              <a:spLocks/>
            </p:cNvSpPr>
            <p:nvPr/>
          </p:nvSpPr>
          <p:spPr bwMode="auto">
            <a:xfrm rot="5094805">
              <a:off x="480962" y="2927550"/>
              <a:ext cx="73119" cy="38845"/>
            </a:xfrm>
            <a:custGeom>
              <a:avLst/>
              <a:gdLst>
                <a:gd name="T0" fmla="*/ 14 w 29"/>
                <a:gd name="T1" fmla="*/ 1 h 16"/>
                <a:gd name="T2" fmla="*/ 28 w 29"/>
                <a:gd name="T3" fmla="*/ 4 h 16"/>
                <a:gd name="T4" fmla="*/ 16 w 29"/>
                <a:gd name="T5" fmla="*/ 14 h 16"/>
                <a:gd name="T6" fmla="*/ 1 w 29"/>
                <a:gd name="T7" fmla="*/ 11 h 16"/>
                <a:gd name="T8" fmla="*/ 14 w 29"/>
                <a:gd name="T9" fmla="*/ 1 h 16"/>
              </a:gdLst>
              <a:ahLst/>
              <a:cxnLst>
                <a:cxn ang="0">
                  <a:pos x="T0" y="T1"/>
                </a:cxn>
                <a:cxn ang="0">
                  <a:pos x="T2" y="T3"/>
                </a:cxn>
                <a:cxn ang="0">
                  <a:pos x="T4" y="T5"/>
                </a:cxn>
                <a:cxn ang="0">
                  <a:pos x="T6" y="T7"/>
                </a:cxn>
                <a:cxn ang="0">
                  <a:pos x="T8" y="T9"/>
                </a:cxn>
              </a:cxnLst>
              <a:rect l="0" t="0" r="r" b="b"/>
              <a:pathLst>
                <a:path w="29" h="16">
                  <a:moveTo>
                    <a:pt x="14" y="1"/>
                  </a:moveTo>
                  <a:cubicBezTo>
                    <a:pt x="21" y="0"/>
                    <a:pt x="27" y="1"/>
                    <a:pt x="28" y="4"/>
                  </a:cubicBezTo>
                  <a:cubicBezTo>
                    <a:pt x="29" y="7"/>
                    <a:pt x="23" y="12"/>
                    <a:pt x="16" y="14"/>
                  </a:cubicBezTo>
                  <a:cubicBezTo>
                    <a:pt x="8" y="16"/>
                    <a:pt x="2" y="14"/>
                    <a:pt x="1" y="11"/>
                  </a:cubicBezTo>
                  <a:cubicBezTo>
                    <a:pt x="0" y="7"/>
                    <a:pt x="6" y="3"/>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7" name="Freeform 1360">
              <a:extLst>
                <a:ext uri="{FF2B5EF4-FFF2-40B4-BE49-F238E27FC236}">
                  <a16:creationId xmlns:a16="http://schemas.microsoft.com/office/drawing/2014/main" id="{4E6023D7-CC9D-1A0D-845C-ACB3A417B026}"/>
                </a:ext>
              </a:extLst>
            </p:cNvPr>
            <p:cNvSpPr>
              <a:spLocks/>
            </p:cNvSpPr>
            <p:nvPr/>
          </p:nvSpPr>
          <p:spPr bwMode="auto">
            <a:xfrm rot="5094805">
              <a:off x="556123" y="3114805"/>
              <a:ext cx="70834" cy="38845"/>
            </a:xfrm>
            <a:custGeom>
              <a:avLst/>
              <a:gdLst>
                <a:gd name="T0" fmla="*/ 14 w 29"/>
                <a:gd name="T1" fmla="*/ 2 h 16"/>
                <a:gd name="T2" fmla="*/ 28 w 29"/>
                <a:gd name="T3" fmla="*/ 3 h 16"/>
                <a:gd name="T4" fmla="*/ 15 w 29"/>
                <a:gd name="T5" fmla="*/ 14 h 16"/>
                <a:gd name="T6" fmla="*/ 1 w 29"/>
                <a:gd name="T7" fmla="*/ 12 h 16"/>
                <a:gd name="T8" fmla="*/ 14 w 29"/>
                <a:gd name="T9" fmla="*/ 2 h 16"/>
              </a:gdLst>
              <a:ahLst/>
              <a:cxnLst>
                <a:cxn ang="0">
                  <a:pos x="T0" y="T1"/>
                </a:cxn>
                <a:cxn ang="0">
                  <a:pos x="T2" y="T3"/>
                </a:cxn>
                <a:cxn ang="0">
                  <a:pos x="T4" y="T5"/>
                </a:cxn>
                <a:cxn ang="0">
                  <a:pos x="T6" y="T7"/>
                </a:cxn>
                <a:cxn ang="0">
                  <a:pos x="T8" y="T9"/>
                </a:cxn>
              </a:cxnLst>
              <a:rect l="0" t="0" r="r" b="b"/>
              <a:pathLst>
                <a:path w="29" h="16">
                  <a:moveTo>
                    <a:pt x="14" y="2"/>
                  </a:moveTo>
                  <a:cubicBezTo>
                    <a:pt x="21" y="0"/>
                    <a:pt x="27" y="0"/>
                    <a:pt x="28" y="3"/>
                  </a:cubicBezTo>
                  <a:cubicBezTo>
                    <a:pt x="29" y="6"/>
                    <a:pt x="23" y="11"/>
                    <a:pt x="15" y="14"/>
                  </a:cubicBezTo>
                  <a:cubicBezTo>
                    <a:pt x="8" y="16"/>
                    <a:pt x="2" y="15"/>
                    <a:pt x="1" y="12"/>
                  </a:cubicBezTo>
                  <a:cubicBezTo>
                    <a:pt x="0" y="9"/>
                    <a:pt x="6" y="4"/>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8" name="Freeform 1361">
              <a:extLst>
                <a:ext uri="{FF2B5EF4-FFF2-40B4-BE49-F238E27FC236}">
                  <a16:creationId xmlns:a16="http://schemas.microsoft.com/office/drawing/2014/main" id="{5E5FAA30-6782-9EBB-CD86-595008D45F3F}"/>
                </a:ext>
              </a:extLst>
            </p:cNvPr>
            <p:cNvSpPr>
              <a:spLocks/>
            </p:cNvSpPr>
            <p:nvPr/>
          </p:nvSpPr>
          <p:spPr bwMode="auto">
            <a:xfrm rot="5094805">
              <a:off x="641323" y="3297730"/>
              <a:ext cx="68549" cy="41130"/>
            </a:xfrm>
            <a:custGeom>
              <a:avLst/>
              <a:gdLst>
                <a:gd name="T0" fmla="*/ 28 w 28"/>
                <a:gd name="T1" fmla="*/ 3 h 17"/>
                <a:gd name="T2" fmla="*/ 14 w 28"/>
                <a:gd name="T3" fmla="*/ 14 h 17"/>
                <a:gd name="T4" fmla="*/ 1 w 28"/>
                <a:gd name="T5" fmla="*/ 13 h 17"/>
                <a:gd name="T6" fmla="*/ 14 w 28"/>
                <a:gd name="T7" fmla="*/ 2 h 17"/>
                <a:gd name="T8" fmla="*/ 28 w 28"/>
                <a:gd name="T9" fmla="*/ 3 h 17"/>
              </a:gdLst>
              <a:ahLst/>
              <a:cxnLst>
                <a:cxn ang="0">
                  <a:pos x="T0" y="T1"/>
                </a:cxn>
                <a:cxn ang="0">
                  <a:pos x="T2" y="T3"/>
                </a:cxn>
                <a:cxn ang="0">
                  <a:pos x="T4" y="T5"/>
                </a:cxn>
                <a:cxn ang="0">
                  <a:pos x="T6" y="T7"/>
                </a:cxn>
                <a:cxn ang="0">
                  <a:pos x="T8" y="T9"/>
                </a:cxn>
              </a:cxnLst>
              <a:rect l="0" t="0" r="r" b="b"/>
              <a:pathLst>
                <a:path w="28" h="17">
                  <a:moveTo>
                    <a:pt x="28" y="3"/>
                  </a:moveTo>
                  <a:cubicBezTo>
                    <a:pt x="28" y="6"/>
                    <a:pt x="22" y="11"/>
                    <a:pt x="14" y="14"/>
                  </a:cubicBezTo>
                  <a:cubicBezTo>
                    <a:pt x="7" y="17"/>
                    <a:pt x="1" y="16"/>
                    <a:pt x="1" y="13"/>
                  </a:cubicBezTo>
                  <a:cubicBezTo>
                    <a:pt x="0" y="9"/>
                    <a:pt x="6" y="5"/>
                    <a:pt x="14" y="2"/>
                  </a:cubicBezTo>
                  <a:cubicBezTo>
                    <a:pt x="21" y="0"/>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9" name="Freeform 1362">
              <a:extLst>
                <a:ext uri="{FF2B5EF4-FFF2-40B4-BE49-F238E27FC236}">
                  <a16:creationId xmlns:a16="http://schemas.microsoft.com/office/drawing/2014/main" id="{9F3F64C8-670B-0F6A-51B3-AF4035E07C71}"/>
                </a:ext>
              </a:extLst>
            </p:cNvPr>
            <p:cNvSpPr>
              <a:spLocks/>
            </p:cNvSpPr>
            <p:nvPr/>
          </p:nvSpPr>
          <p:spPr bwMode="auto">
            <a:xfrm rot="5094805">
              <a:off x="739138" y="3480578"/>
              <a:ext cx="68549" cy="43415"/>
            </a:xfrm>
            <a:custGeom>
              <a:avLst/>
              <a:gdLst>
                <a:gd name="T0" fmla="*/ 27 w 28"/>
                <a:gd name="T1" fmla="*/ 3 h 18"/>
                <a:gd name="T2" fmla="*/ 16 w 28"/>
                <a:gd name="T3" fmla="*/ 14 h 18"/>
                <a:gd name="T4" fmla="*/ 1 w 28"/>
                <a:gd name="T5" fmla="*/ 15 h 18"/>
                <a:gd name="T6" fmla="*/ 11 w 28"/>
                <a:gd name="T7" fmla="*/ 5 h 18"/>
                <a:gd name="T8" fmla="*/ 27 w 28"/>
                <a:gd name="T9" fmla="*/ 3 h 18"/>
              </a:gdLst>
              <a:ahLst/>
              <a:cxnLst>
                <a:cxn ang="0">
                  <a:pos x="T0" y="T1"/>
                </a:cxn>
                <a:cxn ang="0">
                  <a:pos x="T2" y="T3"/>
                </a:cxn>
                <a:cxn ang="0">
                  <a:pos x="T4" y="T5"/>
                </a:cxn>
                <a:cxn ang="0">
                  <a:pos x="T6" y="T7"/>
                </a:cxn>
                <a:cxn ang="0">
                  <a:pos x="T8" y="T9"/>
                </a:cxn>
              </a:cxnLst>
              <a:rect l="0" t="0" r="r" b="b"/>
              <a:pathLst>
                <a:path w="28" h="18">
                  <a:moveTo>
                    <a:pt x="27" y="3"/>
                  </a:moveTo>
                  <a:cubicBezTo>
                    <a:pt x="28" y="6"/>
                    <a:pt x="23" y="11"/>
                    <a:pt x="16" y="14"/>
                  </a:cubicBezTo>
                  <a:cubicBezTo>
                    <a:pt x="9" y="18"/>
                    <a:pt x="2" y="18"/>
                    <a:pt x="1" y="15"/>
                  </a:cubicBezTo>
                  <a:cubicBezTo>
                    <a:pt x="0" y="12"/>
                    <a:pt x="4" y="8"/>
                    <a:pt x="11" y="5"/>
                  </a:cubicBezTo>
                  <a:cubicBezTo>
                    <a:pt x="19" y="1"/>
                    <a:pt x="26"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0" name="Freeform 1363">
              <a:extLst>
                <a:ext uri="{FF2B5EF4-FFF2-40B4-BE49-F238E27FC236}">
                  <a16:creationId xmlns:a16="http://schemas.microsoft.com/office/drawing/2014/main" id="{EAB1B98D-EC6D-349A-678C-7CC6C4476220}"/>
                </a:ext>
              </a:extLst>
            </p:cNvPr>
            <p:cNvSpPr>
              <a:spLocks/>
            </p:cNvSpPr>
            <p:nvPr/>
          </p:nvSpPr>
          <p:spPr bwMode="auto">
            <a:xfrm rot="5094805">
              <a:off x="840260" y="3661883"/>
              <a:ext cx="70834" cy="45700"/>
            </a:xfrm>
            <a:custGeom>
              <a:avLst/>
              <a:gdLst>
                <a:gd name="T0" fmla="*/ 15 w 28"/>
                <a:gd name="T1" fmla="*/ 15 h 18"/>
                <a:gd name="T2" fmla="*/ 1 w 28"/>
                <a:gd name="T3" fmla="*/ 15 h 18"/>
                <a:gd name="T4" fmla="*/ 13 w 28"/>
                <a:gd name="T5" fmla="*/ 4 h 18"/>
                <a:gd name="T6" fmla="*/ 27 w 28"/>
                <a:gd name="T7" fmla="*/ 3 h 18"/>
                <a:gd name="T8" fmla="*/ 15 w 28"/>
                <a:gd name="T9" fmla="*/ 15 h 18"/>
              </a:gdLst>
              <a:ahLst/>
              <a:cxnLst>
                <a:cxn ang="0">
                  <a:pos x="T0" y="T1"/>
                </a:cxn>
                <a:cxn ang="0">
                  <a:pos x="T2" y="T3"/>
                </a:cxn>
                <a:cxn ang="0">
                  <a:pos x="T4" y="T5"/>
                </a:cxn>
                <a:cxn ang="0">
                  <a:pos x="T6" y="T7"/>
                </a:cxn>
                <a:cxn ang="0">
                  <a:pos x="T8" y="T9"/>
                </a:cxn>
              </a:cxnLst>
              <a:rect l="0" t="0" r="r" b="b"/>
              <a:pathLst>
                <a:path w="28" h="18">
                  <a:moveTo>
                    <a:pt x="15" y="15"/>
                  </a:moveTo>
                  <a:cubicBezTo>
                    <a:pt x="8" y="18"/>
                    <a:pt x="2" y="18"/>
                    <a:pt x="1" y="15"/>
                  </a:cubicBezTo>
                  <a:cubicBezTo>
                    <a:pt x="0" y="13"/>
                    <a:pt x="5" y="8"/>
                    <a:pt x="13" y="4"/>
                  </a:cubicBezTo>
                  <a:cubicBezTo>
                    <a:pt x="20" y="1"/>
                    <a:pt x="26" y="0"/>
                    <a:pt x="27" y="3"/>
                  </a:cubicBezTo>
                  <a:cubicBezTo>
                    <a:pt x="28" y="5"/>
                    <a:pt x="23" y="11"/>
                    <a:pt x="1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1" name="Freeform 1364">
              <a:extLst>
                <a:ext uri="{FF2B5EF4-FFF2-40B4-BE49-F238E27FC236}">
                  <a16:creationId xmlns:a16="http://schemas.microsoft.com/office/drawing/2014/main" id="{60F69F03-E9D2-E014-FCB5-B75FCBF447E9}"/>
                </a:ext>
              </a:extLst>
            </p:cNvPr>
            <p:cNvSpPr>
              <a:spLocks/>
            </p:cNvSpPr>
            <p:nvPr/>
          </p:nvSpPr>
          <p:spPr bwMode="auto">
            <a:xfrm rot="5094805">
              <a:off x="949455" y="3843718"/>
              <a:ext cx="70834" cy="47985"/>
            </a:xfrm>
            <a:custGeom>
              <a:avLst/>
              <a:gdLst>
                <a:gd name="T0" fmla="*/ 13 w 29"/>
                <a:gd name="T1" fmla="*/ 5 h 19"/>
                <a:gd name="T2" fmla="*/ 28 w 29"/>
                <a:gd name="T3" fmla="*/ 3 h 19"/>
                <a:gd name="T4" fmla="*/ 15 w 29"/>
                <a:gd name="T5" fmla="*/ 15 h 19"/>
                <a:gd name="T6" fmla="*/ 1 w 29"/>
                <a:gd name="T7" fmla="*/ 16 h 19"/>
                <a:gd name="T8" fmla="*/ 13 w 29"/>
                <a:gd name="T9" fmla="*/ 5 h 19"/>
              </a:gdLst>
              <a:ahLst/>
              <a:cxnLst>
                <a:cxn ang="0">
                  <a:pos x="T0" y="T1"/>
                </a:cxn>
                <a:cxn ang="0">
                  <a:pos x="T2" y="T3"/>
                </a:cxn>
                <a:cxn ang="0">
                  <a:pos x="T4" y="T5"/>
                </a:cxn>
                <a:cxn ang="0">
                  <a:pos x="T6" y="T7"/>
                </a:cxn>
                <a:cxn ang="0">
                  <a:pos x="T8" y="T9"/>
                </a:cxn>
              </a:cxnLst>
              <a:rect l="0" t="0" r="r" b="b"/>
              <a:pathLst>
                <a:path w="29" h="19">
                  <a:moveTo>
                    <a:pt x="13" y="5"/>
                  </a:moveTo>
                  <a:cubicBezTo>
                    <a:pt x="20" y="1"/>
                    <a:pt x="27" y="0"/>
                    <a:pt x="28" y="3"/>
                  </a:cubicBezTo>
                  <a:cubicBezTo>
                    <a:pt x="29" y="5"/>
                    <a:pt x="23" y="11"/>
                    <a:pt x="15" y="15"/>
                  </a:cubicBezTo>
                  <a:cubicBezTo>
                    <a:pt x="8" y="18"/>
                    <a:pt x="2" y="19"/>
                    <a:pt x="1" y="16"/>
                  </a:cubicBezTo>
                  <a:cubicBezTo>
                    <a:pt x="0" y="14"/>
                    <a:pt x="6" y="9"/>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2" name="Freeform 1365">
              <a:extLst>
                <a:ext uri="{FF2B5EF4-FFF2-40B4-BE49-F238E27FC236}">
                  <a16:creationId xmlns:a16="http://schemas.microsoft.com/office/drawing/2014/main" id="{8A4218BE-A493-AA3B-73C0-EC9F2839CD42}"/>
                </a:ext>
              </a:extLst>
            </p:cNvPr>
            <p:cNvSpPr>
              <a:spLocks/>
            </p:cNvSpPr>
            <p:nvPr/>
          </p:nvSpPr>
          <p:spPr bwMode="auto">
            <a:xfrm rot="5094805">
              <a:off x="1062902" y="4022977"/>
              <a:ext cx="68549" cy="47985"/>
            </a:xfrm>
            <a:custGeom>
              <a:avLst/>
              <a:gdLst>
                <a:gd name="T0" fmla="*/ 28 w 28"/>
                <a:gd name="T1" fmla="*/ 2 h 19"/>
                <a:gd name="T2" fmla="*/ 17 w 28"/>
                <a:gd name="T3" fmla="*/ 13 h 19"/>
                <a:gd name="T4" fmla="*/ 1 w 28"/>
                <a:gd name="T5" fmla="*/ 16 h 19"/>
                <a:gd name="T6" fmla="*/ 12 w 28"/>
                <a:gd name="T7" fmla="*/ 5 h 19"/>
                <a:gd name="T8" fmla="*/ 28 w 28"/>
                <a:gd name="T9" fmla="*/ 2 h 19"/>
              </a:gdLst>
              <a:ahLst/>
              <a:cxnLst>
                <a:cxn ang="0">
                  <a:pos x="T0" y="T1"/>
                </a:cxn>
                <a:cxn ang="0">
                  <a:pos x="T2" y="T3"/>
                </a:cxn>
                <a:cxn ang="0">
                  <a:pos x="T4" y="T5"/>
                </a:cxn>
                <a:cxn ang="0">
                  <a:pos x="T6" y="T7"/>
                </a:cxn>
                <a:cxn ang="0">
                  <a:pos x="T8" y="T9"/>
                </a:cxn>
              </a:cxnLst>
              <a:rect l="0" t="0" r="r" b="b"/>
              <a:pathLst>
                <a:path w="28" h="19">
                  <a:moveTo>
                    <a:pt x="28" y="2"/>
                  </a:moveTo>
                  <a:cubicBezTo>
                    <a:pt x="28" y="4"/>
                    <a:pt x="24" y="9"/>
                    <a:pt x="17" y="13"/>
                  </a:cubicBezTo>
                  <a:cubicBezTo>
                    <a:pt x="9" y="18"/>
                    <a:pt x="2" y="19"/>
                    <a:pt x="1" y="16"/>
                  </a:cubicBezTo>
                  <a:cubicBezTo>
                    <a:pt x="0" y="14"/>
                    <a:pt x="5" y="9"/>
                    <a:pt x="12" y="5"/>
                  </a:cubicBezTo>
                  <a:cubicBezTo>
                    <a:pt x="20" y="1"/>
                    <a:pt x="27" y="0"/>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3" name="Freeform 1366">
              <a:extLst>
                <a:ext uri="{FF2B5EF4-FFF2-40B4-BE49-F238E27FC236}">
                  <a16:creationId xmlns:a16="http://schemas.microsoft.com/office/drawing/2014/main" id="{8475BF79-90E7-ED51-26EF-83DF87BE3FA5}"/>
                </a:ext>
              </a:extLst>
            </p:cNvPr>
            <p:cNvSpPr>
              <a:spLocks/>
            </p:cNvSpPr>
            <p:nvPr/>
          </p:nvSpPr>
          <p:spPr bwMode="auto">
            <a:xfrm rot="5094805">
              <a:off x="1179957" y="4205149"/>
              <a:ext cx="70834" cy="45700"/>
            </a:xfrm>
            <a:custGeom>
              <a:avLst/>
              <a:gdLst>
                <a:gd name="T0" fmla="*/ 28 w 29"/>
                <a:gd name="T1" fmla="*/ 2 h 19"/>
                <a:gd name="T2" fmla="*/ 17 w 29"/>
                <a:gd name="T3" fmla="*/ 13 h 19"/>
                <a:gd name="T4" fmla="*/ 1 w 29"/>
                <a:gd name="T5" fmla="*/ 17 h 19"/>
                <a:gd name="T6" fmla="*/ 12 w 29"/>
                <a:gd name="T7" fmla="*/ 6 h 19"/>
                <a:gd name="T8" fmla="*/ 28 w 29"/>
                <a:gd name="T9" fmla="*/ 2 h 19"/>
              </a:gdLst>
              <a:ahLst/>
              <a:cxnLst>
                <a:cxn ang="0">
                  <a:pos x="T0" y="T1"/>
                </a:cxn>
                <a:cxn ang="0">
                  <a:pos x="T2" y="T3"/>
                </a:cxn>
                <a:cxn ang="0">
                  <a:pos x="T4" y="T5"/>
                </a:cxn>
                <a:cxn ang="0">
                  <a:pos x="T6" y="T7"/>
                </a:cxn>
                <a:cxn ang="0">
                  <a:pos x="T8" y="T9"/>
                </a:cxn>
              </a:cxnLst>
              <a:rect l="0" t="0" r="r" b="b"/>
              <a:pathLst>
                <a:path w="29" h="19">
                  <a:moveTo>
                    <a:pt x="28" y="2"/>
                  </a:moveTo>
                  <a:cubicBezTo>
                    <a:pt x="29" y="4"/>
                    <a:pt x="24" y="9"/>
                    <a:pt x="17" y="13"/>
                  </a:cubicBezTo>
                  <a:cubicBezTo>
                    <a:pt x="9" y="18"/>
                    <a:pt x="2" y="19"/>
                    <a:pt x="1" y="17"/>
                  </a:cubicBezTo>
                  <a:cubicBezTo>
                    <a:pt x="0" y="15"/>
                    <a:pt x="5" y="10"/>
                    <a:pt x="12" y="6"/>
                  </a:cubicBezTo>
                  <a:cubicBezTo>
                    <a:pt x="19" y="2"/>
                    <a:pt x="26" y="0"/>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4" name="Freeform 1367">
              <a:extLst>
                <a:ext uri="{FF2B5EF4-FFF2-40B4-BE49-F238E27FC236}">
                  <a16:creationId xmlns:a16="http://schemas.microsoft.com/office/drawing/2014/main" id="{771C0C83-CDAD-E550-9105-A5E86B0731AB}"/>
                </a:ext>
              </a:extLst>
            </p:cNvPr>
            <p:cNvSpPr>
              <a:spLocks/>
            </p:cNvSpPr>
            <p:nvPr/>
          </p:nvSpPr>
          <p:spPr bwMode="auto">
            <a:xfrm rot="5094805">
              <a:off x="627140" y="3092611"/>
              <a:ext cx="66264" cy="29705"/>
            </a:xfrm>
            <a:custGeom>
              <a:avLst/>
              <a:gdLst>
                <a:gd name="T0" fmla="*/ 26 w 27"/>
                <a:gd name="T1" fmla="*/ 2 h 12"/>
                <a:gd name="T2" fmla="*/ 14 w 27"/>
                <a:gd name="T3" fmla="*/ 10 h 12"/>
                <a:gd name="T4" fmla="*/ 0 w 27"/>
                <a:gd name="T5" fmla="*/ 10 h 12"/>
                <a:gd name="T6" fmla="*/ 13 w 27"/>
                <a:gd name="T7" fmla="*/ 3 h 12"/>
                <a:gd name="T8" fmla="*/ 26 w 27"/>
                <a:gd name="T9" fmla="*/ 2 h 12"/>
              </a:gdLst>
              <a:ahLst/>
              <a:cxnLst>
                <a:cxn ang="0">
                  <a:pos x="T0" y="T1"/>
                </a:cxn>
                <a:cxn ang="0">
                  <a:pos x="T2" y="T3"/>
                </a:cxn>
                <a:cxn ang="0">
                  <a:pos x="T4" y="T5"/>
                </a:cxn>
                <a:cxn ang="0">
                  <a:pos x="T6" y="T7"/>
                </a:cxn>
                <a:cxn ang="0">
                  <a:pos x="T8" y="T9"/>
                </a:cxn>
              </a:cxnLst>
              <a:rect l="0" t="0" r="r" b="b"/>
              <a:pathLst>
                <a:path w="27" h="12">
                  <a:moveTo>
                    <a:pt x="26" y="2"/>
                  </a:moveTo>
                  <a:cubicBezTo>
                    <a:pt x="27" y="5"/>
                    <a:pt x="21" y="8"/>
                    <a:pt x="14" y="10"/>
                  </a:cubicBezTo>
                  <a:cubicBezTo>
                    <a:pt x="7" y="12"/>
                    <a:pt x="1" y="12"/>
                    <a:pt x="0" y="10"/>
                  </a:cubicBezTo>
                  <a:cubicBezTo>
                    <a:pt x="0" y="8"/>
                    <a:pt x="6" y="5"/>
                    <a:pt x="13" y="3"/>
                  </a:cubicBezTo>
                  <a:cubicBezTo>
                    <a:pt x="20" y="1"/>
                    <a:pt x="26"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5" name="Freeform 1368">
              <a:extLst>
                <a:ext uri="{FF2B5EF4-FFF2-40B4-BE49-F238E27FC236}">
                  <a16:creationId xmlns:a16="http://schemas.microsoft.com/office/drawing/2014/main" id="{2E055518-22B8-DB6A-0F52-A5F643979886}"/>
                </a:ext>
              </a:extLst>
            </p:cNvPr>
            <p:cNvSpPr>
              <a:spLocks/>
            </p:cNvSpPr>
            <p:nvPr/>
          </p:nvSpPr>
          <p:spPr bwMode="auto">
            <a:xfrm rot="5094805">
              <a:off x="706844" y="3276974"/>
              <a:ext cx="68549" cy="34275"/>
            </a:xfrm>
            <a:custGeom>
              <a:avLst/>
              <a:gdLst>
                <a:gd name="T0" fmla="*/ 12 w 27"/>
                <a:gd name="T1" fmla="*/ 4 h 14"/>
                <a:gd name="T2" fmla="*/ 26 w 27"/>
                <a:gd name="T3" fmla="*/ 2 h 14"/>
                <a:gd name="T4" fmla="*/ 15 w 27"/>
                <a:gd name="T5" fmla="*/ 11 h 14"/>
                <a:gd name="T6" fmla="*/ 0 w 27"/>
                <a:gd name="T7" fmla="*/ 12 h 14"/>
                <a:gd name="T8" fmla="*/ 12 w 27"/>
                <a:gd name="T9" fmla="*/ 4 h 14"/>
              </a:gdLst>
              <a:ahLst/>
              <a:cxnLst>
                <a:cxn ang="0">
                  <a:pos x="T0" y="T1"/>
                </a:cxn>
                <a:cxn ang="0">
                  <a:pos x="T2" y="T3"/>
                </a:cxn>
                <a:cxn ang="0">
                  <a:pos x="T4" y="T5"/>
                </a:cxn>
                <a:cxn ang="0">
                  <a:pos x="T6" y="T7"/>
                </a:cxn>
                <a:cxn ang="0">
                  <a:pos x="T8" y="T9"/>
                </a:cxn>
              </a:cxnLst>
              <a:rect l="0" t="0" r="r" b="b"/>
              <a:pathLst>
                <a:path w="27" h="14">
                  <a:moveTo>
                    <a:pt x="12" y="4"/>
                  </a:moveTo>
                  <a:cubicBezTo>
                    <a:pt x="19" y="1"/>
                    <a:pt x="25" y="0"/>
                    <a:pt x="26" y="2"/>
                  </a:cubicBezTo>
                  <a:cubicBezTo>
                    <a:pt x="27" y="4"/>
                    <a:pt x="22" y="8"/>
                    <a:pt x="15" y="11"/>
                  </a:cubicBezTo>
                  <a:cubicBezTo>
                    <a:pt x="8" y="13"/>
                    <a:pt x="1" y="14"/>
                    <a:pt x="0" y="12"/>
                  </a:cubicBezTo>
                  <a:cubicBezTo>
                    <a:pt x="0" y="10"/>
                    <a:pt x="5" y="6"/>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6" name="Freeform 1369">
              <a:extLst>
                <a:ext uri="{FF2B5EF4-FFF2-40B4-BE49-F238E27FC236}">
                  <a16:creationId xmlns:a16="http://schemas.microsoft.com/office/drawing/2014/main" id="{CB8F0230-9DEC-521B-34E5-98063D8F3AF6}"/>
                </a:ext>
              </a:extLst>
            </p:cNvPr>
            <p:cNvSpPr>
              <a:spLocks/>
            </p:cNvSpPr>
            <p:nvPr/>
          </p:nvSpPr>
          <p:spPr bwMode="auto">
            <a:xfrm rot="5094805">
              <a:off x="801253" y="3461470"/>
              <a:ext cx="63979" cy="34275"/>
            </a:xfrm>
            <a:custGeom>
              <a:avLst/>
              <a:gdLst>
                <a:gd name="T0" fmla="*/ 12 w 26"/>
                <a:gd name="T1" fmla="*/ 4 h 14"/>
                <a:gd name="T2" fmla="*/ 25 w 26"/>
                <a:gd name="T3" fmla="*/ 2 h 14"/>
                <a:gd name="T4" fmla="*/ 13 w 26"/>
                <a:gd name="T5" fmla="*/ 10 h 14"/>
                <a:gd name="T6" fmla="*/ 0 w 26"/>
                <a:gd name="T7" fmla="*/ 12 h 14"/>
                <a:gd name="T8" fmla="*/ 12 w 26"/>
                <a:gd name="T9" fmla="*/ 4 h 14"/>
              </a:gdLst>
              <a:ahLst/>
              <a:cxnLst>
                <a:cxn ang="0">
                  <a:pos x="T0" y="T1"/>
                </a:cxn>
                <a:cxn ang="0">
                  <a:pos x="T2" y="T3"/>
                </a:cxn>
                <a:cxn ang="0">
                  <a:pos x="T4" y="T5"/>
                </a:cxn>
                <a:cxn ang="0">
                  <a:pos x="T6" y="T7"/>
                </a:cxn>
                <a:cxn ang="0">
                  <a:pos x="T8" y="T9"/>
                </a:cxn>
              </a:cxnLst>
              <a:rect l="0" t="0" r="r" b="b"/>
              <a:pathLst>
                <a:path w="26" h="14">
                  <a:moveTo>
                    <a:pt x="12" y="4"/>
                  </a:moveTo>
                  <a:cubicBezTo>
                    <a:pt x="19" y="1"/>
                    <a:pt x="25" y="0"/>
                    <a:pt x="25" y="2"/>
                  </a:cubicBezTo>
                  <a:cubicBezTo>
                    <a:pt x="26" y="4"/>
                    <a:pt x="20" y="8"/>
                    <a:pt x="13" y="10"/>
                  </a:cubicBezTo>
                  <a:cubicBezTo>
                    <a:pt x="6" y="13"/>
                    <a:pt x="0" y="14"/>
                    <a:pt x="0" y="12"/>
                  </a:cubicBezTo>
                  <a:cubicBezTo>
                    <a:pt x="0" y="10"/>
                    <a:pt x="5" y="6"/>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7" name="Freeform 1370">
              <a:extLst>
                <a:ext uri="{FF2B5EF4-FFF2-40B4-BE49-F238E27FC236}">
                  <a16:creationId xmlns:a16="http://schemas.microsoft.com/office/drawing/2014/main" id="{3848C56F-392A-2293-1241-F837140B69F9}"/>
                </a:ext>
              </a:extLst>
            </p:cNvPr>
            <p:cNvSpPr>
              <a:spLocks/>
            </p:cNvSpPr>
            <p:nvPr/>
          </p:nvSpPr>
          <p:spPr bwMode="auto">
            <a:xfrm rot="5094805">
              <a:off x="557775" y="2906088"/>
              <a:ext cx="66264" cy="29705"/>
            </a:xfrm>
            <a:custGeom>
              <a:avLst/>
              <a:gdLst>
                <a:gd name="T0" fmla="*/ 15 w 27"/>
                <a:gd name="T1" fmla="*/ 10 h 12"/>
                <a:gd name="T2" fmla="*/ 1 w 27"/>
                <a:gd name="T3" fmla="*/ 9 h 12"/>
                <a:gd name="T4" fmla="*/ 12 w 27"/>
                <a:gd name="T5" fmla="*/ 2 h 12"/>
                <a:gd name="T6" fmla="*/ 26 w 27"/>
                <a:gd name="T7" fmla="*/ 3 h 12"/>
                <a:gd name="T8" fmla="*/ 15 w 27"/>
                <a:gd name="T9" fmla="*/ 10 h 12"/>
              </a:gdLst>
              <a:ahLst/>
              <a:cxnLst>
                <a:cxn ang="0">
                  <a:pos x="T0" y="T1"/>
                </a:cxn>
                <a:cxn ang="0">
                  <a:pos x="T2" y="T3"/>
                </a:cxn>
                <a:cxn ang="0">
                  <a:pos x="T4" y="T5"/>
                </a:cxn>
                <a:cxn ang="0">
                  <a:pos x="T6" y="T7"/>
                </a:cxn>
                <a:cxn ang="0">
                  <a:pos x="T8" y="T9"/>
                </a:cxn>
              </a:cxnLst>
              <a:rect l="0" t="0" r="r" b="b"/>
              <a:pathLst>
                <a:path w="27" h="12">
                  <a:moveTo>
                    <a:pt x="15" y="10"/>
                  </a:moveTo>
                  <a:cubicBezTo>
                    <a:pt x="8" y="12"/>
                    <a:pt x="1" y="11"/>
                    <a:pt x="1" y="9"/>
                  </a:cubicBezTo>
                  <a:cubicBezTo>
                    <a:pt x="0" y="7"/>
                    <a:pt x="5" y="4"/>
                    <a:pt x="12" y="2"/>
                  </a:cubicBezTo>
                  <a:cubicBezTo>
                    <a:pt x="19" y="0"/>
                    <a:pt x="25" y="0"/>
                    <a:pt x="26" y="3"/>
                  </a:cubicBezTo>
                  <a:cubicBezTo>
                    <a:pt x="27" y="5"/>
                    <a:pt x="22" y="8"/>
                    <a:pt x="1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8" name="Freeform 1371">
              <a:extLst>
                <a:ext uri="{FF2B5EF4-FFF2-40B4-BE49-F238E27FC236}">
                  <a16:creationId xmlns:a16="http://schemas.microsoft.com/office/drawing/2014/main" id="{79A71C0E-3924-FCA3-C7F6-5597A721450F}"/>
                </a:ext>
              </a:extLst>
            </p:cNvPr>
            <p:cNvSpPr>
              <a:spLocks/>
            </p:cNvSpPr>
            <p:nvPr/>
          </p:nvSpPr>
          <p:spPr bwMode="auto">
            <a:xfrm rot="5094805">
              <a:off x="499790" y="2720838"/>
              <a:ext cx="66264" cy="25135"/>
            </a:xfrm>
            <a:custGeom>
              <a:avLst/>
              <a:gdLst>
                <a:gd name="T0" fmla="*/ 12 w 27"/>
                <a:gd name="T1" fmla="*/ 1 h 10"/>
                <a:gd name="T2" fmla="*/ 26 w 27"/>
                <a:gd name="T3" fmla="*/ 3 h 10"/>
                <a:gd name="T4" fmla="*/ 14 w 27"/>
                <a:gd name="T5" fmla="*/ 9 h 10"/>
                <a:gd name="T6" fmla="*/ 0 w 27"/>
                <a:gd name="T7" fmla="*/ 7 h 10"/>
                <a:gd name="T8" fmla="*/ 12 w 27"/>
                <a:gd name="T9" fmla="*/ 1 h 10"/>
              </a:gdLst>
              <a:ahLst/>
              <a:cxnLst>
                <a:cxn ang="0">
                  <a:pos x="T0" y="T1"/>
                </a:cxn>
                <a:cxn ang="0">
                  <a:pos x="T2" y="T3"/>
                </a:cxn>
                <a:cxn ang="0">
                  <a:pos x="T4" y="T5"/>
                </a:cxn>
                <a:cxn ang="0">
                  <a:pos x="T6" y="T7"/>
                </a:cxn>
                <a:cxn ang="0">
                  <a:pos x="T8" y="T9"/>
                </a:cxn>
              </a:cxnLst>
              <a:rect l="0" t="0" r="r" b="b"/>
              <a:pathLst>
                <a:path w="27" h="10">
                  <a:moveTo>
                    <a:pt x="12" y="1"/>
                  </a:moveTo>
                  <a:cubicBezTo>
                    <a:pt x="20" y="0"/>
                    <a:pt x="26" y="0"/>
                    <a:pt x="26" y="3"/>
                  </a:cubicBezTo>
                  <a:cubicBezTo>
                    <a:pt x="27" y="5"/>
                    <a:pt x="21" y="8"/>
                    <a:pt x="14" y="9"/>
                  </a:cubicBezTo>
                  <a:cubicBezTo>
                    <a:pt x="7" y="10"/>
                    <a:pt x="1" y="9"/>
                    <a:pt x="0" y="7"/>
                  </a:cubicBezTo>
                  <a:cubicBezTo>
                    <a:pt x="0" y="4"/>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9" name="Freeform 1372">
              <a:extLst>
                <a:ext uri="{FF2B5EF4-FFF2-40B4-BE49-F238E27FC236}">
                  <a16:creationId xmlns:a16="http://schemas.microsoft.com/office/drawing/2014/main" id="{E695EC9A-FCB0-5F6B-D479-C246DDC16479}"/>
                </a:ext>
              </a:extLst>
            </p:cNvPr>
            <p:cNvSpPr>
              <a:spLocks/>
            </p:cNvSpPr>
            <p:nvPr/>
          </p:nvSpPr>
          <p:spPr bwMode="auto">
            <a:xfrm rot="5094805">
              <a:off x="458470" y="2528373"/>
              <a:ext cx="66264" cy="22850"/>
            </a:xfrm>
            <a:custGeom>
              <a:avLst/>
              <a:gdLst>
                <a:gd name="T0" fmla="*/ 13 w 27"/>
                <a:gd name="T1" fmla="*/ 1 h 10"/>
                <a:gd name="T2" fmla="*/ 27 w 27"/>
                <a:gd name="T3" fmla="*/ 4 h 10"/>
                <a:gd name="T4" fmla="*/ 15 w 27"/>
                <a:gd name="T5" fmla="*/ 9 h 10"/>
                <a:gd name="T6" fmla="*/ 1 w 27"/>
                <a:gd name="T7" fmla="*/ 6 h 10"/>
                <a:gd name="T8" fmla="*/ 13 w 27"/>
                <a:gd name="T9" fmla="*/ 1 h 10"/>
              </a:gdLst>
              <a:ahLst/>
              <a:cxnLst>
                <a:cxn ang="0">
                  <a:pos x="T0" y="T1"/>
                </a:cxn>
                <a:cxn ang="0">
                  <a:pos x="T2" y="T3"/>
                </a:cxn>
                <a:cxn ang="0">
                  <a:pos x="T4" y="T5"/>
                </a:cxn>
                <a:cxn ang="0">
                  <a:pos x="T6" y="T7"/>
                </a:cxn>
                <a:cxn ang="0">
                  <a:pos x="T8" y="T9"/>
                </a:cxn>
              </a:cxnLst>
              <a:rect l="0" t="0" r="r" b="b"/>
              <a:pathLst>
                <a:path w="27" h="10">
                  <a:moveTo>
                    <a:pt x="13" y="1"/>
                  </a:moveTo>
                  <a:cubicBezTo>
                    <a:pt x="20" y="0"/>
                    <a:pt x="26" y="1"/>
                    <a:pt x="27" y="4"/>
                  </a:cubicBezTo>
                  <a:cubicBezTo>
                    <a:pt x="27" y="6"/>
                    <a:pt x="22" y="8"/>
                    <a:pt x="15" y="9"/>
                  </a:cubicBezTo>
                  <a:cubicBezTo>
                    <a:pt x="8" y="10"/>
                    <a:pt x="1" y="8"/>
                    <a:pt x="1" y="6"/>
                  </a:cubicBezTo>
                  <a:cubicBezTo>
                    <a:pt x="0" y="4"/>
                    <a:pt x="6" y="1"/>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0" name="Freeform 1373">
              <a:extLst>
                <a:ext uri="{FF2B5EF4-FFF2-40B4-BE49-F238E27FC236}">
                  <a16:creationId xmlns:a16="http://schemas.microsoft.com/office/drawing/2014/main" id="{4B24905F-1986-0F7C-CCA2-CF2BA3F9ACD2}"/>
                </a:ext>
              </a:extLst>
            </p:cNvPr>
            <p:cNvSpPr>
              <a:spLocks/>
            </p:cNvSpPr>
            <p:nvPr/>
          </p:nvSpPr>
          <p:spPr bwMode="auto">
            <a:xfrm rot="5094805">
              <a:off x="900003" y="3640798"/>
              <a:ext cx="63979" cy="38845"/>
            </a:xfrm>
            <a:custGeom>
              <a:avLst/>
              <a:gdLst>
                <a:gd name="T0" fmla="*/ 26 w 26"/>
                <a:gd name="T1" fmla="*/ 2 h 15"/>
                <a:gd name="T2" fmla="*/ 14 w 26"/>
                <a:gd name="T3" fmla="*/ 11 h 15"/>
                <a:gd name="T4" fmla="*/ 0 w 26"/>
                <a:gd name="T5" fmla="*/ 13 h 15"/>
                <a:gd name="T6" fmla="*/ 12 w 26"/>
                <a:gd name="T7" fmla="*/ 4 h 15"/>
                <a:gd name="T8" fmla="*/ 26 w 26"/>
                <a:gd name="T9" fmla="*/ 2 h 15"/>
              </a:gdLst>
              <a:ahLst/>
              <a:cxnLst>
                <a:cxn ang="0">
                  <a:pos x="T0" y="T1"/>
                </a:cxn>
                <a:cxn ang="0">
                  <a:pos x="T2" y="T3"/>
                </a:cxn>
                <a:cxn ang="0">
                  <a:pos x="T4" y="T5"/>
                </a:cxn>
                <a:cxn ang="0">
                  <a:pos x="T6" y="T7"/>
                </a:cxn>
                <a:cxn ang="0">
                  <a:pos x="T8" y="T9"/>
                </a:cxn>
              </a:cxnLst>
              <a:rect l="0" t="0" r="r" b="b"/>
              <a:pathLst>
                <a:path w="26" h="15">
                  <a:moveTo>
                    <a:pt x="26" y="2"/>
                  </a:moveTo>
                  <a:cubicBezTo>
                    <a:pt x="26" y="3"/>
                    <a:pt x="21" y="7"/>
                    <a:pt x="14" y="11"/>
                  </a:cubicBezTo>
                  <a:cubicBezTo>
                    <a:pt x="7" y="14"/>
                    <a:pt x="1" y="15"/>
                    <a:pt x="0" y="13"/>
                  </a:cubicBezTo>
                  <a:cubicBezTo>
                    <a:pt x="0" y="11"/>
                    <a:pt x="5" y="7"/>
                    <a:pt x="12" y="4"/>
                  </a:cubicBezTo>
                  <a:cubicBezTo>
                    <a:pt x="19" y="1"/>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1" name="Freeform 1374">
              <a:extLst>
                <a:ext uri="{FF2B5EF4-FFF2-40B4-BE49-F238E27FC236}">
                  <a16:creationId xmlns:a16="http://schemas.microsoft.com/office/drawing/2014/main" id="{A06682D5-3BA6-9022-1E95-F6F0D811B603}"/>
                </a:ext>
              </a:extLst>
            </p:cNvPr>
            <p:cNvSpPr>
              <a:spLocks/>
            </p:cNvSpPr>
            <p:nvPr/>
          </p:nvSpPr>
          <p:spPr bwMode="auto">
            <a:xfrm rot="5094805">
              <a:off x="1003402" y="3824185"/>
              <a:ext cx="66264" cy="36560"/>
            </a:xfrm>
            <a:custGeom>
              <a:avLst/>
              <a:gdLst>
                <a:gd name="T0" fmla="*/ 26 w 27"/>
                <a:gd name="T1" fmla="*/ 1 h 15"/>
                <a:gd name="T2" fmla="*/ 15 w 27"/>
                <a:gd name="T3" fmla="*/ 10 h 15"/>
                <a:gd name="T4" fmla="*/ 1 w 27"/>
                <a:gd name="T5" fmla="*/ 13 h 15"/>
                <a:gd name="T6" fmla="*/ 12 w 27"/>
                <a:gd name="T7" fmla="*/ 5 h 15"/>
                <a:gd name="T8" fmla="*/ 26 w 27"/>
                <a:gd name="T9" fmla="*/ 1 h 15"/>
              </a:gdLst>
              <a:ahLst/>
              <a:cxnLst>
                <a:cxn ang="0">
                  <a:pos x="T0" y="T1"/>
                </a:cxn>
                <a:cxn ang="0">
                  <a:pos x="T2" y="T3"/>
                </a:cxn>
                <a:cxn ang="0">
                  <a:pos x="T4" y="T5"/>
                </a:cxn>
                <a:cxn ang="0">
                  <a:pos x="T6" y="T7"/>
                </a:cxn>
                <a:cxn ang="0">
                  <a:pos x="T8" y="T9"/>
                </a:cxn>
              </a:cxnLst>
              <a:rect l="0" t="0" r="r" b="b"/>
              <a:pathLst>
                <a:path w="27" h="15">
                  <a:moveTo>
                    <a:pt x="26" y="1"/>
                  </a:moveTo>
                  <a:cubicBezTo>
                    <a:pt x="27" y="2"/>
                    <a:pt x="22" y="7"/>
                    <a:pt x="15" y="10"/>
                  </a:cubicBezTo>
                  <a:cubicBezTo>
                    <a:pt x="8" y="13"/>
                    <a:pt x="1" y="15"/>
                    <a:pt x="1" y="13"/>
                  </a:cubicBezTo>
                  <a:cubicBezTo>
                    <a:pt x="0" y="12"/>
                    <a:pt x="5" y="8"/>
                    <a:pt x="12" y="5"/>
                  </a:cubicBezTo>
                  <a:cubicBezTo>
                    <a:pt x="19" y="1"/>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2" name="Freeform 1375">
              <a:extLst>
                <a:ext uri="{FF2B5EF4-FFF2-40B4-BE49-F238E27FC236}">
                  <a16:creationId xmlns:a16="http://schemas.microsoft.com/office/drawing/2014/main" id="{BAF5F685-F0D2-D783-6852-2AA661014286}"/>
                </a:ext>
              </a:extLst>
            </p:cNvPr>
            <p:cNvSpPr>
              <a:spLocks/>
            </p:cNvSpPr>
            <p:nvPr/>
          </p:nvSpPr>
          <p:spPr bwMode="auto">
            <a:xfrm rot="5094805">
              <a:off x="1115808" y="4002298"/>
              <a:ext cx="66264" cy="41130"/>
            </a:xfrm>
            <a:custGeom>
              <a:avLst/>
              <a:gdLst>
                <a:gd name="T0" fmla="*/ 26 w 27"/>
                <a:gd name="T1" fmla="*/ 2 h 16"/>
                <a:gd name="T2" fmla="*/ 15 w 27"/>
                <a:gd name="T3" fmla="*/ 11 h 16"/>
                <a:gd name="T4" fmla="*/ 1 w 27"/>
                <a:gd name="T5" fmla="*/ 15 h 16"/>
                <a:gd name="T6" fmla="*/ 12 w 27"/>
                <a:gd name="T7" fmla="*/ 6 h 16"/>
                <a:gd name="T8" fmla="*/ 26 w 27"/>
                <a:gd name="T9" fmla="*/ 2 h 16"/>
              </a:gdLst>
              <a:ahLst/>
              <a:cxnLst>
                <a:cxn ang="0">
                  <a:pos x="T0" y="T1"/>
                </a:cxn>
                <a:cxn ang="0">
                  <a:pos x="T2" y="T3"/>
                </a:cxn>
                <a:cxn ang="0">
                  <a:pos x="T4" y="T5"/>
                </a:cxn>
                <a:cxn ang="0">
                  <a:pos x="T6" y="T7"/>
                </a:cxn>
                <a:cxn ang="0">
                  <a:pos x="T8" y="T9"/>
                </a:cxn>
              </a:cxnLst>
              <a:rect l="0" t="0" r="r" b="b"/>
              <a:pathLst>
                <a:path w="27" h="16">
                  <a:moveTo>
                    <a:pt x="26" y="2"/>
                  </a:moveTo>
                  <a:cubicBezTo>
                    <a:pt x="27" y="3"/>
                    <a:pt x="22" y="7"/>
                    <a:pt x="15" y="11"/>
                  </a:cubicBezTo>
                  <a:cubicBezTo>
                    <a:pt x="8" y="14"/>
                    <a:pt x="2" y="16"/>
                    <a:pt x="1" y="15"/>
                  </a:cubicBezTo>
                  <a:cubicBezTo>
                    <a:pt x="0" y="13"/>
                    <a:pt x="5" y="9"/>
                    <a:pt x="12" y="6"/>
                  </a:cubicBezTo>
                  <a:cubicBezTo>
                    <a:pt x="19" y="2"/>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3" name="Freeform 1376">
              <a:extLst>
                <a:ext uri="{FF2B5EF4-FFF2-40B4-BE49-F238E27FC236}">
                  <a16:creationId xmlns:a16="http://schemas.microsoft.com/office/drawing/2014/main" id="{24C2C9E9-103F-14B2-319C-9925B70CD2FF}"/>
                </a:ext>
              </a:extLst>
            </p:cNvPr>
            <p:cNvSpPr>
              <a:spLocks/>
            </p:cNvSpPr>
            <p:nvPr/>
          </p:nvSpPr>
          <p:spPr bwMode="auto">
            <a:xfrm rot="5094805">
              <a:off x="1227173" y="4183833"/>
              <a:ext cx="68549" cy="41130"/>
            </a:xfrm>
            <a:custGeom>
              <a:avLst/>
              <a:gdLst>
                <a:gd name="T0" fmla="*/ 26 w 27"/>
                <a:gd name="T1" fmla="*/ 2 h 16"/>
                <a:gd name="T2" fmla="*/ 14 w 27"/>
                <a:gd name="T3" fmla="*/ 11 h 16"/>
                <a:gd name="T4" fmla="*/ 1 w 27"/>
                <a:gd name="T5" fmla="*/ 14 h 16"/>
                <a:gd name="T6" fmla="*/ 13 w 27"/>
                <a:gd name="T7" fmla="*/ 6 h 16"/>
                <a:gd name="T8" fmla="*/ 26 w 27"/>
                <a:gd name="T9" fmla="*/ 2 h 16"/>
              </a:gdLst>
              <a:ahLst/>
              <a:cxnLst>
                <a:cxn ang="0">
                  <a:pos x="T0" y="T1"/>
                </a:cxn>
                <a:cxn ang="0">
                  <a:pos x="T2" y="T3"/>
                </a:cxn>
                <a:cxn ang="0">
                  <a:pos x="T4" y="T5"/>
                </a:cxn>
                <a:cxn ang="0">
                  <a:pos x="T6" y="T7"/>
                </a:cxn>
                <a:cxn ang="0">
                  <a:pos x="T8" y="T9"/>
                </a:cxn>
              </a:cxnLst>
              <a:rect l="0" t="0" r="r" b="b"/>
              <a:pathLst>
                <a:path w="27" h="16">
                  <a:moveTo>
                    <a:pt x="26" y="2"/>
                  </a:moveTo>
                  <a:cubicBezTo>
                    <a:pt x="27" y="3"/>
                    <a:pt x="21" y="7"/>
                    <a:pt x="14" y="11"/>
                  </a:cubicBezTo>
                  <a:cubicBezTo>
                    <a:pt x="8" y="14"/>
                    <a:pt x="1" y="16"/>
                    <a:pt x="1" y="14"/>
                  </a:cubicBezTo>
                  <a:cubicBezTo>
                    <a:pt x="0" y="13"/>
                    <a:pt x="6" y="9"/>
                    <a:pt x="13" y="6"/>
                  </a:cubicBezTo>
                  <a:cubicBezTo>
                    <a:pt x="20" y="2"/>
                    <a:pt x="26"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4" name="Freeform 1377">
              <a:extLst>
                <a:ext uri="{FF2B5EF4-FFF2-40B4-BE49-F238E27FC236}">
                  <a16:creationId xmlns:a16="http://schemas.microsoft.com/office/drawing/2014/main" id="{3C7E5A24-5248-5678-68DD-473E6D63DC6A}"/>
                </a:ext>
              </a:extLst>
            </p:cNvPr>
            <p:cNvSpPr>
              <a:spLocks/>
            </p:cNvSpPr>
            <p:nvPr/>
          </p:nvSpPr>
          <p:spPr bwMode="auto">
            <a:xfrm rot="5094805">
              <a:off x="1343098" y="4367451"/>
              <a:ext cx="66264" cy="36560"/>
            </a:xfrm>
            <a:custGeom>
              <a:avLst/>
              <a:gdLst>
                <a:gd name="T0" fmla="*/ 12 w 27"/>
                <a:gd name="T1" fmla="*/ 6 h 15"/>
                <a:gd name="T2" fmla="*/ 26 w 27"/>
                <a:gd name="T3" fmla="*/ 1 h 15"/>
                <a:gd name="T4" fmla="*/ 15 w 27"/>
                <a:gd name="T5" fmla="*/ 9 h 15"/>
                <a:gd name="T6" fmla="*/ 1 w 27"/>
                <a:gd name="T7" fmla="*/ 14 h 15"/>
                <a:gd name="T8" fmla="*/ 12 w 27"/>
                <a:gd name="T9" fmla="*/ 6 h 15"/>
              </a:gdLst>
              <a:ahLst/>
              <a:cxnLst>
                <a:cxn ang="0">
                  <a:pos x="T0" y="T1"/>
                </a:cxn>
                <a:cxn ang="0">
                  <a:pos x="T2" y="T3"/>
                </a:cxn>
                <a:cxn ang="0">
                  <a:pos x="T4" y="T5"/>
                </a:cxn>
                <a:cxn ang="0">
                  <a:pos x="T6" y="T7"/>
                </a:cxn>
                <a:cxn ang="0">
                  <a:pos x="T8" y="T9"/>
                </a:cxn>
              </a:cxnLst>
              <a:rect l="0" t="0" r="r" b="b"/>
              <a:pathLst>
                <a:path w="27" h="15">
                  <a:moveTo>
                    <a:pt x="12" y="6"/>
                  </a:moveTo>
                  <a:cubicBezTo>
                    <a:pt x="19" y="2"/>
                    <a:pt x="25" y="0"/>
                    <a:pt x="26" y="1"/>
                  </a:cubicBezTo>
                  <a:cubicBezTo>
                    <a:pt x="27" y="2"/>
                    <a:pt x="22" y="6"/>
                    <a:pt x="15" y="9"/>
                  </a:cubicBezTo>
                  <a:cubicBezTo>
                    <a:pt x="9" y="13"/>
                    <a:pt x="2" y="15"/>
                    <a:pt x="1" y="14"/>
                  </a:cubicBezTo>
                  <a:cubicBezTo>
                    <a:pt x="0" y="13"/>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5" name="Freeform 1378">
              <a:extLst>
                <a:ext uri="{FF2B5EF4-FFF2-40B4-BE49-F238E27FC236}">
                  <a16:creationId xmlns:a16="http://schemas.microsoft.com/office/drawing/2014/main" id="{19DF156B-667E-0E98-3C7E-C2F260B19558}"/>
                </a:ext>
              </a:extLst>
            </p:cNvPr>
            <p:cNvSpPr>
              <a:spLocks/>
            </p:cNvSpPr>
            <p:nvPr/>
          </p:nvSpPr>
          <p:spPr bwMode="auto">
            <a:xfrm rot="5094805">
              <a:off x="1457886" y="4547743"/>
              <a:ext cx="63979" cy="38845"/>
            </a:xfrm>
            <a:custGeom>
              <a:avLst/>
              <a:gdLst>
                <a:gd name="T0" fmla="*/ 26 w 26"/>
                <a:gd name="T1" fmla="*/ 2 h 16"/>
                <a:gd name="T2" fmla="*/ 14 w 26"/>
                <a:gd name="T3" fmla="*/ 10 h 16"/>
                <a:gd name="T4" fmla="*/ 0 w 26"/>
                <a:gd name="T5" fmla="*/ 14 h 16"/>
                <a:gd name="T6" fmla="*/ 12 w 26"/>
                <a:gd name="T7" fmla="*/ 6 h 16"/>
                <a:gd name="T8" fmla="*/ 26 w 26"/>
                <a:gd name="T9" fmla="*/ 2 h 16"/>
              </a:gdLst>
              <a:ahLst/>
              <a:cxnLst>
                <a:cxn ang="0">
                  <a:pos x="T0" y="T1"/>
                </a:cxn>
                <a:cxn ang="0">
                  <a:pos x="T2" y="T3"/>
                </a:cxn>
                <a:cxn ang="0">
                  <a:pos x="T4" y="T5"/>
                </a:cxn>
                <a:cxn ang="0">
                  <a:pos x="T6" y="T7"/>
                </a:cxn>
                <a:cxn ang="0">
                  <a:pos x="T8" y="T9"/>
                </a:cxn>
              </a:cxnLst>
              <a:rect l="0" t="0" r="r" b="b"/>
              <a:pathLst>
                <a:path w="26" h="16">
                  <a:moveTo>
                    <a:pt x="26" y="2"/>
                  </a:moveTo>
                  <a:cubicBezTo>
                    <a:pt x="26" y="3"/>
                    <a:pt x="21" y="7"/>
                    <a:pt x="14" y="10"/>
                  </a:cubicBezTo>
                  <a:cubicBezTo>
                    <a:pt x="7" y="14"/>
                    <a:pt x="0" y="16"/>
                    <a:pt x="0" y="14"/>
                  </a:cubicBezTo>
                  <a:cubicBezTo>
                    <a:pt x="0" y="13"/>
                    <a:pt x="5" y="9"/>
                    <a:pt x="12" y="6"/>
                  </a:cubicBezTo>
                  <a:cubicBezTo>
                    <a:pt x="19" y="2"/>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6" name="Freeform 1379">
              <a:extLst>
                <a:ext uri="{FF2B5EF4-FFF2-40B4-BE49-F238E27FC236}">
                  <a16:creationId xmlns:a16="http://schemas.microsoft.com/office/drawing/2014/main" id="{C97CD2CB-305A-F868-510C-DA200B3B0F06}"/>
                </a:ext>
              </a:extLst>
            </p:cNvPr>
            <p:cNvSpPr>
              <a:spLocks/>
            </p:cNvSpPr>
            <p:nvPr/>
          </p:nvSpPr>
          <p:spPr bwMode="auto">
            <a:xfrm rot="5094805">
              <a:off x="1569154" y="4729384"/>
              <a:ext cx="63979" cy="36560"/>
            </a:xfrm>
            <a:custGeom>
              <a:avLst/>
              <a:gdLst>
                <a:gd name="T0" fmla="*/ 13 w 26"/>
                <a:gd name="T1" fmla="*/ 6 h 15"/>
                <a:gd name="T2" fmla="*/ 26 w 26"/>
                <a:gd name="T3" fmla="*/ 2 h 15"/>
                <a:gd name="T4" fmla="*/ 13 w 26"/>
                <a:gd name="T5" fmla="*/ 10 h 15"/>
                <a:gd name="T6" fmla="*/ 0 w 26"/>
                <a:gd name="T7" fmla="*/ 14 h 15"/>
                <a:gd name="T8" fmla="*/ 13 w 26"/>
                <a:gd name="T9" fmla="*/ 6 h 15"/>
              </a:gdLst>
              <a:ahLst/>
              <a:cxnLst>
                <a:cxn ang="0">
                  <a:pos x="T0" y="T1"/>
                </a:cxn>
                <a:cxn ang="0">
                  <a:pos x="T2" y="T3"/>
                </a:cxn>
                <a:cxn ang="0">
                  <a:pos x="T4" y="T5"/>
                </a:cxn>
                <a:cxn ang="0">
                  <a:pos x="T6" y="T7"/>
                </a:cxn>
                <a:cxn ang="0">
                  <a:pos x="T8" y="T9"/>
                </a:cxn>
              </a:cxnLst>
              <a:rect l="0" t="0" r="r" b="b"/>
              <a:pathLst>
                <a:path w="26" h="15">
                  <a:moveTo>
                    <a:pt x="13" y="6"/>
                  </a:moveTo>
                  <a:cubicBezTo>
                    <a:pt x="20" y="2"/>
                    <a:pt x="26" y="0"/>
                    <a:pt x="26" y="2"/>
                  </a:cubicBezTo>
                  <a:cubicBezTo>
                    <a:pt x="26" y="3"/>
                    <a:pt x="20" y="6"/>
                    <a:pt x="13" y="10"/>
                  </a:cubicBezTo>
                  <a:cubicBezTo>
                    <a:pt x="7" y="13"/>
                    <a:pt x="0" y="15"/>
                    <a:pt x="0" y="14"/>
                  </a:cubicBezTo>
                  <a:cubicBezTo>
                    <a:pt x="0" y="13"/>
                    <a:pt x="6" y="9"/>
                    <a:pt x="1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7" name="Freeform 1380">
              <a:extLst>
                <a:ext uri="{FF2B5EF4-FFF2-40B4-BE49-F238E27FC236}">
                  <a16:creationId xmlns:a16="http://schemas.microsoft.com/office/drawing/2014/main" id="{D12F7F96-A241-B8B6-994C-7D8ABA810E20}"/>
                </a:ext>
              </a:extLst>
            </p:cNvPr>
            <p:cNvSpPr>
              <a:spLocks/>
            </p:cNvSpPr>
            <p:nvPr/>
          </p:nvSpPr>
          <p:spPr bwMode="auto">
            <a:xfrm rot="5094805">
              <a:off x="424180" y="2335292"/>
              <a:ext cx="66264" cy="25135"/>
            </a:xfrm>
            <a:custGeom>
              <a:avLst/>
              <a:gdLst>
                <a:gd name="T0" fmla="*/ 27 w 27"/>
                <a:gd name="T1" fmla="*/ 4 h 10"/>
                <a:gd name="T2" fmla="*/ 15 w 27"/>
                <a:gd name="T3" fmla="*/ 10 h 10"/>
                <a:gd name="T4" fmla="*/ 1 w 27"/>
                <a:gd name="T5" fmla="*/ 6 h 10"/>
                <a:gd name="T6" fmla="*/ 13 w 27"/>
                <a:gd name="T7" fmla="*/ 1 h 10"/>
                <a:gd name="T8" fmla="*/ 27 w 27"/>
                <a:gd name="T9" fmla="*/ 4 h 10"/>
              </a:gdLst>
              <a:ahLst/>
              <a:cxnLst>
                <a:cxn ang="0">
                  <a:pos x="T0" y="T1"/>
                </a:cxn>
                <a:cxn ang="0">
                  <a:pos x="T2" y="T3"/>
                </a:cxn>
                <a:cxn ang="0">
                  <a:pos x="T4" y="T5"/>
                </a:cxn>
                <a:cxn ang="0">
                  <a:pos x="T6" y="T7"/>
                </a:cxn>
                <a:cxn ang="0">
                  <a:pos x="T8" y="T9"/>
                </a:cxn>
              </a:cxnLst>
              <a:rect l="0" t="0" r="r" b="b"/>
              <a:pathLst>
                <a:path w="27" h="10">
                  <a:moveTo>
                    <a:pt x="27" y="4"/>
                  </a:moveTo>
                  <a:cubicBezTo>
                    <a:pt x="27" y="7"/>
                    <a:pt x="22" y="9"/>
                    <a:pt x="15" y="10"/>
                  </a:cubicBezTo>
                  <a:cubicBezTo>
                    <a:pt x="8" y="10"/>
                    <a:pt x="1" y="9"/>
                    <a:pt x="1" y="6"/>
                  </a:cubicBezTo>
                  <a:cubicBezTo>
                    <a:pt x="0" y="3"/>
                    <a:pt x="6" y="1"/>
                    <a:pt x="13" y="1"/>
                  </a:cubicBezTo>
                  <a:cubicBezTo>
                    <a:pt x="20" y="0"/>
                    <a:pt x="26" y="2"/>
                    <a:pt x="2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8" name="Freeform 1381">
              <a:extLst>
                <a:ext uri="{FF2B5EF4-FFF2-40B4-BE49-F238E27FC236}">
                  <a16:creationId xmlns:a16="http://schemas.microsoft.com/office/drawing/2014/main" id="{6382BC58-C854-C2D8-1AEE-0E19BE5E33A4}"/>
                </a:ext>
              </a:extLst>
            </p:cNvPr>
            <p:cNvSpPr>
              <a:spLocks/>
            </p:cNvSpPr>
            <p:nvPr/>
          </p:nvSpPr>
          <p:spPr bwMode="auto">
            <a:xfrm rot="5094805">
              <a:off x="390922" y="2140870"/>
              <a:ext cx="68549" cy="27420"/>
            </a:xfrm>
            <a:custGeom>
              <a:avLst/>
              <a:gdLst>
                <a:gd name="T0" fmla="*/ 27 w 27"/>
                <a:gd name="T1" fmla="*/ 5 h 11"/>
                <a:gd name="T2" fmla="*/ 15 w 27"/>
                <a:gd name="T3" fmla="*/ 10 h 11"/>
                <a:gd name="T4" fmla="*/ 1 w 27"/>
                <a:gd name="T5" fmla="*/ 5 h 11"/>
                <a:gd name="T6" fmla="*/ 13 w 27"/>
                <a:gd name="T7" fmla="*/ 0 h 11"/>
                <a:gd name="T8" fmla="*/ 27 w 27"/>
                <a:gd name="T9" fmla="*/ 5 h 11"/>
              </a:gdLst>
              <a:ahLst/>
              <a:cxnLst>
                <a:cxn ang="0">
                  <a:pos x="T0" y="T1"/>
                </a:cxn>
                <a:cxn ang="0">
                  <a:pos x="T2" y="T3"/>
                </a:cxn>
                <a:cxn ang="0">
                  <a:pos x="T4" y="T5"/>
                </a:cxn>
                <a:cxn ang="0">
                  <a:pos x="T6" y="T7"/>
                </a:cxn>
                <a:cxn ang="0">
                  <a:pos x="T8" y="T9"/>
                </a:cxn>
              </a:cxnLst>
              <a:rect l="0" t="0" r="r" b="b"/>
              <a:pathLst>
                <a:path w="27" h="11">
                  <a:moveTo>
                    <a:pt x="27" y="5"/>
                  </a:moveTo>
                  <a:cubicBezTo>
                    <a:pt x="27" y="7"/>
                    <a:pt x="22" y="10"/>
                    <a:pt x="15" y="10"/>
                  </a:cubicBezTo>
                  <a:cubicBezTo>
                    <a:pt x="8" y="11"/>
                    <a:pt x="1" y="8"/>
                    <a:pt x="1" y="5"/>
                  </a:cubicBezTo>
                  <a:cubicBezTo>
                    <a:pt x="0" y="3"/>
                    <a:pt x="6" y="0"/>
                    <a:pt x="13" y="0"/>
                  </a:cubicBezTo>
                  <a:cubicBezTo>
                    <a:pt x="20" y="0"/>
                    <a:pt x="26" y="2"/>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9" name="Freeform 1382">
              <a:extLst>
                <a:ext uri="{FF2B5EF4-FFF2-40B4-BE49-F238E27FC236}">
                  <a16:creationId xmlns:a16="http://schemas.microsoft.com/office/drawing/2014/main" id="{89FCE22E-0859-B784-F30C-90D970700CF5}"/>
                </a:ext>
              </a:extLst>
            </p:cNvPr>
            <p:cNvSpPr>
              <a:spLocks/>
            </p:cNvSpPr>
            <p:nvPr/>
          </p:nvSpPr>
          <p:spPr bwMode="auto">
            <a:xfrm rot="5094805">
              <a:off x="368012" y="1946776"/>
              <a:ext cx="68549" cy="29705"/>
            </a:xfrm>
            <a:custGeom>
              <a:avLst/>
              <a:gdLst>
                <a:gd name="T0" fmla="*/ 27 w 28"/>
                <a:gd name="T1" fmla="*/ 6 h 12"/>
                <a:gd name="T2" fmla="*/ 16 w 28"/>
                <a:gd name="T3" fmla="*/ 12 h 12"/>
                <a:gd name="T4" fmla="*/ 1 w 28"/>
                <a:gd name="T5" fmla="*/ 7 h 12"/>
                <a:gd name="T6" fmla="*/ 13 w 28"/>
                <a:gd name="T7" fmla="*/ 1 h 12"/>
                <a:gd name="T8" fmla="*/ 27 w 28"/>
                <a:gd name="T9" fmla="*/ 6 h 12"/>
              </a:gdLst>
              <a:ahLst/>
              <a:cxnLst>
                <a:cxn ang="0">
                  <a:pos x="T0" y="T1"/>
                </a:cxn>
                <a:cxn ang="0">
                  <a:pos x="T2" y="T3"/>
                </a:cxn>
                <a:cxn ang="0">
                  <a:pos x="T4" y="T5"/>
                </a:cxn>
                <a:cxn ang="0">
                  <a:pos x="T6" y="T7"/>
                </a:cxn>
                <a:cxn ang="0">
                  <a:pos x="T8" y="T9"/>
                </a:cxn>
              </a:cxnLst>
              <a:rect l="0" t="0" r="r" b="b"/>
              <a:pathLst>
                <a:path w="28" h="12">
                  <a:moveTo>
                    <a:pt x="27" y="6"/>
                  </a:moveTo>
                  <a:cubicBezTo>
                    <a:pt x="28" y="9"/>
                    <a:pt x="23" y="12"/>
                    <a:pt x="16" y="12"/>
                  </a:cubicBezTo>
                  <a:cubicBezTo>
                    <a:pt x="9" y="12"/>
                    <a:pt x="2" y="10"/>
                    <a:pt x="1" y="7"/>
                  </a:cubicBezTo>
                  <a:cubicBezTo>
                    <a:pt x="0" y="3"/>
                    <a:pt x="6" y="1"/>
                    <a:pt x="13" y="1"/>
                  </a:cubicBezTo>
                  <a:cubicBezTo>
                    <a:pt x="20" y="0"/>
                    <a:pt x="26" y="3"/>
                    <a:pt x="2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0" name="Freeform 1383">
              <a:extLst>
                <a:ext uri="{FF2B5EF4-FFF2-40B4-BE49-F238E27FC236}">
                  <a16:creationId xmlns:a16="http://schemas.microsoft.com/office/drawing/2014/main" id="{201F338F-568F-6C57-E6AD-9AF88831CD79}"/>
                </a:ext>
              </a:extLst>
            </p:cNvPr>
            <p:cNvSpPr>
              <a:spLocks/>
            </p:cNvSpPr>
            <p:nvPr/>
          </p:nvSpPr>
          <p:spPr bwMode="auto">
            <a:xfrm rot="5094805">
              <a:off x="345102" y="1752682"/>
              <a:ext cx="68549" cy="31990"/>
            </a:xfrm>
            <a:custGeom>
              <a:avLst/>
              <a:gdLst>
                <a:gd name="T0" fmla="*/ 12 w 28"/>
                <a:gd name="T1" fmla="*/ 0 h 13"/>
                <a:gd name="T2" fmla="*/ 27 w 28"/>
                <a:gd name="T3" fmla="*/ 6 h 13"/>
                <a:gd name="T4" fmla="*/ 16 w 28"/>
                <a:gd name="T5" fmla="*/ 13 h 13"/>
                <a:gd name="T6" fmla="*/ 1 w 28"/>
                <a:gd name="T7" fmla="*/ 7 h 13"/>
                <a:gd name="T8" fmla="*/ 12 w 28"/>
                <a:gd name="T9" fmla="*/ 0 h 13"/>
              </a:gdLst>
              <a:ahLst/>
              <a:cxnLst>
                <a:cxn ang="0">
                  <a:pos x="T0" y="T1"/>
                </a:cxn>
                <a:cxn ang="0">
                  <a:pos x="T2" y="T3"/>
                </a:cxn>
                <a:cxn ang="0">
                  <a:pos x="T4" y="T5"/>
                </a:cxn>
                <a:cxn ang="0">
                  <a:pos x="T6" y="T7"/>
                </a:cxn>
                <a:cxn ang="0">
                  <a:pos x="T8" y="T9"/>
                </a:cxn>
              </a:cxnLst>
              <a:rect l="0" t="0" r="r" b="b"/>
              <a:pathLst>
                <a:path w="28" h="13">
                  <a:moveTo>
                    <a:pt x="12" y="0"/>
                  </a:moveTo>
                  <a:cubicBezTo>
                    <a:pt x="20" y="0"/>
                    <a:pt x="26" y="2"/>
                    <a:pt x="27" y="6"/>
                  </a:cubicBezTo>
                  <a:cubicBezTo>
                    <a:pt x="28" y="9"/>
                    <a:pt x="23" y="12"/>
                    <a:pt x="16" y="13"/>
                  </a:cubicBezTo>
                  <a:cubicBezTo>
                    <a:pt x="9" y="13"/>
                    <a:pt x="2" y="11"/>
                    <a:pt x="1" y="7"/>
                  </a:cubicBezTo>
                  <a:cubicBezTo>
                    <a:pt x="0" y="3"/>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1" name="Freeform 1384">
              <a:extLst>
                <a:ext uri="{FF2B5EF4-FFF2-40B4-BE49-F238E27FC236}">
                  <a16:creationId xmlns:a16="http://schemas.microsoft.com/office/drawing/2014/main" id="{0EE55D4E-0908-8080-10AB-AE6D34C27A9C}"/>
                </a:ext>
              </a:extLst>
            </p:cNvPr>
            <p:cNvSpPr>
              <a:spLocks/>
            </p:cNvSpPr>
            <p:nvPr/>
          </p:nvSpPr>
          <p:spPr bwMode="auto">
            <a:xfrm rot="5094805">
              <a:off x="324574" y="1558482"/>
              <a:ext cx="66264" cy="36560"/>
            </a:xfrm>
            <a:custGeom>
              <a:avLst/>
              <a:gdLst>
                <a:gd name="T0" fmla="*/ 14 w 27"/>
                <a:gd name="T1" fmla="*/ 15 h 15"/>
                <a:gd name="T2" fmla="*/ 0 w 27"/>
                <a:gd name="T3" fmla="*/ 7 h 15"/>
                <a:gd name="T4" fmla="*/ 12 w 27"/>
                <a:gd name="T5" fmla="*/ 0 h 15"/>
                <a:gd name="T6" fmla="*/ 26 w 27"/>
                <a:gd name="T7" fmla="*/ 7 h 15"/>
                <a:gd name="T8" fmla="*/ 14 w 27"/>
                <a:gd name="T9" fmla="*/ 15 h 15"/>
              </a:gdLst>
              <a:ahLst/>
              <a:cxnLst>
                <a:cxn ang="0">
                  <a:pos x="T0" y="T1"/>
                </a:cxn>
                <a:cxn ang="0">
                  <a:pos x="T2" y="T3"/>
                </a:cxn>
                <a:cxn ang="0">
                  <a:pos x="T4" y="T5"/>
                </a:cxn>
                <a:cxn ang="0">
                  <a:pos x="T6" y="T7"/>
                </a:cxn>
                <a:cxn ang="0">
                  <a:pos x="T8" y="T9"/>
                </a:cxn>
              </a:cxnLst>
              <a:rect l="0" t="0" r="r" b="b"/>
              <a:pathLst>
                <a:path w="27" h="15">
                  <a:moveTo>
                    <a:pt x="14" y="15"/>
                  </a:moveTo>
                  <a:cubicBezTo>
                    <a:pt x="7" y="15"/>
                    <a:pt x="0" y="11"/>
                    <a:pt x="0" y="7"/>
                  </a:cubicBezTo>
                  <a:cubicBezTo>
                    <a:pt x="0" y="3"/>
                    <a:pt x="5" y="0"/>
                    <a:pt x="12" y="0"/>
                  </a:cubicBezTo>
                  <a:cubicBezTo>
                    <a:pt x="20" y="0"/>
                    <a:pt x="26" y="3"/>
                    <a:pt x="26" y="7"/>
                  </a:cubicBezTo>
                  <a:cubicBezTo>
                    <a:pt x="27" y="11"/>
                    <a:pt x="21" y="15"/>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2" name="Freeform 1385">
              <a:extLst>
                <a:ext uri="{FF2B5EF4-FFF2-40B4-BE49-F238E27FC236}">
                  <a16:creationId xmlns:a16="http://schemas.microsoft.com/office/drawing/2014/main" id="{8B26498E-1089-2388-772C-430C76400FE2}"/>
                </a:ext>
              </a:extLst>
            </p:cNvPr>
            <p:cNvSpPr>
              <a:spLocks/>
            </p:cNvSpPr>
            <p:nvPr/>
          </p:nvSpPr>
          <p:spPr bwMode="auto">
            <a:xfrm rot="5094805">
              <a:off x="300218" y="1360974"/>
              <a:ext cx="68549" cy="38845"/>
            </a:xfrm>
            <a:custGeom>
              <a:avLst/>
              <a:gdLst>
                <a:gd name="T0" fmla="*/ 27 w 28"/>
                <a:gd name="T1" fmla="*/ 7 h 16"/>
                <a:gd name="T2" fmla="*/ 16 w 28"/>
                <a:gd name="T3" fmla="*/ 16 h 16"/>
                <a:gd name="T4" fmla="*/ 1 w 28"/>
                <a:gd name="T5" fmla="*/ 8 h 16"/>
                <a:gd name="T6" fmla="*/ 13 w 28"/>
                <a:gd name="T7" fmla="*/ 0 h 16"/>
                <a:gd name="T8" fmla="*/ 27 w 28"/>
                <a:gd name="T9" fmla="*/ 7 h 16"/>
              </a:gdLst>
              <a:ahLst/>
              <a:cxnLst>
                <a:cxn ang="0">
                  <a:pos x="T0" y="T1"/>
                </a:cxn>
                <a:cxn ang="0">
                  <a:pos x="T2" y="T3"/>
                </a:cxn>
                <a:cxn ang="0">
                  <a:pos x="T4" y="T5"/>
                </a:cxn>
                <a:cxn ang="0">
                  <a:pos x="T6" y="T7"/>
                </a:cxn>
                <a:cxn ang="0">
                  <a:pos x="T8" y="T9"/>
                </a:cxn>
              </a:cxnLst>
              <a:rect l="0" t="0" r="r" b="b"/>
              <a:pathLst>
                <a:path w="28" h="16">
                  <a:moveTo>
                    <a:pt x="27" y="7"/>
                  </a:moveTo>
                  <a:cubicBezTo>
                    <a:pt x="28" y="12"/>
                    <a:pt x="23" y="16"/>
                    <a:pt x="16" y="16"/>
                  </a:cubicBezTo>
                  <a:cubicBezTo>
                    <a:pt x="9" y="16"/>
                    <a:pt x="2" y="13"/>
                    <a:pt x="1" y="8"/>
                  </a:cubicBezTo>
                  <a:cubicBezTo>
                    <a:pt x="0" y="4"/>
                    <a:pt x="5" y="0"/>
                    <a:pt x="13" y="0"/>
                  </a:cubicBezTo>
                  <a:cubicBezTo>
                    <a:pt x="20" y="0"/>
                    <a:pt x="26" y="3"/>
                    <a:pt x="2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3" name="Freeform 1386">
              <a:extLst>
                <a:ext uri="{FF2B5EF4-FFF2-40B4-BE49-F238E27FC236}">
                  <a16:creationId xmlns:a16="http://schemas.microsoft.com/office/drawing/2014/main" id="{6CA720A4-63B3-A1E6-DCBF-7CBB4B8533B8}"/>
                </a:ext>
              </a:extLst>
            </p:cNvPr>
            <p:cNvSpPr>
              <a:spLocks/>
            </p:cNvSpPr>
            <p:nvPr/>
          </p:nvSpPr>
          <p:spPr bwMode="auto">
            <a:xfrm rot="5094805">
              <a:off x="275138" y="1164894"/>
              <a:ext cx="66264" cy="47985"/>
            </a:xfrm>
            <a:custGeom>
              <a:avLst/>
              <a:gdLst>
                <a:gd name="T0" fmla="*/ 26 w 27"/>
                <a:gd name="T1" fmla="*/ 9 h 19"/>
                <a:gd name="T2" fmla="*/ 15 w 27"/>
                <a:gd name="T3" fmla="*/ 18 h 19"/>
                <a:gd name="T4" fmla="*/ 0 w 27"/>
                <a:gd name="T5" fmla="*/ 10 h 19"/>
                <a:gd name="T6" fmla="*/ 12 w 27"/>
                <a:gd name="T7" fmla="*/ 1 h 19"/>
                <a:gd name="T8" fmla="*/ 26 w 27"/>
                <a:gd name="T9" fmla="*/ 9 h 19"/>
              </a:gdLst>
              <a:ahLst/>
              <a:cxnLst>
                <a:cxn ang="0">
                  <a:pos x="T0" y="T1"/>
                </a:cxn>
                <a:cxn ang="0">
                  <a:pos x="T2" y="T3"/>
                </a:cxn>
                <a:cxn ang="0">
                  <a:pos x="T4" y="T5"/>
                </a:cxn>
                <a:cxn ang="0">
                  <a:pos x="T6" y="T7"/>
                </a:cxn>
                <a:cxn ang="0">
                  <a:pos x="T8" y="T9"/>
                </a:cxn>
              </a:cxnLst>
              <a:rect l="0" t="0" r="r" b="b"/>
              <a:pathLst>
                <a:path w="27" h="19">
                  <a:moveTo>
                    <a:pt x="26" y="9"/>
                  </a:moveTo>
                  <a:cubicBezTo>
                    <a:pt x="27" y="14"/>
                    <a:pt x="22" y="18"/>
                    <a:pt x="15" y="18"/>
                  </a:cubicBezTo>
                  <a:cubicBezTo>
                    <a:pt x="8" y="19"/>
                    <a:pt x="1" y="15"/>
                    <a:pt x="0" y="10"/>
                  </a:cubicBezTo>
                  <a:cubicBezTo>
                    <a:pt x="0" y="5"/>
                    <a:pt x="5" y="1"/>
                    <a:pt x="12" y="1"/>
                  </a:cubicBezTo>
                  <a:cubicBezTo>
                    <a:pt x="20" y="0"/>
                    <a:pt x="26" y="4"/>
                    <a:pt x="2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4" name="Freeform 1387">
              <a:extLst>
                <a:ext uri="{FF2B5EF4-FFF2-40B4-BE49-F238E27FC236}">
                  <a16:creationId xmlns:a16="http://schemas.microsoft.com/office/drawing/2014/main" id="{64B5B598-EDDC-660D-3A3E-E0AF47B36C4B}"/>
                </a:ext>
              </a:extLst>
            </p:cNvPr>
            <p:cNvSpPr>
              <a:spLocks/>
            </p:cNvSpPr>
            <p:nvPr/>
          </p:nvSpPr>
          <p:spPr bwMode="auto">
            <a:xfrm rot="5094805">
              <a:off x="244156" y="972555"/>
              <a:ext cx="68549" cy="45700"/>
            </a:xfrm>
            <a:custGeom>
              <a:avLst/>
              <a:gdLst>
                <a:gd name="T0" fmla="*/ 27 w 27"/>
                <a:gd name="T1" fmla="*/ 9 h 19"/>
                <a:gd name="T2" fmla="*/ 15 w 27"/>
                <a:gd name="T3" fmla="*/ 19 h 19"/>
                <a:gd name="T4" fmla="*/ 1 w 27"/>
                <a:gd name="T5" fmla="*/ 10 h 19"/>
                <a:gd name="T6" fmla="*/ 13 w 27"/>
                <a:gd name="T7" fmla="*/ 0 h 19"/>
                <a:gd name="T8" fmla="*/ 27 w 27"/>
                <a:gd name="T9" fmla="*/ 9 h 19"/>
              </a:gdLst>
              <a:ahLst/>
              <a:cxnLst>
                <a:cxn ang="0">
                  <a:pos x="T0" y="T1"/>
                </a:cxn>
                <a:cxn ang="0">
                  <a:pos x="T2" y="T3"/>
                </a:cxn>
                <a:cxn ang="0">
                  <a:pos x="T4" y="T5"/>
                </a:cxn>
                <a:cxn ang="0">
                  <a:pos x="T6" y="T7"/>
                </a:cxn>
                <a:cxn ang="0">
                  <a:pos x="T8" y="T9"/>
                </a:cxn>
              </a:cxnLst>
              <a:rect l="0" t="0" r="r" b="b"/>
              <a:pathLst>
                <a:path w="27" h="19">
                  <a:moveTo>
                    <a:pt x="27" y="9"/>
                  </a:moveTo>
                  <a:cubicBezTo>
                    <a:pt x="27" y="14"/>
                    <a:pt x="22" y="19"/>
                    <a:pt x="15" y="19"/>
                  </a:cubicBezTo>
                  <a:cubicBezTo>
                    <a:pt x="8" y="19"/>
                    <a:pt x="1" y="15"/>
                    <a:pt x="1" y="10"/>
                  </a:cubicBezTo>
                  <a:cubicBezTo>
                    <a:pt x="0" y="5"/>
                    <a:pt x="5" y="0"/>
                    <a:pt x="13" y="0"/>
                  </a:cubicBezTo>
                  <a:cubicBezTo>
                    <a:pt x="20" y="0"/>
                    <a:pt x="26" y="3"/>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5" name="Freeform 1388">
              <a:extLst>
                <a:ext uri="{FF2B5EF4-FFF2-40B4-BE49-F238E27FC236}">
                  <a16:creationId xmlns:a16="http://schemas.microsoft.com/office/drawing/2014/main" id="{F79C1A99-A9B9-9BCB-8022-343DC78E73DE}"/>
                </a:ext>
              </a:extLst>
            </p:cNvPr>
            <p:cNvSpPr>
              <a:spLocks/>
            </p:cNvSpPr>
            <p:nvPr/>
          </p:nvSpPr>
          <p:spPr bwMode="auto">
            <a:xfrm rot="5094805">
              <a:off x="209866" y="777189"/>
              <a:ext cx="68549" cy="52554"/>
            </a:xfrm>
            <a:custGeom>
              <a:avLst/>
              <a:gdLst>
                <a:gd name="T0" fmla="*/ 27 w 28"/>
                <a:gd name="T1" fmla="*/ 9 h 21"/>
                <a:gd name="T2" fmla="*/ 15 w 28"/>
                <a:gd name="T3" fmla="*/ 20 h 21"/>
                <a:gd name="T4" fmla="*/ 1 w 28"/>
                <a:gd name="T5" fmla="*/ 11 h 21"/>
                <a:gd name="T6" fmla="*/ 13 w 28"/>
                <a:gd name="T7" fmla="*/ 0 h 21"/>
                <a:gd name="T8" fmla="*/ 27 w 28"/>
                <a:gd name="T9" fmla="*/ 9 h 21"/>
              </a:gdLst>
              <a:ahLst/>
              <a:cxnLst>
                <a:cxn ang="0">
                  <a:pos x="T0" y="T1"/>
                </a:cxn>
                <a:cxn ang="0">
                  <a:pos x="T2" y="T3"/>
                </a:cxn>
                <a:cxn ang="0">
                  <a:pos x="T4" y="T5"/>
                </a:cxn>
                <a:cxn ang="0">
                  <a:pos x="T6" y="T7"/>
                </a:cxn>
                <a:cxn ang="0">
                  <a:pos x="T8" y="T9"/>
                </a:cxn>
              </a:cxnLst>
              <a:rect l="0" t="0" r="r" b="b"/>
              <a:pathLst>
                <a:path w="28" h="21">
                  <a:moveTo>
                    <a:pt x="27" y="9"/>
                  </a:moveTo>
                  <a:cubicBezTo>
                    <a:pt x="28" y="15"/>
                    <a:pt x="22" y="20"/>
                    <a:pt x="15" y="20"/>
                  </a:cubicBezTo>
                  <a:cubicBezTo>
                    <a:pt x="8" y="21"/>
                    <a:pt x="1" y="17"/>
                    <a:pt x="1" y="11"/>
                  </a:cubicBezTo>
                  <a:cubicBezTo>
                    <a:pt x="0" y="6"/>
                    <a:pt x="6" y="1"/>
                    <a:pt x="13" y="0"/>
                  </a:cubicBezTo>
                  <a:cubicBezTo>
                    <a:pt x="20" y="0"/>
                    <a:pt x="26" y="3"/>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6" name="Freeform 1389">
              <a:extLst>
                <a:ext uri="{FF2B5EF4-FFF2-40B4-BE49-F238E27FC236}">
                  <a16:creationId xmlns:a16="http://schemas.microsoft.com/office/drawing/2014/main" id="{23A1D8D3-0EDD-8FEB-1C22-4F7CB8A67894}"/>
                </a:ext>
              </a:extLst>
            </p:cNvPr>
            <p:cNvSpPr>
              <a:spLocks/>
            </p:cNvSpPr>
            <p:nvPr/>
          </p:nvSpPr>
          <p:spPr bwMode="auto">
            <a:xfrm rot="5094805">
              <a:off x="171024" y="584513"/>
              <a:ext cx="68549" cy="54839"/>
            </a:xfrm>
            <a:custGeom>
              <a:avLst/>
              <a:gdLst>
                <a:gd name="T0" fmla="*/ 16 w 28"/>
                <a:gd name="T1" fmla="*/ 21 h 22"/>
                <a:gd name="T2" fmla="*/ 1 w 28"/>
                <a:gd name="T3" fmla="*/ 13 h 22"/>
                <a:gd name="T4" fmla="*/ 12 w 28"/>
                <a:gd name="T5" fmla="*/ 1 h 22"/>
                <a:gd name="T6" fmla="*/ 27 w 28"/>
                <a:gd name="T7" fmla="*/ 9 h 22"/>
                <a:gd name="T8" fmla="*/ 16 w 28"/>
                <a:gd name="T9" fmla="*/ 21 h 22"/>
              </a:gdLst>
              <a:ahLst/>
              <a:cxnLst>
                <a:cxn ang="0">
                  <a:pos x="T0" y="T1"/>
                </a:cxn>
                <a:cxn ang="0">
                  <a:pos x="T2" y="T3"/>
                </a:cxn>
                <a:cxn ang="0">
                  <a:pos x="T4" y="T5"/>
                </a:cxn>
                <a:cxn ang="0">
                  <a:pos x="T6" y="T7"/>
                </a:cxn>
                <a:cxn ang="0">
                  <a:pos x="T8" y="T9"/>
                </a:cxn>
              </a:cxnLst>
              <a:rect l="0" t="0" r="r" b="b"/>
              <a:pathLst>
                <a:path w="28" h="22">
                  <a:moveTo>
                    <a:pt x="16" y="21"/>
                  </a:moveTo>
                  <a:cubicBezTo>
                    <a:pt x="9" y="22"/>
                    <a:pt x="2" y="18"/>
                    <a:pt x="1" y="13"/>
                  </a:cubicBezTo>
                  <a:cubicBezTo>
                    <a:pt x="0" y="7"/>
                    <a:pt x="5" y="2"/>
                    <a:pt x="12" y="1"/>
                  </a:cubicBezTo>
                  <a:cubicBezTo>
                    <a:pt x="20" y="0"/>
                    <a:pt x="26" y="3"/>
                    <a:pt x="27" y="9"/>
                  </a:cubicBezTo>
                  <a:cubicBezTo>
                    <a:pt x="28" y="15"/>
                    <a:pt x="23" y="20"/>
                    <a:pt x="1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7" name="Freeform 1390">
              <a:extLst>
                <a:ext uri="{FF2B5EF4-FFF2-40B4-BE49-F238E27FC236}">
                  <a16:creationId xmlns:a16="http://schemas.microsoft.com/office/drawing/2014/main" id="{B922988F-E046-FDEE-FE8A-29B2EE6FD000}"/>
                </a:ext>
              </a:extLst>
            </p:cNvPr>
            <p:cNvSpPr>
              <a:spLocks/>
            </p:cNvSpPr>
            <p:nvPr/>
          </p:nvSpPr>
          <p:spPr bwMode="auto">
            <a:xfrm rot="5094805">
              <a:off x="125451" y="392339"/>
              <a:ext cx="70834" cy="59409"/>
            </a:xfrm>
            <a:custGeom>
              <a:avLst/>
              <a:gdLst>
                <a:gd name="T0" fmla="*/ 27 w 28"/>
                <a:gd name="T1" fmla="*/ 10 h 24"/>
                <a:gd name="T2" fmla="*/ 16 w 28"/>
                <a:gd name="T3" fmla="*/ 22 h 24"/>
                <a:gd name="T4" fmla="*/ 1 w 28"/>
                <a:gd name="T5" fmla="*/ 14 h 24"/>
                <a:gd name="T6" fmla="*/ 12 w 28"/>
                <a:gd name="T7" fmla="*/ 2 h 24"/>
                <a:gd name="T8" fmla="*/ 27 w 28"/>
                <a:gd name="T9" fmla="*/ 10 h 24"/>
              </a:gdLst>
              <a:ahLst/>
              <a:cxnLst>
                <a:cxn ang="0">
                  <a:pos x="T0" y="T1"/>
                </a:cxn>
                <a:cxn ang="0">
                  <a:pos x="T2" y="T3"/>
                </a:cxn>
                <a:cxn ang="0">
                  <a:pos x="T4" y="T5"/>
                </a:cxn>
                <a:cxn ang="0">
                  <a:pos x="T6" y="T7"/>
                </a:cxn>
                <a:cxn ang="0">
                  <a:pos x="T8" y="T9"/>
                </a:cxn>
              </a:cxnLst>
              <a:rect l="0" t="0" r="r" b="b"/>
              <a:pathLst>
                <a:path w="28" h="24">
                  <a:moveTo>
                    <a:pt x="27" y="10"/>
                  </a:moveTo>
                  <a:cubicBezTo>
                    <a:pt x="28" y="15"/>
                    <a:pt x="23" y="21"/>
                    <a:pt x="16" y="22"/>
                  </a:cubicBezTo>
                  <a:cubicBezTo>
                    <a:pt x="9" y="24"/>
                    <a:pt x="2" y="20"/>
                    <a:pt x="1" y="14"/>
                  </a:cubicBezTo>
                  <a:cubicBezTo>
                    <a:pt x="0" y="9"/>
                    <a:pt x="5" y="3"/>
                    <a:pt x="12" y="2"/>
                  </a:cubicBezTo>
                  <a:cubicBezTo>
                    <a:pt x="19" y="0"/>
                    <a:pt x="25" y="4"/>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8" name="Freeform 1391">
              <a:extLst>
                <a:ext uri="{FF2B5EF4-FFF2-40B4-BE49-F238E27FC236}">
                  <a16:creationId xmlns:a16="http://schemas.microsoft.com/office/drawing/2014/main" id="{6CE17D94-2840-CE39-1E7E-08981C556634}"/>
                </a:ext>
              </a:extLst>
            </p:cNvPr>
            <p:cNvSpPr>
              <a:spLocks/>
            </p:cNvSpPr>
            <p:nvPr/>
          </p:nvSpPr>
          <p:spPr bwMode="auto">
            <a:xfrm rot="5094805">
              <a:off x="77409" y="202864"/>
              <a:ext cx="68549" cy="54839"/>
            </a:xfrm>
            <a:custGeom>
              <a:avLst/>
              <a:gdLst>
                <a:gd name="T0" fmla="*/ 27 w 28"/>
                <a:gd name="T1" fmla="*/ 8 h 22"/>
                <a:gd name="T2" fmla="*/ 16 w 28"/>
                <a:gd name="T3" fmla="*/ 21 h 22"/>
                <a:gd name="T4" fmla="*/ 1 w 28"/>
                <a:gd name="T5" fmla="*/ 14 h 22"/>
                <a:gd name="T6" fmla="*/ 12 w 28"/>
                <a:gd name="T7" fmla="*/ 1 h 22"/>
                <a:gd name="T8" fmla="*/ 27 w 28"/>
                <a:gd name="T9" fmla="*/ 8 h 22"/>
              </a:gdLst>
              <a:ahLst/>
              <a:cxnLst>
                <a:cxn ang="0">
                  <a:pos x="T0" y="T1"/>
                </a:cxn>
                <a:cxn ang="0">
                  <a:pos x="T2" y="T3"/>
                </a:cxn>
                <a:cxn ang="0">
                  <a:pos x="T4" y="T5"/>
                </a:cxn>
                <a:cxn ang="0">
                  <a:pos x="T6" y="T7"/>
                </a:cxn>
                <a:cxn ang="0">
                  <a:pos x="T8" y="T9"/>
                </a:cxn>
              </a:cxnLst>
              <a:rect l="0" t="0" r="r" b="b"/>
              <a:pathLst>
                <a:path w="28" h="22">
                  <a:moveTo>
                    <a:pt x="27" y="8"/>
                  </a:moveTo>
                  <a:cubicBezTo>
                    <a:pt x="28" y="14"/>
                    <a:pt x="23" y="20"/>
                    <a:pt x="16" y="21"/>
                  </a:cubicBezTo>
                  <a:cubicBezTo>
                    <a:pt x="9" y="22"/>
                    <a:pt x="2" y="19"/>
                    <a:pt x="1" y="14"/>
                  </a:cubicBezTo>
                  <a:cubicBezTo>
                    <a:pt x="0" y="8"/>
                    <a:pt x="5" y="3"/>
                    <a:pt x="12" y="1"/>
                  </a:cubicBezTo>
                  <a:cubicBezTo>
                    <a:pt x="20" y="0"/>
                    <a:pt x="26" y="3"/>
                    <a:pt x="2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9" name="Freeform 1392">
              <a:extLst>
                <a:ext uri="{FF2B5EF4-FFF2-40B4-BE49-F238E27FC236}">
                  <a16:creationId xmlns:a16="http://schemas.microsoft.com/office/drawing/2014/main" id="{0B5FA1C3-A192-D811-6B79-EEB6C796747C}"/>
                </a:ext>
              </a:extLst>
            </p:cNvPr>
            <p:cNvSpPr>
              <a:spLocks/>
            </p:cNvSpPr>
            <p:nvPr/>
          </p:nvSpPr>
          <p:spPr bwMode="auto">
            <a:xfrm rot="5094805">
              <a:off x="25017" y="13785"/>
              <a:ext cx="66264" cy="54839"/>
            </a:xfrm>
            <a:custGeom>
              <a:avLst/>
              <a:gdLst>
                <a:gd name="T0" fmla="*/ 27 w 27"/>
                <a:gd name="T1" fmla="*/ 9 h 22"/>
                <a:gd name="T2" fmla="*/ 15 w 27"/>
                <a:gd name="T3" fmla="*/ 21 h 22"/>
                <a:gd name="T4" fmla="*/ 1 w 27"/>
                <a:gd name="T5" fmla="*/ 14 h 22"/>
                <a:gd name="T6" fmla="*/ 13 w 27"/>
                <a:gd name="T7" fmla="*/ 2 h 22"/>
                <a:gd name="T8" fmla="*/ 27 w 27"/>
                <a:gd name="T9" fmla="*/ 9 h 22"/>
              </a:gdLst>
              <a:ahLst/>
              <a:cxnLst>
                <a:cxn ang="0">
                  <a:pos x="T0" y="T1"/>
                </a:cxn>
                <a:cxn ang="0">
                  <a:pos x="T2" y="T3"/>
                </a:cxn>
                <a:cxn ang="0">
                  <a:pos x="T4" y="T5"/>
                </a:cxn>
                <a:cxn ang="0">
                  <a:pos x="T6" y="T7"/>
                </a:cxn>
                <a:cxn ang="0">
                  <a:pos x="T8" y="T9"/>
                </a:cxn>
              </a:cxnLst>
              <a:rect l="0" t="0" r="r" b="b"/>
              <a:pathLst>
                <a:path w="27" h="22">
                  <a:moveTo>
                    <a:pt x="27" y="9"/>
                  </a:moveTo>
                  <a:cubicBezTo>
                    <a:pt x="27" y="14"/>
                    <a:pt x="22" y="20"/>
                    <a:pt x="15" y="21"/>
                  </a:cubicBezTo>
                  <a:cubicBezTo>
                    <a:pt x="8" y="22"/>
                    <a:pt x="1" y="19"/>
                    <a:pt x="1" y="14"/>
                  </a:cubicBezTo>
                  <a:cubicBezTo>
                    <a:pt x="0" y="9"/>
                    <a:pt x="6" y="3"/>
                    <a:pt x="13" y="2"/>
                  </a:cubicBezTo>
                  <a:cubicBezTo>
                    <a:pt x="20" y="0"/>
                    <a:pt x="26" y="4"/>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0" name="Freeform 1412">
              <a:extLst>
                <a:ext uri="{FF2B5EF4-FFF2-40B4-BE49-F238E27FC236}">
                  <a16:creationId xmlns:a16="http://schemas.microsoft.com/office/drawing/2014/main" id="{CAD55519-2A9C-A6A2-012D-618C6896B342}"/>
                </a:ext>
              </a:extLst>
            </p:cNvPr>
            <p:cNvSpPr>
              <a:spLocks/>
            </p:cNvSpPr>
            <p:nvPr/>
          </p:nvSpPr>
          <p:spPr bwMode="auto">
            <a:xfrm rot="5094805">
              <a:off x="2271287" y="6817171"/>
              <a:ext cx="70834" cy="13710"/>
            </a:xfrm>
            <a:custGeom>
              <a:avLst/>
              <a:gdLst>
                <a:gd name="T0" fmla="*/ 27 w 28"/>
                <a:gd name="T1" fmla="*/ 0 h 5"/>
                <a:gd name="T2" fmla="*/ 15 w 28"/>
                <a:gd name="T3" fmla="*/ 4 h 5"/>
                <a:gd name="T4" fmla="*/ 1 w 28"/>
                <a:gd name="T5" fmla="*/ 4 h 5"/>
                <a:gd name="T6" fmla="*/ 12 w 28"/>
                <a:gd name="T7" fmla="*/ 1 h 5"/>
                <a:gd name="T8" fmla="*/ 27 w 28"/>
                <a:gd name="T9" fmla="*/ 0 h 5"/>
              </a:gdLst>
              <a:ahLst/>
              <a:cxnLst>
                <a:cxn ang="0">
                  <a:pos x="T0" y="T1"/>
                </a:cxn>
                <a:cxn ang="0">
                  <a:pos x="T2" y="T3"/>
                </a:cxn>
                <a:cxn ang="0">
                  <a:pos x="T4" y="T5"/>
                </a:cxn>
                <a:cxn ang="0">
                  <a:pos x="T6" y="T7"/>
                </a:cxn>
                <a:cxn ang="0">
                  <a:pos x="T8" y="T9"/>
                </a:cxn>
              </a:cxnLst>
              <a:rect l="0" t="0" r="r" b="b"/>
              <a:pathLst>
                <a:path w="28" h="5">
                  <a:moveTo>
                    <a:pt x="27" y="0"/>
                  </a:moveTo>
                  <a:cubicBezTo>
                    <a:pt x="28" y="1"/>
                    <a:pt x="22" y="3"/>
                    <a:pt x="15" y="4"/>
                  </a:cubicBezTo>
                  <a:cubicBezTo>
                    <a:pt x="8" y="5"/>
                    <a:pt x="1" y="5"/>
                    <a:pt x="1" y="4"/>
                  </a:cubicBezTo>
                  <a:cubicBezTo>
                    <a:pt x="0" y="3"/>
                    <a:pt x="5" y="2"/>
                    <a:pt x="12" y="1"/>
                  </a:cubicBezTo>
                  <a:cubicBezTo>
                    <a:pt x="20" y="0"/>
                    <a:pt x="26" y="0"/>
                    <a:pt x="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1" name="Freeform 1413">
              <a:extLst>
                <a:ext uri="{FF2B5EF4-FFF2-40B4-BE49-F238E27FC236}">
                  <a16:creationId xmlns:a16="http://schemas.microsoft.com/office/drawing/2014/main" id="{B9E1D7BC-66F4-5FB1-D308-A26A9E645B20}"/>
                </a:ext>
              </a:extLst>
            </p:cNvPr>
            <p:cNvSpPr>
              <a:spLocks/>
            </p:cNvSpPr>
            <p:nvPr/>
          </p:nvSpPr>
          <p:spPr bwMode="auto">
            <a:xfrm rot="5094805">
              <a:off x="2231008" y="6623568"/>
              <a:ext cx="68549" cy="11425"/>
            </a:xfrm>
            <a:custGeom>
              <a:avLst/>
              <a:gdLst>
                <a:gd name="T0" fmla="*/ 15 w 28"/>
                <a:gd name="T1" fmla="*/ 4 h 4"/>
                <a:gd name="T2" fmla="*/ 1 w 28"/>
                <a:gd name="T3" fmla="*/ 4 h 4"/>
                <a:gd name="T4" fmla="*/ 13 w 28"/>
                <a:gd name="T5" fmla="*/ 1 h 4"/>
                <a:gd name="T6" fmla="*/ 27 w 28"/>
                <a:gd name="T7" fmla="*/ 1 h 4"/>
                <a:gd name="T8" fmla="*/ 15 w 28"/>
                <a:gd name="T9" fmla="*/ 4 h 4"/>
              </a:gdLst>
              <a:ahLst/>
              <a:cxnLst>
                <a:cxn ang="0">
                  <a:pos x="T0" y="T1"/>
                </a:cxn>
                <a:cxn ang="0">
                  <a:pos x="T2" y="T3"/>
                </a:cxn>
                <a:cxn ang="0">
                  <a:pos x="T4" y="T5"/>
                </a:cxn>
                <a:cxn ang="0">
                  <a:pos x="T6" y="T7"/>
                </a:cxn>
                <a:cxn ang="0">
                  <a:pos x="T8" y="T9"/>
                </a:cxn>
              </a:cxnLst>
              <a:rect l="0" t="0" r="r" b="b"/>
              <a:pathLst>
                <a:path w="28" h="4">
                  <a:moveTo>
                    <a:pt x="15" y="4"/>
                  </a:moveTo>
                  <a:cubicBezTo>
                    <a:pt x="8" y="4"/>
                    <a:pt x="2" y="4"/>
                    <a:pt x="1" y="4"/>
                  </a:cubicBezTo>
                  <a:cubicBezTo>
                    <a:pt x="0" y="3"/>
                    <a:pt x="5" y="2"/>
                    <a:pt x="13" y="1"/>
                  </a:cubicBezTo>
                  <a:cubicBezTo>
                    <a:pt x="20" y="0"/>
                    <a:pt x="26" y="0"/>
                    <a:pt x="27" y="1"/>
                  </a:cubicBezTo>
                  <a:cubicBezTo>
                    <a:pt x="28" y="2"/>
                    <a:pt x="23" y="3"/>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2" name="Freeform 1414">
              <a:extLst>
                <a:ext uri="{FF2B5EF4-FFF2-40B4-BE49-F238E27FC236}">
                  <a16:creationId xmlns:a16="http://schemas.microsoft.com/office/drawing/2014/main" id="{80F12628-E2DA-43B1-3AC5-290623B22493}"/>
                </a:ext>
              </a:extLst>
            </p:cNvPr>
            <p:cNvSpPr>
              <a:spLocks/>
            </p:cNvSpPr>
            <p:nvPr/>
          </p:nvSpPr>
          <p:spPr bwMode="auto">
            <a:xfrm rot="5094805">
              <a:off x="2194240" y="6430699"/>
              <a:ext cx="68549" cy="9140"/>
            </a:xfrm>
            <a:custGeom>
              <a:avLst/>
              <a:gdLst>
                <a:gd name="T0" fmla="*/ 27 w 28"/>
                <a:gd name="T1" fmla="*/ 1 h 4"/>
                <a:gd name="T2" fmla="*/ 16 w 28"/>
                <a:gd name="T3" fmla="*/ 3 h 4"/>
                <a:gd name="T4" fmla="*/ 1 w 28"/>
                <a:gd name="T5" fmla="*/ 3 h 4"/>
                <a:gd name="T6" fmla="*/ 13 w 28"/>
                <a:gd name="T7" fmla="*/ 1 h 4"/>
                <a:gd name="T8" fmla="*/ 27 w 28"/>
                <a:gd name="T9" fmla="*/ 1 h 4"/>
              </a:gdLst>
              <a:ahLst/>
              <a:cxnLst>
                <a:cxn ang="0">
                  <a:pos x="T0" y="T1"/>
                </a:cxn>
                <a:cxn ang="0">
                  <a:pos x="T2" y="T3"/>
                </a:cxn>
                <a:cxn ang="0">
                  <a:pos x="T4" y="T5"/>
                </a:cxn>
                <a:cxn ang="0">
                  <a:pos x="T6" y="T7"/>
                </a:cxn>
                <a:cxn ang="0">
                  <a:pos x="T8" y="T9"/>
                </a:cxn>
              </a:cxnLst>
              <a:rect l="0" t="0" r="r" b="b"/>
              <a:pathLst>
                <a:path w="28" h="4">
                  <a:moveTo>
                    <a:pt x="27" y="1"/>
                  </a:moveTo>
                  <a:cubicBezTo>
                    <a:pt x="28" y="2"/>
                    <a:pt x="23" y="3"/>
                    <a:pt x="16" y="3"/>
                  </a:cubicBezTo>
                  <a:cubicBezTo>
                    <a:pt x="9" y="4"/>
                    <a:pt x="2" y="4"/>
                    <a:pt x="1" y="3"/>
                  </a:cubicBezTo>
                  <a:cubicBezTo>
                    <a:pt x="0" y="3"/>
                    <a:pt x="6" y="2"/>
                    <a:pt x="13" y="1"/>
                  </a:cubicBezTo>
                  <a:cubicBezTo>
                    <a:pt x="20" y="1"/>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3" name="Freeform 1415">
              <a:extLst>
                <a:ext uri="{FF2B5EF4-FFF2-40B4-BE49-F238E27FC236}">
                  <a16:creationId xmlns:a16="http://schemas.microsoft.com/office/drawing/2014/main" id="{76A16861-FCCF-2F35-8050-4A401729B144}"/>
                </a:ext>
              </a:extLst>
            </p:cNvPr>
            <p:cNvSpPr>
              <a:spLocks/>
            </p:cNvSpPr>
            <p:nvPr/>
          </p:nvSpPr>
          <p:spPr bwMode="auto">
            <a:xfrm rot="5094805">
              <a:off x="2164202" y="6235042"/>
              <a:ext cx="66264" cy="9140"/>
            </a:xfrm>
            <a:custGeom>
              <a:avLst/>
              <a:gdLst>
                <a:gd name="T0" fmla="*/ 13 w 27"/>
                <a:gd name="T1" fmla="*/ 0 h 3"/>
                <a:gd name="T2" fmla="*/ 27 w 27"/>
                <a:gd name="T3" fmla="*/ 1 h 3"/>
                <a:gd name="T4" fmla="*/ 15 w 27"/>
                <a:gd name="T5" fmla="*/ 2 h 3"/>
                <a:gd name="T6" fmla="*/ 1 w 27"/>
                <a:gd name="T7" fmla="*/ 2 h 3"/>
                <a:gd name="T8" fmla="*/ 13 w 27"/>
                <a:gd name="T9" fmla="*/ 0 h 3"/>
              </a:gdLst>
              <a:ahLst/>
              <a:cxnLst>
                <a:cxn ang="0">
                  <a:pos x="T0" y="T1"/>
                </a:cxn>
                <a:cxn ang="0">
                  <a:pos x="T2" y="T3"/>
                </a:cxn>
                <a:cxn ang="0">
                  <a:pos x="T4" y="T5"/>
                </a:cxn>
                <a:cxn ang="0">
                  <a:pos x="T6" y="T7"/>
                </a:cxn>
                <a:cxn ang="0">
                  <a:pos x="T8" y="T9"/>
                </a:cxn>
              </a:cxnLst>
              <a:rect l="0" t="0" r="r" b="b"/>
              <a:pathLst>
                <a:path w="27" h="3">
                  <a:moveTo>
                    <a:pt x="13" y="0"/>
                  </a:moveTo>
                  <a:cubicBezTo>
                    <a:pt x="20" y="0"/>
                    <a:pt x="26" y="0"/>
                    <a:pt x="27" y="1"/>
                  </a:cubicBezTo>
                  <a:cubicBezTo>
                    <a:pt x="27" y="1"/>
                    <a:pt x="22" y="2"/>
                    <a:pt x="15" y="2"/>
                  </a:cubicBezTo>
                  <a:cubicBezTo>
                    <a:pt x="8" y="3"/>
                    <a:pt x="1" y="2"/>
                    <a:pt x="1" y="2"/>
                  </a:cubicBezTo>
                  <a:cubicBezTo>
                    <a:pt x="0" y="1"/>
                    <a:pt x="6" y="1"/>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4" name="Freeform 1416">
              <a:extLst>
                <a:ext uri="{FF2B5EF4-FFF2-40B4-BE49-F238E27FC236}">
                  <a16:creationId xmlns:a16="http://schemas.microsoft.com/office/drawing/2014/main" id="{E1FB6202-986B-53EA-796D-888A50D3C3BA}"/>
                </a:ext>
              </a:extLst>
            </p:cNvPr>
            <p:cNvSpPr>
              <a:spLocks/>
            </p:cNvSpPr>
            <p:nvPr/>
          </p:nvSpPr>
          <p:spPr bwMode="auto">
            <a:xfrm rot="5094805">
              <a:off x="2135603" y="6042597"/>
              <a:ext cx="66264" cy="9140"/>
            </a:xfrm>
            <a:custGeom>
              <a:avLst/>
              <a:gdLst>
                <a:gd name="T0" fmla="*/ 27 w 27"/>
                <a:gd name="T1" fmla="*/ 1 h 4"/>
                <a:gd name="T2" fmla="*/ 15 w 27"/>
                <a:gd name="T3" fmla="*/ 3 h 4"/>
                <a:gd name="T4" fmla="*/ 1 w 27"/>
                <a:gd name="T5" fmla="*/ 4 h 4"/>
                <a:gd name="T6" fmla="*/ 12 w 27"/>
                <a:gd name="T7" fmla="*/ 1 h 4"/>
                <a:gd name="T8" fmla="*/ 27 w 27"/>
                <a:gd name="T9" fmla="*/ 1 h 4"/>
              </a:gdLst>
              <a:ahLst/>
              <a:cxnLst>
                <a:cxn ang="0">
                  <a:pos x="T0" y="T1"/>
                </a:cxn>
                <a:cxn ang="0">
                  <a:pos x="T2" y="T3"/>
                </a:cxn>
                <a:cxn ang="0">
                  <a:pos x="T4" y="T5"/>
                </a:cxn>
                <a:cxn ang="0">
                  <a:pos x="T6" y="T7"/>
                </a:cxn>
                <a:cxn ang="0">
                  <a:pos x="T8" y="T9"/>
                </a:cxn>
              </a:cxnLst>
              <a:rect l="0" t="0" r="r" b="b"/>
              <a:pathLst>
                <a:path w="27" h="4">
                  <a:moveTo>
                    <a:pt x="27" y="1"/>
                  </a:moveTo>
                  <a:cubicBezTo>
                    <a:pt x="27" y="1"/>
                    <a:pt x="22" y="3"/>
                    <a:pt x="15" y="3"/>
                  </a:cubicBezTo>
                  <a:cubicBezTo>
                    <a:pt x="8" y="4"/>
                    <a:pt x="2" y="4"/>
                    <a:pt x="1" y="4"/>
                  </a:cubicBezTo>
                  <a:cubicBezTo>
                    <a:pt x="0" y="3"/>
                    <a:pt x="5" y="2"/>
                    <a:pt x="12" y="1"/>
                  </a:cubicBezTo>
                  <a:cubicBezTo>
                    <a:pt x="20" y="1"/>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5" name="Freeform 1417">
              <a:extLst>
                <a:ext uri="{FF2B5EF4-FFF2-40B4-BE49-F238E27FC236}">
                  <a16:creationId xmlns:a16="http://schemas.microsoft.com/office/drawing/2014/main" id="{16EAF01B-482A-0BBA-05AA-D316D0F19025}"/>
                </a:ext>
              </a:extLst>
            </p:cNvPr>
            <p:cNvSpPr>
              <a:spLocks/>
            </p:cNvSpPr>
            <p:nvPr/>
          </p:nvSpPr>
          <p:spPr bwMode="auto">
            <a:xfrm rot="5094805">
              <a:off x="2088997" y="5851763"/>
              <a:ext cx="66264" cy="13710"/>
            </a:xfrm>
            <a:custGeom>
              <a:avLst/>
              <a:gdLst>
                <a:gd name="T0" fmla="*/ 26 w 27"/>
                <a:gd name="T1" fmla="*/ 1 h 6"/>
                <a:gd name="T2" fmla="*/ 15 w 27"/>
                <a:gd name="T3" fmla="*/ 4 h 6"/>
                <a:gd name="T4" fmla="*/ 0 w 27"/>
                <a:gd name="T5" fmla="*/ 6 h 6"/>
                <a:gd name="T6" fmla="*/ 12 w 27"/>
                <a:gd name="T7" fmla="*/ 2 h 6"/>
                <a:gd name="T8" fmla="*/ 26 w 27"/>
                <a:gd name="T9" fmla="*/ 1 h 6"/>
              </a:gdLst>
              <a:ahLst/>
              <a:cxnLst>
                <a:cxn ang="0">
                  <a:pos x="T0" y="T1"/>
                </a:cxn>
                <a:cxn ang="0">
                  <a:pos x="T2" y="T3"/>
                </a:cxn>
                <a:cxn ang="0">
                  <a:pos x="T4" y="T5"/>
                </a:cxn>
                <a:cxn ang="0">
                  <a:pos x="T6" y="T7"/>
                </a:cxn>
                <a:cxn ang="0">
                  <a:pos x="T8" y="T9"/>
                </a:cxn>
              </a:cxnLst>
              <a:rect l="0" t="0" r="r" b="b"/>
              <a:pathLst>
                <a:path w="27" h="6">
                  <a:moveTo>
                    <a:pt x="26" y="1"/>
                  </a:moveTo>
                  <a:cubicBezTo>
                    <a:pt x="27" y="1"/>
                    <a:pt x="22" y="3"/>
                    <a:pt x="15" y="4"/>
                  </a:cubicBezTo>
                  <a:cubicBezTo>
                    <a:pt x="8" y="6"/>
                    <a:pt x="1" y="6"/>
                    <a:pt x="0" y="6"/>
                  </a:cubicBezTo>
                  <a:cubicBezTo>
                    <a:pt x="0" y="5"/>
                    <a:pt x="5" y="4"/>
                    <a:pt x="12" y="2"/>
                  </a:cubicBezTo>
                  <a:cubicBezTo>
                    <a:pt x="19" y="1"/>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6" name="Freeform 1418">
              <a:extLst>
                <a:ext uri="{FF2B5EF4-FFF2-40B4-BE49-F238E27FC236}">
                  <a16:creationId xmlns:a16="http://schemas.microsoft.com/office/drawing/2014/main" id="{EC7A2327-BC2A-EF89-D223-3C82AFB3A04E}"/>
                </a:ext>
              </a:extLst>
            </p:cNvPr>
            <p:cNvSpPr>
              <a:spLocks/>
            </p:cNvSpPr>
            <p:nvPr/>
          </p:nvSpPr>
          <p:spPr bwMode="auto">
            <a:xfrm rot="5094805">
              <a:off x="2028437" y="5657690"/>
              <a:ext cx="63979" cy="20565"/>
            </a:xfrm>
            <a:custGeom>
              <a:avLst/>
              <a:gdLst>
                <a:gd name="T0" fmla="*/ 26 w 26"/>
                <a:gd name="T1" fmla="*/ 1 h 8"/>
                <a:gd name="T2" fmla="*/ 14 w 26"/>
                <a:gd name="T3" fmla="*/ 5 h 8"/>
                <a:gd name="T4" fmla="*/ 0 w 26"/>
                <a:gd name="T5" fmla="*/ 7 h 8"/>
                <a:gd name="T6" fmla="*/ 12 w 26"/>
                <a:gd name="T7" fmla="*/ 3 h 8"/>
                <a:gd name="T8" fmla="*/ 26 w 26"/>
                <a:gd name="T9" fmla="*/ 1 h 8"/>
              </a:gdLst>
              <a:ahLst/>
              <a:cxnLst>
                <a:cxn ang="0">
                  <a:pos x="T0" y="T1"/>
                </a:cxn>
                <a:cxn ang="0">
                  <a:pos x="T2" y="T3"/>
                </a:cxn>
                <a:cxn ang="0">
                  <a:pos x="T4" y="T5"/>
                </a:cxn>
                <a:cxn ang="0">
                  <a:pos x="T6" y="T7"/>
                </a:cxn>
                <a:cxn ang="0">
                  <a:pos x="T8" y="T9"/>
                </a:cxn>
              </a:cxnLst>
              <a:rect l="0" t="0" r="r" b="b"/>
              <a:pathLst>
                <a:path w="26" h="8">
                  <a:moveTo>
                    <a:pt x="26" y="1"/>
                  </a:moveTo>
                  <a:cubicBezTo>
                    <a:pt x="26" y="1"/>
                    <a:pt x="21" y="3"/>
                    <a:pt x="14" y="5"/>
                  </a:cubicBezTo>
                  <a:cubicBezTo>
                    <a:pt x="7" y="7"/>
                    <a:pt x="1" y="8"/>
                    <a:pt x="0" y="7"/>
                  </a:cubicBezTo>
                  <a:cubicBezTo>
                    <a:pt x="0" y="7"/>
                    <a:pt x="5" y="5"/>
                    <a:pt x="12" y="3"/>
                  </a:cubicBezTo>
                  <a:cubicBezTo>
                    <a:pt x="19" y="1"/>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7" name="Freeform 1419">
              <a:extLst>
                <a:ext uri="{FF2B5EF4-FFF2-40B4-BE49-F238E27FC236}">
                  <a16:creationId xmlns:a16="http://schemas.microsoft.com/office/drawing/2014/main" id="{28513FEB-98C9-BF8F-2BCA-2CD74517A9C5}"/>
                </a:ext>
              </a:extLst>
            </p:cNvPr>
            <p:cNvSpPr>
              <a:spLocks/>
            </p:cNvSpPr>
            <p:nvPr/>
          </p:nvSpPr>
          <p:spPr bwMode="auto">
            <a:xfrm rot="5094805">
              <a:off x="1953373" y="5470329"/>
              <a:ext cx="68549" cy="22850"/>
            </a:xfrm>
            <a:custGeom>
              <a:avLst/>
              <a:gdLst>
                <a:gd name="T0" fmla="*/ 27 w 28"/>
                <a:gd name="T1" fmla="*/ 1 h 10"/>
                <a:gd name="T2" fmla="*/ 16 w 28"/>
                <a:gd name="T3" fmla="*/ 6 h 10"/>
                <a:gd name="T4" fmla="*/ 1 w 28"/>
                <a:gd name="T5" fmla="*/ 9 h 10"/>
                <a:gd name="T6" fmla="*/ 13 w 28"/>
                <a:gd name="T7" fmla="*/ 4 h 10"/>
                <a:gd name="T8" fmla="*/ 27 w 28"/>
                <a:gd name="T9" fmla="*/ 1 h 10"/>
              </a:gdLst>
              <a:ahLst/>
              <a:cxnLst>
                <a:cxn ang="0">
                  <a:pos x="T0" y="T1"/>
                </a:cxn>
                <a:cxn ang="0">
                  <a:pos x="T2" y="T3"/>
                </a:cxn>
                <a:cxn ang="0">
                  <a:pos x="T4" y="T5"/>
                </a:cxn>
                <a:cxn ang="0">
                  <a:pos x="T6" y="T7"/>
                </a:cxn>
                <a:cxn ang="0">
                  <a:pos x="T8" y="T9"/>
                </a:cxn>
              </a:cxnLst>
              <a:rect l="0" t="0" r="r" b="b"/>
              <a:pathLst>
                <a:path w="28" h="10">
                  <a:moveTo>
                    <a:pt x="27" y="1"/>
                  </a:moveTo>
                  <a:cubicBezTo>
                    <a:pt x="28" y="1"/>
                    <a:pt x="23" y="4"/>
                    <a:pt x="16" y="6"/>
                  </a:cubicBezTo>
                  <a:cubicBezTo>
                    <a:pt x="9" y="8"/>
                    <a:pt x="2" y="10"/>
                    <a:pt x="1" y="9"/>
                  </a:cubicBezTo>
                  <a:cubicBezTo>
                    <a:pt x="0" y="9"/>
                    <a:pt x="6" y="6"/>
                    <a:pt x="13" y="4"/>
                  </a:cubicBezTo>
                  <a:cubicBezTo>
                    <a:pt x="20" y="2"/>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8" name="Freeform 1420">
              <a:extLst>
                <a:ext uri="{FF2B5EF4-FFF2-40B4-BE49-F238E27FC236}">
                  <a16:creationId xmlns:a16="http://schemas.microsoft.com/office/drawing/2014/main" id="{2A4AACF7-125C-0181-F64D-E2D7F490F515}"/>
                </a:ext>
              </a:extLst>
            </p:cNvPr>
            <p:cNvSpPr>
              <a:spLocks/>
            </p:cNvSpPr>
            <p:nvPr/>
          </p:nvSpPr>
          <p:spPr bwMode="auto">
            <a:xfrm rot="5094805">
              <a:off x="1870361" y="5282940"/>
              <a:ext cx="63979" cy="27420"/>
            </a:xfrm>
            <a:custGeom>
              <a:avLst/>
              <a:gdLst>
                <a:gd name="T0" fmla="*/ 13 w 26"/>
                <a:gd name="T1" fmla="*/ 4 h 11"/>
                <a:gd name="T2" fmla="*/ 26 w 26"/>
                <a:gd name="T3" fmla="*/ 1 h 11"/>
                <a:gd name="T4" fmla="*/ 14 w 26"/>
                <a:gd name="T5" fmla="*/ 7 h 11"/>
                <a:gd name="T6" fmla="*/ 0 w 26"/>
                <a:gd name="T7" fmla="*/ 10 h 11"/>
                <a:gd name="T8" fmla="*/ 13 w 26"/>
                <a:gd name="T9" fmla="*/ 4 h 11"/>
              </a:gdLst>
              <a:ahLst/>
              <a:cxnLst>
                <a:cxn ang="0">
                  <a:pos x="T0" y="T1"/>
                </a:cxn>
                <a:cxn ang="0">
                  <a:pos x="T2" y="T3"/>
                </a:cxn>
                <a:cxn ang="0">
                  <a:pos x="T4" y="T5"/>
                </a:cxn>
                <a:cxn ang="0">
                  <a:pos x="T6" y="T7"/>
                </a:cxn>
                <a:cxn ang="0">
                  <a:pos x="T8" y="T9"/>
                </a:cxn>
              </a:cxnLst>
              <a:rect l="0" t="0" r="r" b="b"/>
              <a:pathLst>
                <a:path w="26" h="11">
                  <a:moveTo>
                    <a:pt x="13" y="4"/>
                  </a:moveTo>
                  <a:cubicBezTo>
                    <a:pt x="20" y="1"/>
                    <a:pt x="26" y="0"/>
                    <a:pt x="26" y="1"/>
                  </a:cubicBezTo>
                  <a:cubicBezTo>
                    <a:pt x="26" y="1"/>
                    <a:pt x="21" y="4"/>
                    <a:pt x="14" y="7"/>
                  </a:cubicBezTo>
                  <a:cubicBezTo>
                    <a:pt x="7" y="10"/>
                    <a:pt x="1" y="11"/>
                    <a:pt x="0" y="10"/>
                  </a:cubicBezTo>
                  <a:cubicBezTo>
                    <a:pt x="0" y="9"/>
                    <a:pt x="6" y="7"/>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9" name="Freeform 1421">
              <a:extLst>
                <a:ext uri="{FF2B5EF4-FFF2-40B4-BE49-F238E27FC236}">
                  <a16:creationId xmlns:a16="http://schemas.microsoft.com/office/drawing/2014/main" id="{9CBABC5B-4264-72AD-AC46-C7ADFA3A1BD0}"/>
                </a:ext>
              </a:extLst>
            </p:cNvPr>
            <p:cNvSpPr>
              <a:spLocks/>
            </p:cNvSpPr>
            <p:nvPr/>
          </p:nvSpPr>
          <p:spPr bwMode="auto">
            <a:xfrm rot="5094805">
              <a:off x="1774814" y="5097402"/>
              <a:ext cx="68549" cy="29705"/>
            </a:xfrm>
            <a:custGeom>
              <a:avLst/>
              <a:gdLst>
                <a:gd name="T0" fmla="*/ 12 w 27"/>
                <a:gd name="T1" fmla="*/ 5 h 12"/>
                <a:gd name="T2" fmla="*/ 26 w 27"/>
                <a:gd name="T3" fmla="*/ 0 h 12"/>
                <a:gd name="T4" fmla="*/ 15 w 27"/>
                <a:gd name="T5" fmla="*/ 7 h 12"/>
                <a:gd name="T6" fmla="*/ 1 w 27"/>
                <a:gd name="T7" fmla="*/ 11 h 12"/>
                <a:gd name="T8" fmla="*/ 12 w 27"/>
                <a:gd name="T9" fmla="*/ 5 h 12"/>
              </a:gdLst>
              <a:ahLst/>
              <a:cxnLst>
                <a:cxn ang="0">
                  <a:pos x="T0" y="T1"/>
                </a:cxn>
                <a:cxn ang="0">
                  <a:pos x="T2" y="T3"/>
                </a:cxn>
                <a:cxn ang="0">
                  <a:pos x="T4" y="T5"/>
                </a:cxn>
                <a:cxn ang="0">
                  <a:pos x="T6" y="T7"/>
                </a:cxn>
                <a:cxn ang="0">
                  <a:pos x="T8" y="T9"/>
                </a:cxn>
              </a:cxnLst>
              <a:rect l="0" t="0" r="r" b="b"/>
              <a:pathLst>
                <a:path w="27" h="12">
                  <a:moveTo>
                    <a:pt x="12" y="5"/>
                  </a:moveTo>
                  <a:cubicBezTo>
                    <a:pt x="19" y="1"/>
                    <a:pt x="25" y="0"/>
                    <a:pt x="26" y="0"/>
                  </a:cubicBezTo>
                  <a:cubicBezTo>
                    <a:pt x="27" y="1"/>
                    <a:pt x="22" y="4"/>
                    <a:pt x="15" y="7"/>
                  </a:cubicBezTo>
                  <a:cubicBezTo>
                    <a:pt x="9" y="10"/>
                    <a:pt x="2" y="12"/>
                    <a:pt x="1" y="11"/>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0" name="Freeform 1422">
              <a:extLst>
                <a:ext uri="{FF2B5EF4-FFF2-40B4-BE49-F238E27FC236}">
                  <a16:creationId xmlns:a16="http://schemas.microsoft.com/office/drawing/2014/main" id="{15FEA669-5ED5-63BE-7AA3-750951FFEE87}"/>
                </a:ext>
              </a:extLst>
            </p:cNvPr>
            <p:cNvSpPr>
              <a:spLocks/>
            </p:cNvSpPr>
            <p:nvPr/>
          </p:nvSpPr>
          <p:spPr bwMode="auto">
            <a:xfrm rot="5094805">
              <a:off x="1675870" y="4911430"/>
              <a:ext cx="63979" cy="34275"/>
            </a:xfrm>
            <a:custGeom>
              <a:avLst/>
              <a:gdLst>
                <a:gd name="T0" fmla="*/ 14 w 26"/>
                <a:gd name="T1" fmla="*/ 9 h 14"/>
                <a:gd name="T2" fmla="*/ 0 w 26"/>
                <a:gd name="T3" fmla="*/ 13 h 14"/>
                <a:gd name="T4" fmla="*/ 13 w 26"/>
                <a:gd name="T5" fmla="*/ 5 h 14"/>
                <a:gd name="T6" fmla="*/ 26 w 26"/>
                <a:gd name="T7" fmla="*/ 1 h 14"/>
                <a:gd name="T8" fmla="*/ 14 w 26"/>
                <a:gd name="T9" fmla="*/ 9 h 14"/>
              </a:gdLst>
              <a:ahLst/>
              <a:cxnLst>
                <a:cxn ang="0">
                  <a:pos x="T0" y="T1"/>
                </a:cxn>
                <a:cxn ang="0">
                  <a:pos x="T2" y="T3"/>
                </a:cxn>
                <a:cxn ang="0">
                  <a:pos x="T4" y="T5"/>
                </a:cxn>
                <a:cxn ang="0">
                  <a:pos x="T6" y="T7"/>
                </a:cxn>
                <a:cxn ang="0">
                  <a:pos x="T8" y="T9"/>
                </a:cxn>
              </a:cxnLst>
              <a:rect l="0" t="0" r="r" b="b"/>
              <a:pathLst>
                <a:path w="26" h="14">
                  <a:moveTo>
                    <a:pt x="14" y="9"/>
                  </a:moveTo>
                  <a:cubicBezTo>
                    <a:pt x="7" y="12"/>
                    <a:pt x="1" y="14"/>
                    <a:pt x="0" y="13"/>
                  </a:cubicBezTo>
                  <a:cubicBezTo>
                    <a:pt x="0" y="12"/>
                    <a:pt x="6" y="8"/>
                    <a:pt x="13" y="5"/>
                  </a:cubicBezTo>
                  <a:cubicBezTo>
                    <a:pt x="20" y="2"/>
                    <a:pt x="26" y="0"/>
                    <a:pt x="26" y="1"/>
                  </a:cubicBezTo>
                  <a:cubicBezTo>
                    <a:pt x="26" y="2"/>
                    <a:pt x="21" y="6"/>
                    <a:pt x="1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1" name="Freeform 1427">
              <a:extLst>
                <a:ext uri="{FF2B5EF4-FFF2-40B4-BE49-F238E27FC236}">
                  <a16:creationId xmlns:a16="http://schemas.microsoft.com/office/drawing/2014/main" id="{4326FC20-1EE2-7CFF-5CBD-A95306F08720}"/>
                </a:ext>
              </a:extLst>
            </p:cNvPr>
            <p:cNvSpPr>
              <a:spLocks/>
            </p:cNvSpPr>
            <p:nvPr/>
          </p:nvSpPr>
          <p:spPr bwMode="auto">
            <a:xfrm rot="5094805">
              <a:off x="1302022" y="4267974"/>
              <a:ext cx="63979" cy="34275"/>
            </a:xfrm>
            <a:custGeom>
              <a:avLst/>
              <a:gdLst>
                <a:gd name="T0" fmla="*/ 25 w 26"/>
                <a:gd name="T1" fmla="*/ 1 h 14"/>
                <a:gd name="T2" fmla="*/ 13 w 26"/>
                <a:gd name="T3" fmla="*/ 9 h 14"/>
                <a:gd name="T4" fmla="*/ 0 w 26"/>
                <a:gd name="T5" fmla="*/ 14 h 14"/>
                <a:gd name="T6" fmla="*/ 11 w 26"/>
                <a:gd name="T7" fmla="*/ 6 h 14"/>
                <a:gd name="T8" fmla="*/ 25 w 26"/>
                <a:gd name="T9" fmla="*/ 1 h 14"/>
              </a:gdLst>
              <a:ahLst/>
              <a:cxnLst>
                <a:cxn ang="0">
                  <a:pos x="T0" y="T1"/>
                </a:cxn>
                <a:cxn ang="0">
                  <a:pos x="T2" y="T3"/>
                </a:cxn>
                <a:cxn ang="0">
                  <a:pos x="T4" y="T5"/>
                </a:cxn>
                <a:cxn ang="0">
                  <a:pos x="T6" y="T7"/>
                </a:cxn>
                <a:cxn ang="0">
                  <a:pos x="T8" y="T9"/>
                </a:cxn>
              </a:cxnLst>
              <a:rect l="0" t="0" r="r" b="b"/>
              <a:pathLst>
                <a:path w="26" h="14">
                  <a:moveTo>
                    <a:pt x="25" y="1"/>
                  </a:moveTo>
                  <a:cubicBezTo>
                    <a:pt x="26" y="2"/>
                    <a:pt x="20" y="6"/>
                    <a:pt x="13" y="9"/>
                  </a:cubicBezTo>
                  <a:cubicBezTo>
                    <a:pt x="7" y="12"/>
                    <a:pt x="1" y="14"/>
                    <a:pt x="0" y="14"/>
                  </a:cubicBezTo>
                  <a:cubicBezTo>
                    <a:pt x="0" y="13"/>
                    <a:pt x="4" y="10"/>
                    <a:pt x="11" y="6"/>
                  </a:cubicBezTo>
                  <a:cubicBezTo>
                    <a:pt x="18" y="3"/>
                    <a:pt x="24"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2" name="Freeform 1428">
              <a:extLst>
                <a:ext uri="{FF2B5EF4-FFF2-40B4-BE49-F238E27FC236}">
                  <a16:creationId xmlns:a16="http://schemas.microsoft.com/office/drawing/2014/main" id="{72DB55F1-B5C2-24E4-7603-14816530850A}"/>
                </a:ext>
              </a:extLst>
            </p:cNvPr>
            <p:cNvSpPr>
              <a:spLocks/>
            </p:cNvSpPr>
            <p:nvPr/>
          </p:nvSpPr>
          <p:spPr bwMode="auto">
            <a:xfrm rot="5094805">
              <a:off x="1188478" y="4086535"/>
              <a:ext cx="63979" cy="36560"/>
            </a:xfrm>
            <a:custGeom>
              <a:avLst/>
              <a:gdLst>
                <a:gd name="T0" fmla="*/ 14 w 26"/>
                <a:gd name="T1" fmla="*/ 9 h 14"/>
                <a:gd name="T2" fmla="*/ 0 w 26"/>
                <a:gd name="T3" fmla="*/ 13 h 14"/>
                <a:gd name="T4" fmla="*/ 12 w 26"/>
                <a:gd name="T5" fmla="*/ 6 h 14"/>
                <a:gd name="T6" fmla="*/ 25 w 26"/>
                <a:gd name="T7" fmla="*/ 1 h 14"/>
                <a:gd name="T8" fmla="*/ 14 w 26"/>
                <a:gd name="T9" fmla="*/ 9 h 14"/>
              </a:gdLst>
              <a:ahLst/>
              <a:cxnLst>
                <a:cxn ang="0">
                  <a:pos x="T0" y="T1"/>
                </a:cxn>
                <a:cxn ang="0">
                  <a:pos x="T2" y="T3"/>
                </a:cxn>
                <a:cxn ang="0">
                  <a:pos x="T4" y="T5"/>
                </a:cxn>
                <a:cxn ang="0">
                  <a:pos x="T6" y="T7"/>
                </a:cxn>
                <a:cxn ang="0">
                  <a:pos x="T8" y="T9"/>
                </a:cxn>
              </a:cxnLst>
              <a:rect l="0" t="0" r="r" b="b"/>
              <a:pathLst>
                <a:path w="26" h="14">
                  <a:moveTo>
                    <a:pt x="14" y="9"/>
                  </a:moveTo>
                  <a:cubicBezTo>
                    <a:pt x="7" y="12"/>
                    <a:pt x="1" y="14"/>
                    <a:pt x="0" y="13"/>
                  </a:cubicBezTo>
                  <a:cubicBezTo>
                    <a:pt x="0" y="12"/>
                    <a:pt x="5" y="9"/>
                    <a:pt x="12" y="6"/>
                  </a:cubicBezTo>
                  <a:cubicBezTo>
                    <a:pt x="18" y="3"/>
                    <a:pt x="24" y="0"/>
                    <a:pt x="25" y="1"/>
                  </a:cubicBezTo>
                  <a:cubicBezTo>
                    <a:pt x="26" y="2"/>
                    <a:pt x="21" y="5"/>
                    <a:pt x="1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3" name="Freeform 1429">
              <a:extLst>
                <a:ext uri="{FF2B5EF4-FFF2-40B4-BE49-F238E27FC236}">
                  <a16:creationId xmlns:a16="http://schemas.microsoft.com/office/drawing/2014/main" id="{A61834FE-CE71-1720-7AA0-B8662CA92AC9}"/>
                </a:ext>
              </a:extLst>
            </p:cNvPr>
            <p:cNvSpPr>
              <a:spLocks/>
            </p:cNvSpPr>
            <p:nvPr/>
          </p:nvSpPr>
          <p:spPr bwMode="auto">
            <a:xfrm rot="5094805">
              <a:off x="1079389" y="3904797"/>
              <a:ext cx="61694" cy="36560"/>
            </a:xfrm>
            <a:custGeom>
              <a:avLst/>
              <a:gdLst>
                <a:gd name="T0" fmla="*/ 13 w 25"/>
                <a:gd name="T1" fmla="*/ 10 h 14"/>
                <a:gd name="T2" fmla="*/ 0 w 25"/>
                <a:gd name="T3" fmla="*/ 13 h 14"/>
                <a:gd name="T4" fmla="*/ 11 w 25"/>
                <a:gd name="T5" fmla="*/ 6 h 14"/>
                <a:gd name="T6" fmla="*/ 25 w 25"/>
                <a:gd name="T7" fmla="*/ 1 h 14"/>
                <a:gd name="T8" fmla="*/ 13 w 25"/>
                <a:gd name="T9" fmla="*/ 10 h 14"/>
              </a:gdLst>
              <a:ahLst/>
              <a:cxnLst>
                <a:cxn ang="0">
                  <a:pos x="T0" y="T1"/>
                </a:cxn>
                <a:cxn ang="0">
                  <a:pos x="T2" y="T3"/>
                </a:cxn>
                <a:cxn ang="0">
                  <a:pos x="T4" y="T5"/>
                </a:cxn>
                <a:cxn ang="0">
                  <a:pos x="T6" y="T7"/>
                </a:cxn>
                <a:cxn ang="0">
                  <a:pos x="T8" y="T9"/>
                </a:cxn>
              </a:cxnLst>
              <a:rect l="0" t="0" r="r" b="b"/>
              <a:pathLst>
                <a:path w="25" h="14">
                  <a:moveTo>
                    <a:pt x="13" y="10"/>
                  </a:moveTo>
                  <a:cubicBezTo>
                    <a:pt x="6" y="13"/>
                    <a:pt x="0" y="14"/>
                    <a:pt x="0" y="13"/>
                  </a:cubicBezTo>
                  <a:cubicBezTo>
                    <a:pt x="0" y="12"/>
                    <a:pt x="4" y="9"/>
                    <a:pt x="11" y="6"/>
                  </a:cubicBezTo>
                  <a:cubicBezTo>
                    <a:pt x="17" y="3"/>
                    <a:pt x="24" y="0"/>
                    <a:pt x="25" y="1"/>
                  </a:cubicBezTo>
                  <a:cubicBezTo>
                    <a:pt x="25" y="2"/>
                    <a:pt x="20" y="6"/>
                    <a:pt x="1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4" name="Freeform 1430">
              <a:extLst>
                <a:ext uri="{FF2B5EF4-FFF2-40B4-BE49-F238E27FC236}">
                  <a16:creationId xmlns:a16="http://schemas.microsoft.com/office/drawing/2014/main" id="{CBFDAF89-4FFF-37F6-3589-517EBCC507C2}"/>
                </a:ext>
              </a:extLst>
            </p:cNvPr>
            <p:cNvSpPr>
              <a:spLocks/>
            </p:cNvSpPr>
            <p:nvPr/>
          </p:nvSpPr>
          <p:spPr bwMode="auto">
            <a:xfrm rot="5094805">
              <a:off x="971535" y="3723995"/>
              <a:ext cx="61694" cy="36560"/>
            </a:xfrm>
            <a:custGeom>
              <a:avLst/>
              <a:gdLst>
                <a:gd name="T0" fmla="*/ 12 w 25"/>
                <a:gd name="T1" fmla="*/ 9 h 14"/>
                <a:gd name="T2" fmla="*/ 0 w 25"/>
                <a:gd name="T3" fmla="*/ 12 h 14"/>
                <a:gd name="T4" fmla="*/ 11 w 25"/>
                <a:gd name="T5" fmla="*/ 5 h 14"/>
                <a:gd name="T6" fmla="*/ 24 w 25"/>
                <a:gd name="T7" fmla="*/ 1 h 14"/>
                <a:gd name="T8" fmla="*/ 12 w 25"/>
                <a:gd name="T9" fmla="*/ 9 h 14"/>
              </a:gdLst>
              <a:ahLst/>
              <a:cxnLst>
                <a:cxn ang="0">
                  <a:pos x="T0" y="T1"/>
                </a:cxn>
                <a:cxn ang="0">
                  <a:pos x="T2" y="T3"/>
                </a:cxn>
                <a:cxn ang="0">
                  <a:pos x="T4" y="T5"/>
                </a:cxn>
                <a:cxn ang="0">
                  <a:pos x="T6" y="T7"/>
                </a:cxn>
                <a:cxn ang="0">
                  <a:pos x="T8" y="T9"/>
                </a:cxn>
              </a:cxnLst>
              <a:rect l="0" t="0" r="r" b="b"/>
              <a:pathLst>
                <a:path w="25" h="14">
                  <a:moveTo>
                    <a:pt x="12" y="9"/>
                  </a:moveTo>
                  <a:cubicBezTo>
                    <a:pt x="5" y="13"/>
                    <a:pt x="0" y="14"/>
                    <a:pt x="0" y="12"/>
                  </a:cubicBezTo>
                  <a:cubicBezTo>
                    <a:pt x="0" y="11"/>
                    <a:pt x="5" y="8"/>
                    <a:pt x="11" y="5"/>
                  </a:cubicBezTo>
                  <a:cubicBezTo>
                    <a:pt x="17" y="2"/>
                    <a:pt x="24" y="0"/>
                    <a:pt x="24" y="1"/>
                  </a:cubicBezTo>
                  <a:cubicBezTo>
                    <a:pt x="25" y="2"/>
                    <a:pt x="19" y="6"/>
                    <a:pt x="1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5" name="Freeform 1431">
              <a:extLst>
                <a:ext uri="{FF2B5EF4-FFF2-40B4-BE49-F238E27FC236}">
                  <a16:creationId xmlns:a16="http://schemas.microsoft.com/office/drawing/2014/main" id="{2582DD70-34C0-991D-FE71-24BDDD159042}"/>
                </a:ext>
              </a:extLst>
            </p:cNvPr>
            <p:cNvSpPr>
              <a:spLocks/>
            </p:cNvSpPr>
            <p:nvPr/>
          </p:nvSpPr>
          <p:spPr bwMode="auto">
            <a:xfrm rot="5094805">
              <a:off x="866778" y="3541455"/>
              <a:ext cx="68549" cy="31990"/>
            </a:xfrm>
            <a:custGeom>
              <a:avLst/>
              <a:gdLst>
                <a:gd name="T0" fmla="*/ 12 w 27"/>
                <a:gd name="T1" fmla="*/ 4 h 13"/>
                <a:gd name="T2" fmla="*/ 26 w 27"/>
                <a:gd name="T3" fmla="*/ 1 h 13"/>
                <a:gd name="T4" fmla="*/ 16 w 27"/>
                <a:gd name="T5" fmla="*/ 8 h 13"/>
                <a:gd name="T6" fmla="*/ 2 w 27"/>
                <a:gd name="T7" fmla="*/ 11 h 13"/>
                <a:gd name="T8" fmla="*/ 12 w 27"/>
                <a:gd name="T9" fmla="*/ 4 h 13"/>
              </a:gdLst>
              <a:ahLst/>
              <a:cxnLst>
                <a:cxn ang="0">
                  <a:pos x="T0" y="T1"/>
                </a:cxn>
                <a:cxn ang="0">
                  <a:pos x="T2" y="T3"/>
                </a:cxn>
                <a:cxn ang="0">
                  <a:pos x="T4" y="T5"/>
                </a:cxn>
                <a:cxn ang="0">
                  <a:pos x="T6" y="T7"/>
                </a:cxn>
                <a:cxn ang="0">
                  <a:pos x="T8" y="T9"/>
                </a:cxn>
              </a:cxnLst>
              <a:rect l="0" t="0" r="r" b="b"/>
              <a:pathLst>
                <a:path w="27" h="13">
                  <a:moveTo>
                    <a:pt x="12" y="4"/>
                  </a:moveTo>
                  <a:cubicBezTo>
                    <a:pt x="18" y="1"/>
                    <a:pt x="25" y="0"/>
                    <a:pt x="26" y="1"/>
                  </a:cubicBezTo>
                  <a:cubicBezTo>
                    <a:pt x="27" y="2"/>
                    <a:pt x="23" y="5"/>
                    <a:pt x="16" y="8"/>
                  </a:cubicBezTo>
                  <a:cubicBezTo>
                    <a:pt x="9" y="11"/>
                    <a:pt x="3" y="13"/>
                    <a:pt x="2" y="11"/>
                  </a:cubicBezTo>
                  <a:cubicBezTo>
                    <a:pt x="0" y="10"/>
                    <a:pt x="5" y="7"/>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6" name="Freeform 1432">
              <a:extLst>
                <a:ext uri="{FF2B5EF4-FFF2-40B4-BE49-F238E27FC236}">
                  <a16:creationId xmlns:a16="http://schemas.microsoft.com/office/drawing/2014/main" id="{F723C227-4903-8F57-2241-496DC6DBAFF5}"/>
                </a:ext>
              </a:extLst>
            </p:cNvPr>
            <p:cNvSpPr>
              <a:spLocks/>
            </p:cNvSpPr>
            <p:nvPr/>
          </p:nvSpPr>
          <p:spPr bwMode="auto">
            <a:xfrm rot="5094805">
              <a:off x="775800" y="3358202"/>
              <a:ext cx="63979" cy="29705"/>
            </a:xfrm>
            <a:custGeom>
              <a:avLst/>
              <a:gdLst>
                <a:gd name="T0" fmla="*/ 26 w 26"/>
                <a:gd name="T1" fmla="*/ 2 h 12"/>
                <a:gd name="T2" fmla="*/ 14 w 26"/>
                <a:gd name="T3" fmla="*/ 9 h 12"/>
                <a:gd name="T4" fmla="*/ 1 w 26"/>
                <a:gd name="T5" fmla="*/ 11 h 12"/>
                <a:gd name="T6" fmla="*/ 12 w 26"/>
                <a:gd name="T7" fmla="*/ 4 h 12"/>
                <a:gd name="T8" fmla="*/ 26 w 26"/>
                <a:gd name="T9" fmla="*/ 2 h 12"/>
              </a:gdLst>
              <a:ahLst/>
              <a:cxnLst>
                <a:cxn ang="0">
                  <a:pos x="T0" y="T1"/>
                </a:cxn>
                <a:cxn ang="0">
                  <a:pos x="T2" y="T3"/>
                </a:cxn>
                <a:cxn ang="0">
                  <a:pos x="T4" y="T5"/>
                </a:cxn>
                <a:cxn ang="0">
                  <a:pos x="T6" y="T7"/>
                </a:cxn>
                <a:cxn ang="0">
                  <a:pos x="T8" y="T9"/>
                </a:cxn>
              </a:cxnLst>
              <a:rect l="0" t="0" r="r" b="b"/>
              <a:pathLst>
                <a:path w="26" h="12">
                  <a:moveTo>
                    <a:pt x="26" y="2"/>
                  </a:moveTo>
                  <a:cubicBezTo>
                    <a:pt x="26" y="3"/>
                    <a:pt x="21" y="7"/>
                    <a:pt x="14" y="9"/>
                  </a:cubicBezTo>
                  <a:cubicBezTo>
                    <a:pt x="7" y="12"/>
                    <a:pt x="2" y="12"/>
                    <a:pt x="1" y="11"/>
                  </a:cubicBezTo>
                  <a:cubicBezTo>
                    <a:pt x="0" y="10"/>
                    <a:pt x="5" y="7"/>
                    <a:pt x="12" y="4"/>
                  </a:cubicBezTo>
                  <a:cubicBezTo>
                    <a:pt x="18" y="2"/>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7" name="Freeform 1433">
              <a:extLst>
                <a:ext uri="{FF2B5EF4-FFF2-40B4-BE49-F238E27FC236}">
                  <a16:creationId xmlns:a16="http://schemas.microsoft.com/office/drawing/2014/main" id="{4B7E4E37-8162-E8B9-349A-7B0367B2ADF5}"/>
                </a:ext>
              </a:extLst>
            </p:cNvPr>
            <p:cNvSpPr>
              <a:spLocks/>
            </p:cNvSpPr>
            <p:nvPr/>
          </p:nvSpPr>
          <p:spPr bwMode="auto">
            <a:xfrm rot="5094805">
              <a:off x="688324" y="3175480"/>
              <a:ext cx="66264" cy="27420"/>
            </a:xfrm>
            <a:custGeom>
              <a:avLst/>
              <a:gdLst>
                <a:gd name="T0" fmla="*/ 26 w 27"/>
                <a:gd name="T1" fmla="*/ 1 h 11"/>
                <a:gd name="T2" fmla="*/ 14 w 27"/>
                <a:gd name="T3" fmla="*/ 8 h 11"/>
                <a:gd name="T4" fmla="*/ 1 w 27"/>
                <a:gd name="T5" fmla="*/ 9 h 11"/>
                <a:gd name="T6" fmla="*/ 12 w 27"/>
                <a:gd name="T7" fmla="*/ 3 h 11"/>
                <a:gd name="T8" fmla="*/ 26 w 27"/>
                <a:gd name="T9" fmla="*/ 1 h 11"/>
              </a:gdLst>
              <a:ahLst/>
              <a:cxnLst>
                <a:cxn ang="0">
                  <a:pos x="T0" y="T1"/>
                </a:cxn>
                <a:cxn ang="0">
                  <a:pos x="T2" y="T3"/>
                </a:cxn>
                <a:cxn ang="0">
                  <a:pos x="T4" y="T5"/>
                </a:cxn>
                <a:cxn ang="0">
                  <a:pos x="T6" y="T7"/>
                </a:cxn>
                <a:cxn ang="0">
                  <a:pos x="T8" y="T9"/>
                </a:cxn>
              </a:cxnLst>
              <a:rect l="0" t="0" r="r" b="b"/>
              <a:pathLst>
                <a:path w="27" h="11">
                  <a:moveTo>
                    <a:pt x="26" y="1"/>
                  </a:moveTo>
                  <a:cubicBezTo>
                    <a:pt x="27" y="2"/>
                    <a:pt x="21" y="6"/>
                    <a:pt x="14" y="8"/>
                  </a:cubicBezTo>
                  <a:cubicBezTo>
                    <a:pt x="8" y="10"/>
                    <a:pt x="2" y="11"/>
                    <a:pt x="1" y="9"/>
                  </a:cubicBezTo>
                  <a:cubicBezTo>
                    <a:pt x="0" y="8"/>
                    <a:pt x="5" y="5"/>
                    <a:pt x="12" y="3"/>
                  </a:cubicBezTo>
                  <a:cubicBezTo>
                    <a:pt x="19" y="0"/>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8" name="Freeform 1434">
              <a:extLst>
                <a:ext uri="{FF2B5EF4-FFF2-40B4-BE49-F238E27FC236}">
                  <a16:creationId xmlns:a16="http://schemas.microsoft.com/office/drawing/2014/main" id="{3EE7317F-BFE7-F71C-8BF3-92FB39B26E8F}"/>
                </a:ext>
              </a:extLst>
            </p:cNvPr>
            <p:cNvSpPr>
              <a:spLocks/>
            </p:cNvSpPr>
            <p:nvPr/>
          </p:nvSpPr>
          <p:spPr bwMode="auto">
            <a:xfrm rot="5094805">
              <a:off x="616586" y="2989266"/>
              <a:ext cx="63979" cy="25135"/>
            </a:xfrm>
            <a:custGeom>
              <a:avLst/>
              <a:gdLst>
                <a:gd name="T0" fmla="*/ 13 w 26"/>
                <a:gd name="T1" fmla="*/ 2 h 10"/>
                <a:gd name="T2" fmla="*/ 26 w 26"/>
                <a:gd name="T3" fmla="*/ 2 h 10"/>
                <a:gd name="T4" fmla="*/ 14 w 26"/>
                <a:gd name="T5" fmla="*/ 9 h 10"/>
                <a:gd name="T6" fmla="*/ 1 w 26"/>
                <a:gd name="T7" fmla="*/ 9 h 10"/>
                <a:gd name="T8" fmla="*/ 13 w 26"/>
                <a:gd name="T9" fmla="*/ 2 h 10"/>
              </a:gdLst>
              <a:ahLst/>
              <a:cxnLst>
                <a:cxn ang="0">
                  <a:pos x="T0" y="T1"/>
                </a:cxn>
                <a:cxn ang="0">
                  <a:pos x="T2" y="T3"/>
                </a:cxn>
                <a:cxn ang="0">
                  <a:pos x="T4" y="T5"/>
                </a:cxn>
                <a:cxn ang="0">
                  <a:pos x="T6" y="T7"/>
                </a:cxn>
                <a:cxn ang="0">
                  <a:pos x="T8" y="T9"/>
                </a:cxn>
              </a:cxnLst>
              <a:rect l="0" t="0" r="r" b="b"/>
              <a:pathLst>
                <a:path w="26" h="10">
                  <a:moveTo>
                    <a:pt x="13" y="2"/>
                  </a:moveTo>
                  <a:cubicBezTo>
                    <a:pt x="19" y="1"/>
                    <a:pt x="26" y="0"/>
                    <a:pt x="26" y="2"/>
                  </a:cubicBezTo>
                  <a:cubicBezTo>
                    <a:pt x="26" y="4"/>
                    <a:pt x="21" y="7"/>
                    <a:pt x="14" y="9"/>
                  </a:cubicBezTo>
                  <a:cubicBezTo>
                    <a:pt x="7" y="10"/>
                    <a:pt x="2" y="10"/>
                    <a:pt x="1" y="9"/>
                  </a:cubicBezTo>
                  <a:cubicBezTo>
                    <a:pt x="0" y="7"/>
                    <a:pt x="6" y="4"/>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9" name="Freeform 1435">
              <a:extLst>
                <a:ext uri="{FF2B5EF4-FFF2-40B4-BE49-F238E27FC236}">
                  <a16:creationId xmlns:a16="http://schemas.microsoft.com/office/drawing/2014/main" id="{61A8C26C-F7DB-3D2D-2E22-F8986BB15C9B}"/>
                </a:ext>
              </a:extLst>
            </p:cNvPr>
            <p:cNvSpPr>
              <a:spLocks/>
            </p:cNvSpPr>
            <p:nvPr/>
          </p:nvSpPr>
          <p:spPr bwMode="auto">
            <a:xfrm rot="5094805">
              <a:off x="556229" y="2802038"/>
              <a:ext cx="61694" cy="22850"/>
            </a:xfrm>
            <a:custGeom>
              <a:avLst/>
              <a:gdLst>
                <a:gd name="T0" fmla="*/ 25 w 25"/>
                <a:gd name="T1" fmla="*/ 2 h 9"/>
                <a:gd name="T2" fmla="*/ 13 w 25"/>
                <a:gd name="T3" fmla="*/ 8 h 9"/>
                <a:gd name="T4" fmla="*/ 0 w 25"/>
                <a:gd name="T5" fmla="*/ 7 h 9"/>
                <a:gd name="T6" fmla="*/ 11 w 25"/>
                <a:gd name="T7" fmla="*/ 2 h 9"/>
                <a:gd name="T8" fmla="*/ 25 w 25"/>
                <a:gd name="T9" fmla="*/ 2 h 9"/>
              </a:gdLst>
              <a:ahLst/>
              <a:cxnLst>
                <a:cxn ang="0">
                  <a:pos x="T0" y="T1"/>
                </a:cxn>
                <a:cxn ang="0">
                  <a:pos x="T2" y="T3"/>
                </a:cxn>
                <a:cxn ang="0">
                  <a:pos x="T4" y="T5"/>
                </a:cxn>
                <a:cxn ang="0">
                  <a:pos x="T6" y="T7"/>
                </a:cxn>
                <a:cxn ang="0">
                  <a:pos x="T8" y="T9"/>
                </a:cxn>
              </a:cxnLst>
              <a:rect l="0" t="0" r="r" b="b"/>
              <a:pathLst>
                <a:path w="25" h="9">
                  <a:moveTo>
                    <a:pt x="25" y="2"/>
                  </a:moveTo>
                  <a:cubicBezTo>
                    <a:pt x="25" y="4"/>
                    <a:pt x="20" y="7"/>
                    <a:pt x="13" y="8"/>
                  </a:cubicBezTo>
                  <a:cubicBezTo>
                    <a:pt x="6" y="9"/>
                    <a:pt x="0" y="9"/>
                    <a:pt x="0" y="7"/>
                  </a:cubicBezTo>
                  <a:cubicBezTo>
                    <a:pt x="0" y="5"/>
                    <a:pt x="5" y="3"/>
                    <a:pt x="11" y="2"/>
                  </a:cubicBezTo>
                  <a:cubicBezTo>
                    <a:pt x="18" y="0"/>
                    <a:pt x="25" y="0"/>
                    <a:pt x="2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0" name="Freeform 1436">
              <a:extLst>
                <a:ext uri="{FF2B5EF4-FFF2-40B4-BE49-F238E27FC236}">
                  <a16:creationId xmlns:a16="http://schemas.microsoft.com/office/drawing/2014/main" id="{A94C506B-64DB-1707-50B4-66FA34C946FF}"/>
                </a:ext>
              </a:extLst>
            </p:cNvPr>
            <p:cNvSpPr>
              <a:spLocks/>
            </p:cNvSpPr>
            <p:nvPr/>
          </p:nvSpPr>
          <p:spPr bwMode="auto">
            <a:xfrm rot="5094805">
              <a:off x="507242" y="2613596"/>
              <a:ext cx="63979" cy="20565"/>
            </a:xfrm>
            <a:custGeom>
              <a:avLst/>
              <a:gdLst>
                <a:gd name="T0" fmla="*/ 26 w 26"/>
                <a:gd name="T1" fmla="*/ 2 h 8"/>
                <a:gd name="T2" fmla="*/ 14 w 26"/>
                <a:gd name="T3" fmla="*/ 7 h 8"/>
                <a:gd name="T4" fmla="*/ 1 w 26"/>
                <a:gd name="T5" fmla="*/ 5 h 8"/>
                <a:gd name="T6" fmla="*/ 12 w 26"/>
                <a:gd name="T7" fmla="*/ 1 h 8"/>
                <a:gd name="T8" fmla="*/ 26 w 26"/>
                <a:gd name="T9" fmla="*/ 2 h 8"/>
              </a:gdLst>
              <a:ahLst/>
              <a:cxnLst>
                <a:cxn ang="0">
                  <a:pos x="T0" y="T1"/>
                </a:cxn>
                <a:cxn ang="0">
                  <a:pos x="T2" y="T3"/>
                </a:cxn>
                <a:cxn ang="0">
                  <a:pos x="T4" y="T5"/>
                </a:cxn>
                <a:cxn ang="0">
                  <a:pos x="T6" y="T7"/>
                </a:cxn>
                <a:cxn ang="0">
                  <a:pos x="T8" y="T9"/>
                </a:cxn>
              </a:cxnLst>
              <a:rect l="0" t="0" r="r" b="b"/>
              <a:pathLst>
                <a:path w="26" h="8">
                  <a:moveTo>
                    <a:pt x="26" y="2"/>
                  </a:moveTo>
                  <a:cubicBezTo>
                    <a:pt x="26" y="4"/>
                    <a:pt x="21" y="7"/>
                    <a:pt x="14" y="7"/>
                  </a:cubicBezTo>
                  <a:cubicBezTo>
                    <a:pt x="7" y="8"/>
                    <a:pt x="1" y="7"/>
                    <a:pt x="1" y="5"/>
                  </a:cubicBezTo>
                  <a:cubicBezTo>
                    <a:pt x="0" y="3"/>
                    <a:pt x="5" y="1"/>
                    <a:pt x="12" y="1"/>
                  </a:cubicBezTo>
                  <a:cubicBezTo>
                    <a:pt x="18" y="0"/>
                    <a:pt x="25" y="1"/>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1" name="Freeform 1437">
              <a:extLst>
                <a:ext uri="{FF2B5EF4-FFF2-40B4-BE49-F238E27FC236}">
                  <a16:creationId xmlns:a16="http://schemas.microsoft.com/office/drawing/2014/main" id="{0747F3EC-4CDA-3516-4006-5301EDAEA577}"/>
                </a:ext>
              </a:extLst>
            </p:cNvPr>
            <p:cNvSpPr>
              <a:spLocks/>
            </p:cNvSpPr>
            <p:nvPr/>
          </p:nvSpPr>
          <p:spPr bwMode="auto">
            <a:xfrm rot="5094805">
              <a:off x="468497" y="2423099"/>
              <a:ext cx="66264" cy="20565"/>
            </a:xfrm>
            <a:custGeom>
              <a:avLst/>
              <a:gdLst>
                <a:gd name="T0" fmla="*/ 26 w 27"/>
                <a:gd name="T1" fmla="*/ 2 h 8"/>
                <a:gd name="T2" fmla="*/ 15 w 27"/>
                <a:gd name="T3" fmla="*/ 7 h 8"/>
                <a:gd name="T4" fmla="*/ 1 w 27"/>
                <a:gd name="T5" fmla="*/ 5 h 8"/>
                <a:gd name="T6" fmla="*/ 11 w 27"/>
                <a:gd name="T7" fmla="*/ 0 h 8"/>
                <a:gd name="T8" fmla="*/ 26 w 27"/>
                <a:gd name="T9" fmla="*/ 2 h 8"/>
              </a:gdLst>
              <a:ahLst/>
              <a:cxnLst>
                <a:cxn ang="0">
                  <a:pos x="T0" y="T1"/>
                </a:cxn>
                <a:cxn ang="0">
                  <a:pos x="T2" y="T3"/>
                </a:cxn>
                <a:cxn ang="0">
                  <a:pos x="T4" y="T5"/>
                </a:cxn>
                <a:cxn ang="0">
                  <a:pos x="T6" y="T7"/>
                </a:cxn>
                <a:cxn ang="0">
                  <a:pos x="T8" y="T9"/>
                </a:cxn>
              </a:cxnLst>
              <a:rect l="0" t="0" r="r" b="b"/>
              <a:pathLst>
                <a:path w="27" h="8">
                  <a:moveTo>
                    <a:pt x="26" y="2"/>
                  </a:moveTo>
                  <a:cubicBezTo>
                    <a:pt x="27" y="4"/>
                    <a:pt x="22" y="7"/>
                    <a:pt x="15" y="7"/>
                  </a:cubicBezTo>
                  <a:cubicBezTo>
                    <a:pt x="8" y="8"/>
                    <a:pt x="2" y="7"/>
                    <a:pt x="1" y="5"/>
                  </a:cubicBezTo>
                  <a:cubicBezTo>
                    <a:pt x="0" y="3"/>
                    <a:pt x="4" y="1"/>
                    <a:pt x="11" y="0"/>
                  </a:cubicBezTo>
                  <a:cubicBezTo>
                    <a:pt x="18" y="0"/>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2" name="Freeform 1438">
              <a:extLst>
                <a:ext uri="{FF2B5EF4-FFF2-40B4-BE49-F238E27FC236}">
                  <a16:creationId xmlns:a16="http://schemas.microsoft.com/office/drawing/2014/main" id="{8D3FE897-602E-AA8F-B537-1C47B165A1C6}"/>
                </a:ext>
              </a:extLst>
            </p:cNvPr>
            <p:cNvSpPr>
              <a:spLocks/>
            </p:cNvSpPr>
            <p:nvPr/>
          </p:nvSpPr>
          <p:spPr bwMode="auto">
            <a:xfrm rot="5094805">
              <a:off x="439791" y="2228272"/>
              <a:ext cx="68549" cy="22850"/>
            </a:xfrm>
            <a:custGeom>
              <a:avLst/>
              <a:gdLst>
                <a:gd name="T0" fmla="*/ 26 w 27"/>
                <a:gd name="T1" fmla="*/ 4 h 9"/>
                <a:gd name="T2" fmla="*/ 15 w 27"/>
                <a:gd name="T3" fmla="*/ 8 h 9"/>
                <a:gd name="T4" fmla="*/ 1 w 27"/>
                <a:gd name="T5" fmla="*/ 5 h 9"/>
                <a:gd name="T6" fmla="*/ 11 w 27"/>
                <a:gd name="T7" fmla="*/ 0 h 9"/>
                <a:gd name="T8" fmla="*/ 26 w 27"/>
                <a:gd name="T9" fmla="*/ 4 h 9"/>
              </a:gdLst>
              <a:ahLst/>
              <a:cxnLst>
                <a:cxn ang="0">
                  <a:pos x="T0" y="T1"/>
                </a:cxn>
                <a:cxn ang="0">
                  <a:pos x="T2" y="T3"/>
                </a:cxn>
                <a:cxn ang="0">
                  <a:pos x="T4" y="T5"/>
                </a:cxn>
                <a:cxn ang="0">
                  <a:pos x="T6" y="T7"/>
                </a:cxn>
                <a:cxn ang="0">
                  <a:pos x="T8" y="T9"/>
                </a:cxn>
              </a:cxnLst>
              <a:rect l="0" t="0" r="r" b="b"/>
              <a:pathLst>
                <a:path w="27" h="9">
                  <a:moveTo>
                    <a:pt x="26" y="4"/>
                  </a:moveTo>
                  <a:cubicBezTo>
                    <a:pt x="27" y="6"/>
                    <a:pt x="22" y="8"/>
                    <a:pt x="15" y="8"/>
                  </a:cubicBezTo>
                  <a:cubicBezTo>
                    <a:pt x="8" y="9"/>
                    <a:pt x="2" y="7"/>
                    <a:pt x="1" y="5"/>
                  </a:cubicBezTo>
                  <a:cubicBezTo>
                    <a:pt x="0" y="3"/>
                    <a:pt x="4" y="1"/>
                    <a:pt x="11" y="0"/>
                  </a:cubicBezTo>
                  <a:cubicBezTo>
                    <a:pt x="18" y="0"/>
                    <a:pt x="25" y="2"/>
                    <a:pt x="2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3" name="Freeform 1439">
              <a:extLst>
                <a:ext uri="{FF2B5EF4-FFF2-40B4-BE49-F238E27FC236}">
                  <a16:creationId xmlns:a16="http://schemas.microsoft.com/office/drawing/2014/main" id="{68B5F424-1C1F-FCC9-05D9-CFFFA7D2C5B6}"/>
                </a:ext>
              </a:extLst>
            </p:cNvPr>
            <p:cNvSpPr>
              <a:spLocks/>
            </p:cNvSpPr>
            <p:nvPr/>
          </p:nvSpPr>
          <p:spPr bwMode="auto">
            <a:xfrm rot="5094805">
              <a:off x="417922" y="2035325"/>
              <a:ext cx="66264" cy="20565"/>
            </a:xfrm>
            <a:custGeom>
              <a:avLst/>
              <a:gdLst>
                <a:gd name="T0" fmla="*/ 15 w 27"/>
                <a:gd name="T1" fmla="*/ 9 h 9"/>
                <a:gd name="T2" fmla="*/ 1 w 27"/>
                <a:gd name="T3" fmla="*/ 4 h 9"/>
                <a:gd name="T4" fmla="*/ 11 w 27"/>
                <a:gd name="T5" fmla="*/ 0 h 9"/>
                <a:gd name="T6" fmla="*/ 26 w 27"/>
                <a:gd name="T7" fmla="*/ 4 h 9"/>
                <a:gd name="T8" fmla="*/ 15 w 27"/>
                <a:gd name="T9" fmla="*/ 9 h 9"/>
              </a:gdLst>
              <a:ahLst/>
              <a:cxnLst>
                <a:cxn ang="0">
                  <a:pos x="T0" y="T1"/>
                </a:cxn>
                <a:cxn ang="0">
                  <a:pos x="T2" y="T3"/>
                </a:cxn>
                <a:cxn ang="0">
                  <a:pos x="T4" y="T5"/>
                </a:cxn>
                <a:cxn ang="0">
                  <a:pos x="T6" y="T7"/>
                </a:cxn>
                <a:cxn ang="0">
                  <a:pos x="T8" y="T9"/>
                </a:cxn>
              </a:cxnLst>
              <a:rect l="0" t="0" r="r" b="b"/>
              <a:pathLst>
                <a:path w="27" h="9">
                  <a:moveTo>
                    <a:pt x="15" y="9"/>
                  </a:moveTo>
                  <a:cubicBezTo>
                    <a:pt x="7" y="9"/>
                    <a:pt x="1" y="7"/>
                    <a:pt x="1" y="4"/>
                  </a:cubicBezTo>
                  <a:cubicBezTo>
                    <a:pt x="0" y="2"/>
                    <a:pt x="5" y="0"/>
                    <a:pt x="11" y="0"/>
                  </a:cubicBezTo>
                  <a:cubicBezTo>
                    <a:pt x="18" y="0"/>
                    <a:pt x="25" y="2"/>
                    <a:pt x="26" y="4"/>
                  </a:cubicBezTo>
                  <a:cubicBezTo>
                    <a:pt x="27" y="6"/>
                    <a:pt x="22" y="9"/>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4" name="Freeform 1440">
              <a:extLst>
                <a:ext uri="{FF2B5EF4-FFF2-40B4-BE49-F238E27FC236}">
                  <a16:creationId xmlns:a16="http://schemas.microsoft.com/office/drawing/2014/main" id="{562C1403-7EF7-5B94-2EB5-D4A565EFA87F}"/>
                </a:ext>
              </a:extLst>
            </p:cNvPr>
            <p:cNvSpPr>
              <a:spLocks/>
            </p:cNvSpPr>
            <p:nvPr/>
          </p:nvSpPr>
          <p:spPr bwMode="auto">
            <a:xfrm rot="5094805">
              <a:off x="402987" y="1839582"/>
              <a:ext cx="61694" cy="25135"/>
            </a:xfrm>
            <a:custGeom>
              <a:avLst/>
              <a:gdLst>
                <a:gd name="T0" fmla="*/ 25 w 25"/>
                <a:gd name="T1" fmla="*/ 6 h 11"/>
                <a:gd name="T2" fmla="*/ 12 w 25"/>
                <a:gd name="T3" fmla="*/ 11 h 11"/>
                <a:gd name="T4" fmla="*/ 0 w 25"/>
                <a:gd name="T5" fmla="*/ 5 h 11"/>
                <a:gd name="T6" fmla="*/ 11 w 25"/>
                <a:gd name="T7" fmla="*/ 0 h 11"/>
                <a:gd name="T8" fmla="*/ 25 w 25"/>
                <a:gd name="T9" fmla="*/ 6 h 11"/>
              </a:gdLst>
              <a:ahLst/>
              <a:cxnLst>
                <a:cxn ang="0">
                  <a:pos x="T0" y="T1"/>
                </a:cxn>
                <a:cxn ang="0">
                  <a:pos x="T2" y="T3"/>
                </a:cxn>
                <a:cxn ang="0">
                  <a:pos x="T4" y="T5"/>
                </a:cxn>
                <a:cxn ang="0">
                  <a:pos x="T6" y="T7"/>
                </a:cxn>
                <a:cxn ang="0">
                  <a:pos x="T8" y="T9"/>
                </a:cxn>
              </a:cxnLst>
              <a:rect l="0" t="0" r="r" b="b"/>
              <a:pathLst>
                <a:path w="25" h="11">
                  <a:moveTo>
                    <a:pt x="25" y="6"/>
                  </a:moveTo>
                  <a:cubicBezTo>
                    <a:pt x="25" y="9"/>
                    <a:pt x="20" y="11"/>
                    <a:pt x="12" y="11"/>
                  </a:cubicBezTo>
                  <a:cubicBezTo>
                    <a:pt x="5" y="11"/>
                    <a:pt x="0" y="8"/>
                    <a:pt x="0" y="5"/>
                  </a:cubicBezTo>
                  <a:cubicBezTo>
                    <a:pt x="0" y="2"/>
                    <a:pt x="5" y="0"/>
                    <a:pt x="11" y="0"/>
                  </a:cubicBezTo>
                  <a:cubicBezTo>
                    <a:pt x="18" y="0"/>
                    <a:pt x="25" y="3"/>
                    <a:pt x="2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5" name="Freeform 1441">
              <a:extLst>
                <a:ext uri="{FF2B5EF4-FFF2-40B4-BE49-F238E27FC236}">
                  <a16:creationId xmlns:a16="http://schemas.microsoft.com/office/drawing/2014/main" id="{4C1C2CAD-C6DD-DE8C-562C-D61236A91FBC}"/>
                </a:ext>
              </a:extLst>
            </p:cNvPr>
            <p:cNvSpPr>
              <a:spLocks/>
            </p:cNvSpPr>
            <p:nvPr/>
          </p:nvSpPr>
          <p:spPr bwMode="auto">
            <a:xfrm rot="5094805">
              <a:off x="385556" y="1641360"/>
              <a:ext cx="66264" cy="29705"/>
            </a:xfrm>
            <a:custGeom>
              <a:avLst/>
              <a:gdLst>
                <a:gd name="T0" fmla="*/ 26 w 27"/>
                <a:gd name="T1" fmla="*/ 6 h 12"/>
                <a:gd name="T2" fmla="*/ 14 w 27"/>
                <a:gd name="T3" fmla="*/ 12 h 12"/>
                <a:gd name="T4" fmla="*/ 1 w 27"/>
                <a:gd name="T5" fmla="*/ 6 h 12"/>
                <a:gd name="T6" fmla="*/ 12 w 27"/>
                <a:gd name="T7" fmla="*/ 0 h 12"/>
                <a:gd name="T8" fmla="*/ 26 w 27"/>
                <a:gd name="T9" fmla="*/ 6 h 12"/>
              </a:gdLst>
              <a:ahLst/>
              <a:cxnLst>
                <a:cxn ang="0">
                  <a:pos x="T0" y="T1"/>
                </a:cxn>
                <a:cxn ang="0">
                  <a:pos x="T2" y="T3"/>
                </a:cxn>
                <a:cxn ang="0">
                  <a:pos x="T4" y="T5"/>
                </a:cxn>
                <a:cxn ang="0">
                  <a:pos x="T6" y="T7"/>
                </a:cxn>
                <a:cxn ang="0">
                  <a:pos x="T8" y="T9"/>
                </a:cxn>
              </a:cxnLst>
              <a:rect l="0" t="0" r="r" b="b"/>
              <a:pathLst>
                <a:path w="27" h="12">
                  <a:moveTo>
                    <a:pt x="26" y="6"/>
                  </a:moveTo>
                  <a:cubicBezTo>
                    <a:pt x="27" y="10"/>
                    <a:pt x="21" y="12"/>
                    <a:pt x="14" y="12"/>
                  </a:cubicBezTo>
                  <a:cubicBezTo>
                    <a:pt x="7" y="12"/>
                    <a:pt x="2" y="9"/>
                    <a:pt x="1" y="6"/>
                  </a:cubicBezTo>
                  <a:cubicBezTo>
                    <a:pt x="0" y="2"/>
                    <a:pt x="5" y="0"/>
                    <a:pt x="12" y="0"/>
                  </a:cubicBezTo>
                  <a:cubicBezTo>
                    <a:pt x="19" y="0"/>
                    <a:pt x="25" y="3"/>
                    <a:pt x="2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6" name="Freeform 1442">
              <a:extLst>
                <a:ext uri="{FF2B5EF4-FFF2-40B4-BE49-F238E27FC236}">
                  <a16:creationId xmlns:a16="http://schemas.microsoft.com/office/drawing/2014/main" id="{3DA8A70E-6C04-FEB5-7648-5AFFDC210F32}"/>
                </a:ext>
              </a:extLst>
            </p:cNvPr>
            <p:cNvSpPr>
              <a:spLocks/>
            </p:cNvSpPr>
            <p:nvPr/>
          </p:nvSpPr>
          <p:spPr bwMode="auto">
            <a:xfrm rot="5094805">
              <a:off x="369474" y="1444373"/>
              <a:ext cx="66264" cy="36560"/>
            </a:xfrm>
            <a:custGeom>
              <a:avLst/>
              <a:gdLst>
                <a:gd name="T0" fmla="*/ 12 w 27"/>
                <a:gd name="T1" fmla="*/ 0 h 15"/>
                <a:gd name="T2" fmla="*/ 26 w 27"/>
                <a:gd name="T3" fmla="*/ 8 h 15"/>
                <a:gd name="T4" fmla="*/ 14 w 27"/>
                <a:gd name="T5" fmla="*/ 15 h 15"/>
                <a:gd name="T6" fmla="*/ 1 w 27"/>
                <a:gd name="T7" fmla="*/ 8 h 15"/>
                <a:gd name="T8" fmla="*/ 12 w 27"/>
                <a:gd name="T9" fmla="*/ 0 h 15"/>
              </a:gdLst>
              <a:ahLst/>
              <a:cxnLst>
                <a:cxn ang="0">
                  <a:pos x="T0" y="T1"/>
                </a:cxn>
                <a:cxn ang="0">
                  <a:pos x="T2" y="T3"/>
                </a:cxn>
                <a:cxn ang="0">
                  <a:pos x="T4" y="T5"/>
                </a:cxn>
                <a:cxn ang="0">
                  <a:pos x="T6" y="T7"/>
                </a:cxn>
                <a:cxn ang="0">
                  <a:pos x="T8" y="T9"/>
                </a:cxn>
              </a:cxnLst>
              <a:rect l="0" t="0" r="r" b="b"/>
              <a:pathLst>
                <a:path w="27" h="15">
                  <a:moveTo>
                    <a:pt x="12" y="0"/>
                  </a:moveTo>
                  <a:cubicBezTo>
                    <a:pt x="18" y="0"/>
                    <a:pt x="25" y="4"/>
                    <a:pt x="26" y="8"/>
                  </a:cubicBezTo>
                  <a:cubicBezTo>
                    <a:pt x="27" y="11"/>
                    <a:pt x="21" y="15"/>
                    <a:pt x="14" y="15"/>
                  </a:cubicBezTo>
                  <a:cubicBezTo>
                    <a:pt x="8" y="15"/>
                    <a:pt x="2" y="12"/>
                    <a:pt x="1" y="8"/>
                  </a:cubicBezTo>
                  <a:cubicBezTo>
                    <a:pt x="0" y="4"/>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7" name="Freeform 1443">
              <a:extLst>
                <a:ext uri="{FF2B5EF4-FFF2-40B4-BE49-F238E27FC236}">
                  <a16:creationId xmlns:a16="http://schemas.microsoft.com/office/drawing/2014/main" id="{F9093689-7664-C35E-EDE3-1C2458A5C98B}"/>
                </a:ext>
              </a:extLst>
            </p:cNvPr>
            <p:cNvSpPr>
              <a:spLocks/>
            </p:cNvSpPr>
            <p:nvPr/>
          </p:nvSpPr>
          <p:spPr bwMode="auto">
            <a:xfrm rot="5094805">
              <a:off x="349978" y="1248833"/>
              <a:ext cx="66264" cy="41130"/>
            </a:xfrm>
            <a:custGeom>
              <a:avLst/>
              <a:gdLst>
                <a:gd name="T0" fmla="*/ 12 w 27"/>
                <a:gd name="T1" fmla="*/ 0 h 16"/>
                <a:gd name="T2" fmla="*/ 26 w 27"/>
                <a:gd name="T3" fmla="*/ 8 h 16"/>
                <a:gd name="T4" fmla="*/ 14 w 27"/>
                <a:gd name="T5" fmla="*/ 16 h 16"/>
                <a:gd name="T6" fmla="*/ 1 w 27"/>
                <a:gd name="T7" fmla="*/ 9 h 16"/>
                <a:gd name="T8" fmla="*/ 12 w 27"/>
                <a:gd name="T9" fmla="*/ 0 h 16"/>
              </a:gdLst>
              <a:ahLst/>
              <a:cxnLst>
                <a:cxn ang="0">
                  <a:pos x="T0" y="T1"/>
                </a:cxn>
                <a:cxn ang="0">
                  <a:pos x="T2" y="T3"/>
                </a:cxn>
                <a:cxn ang="0">
                  <a:pos x="T4" y="T5"/>
                </a:cxn>
                <a:cxn ang="0">
                  <a:pos x="T6" y="T7"/>
                </a:cxn>
                <a:cxn ang="0">
                  <a:pos x="T8" y="T9"/>
                </a:cxn>
              </a:cxnLst>
              <a:rect l="0" t="0" r="r" b="b"/>
              <a:pathLst>
                <a:path w="27" h="16">
                  <a:moveTo>
                    <a:pt x="12" y="0"/>
                  </a:moveTo>
                  <a:cubicBezTo>
                    <a:pt x="18" y="0"/>
                    <a:pt x="25" y="4"/>
                    <a:pt x="26" y="8"/>
                  </a:cubicBezTo>
                  <a:cubicBezTo>
                    <a:pt x="27" y="12"/>
                    <a:pt x="21" y="16"/>
                    <a:pt x="14" y="16"/>
                  </a:cubicBezTo>
                  <a:cubicBezTo>
                    <a:pt x="8" y="16"/>
                    <a:pt x="2" y="13"/>
                    <a:pt x="1" y="9"/>
                  </a:cubicBezTo>
                  <a:cubicBezTo>
                    <a:pt x="0" y="4"/>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8" name="Freeform 1444">
              <a:extLst>
                <a:ext uri="{FF2B5EF4-FFF2-40B4-BE49-F238E27FC236}">
                  <a16:creationId xmlns:a16="http://schemas.microsoft.com/office/drawing/2014/main" id="{959DD305-CC71-4059-5698-53E8A895B05C}"/>
                </a:ext>
              </a:extLst>
            </p:cNvPr>
            <p:cNvSpPr>
              <a:spLocks/>
            </p:cNvSpPr>
            <p:nvPr/>
          </p:nvSpPr>
          <p:spPr bwMode="auto">
            <a:xfrm rot="5094805">
              <a:off x="329247" y="1052357"/>
              <a:ext cx="63979" cy="45700"/>
            </a:xfrm>
            <a:custGeom>
              <a:avLst/>
              <a:gdLst>
                <a:gd name="T0" fmla="*/ 25 w 26"/>
                <a:gd name="T1" fmla="*/ 9 h 18"/>
                <a:gd name="T2" fmla="*/ 13 w 26"/>
                <a:gd name="T3" fmla="*/ 17 h 18"/>
                <a:gd name="T4" fmla="*/ 0 w 26"/>
                <a:gd name="T5" fmla="*/ 8 h 18"/>
                <a:gd name="T6" fmla="*/ 11 w 26"/>
                <a:gd name="T7" fmla="*/ 0 h 18"/>
                <a:gd name="T8" fmla="*/ 25 w 26"/>
                <a:gd name="T9" fmla="*/ 9 h 18"/>
              </a:gdLst>
              <a:ahLst/>
              <a:cxnLst>
                <a:cxn ang="0">
                  <a:pos x="T0" y="T1"/>
                </a:cxn>
                <a:cxn ang="0">
                  <a:pos x="T2" y="T3"/>
                </a:cxn>
                <a:cxn ang="0">
                  <a:pos x="T4" y="T5"/>
                </a:cxn>
                <a:cxn ang="0">
                  <a:pos x="T6" y="T7"/>
                </a:cxn>
                <a:cxn ang="0">
                  <a:pos x="T8" y="T9"/>
                </a:cxn>
              </a:cxnLst>
              <a:rect l="0" t="0" r="r" b="b"/>
              <a:pathLst>
                <a:path w="26" h="18">
                  <a:moveTo>
                    <a:pt x="25" y="9"/>
                  </a:moveTo>
                  <a:cubicBezTo>
                    <a:pt x="26" y="13"/>
                    <a:pt x="20" y="17"/>
                    <a:pt x="13" y="17"/>
                  </a:cubicBezTo>
                  <a:cubicBezTo>
                    <a:pt x="6" y="18"/>
                    <a:pt x="0" y="14"/>
                    <a:pt x="0" y="8"/>
                  </a:cubicBezTo>
                  <a:cubicBezTo>
                    <a:pt x="0" y="4"/>
                    <a:pt x="5" y="0"/>
                    <a:pt x="11" y="0"/>
                  </a:cubicBezTo>
                  <a:cubicBezTo>
                    <a:pt x="18" y="0"/>
                    <a:pt x="25" y="4"/>
                    <a:pt x="2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9" name="Freeform 1445">
              <a:extLst>
                <a:ext uri="{FF2B5EF4-FFF2-40B4-BE49-F238E27FC236}">
                  <a16:creationId xmlns:a16="http://schemas.microsoft.com/office/drawing/2014/main" id="{2640A84A-3D20-BC36-1626-F0EF23E47D95}"/>
                </a:ext>
              </a:extLst>
            </p:cNvPr>
            <p:cNvSpPr>
              <a:spLocks/>
            </p:cNvSpPr>
            <p:nvPr/>
          </p:nvSpPr>
          <p:spPr bwMode="auto">
            <a:xfrm rot="5094805">
              <a:off x="300541" y="857530"/>
              <a:ext cx="66264" cy="47984"/>
            </a:xfrm>
            <a:custGeom>
              <a:avLst/>
              <a:gdLst>
                <a:gd name="T0" fmla="*/ 15 w 27"/>
                <a:gd name="T1" fmla="*/ 19 h 20"/>
                <a:gd name="T2" fmla="*/ 1 w 27"/>
                <a:gd name="T3" fmla="*/ 11 h 20"/>
                <a:gd name="T4" fmla="*/ 11 w 27"/>
                <a:gd name="T5" fmla="*/ 1 h 20"/>
                <a:gd name="T6" fmla="*/ 26 w 27"/>
                <a:gd name="T7" fmla="*/ 8 h 20"/>
                <a:gd name="T8" fmla="*/ 15 w 27"/>
                <a:gd name="T9" fmla="*/ 19 h 20"/>
              </a:gdLst>
              <a:ahLst/>
              <a:cxnLst>
                <a:cxn ang="0">
                  <a:pos x="T0" y="T1"/>
                </a:cxn>
                <a:cxn ang="0">
                  <a:pos x="T2" y="T3"/>
                </a:cxn>
                <a:cxn ang="0">
                  <a:pos x="T4" y="T5"/>
                </a:cxn>
                <a:cxn ang="0">
                  <a:pos x="T6" y="T7"/>
                </a:cxn>
                <a:cxn ang="0">
                  <a:pos x="T8" y="T9"/>
                </a:cxn>
              </a:cxnLst>
              <a:rect l="0" t="0" r="r" b="b"/>
              <a:pathLst>
                <a:path w="27" h="20">
                  <a:moveTo>
                    <a:pt x="15" y="19"/>
                  </a:moveTo>
                  <a:cubicBezTo>
                    <a:pt x="8" y="20"/>
                    <a:pt x="2" y="16"/>
                    <a:pt x="1" y="11"/>
                  </a:cubicBezTo>
                  <a:cubicBezTo>
                    <a:pt x="0" y="6"/>
                    <a:pt x="5" y="1"/>
                    <a:pt x="11" y="1"/>
                  </a:cubicBezTo>
                  <a:cubicBezTo>
                    <a:pt x="18" y="0"/>
                    <a:pt x="25" y="3"/>
                    <a:pt x="26" y="8"/>
                  </a:cubicBezTo>
                  <a:cubicBezTo>
                    <a:pt x="27" y="14"/>
                    <a:pt x="23" y="18"/>
                    <a:pt x="15"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0" name="Freeform 1446">
              <a:extLst>
                <a:ext uri="{FF2B5EF4-FFF2-40B4-BE49-F238E27FC236}">
                  <a16:creationId xmlns:a16="http://schemas.microsoft.com/office/drawing/2014/main" id="{193DB958-2280-3A7E-0E03-BB77A7DA1476}"/>
                </a:ext>
              </a:extLst>
            </p:cNvPr>
            <p:cNvSpPr>
              <a:spLocks/>
            </p:cNvSpPr>
            <p:nvPr/>
          </p:nvSpPr>
          <p:spPr bwMode="auto">
            <a:xfrm rot="5094805">
              <a:off x="268527" y="664246"/>
              <a:ext cx="66264" cy="50269"/>
            </a:xfrm>
            <a:custGeom>
              <a:avLst/>
              <a:gdLst>
                <a:gd name="T0" fmla="*/ 27 w 27"/>
                <a:gd name="T1" fmla="*/ 9 h 20"/>
                <a:gd name="T2" fmla="*/ 15 w 27"/>
                <a:gd name="T3" fmla="*/ 20 h 20"/>
                <a:gd name="T4" fmla="*/ 2 w 27"/>
                <a:gd name="T5" fmla="*/ 12 h 20"/>
                <a:gd name="T6" fmla="*/ 12 w 27"/>
                <a:gd name="T7" fmla="*/ 0 h 20"/>
                <a:gd name="T8" fmla="*/ 27 w 27"/>
                <a:gd name="T9" fmla="*/ 9 h 20"/>
              </a:gdLst>
              <a:ahLst/>
              <a:cxnLst>
                <a:cxn ang="0">
                  <a:pos x="T0" y="T1"/>
                </a:cxn>
                <a:cxn ang="0">
                  <a:pos x="T2" y="T3"/>
                </a:cxn>
                <a:cxn ang="0">
                  <a:pos x="T4" y="T5"/>
                </a:cxn>
                <a:cxn ang="0">
                  <a:pos x="T6" y="T7"/>
                </a:cxn>
                <a:cxn ang="0">
                  <a:pos x="T8" y="T9"/>
                </a:cxn>
              </a:cxnLst>
              <a:rect l="0" t="0" r="r" b="b"/>
              <a:pathLst>
                <a:path w="27" h="20">
                  <a:moveTo>
                    <a:pt x="27" y="9"/>
                  </a:moveTo>
                  <a:cubicBezTo>
                    <a:pt x="27" y="15"/>
                    <a:pt x="22" y="20"/>
                    <a:pt x="15" y="20"/>
                  </a:cubicBezTo>
                  <a:cubicBezTo>
                    <a:pt x="8" y="20"/>
                    <a:pt x="2" y="17"/>
                    <a:pt x="2" y="12"/>
                  </a:cubicBezTo>
                  <a:cubicBezTo>
                    <a:pt x="0" y="6"/>
                    <a:pt x="5" y="1"/>
                    <a:pt x="12" y="0"/>
                  </a:cubicBezTo>
                  <a:cubicBezTo>
                    <a:pt x="19" y="0"/>
                    <a:pt x="26" y="4"/>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1" name="Freeform 1447">
              <a:extLst>
                <a:ext uri="{FF2B5EF4-FFF2-40B4-BE49-F238E27FC236}">
                  <a16:creationId xmlns:a16="http://schemas.microsoft.com/office/drawing/2014/main" id="{457305BE-D174-8F29-A4D4-7DD11C07598B}"/>
                </a:ext>
              </a:extLst>
            </p:cNvPr>
            <p:cNvSpPr>
              <a:spLocks/>
            </p:cNvSpPr>
            <p:nvPr/>
          </p:nvSpPr>
          <p:spPr bwMode="auto">
            <a:xfrm rot="5094805">
              <a:off x="229685" y="471570"/>
              <a:ext cx="66264" cy="52554"/>
            </a:xfrm>
            <a:custGeom>
              <a:avLst/>
              <a:gdLst>
                <a:gd name="T0" fmla="*/ 15 w 27"/>
                <a:gd name="T1" fmla="*/ 21 h 22"/>
                <a:gd name="T2" fmla="*/ 1 w 27"/>
                <a:gd name="T3" fmla="*/ 13 h 22"/>
                <a:gd name="T4" fmla="*/ 11 w 27"/>
                <a:gd name="T5" fmla="*/ 2 h 22"/>
                <a:gd name="T6" fmla="*/ 26 w 27"/>
                <a:gd name="T7" fmla="*/ 10 h 22"/>
                <a:gd name="T8" fmla="*/ 15 w 27"/>
                <a:gd name="T9" fmla="*/ 21 h 22"/>
              </a:gdLst>
              <a:ahLst/>
              <a:cxnLst>
                <a:cxn ang="0">
                  <a:pos x="T0" y="T1"/>
                </a:cxn>
                <a:cxn ang="0">
                  <a:pos x="T2" y="T3"/>
                </a:cxn>
                <a:cxn ang="0">
                  <a:pos x="T4" y="T5"/>
                </a:cxn>
                <a:cxn ang="0">
                  <a:pos x="T6" y="T7"/>
                </a:cxn>
                <a:cxn ang="0">
                  <a:pos x="T8" y="T9"/>
                </a:cxn>
              </a:cxnLst>
              <a:rect l="0" t="0" r="r" b="b"/>
              <a:pathLst>
                <a:path w="27" h="22">
                  <a:moveTo>
                    <a:pt x="15" y="21"/>
                  </a:moveTo>
                  <a:cubicBezTo>
                    <a:pt x="7" y="22"/>
                    <a:pt x="1" y="19"/>
                    <a:pt x="1" y="13"/>
                  </a:cubicBezTo>
                  <a:cubicBezTo>
                    <a:pt x="0" y="8"/>
                    <a:pt x="5" y="3"/>
                    <a:pt x="11" y="2"/>
                  </a:cubicBezTo>
                  <a:cubicBezTo>
                    <a:pt x="18" y="0"/>
                    <a:pt x="25" y="4"/>
                    <a:pt x="26" y="10"/>
                  </a:cubicBezTo>
                  <a:cubicBezTo>
                    <a:pt x="27" y="15"/>
                    <a:pt x="22" y="21"/>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2" name="Freeform 1448">
              <a:extLst>
                <a:ext uri="{FF2B5EF4-FFF2-40B4-BE49-F238E27FC236}">
                  <a16:creationId xmlns:a16="http://schemas.microsoft.com/office/drawing/2014/main" id="{5FA7E7C9-F015-F6DA-48F3-F0AEC20B5B41}"/>
                </a:ext>
              </a:extLst>
            </p:cNvPr>
            <p:cNvSpPr>
              <a:spLocks/>
            </p:cNvSpPr>
            <p:nvPr/>
          </p:nvSpPr>
          <p:spPr bwMode="auto">
            <a:xfrm rot="5094805">
              <a:off x="179464" y="279907"/>
              <a:ext cx="66264" cy="54839"/>
            </a:xfrm>
            <a:custGeom>
              <a:avLst/>
              <a:gdLst>
                <a:gd name="T0" fmla="*/ 26 w 27"/>
                <a:gd name="T1" fmla="*/ 9 h 22"/>
                <a:gd name="T2" fmla="*/ 15 w 27"/>
                <a:gd name="T3" fmla="*/ 21 h 22"/>
                <a:gd name="T4" fmla="*/ 2 w 27"/>
                <a:gd name="T5" fmla="*/ 14 h 22"/>
                <a:gd name="T6" fmla="*/ 12 w 27"/>
                <a:gd name="T7" fmla="*/ 1 h 22"/>
                <a:gd name="T8" fmla="*/ 26 w 27"/>
                <a:gd name="T9" fmla="*/ 9 h 22"/>
              </a:gdLst>
              <a:ahLst/>
              <a:cxnLst>
                <a:cxn ang="0">
                  <a:pos x="T0" y="T1"/>
                </a:cxn>
                <a:cxn ang="0">
                  <a:pos x="T2" y="T3"/>
                </a:cxn>
                <a:cxn ang="0">
                  <a:pos x="T4" y="T5"/>
                </a:cxn>
                <a:cxn ang="0">
                  <a:pos x="T6" y="T7"/>
                </a:cxn>
                <a:cxn ang="0">
                  <a:pos x="T8" y="T9"/>
                </a:cxn>
              </a:cxnLst>
              <a:rect l="0" t="0" r="r" b="b"/>
              <a:pathLst>
                <a:path w="27" h="22">
                  <a:moveTo>
                    <a:pt x="26" y="9"/>
                  </a:moveTo>
                  <a:cubicBezTo>
                    <a:pt x="27" y="14"/>
                    <a:pt x="22" y="20"/>
                    <a:pt x="15" y="21"/>
                  </a:cubicBezTo>
                  <a:cubicBezTo>
                    <a:pt x="8" y="22"/>
                    <a:pt x="3" y="19"/>
                    <a:pt x="2" y="14"/>
                  </a:cubicBezTo>
                  <a:cubicBezTo>
                    <a:pt x="0" y="8"/>
                    <a:pt x="5" y="3"/>
                    <a:pt x="12" y="1"/>
                  </a:cubicBezTo>
                  <a:cubicBezTo>
                    <a:pt x="19" y="0"/>
                    <a:pt x="26" y="3"/>
                    <a:pt x="2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3" name="Freeform 1449">
              <a:extLst>
                <a:ext uri="{FF2B5EF4-FFF2-40B4-BE49-F238E27FC236}">
                  <a16:creationId xmlns:a16="http://schemas.microsoft.com/office/drawing/2014/main" id="{D865F89D-6221-EF8C-0B67-70A493731572}"/>
                </a:ext>
              </a:extLst>
            </p:cNvPr>
            <p:cNvSpPr>
              <a:spLocks/>
            </p:cNvSpPr>
            <p:nvPr/>
          </p:nvSpPr>
          <p:spPr bwMode="auto">
            <a:xfrm rot="5094805">
              <a:off x="124893" y="93210"/>
              <a:ext cx="66264" cy="52554"/>
            </a:xfrm>
            <a:custGeom>
              <a:avLst/>
              <a:gdLst>
                <a:gd name="T0" fmla="*/ 12 w 27"/>
                <a:gd name="T1" fmla="*/ 1 h 21"/>
                <a:gd name="T2" fmla="*/ 26 w 27"/>
                <a:gd name="T3" fmla="*/ 8 h 21"/>
                <a:gd name="T4" fmla="*/ 15 w 27"/>
                <a:gd name="T5" fmla="*/ 20 h 21"/>
                <a:gd name="T6" fmla="*/ 1 w 27"/>
                <a:gd name="T7" fmla="*/ 14 h 21"/>
                <a:gd name="T8" fmla="*/ 12 w 27"/>
                <a:gd name="T9" fmla="*/ 1 h 21"/>
              </a:gdLst>
              <a:ahLst/>
              <a:cxnLst>
                <a:cxn ang="0">
                  <a:pos x="T0" y="T1"/>
                </a:cxn>
                <a:cxn ang="0">
                  <a:pos x="T2" y="T3"/>
                </a:cxn>
                <a:cxn ang="0">
                  <a:pos x="T4" y="T5"/>
                </a:cxn>
                <a:cxn ang="0">
                  <a:pos x="T6" y="T7"/>
                </a:cxn>
                <a:cxn ang="0">
                  <a:pos x="T8" y="T9"/>
                </a:cxn>
              </a:cxnLst>
              <a:rect l="0" t="0" r="r" b="b"/>
              <a:pathLst>
                <a:path w="27" h="21">
                  <a:moveTo>
                    <a:pt x="12" y="1"/>
                  </a:moveTo>
                  <a:cubicBezTo>
                    <a:pt x="18" y="0"/>
                    <a:pt x="25" y="3"/>
                    <a:pt x="26" y="8"/>
                  </a:cubicBezTo>
                  <a:cubicBezTo>
                    <a:pt x="27" y="13"/>
                    <a:pt x="22" y="19"/>
                    <a:pt x="15" y="20"/>
                  </a:cubicBezTo>
                  <a:cubicBezTo>
                    <a:pt x="8" y="21"/>
                    <a:pt x="2" y="19"/>
                    <a:pt x="1" y="14"/>
                  </a:cubicBezTo>
                  <a:cubicBezTo>
                    <a:pt x="0" y="9"/>
                    <a:pt x="5" y="3"/>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4" name="Freeform 1450">
              <a:extLst>
                <a:ext uri="{FF2B5EF4-FFF2-40B4-BE49-F238E27FC236}">
                  <a16:creationId xmlns:a16="http://schemas.microsoft.com/office/drawing/2014/main" id="{B85A7B4E-C506-1BB2-6C47-9801052F1E43}"/>
                </a:ext>
              </a:extLst>
            </p:cNvPr>
            <p:cNvSpPr>
              <a:spLocks/>
            </p:cNvSpPr>
            <p:nvPr/>
          </p:nvSpPr>
          <p:spPr bwMode="auto">
            <a:xfrm rot="5094805">
              <a:off x="69078" y="-94625"/>
              <a:ext cx="68549" cy="50269"/>
            </a:xfrm>
            <a:custGeom>
              <a:avLst/>
              <a:gdLst>
                <a:gd name="T0" fmla="*/ 11 w 27"/>
                <a:gd name="T1" fmla="*/ 1 h 20"/>
                <a:gd name="T2" fmla="*/ 26 w 27"/>
                <a:gd name="T3" fmla="*/ 8 h 20"/>
                <a:gd name="T4" fmla="*/ 16 w 27"/>
                <a:gd name="T5" fmla="*/ 19 h 20"/>
                <a:gd name="T6" fmla="*/ 1 w 27"/>
                <a:gd name="T7" fmla="*/ 13 h 20"/>
                <a:gd name="T8" fmla="*/ 11 w 27"/>
                <a:gd name="T9" fmla="*/ 1 h 20"/>
              </a:gdLst>
              <a:ahLst/>
              <a:cxnLst>
                <a:cxn ang="0">
                  <a:pos x="T0" y="T1"/>
                </a:cxn>
                <a:cxn ang="0">
                  <a:pos x="T2" y="T3"/>
                </a:cxn>
                <a:cxn ang="0">
                  <a:pos x="T4" y="T5"/>
                </a:cxn>
                <a:cxn ang="0">
                  <a:pos x="T6" y="T7"/>
                </a:cxn>
                <a:cxn ang="0">
                  <a:pos x="T8" y="T9"/>
                </a:cxn>
              </a:cxnLst>
              <a:rect l="0" t="0" r="r" b="b"/>
              <a:pathLst>
                <a:path w="27" h="20">
                  <a:moveTo>
                    <a:pt x="11" y="1"/>
                  </a:moveTo>
                  <a:cubicBezTo>
                    <a:pt x="18" y="0"/>
                    <a:pt x="25" y="3"/>
                    <a:pt x="26" y="8"/>
                  </a:cubicBezTo>
                  <a:cubicBezTo>
                    <a:pt x="27" y="13"/>
                    <a:pt x="22" y="17"/>
                    <a:pt x="16" y="19"/>
                  </a:cubicBezTo>
                  <a:cubicBezTo>
                    <a:pt x="9" y="20"/>
                    <a:pt x="2" y="18"/>
                    <a:pt x="1" y="13"/>
                  </a:cubicBezTo>
                  <a:cubicBezTo>
                    <a:pt x="0" y="8"/>
                    <a:pt x="4" y="3"/>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5" name="Freeform 1469">
              <a:extLst>
                <a:ext uri="{FF2B5EF4-FFF2-40B4-BE49-F238E27FC236}">
                  <a16:creationId xmlns:a16="http://schemas.microsoft.com/office/drawing/2014/main" id="{31247A54-66F5-4A34-4388-57ABAABA418B}"/>
                </a:ext>
              </a:extLst>
            </p:cNvPr>
            <p:cNvSpPr>
              <a:spLocks/>
            </p:cNvSpPr>
            <p:nvPr/>
          </p:nvSpPr>
          <p:spPr bwMode="auto">
            <a:xfrm rot="5094805">
              <a:off x="1414630" y="4450647"/>
              <a:ext cx="63979" cy="34275"/>
            </a:xfrm>
            <a:custGeom>
              <a:avLst/>
              <a:gdLst>
                <a:gd name="T0" fmla="*/ 12 w 26"/>
                <a:gd name="T1" fmla="*/ 6 h 14"/>
                <a:gd name="T2" fmla="*/ 25 w 26"/>
                <a:gd name="T3" fmla="*/ 1 h 14"/>
                <a:gd name="T4" fmla="*/ 13 w 26"/>
                <a:gd name="T5" fmla="*/ 9 h 14"/>
                <a:gd name="T6" fmla="*/ 1 w 26"/>
                <a:gd name="T7" fmla="*/ 14 h 14"/>
                <a:gd name="T8" fmla="*/ 12 w 26"/>
                <a:gd name="T9" fmla="*/ 6 h 14"/>
              </a:gdLst>
              <a:ahLst/>
              <a:cxnLst>
                <a:cxn ang="0">
                  <a:pos x="T0" y="T1"/>
                </a:cxn>
                <a:cxn ang="0">
                  <a:pos x="T2" y="T3"/>
                </a:cxn>
                <a:cxn ang="0">
                  <a:pos x="T4" y="T5"/>
                </a:cxn>
                <a:cxn ang="0">
                  <a:pos x="T6" y="T7"/>
                </a:cxn>
                <a:cxn ang="0">
                  <a:pos x="T8" y="T9"/>
                </a:cxn>
              </a:cxnLst>
              <a:rect l="0" t="0" r="r" b="b"/>
              <a:pathLst>
                <a:path w="26" h="14">
                  <a:moveTo>
                    <a:pt x="12" y="6"/>
                  </a:moveTo>
                  <a:cubicBezTo>
                    <a:pt x="19" y="3"/>
                    <a:pt x="25" y="0"/>
                    <a:pt x="25" y="1"/>
                  </a:cubicBezTo>
                  <a:cubicBezTo>
                    <a:pt x="26" y="2"/>
                    <a:pt x="20" y="6"/>
                    <a:pt x="13" y="9"/>
                  </a:cubicBezTo>
                  <a:cubicBezTo>
                    <a:pt x="6" y="12"/>
                    <a:pt x="1" y="14"/>
                    <a:pt x="1" y="14"/>
                  </a:cubicBezTo>
                  <a:cubicBezTo>
                    <a:pt x="0" y="13"/>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6" name="Freeform 1470">
              <a:extLst>
                <a:ext uri="{FF2B5EF4-FFF2-40B4-BE49-F238E27FC236}">
                  <a16:creationId xmlns:a16="http://schemas.microsoft.com/office/drawing/2014/main" id="{3AB597DE-CEB2-603E-DA3E-981BC2D76742}"/>
                </a:ext>
              </a:extLst>
            </p:cNvPr>
            <p:cNvSpPr>
              <a:spLocks/>
            </p:cNvSpPr>
            <p:nvPr/>
          </p:nvSpPr>
          <p:spPr bwMode="auto">
            <a:xfrm rot="5094805">
              <a:off x="1524760" y="4631248"/>
              <a:ext cx="63979" cy="34275"/>
            </a:xfrm>
            <a:custGeom>
              <a:avLst/>
              <a:gdLst>
                <a:gd name="T0" fmla="*/ 12 w 26"/>
                <a:gd name="T1" fmla="*/ 6 h 14"/>
                <a:gd name="T2" fmla="*/ 26 w 26"/>
                <a:gd name="T3" fmla="*/ 1 h 14"/>
                <a:gd name="T4" fmla="*/ 13 w 26"/>
                <a:gd name="T5" fmla="*/ 9 h 14"/>
                <a:gd name="T6" fmla="*/ 1 w 26"/>
                <a:gd name="T7" fmla="*/ 13 h 14"/>
                <a:gd name="T8" fmla="*/ 12 w 26"/>
                <a:gd name="T9" fmla="*/ 6 h 14"/>
              </a:gdLst>
              <a:ahLst/>
              <a:cxnLst>
                <a:cxn ang="0">
                  <a:pos x="T0" y="T1"/>
                </a:cxn>
                <a:cxn ang="0">
                  <a:pos x="T2" y="T3"/>
                </a:cxn>
                <a:cxn ang="0">
                  <a:pos x="T4" y="T5"/>
                </a:cxn>
                <a:cxn ang="0">
                  <a:pos x="T6" y="T7"/>
                </a:cxn>
                <a:cxn ang="0">
                  <a:pos x="T8" y="T9"/>
                </a:cxn>
              </a:cxnLst>
              <a:rect l="0" t="0" r="r" b="b"/>
              <a:pathLst>
                <a:path w="26" h="14">
                  <a:moveTo>
                    <a:pt x="12" y="6"/>
                  </a:moveTo>
                  <a:cubicBezTo>
                    <a:pt x="19" y="3"/>
                    <a:pt x="25" y="0"/>
                    <a:pt x="26" y="1"/>
                  </a:cubicBezTo>
                  <a:cubicBezTo>
                    <a:pt x="26" y="2"/>
                    <a:pt x="20" y="5"/>
                    <a:pt x="13" y="9"/>
                  </a:cubicBezTo>
                  <a:cubicBezTo>
                    <a:pt x="7" y="12"/>
                    <a:pt x="1" y="14"/>
                    <a:pt x="1" y="13"/>
                  </a:cubicBezTo>
                  <a:cubicBezTo>
                    <a:pt x="0" y="12"/>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7" name="Freeform 1471">
              <a:extLst>
                <a:ext uri="{FF2B5EF4-FFF2-40B4-BE49-F238E27FC236}">
                  <a16:creationId xmlns:a16="http://schemas.microsoft.com/office/drawing/2014/main" id="{A32ECB7A-C817-CBB7-5CE9-CEA33E0357B0}"/>
                </a:ext>
              </a:extLst>
            </p:cNvPr>
            <p:cNvSpPr>
              <a:spLocks/>
            </p:cNvSpPr>
            <p:nvPr/>
          </p:nvSpPr>
          <p:spPr bwMode="auto">
            <a:xfrm rot="5094805">
              <a:off x="1632614" y="4814335"/>
              <a:ext cx="63979" cy="29705"/>
            </a:xfrm>
            <a:custGeom>
              <a:avLst/>
              <a:gdLst>
                <a:gd name="T0" fmla="*/ 26 w 26"/>
                <a:gd name="T1" fmla="*/ 0 h 12"/>
                <a:gd name="T2" fmla="*/ 14 w 26"/>
                <a:gd name="T3" fmla="*/ 7 h 12"/>
                <a:gd name="T4" fmla="*/ 1 w 26"/>
                <a:gd name="T5" fmla="*/ 12 h 12"/>
                <a:gd name="T6" fmla="*/ 12 w 26"/>
                <a:gd name="T7" fmla="*/ 5 h 12"/>
                <a:gd name="T8" fmla="*/ 26 w 26"/>
                <a:gd name="T9" fmla="*/ 0 h 12"/>
              </a:gdLst>
              <a:ahLst/>
              <a:cxnLst>
                <a:cxn ang="0">
                  <a:pos x="T0" y="T1"/>
                </a:cxn>
                <a:cxn ang="0">
                  <a:pos x="T2" y="T3"/>
                </a:cxn>
                <a:cxn ang="0">
                  <a:pos x="T4" y="T5"/>
                </a:cxn>
                <a:cxn ang="0">
                  <a:pos x="T6" y="T7"/>
                </a:cxn>
                <a:cxn ang="0">
                  <a:pos x="T8" y="T9"/>
                </a:cxn>
              </a:cxnLst>
              <a:rect l="0" t="0" r="r" b="b"/>
              <a:pathLst>
                <a:path w="26" h="12">
                  <a:moveTo>
                    <a:pt x="26" y="0"/>
                  </a:moveTo>
                  <a:cubicBezTo>
                    <a:pt x="26" y="1"/>
                    <a:pt x="21" y="4"/>
                    <a:pt x="14" y="7"/>
                  </a:cubicBezTo>
                  <a:cubicBezTo>
                    <a:pt x="7" y="10"/>
                    <a:pt x="2" y="12"/>
                    <a:pt x="1" y="12"/>
                  </a:cubicBezTo>
                  <a:cubicBezTo>
                    <a:pt x="0" y="11"/>
                    <a:pt x="5" y="8"/>
                    <a:pt x="12" y="5"/>
                  </a:cubicBezTo>
                  <a:cubicBezTo>
                    <a:pt x="19" y="2"/>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8" name="Freeform 1472">
              <a:extLst>
                <a:ext uri="{FF2B5EF4-FFF2-40B4-BE49-F238E27FC236}">
                  <a16:creationId xmlns:a16="http://schemas.microsoft.com/office/drawing/2014/main" id="{1967D969-219F-7D8C-71DB-6D70132465F8}"/>
                </a:ext>
              </a:extLst>
            </p:cNvPr>
            <p:cNvSpPr>
              <a:spLocks/>
            </p:cNvSpPr>
            <p:nvPr/>
          </p:nvSpPr>
          <p:spPr bwMode="auto">
            <a:xfrm rot="5094805">
              <a:off x="1736119" y="4997819"/>
              <a:ext cx="63979" cy="29705"/>
            </a:xfrm>
            <a:custGeom>
              <a:avLst/>
              <a:gdLst>
                <a:gd name="T0" fmla="*/ 25 w 26"/>
                <a:gd name="T1" fmla="*/ 0 h 12"/>
                <a:gd name="T2" fmla="*/ 13 w 26"/>
                <a:gd name="T3" fmla="*/ 7 h 12"/>
                <a:gd name="T4" fmla="*/ 0 w 26"/>
                <a:gd name="T5" fmla="*/ 11 h 12"/>
                <a:gd name="T6" fmla="*/ 11 w 26"/>
                <a:gd name="T7" fmla="*/ 5 h 12"/>
                <a:gd name="T8" fmla="*/ 25 w 26"/>
                <a:gd name="T9" fmla="*/ 0 h 12"/>
              </a:gdLst>
              <a:ahLst/>
              <a:cxnLst>
                <a:cxn ang="0">
                  <a:pos x="T0" y="T1"/>
                </a:cxn>
                <a:cxn ang="0">
                  <a:pos x="T2" y="T3"/>
                </a:cxn>
                <a:cxn ang="0">
                  <a:pos x="T4" y="T5"/>
                </a:cxn>
                <a:cxn ang="0">
                  <a:pos x="T6" y="T7"/>
                </a:cxn>
                <a:cxn ang="0">
                  <a:pos x="T8" y="T9"/>
                </a:cxn>
              </a:cxnLst>
              <a:rect l="0" t="0" r="r" b="b"/>
              <a:pathLst>
                <a:path w="26" h="12">
                  <a:moveTo>
                    <a:pt x="25" y="0"/>
                  </a:moveTo>
                  <a:cubicBezTo>
                    <a:pt x="26" y="1"/>
                    <a:pt x="20" y="4"/>
                    <a:pt x="13" y="7"/>
                  </a:cubicBezTo>
                  <a:cubicBezTo>
                    <a:pt x="7" y="10"/>
                    <a:pt x="1" y="12"/>
                    <a:pt x="0" y="11"/>
                  </a:cubicBezTo>
                  <a:cubicBezTo>
                    <a:pt x="0" y="11"/>
                    <a:pt x="5" y="8"/>
                    <a:pt x="11" y="5"/>
                  </a:cubicBezTo>
                  <a:cubicBezTo>
                    <a:pt x="18" y="2"/>
                    <a:pt x="25"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9" name="Freeform 1473">
              <a:extLst>
                <a:ext uri="{FF2B5EF4-FFF2-40B4-BE49-F238E27FC236}">
                  <a16:creationId xmlns:a16="http://schemas.microsoft.com/office/drawing/2014/main" id="{5A4B7204-D14A-7BF1-71E1-7ED2543718B9}"/>
                </a:ext>
              </a:extLst>
            </p:cNvPr>
            <p:cNvSpPr>
              <a:spLocks/>
            </p:cNvSpPr>
            <p:nvPr/>
          </p:nvSpPr>
          <p:spPr bwMode="auto">
            <a:xfrm rot="5094805">
              <a:off x="1831455" y="5180878"/>
              <a:ext cx="63979" cy="27420"/>
            </a:xfrm>
            <a:custGeom>
              <a:avLst/>
              <a:gdLst>
                <a:gd name="T0" fmla="*/ 26 w 26"/>
                <a:gd name="T1" fmla="*/ 0 h 11"/>
                <a:gd name="T2" fmla="*/ 14 w 26"/>
                <a:gd name="T3" fmla="*/ 6 h 11"/>
                <a:gd name="T4" fmla="*/ 1 w 26"/>
                <a:gd name="T5" fmla="*/ 10 h 11"/>
                <a:gd name="T6" fmla="*/ 12 w 26"/>
                <a:gd name="T7" fmla="*/ 5 h 11"/>
                <a:gd name="T8" fmla="*/ 26 w 26"/>
                <a:gd name="T9" fmla="*/ 0 h 11"/>
              </a:gdLst>
              <a:ahLst/>
              <a:cxnLst>
                <a:cxn ang="0">
                  <a:pos x="T0" y="T1"/>
                </a:cxn>
                <a:cxn ang="0">
                  <a:pos x="T2" y="T3"/>
                </a:cxn>
                <a:cxn ang="0">
                  <a:pos x="T4" y="T5"/>
                </a:cxn>
                <a:cxn ang="0">
                  <a:pos x="T6" y="T7"/>
                </a:cxn>
                <a:cxn ang="0">
                  <a:pos x="T8" y="T9"/>
                </a:cxn>
              </a:cxnLst>
              <a:rect l="0" t="0" r="r" b="b"/>
              <a:pathLst>
                <a:path w="26" h="11">
                  <a:moveTo>
                    <a:pt x="26" y="0"/>
                  </a:moveTo>
                  <a:cubicBezTo>
                    <a:pt x="26" y="1"/>
                    <a:pt x="21" y="4"/>
                    <a:pt x="14" y="6"/>
                  </a:cubicBezTo>
                  <a:cubicBezTo>
                    <a:pt x="7" y="9"/>
                    <a:pt x="2" y="11"/>
                    <a:pt x="1" y="10"/>
                  </a:cubicBezTo>
                  <a:cubicBezTo>
                    <a:pt x="0" y="10"/>
                    <a:pt x="5" y="7"/>
                    <a:pt x="12" y="5"/>
                  </a:cubicBezTo>
                  <a:cubicBezTo>
                    <a:pt x="19" y="2"/>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0" name="Freeform 1474">
              <a:extLst>
                <a:ext uri="{FF2B5EF4-FFF2-40B4-BE49-F238E27FC236}">
                  <a16:creationId xmlns:a16="http://schemas.microsoft.com/office/drawing/2014/main" id="{3E5DDE0E-6B72-EE3B-5FED-2F101215E689}"/>
                </a:ext>
              </a:extLst>
            </p:cNvPr>
            <p:cNvSpPr>
              <a:spLocks/>
            </p:cNvSpPr>
            <p:nvPr/>
          </p:nvSpPr>
          <p:spPr bwMode="auto">
            <a:xfrm rot="5094805">
              <a:off x="1920368" y="5371382"/>
              <a:ext cx="63979" cy="20565"/>
            </a:xfrm>
            <a:custGeom>
              <a:avLst/>
              <a:gdLst>
                <a:gd name="T0" fmla="*/ 14 w 26"/>
                <a:gd name="T1" fmla="*/ 5 h 9"/>
                <a:gd name="T2" fmla="*/ 1 w 26"/>
                <a:gd name="T3" fmla="*/ 9 h 9"/>
                <a:gd name="T4" fmla="*/ 11 w 26"/>
                <a:gd name="T5" fmla="*/ 4 h 9"/>
                <a:gd name="T6" fmla="*/ 25 w 26"/>
                <a:gd name="T7" fmla="*/ 0 h 9"/>
                <a:gd name="T8" fmla="*/ 14 w 26"/>
                <a:gd name="T9" fmla="*/ 5 h 9"/>
              </a:gdLst>
              <a:ahLst/>
              <a:cxnLst>
                <a:cxn ang="0">
                  <a:pos x="T0" y="T1"/>
                </a:cxn>
                <a:cxn ang="0">
                  <a:pos x="T2" y="T3"/>
                </a:cxn>
                <a:cxn ang="0">
                  <a:pos x="T4" y="T5"/>
                </a:cxn>
                <a:cxn ang="0">
                  <a:pos x="T6" y="T7"/>
                </a:cxn>
                <a:cxn ang="0">
                  <a:pos x="T8" y="T9"/>
                </a:cxn>
              </a:cxnLst>
              <a:rect l="0" t="0" r="r" b="b"/>
              <a:pathLst>
                <a:path w="26" h="9">
                  <a:moveTo>
                    <a:pt x="14" y="5"/>
                  </a:moveTo>
                  <a:cubicBezTo>
                    <a:pt x="7" y="8"/>
                    <a:pt x="1" y="9"/>
                    <a:pt x="1" y="9"/>
                  </a:cubicBezTo>
                  <a:cubicBezTo>
                    <a:pt x="0" y="8"/>
                    <a:pt x="5" y="6"/>
                    <a:pt x="11" y="4"/>
                  </a:cubicBezTo>
                  <a:cubicBezTo>
                    <a:pt x="18" y="2"/>
                    <a:pt x="25" y="0"/>
                    <a:pt x="25" y="0"/>
                  </a:cubicBezTo>
                  <a:cubicBezTo>
                    <a:pt x="26" y="0"/>
                    <a:pt x="21" y="3"/>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1" name="Freeform 1475">
              <a:extLst>
                <a:ext uri="{FF2B5EF4-FFF2-40B4-BE49-F238E27FC236}">
                  <a16:creationId xmlns:a16="http://schemas.microsoft.com/office/drawing/2014/main" id="{DC36893E-207C-BE08-87FA-A5D048D53388}"/>
                </a:ext>
              </a:extLst>
            </p:cNvPr>
            <p:cNvSpPr>
              <a:spLocks/>
            </p:cNvSpPr>
            <p:nvPr/>
          </p:nvSpPr>
          <p:spPr bwMode="auto">
            <a:xfrm rot="5094805">
              <a:off x="1998837" y="5559380"/>
              <a:ext cx="63979" cy="15995"/>
            </a:xfrm>
            <a:custGeom>
              <a:avLst/>
              <a:gdLst>
                <a:gd name="T0" fmla="*/ 11 w 26"/>
                <a:gd name="T1" fmla="*/ 3 h 7"/>
                <a:gd name="T2" fmla="*/ 25 w 26"/>
                <a:gd name="T3" fmla="*/ 0 h 7"/>
                <a:gd name="T4" fmla="*/ 15 w 26"/>
                <a:gd name="T5" fmla="*/ 4 h 7"/>
                <a:gd name="T6" fmla="*/ 1 w 26"/>
                <a:gd name="T7" fmla="*/ 7 h 7"/>
                <a:gd name="T8" fmla="*/ 11 w 26"/>
                <a:gd name="T9" fmla="*/ 3 h 7"/>
              </a:gdLst>
              <a:ahLst/>
              <a:cxnLst>
                <a:cxn ang="0">
                  <a:pos x="T0" y="T1"/>
                </a:cxn>
                <a:cxn ang="0">
                  <a:pos x="T2" y="T3"/>
                </a:cxn>
                <a:cxn ang="0">
                  <a:pos x="T4" y="T5"/>
                </a:cxn>
                <a:cxn ang="0">
                  <a:pos x="T6" y="T7"/>
                </a:cxn>
                <a:cxn ang="0">
                  <a:pos x="T8" y="T9"/>
                </a:cxn>
              </a:cxnLst>
              <a:rect l="0" t="0" r="r" b="b"/>
              <a:pathLst>
                <a:path w="26" h="7">
                  <a:moveTo>
                    <a:pt x="11" y="3"/>
                  </a:moveTo>
                  <a:cubicBezTo>
                    <a:pt x="18" y="1"/>
                    <a:pt x="25" y="0"/>
                    <a:pt x="25" y="0"/>
                  </a:cubicBezTo>
                  <a:cubicBezTo>
                    <a:pt x="26" y="0"/>
                    <a:pt x="22" y="2"/>
                    <a:pt x="15" y="4"/>
                  </a:cubicBezTo>
                  <a:cubicBezTo>
                    <a:pt x="8" y="6"/>
                    <a:pt x="2" y="7"/>
                    <a:pt x="1" y="7"/>
                  </a:cubicBezTo>
                  <a:cubicBezTo>
                    <a:pt x="0" y="7"/>
                    <a:pt x="4" y="5"/>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2" name="Freeform 1476">
              <a:extLst>
                <a:ext uri="{FF2B5EF4-FFF2-40B4-BE49-F238E27FC236}">
                  <a16:creationId xmlns:a16="http://schemas.microsoft.com/office/drawing/2014/main" id="{F18FAC8E-C4D8-F346-5EA1-2A4EF41BE8A8}"/>
                </a:ext>
              </a:extLst>
            </p:cNvPr>
            <p:cNvSpPr>
              <a:spLocks/>
            </p:cNvSpPr>
            <p:nvPr/>
          </p:nvSpPr>
          <p:spPr bwMode="auto">
            <a:xfrm rot="5094805">
              <a:off x="2065926" y="5746105"/>
              <a:ext cx="63979" cy="15995"/>
            </a:xfrm>
            <a:custGeom>
              <a:avLst/>
              <a:gdLst>
                <a:gd name="T0" fmla="*/ 14 w 26"/>
                <a:gd name="T1" fmla="*/ 4 h 6"/>
                <a:gd name="T2" fmla="*/ 1 w 26"/>
                <a:gd name="T3" fmla="*/ 6 h 6"/>
                <a:gd name="T4" fmla="*/ 11 w 26"/>
                <a:gd name="T5" fmla="*/ 3 h 6"/>
                <a:gd name="T6" fmla="*/ 25 w 26"/>
                <a:gd name="T7" fmla="*/ 0 h 6"/>
                <a:gd name="T8" fmla="*/ 14 w 26"/>
                <a:gd name="T9" fmla="*/ 4 h 6"/>
              </a:gdLst>
              <a:ahLst/>
              <a:cxnLst>
                <a:cxn ang="0">
                  <a:pos x="T0" y="T1"/>
                </a:cxn>
                <a:cxn ang="0">
                  <a:pos x="T2" y="T3"/>
                </a:cxn>
                <a:cxn ang="0">
                  <a:pos x="T4" y="T5"/>
                </a:cxn>
                <a:cxn ang="0">
                  <a:pos x="T6" y="T7"/>
                </a:cxn>
                <a:cxn ang="0">
                  <a:pos x="T8" y="T9"/>
                </a:cxn>
              </a:cxnLst>
              <a:rect l="0" t="0" r="r" b="b"/>
              <a:pathLst>
                <a:path w="26" h="6">
                  <a:moveTo>
                    <a:pt x="14" y="4"/>
                  </a:moveTo>
                  <a:cubicBezTo>
                    <a:pt x="7" y="5"/>
                    <a:pt x="1" y="6"/>
                    <a:pt x="1" y="6"/>
                  </a:cubicBezTo>
                  <a:cubicBezTo>
                    <a:pt x="0" y="6"/>
                    <a:pt x="5" y="4"/>
                    <a:pt x="11" y="3"/>
                  </a:cubicBezTo>
                  <a:cubicBezTo>
                    <a:pt x="18" y="1"/>
                    <a:pt x="25" y="0"/>
                    <a:pt x="25" y="0"/>
                  </a:cubicBezTo>
                  <a:cubicBezTo>
                    <a:pt x="26" y="1"/>
                    <a:pt x="21" y="2"/>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3" name="Freeform 1477">
              <a:extLst>
                <a:ext uri="{FF2B5EF4-FFF2-40B4-BE49-F238E27FC236}">
                  <a16:creationId xmlns:a16="http://schemas.microsoft.com/office/drawing/2014/main" id="{4991ED46-B54A-7B71-AB25-852EB335C763}"/>
                </a:ext>
              </a:extLst>
            </p:cNvPr>
            <p:cNvSpPr>
              <a:spLocks/>
            </p:cNvSpPr>
            <p:nvPr/>
          </p:nvSpPr>
          <p:spPr bwMode="auto">
            <a:xfrm rot="5094805">
              <a:off x="2118318" y="5937468"/>
              <a:ext cx="66264" cy="11425"/>
            </a:xfrm>
            <a:custGeom>
              <a:avLst/>
              <a:gdLst>
                <a:gd name="T0" fmla="*/ 26 w 26"/>
                <a:gd name="T1" fmla="*/ 1 h 5"/>
                <a:gd name="T2" fmla="*/ 14 w 26"/>
                <a:gd name="T3" fmla="*/ 3 h 5"/>
                <a:gd name="T4" fmla="*/ 1 w 26"/>
                <a:gd name="T5" fmla="*/ 4 h 5"/>
                <a:gd name="T6" fmla="*/ 12 w 26"/>
                <a:gd name="T7" fmla="*/ 2 h 5"/>
                <a:gd name="T8" fmla="*/ 26 w 26"/>
                <a:gd name="T9" fmla="*/ 1 h 5"/>
              </a:gdLst>
              <a:ahLst/>
              <a:cxnLst>
                <a:cxn ang="0">
                  <a:pos x="T0" y="T1"/>
                </a:cxn>
                <a:cxn ang="0">
                  <a:pos x="T2" y="T3"/>
                </a:cxn>
                <a:cxn ang="0">
                  <a:pos x="T4" y="T5"/>
                </a:cxn>
                <a:cxn ang="0">
                  <a:pos x="T6" y="T7"/>
                </a:cxn>
                <a:cxn ang="0">
                  <a:pos x="T8" y="T9"/>
                </a:cxn>
              </a:cxnLst>
              <a:rect l="0" t="0" r="r" b="b"/>
              <a:pathLst>
                <a:path w="26" h="5">
                  <a:moveTo>
                    <a:pt x="26" y="1"/>
                  </a:moveTo>
                  <a:cubicBezTo>
                    <a:pt x="26" y="1"/>
                    <a:pt x="21" y="2"/>
                    <a:pt x="14" y="3"/>
                  </a:cubicBezTo>
                  <a:cubicBezTo>
                    <a:pt x="7" y="4"/>
                    <a:pt x="2" y="5"/>
                    <a:pt x="1" y="4"/>
                  </a:cubicBezTo>
                  <a:cubicBezTo>
                    <a:pt x="0" y="4"/>
                    <a:pt x="5" y="3"/>
                    <a:pt x="12" y="2"/>
                  </a:cubicBezTo>
                  <a:cubicBezTo>
                    <a:pt x="19" y="1"/>
                    <a:pt x="26"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4" name="Freeform 1478">
              <a:extLst>
                <a:ext uri="{FF2B5EF4-FFF2-40B4-BE49-F238E27FC236}">
                  <a16:creationId xmlns:a16="http://schemas.microsoft.com/office/drawing/2014/main" id="{B5B1057C-E290-3D82-1C48-3E94559A7B52}"/>
                </a:ext>
              </a:extLst>
            </p:cNvPr>
            <p:cNvSpPr>
              <a:spLocks/>
            </p:cNvSpPr>
            <p:nvPr/>
          </p:nvSpPr>
          <p:spPr bwMode="auto">
            <a:xfrm rot="5094805">
              <a:off x="2157265" y="6132526"/>
              <a:ext cx="63979" cy="6855"/>
            </a:xfrm>
            <a:custGeom>
              <a:avLst/>
              <a:gdLst>
                <a:gd name="T0" fmla="*/ 26 w 26"/>
                <a:gd name="T1" fmla="*/ 0 h 2"/>
                <a:gd name="T2" fmla="*/ 13 w 26"/>
                <a:gd name="T3" fmla="*/ 1 h 2"/>
                <a:gd name="T4" fmla="*/ 1 w 26"/>
                <a:gd name="T5" fmla="*/ 2 h 2"/>
                <a:gd name="T6" fmla="*/ 12 w 26"/>
                <a:gd name="T7" fmla="*/ 0 h 2"/>
                <a:gd name="T8" fmla="*/ 26 w 26"/>
                <a:gd name="T9" fmla="*/ 0 h 2"/>
              </a:gdLst>
              <a:ahLst/>
              <a:cxnLst>
                <a:cxn ang="0">
                  <a:pos x="T0" y="T1"/>
                </a:cxn>
                <a:cxn ang="0">
                  <a:pos x="T2" y="T3"/>
                </a:cxn>
                <a:cxn ang="0">
                  <a:pos x="T4" y="T5"/>
                </a:cxn>
                <a:cxn ang="0">
                  <a:pos x="T6" y="T7"/>
                </a:cxn>
                <a:cxn ang="0">
                  <a:pos x="T8" y="T9"/>
                </a:cxn>
              </a:cxnLst>
              <a:rect l="0" t="0" r="r" b="b"/>
              <a:pathLst>
                <a:path w="26" h="2">
                  <a:moveTo>
                    <a:pt x="26" y="0"/>
                  </a:moveTo>
                  <a:cubicBezTo>
                    <a:pt x="26" y="0"/>
                    <a:pt x="20" y="1"/>
                    <a:pt x="13" y="1"/>
                  </a:cubicBezTo>
                  <a:cubicBezTo>
                    <a:pt x="7" y="2"/>
                    <a:pt x="1" y="2"/>
                    <a:pt x="1" y="2"/>
                  </a:cubicBezTo>
                  <a:cubicBezTo>
                    <a:pt x="0" y="1"/>
                    <a:pt x="5" y="1"/>
                    <a:pt x="12" y="0"/>
                  </a:cubicBezTo>
                  <a:cubicBezTo>
                    <a:pt x="19" y="0"/>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5" name="Freeform 1479">
              <a:extLst>
                <a:ext uri="{FF2B5EF4-FFF2-40B4-BE49-F238E27FC236}">
                  <a16:creationId xmlns:a16="http://schemas.microsoft.com/office/drawing/2014/main" id="{89662B21-77B0-4B72-07B2-F4A1F70DDC47}"/>
                </a:ext>
              </a:extLst>
            </p:cNvPr>
            <p:cNvSpPr>
              <a:spLocks/>
            </p:cNvSpPr>
            <p:nvPr/>
          </p:nvSpPr>
          <p:spPr bwMode="auto">
            <a:xfrm rot="5094805">
              <a:off x="2183686" y="6327353"/>
              <a:ext cx="66264" cy="4570"/>
            </a:xfrm>
            <a:custGeom>
              <a:avLst/>
              <a:gdLst>
                <a:gd name="T0" fmla="*/ 12 w 27"/>
                <a:gd name="T1" fmla="*/ 0 h 2"/>
                <a:gd name="T2" fmla="*/ 26 w 27"/>
                <a:gd name="T3" fmla="*/ 0 h 2"/>
                <a:gd name="T4" fmla="*/ 14 w 27"/>
                <a:gd name="T5" fmla="*/ 1 h 2"/>
                <a:gd name="T6" fmla="*/ 1 w 27"/>
                <a:gd name="T7" fmla="*/ 2 h 2"/>
                <a:gd name="T8" fmla="*/ 12 w 27"/>
                <a:gd name="T9" fmla="*/ 0 h 2"/>
              </a:gdLst>
              <a:ahLst/>
              <a:cxnLst>
                <a:cxn ang="0">
                  <a:pos x="T0" y="T1"/>
                </a:cxn>
                <a:cxn ang="0">
                  <a:pos x="T2" y="T3"/>
                </a:cxn>
                <a:cxn ang="0">
                  <a:pos x="T4" y="T5"/>
                </a:cxn>
                <a:cxn ang="0">
                  <a:pos x="T6" y="T7"/>
                </a:cxn>
                <a:cxn ang="0">
                  <a:pos x="T8" y="T9"/>
                </a:cxn>
              </a:cxnLst>
              <a:rect l="0" t="0" r="r" b="b"/>
              <a:pathLst>
                <a:path w="27" h="2">
                  <a:moveTo>
                    <a:pt x="12" y="0"/>
                  </a:moveTo>
                  <a:cubicBezTo>
                    <a:pt x="19" y="0"/>
                    <a:pt x="26" y="0"/>
                    <a:pt x="26" y="0"/>
                  </a:cubicBezTo>
                  <a:cubicBezTo>
                    <a:pt x="27" y="0"/>
                    <a:pt x="21" y="1"/>
                    <a:pt x="14" y="1"/>
                  </a:cubicBezTo>
                  <a:cubicBezTo>
                    <a:pt x="7" y="2"/>
                    <a:pt x="2" y="2"/>
                    <a:pt x="1" y="2"/>
                  </a:cubicBezTo>
                  <a:cubicBezTo>
                    <a:pt x="0" y="1"/>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6" name="Freeform 1480">
              <a:extLst>
                <a:ext uri="{FF2B5EF4-FFF2-40B4-BE49-F238E27FC236}">
                  <a16:creationId xmlns:a16="http://schemas.microsoft.com/office/drawing/2014/main" id="{832748C5-C694-C062-ADA4-88CC0A8600C7}"/>
                </a:ext>
              </a:extLst>
            </p:cNvPr>
            <p:cNvSpPr>
              <a:spLocks/>
            </p:cNvSpPr>
            <p:nvPr/>
          </p:nvSpPr>
          <p:spPr bwMode="auto">
            <a:xfrm rot="5094805">
              <a:off x="2220560" y="6520320"/>
              <a:ext cx="63979" cy="9140"/>
            </a:xfrm>
            <a:custGeom>
              <a:avLst/>
              <a:gdLst>
                <a:gd name="T0" fmla="*/ 12 w 26"/>
                <a:gd name="T1" fmla="*/ 1 h 3"/>
                <a:gd name="T2" fmla="*/ 26 w 26"/>
                <a:gd name="T3" fmla="*/ 0 h 3"/>
                <a:gd name="T4" fmla="*/ 13 w 26"/>
                <a:gd name="T5" fmla="*/ 3 h 3"/>
                <a:gd name="T6" fmla="*/ 0 w 26"/>
                <a:gd name="T7" fmla="*/ 3 h 3"/>
                <a:gd name="T8" fmla="*/ 12 w 26"/>
                <a:gd name="T9" fmla="*/ 1 h 3"/>
              </a:gdLst>
              <a:ahLst/>
              <a:cxnLst>
                <a:cxn ang="0">
                  <a:pos x="T0" y="T1"/>
                </a:cxn>
                <a:cxn ang="0">
                  <a:pos x="T2" y="T3"/>
                </a:cxn>
                <a:cxn ang="0">
                  <a:pos x="T4" y="T5"/>
                </a:cxn>
                <a:cxn ang="0">
                  <a:pos x="T6" y="T7"/>
                </a:cxn>
                <a:cxn ang="0">
                  <a:pos x="T8" y="T9"/>
                </a:cxn>
              </a:cxnLst>
              <a:rect l="0" t="0" r="r" b="b"/>
              <a:pathLst>
                <a:path w="26" h="3">
                  <a:moveTo>
                    <a:pt x="12" y="1"/>
                  </a:moveTo>
                  <a:cubicBezTo>
                    <a:pt x="19" y="0"/>
                    <a:pt x="25" y="0"/>
                    <a:pt x="26" y="0"/>
                  </a:cubicBezTo>
                  <a:cubicBezTo>
                    <a:pt x="26" y="1"/>
                    <a:pt x="20" y="2"/>
                    <a:pt x="13" y="3"/>
                  </a:cubicBezTo>
                  <a:cubicBezTo>
                    <a:pt x="6" y="3"/>
                    <a:pt x="1" y="3"/>
                    <a:pt x="0" y="3"/>
                  </a:cubicBezTo>
                  <a:cubicBezTo>
                    <a:pt x="0" y="3"/>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7" name="Freeform 1481">
              <a:extLst>
                <a:ext uri="{FF2B5EF4-FFF2-40B4-BE49-F238E27FC236}">
                  <a16:creationId xmlns:a16="http://schemas.microsoft.com/office/drawing/2014/main" id="{B09C86F4-2954-9A0D-5B5E-275AABA6F88E}"/>
                </a:ext>
              </a:extLst>
            </p:cNvPr>
            <p:cNvSpPr>
              <a:spLocks/>
            </p:cNvSpPr>
            <p:nvPr/>
          </p:nvSpPr>
          <p:spPr bwMode="auto">
            <a:xfrm rot="5094805">
              <a:off x="2259499" y="6712890"/>
              <a:ext cx="66264" cy="9140"/>
            </a:xfrm>
            <a:custGeom>
              <a:avLst/>
              <a:gdLst>
                <a:gd name="T0" fmla="*/ 13 w 27"/>
                <a:gd name="T1" fmla="*/ 1 h 4"/>
                <a:gd name="T2" fmla="*/ 26 w 27"/>
                <a:gd name="T3" fmla="*/ 0 h 4"/>
                <a:gd name="T4" fmla="*/ 13 w 27"/>
                <a:gd name="T5" fmla="*/ 3 h 4"/>
                <a:gd name="T6" fmla="*/ 1 w 27"/>
                <a:gd name="T7" fmla="*/ 4 h 4"/>
                <a:gd name="T8" fmla="*/ 13 w 27"/>
                <a:gd name="T9" fmla="*/ 1 h 4"/>
              </a:gdLst>
              <a:ahLst/>
              <a:cxnLst>
                <a:cxn ang="0">
                  <a:pos x="T0" y="T1"/>
                </a:cxn>
                <a:cxn ang="0">
                  <a:pos x="T2" y="T3"/>
                </a:cxn>
                <a:cxn ang="0">
                  <a:pos x="T4" y="T5"/>
                </a:cxn>
                <a:cxn ang="0">
                  <a:pos x="T6" y="T7"/>
                </a:cxn>
                <a:cxn ang="0">
                  <a:pos x="T8" y="T9"/>
                </a:cxn>
              </a:cxnLst>
              <a:rect l="0" t="0" r="r" b="b"/>
              <a:pathLst>
                <a:path w="27" h="4">
                  <a:moveTo>
                    <a:pt x="13" y="1"/>
                  </a:moveTo>
                  <a:cubicBezTo>
                    <a:pt x="20" y="0"/>
                    <a:pt x="26" y="0"/>
                    <a:pt x="26" y="0"/>
                  </a:cubicBezTo>
                  <a:cubicBezTo>
                    <a:pt x="27" y="1"/>
                    <a:pt x="21" y="2"/>
                    <a:pt x="13" y="3"/>
                  </a:cubicBezTo>
                  <a:cubicBezTo>
                    <a:pt x="7" y="4"/>
                    <a:pt x="1" y="4"/>
                    <a:pt x="1" y="4"/>
                  </a:cubicBezTo>
                  <a:cubicBezTo>
                    <a:pt x="0" y="3"/>
                    <a:pt x="6"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8" name="Freeform 1482">
              <a:extLst>
                <a:ext uri="{FF2B5EF4-FFF2-40B4-BE49-F238E27FC236}">
                  <a16:creationId xmlns:a16="http://schemas.microsoft.com/office/drawing/2014/main" id="{2A8D5563-1460-9134-5184-D1824B9B6340}"/>
                </a:ext>
              </a:extLst>
            </p:cNvPr>
            <p:cNvSpPr>
              <a:spLocks/>
            </p:cNvSpPr>
            <p:nvPr/>
          </p:nvSpPr>
          <p:spPr bwMode="auto">
            <a:xfrm rot="5094805">
              <a:off x="2305468" y="6904843"/>
              <a:ext cx="68549" cy="13710"/>
            </a:xfrm>
            <a:custGeom>
              <a:avLst/>
              <a:gdLst>
                <a:gd name="T0" fmla="*/ 15 w 27"/>
                <a:gd name="T1" fmla="*/ 4 h 6"/>
                <a:gd name="T2" fmla="*/ 1 w 27"/>
                <a:gd name="T3" fmla="*/ 5 h 6"/>
                <a:gd name="T4" fmla="*/ 12 w 27"/>
                <a:gd name="T5" fmla="*/ 2 h 6"/>
                <a:gd name="T6" fmla="*/ 26 w 27"/>
                <a:gd name="T7" fmla="*/ 1 h 6"/>
                <a:gd name="T8" fmla="*/ 15 w 27"/>
                <a:gd name="T9" fmla="*/ 4 h 6"/>
              </a:gdLst>
              <a:ahLst/>
              <a:cxnLst>
                <a:cxn ang="0">
                  <a:pos x="T0" y="T1"/>
                </a:cxn>
                <a:cxn ang="0">
                  <a:pos x="T2" y="T3"/>
                </a:cxn>
                <a:cxn ang="0">
                  <a:pos x="T4" y="T5"/>
                </a:cxn>
                <a:cxn ang="0">
                  <a:pos x="T6" y="T7"/>
                </a:cxn>
                <a:cxn ang="0">
                  <a:pos x="T8" y="T9"/>
                </a:cxn>
              </a:cxnLst>
              <a:rect l="0" t="0" r="r" b="b"/>
              <a:pathLst>
                <a:path w="27" h="6">
                  <a:moveTo>
                    <a:pt x="15" y="4"/>
                  </a:moveTo>
                  <a:cubicBezTo>
                    <a:pt x="7" y="5"/>
                    <a:pt x="1" y="6"/>
                    <a:pt x="1" y="5"/>
                  </a:cubicBezTo>
                  <a:cubicBezTo>
                    <a:pt x="0" y="4"/>
                    <a:pt x="5" y="3"/>
                    <a:pt x="12" y="2"/>
                  </a:cubicBezTo>
                  <a:cubicBezTo>
                    <a:pt x="19" y="1"/>
                    <a:pt x="25" y="0"/>
                    <a:pt x="26" y="1"/>
                  </a:cubicBezTo>
                  <a:cubicBezTo>
                    <a:pt x="27" y="1"/>
                    <a:pt x="22" y="3"/>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9" name="Freeform 1483">
              <a:extLst>
                <a:ext uri="{FF2B5EF4-FFF2-40B4-BE49-F238E27FC236}">
                  <a16:creationId xmlns:a16="http://schemas.microsoft.com/office/drawing/2014/main" id="{6B222243-BD2A-CC73-25AC-C5CFC5FABAEE}"/>
                </a:ext>
              </a:extLst>
            </p:cNvPr>
            <p:cNvSpPr>
              <a:spLocks/>
            </p:cNvSpPr>
            <p:nvPr/>
          </p:nvSpPr>
          <p:spPr bwMode="auto">
            <a:xfrm rot="5094805">
              <a:off x="459769" y="2121261"/>
              <a:ext cx="61694" cy="15995"/>
            </a:xfrm>
            <a:custGeom>
              <a:avLst/>
              <a:gdLst>
                <a:gd name="T0" fmla="*/ 0 w 25"/>
                <a:gd name="T1" fmla="*/ 3 h 7"/>
                <a:gd name="T2" fmla="*/ 12 w 25"/>
                <a:gd name="T3" fmla="*/ 0 h 7"/>
                <a:gd name="T4" fmla="*/ 25 w 25"/>
                <a:gd name="T5" fmla="*/ 4 h 7"/>
                <a:gd name="T6" fmla="*/ 13 w 25"/>
                <a:gd name="T7" fmla="*/ 7 h 7"/>
                <a:gd name="T8" fmla="*/ 0 w 25"/>
                <a:gd name="T9" fmla="*/ 3 h 7"/>
              </a:gdLst>
              <a:ahLst/>
              <a:cxnLst>
                <a:cxn ang="0">
                  <a:pos x="T0" y="T1"/>
                </a:cxn>
                <a:cxn ang="0">
                  <a:pos x="T2" y="T3"/>
                </a:cxn>
                <a:cxn ang="0">
                  <a:pos x="T4" y="T5"/>
                </a:cxn>
                <a:cxn ang="0">
                  <a:pos x="T6" y="T7"/>
                </a:cxn>
                <a:cxn ang="0">
                  <a:pos x="T8" y="T9"/>
                </a:cxn>
              </a:cxnLst>
              <a:rect l="0" t="0" r="r" b="b"/>
              <a:pathLst>
                <a:path w="25" h="7">
                  <a:moveTo>
                    <a:pt x="0" y="3"/>
                  </a:moveTo>
                  <a:cubicBezTo>
                    <a:pt x="0" y="1"/>
                    <a:pt x="5" y="0"/>
                    <a:pt x="12" y="0"/>
                  </a:cubicBezTo>
                  <a:cubicBezTo>
                    <a:pt x="19" y="0"/>
                    <a:pt x="25" y="1"/>
                    <a:pt x="25" y="4"/>
                  </a:cubicBezTo>
                  <a:cubicBezTo>
                    <a:pt x="25" y="5"/>
                    <a:pt x="20" y="7"/>
                    <a:pt x="13" y="7"/>
                  </a:cubicBezTo>
                  <a:cubicBezTo>
                    <a:pt x="7" y="7"/>
                    <a:pt x="1" y="5"/>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0" name="Freeform 1484">
              <a:extLst>
                <a:ext uri="{FF2B5EF4-FFF2-40B4-BE49-F238E27FC236}">
                  <a16:creationId xmlns:a16="http://schemas.microsoft.com/office/drawing/2014/main" id="{4388110F-D226-8EC5-8FFF-E26F905F1147}"/>
                </a:ext>
              </a:extLst>
            </p:cNvPr>
            <p:cNvSpPr>
              <a:spLocks/>
            </p:cNvSpPr>
            <p:nvPr/>
          </p:nvSpPr>
          <p:spPr bwMode="auto">
            <a:xfrm rot="5094805">
              <a:off x="479160" y="2314419"/>
              <a:ext cx="63979" cy="13710"/>
            </a:xfrm>
            <a:custGeom>
              <a:avLst/>
              <a:gdLst>
                <a:gd name="T0" fmla="*/ 26 w 26"/>
                <a:gd name="T1" fmla="*/ 2 h 6"/>
                <a:gd name="T2" fmla="*/ 15 w 26"/>
                <a:gd name="T3" fmla="*/ 6 h 6"/>
                <a:gd name="T4" fmla="*/ 2 w 26"/>
                <a:gd name="T5" fmla="*/ 3 h 6"/>
                <a:gd name="T6" fmla="*/ 13 w 26"/>
                <a:gd name="T7" fmla="*/ 0 h 6"/>
                <a:gd name="T8" fmla="*/ 26 w 26"/>
                <a:gd name="T9" fmla="*/ 2 h 6"/>
              </a:gdLst>
              <a:ahLst/>
              <a:cxnLst>
                <a:cxn ang="0">
                  <a:pos x="T0" y="T1"/>
                </a:cxn>
                <a:cxn ang="0">
                  <a:pos x="T2" y="T3"/>
                </a:cxn>
                <a:cxn ang="0">
                  <a:pos x="T4" y="T5"/>
                </a:cxn>
                <a:cxn ang="0">
                  <a:pos x="T6" y="T7"/>
                </a:cxn>
                <a:cxn ang="0">
                  <a:pos x="T8" y="T9"/>
                </a:cxn>
              </a:cxnLst>
              <a:rect l="0" t="0" r="r" b="b"/>
              <a:pathLst>
                <a:path w="26" h="6">
                  <a:moveTo>
                    <a:pt x="26" y="2"/>
                  </a:moveTo>
                  <a:cubicBezTo>
                    <a:pt x="26" y="4"/>
                    <a:pt x="22" y="6"/>
                    <a:pt x="15" y="6"/>
                  </a:cubicBezTo>
                  <a:cubicBezTo>
                    <a:pt x="9" y="6"/>
                    <a:pt x="3" y="5"/>
                    <a:pt x="2" y="3"/>
                  </a:cubicBezTo>
                  <a:cubicBezTo>
                    <a:pt x="0" y="2"/>
                    <a:pt x="6" y="0"/>
                    <a:pt x="13" y="0"/>
                  </a:cubicBezTo>
                  <a:cubicBezTo>
                    <a:pt x="20" y="0"/>
                    <a:pt x="25" y="1"/>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1" name="Freeform 1485">
              <a:extLst>
                <a:ext uri="{FF2B5EF4-FFF2-40B4-BE49-F238E27FC236}">
                  <a16:creationId xmlns:a16="http://schemas.microsoft.com/office/drawing/2014/main" id="{DAF41179-5C6E-A817-7DD0-29D1B3DFD46B}"/>
                </a:ext>
              </a:extLst>
            </p:cNvPr>
            <p:cNvSpPr>
              <a:spLocks/>
            </p:cNvSpPr>
            <p:nvPr/>
          </p:nvSpPr>
          <p:spPr bwMode="auto">
            <a:xfrm rot="5094805">
              <a:off x="511482" y="2507791"/>
              <a:ext cx="61694" cy="18280"/>
            </a:xfrm>
            <a:custGeom>
              <a:avLst/>
              <a:gdLst>
                <a:gd name="T0" fmla="*/ 11 w 25"/>
                <a:gd name="T1" fmla="*/ 1 h 7"/>
                <a:gd name="T2" fmla="*/ 25 w 25"/>
                <a:gd name="T3" fmla="*/ 2 h 7"/>
                <a:gd name="T4" fmla="*/ 15 w 25"/>
                <a:gd name="T5" fmla="*/ 6 h 7"/>
                <a:gd name="T6" fmla="*/ 0 w 25"/>
                <a:gd name="T7" fmla="*/ 4 h 7"/>
                <a:gd name="T8" fmla="*/ 11 w 25"/>
                <a:gd name="T9" fmla="*/ 1 h 7"/>
              </a:gdLst>
              <a:ahLst/>
              <a:cxnLst>
                <a:cxn ang="0">
                  <a:pos x="T0" y="T1"/>
                </a:cxn>
                <a:cxn ang="0">
                  <a:pos x="T2" y="T3"/>
                </a:cxn>
                <a:cxn ang="0">
                  <a:pos x="T4" y="T5"/>
                </a:cxn>
                <a:cxn ang="0">
                  <a:pos x="T6" y="T7"/>
                </a:cxn>
                <a:cxn ang="0">
                  <a:pos x="T8" y="T9"/>
                </a:cxn>
              </a:cxnLst>
              <a:rect l="0" t="0" r="r" b="b"/>
              <a:pathLst>
                <a:path w="25" h="7">
                  <a:moveTo>
                    <a:pt x="11" y="1"/>
                  </a:moveTo>
                  <a:cubicBezTo>
                    <a:pt x="18" y="0"/>
                    <a:pt x="24" y="1"/>
                    <a:pt x="25" y="2"/>
                  </a:cubicBezTo>
                  <a:cubicBezTo>
                    <a:pt x="25" y="3"/>
                    <a:pt x="21" y="5"/>
                    <a:pt x="15" y="6"/>
                  </a:cubicBezTo>
                  <a:cubicBezTo>
                    <a:pt x="8" y="7"/>
                    <a:pt x="1" y="6"/>
                    <a:pt x="0" y="4"/>
                  </a:cubicBezTo>
                  <a:cubicBezTo>
                    <a:pt x="0" y="3"/>
                    <a:pt x="5"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2" name="Freeform 1486">
              <a:extLst>
                <a:ext uri="{FF2B5EF4-FFF2-40B4-BE49-F238E27FC236}">
                  <a16:creationId xmlns:a16="http://schemas.microsoft.com/office/drawing/2014/main" id="{E0EB17D6-84C7-D471-4D5A-A655427BAE1F}"/>
                </a:ext>
              </a:extLst>
            </p:cNvPr>
            <p:cNvSpPr>
              <a:spLocks/>
            </p:cNvSpPr>
            <p:nvPr/>
          </p:nvSpPr>
          <p:spPr bwMode="auto">
            <a:xfrm rot="5094805">
              <a:off x="550218" y="2698085"/>
              <a:ext cx="63979" cy="18280"/>
            </a:xfrm>
            <a:custGeom>
              <a:avLst/>
              <a:gdLst>
                <a:gd name="T0" fmla="*/ 25 w 26"/>
                <a:gd name="T1" fmla="*/ 2 h 7"/>
                <a:gd name="T2" fmla="*/ 15 w 26"/>
                <a:gd name="T3" fmla="*/ 6 h 7"/>
                <a:gd name="T4" fmla="*/ 1 w 26"/>
                <a:gd name="T5" fmla="*/ 5 h 7"/>
                <a:gd name="T6" fmla="*/ 12 w 26"/>
                <a:gd name="T7" fmla="*/ 1 h 7"/>
                <a:gd name="T8" fmla="*/ 25 w 26"/>
                <a:gd name="T9" fmla="*/ 2 h 7"/>
              </a:gdLst>
              <a:ahLst/>
              <a:cxnLst>
                <a:cxn ang="0">
                  <a:pos x="T0" y="T1"/>
                </a:cxn>
                <a:cxn ang="0">
                  <a:pos x="T2" y="T3"/>
                </a:cxn>
                <a:cxn ang="0">
                  <a:pos x="T4" y="T5"/>
                </a:cxn>
                <a:cxn ang="0">
                  <a:pos x="T6" y="T7"/>
                </a:cxn>
                <a:cxn ang="0">
                  <a:pos x="T8" y="T9"/>
                </a:cxn>
              </a:cxnLst>
              <a:rect l="0" t="0" r="r" b="b"/>
              <a:pathLst>
                <a:path w="26" h="7">
                  <a:moveTo>
                    <a:pt x="25" y="2"/>
                  </a:moveTo>
                  <a:cubicBezTo>
                    <a:pt x="26" y="3"/>
                    <a:pt x="22" y="5"/>
                    <a:pt x="15" y="6"/>
                  </a:cubicBezTo>
                  <a:cubicBezTo>
                    <a:pt x="9" y="7"/>
                    <a:pt x="2" y="7"/>
                    <a:pt x="1" y="5"/>
                  </a:cubicBezTo>
                  <a:cubicBezTo>
                    <a:pt x="0" y="4"/>
                    <a:pt x="5" y="2"/>
                    <a:pt x="12" y="1"/>
                  </a:cubicBezTo>
                  <a:cubicBezTo>
                    <a:pt x="18" y="0"/>
                    <a:pt x="24" y="0"/>
                    <a:pt x="2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3" name="Freeform 1487">
              <a:extLst>
                <a:ext uri="{FF2B5EF4-FFF2-40B4-BE49-F238E27FC236}">
                  <a16:creationId xmlns:a16="http://schemas.microsoft.com/office/drawing/2014/main" id="{1931E0C9-96F4-7F0B-3C56-235B623DE66D}"/>
                </a:ext>
              </a:extLst>
            </p:cNvPr>
            <p:cNvSpPr>
              <a:spLocks/>
            </p:cNvSpPr>
            <p:nvPr/>
          </p:nvSpPr>
          <p:spPr bwMode="auto">
            <a:xfrm rot="5094805">
              <a:off x="603757" y="2886123"/>
              <a:ext cx="61694" cy="20565"/>
            </a:xfrm>
            <a:custGeom>
              <a:avLst/>
              <a:gdLst>
                <a:gd name="T0" fmla="*/ 11 w 25"/>
                <a:gd name="T1" fmla="*/ 2 h 8"/>
                <a:gd name="T2" fmla="*/ 24 w 25"/>
                <a:gd name="T3" fmla="*/ 1 h 8"/>
                <a:gd name="T4" fmla="*/ 15 w 25"/>
                <a:gd name="T5" fmla="*/ 6 h 8"/>
                <a:gd name="T6" fmla="*/ 0 w 25"/>
                <a:gd name="T7" fmla="*/ 6 h 8"/>
                <a:gd name="T8" fmla="*/ 11 w 25"/>
                <a:gd name="T9" fmla="*/ 2 h 8"/>
              </a:gdLst>
              <a:ahLst/>
              <a:cxnLst>
                <a:cxn ang="0">
                  <a:pos x="T0" y="T1"/>
                </a:cxn>
                <a:cxn ang="0">
                  <a:pos x="T2" y="T3"/>
                </a:cxn>
                <a:cxn ang="0">
                  <a:pos x="T4" y="T5"/>
                </a:cxn>
                <a:cxn ang="0">
                  <a:pos x="T6" y="T7"/>
                </a:cxn>
                <a:cxn ang="0">
                  <a:pos x="T8" y="T9"/>
                </a:cxn>
              </a:cxnLst>
              <a:rect l="0" t="0" r="r" b="b"/>
              <a:pathLst>
                <a:path w="25" h="8">
                  <a:moveTo>
                    <a:pt x="11" y="2"/>
                  </a:moveTo>
                  <a:cubicBezTo>
                    <a:pt x="18" y="0"/>
                    <a:pt x="24" y="0"/>
                    <a:pt x="24" y="1"/>
                  </a:cubicBezTo>
                  <a:cubicBezTo>
                    <a:pt x="25" y="2"/>
                    <a:pt x="21" y="4"/>
                    <a:pt x="15" y="6"/>
                  </a:cubicBezTo>
                  <a:cubicBezTo>
                    <a:pt x="8" y="8"/>
                    <a:pt x="1" y="8"/>
                    <a:pt x="0" y="6"/>
                  </a:cubicBezTo>
                  <a:cubicBezTo>
                    <a:pt x="0" y="5"/>
                    <a:pt x="5" y="3"/>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4" name="Freeform 1488">
              <a:extLst>
                <a:ext uri="{FF2B5EF4-FFF2-40B4-BE49-F238E27FC236}">
                  <a16:creationId xmlns:a16="http://schemas.microsoft.com/office/drawing/2014/main" id="{82C7E6EB-4007-BAA9-8ABF-5F6BFC5D5183}"/>
                </a:ext>
              </a:extLst>
            </p:cNvPr>
            <p:cNvSpPr>
              <a:spLocks/>
            </p:cNvSpPr>
            <p:nvPr/>
          </p:nvSpPr>
          <p:spPr bwMode="auto">
            <a:xfrm rot="5094805">
              <a:off x="672186" y="3073880"/>
              <a:ext cx="61694" cy="22850"/>
            </a:xfrm>
            <a:custGeom>
              <a:avLst/>
              <a:gdLst>
                <a:gd name="T0" fmla="*/ 11 w 25"/>
                <a:gd name="T1" fmla="*/ 3 h 9"/>
                <a:gd name="T2" fmla="*/ 24 w 25"/>
                <a:gd name="T3" fmla="*/ 1 h 9"/>
                <a:gd name="T4" fmla="*/ 14 w 25"/>
                <a:gd name="T5" fmla="*/ 7 h 9"/>
                <a:gd name="T6" fmla="*/ 0 w 25"/>
                <a:gd name="T7" fmla="*/ 8 h 9"/>
                <a:gd name="T8" fmla="*/ 11 w 25"/>
                <a:gd name="T9" fmla="*/ 3 h 9"/>
              </a:gdLst>
              <a:ahLst/>
              <a:cxnLst>
                <a:cxn ang="0">
                  <a:pos x="T0" y="T1"/>
                </a:cxn>
                <a:cxn ang="0">
                  <a:pos x="T2" y="T3"/>
                </a:cxn>
                <a:cxn ang="0">
                  <a:pos x="T4" y="T5"/>
                </a:cxn>
                <a:cxn ang="0">
                  <a:pos x="T6" y="T7"/>
                </a:cxn>
                <a:cxn ang="0">
                  <a:pos x="T8" y="T9"/>
                </a:cxn>
              </a:cxnLst>
              <a:rect l="0" t="0" r="r" b="b"/>
              <a:pathLst>
                <a:path w="25" h="9">
                  <a:moveTo>
                    <a:pt x="11" y="3"/>
                  </a:moveTo>
                  <a:cubicBezTo>
                    <a:pt x="18" y="1"/>
                    <a:pt x="24" y="0"/>
                    <a:pt x="24" y="1"/>
                  </a:cubicBezTo>
                  <a:cubicBezTo>
                    <a:pt x="25" y="2"/>
                    <a:pt x="21" y="5"/>
                    <a:pt x="14" y="7"/>
                  </a:cubicBezTo>
                  <a:cubicBezTo>
                    <a:pt x="8" y="9"/>
                    <a:pt x="1" y="9"/>
                    <a:pt x="0" y="8"/>
                  </a:cubicBezTo>
                  <a:cubicBezTo>
                    <a:pt x="0" y="7"/>
                    <a:pt x="5" y="5"/>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5" name="Freeform 1489">
              <a:extLst>
                <a:ext uri="{FF2B5EF4-FFF2-40B4-BE49-F238E27FC236}">
                  <a16:creationId xmlns:a16="http://schemas.microsoft.com/office/drawing/2014/main" id="{B782CED5-A85E-537F-1D91-FA9AB4C8C6AC}"/>
                </a:ext>
              </a:extLst>
            </p:cNvPr>
            <p:cNvSpPr>
              <a:spLocks/>
            </p:cNvSpPr>
            <p:nvPr/>
          </p:nvSpPr>
          <p:spPr bwMode="auto">
            <a:xfrm rot="5094805">
              <a:off x="748273" y="3257413"/>
              <a:ext cx="63979" cy="25135"/>
            </a:xfrm>
            <a:custGeom>
              <a:avLst/>
              <a:gdLst>
                <a:gd name="T0" fmla="*/ 25 w 26"/>
                <a:gd name="T1" fmla="*/ 1 h 10"/>
                <a:gd name="T2" fmla="*/ 15 w 26"/>
                <a:gd name="T3" fmla="*/ 7 h 10"/>
                <a:gd name="T4" fmla="*/ 1 w 26"/>
                <a:gd name="T5" fmla="*/ 9 h 10"/>
                <a:gd name="T6" fmla="*/ 13 w 26"/>
                <a:gd name="T7" fmla="*/ 3 h 10"/>
                <a:gd name="T8" fmla="*/ 25 w 26"/>
                <a:gd name="T9" fmla="*/ 1 h 10"/>
              </a:gdLst>
              <a:ahLst/>
              <a:cxnLst>
                <a:cxn ang="0">
                  <a:pos x="T0" y="T1"/>
                </a:cxn>
                <a:cxn ang="0">
                  <a:pos x="T2" y="T3"/>
                </a:cxn>
                <a:cxn ang="0">
                  <a:pos x="T4" y="T5"/>
                </a:cxn>
                <a:cxn ang="0">
                  <a:pos x="T6" y="T7"/>
                </a:cxn>
                <a:cxn ang="0">
                  <a:pos x="T8" y="T9"/>
                </a:cxn>
              </a:cxnLst>
              <a:rect l="0" t="0" r="r" b="b"/>
              <a:pathLst>
                <a:path w="26" h="10">
                  <a:moveTo>
                    <a:pt x="25" y="1"/>
                  </a:moveTo>
                  <a:cubicBezTo>
                    <a:pt x="26" y="2"/>
                    <a:pt x="21" y="5"/>
                    <a:pt x="15" y="7"/>
                  </a:cubicBezTo>
                  <a:cubicBezTo>
                    <a:pt x="8" y="9"/>
                    <a:pt x="2" y="10"/>
                    <a:pt x="1" y="9"/>
                  </a:cubicBezTo>
                  <a:cubicBezTo>
                    <a:pt x="0" y="8"/>
                    <a:pt x="6" y="5"/>
                    <a:pt x="13" y="3"/>
                  </a:cubicBezTo>
                  <a:cubicBezTo>
                    <a:pt x="20" y="0"/>
                    <a:pt x="25"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6" name="Freeform 1490">
              <a:extLst>
                <a:ext uri="{FF2B5EF4-FFF2-40B4-BE49-F238E27FC236}">
                  <a16:creationId xmlns:a16="http://schemas.microsoft.com/office/drawing/2014/main" id="{CBC426A5-B034-8C76-D5E9-AE01728F4B51}"/>
                </a:ext>
              </a:extLst>
            </p:cNvPr>
            <p:cNvSpPr>
              <a:spLocks/>
            </p:cNvSpPr>
            <p:nvPr/>
          </p:nvSpPr>
          <p:spPr bwMode="auto">
            <a:xfrm rot="5094805">
              <a:off x="837090" y="3441168"/>
              <a:ext cx="61694" cy="29705"/>
            </a:xfrm>
            <a:custGeom>
              <a:avLst/>
              <a:gdLst>
                <a:gd name="T0" fmla="*/ 11 w 25"/>
                <a:gd name="T1" fmla="*/ 4 h 12"/>
                <a:gd name="T2" fmla="*/ 24 w 25"/>
                <a:gd name="T3" fmla="*/ 1 h 12"/>
                <a:gd name="T4" fmla="*/ 14 w 25"/>
                <a:gd name="T5" fmla="*/ 7 h 12"/>
                <a:gd name="T6" fmla="*/ 0 w 25"/>
                <a:gd name="T7" fmla="*/ 11 h 12"/>
                <a:gd name="T8" fmla="*/ 11 w 25"/>
                <a:gd name="T9" fmla="*/ 4 h 12"/>
              </a:gdLst>
              <a:ahLst/>
              <a:cxnLst>
                <a:cxn ang="0">
                  <a:pos x="T0" y="T1"/>
                </a:cxn>
                <a:cxn ang="0">
                  <a:pos x="T2" y="T3"/>
                </a:cxn>
                <a:cxn ang="0">
                  <a:pos x="T4" y="T5"/>
                </a:cxn>
                <a:cxn ang="0">
                  <a:pos x="T6" y="T7"/>
                </a:cxn>
                <a:cxn ang="0">
                  <a:pos x="T8" y="T9"/>
                </a:cxn>
              </a:cxnLst>
              <a:rect l="0" t="0" r="r" b="b"/>
              <a:pathLst>
                <a:path w="25" h="12">
                  <a:moveTo>
                    <a:pt x="11" y="4"/>
                  </a:moveTo>
                  <a:cubicBezTo>
                    <a:pt x="17" y="2"/>
                    <a:pt x="23" y="0"/>
                    <a:pt x="24" y="1"/>
                  </a:cubicBezTo>
                  <a:cubicBezTo>
                    <a:pt x="25" y="2"/>
                    <a:pt x="20" y="5"/>
                    <a:pt x="14" y="7"/>
                  </a:cubicBezTo>
                  <a:cubicBezTo>
                    <a:pt x="7" y="10"/>
                    <a:pt x="0" y="12"/>
                    <a:pt x="0" y="11"/>
                  </a:cubicBezTo>
                  <a:cubicBezTo>
                    <a:pt x="0" y="9"/>
                    <a:pt x="5" y="7"/>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7" name="Freeform 1491">
              <a:extLst>
                <a:ext uri="{FF2B5EF4-FFF2-40B4-BE49-F238E27FC236}">
                  <a16:creationId xmlns:a16="http://schemas.microsoft.com/office/drawing/2014/main" id="{03EC7C11-4603-A2C3-9A99-70C64D07E5E6}"/>
                </a:ext>
              </a:extLst>
            </p:cNvPr>
            <p:cNvSpPr>
              <a:spLocks/>
            </p:cNvSpPr>
            <p:nvPr/>
          </p:nvSpPr>
          <p:spPr bwMode="auto">
            <a:xfrm rot="5094805">
              <a:off x="932320" y="3621846"/>
              <a:ext cx="63979" cy="29705"/>
            </a:xfrm>
            <a:custGeom>
              <a:avLst/>
              <a:gdLst>
                <a:gd name="T0" fmla="*/ 15 w 26"/>
                <a:gd name="T1" fmla="*/ 7 h 12"/>
                <a:gd name="T2" fmla="*/ 2 w 26"/>
                <a:gd name="T3" fmla="*/ 11 h 12"/>
                <a:gd name="T4" fmla="*/ 13 w 26"/>
                <a:gd name="T5" fmla="*/ 4 h 12"/>
                <a:gd name="T6" fmla="*/ 25 w 26"/>
                <a:gd name="T7" fmla="*/ 0 h 12"/>
                <a:gd name="T8" fmla="*/ 15 w 26"/>
                <a:gd name="T9" fmla="*/ 7 h 12"/>
              </a:gdLst>
              <a:ahLst/>
              <a:cxnLst>
                <a:cxn ang="0">
                  <a:pos x="T0" y="T1"/>
                </a:cxn>
                <a:cxn ang="0">
                  <a:pos x="T2" y="T3"/>
                </a:cxn>
                <a:cxn ang="0">
                  <a:pos x="T4" y="T5"/>
                </a:cxn>
                <a:cxn ang="0">
                  <a:pos x="T6" y="T7"/>
                </a:cxn>
                <a:cxn ang="0">
                  <a:pos x="T8" y="T9"/>
                </a:cxn>
              </a:cxnLst>
              <a:rect l="0" t="0" r="r" b="b"/>
              <a:pathLst>
                <a:path w="26" h="12">
                  <a:moveTo>
                    <a:pt x="15" y="7"/>
                  </a:moveTo>
                  <a:cubicBezTo>
                    <a:pt x="9" y="10"/>
                    <a:pt x="2" y="12"/>
                    <a:pt x="2" y="11"/>
                  </a:cubicBezTo>
                  <a:cubicBezTo>
                    <a:pt x="0" y="10"/>
                    <a:pt x="6" y="7"/>
                    <a:pt x="13" y="4"/>
                  </a:cubicBezTo>
                  <a:cubicBezTo>
                    <a:pt x="20" y="1"/>
                    <a:pt x="25" y="0"/>
                    <a:pt x="25" y="0"/>
                  </a:cubicBezTo>
                  <a:cubicBezTo>
                    <a:pt x="26" y="1"/>
                    <a:pt x="21" y="4"/>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8" name="Freeform 1492">
              <a:extLst>
                <a:ext uri="{FF2B5EF4-FFF2-40B4-BE49-F238E27FC236}">
                  <a16:creationId xmlns:a16="http://schemas.microsoft.com/office/drawing/2014/main" id="{8BE9D51B-0A3E-15D5-839A-A75FDCCEC8C0}"/>
                </a:ext>
              </a:extLst>
            </p:cNvPr>
            <p:cNvSpPr>
              <a:spLocks/>
            </p:cNvSpPr>
            <p:nvPr/>
          </p:nvSpPr>
          <p:spPr bwMode="auto">
            <a:xfrm rot="5094805">
              <a:off x="1035728" y="3803150"/>
              <a:ext cx="61694" cy="31990"/>
            </a:xfrm>
            <a:custGeom>
              <a:avLst/>
              <a:gdLst>
                <a:gd name="T0" fmla="*/ 1 w 25"/>
                <a:gd name="T1" fmla="*/ 12 h 13"/>
                <a:gd name="T2" fmla="*/ 12 w 25"/>
                <a:gd name="T3" fmla="*/ 5 h 13"/>
                <a:gd name="T4" fmla="*/ 25 w 25"/>
                <a:gd name="T5" fmla="*/ 1 h 13"/>
                <a:gd name="T6" fmla="*/ 13 w 25"/>
                <a:gd name="T7" fmla="*/ 9 h 13"/>
                <a:gd name="T8" fmla="*/ 1 w 25"/>
                <a:gd name="T9" fmla="*/ 12 h 13"/>
              </a:gdLst>
              <a:ahLst/>
              <a:cxnLst>
                <a:cxn ang="0">
                  <a:pos x="T0" y="T1"/>
                </a:cxn>
                <a:cxn ang="0">
                  <a:pos x="T2" y="T3"/>
                </a:cxn>
                <a:cxn ang="0">
                  <a:pos x="T4" y="T5"/>
                </a:cxn>
                <a:cxn ang="0">
                  <a:pos x="T6" y="T7"/>
                </a:cxn>
                <a:cxn ang="0">
                  <a:pos x="T8" y="T9"/>
                </a:cxn>
              </a:cxnLst>
              <a:rect l="0" t="0" r="r" b="b"/>
              <a:pathLst>
                <a:path w="25" h="13">
                  <a:moveTo>
                    <a:pt x="1" y="12"/>
                  </a:moveTo>
                  <a:cubicBezTo>
                    <a:pt x="0" y="11"/>
                    <a:pt x="5" y="8"/>
                    <a:pt x="12" y="5"/>
                  </a:cubicBezTo>
                  <a:cubicBezTo>
                    <a:pt x="19" y="2"/>
                    <a:pt x="25" y="0"/>
                    <a:pt x="25" y="1"/>
                  </a:cubicBezTo>
                  <a:cubicBezTo>
                    <a:pt x="25" y="2"/>
                    <a:pt x="19" y="6"/>
                    <a:pt x="13" y="9"/>
                  </a:cubicBezTo>
                  <a:cubicBezTo>
                    <a:pt x="7" y="11"/>
                    <a:pt x="1" y="13"/>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9" name="Freeform 1493">
              <a:extLst>
                <a:ext uri="{FF2B5EF4-FFF2-40B4-BE49-F238E27FC236}">
                  <a16:creationId xmlns:a16="http://schemas.microsoft.com/office/drawing/2014/main" id="{C17284EE-6929-4907-E5CF-96EE19E8ECE5}"/>
                </a:ext>
              </a:extLst>
            </p:cNvPr>
            <p:cNvSpPr>
              <a:spLocks/>
            </p:cNvSpPr>
            <p:nvPr/>
          </p:nvSpPr>
          <p:spPr bwMode="auto">
            <a:xfrm rot="5094805">
              <a:off x="1141605" y="3988611"/>
              <a:ext cx="63979" cy="29705"/>
            </a:xfrm>
            <a:custGeom>
              <a:avLst/>
              <a:gdLst>
                <a:gd name="T0" fmla="*/ 25 w 26"/>
                <a:gd name="T1" fmla="*/ 0 h 12"/>
                <a:gd name="T2" fmla="*/ 15 w 26"/>
                <a:gd name="T3" fmla="*/ 7 h 12"/>
                <a:gd name="T4" fmla="*/ 1 w 26"/>
                <a:gd name="T5" fmla="*/ 12 h 12"/>
                <a:gd name="T6" fmla="*/ 13 w 26"/>
                <a:gd name="T7" fmla="*/ 5 h 12"/>
                <a:gd name="T8" fmla="*/ 25 w 26"/>
                <a:gd name="T9" fmla="*/ 0 h 12"/>
              </a:gdLst>
              <a:ahLst/>
              <a:cxnLst>
                <a:cxn ang="0">
                  <a:pos x="T0" y="T1"/>
                </a:cxn>
                <a:cxn ang="0">
                  <a:pos x="T2" y="T3"/>
                </a:cxn>
                <a:cxn ang="0">
                  <a:pos x="T4" y="T5"/>
                </a:cxn>
                <a:cxn ang="0">
                  <a:pos x="T6" y="T7"/>
                </a:cxn>
                <a:cxn ang="0">
                  <a:pos x="T8" y="T9"/>
                </a:cxn>
              </a:cxnLst>
              <a:rect l="0" t="0" r="r" b="b"/>
              <a:pathLst>
                <a:path w="26" h="12">
                  <a:moveTo>
                    <a:pt x="25" y="0"/>
                  </a:moveTo>
                  <a:cubicBezTo>
                    <a:pt x="26" y="1"/>
                    <a:pt x="21" y="4"/>
                    <a:pt x="15" y="7"/>
                  </a:cubicBezTo>
                  <a:cubicBezTo>
                    <a:pt x="8" y="10"/>
                    <a:pt x="2" y="12"/>
                    <a:pt x="1" y="12"/>
                  </a:cubicBezTo>
                  <a:cubicBezTo>
                    <a:pt x="0" y="11"/>
                    <a:pt x="6" y="8"/>
                    <a:pt x="13" y="5"/>
                  </a:cubicBezTo>
                  <a:cubicBezTo>
                    <a:pt x="19" y="1"/>
                    <a:pt x="25"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0" name="Freeform 1494">
              <a:extLst>
                <a:ext uri="{FF2B5EF4-FFF2-40B4-BE49-F238E27FC236}">
                  <a16:creationId xmlns:a16="http://schemas.microsoft.com/office/drawing/2014/main" id="{52276A78-4B8E-B895-CA20-A5428F61EA27}"/>
                </a:ext>
              </a:extLst>
            </p:cNvPr>
            <p:cNvSpPr>
              <a:spLocks/>
            </p:cNvSpPr>
            <p:nvPr/>
          </p:nvSpPr>
          <p:spPr bwMode="auto">
            <a:xfrm rot="5094805">
              <a:off x="1251841" y="4169307"/>
              <a:ext cx="61694" cy="31990"/>
            </a:xfrm>
            <a:custGeom>
              <a:avLst/>
              <a:gdLst>
                <a:gd name="T0" fmla="*/ 24 w 25"/>
                <a:gd name="T1" fmla="*/ 0 h 13"/>
                <a:gd name="T2" fmla="*/ 15 w 25"/>
                <a:gd name="T3" fmla="*/ 7 h 13"/>
                <a:gd name="T4" fmla="*/ 0 w 25"/>
                <a:gd name="T5" fmla="*/ 12 h 13"/>
                <a:gd name="T6" fmla="*/ 11 w 25"/>
                <a:gd name="T7" fmla="*/ 5 h 13"/>
                <a:gd name="T8" fmla="*/ 24 w 25"/>
                <a:gd name="T9" fmla="*/ 0 h 13"/>
              </a:gdLst>
              <a:ahLst/>
              <a:cxnLst>
                <a:cxn ang="0">
                  <a:pos x="T0" y="T1"/>
                </a:cxn>
                <a:cxn ang="0">
                  <a:pos x="T2" y="T3"/>
                </a:cxn>
                <a:cxn ang="0">
                  <a:pos x="T4" y="T5"/>
                </a:cxn>
                <a:cxn ang="0">
                  <a:pos x="T6" y="T7"/>
                </a:cxn>
                <a:cxn ang="0">
                  <a:pos x="T8" y="T9"/>
                </a:cxn>
              </a:cxnLst>
              <a:rect l="0" t="0" r="r" b="b"/>
              <a:pathLst>
                <a:path w="25" h="13">
                  <a:moveTo>
                    <a:pt x="24" y="0"/>
                  </a:moveTo>
                  <a:cubicBezTo>
                    <a:pt x="25" y="0"/>
                    <a:pt x="21" y="3"/>
                    <a:pt x="15" y="7"/>
                  </a:cubicBezTo>
                  <a:cubicBezTo>
                    <a:pt x="8" y="10"/>
                    <a:pt x="1" y="13"/>
                    <a:pt x="0" y="12"/>
                  </a:cubicBezTo>
                  <a:cubicBezTo>
                    <a:pt x="0" y="11"/>
                    <a:pt x="5" y="8"/>
                    <a:pt x="11" y="5"/>
                  </a:cubicBezTo>
                  <a:cubicBezTo>
                    <a:pt x="18" y="2"/>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1" name="Freeform 1495">
              <a:extLst>
                <a:ext uri="{FF2B5EF4-FFF2-40B4-BE49-F238E27FC236}">
                  <a16:creationId xmlns:a16="http://schemas.microsoft.com/office/drawing/2014/main" id="{806B89FB-AAA9-E8C2-526D-B05C2EB4B048}"/>
                </a:ext>
              </a:extLst>
            </p:cNvPr>
            <p:cNvSpPr>
              <a:spLocks/>
            </p:cNvSpPr>
            <p:nvPr/>
          </p:nvSpPr>
          <p:spPr bwMode="auto">
            <a:xfrm rot="5094805">
              <a:off x="1364247" y="4349705"/>
              <a:ext cx="61694" cy="31990"/>
            </a:xfrm>
            <a:custGeom>
              <a:avLst/>
              <a:gdLst>
                <a:gd name="T0" fmla="*/ 14 w 25"/>
                <a:gd name="T1" fmla="*/ 7 h 13"/>
                <a:gd name="T2" fmla="*/ 1 w 25"/>
                <a:gd name="T3" fmla="*/ 12 h 13"/>
                <a:gd name="T4" fmla="*/ 13 w 25"/>
                <a:gd name="T5" fmla="*/ 5 h 13"/>
                <a:gd name="T6" fmla="*/ 25 w 25"/>
                <a:gd name="T7" fmla="*/ 1 h 13"/>
                <a:gd name="T8" fmla="*/ 14 w 25"/>
                <a:gd name="T9" fmla="*/ 7 h 13"/>
              </a:gdLst>
              <a:ahLst/>
              <a:cxnLst>
                <a:cxn ang="0">
                  <a:pos x="T0" y="T1"/>
                </a:cxn>
                <a:cxn ang="0">
                  <a:pos x="T2" y="T3"/>
                </a:cxn>
                <a:cxn ang="0">
                  <a:pos x="T4" y="T5"/>
                </a:cxn>
                <a:cxn ang="0">
                  <a:pos x="T6" y="T7"/>
                </a:cxn>
                <a:cxn ang="0">
                  <a:pos x="T8" y="T9"/>
                </a:cxn>
              </a:cxnLst>
              <a:rect l="0" t="0" r="r" b="b"/>
              <a:pathLst>
                <a:path w="25" h="13">
                  <a:moveTo>
                    <a:pt x="14" y="7"/>
                  </a:moveTo>
                  <a:cubicBezTo>
                    <a:pt x="7" y="11"/>
                    <a:pt x="1" y="13"/>
                    <a:pt x="1" y="12"/>
                  </a:cubicBezTo>
                  <a:cubicBezTo>
                    <a:pt x="0" y="12"/>
                    <a:pt x="6" y="9"/>
                    <a:pt x="13" y="5"/>
                  </a:cubicBezTo>
                  <a:cubicBezTo>
                    <a:pt x="19" y="2"/>
                    <a:pt x="24" y="0"/>
                    <a:pt x="25" y="1"/>
                  </a:cubicBezTo>
                  <a:cubicBezTo>
                    <a:pt x="25" y="1"/>
                    <a:pt x="20" y="4"/>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2" name="Freeform 1496">
              <a:extLst>
                <a:ext uri="{FF2B5EF4-FFF2-40B4-BE49-F238E27FC236}">
                  <a16:creationId xmlns:a16="http://schemas.microsoft.com/office/drawing/2014/main" id="{30E88002-7E72-6ED5-40F1-A175B8846D85}"/>
                </a:ext>
              </a:extLst>
            </p:cNvPr>
            <p:cNvSpPr>
              <a:spLocks/>
            </p:cNvSpPr>
            <p:nvPr/>
          </p:nvSpPr>
          <p:spPr bwMode="auto">
            <a:xfrm rot="5094805">
              <a:off x="447198" y="1925007"/>
              <a:ext cx="63979" cy="22850"/>
            </a:xfrm>
            <a:custGeom>
              <a:avLst/>
              <a:gdLst>
                <a:gd name="T0" fmla="*/ 25 w 26"/>
                <a:gd name="T1" fmla="*/ 5 h 9"/>
                <a:gd name="T2" fmla="*/ 15 w 26"/>
                <a:gd name="T3" fmla="*/ 9 h 9"/>
                <a:gd name="T4" fmla="*/ 0 w 26"/>
                <a:gd name="T5" fmla="*/ 4 h 9"/>
                <a:gd name="T6" fmla="*/ 11 w 26"/>
                <a:gd name="T7" fmla="*/ 1 h 9"/>
                <a:gd name="T8" fmla="*/ 25 w 26"/>
                <a:gd name="T9" fmla="*/ 5 h 9"/>
              </a:gdLst>
              <a:ahLst/>
              <a:cxnLst>
                <a:cxn ang="0">
                  <a:pos x="T0" y="T1"/>
                </a:cxn>
                <a:cxn ang="0">
                  <a:pos x="T2" y="T3"/>
                </a:cxn>
                <a:cxn ang="0">
                  <a:pos x="T4" y="T5"/>
                </a:cxn>
                <a:cxn ang="0">
                  <a:pos x="T6" y="T7"/>
                </a:cxn>
                <a:cxn ang="0">
                  <a:pos x="T8" y="T9"/>
                </a:cxn>
              </a:cxnLst>
              <a:rect l="0" t="0" r="r" b="b"/>
              <a:pathLst>
                <a:path w="26" h="9">
                  <a:moveTo>
                    <a:pt x="25" y="5"/>
                  </a:moveTo>
                  <a:cubicBezTo>
                    <a:pt x="26" y="7"/>
                    <a:pt x="21" y="9"/>
                    <a:pt x="15" y="9"/>
                  </a:cubicBezTo>
                  <a:cubicBezTo>
                    <a:pt x="8" y="9"/>
                    <a:pt x="1" y="7"/>
                    <a:pt x="0" y="4"/>
                  </a:cubicBezTo>
                  <a:cubicBezTo>
                    <a:pt x="0" y="2"/>
                    <a:pt x="5" y="0"/>
                    <a:pt x="11" y="1"/>
                  </a:cubicBezTo>
                  <a:cubicBezTo>
                    <a:pt x="18" y="1"/>
                    <a:pt x="24" y="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3" name="Freeform 1497">
              <a:extLst>
                <a:ext uri="{FF2B5EF4-FFF2-40B4-BE49-F238E27FC236}">
                  <a16:creationId xmlns:a16="http://schemas.microsoft.com/office/drawing/2014/main" id="{CAC1BB81-279D-EFAE-BD50-CF8A8112DB4D}"/>
                </a:ext>
              </a:extLst>
            </p:cNvPr>
            <p:cNvSpPr>
              <a:spLocks/>
            </p:cNvSpPr>
            <p:nvPr/>
          </p:nvSpPr>
          <p:spPr bwMode="auto">
            <a:xfrm rot="5094805">
              <a:off x="436507" y="1724201"/>
              <a:ext cx="61694" cy="29705"/>
            </a:xfrm>
            <a:custGeom>
              <a:avLst/>
              <a:gdLst>
                <a:gd name="T0" fmla="*/ 0 w 25"/>
                <a:gd name="T1" fmla="*/ 5 h 12"/>
                <a:gd name="T2" fmla="*/ 11 w 25"/>
                <a:gd name="T3" fmla="*/ 1 h 12"/>
                <a:gd name="T4" fmla="*/ 25 w 25"/>
                <a:gd name="T5" fmla="*/ 7 h 12"/>
                <a:gd name="T6" fmla="*/ 13 w 25"/>
                <a:gd name="T7" fmla="*/ 11 h 12"/>
                <a:gd name="T8" fmla="*/ 0 w 25"/>
                <a:gd name="T9" fmla="*/ 5 h 12"/>
              </a:gdLst>
              <a:ahLst/>
              <a:cxnLst>
                <a:cxn ang="0">
                  <a:pos x="T0" y="T1"/>
                </a:cxn>
                <a:cxn ang="0">
                  <a:pos x="T2" y="T3"/>
                </a:cxn>
                <a:cxn ang="0">
                  <a:pos x="T4" y="T5"/>
                </a:cxn>
                <a:cxn ang="0">
                  <a:pos x="T6" y="T7"/>
                </a:cxn>
                <a:cxn ang="0">
                  <a:pos x="T8" y="T9"/>
                </a:cxn>
              </a:cxnLst>
              <a:rect l="0" t="0" r="r" b="b"/>
              <a:pathLst>
                <a:path w="25" h="12">
                  <a:moveTo>
                    <a:pt x="0" y="5"/>
                  </a:moveTo>
                  <a:cubicBezTo>
                    <a:pt x="0" y="2"/>
                    <a:pt x="5" y="0"/>
                    <a:pt x="11" y="1"/>
                  </a:cubicBezTo>
                  <a:cubicBezTo>
                    <a:pt x="19" y="1"/>
                    <a:pt x="25" y="4"/>
                    <a:pt x="25" y="7"/>
                  </a:cubicBezTo>
                  <a:cubicBezTo>
                    <a:pt x="25" y="10"/>
                    <a:pt x="19" y="12"/>
                    <a:pt x="13" y="11"/>
                  </a:cubicBezTo>
                  <a:cubicBezTo>
                    <a:pt x="7" y="11"/>
                    <a:pt x="1"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4" name="Freeform 1498">
              <a:extLst>
                <a:ext uri="{FF2B5EF4-FFF2-40B4-BE49-F238E27FC236}">
                  <a16:creationId xmlns:a16="http://schemas.microsoft.com/office/drawing/2014/main" id="{0F443F62-41CB-0A2D-29CA-DA7B9B5A14DD}"/>
                </a:ext>
              </a:extLst>
            </p:cNvPr>
            <p:cNvSpPr>
              <a:spLocks/>
            </p:cNvSpPr>
            <p:nvPr/>
          </p:nvSpPr>
          <p:spPr bwMode="auto">
            <a:xfrm rot="5094805">
              <a:off x="427252" y="1528891"/>
              <a:ext cx="61694" cy="31990"/>
            </a:xfrm>
            <a:custGeom>
              <a:avLst/>
              <a:gdLst>
                <a:gd name="T0" fmla="*/ 0 w 25"/>
                <a:gd name="T1" fmla="*/ 6 h 13"/>
                <a:gd name="T2" fmla="*/ 11 w 25"/>
                <a:gd name="T3" fmla="*/ 0 h 13"/>
                <a:gd name="T4" fmla="*/ 25 w 25"/>
                <a:gd name="T5" fmla="*/ 8 h 13"/>
                <a:gd name="T6" fmla="*/ 13 w 25"/>
                <a:gd name="T7" fmla="*/ 13 h 13"/>
                <a:gd name="T8" fmla="*/ 0 w 25"/>
                <a:gd name="T9" fmla="*/ 6 h 13"/>
              </a:gdLst>
              <a:ahLst/>
              <a:cxnLst>
                <a:cxn ang="0">
                  <a:pos x="T0" y="T1"/>
                </a:cxn>
                <a:cxn ang="0">
                  <a:pos x="T2" y="T3"/>
                </a:cxn>
                <a:cxn ang="0">
                  <a:pos x="T4" y="T5"/>
                </a:cxn>
                <a:cxn ang="0">
                  <a:pos x="T6" y="T7"/>
                </a:cxn>
                <a:cxn ang="0">
                  <a:pos x="T8" y="T9"/>
                </a:cxn>
              </a:cxnLst>
              <a:rect l="0" t="0" r="r" b="b"/>
              <a:pathLst>
                <a:path w="25" h="13">
                  <a:moveTo>
                    <a:pt x="0" y="6"/>
                  </a:moveTo>
                  <a:cubicBezTo>
                    <a:pt x="0" y="2"/>
                    <a:pt x="5" y="0"/>
                    <a:pt x="11" y="0"/>
                  </a:cubicBezTo>
                  <a:cubicBezTo>
                    <a:pt x="18" y="1"/>
                    <a:pt x="24" y="4"/>
                    <a:pt x="25" y="8"/>
                  </a:cubicBezTo>
                  <a:cubicBezTo>
                    <a:pt x="25" y="11"/>
                    <a:pt x="19" y="13"/>
                    <a:pt x="13" y="13"/>
                  </a:cubicBezTo>
                  <a:cubicBezTo>
                    <a:pt x="6"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5" name="Freeform 1499">
              <a:extLst>
                <a:ext uri="{FF2B5EF4-FFF2-40B4-BE49-F238E27FC236}">
                  <a16:creationId xmlns:a16="http://schemas.microsoft.com/office/drawing/2014/main" id="{E040B14A-A878-DC58-C1BD-3675D5CBCCBC}"/>
                </a:ext>
              </a:extLst>
            </p:cNvPr>
            <p:cNvSpPr>
              <a:spLocks/>
            </p:cNvSpPr>
            <p:nvPr/>
          </p:nvSpPr>
          <p:spPr bwMode="auto">
            <a:xfrm rot="5094805">
              <a:off x="413332" y="1331402"/>
              <a:ext cx="68549" cy="36560"/>
            </a:xfrm>
            <a:custGeom>
              <a:avLst/>
              <a:gdLst>
                <a:gd name="T0" fmla="*/ 11 w 27"/>
                <a:gd name="T1" fmla="*/ 0 h 14"/>
                <a:gd name="T2" fmla="*/ 25 w 27"/>
                <a:gd name="T3" fmla="*/ 6 h 14"/>
                <a:gd name="T4" fmla="*/ 15 w 27"/>
                <a:gd name="T5" fmla="*/ 14 h 14"/>
                <a:gd name="T6" fmla="*/ 1 w 27"/>
                <a:gd name="T7" fmla="*/ 6 h 14"/>
                <a:gd name="T8" fmla="*/ 11 w 27"/>
                <a:gd name="T9" fmla="*/ 0 h 14"/>
              </a:gdLst>
              <a:ahLst/>
              <a:cxnLst>
                <a:cxn ang="0">
                  <a:pos x="T0" y="T1"/>
                </a:cxn>
                <a:cxn ang="0">
                  <a:pos x="T2" y="T3"/>
                </a:cxn>
                <a:cxn ang="0">
                  <a:pos x="T4" y="T5"/>
                </a:cxn>
                <a:cxn ang="0">
                  <a:pos x="T6" y="T7"/>
                </a:cxn>
                <a:cxn ang="0">
                  <a:pos x="T8" y="T9"/>
                </a:cxn>
              </a:cxnLst>
              <a:rect l="0" t="0" r="r" b="b"/>
              <a:pathLst>
                <a:path w="27" h="14">
                  <a:moveTo>
                    <a:pt x="11" y="0"/>
                  </a:moveTo>
                  <a:cubicBezTo>
                    <a:pt x="18" y="0"/>
                    <a:pt x="24" y="3"/>
                    <a:pt x="25" y="6"/>
                  </a:cubicBezTo>
                  <a:cubicBezTo>
                    <a:pt x="27" y="10"/>
                    <a:pt x="22" y="14"/>
                    <a:pt x="15" y="14"/>
                  </a:cubicBezTo>
                  <a:cubicBezTo>
                    <a:pt x="8" y="14"/>
                    <a:pt x="2" y="10"/>
                    <a:pt x="1" y="6"/>
                  </a:cubicBezTo>
                  <a:cubicBezTo>
                    <a:pt x="0" y="3"/>
                    <a:pt x="5"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6" name="Freeform 1500">
              <a:extLst>
                <a:ext uri="{FF2B5EF4-FFF2-40B4-BE49-F238E27FC236}">
                  <a16:creationId xmlns:a16="http://schemas.microsoft.com/office/drawing/2014/main" id="{0F572903-BC54-552C-20A5-EDA1FADD9208}"/>
                </a:ext>
              </a:extLst>
            </p:cNvPr>
            <p:cNvSpPr>
              <a:spLocks/>
            </p:cNvSpPr>
            <p:nvPr/>
          </p:nvSpPr>
          <p:spPr bwMode="auto">
            <a:xfrm rot="5094805">
              <a:off x="402746" y="1132978"/>
              <a:ext cx="63979" cy="41130"/>
            </a:xfrm>
            <a:custGeom>
              <a:avLst/>
              <a:gdLst>
                <a:gd name="T0" fmla="*/ 25 w 26"/>
                <a:gd name="T1" fmla="*/ 8 h 16"/>
                <a:gd name="T2" fmla="*/ 15 w 26"/>
                <a:gd name="T3" fmla="*/ 16 h 16"/>
                <a:gd name="T4" fmla="*/ 1 w 26"/>
                <a:gd name="T5" fmla="*/ 8 h 16"/>
                <a:gd name="T6" fmla="*/ 13 w 26"/>
                <a:gd name="T7" fmla="*/ 0 h 16"/>
                <a:gd name="T8" fmla="*/ 25 w 26"/>
                <a:gd name="T9" fmla="*/ 8 h 16"/>
              </a:gdLst>
              <a:ahLst/>
              <a:cxnLst>
                <a:cxn ang="0">
                  <a:pos x="T0" y="T1"/>
                </a:cxn>
                <a:cxn ang="0">
                  <a:pos x="T2" y="T3"/>
                </a:cxn>
                <a:cxn ang="0">
                  <a:pos x="T4" y="T5"/>
                </a:cxn>
                <a:cxn ang="0">
                  <a:pos x="T6" y="T7"/>
                </a:cxn>
                <a:cxn ang="0">
                  <a:pos x="T8" y="T9"/>
                </a:cxn>
              </a:cxnLst>
              <a:rect l="0" t="0" r="r" b="b"/>
              <a:pathLst>
                <a:path w="26" h="16">
                  <a:moveTo>
                    <a:pt x="25" y="8"/>
                  </a:moveTo>
                  <a:cubicBezTo>
                    <a:pt x="26" y="13"/>
                    <a:pt x="21" y="16"/>
                    <a:pt x="15" y="16"/>
                  </a:cubicBezTo>
                  <a:cubicBezTo>
                    <a:pt x="8" y="16"/>
                    <a:pt x="2" y="12"/>
                    <a:pt x="1" y="8"/>
                  </a:cubicBezTo>
                  <a:cubicBezTo>
                    <a:pt x="0" y="4"/>
                    <a:pt x="5" y="0"/>
                    <a:pt x="13" y="0"/>
                  </a:cubicBezTo>
                  <a:cubicBezTo>
                    <a:pt x="19" y="1"/>
                    <a:pt x="25"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7" name="Freeform 1501">
              <a:extLst>
                <a:ext uri="{FF2B5EF4-FFF2-40B4-BE49-F238E27FC236}">
                  <a16:creationId xmlns:a16="http://schemas.microsoft.com/office/drawing/2014/main" id="{880E18AF-F449-B93C-06DC-49EFC6EA7F6F}"/>
                </a:ext>
              </a:extLst>
            </p:cNvPr>
            <p:cNvSpPr>
              <a:spLocks/>
            </p:cNvSpPr>
            <p:nvPr/>
          </p:nvSpPr>
          <p:spPr bwMode="auto">
            <a:xfrm rot="5094805">
              <a:off x="383250" y="937437"/>
              <a:ext cx="63979" cy="45700"/>
            </a:xfrm>
            <a:custGeom>
              <a:avLst/>
              <a:gdLst>
                <a:gd name="T0" fmla="*/ 25 w 26"/>
                <a:gd name="T1" fmla="*/ 8 h 18"/>
                <a:gd name="T2" fmla="*/ 16 w 26"/>
                <a:gd name="T3" fmla="*/ 17 h 18"/>
                <a:gd name="T4" fmla="*/ 1 w 26"/>
                <a:gd name="T5" fmla="*/ 9 h 18"/>
                <a:gd name="T6" fmla="*/ 12 w 26"/>
                <a:gd name="T7" fmla="*/ 0 h 18"/>
                <a:gd name="T8" fmla="*/ 25 w 26"/>
                <a:gd name="T9" fmla="*/ 8 h 18"/>
              </a:gdLst>
              <a:ahLst/>
              <a:cxnLst>
                <a:cxn ang="0">
                  <a:pos x="T0" y="T1"/>
                </a:cxn>
                <a:cxn ang="0">
                  <a:pos x="T2" y="T3"/>
                </a:cxn>
                <a:cxn ang="0">
                  <a:pos x="T4" y="T5"/>
                </a:cxn>
                <a:cxn ang="0">
                  <a:pos x="T6" y="T7"/>
                </a:cxn>
                <a:cxn ang="0">
                  <a:pos x="T8" y="T9"/>
                </a:cxn>
              </a:cxnLst>
              <a:rect l="0" t="0" r="r" b="b"/>
              <a:pathLst>
                <a:path w="26" h="18">
                  <a:moveTo>
                    <a:pt x="25" y="8"/>
                  </a:moveTo>
                  <a:cubicBezTo>
                    <a:pt x="26" y="13"/>
                    <a:pt x="22" y="17"/>
                    <a:pt x="16" y="17"/>
                  </a:cubicBezTo>
                  <a:cubicBezTo>
                    <a:pt x="9" y="18"/>
                    <a:pt x="2" y="14"/>
                    <a:pt x="1" y="9"/>
                  </a:cubicBezTo>
                  <a:cubicBezTo>
                    <a:pt x="0" y="4"/>
                    <a:pt x="5" y="0"/>
                    <a:pt x="12" y="0"/>
                  </a:cubicBezTo>
                  <a:cubicBezTo>
                    <a:pt x="18" y="0"/>
                    <a:pt x="24" y="3"/>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8" name="Freeform 1502">
              <a:extLst>
                <a:ext uri="{FF2B5EF4-FFF2-40B4-BE49-F238E27FC236}">
                  <a16:creationId xmlns:a16="http://schemas.microsoft.com/office/drawing/2014/main" id="{2464E357-40A5-35DC-D395-13799B48216A}"/>
                </a:ext>
              </a:extLst>
            </p:cNvPr>
            <p:cNvSpPr>
              <a:spLocks/>
            </p:cNvSpPr>
            <p:nvPr/>
          </p:nvSpPr>
          <p:spPr bwMode="auto">
            <a:xfrm rot="5094805">
              <a:off x="356917" y="742302"/>
              <a:ext cx="68549" cy="50269"/>
            </a:xfrm>
            <a:custGeom>
              <a:avLst/>
              <a:gdLst>
                <a:gd name="T0" fmla="*/ 16 w 27"/>
                <a:gd name="T1" fmla="*/ 19 h 20"/>
                <a:gd name="T2" fmla="*/ 1 w 27"/>
                <a:gd name="T3" fmla="*/ 12 h 20"/>
                <a:gd name="T4" fmla="*/ 11 w 27"/>
                <a:gd name="T5" fmla="*/ 1 h 20"/>
                <a:gd name="T6" fmla="*/ 26 w 27"/>
                <a:gd name="T7" fmla="*/ 9 h 20"/>
                <a:gd name="T8" fmla="*/ 16 w 27"/>
                <a:gd name="T9" fmla="*/ 19 h 20"/>
              </a:gdLst>
              <a:ahLst/>
              <a:cxnLst>
                <a:cxn ang="0">
                  <a:pos x="T0" y="T1"/>
                </a:cxn>
                <a:cxn ang="0">
                  <a:pos x="T2" y="T3"/>
                </a:cxn>
                <a:cxn ang="0">
                  <a:pos x="T4" y="T5"/>
                </a:cxn>
                <a:cxn ang="0">
                  <a:pos x="T6" y="T7"/>
                </a:cxn>
                <a:cxn ang="0">
                  <a:pos x="T8" y="T9"/>
                </a:cxn>
              </a:cxnLst>
              <a:rect l="0" t="0" r="r" b="b"/>
              <a:pathLst>
                <a:path w="27" h="20">
                  <a:moveTo>
                    <a:pt x="16" y="19"/>
                  </a:moveTo>
                  <a:cubicBezTo>
                    <a:pt x="10" y="20"/>
                    <a:pt x="3" y="16"/>
                    <a:pt x="1" y="12"/>
                  </a:cubicBezTo>
                  <a:cubicBezTo>
                    <a:pt x="0" y="7"/>
                    <a:pt x="4" y="2"/>
                    <a:pt x="11" y="1"/>
                  </a:cubicBezTo>
                  <a:cubicBezTo>
                    <a:pt x="18" y="0"/>
                    <a:pt x="25" y="4"/>
                    <a:pt x="26" y="9"/>
                  </a:cubicBezTo>
                  <a:cubicBezTo>
                    <a:pt x="27" y="14"/>
                    <a:pt x="22" y="19"/>
                    <a:pt x="1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9" name="Freeform 1503">
              <a:extLst>
                <a:ext uri="{FF2B5EF4-FFF2-40B4-BE49-F238E27FC236}">
                  <a16:creationId xmlns:a16="http://schemas.microsoft.com/office/drawing/2014/main" id="{B5196991-C654-0E40-38D4-0F7BB2EAF160}"/>
                </a:ext>
              </a:extLst>
            </p:cNvPr>
            <p:cNvSpPr>
              <a:spLocks/>
            </p:cNvSpPr>
            <p:nvPr/>
          </p:nvSpPr>
          <p:spPr bwMode="auto">
            <a:xfrm rot="5094805">
              <a:off x="322530" y="549327"/>
              <a:ext cx="66264" cy="50269"/>
            </a:xfrm>
            <a:custGeom>
              <a:avLst/>
              <a:gdLst>
                <a:gd name="T0" fmla="*/ 26 w 27"/>
                <a:gd name="T1" fmla="*/ 9 h 20"/>
                <a:gd name="T2" fmla="*/ 16 w 27"/>
                <a:gd name="T3" fmla="*/ 19 h 20"/>
                <a:gd name="T4" fmla="*/ 2 w 27"/>
                <a:gd name="T5" fmla="*/ 12 h 20"/>
                <a:gd name="T6" fmla="*/ 13 w 27"/>
                <a:gd name="T7" fmla="*/ 0 h 20"/>
                <a:gd name="T8" fmla="*/ 26 w 27"/>
                <a:gd name="T9" fmla="*/ 9 h 20"/>
              </a:gdLst>
              <a:ahLst/>
              <a:cxnLst>
                <a:cxn ang="0">
                  <a:pos x="T0" y="T1"/>
                </a:cxn>
                <a:cxn ang="0">
                  <a:pos x="T2" y="T3"/>
                </a:cxn>
                <a:cxn ang="0">
                  <a:pos x="T4" y="T5"/>
                </a:cxn>
                <a:cxn ang="0">
                  <a:pos x="T6" y="T7"/>
                </a:cxn>
                <a:cxn ang="0">
                  <a:pos x="T8" y="T9"/>
                </a:cxn>
              </a:cxnLst>
              <a:rect l="0" t="0" r="r" b="b"/>
              <a:pathLst>
                <a:path w="27" h="20">
                  <a:moveTo>
                    <a:pt x="26" y="9"/>
                  </a:moveTo>
                  <a:cubicBezTo>
                    <a:pt x="27" y="14"/>
                    <a:pt x="22" y="19"/>
                    <a:pt x="16" y="19"/>
                  </a:cubicBezTo>
                  <a:cubicBezTo>
                    <a:pt x="10" y="20"/>
                    <a:pt x="3" y="17"/>
                    <a:pt x="2" y="12"/>
                  </a:cubicBezTo>
                  <a:cubicBezTo>
                    <a:pt x="0" y="6"/>
                    <a:pt x="6" y="1"/>
                    <a:pt x="13" y="0"/>
                  </a:cubicBezTo>
                  <a:cubicBezTo>
                    <a:pt x="20" y="0"/>
                    <a:pt x="25" y="3"/>
                    <a:pt x="2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0" name="Freeform 1504">
              <a:extLst>
                <a:ext uri="{FF2B5EF4-FFF2-40B4-BE49-F238E27FC236}">
                  <a16:creationId xmlns:a16="http://schemas.microsoft.com/office/drawing/2014/main" id="{BFA9B05F-2C33-1EE5-FF02-F1CB1FBFBEF0}"/>
                </a:ext>
              </a:extLst>
            </p:cNvPr>
            <p:cNvSpPr>
              <a:spLocks/>
            </p:cNvSpPr>
            <p:nvPr/>
          </p:nvSpPr>
          <p:spPr bwMode="auto">
            <a:xfrm rot="5094805">
              <a:off x="280486" y="358291"/>
              <a:ext cx="61694" cy="54839"/>
            </a:xfrm>
            <a:custGeom>
              <a:avLst/>
              <a:gdLst>
                <a:gd name="T0" fmla="*/ 24 w 25"/>
                <a:gd name="T1" fmla="*/ 8 h 22"/>
                <a:gd name="T2" fmla="*/ 15 w 25"/>
                <a:gd name="T3" fmla="*/ 20 h 22"/>
                <a:gd name="T4" fmla="*/ 0 w 25"/>
                <a:gd name="T5" fmla="*/ 12 h 22"/>
                <a:gd name="T6" fmla="*/ 11 w 25"/>
                <a:gd name="T7" fmla="*/ 1 h 22"/>
                <a:gd name="T8" fmla="*/ 24 w 25"/>
                <a:gd name="T9" fmla="*/ 8 h 22"/>
              </a:gdLst>
              <a:ahLst/>
              <a:cxnLst>
                <a:cxn ang="0">
                  <a:pos x="T0" y="T1"/>
                </a:cxn>
                <a:cxn ang="0">
                  <a:pos x="T2" y="T3"/>
                </a:cxn>
                <a:cxn ang="0">
                  <a:pos x="T4" y="T5"/>
                </a:cxn>
                <a:cxn ang="0">
                  <a:pos x="T6" y="T7"/>
                </a:cxn>
                <a:cxn ang="0">
                  <a:pos x="T8" y="T9"/>
                </a:cxn>
              </a:cxnLst>
              <a:rect l="0" t="0" r="r" b="b"/>
              <a:pathLst>
                <a:path w="25" h="22">
                  <a:moveTo>
                    <a:pt x="24" y="8"/>
                  </a:moveTo>
                  <a:cubicBezTo>
                    <a:pt x="25" y="13"/>
                    <a:pt x="21" y="18"/>
                    <a:pt x="15" y="20"/>
                  </a:cubicBezTo>
                  <a:cubicBezTo>
                    <a:pt x="8" y="22"/>
                    <a:pt x="1" y="18"/>
                    <a:pt x="0" y="12"/>
                  </a:cubicBezTo>
                  <a:cubicBezTo>
                    <a:pt x="0" y="7"/>
                    <a:pt x="4" y="2"/>
                    <a:pt x="11" y="1"/>
                  </a:cubicBezTo>
                  <a:cubicBezTo>
                    <a:pt x="17" y="0"/>
                    <a:pt x="23" y="3"/>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1" name="Freeform 1505">
              <a:extLst>
                <a:ext uri="{FF2B5EF4-FFF2-40B4-BE49-F238E27FC236}">
                  <a16:creationId xmlns:a16="http://schemas.microsoft.com/office/drawing/2014/main" id="{D653332B-AE0D-EF08-5475-E89AE872D755}"/>
                </a:ext>
              </a:extLst>
            </p:cNvPr>
            <p:cNvSpPr>
              <a:spLocks/>
            </p:cNvSpPr>
            <p:nvPr/>
          </p:nvSpPr>
          <p:spPr bwMode="auto">
            <a:xfrm rot="5094805">
              <a:off x="226842" y="167871"/>
              <a:ext cx="66264" cy="54839"/>
            </a:xfrm>
            <a:custGeom>
              <a:avLst/>
              <a:gdLst>
                <a:gd name="T0" fmla="*/ 25 w 26"/>
                <a:gd name="T1" fmla="*/ 9 h 22"/>
                <a:gd name="T2" fmla="*/ 15 w 26"/>
                <a:gd name="T3" fmla="*/ 21 h 22"/>
                <a:gd name="T4" fmla="*/ 1 w 26"/>
                <a:gd name="T5" fmla="*/ 14 h 22"/>
                <a:gd name="T6" fmla="*/ 12 w 26"/>
                <a:gd name="T7" fmla="*/ 2 h 22"/>
                <a:gd name="T8" fmla="*/ 25 w 26"/>
                <a:gd name="T9" fmla="*/ 9 h 22"/>
              </a:gdLst>
              <a:ahLst/>
              <a:cxnLst>
                <a:cxn ang="0">
                  <a:pos x="T0" y="T1"/>
                </a:cxn>
                <a:cxn ang="0">
                  <a:pos x="T2" y="T3"/>
                </a:cxn>
                <a:cxn ang="0">
                  <a:pos x="T4" y="T5"/>
                </a:cxn>
                <a:cxn ang="0">
                  <a:pos x="T6" y="T7"/>
                </a:cxn>
                <a:cxn ang="0">
                  <a:pos x="T8" y="T9"/>
                </a:cxn>
              </a:cxnLst>
              <a:rect l="0" t="0" r="r" b="b"/>
              <a:pathLst>
                <a:path w="26" h="22">
                  <a:moveTo>
                    <a:pt x="25" y="9"/>
                  </a:moveTo>
                  <a:cubicBezTo>
                    <a:pt x="26" y="14"/>
                    <a:pt x="21" y="19"/>
                    <a:pt x="15" y="21"/>
                  </a:cubicBezTo>
                  <a:cubicBezTo>
                    <a:pt x="9" y="22"/>
                    <a:pt x="2" y="19"/>
                    <a:pt x="1" y="14"/>
                  </a:cubicBezTo>
                  <a:cubicBezTo>
                    <a:pt x="0" y="9"/>
                    <a:pt x="5" y="3"/>
                    <a:pt x="12" y="2"/>
                  </a:cubicBezTo>
                  <a:cubicBezTo>
                    <a:pt x="19" y="0"/>
                    <a:pt x="24" y="3"/>
                    <a:pt x="2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2" name="Freeform 1506">
              <a:extLst>
                <a:ext uri="{FF2B5EF4-FFF2-40B4-BE49-F238E27FC236}">
                  <a16:creationId xmlns:a16="http://schemas.microsoft.com/office/drawing/2014/main" id="{E98C5CFF-4CA4-428B-ABED-B4726CCA8603}"/>
                </a:ext>
              </a:extLst>
            </p:cNvPr>
            <p:cNvSpPr>
              <a:spLocks/>
            </p:cNvSpPr>
            <p:nvPr/>
          </p:nvSpPr>
          <p:spPr bwMode="auto">
            <a:xfrm rot="5094805">
              <a:off x="163070" y="-17910"/>
              <a:ext cx="63979" cy="50269"/>
            </a:xfrm>
            <a:custGeom>
              <a:avLst/>
              <a:gdLst>
                <a:gd name="T0" fmla="*/ 25 w 26"/>
                <a:gd name="T1" fmla="*/ 7 h 21"/>
                <a:gd name="T2" fmla="*/ 15 w 26"/>
                <a:gd name="T3" fmla="*/ 19 h 21"/>
                <a:gd name="T4" fmla="*/ 1 w 26"/>
                <a:gd name="T5" fmla="*/ 13 h 21"/>
                <a:gd name="T6" fmla="*/ 11 w 26"/>
                <a:gd name="T7" fmla="*/ 2 h 21"/>
                <a:gd name="T8" fmla="*/ 25 w 26"/>
                <a:gd name="T9" fmla="*/ 7 h 21"/>
              </a:gdLst>
              <a:ahLst/>
              <a:cxnLst>
                <a:cxn ang="0">
                  <a:pos x="T0" y="T1"/>
                </a:cxn>
                <a:cxn ang="0">
                  <a:pos x="T2" y="T3"/>
                </a:cxn>
                <a:cxn ang="0">
                  <a:pos x="T4" y="T5"/>
                </a:cxn>
                <a:cxn ang="0">
                  <a:pos x="T6" y="T7"/>
                </a:cxn>
                <a:cxn ang="0">
                  <a:pos x="T8" y="T9"/>
                </a:cxn>
              </a:cxnLst>
              <a:rect l="0" t="0" r="r" b="b"/>
              <a:pathLst>
                <a:path w="26" h="21">
                  <a:moveTo>
                    <a:pt x="25" y="7"/>
                  </a:moveTo>
                  <a:cubicBezTo>
                    <a:pt x="26" y="11"/>
                    <a:pt x="22" y="17"/>
                    <a:pt x="15" y="19"/>
                  </a:cubicBezTo>
                  <a:cubicBezTo>
                    <a:pt x="9" y="21"/>
                    <a:pt x="1" y="18"/>
                    <a:pt x="1" y="13"/>
                  </a:cubicBezTo>
                  <a:cubicBezTo>
                    <a:pt x="0" y="8"/>
                    <a:pt x="5" y="3"/>
                    <a:pt x="11" y="2"/>
                  </a:cubicBezTo>
                  <a:cubicBezTo>
                    <a:pt x="18" y="0"/>
                    <a:pt x="24" y="2"/>
                    <a:pt x="2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3" name="Freeform 1525">
              <a:extLst>
                <a:ext uri="{FF2B5EF4-FFF2-40B4-BE49-F238E27FC236}">
                  <a16:creationId xmlns:a16="http://schemas.microsoft.com/office/drawing/2014/main" id="{D475F3C2-B23D-C1CA-A8C6-4ACA7F42A306}"/>
                </a:ext>
              </a:extLst>
            </p:cNvPr>
            <p:cNvSpPr>
              <a:spLocks/>
            </p:cNvSpPr>
            <p:nvPr/>
          </p:nvSpPr>
          <p:spPr bwMode="auto">
            <a:xfrm rot="5094805">
              <a:off x="2291306" y="6798586"/>
              <a:ext cx="61694" cy="11425"/>
            </a:xfrm>
            <a:custGeom>
              <a:avLst/>
              <a:gdLst>
                <a:gd name="T0" fmla="*/ 12 w 25"/>
                <a:gd name="T1" fmla="*/ 1 h 5"/>
                <a:gd name="T2" fmla="*/ 25 w 25"/>
                <a:gd name="T3" fmla="*/ 0 h 5"/>
                <a:gd name="T4" fmla="*/ 14 w 25"/>
                <a:gd name="T5" fmla="*/ 3 h 5"/>
                <a:gd name="T6" fmla="*/ 0 w 25"/>
                <a:gd name="T7" fmla="*/ 4 h 5"/>
                <a:gd name="T8" fmla="*/ 12 w 25"/>
                <a:gd name="T9" fmla="*/ 1 h 5"/>
              </a:gdLst>
              <a:ahLst/>
              <a:cxnLst>
                <a:cxn ang="0">
                  <a:pos x="T0" y="T1"/>
                </a:cxn>
                <a:cxn ang="0">
                  <a:pos x="T2" y="T3"/>
                </a:cxn>
                <a:cxn ang="0">
                  <a:pos x="T4" y="T5"/>
                </a:cxn>
                <a:cxn ang="0">
                  <a:pos x="T6" y="T7"/>
                </a:cxn>
                <a:cxn ang="0">
                  <a:pos x="T8" y="T9"/>
                </a:cxn>
              </a:cxnLst>
              <a:rect l="0" t="0" r="r" b="b"/>
              <a:pathLst>
                <a:path w="25" h="5">
                  <a:moveTo>
                    <a:pt x="12" y="1"/>
                  </a:moveTo>
                  <a:cubicBezTo>
                    <a:pt x="19" y="0"/>
                    <a:pt x="25" y="0"/>
                    <a:pt x="25" y="0"/>
                  </a:cubicBezTo>
                  <a:cubicBezTo>
                    <a:pt x="25" y="1"/>
                    <a:pt x="20" y="2"/>
                    <a:pt x="14" y="3"/>
                  </a:cubicBezTo>
                  <a:cubicBezTo>
                    <a:pt x="7" y="4"/>
                    <a:pt x="0" y="5"/>
                    <a:pt x="0" y="4"/>
                  </a:cubicBezTo>
                  <a:cubicBezTo>
                    <a:pt x="0" y="4"/>
                    <a:pt x="6" y="3"/>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4" name="Freeform 1526">
              <a:extLst>
                <a:ext uri="{FF2B5EF4-FFF2-40B4-BE49-F238E27FC236}">
                  <a16:creationId xmlns:a16="http://schemas.microsoft.com/office/drawing/2014/main" id="{BF77CEBD-9F7E-8329-47F3-0FE6A58782E4}"/>
                </a:ext>
              </a:extLst>
            </p:cNvPr>
            <p:cNvSpPr>
              <a:spLocks/>
            </p:cNvSpPr>
            <p:nvPr/>
          </p:nvSpPr>
          <p:spPr bwMode="auto">
            <a:xfrm rot="5094805">
              <a:off x="2244393" y="6607665"/>
              <a:ext cx="63979" cy="9140"/>
            </a:xfrm>
            <a:custGeom>
              <a:avLst/>
              <a:gdLst>
                <a:gd name="T0" fmla="*/ 25 w 26"/>
                <a:gd name="T1" fmla="*/ 1 h 4"/>
                <a:gd name="T2" fmla="*/ 14 w 26"/>
                <a:gd name="T3" fmla="*/ 3 h 4"/>
                <a:gd name="T4" fmla="*/ 1 w 26"/>
                <a:gd name="T5" fmla="*/ 4 h 4"/>
                <a:gd name="T6" fmla="*/ 13 w 26"/>
                <a:gd name="T7" fmla="*/ 2 h 4"/>
                <a:gd name="T8" fmla="*/ 25 w 26"/>
                <a:gd name="T9" fmla="*/ 1 h 4"/>
              </a:gdLst>
              <a:ahLst/>
              <a:cxnLst>
                <a:cxn ang="0">
                  <a:pos x="T0" y="T1"/>
                </a:cxn>
                <a:cxn ang="0">
                  <a:pos x="T2" y="T3"/>
                </a:cxn>
                <a:cxn ang="0">
                  <a:pos x="T4" y="T5"/>
                </a:cxn>
                <a:cxn ang="0">
                  <a:pos x="T6" y="T7"/>
                </a:cxn>
                <a:cxn ang="0">
                  <a:pos x="T8" y="T9"/>
                </a:cxn>
              </a:cxnLst>
              <a:rect l="0" t="0" r="r" b="b"/>
              <a:pathLst>
                <a:path w="26" h="4">
                  <a:moveTo>
                    <a:pt x="25" y="1"/>
                  </a:moveTo>
                  <a:cubicBezTo>
                    <a:pt x="26" y="1"/>
                    <a:pt x="21" y="2"/>
                    <a:pt x="14" y="3"/>
                  </a:cubicBezTo>
                  <a:cubicBezTo>
                    <a:pt x="8" y="4"/>
                    <a:pt x="2" y="4"/>
                    <a:pt x="1" y="4"/>
                  </a:cubicBezTo>
                  <a:cubicBezTo>
                    <a:pt x="0" y="4"/>
                    <a:pt x="6" y="3"/>
                    <a:pt x="13" y="2"/>
                  </a:cubicBezTo>
                  <a:cubicBezTo>
                    <a:pt x="19" y="1"/>
                    <a:pt x="25"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5" name="Freeform 1527">
              <a:extLst>
                <a:ext uri="{FF2B5EF4-FFF2-40B4-BE49-F238E27FC236}">
                  <a16:creationId xmlns:a16="http://schemas.microsoft.com/office/drawing/2014/main" id="{DED8CFD6-F7A6-140E-62ED-C84C93C280C6}"/>
                </a:ext>
              </a:extLst>
            </p:cNvPr>
            <p:cNvSpPr>
              <a:spLocks/>
            </p:cNvSpPr>
            <p:nvPr/>
          </p:nvSpPr>
          <p:spPr bwMode="auto">
            <a:xfrm rot="5094805">
              <a:off x="2201829" y="6414062"/>
              <a:ext cx="66264" cy="6855"/>
            </a:xfrm>
            <a:custGeom>
              <a:avLst/>
              <a:gdLst>
                <a:gd name="T0" fmla="*/ 15 w 27"/>
                <a:gd name="T1" fmla="*/ 2 h 3"/>
                <a:gd name="T2" fmla="*/ 1 w 27"/>
                <a:gd name="T3" fmla="*/ 3 h 3"/>
                <a:gd name="T4" fmla="*/ 12 w 27"/>
                <a:gd name="T5" fmla="*/ 1 h 3"/>
                <a:gd name="T6" fmla="*/ 26 w 27"/>
                <a:gd name="T7" fmla="*/ 0 h 3"/>
                <a:gd name="T8" fmla="*/ 15 w 27"/>
                <a:gd name="T9" fmla="*/ 2 h 3"/>
              </a:gdLst>
              <a:ahLst/>
              <a:cxnLst>
                <a:cxn ang="0">
                  <a:pos x="T0" y="T1"/>
                </a:cxn>
                <a:cxn ang="0">
                  <a:pos x="T2" y="T3"/>
                </a:cxn>
                <a:cxn ang="0">
                  <a:pos x="T4" y="T5"/>
                </a:cxn>
                <a:cxn ang="0">
                  <a:pos x="T6" y="T7"/>
                </a:cxn>
                <a:cxn ang="0">
                  <a:pos x="T8" y="T9"/>
                </a:cxn>
              </a:cxnLst>
              <a:rect l="0" t="0" r="r" b="b"/>
              <a:pathLst>
                <a:path w="27" h="3">
                  <a:moveTo>
                    <a:pt x="15" y="2"/>
                  </a:moveTo>
                  <a:cubicBezTo>
                    <a:pt x="9" y="2"/>
                    <a:pt x="2" y="3"/>
                    <a:pt x="1" y="3"/>
                  </a:cubicBezTo>
                  <a:cubicBezTo>
                    <a:pt x="0" y="3"/>
                    <a:pt x="5" y="2"/>
                    <a:pt x="12" y="1"/>
                  </a:cubicBezTo>
                  <a:cubicBezTo>
                    <a:pt x="19" y="1"/>
                    <a:pt x="25" y="0"/>
                    <a:pt x="26" y="0"/>
                  </a:cubicBezTo>
                  <a:cubicBezTo>
                    <a:pt x="27" y="0"/>
                    <a:pt x="22" y="1"/>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6" name="Freeform 1528">
              <a:extLst>
                <a:ext uri="{FF2B5EF4-FFF2-40B4-BE49-F238E27FC236}">
                  <a16:creationId xmlns:a16="http://schemas.microsoft.com/office/drawing/2014/main" id="{09538AA8-03B7-C887-A2DD-1442DFE35143}"/>
                </a:ext>
              </a:extLst>
            </p:cNvPr>
            <p:cNvSpPr>
              <a:spLocks/>
            </p:cNvSpPr>
            <p:nvPr/>
          </p:nvSpPr>
          <p:spPr bwMode="auto">
            <a:xfrm rot="5094805">
              <a:off x="2171994" y="6222967"/>
              <a:ext cx="63979" cy="2285"/>
            </a:xfrm>
            <a:custGeom>
              <a:avLst/>
              <a:gdLst>
                <a:gd name="T0" fmla="*/ 26 w 26"/>
                <a:gd name="T1" fmla="*/ 0 h 1"/>
                <a:gd name="T2" fmla="*/ 15 w 26"/>
                <a:gd name="T3" fmla="*/ 0 h 1"/>
                <a:gd name="T4" fmla="*/ 1 w 26"/>
                <a:gd name="T5" fmla="*/ 1 h 1"/>
                <a:gd name="T6" fmla="*/ 13 w 26"/>
                <a:gd name="T7" fmla="*/ 0 h 1"/>
                <a:gd name="T8" fmla="*/ 26 w 26"/>
                <a:gd name="T9" fmla="*/ 0 h 1"/>
              </a:gdLst>
              <a:ahLst/>
              <a:cxnLst>
                <a:cxn ang="0">
                  <a:pos x="T0" y="T1"/>
                </a:cxn>
                <a:cxn ang="0">
                  <a:pos x="T2" y="T3"/>
                </a:cxn>
                <a:cxn ang="0">
                  <a:pos x="T4" y="T5"/>
                </a:cxn>
                <a:cxn ang="0">
                  <a:pos x="T6" y="T7"/>
                </a:cxn>
                <a:cxn ang="0">
                  <a:pos x="T8" y="T9"/>
                </a:cxn>
              </a:cxnLst>
              <a:rect l="0" t="0" r="r" b="b"/>
              <a:pathLst>
                <a:path w="26" h="1">
                  <a:moveTo>
                    <a:pt x="26" y="0"/>
                  </a:moveTo>
                  <a:cubicBezTo>
                    <a:pt x="26" y="0"/>
                    <a:pt x="21" y="0"/>
                    <a:pt x="15" y="0"/>
                  </a:cubicBezTo>
                  <a:cubicBezTo>
                    <a:pt x="9" y="1"/>
                    <a:pt x="2" y="1"/>
                    <a:pt x="1" y="1"/>
                  </a:cubicBezTo>
                  <a:cubicBezTo>
                    <a:pt x="0" y="1"/>
                    <a:pt x="6" y="1"/>
                    <a:pt x="13" y="0"/>
                  </a:cubicBezTo>
                  <a:cubicBezTo>
                    <a:pt x="20" y="0"/>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7" name="Freeform 1529">
              <a:extLst>
                <a:ext uri="{FF2B5EF4-FFF2-40B4-BE49-F238E27FC236}">
                  <a16:creationId xmlns:a16="http://schemas.microsoft.com/office/drawing/2014/main" id="{BB03353A-FD04-8A3E-2779-E47EF5C34331}"/>
                </a:ext>
              </a:extLst>
            </p:cNvPr>
            <p:cNvSpPr>
              <a:spLocks/>
            </p:cNvSpPr>
            <p:nvPr/>
          </p:nvSpPr>
          <p:spPr bwMode="auto">
            <a:xfrm rot="5094805">
              <a:off x="2142159" y="6027301"/>
              <a:ext cx="61694" cy="6855"/>
            </a:xfrm>
            <a:custGeom>
              <a:avLst/>
              <a:gdLst>
                <a:gd name="T0" fmla="*/ 13 w 25"/>
                <a:gd name="T1" fmla="*/ 2 h 3"/>
                <a:gd name="T2" fmla="*/ 0 w 25"/>
                <a:gd name="T3" fmla="*/ 3 h 3"/>
                <a:gd name="T4" fmla="*/ 13 w 25"/>
                <a:gd name="T5" fmla="*/ 2 h 3"/>
                <a:gd name="T6" fmla="*/ 25 w 25"/>
                <a:gd name="T7" fmla="*/ 0 h 3"/>
                <a:gd name="T8" fmla="*/ 13 w 25"/>
                <a:gd name="T9" fmla="*/ 2 h 3"/>
              </a:gdLst>
              <a:ahLst/>
              <a:cxnLst>
                <a:cxn ang="0">
                  <a:pos x="T0" y="T1"/>
                </a:cxn>
                <a:cxn ang="0">
                  <a:pos x="T2" y="T3"/>
                </a:cxn>
                <a:cxn ang="0">
                  <a:pos x="T4" y="T5"/>
                </a:cxn>
                <a:cxn ang="0">
                  <a:pos x="T6" y="T7"/>
                </a:cxn>
                <a:cxn ang="0">
                  <a:pos x="T8" y="T9"/>
                </a:cxn>
              </a:cxnLst>
              <a:rect l="0" t="0" r="r" b="b"/>
              <a:pathLst>
                <a:path w="25" h="3">
                  <a:moveTo>
                    <a:pt x="13" y="2"/>
                  </a:moveTo>
                  <a:cubicBezTo>
                    <a:pt x="6" y="3"/>
                    <a:pt x="1" y="3"/>
                    <a:pt x="0" y="3"/>
                  </a:cubicBezTo>
                  <a:cubicBezTo>
                    <a:pt x="0" y="3"/>
                    <a:pt x="6" y="2"/>
                    <a:pt x="13" y="2"/>
                  </a:cubicBezTo>
                  <a:cubicBezTo>
                    <a:pt x="20" y="1"/>
                    <a:pt x="25" y="0"/>
                    <a:pt x="25" y="0"/>
                  </a:cubicBezTo>
                  <a:cubicBezTo>
                    <a:pt x="25"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8" name="Freeform 1530">
              <a:extLst>
                <a:ext uri="{FF2B5EF4-FFF2-40B4-BE49-F238E27FC236}">
                  <a16:creationId xmlns:a16="http://schemas.microsoft.com/office/drawing/2014/main" id="{F0BC469D-C3F4-CBEF-0A5E-D5BCB7B163EF}"/>
                </a:ext>
              </a:extLst>
            </p:cNvPr>
            <p:cNvSpPr>
              <a:spLocks/>
            </p:cNvSpPr>
            <p:nvPr/>
          </p:nvSpPr>
          <p:spPr bwMode="auto">
            <a:xfrm rot="5094805">
              <a:off x="2095448" y="5834086"/>
              <a:ext cx="63979" cy="13710"/>
            </a:xfrm>
            <a:custGeom>
              <a:avLst/>
              <a:gdLst>
                <a:gd name="T0" fmla="*/ 12 w 26"/>
                <a:gd name="T1" fmla="*/ 3 h 5"/>
                <a:gd name="T2" fmla="*/ 25 w 26"/>
                <a:gd name="T3" fmla="*/ 0 h 5"/>
                <a:gd name="T4" fmla="*/ 15 w 26"/>
                <a:gd name="T5" fmla="*/ 2 h 5"/>
                <a:gd name="T6" fmla="*/ 1 w 26"/>
                <a:gd name="T7" fmla="*/ 5 h 5"/>
                <a:gd name="T8" fmla="*/ 12 w 26"/>
                <a:gd name="T9" fmla="*/ 3 h 5"/>
              </a:gdLst>
              <a:ahLst/>
              <a:cxnLst>
                <a:cxn ang="0">
                  <a:pos x="T0" y="T1"/>
                </a:cxn>
                <a:cxn ang="0">
                  <a:pos x="T2" y="T3"/>
                </a:cxn>
                <a:cxn ang="0">
                  <a:pos x="T4" y="T5"/>
                </a:cxn>
                <a:cxn ang="0">
                  <a:pos x="T6" y="T7"/>
                </a:cxn>
                <a:cxn ang="0">
                  <a:pos x="T8" y="T9"/>
                </a:cxn>
              </a:cxnLst>
              <a:rect l="0" t="0" r="r" b="b"/>
              <a:pathLst>
                <a:path w="26" h="5">
                  <a:moveTo>
                    <a:pt x="12" y="3"/>
                  </a:moveTo>
                  <a:cubicBezTo>
                    <a:pt x="19" y="1"/>
                    <a:pt x="24" y="0"/>
                    <a:pt x="25" y="0"/>
                  </a:cubicBezTo>
                  <a:cubicBezTo>
                    <a:pt x="26" y="0"/>
                    <a:pt x="21" y="1"/>
                    <a:pt x="15" y="2"/>
                  </a:cubicBezTo>
                  <a:cubicBezTo>
                    <a:pt x="8" y="4"/>
                    <a:pt x="1" y="5"/>
                    <a:pt x="1" y="5"/>
                  </a:cubicBezTo>
                  <a:cubicBezTo>
                    <a:pt x="0" y="5"/>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9" name="Freeform 1531">
              <a:extLst>
                <a:ext uri="{FF2B5EF4-FFF2-40B4-BE49-F238E27FC236}">
                  <a16:creationId xmlns:a16="http://schemas.microsoft.com/office/drawing/2014/main" id="{950A8559-6C59-D829-D8AC-BC270582E553}"/>
                </a:ext>
              </a:extLst>
            </p:cNvPr>
            <p:cNvSpPr>
              <a:spLocks/>
            </p:cNvSpPr>
            <p:nvPr/>
          </p:nvSpPr>
          <p:spPr bwMode="auto">
            <a:xfrm rot="5094805">
              <a:off x="2036229" y="5645615"/>
              <a:ext cx="61694" cy="13710"/>
            </a:xfrm>
            <a:custGeom>
              <a:avLst/>
              <a:gdLst>
                <a:gd name="T0" fmla="*/ 25 w 25"/>
                <a:gd name="T1" fmla="*/ 0 h 6"/>
                <a:gd name="T2" fmla="*/ 14 w 25"/>
                <a:gd name="T3" fmla="*/ 3 h 6"/>
                <a:gd name="T4" fmla="*/ 1 w 25"/>
                <a:gd name="T5" fmla="*/ 6 h 6"/>
                <a:gd name="T6" fmla="*/ 12 w 25"/>
                <a:gd name="T7" fmla="*/ 3 h 6"/>
                <a:gd name="T8" fmla="*/ 25 w 25"/>
                <a:gd name="T9" fmla="*/ 0 h 6"/>
              </a:gdLst>
              <a:ahLst/>
              <a:cxnLst>
                <a:cxn ang="0">
                  <a:pos x="T0" y="T1"/>
                </a:cxn>
                <a:cxn ang="0">
                  <a:pos x="T2" y="T3"/>
                </a:cxn>
                <a:cxn ang="0">
                  <a:pos x="T4" y="T5"/>
                </a:cxn>
                <a:cxn ang="0">
                  <a:pos x="T6" y="T7"/>
                </a:cxn>
                <a:cxn ang="0">
                  <a:pos x="T8" y="T9"/>
                </a:cxn>
              </a:cxnLst>
              <a:rect l="0" t="0" r="r" b="b"/>
              <a:pathLst>
                <a:path w="25" h="6">
                  <a:moveTo>
                    <a:pt x="25" y="0"/>
                  </a:moveTo>
                  <a:cubicBezTo>
                    <a:pt x="25" y="0"/>
                    <a:pt x="20" y="1"/>
                    <a:pt x="14" y="3"/>
                  </a:cubicBezTo>
                  <a:cubicBezTo>
                    <a:pt x="8" y="4"/>
                    <a:pt x="1" y="6"/>
                    <a:pt x="1" y="6"/>
                  </a:cubicBezTo>
                  <a:cubicBezTo>
                    <a:pt x="0" y="6"/>
                    <a:pt x="5" y="5"/>
                    <a:pt x="12" y="3"/>
                  </a:cubicBezTo>
                  <a:cubicBezTo>
                    <a:pt x="19"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0" name="Freeform 1532">
              <a:extLst>
                <a:ext uri="{FF2B5EF4-FFF2-40B4-BE49-F238E27FC236}">
                  <a16:creationId xmlns:a16="http://schemas.microsoft.com/office/drawing/2014/main" id="{EE9F7886-4DD6-3154-33AB-4ABD3F2B43C6}"/>
                </a:ext>
              </a:extLst>
            </p:cNvPr>
            <p:cNvSpPr>
              <a:spLocks/>
            </p:cNvSpPr>
            <p:nvPr/>
          </p:nvSpPr>
          <p:spPr bwMode="auto">
            <a:xfrm rot="5094805">
              <a:off x="1965726" y="5455766"/>
              <a:ext cx="61694" cy="20565"/>
            </a:xfrm>
            <a:custGeom>
              <a:avLst/>
              <a:gdLst>
                <a:gd name="T0" fmla="*/ 25 w 25"/>
                <a:gd name="T1" fmla="*/ 1 h 8"/>
                <a:gd name="T2" fmla="*/ 14 w 25"/>
                <a:gd name="T3" fmla="*/ 4 h 8"/>
                <a:gd name="T4" fmla="*/ 1 w 25"/>
                <a:gd name="T5" fmla="*/ 8 h 8"/>
                <a:gd name="T6" fmla="*/ 12 w 25"/>
                <a:gd name="T7" fmla="*/ 4 h 8"/>
                <a:gd name="T8" fmla="*/ 25 w 25"/>
                <a:gd name="T9" fmla="*/ 1 h 8"/>
              </a:gdLst>
              <a:ahLst/>
              <a:cxnLst>
                <a:cxn ang="0">
                  <a:pos x="T0" y="T1"/>
                </a:cxn>
                <a:cxn ang="0">
                  <a:pos x="T2" y="T3"/>
                </a:cxn>
                <a:cxn ang="0">
                  <a:pos x="T4" y="T5"/>
                </a:cxn>
                <a:cxn ang="0">
                  <a:pos x="T6" y="T7"/>
                </a:cxn>
                <a:cxn ang="0">
                  <a:pos x="T8" y="T9"/>
                </a:cxn>
              </a:cxnLst>
              <a:rect l="0" t="0" r="r" b="b"/>
              <a:pathLst>
                <a:path w="25" h="8">
                  <a:moveTo>
                    <a:pt x="25" y="1"/>
                  </a:moveTo>
                  <a:cubicBezTo>
                    <a:pt x="25" y="1"/>
                    <a:pt x="20" y="2"/>
                    <a:pt x="14" y="4"/>
                  </a:cubicBezTo>
                  <a:cubicBezTo>
                    <a:pt x="8" y="6"/>
                    <a:pt x="1" y="8"/>
                    <a:pt x="1" y="8"/>
                  </a:cubicBezTo>
                  <a:cubicBezTo>
                    <a:pt x="0" y="8"/>
                    <a:pt x="5" y="6"/>
                    <a:pt x="12" y="4"/>
                  </a:cubicBezTo>
                  <a:cubicBezTo>
                    <a:pt x="19" y="2"/>
                    <a:pt x="24"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1" name="Freeform 1533">
              <a:extLst>
                <a:ext uri="{FF2B5EF4-FFF2-40B4-BE49-F238E27FC236}">
                  <a16:creationId xmlns:a16="http://schemas.microsoft.com/office/drawing/2014/main" id="{A48C3DEF-7C3E-8D25-39C7-A50AFBE224BF}"/>
                </a:ext>
              </a:extLst>
            </p:cNvPr>
            <p:cNvSpPr>
              <a:spLocks/>
            </p:cNvSpPr>
            <p:nvPr/>
          </p:nvSpPr>
          <p:spPr bwMode="auto">
            <a:xfrm rot="5094805">
              <a:off x="1880226" y="5268386"/>
              <a:ext cx="61694" cy="20565"/>
            </a:xfrm>
            <a:custGeom>
              <a:avLst/>
              <a:gdLst>
                <a:gd name="T0" fmla="*/ 14 w 25"/>
                <a:gd name="T1" fmla="*/ 4 h 9"/>
                <a:gd name="T2" fmla="*/ 1 w 25"/>
                <a:gd name="T3" fmla="*/ 9 h 9"/>
                <a:gd name="T4" fmla="*/ 11 w 25"/>
                <a:gd name="T5" fmla="*/ 4 h 9"/>
                <a:gd name="T6" fmla="*/ 25 w 25"/>
                <a:gd name="T7" fmla="*/ 0 h 9"/>
                <a:gd name="T8" fmla="*/ 14 w 25"/>
                <a:gd name="T9" fmla="*/ 4 h 9"/>
              </a:gdLst>
              <a:ahLst/>
              <a:cxnLst>
                <a:cxn ang="0">
                  <a:pos x="T0" y="T1"/>
                </a:cxn>
                <a:cxn ang="0">
                  <a:pos x="T2" y="T3"/>
                </a:cxn>
                <a:cxn ang="0">
                  <a:pos x="T4" y="T5"/>
                </a:cxn>
                <a:cxn ang="0">
                  <a:pos x="T6" y="T7"/>
                </a:cxn>
                <a:cxn ang="0">
                  <a:pos x="T8" y="T9"/>
                </a:cxn>
              </a:cxnLst>
              <a:rect l="0" t="0" r="r" b="b"/>
              <a:pathLst>
                <a:path w="25" h="9">
                  <a:moveTo>
                    <a:pt x="14" y="4"/>
                  </a:moveTo>
                  <a:cubicBezTo>
                    <a:pt x="8" y="6"/>
                    <a:pt x="2" y="9"/>
                    <a:pt x="1" y="9"/>
                  </a:cubicBezTo>
                  <a:cubicBezTo>
                    <a:pt x="0" y="9"/>
                    <a:pt x="4" y="7"/>
                    <a:pt x="11" y="4"/>
                  </a:cubicBezTo>
                  <a:cubicBezTo>
                    <a:pt x="18" y="2"/>
                    <a:pt x="24" y="0"/>
                    <a:pt x="25" y="0"/>
                  </a:cubicBezTo>
                  <a:cubicBezTo>
                    <a:pt x="25" y="0"/>
                    <a:pt x="21" y="2"/>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2" name="Freeform 1534">
              <a:extLst>
                <a:ext uri="{FF2B5EF4-FFF2-40B4-BE49-F238E27FC236}">
                  <a16:creationId xmlns:a16="http://schemas.microsoft.com/office/drawing/2014/main" id="{AAA95C90-D5F3-023C-D213-3B6FCB8F84FD}"/>
                </a:ext>
              </a:extLst>
            </p:cNvPr>
            <p:cNvSpPr>
              <a:spLocks/>
            </p:cNvSpPr>
            <p:nvPr/>
          </p:nvSpPr>
          <p:spPr bwMode="auto">
            <a:xfrm rot="5094805">
              <a:off x="1787061" y="5082742"/>
              <a:ext cx="63979" cy="25135"/>
            </a:xfrm>
            <a:custGeom>
              <a:avLst/>
              <a:gdLst>
                <a:gd name="T0" fmla="*/ 15 w 26"/>
                <a:gd name="T1" fmla="*/ 5 h 10"/>
                <a:gd name="T2" fmla="*/ 1 w 26"/>
                <a:gd name="T3" fmla="*/ 10 h 10"/>
                <a:gd name="T4" fmla="*/ 11 w 26"/>
                <a:gd name="T5" fmla="*/ 5 h 10"/>
                <a:gd name="T6" fmla="*/ 25 w 26"/>
                <a:gd name="T7" fmla="*/ 0 h 10"/>
                <a:gd name="T8" fmla="*/ 15 w 26"/>
                <a:gd name="T9" fmla="*/ 5 h 10"/>
              </a:gdLst>
              <a:ahLst/>
              <a:cxnLst>
                <a:cxn ang="0">
                  <a:pos x="T0" y="T1"/>
                </a:cxn>
                <a:cxn ang="0">
                  <a:pos x="T2" y="T3"/>
                </a:cxn>
                <a:cxn ang="0">
                  <a:pos x="T4" y="T5"/>
                </a:cxn>
                <a:cxn ang="0">
                  <a:pos x="T6" y="T7"/>
                </a:cxn>
                <a:cxn ang="0">
                  <a:pos x="T8" y="T9"/>
                </a:cxn>
              </a:cxnLst>
              <a:rect l="0" t="0" r="r" b="b"/>
              <a:pathLst>
                <a:path w="26" h="10">
                  <a:moveTo>
                    <a:pt x="15" y="5"/>
                  </a:moveTo>
                  <a:cubicBezTo>
                    <a:pt x="9" y="7"/>
                    <a:pt x="2" y="10"/>
                    <a:pt x="1" y="10"/>
                  </a:cubicBezTo>
                  <a:cubicBezTo>
                    <a:pt x="0" y="10"/>
                    <a:pt x="4" y="8"/>
                    <a:pt x="11" y="5"/>
                  </a:cubicBezTo>
                  <a:cubicBezTo>
                    <a:pt x="18" y="2"/>
                    <a:pt x="24" y="0"/>
                    <a:pt x="25" y="0"/>
                  </a:cubicBezTo>
                  <a:cubicBezTo>
                    <a:pt x="26" y="0"/>
                    <a:pt x="21" y="2"/>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3" name="Freeform 1535">
              <a:extLst>
                <a:ext uri="{FF2B5EF4-FFF2-40B4-BE49-F238E27FC236}">
                  <a16:creationId xmlns:a16="http://schemas.microsoft.com/office/drawing/2014/main" id="{549788E6-1CCF-8636-1E18-731B08D7316B}"/>
                </a:ext>
              </a:extLst>
            </p:cNvPr>
            <p:cNvSpPr>
              <a:spLocks/>
            </p:cNvSpPr>
            <p:nvPr/>
          </p:nvSpPr>
          <p:spPr bwMode="auto">
            <a:xfrm rot="5094805">
              <a:off x="1688214" y="4898950"/>
              <a:ext cx="61694" cy="27420"/>
            </a:xfrm>
            <a:custGeom>
              <a:avLst/>
              <a:gdLst>
                <a:gd name="T0" fmla="*/ 12 w 25"/>
                <a:gd name="T1" fmla="*/ 5 h 11"/>
                <a:gd name="T2" fmla="*/ 24 w 25"/>
                <a:gd name="T3" fmla="*/ 0 h 11"/>
                <a:gd name="T4" fmla="*/ 14 w 25"/>
                <a:gd name="T5" fmla="*/ 5 h 11"/>
                <a:gd name="T6" fmla="*/ 1 w 25"/>
                <a:gd name="T7" fmla="*/ 10 h 11"/>
                <a:gd name="T8" fmla="*/ 12 w 25"/>
                <a:gd name="T9" fmla="*/ 5 h 11"/>
              </a:gdLst>
              <a:ahLst/>
              <a:cxnLst>
                <a:cxn ang="0">
                  <a:pos x="T0" y="T1"/>
                </a:cxn>
                <a:cxn ang="0">
                  <a:pos x="T2" y="T3"/>
                </a:cxn>
                <a:cxn ang="0">
                  <a:pos x="T4" y="T5"/>
                </a:cxn>
                <a:cxn ang="0">
                  <a:pos x="T6" y="T7"/>
                </a:cxn>
                <a:cxn ang="0">
                  <a:pos x="T8" y="T9"/>
                </a:cxn>
              </a:cxnLst>
              <a:rect l="0" t="0" r="r" b="b"/>
              <a:pathLst>
                <a:path w="25" h="11">
                  <a:moveTo>
                    <a:pt x="12" y="5"/>
                  </a:moveTo>
                  <a:cubicBezTo>
                    <a:pt x="18" y="2"/>
                    <a:pt x="24" y="0"/>
                    <a:pt x="24" y="0"/>
                  </a:cubicBezTo>
                  <a:cubicBezTo>
                    <a:pt x="25" y="0"/>
                    <a:pt x="21" y="2"/>
                    <a:pt x="14" y="5"/>
                  </a:cubicBezTo>
                  <a:cubicBezTo>
                    <a:pt x="8" y="8"/>
                    <a:pt x="1" y="11"/>
                    <a:pt x="1" y="10"/>
                  </a:cubicBezTo>
                  <a:cubicBezTo>
                    <a:pt x="0" y="10"/>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4" name="Freeform 1536">
              <a:extLst>
                <a:ext uri="{FF2B5EF4-FFF2-40B4-BE49-F238E27FC236}">
                  <a16:creationId xmlns:a16="http://schemas.microsoft.com/office/drawing/2014/main" id="{31319D5B-4EDA-8C30-4DB0-A678F7930649}"/>
                </a:ext>
              </a:extLst>
            </p:cNvPr>
            <p:cNvSpPr>
              <a:spLocks/>
            </p:cNvSpPr>
            <p:nvPr/>
          </p:nvSpPr>
          <p:spPr bwMode="auto">
            <a:xfrm rot="5094805">
              <a:off x="1586050" y="4716498"/>
              <a:ext cx="61694" cy="29705"/>
            </a:xfrm>
            <a:custGeom>
              <a:avLst/>
              <a:gdLst>
                <a:gd name="T0" fmla="*/ 12 w 25"/>
                <a:gd name="T1" fmla="*/ 5 h 12"/>
                <a:gd name="T2" fmla="*/ 24 w 25"/>
                <a:gd name="T3" fmla="*/ 0 h 12"/>
                <a:gd name="T4" fmla="*/ 13 w 25"/>
                <a:gd name="T5" fmla="*/ 6 h 12"/>
                <a:gd name="T6" fmla="*/ 0 w 25"/>
                <a:gd name="T7" fmla="*/ 11 h 12"/>
                <a:gd name="T8" fmla="*/ 12 w 25"/>
                <a:gd name="T9" fmla="*/ 5 h 12"/>
              </a:gdLst>
              <a:ahLst/>
              <a:cxnLst>
                <a:cxn ang="0">
                  <a:pos x="T0" y="T1"/>
                </a:cxn>
                <a:cxn ang="0">
                  <a:pos x="T2" y="T3"/>
                </a:cxn>
                <a:cxn ang="0">
                  <a:pos x="T4" y="T5"/>
                </a:cxn>
                <a:cxn ang="0">
                  <a:pos x="T6" y="T7"/>
                </a:cxn>
                <a:cxn ang="0">
                  <a:pos x="T8" y="T9"/>
                </a:cxn>
              </a:cxnLst>
              <a:rect l="0" t="0" r="r" b="b"/>
              <a:pathLst>
                <a:path w="25" h="12">
                  <a:moveTo>
                    <a:pt x="12" y="5"/>
                  </a:moveTo>
                  <a:cubicBezTo>
                    <a:pt x="18" y="2"/>
                    <a:pt x="24" y="0"/>
                    <a:pt x="24" y="0"/>
                  </a:cubicBezTo>
                  <a:cubicBezTo>
                    <a:pt x="25" y="1"/>
                    <a:pt x="20" y="3"/>
                    <a:pt x="13" y="6"/>
                  </a:cubicBezTo>
                  <a:cubicBezTo>
                    <a:pt x="7" y="10"/>
                    <a:pt x="0" y="12"/>
                    <a:pt x="0" y="11"/>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5" name="Freeform 1537">
              <a:extLst>
                <a:ext uri="{FF2B5EF4-FFF2-40B4-BE49-F238E27FC236}">
                  <a16:creationId xmlns:a16="http://schemas.microsoft.com/office/drawing/2014/main" id="{80DB3DF6-B593-E470-F119-7EE03D8258F8}"/>
                </a:ext>
              </a:extLst>
            </p:cNvPr>
            <p:cNvSpPr>
              <a:spLocks/>
            </p:cNvSpPr>
            <p:nvPr/>
          </p:nvSpPr>
          <p:spPr bwMode="auto">
            <a:xfrm rot="5094805">
              <a:off x="1477791" y="4531144"/>
              <a:ext cx="61694" cy="29705"/>
            </a:xfrm>
            <a:custGeom>
              <a:avLst/>
              <a:gdLst>
                <a:gd name="T0" fmla="*/ 14 w 25"/>
                <a:gd name="T1" fmla="*/ 7 h 12"/>
                <a:gd name="T2" fmla="*/ 1 w 25"/>
                <a:gd name="T3" fmla="*/ 12 h 12"/>
                <a:gd name="T4" fmla="*/ 12 w 25"/>
                <a:gd name="T5" fmla="*/ 5 h 12"/>
                <a:gd name="T6" fmla="*/ 25 w 25"/>
                <a:gd name="T7" fmla="*/ 0 h 12"/>
                <a:gd name="T8" fmla="*/ 14 w 25"/>
                <a:gd name="T9" fmla="*/ 7 h 12"/>
              </a:gdLst>
              <a:ahLst/>
              <a:cxnLst>
                <a:cxn ang="0">
                  <a:pos x="T0" y="T1"/>
                </a:cxn>
                <a:cxn ang="0">
                  <a:pos x="T2" y="T3"/>
                </a:cxn>
                <a:cxn ang="0">
                  <a:pos x="T4" y="T5"/>
                </a:cxn>
                <a:cxn ang="0">
                  <a:pos x="T6" y="T7"/>
                </a:cxn>
                <a:cxn ang="0">
                  <a:pos x="T8" y="T9"/>
                </a:cxn>
              </a:cxnLst>
              <a:rect l="0" t="0" r="r" b="b"/>
              <a:pathLst>
                <a:path w="25" h="12">
                  <a:moveTo>
                    <a:pt x="14" y="7"/>
                  </a:moveTo>
                  <a:cubicBezTo>
                    <a:pt x="8" y="10"/>
                    <a:pt x="2" y="12"/>
                    <a:pt x="1" y="12"/>
                  </a:cubicBezTo>
                  <a:cubicBezTo>
                    <a:pt x="0" y="12"/>
                    <a:pt x="5" y="9"/>
                    <a:pt x="12" y="5"/>
                  </a:cubicBezTo>
                  <a:cubicBezTo>
                    <a:pt x="19" y="2"/>
                    <a:pt x="24" y="0"/>
                    <a:pt x="25" y="0"/>
                  </a:cubicBezTo>
                  <a:cubicBezTo>
                    <a:pt x="25" y="1"/>
                    <a:pt x="20" y="4"/>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6" name="Freeform 1540">
              <a:extLst>
                <a:ext uri="{FF2B5EF4-FFF2-40B4-BE49-F238E27FC236}">
                  <a16:creationId xmlns:a16="http://schemas.microsoft.com/office/drawing/2014/main" id="{F26F0FE4-F5BD-3D24-AB02-CF58E5E1D0F0}"/>
                </a:ext>
              </a:extLst>
            </p:cNvPr>
            <p:cNvSpPr>
              <a:spLocks/>
            </p:cNvSpPr>
            <p:nvPr/>
          </p:nvSpPr>
          <p:spPr bwMode="auto">
            <a:xfrm rot="5094805">
              <a:off x="1373176" y="4336386"/>
              <a:ext cx="59409" cy="27420"/>
            </a:xfrm>
            <a:custGeom>
              <a:avLst/>
              <a:gdLst>
                <a:gd name="T0" fmla="*/ 23 w 24"/>
                <a:gd name="T1" fmla="*/ 0 h 11"/>
                <a:gd name="T2" fmla="*/ 13 w 24"/>
                <a:gd name="T3" fmla="*/ 6 h 11"/>
                <a:gd name="T4" fmla="*/ 1 w 24"/>
                <a:gd name="T5" fmla="*/ 11 h 11"/>
                <a:gd name="T6" fmla="*/ 10 w 24"/>
                <a:gd name="T7" fmla="*/ 6 h 11"/>
                <a:gd name="T8" fmla="*/ 23 w 24"/>
                <a:gd name="T9" fmla="*/ 0 h 11"/>
              </a:gdLst>
              <a:ahLst/>
              <a:cxnLst>
                <a:cxn ang="0">
                  <a:pos x="T0" y="T1"/>
                </a:cxn>
                <a:cxn ang="0">
                  <a:pos x="T2" y="T3"/>
                </a:cxn>
                <a:cxn ang="0">
                  <a:pos x="T4" y="T5"/>
                </a:cxn>
                <a:cxn ang="0">
                  <a:pos x="T6" y="T7"/>
                </a:cxn>
                <a:cxn ang="0">
                  <a:pos x="T8" y="T9"/>
                </a:cxn>
              </a:cxnLst>
              <a:rect l="0" t="0" r="r" b="b"/>
              <a:pathLst>
                <a:path w="24" h="11">
                  <a:moveTo>
                    <a:pt x="23" y="0"/>
                  </a:moveTo>
                  <a:cubicBezTo>
                    <a:pt x="24" y="0"/>
                    <a:pt x="19" y="3"/>
                    <a:pt x="13" y="6"/>
                  </a:cubicBezTo>
                  <a:cubicBezTo>
                    <a:pt x="7" y="9"/>
                    <a:pt x="2" y="11"/>
                    <a:pt x="1" y="11"/>
                  </a:cubicBezTo>
                  <a:cubicBezTo>
                    <a:pt x="0" y="11"/>
                    <a:pt x="4" y="9"/>
                    <a:pt x="10" y="6"/>
                  </a:cubicBezTo>
                  <a:cubicBezTo>
                    <a:pt x="17" y="3"/>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7" name="Freeform 1541">
              <a:extLst>
                <a:ext uri="{FF2B5EF4-FFF2-40B4-BE49-F238E27FC236}">
                  <a16:creationId xmlns:a16="http://schemas.microsoft.com/office/drawing/2014/main" id="{3D21216C-BD0F-84D7-5F7B-B693660969CC}"/>
                </a:ext>
              </a:extLst>
            </p:cNvPr>
            <p:cNvSpPr>
              <a:spLocks/>
            </p:cNvSpPr>
            <p:nvPr/>
          </p:nvSpPr>
          <p:spPr bwMode="auto">
            <a:xfrm rot="5094805">
              <a:off x="1481030" y="4517188"/>
              <a:ext cx="59409" cy="27420"/>
            </a:xfrm>
            <a:custGeom>
              <a:avLst/>
              <a:gdLst>
                <a:gd name="T0" fmla="*/ 24 w 24"/>
                <a:gd name="T1" fmla="*/ 0 h 11"/>
                <a:gd name="T2" fmla="*/ 13 w 24"/>
                <a:gd name="T3" fmla="*/ 5 h 11"/>
                <a:gd name="T4" fmla="*/ 1 w 24"/>
                <a:gd name="T5" fmla="*/ 11 h 11"/>
                <a:gd name="T6" fmla="*/ 11 w 24"/>
                <a:gd name="T7" fmla="*/ 6 h 11"/>
                <a:gd name="T8" fmla="*/ 24 w 24"/>
                <a:gd name="T9" fmla="*/ 0 h 11"/>
              </a:gdLst>
              <a:ahLst/>
              <a:cxnLst>
                <a:cxn ang="0">
                  <a:pos x="T0" y="T1"/>
                </a:cxn>
                <a:cxn ang="0">
                  <a:pos x="T2" y="T3"/>
                </a:cxn>
                <a:cxn ang="0">
                  <a:pos x="T4" y="T5"/>
                </a:cxn>
                <a:cxn ang="0">
                  <a:pos x="T6" y="T7"/>
                </a:cxn>
                <a:cxn ang="0">
                  <a:pos x="T8" y="T9"/>
                </a:cxn>
              </a:cxnLst>
              <a:rect l="0" t="0" r="r" b="b"/>
              <a:pathLst>
                <a:path w="24" h="11">
                  <a:moveTo>
                    <a:pt x="24" y="0"/>
                  </a:moveTo>
                  <a:cubicBezTo>
                    <a:pt x="24" y="0"/>
                    <a:pt x="20" y="2"/>
                    <a:pt x="13" y="5"/>
                  </a:cubicBezTo>
                  <a:cubicBezTo>
                    <a:pt x="8" y="8"/>
                    <a:pt x="2" y="11"/>
                    <a:pt x="1" y="11"/>
                  </a:cubicBezTo>
                  <a:cubicBezTo>
                    <a:pt x="0" y="11"/>
                    <a:pt x="5" y="9"/>
                    <a:pt x="11" y="6"/>
                  </a:cubicBezTo>
                  <a:cubicBezTo>
                    <a:pt x="17" y="3"/>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8" name="Freeform 1542">
              <a:extLst>
                <a:ext uri="{FF2B5EF4-FFF2-40B4-BE49-F238E27FC236}">
                  <a16:creationId xmlns:a16="http://schemas.microsoft.com/office/drawing/2014/main" id="{CD8B4CBF-D143-7E75-A1E8-6D64CAC70B3F}"/>
                </a:ext>
              </a:extLst>
            </p:cNvPr>
            <p:cNvSpPr>
              <a:spLocks/>
            </p:cNvSpPr>
            <p:nvPr/>
          </p:nvSpPr>
          <p:spPr bwMode="auto">
            <a:xfrm rot="5094805">
              <a:off x="1588990" y="4700373"/>
              <a:ext cx="57124" cy="25135"/>
            </a:xfrm>
            <a:custGeom>
              <a:avLst/>
              <a:gdLst>
                <a:gd name="T0" fmla="*/ 23 w 23"/>
                <a:gd name="T1" fmla="*/ 0 h 10"/>
                <a:gd name="T2" fmla="*/ 12 w 23"/>
                <a:gd name="T3" fmla="*/ 5 h 10"/>
                <a:gd name="T4" fmla="*/ 1 w 23"/>
                <a:gd name="T5" fmla="*/ 10 h 10"/>
                <a:gd name="T6" fmla="*/ 11 w 23"/>
                <a:gd name="T7" fmla="*/ 5 h 10"/>
                <a:gd name="T8" fmla="*/ 23 w 23"/>
                <a:gd name="T9" fmla="*/ 0 h 10"/>
              </a:gdLst>
              <a:ahLst/>
              <a:cxnLst>
                <a:cxn ang="0">
                  <a:pos x="T0" y="T1"/>
                </a:cxn>
                <a:cxn ang="0">
                  <a:pos x="T2" y="T3"/>
                </a:cxn>
                <a:cxn ang="0">
                  <a:pos x="T4" y="T5"/>
                </a:cxn>
                <a:cxn ang="0">
                  <a:pos x="T6" y="T7"/>
                </a:cxn>
                <a:cxn ang="0">
                  <a:pos x="T8" y="T9"/>
                </a:cxn>
              </a:cxnLst>
              <a:rect l="0" t="0" r="r" b="b"/>
              <a:pathLst>
                <a:path w="23" h="10">
                  <a:moveTo>
                    <a:pt x="23" y="0"/>
                  </a:moveTo>
                  <a:cubicBezTo>
                    <a:pt x="23" y="0"/>
                    <a:pt x="18" y="2"/>
                    <a:pt x="12" y="5"/>
                  </a:cubicBezTo>
                  <a:cubicBezTo>
                    <a:pt x="6" y="8"/>
                    <a:pt x="1" y="10"/>
                    <a:pt x="1" y="10"/>
                  </a:cubicBezTo>
                  <a:cubicBezTo>
                    <a:pt x="0" y="10"/>
                    <a:pt x="5" y="8"/>
                    <a:pt x="11" y="5"/>
                  </a:cubicBezTo>
                  <a:cubicBezTo>
                    <a:pt x="17" y="2"/>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9" name="Freeform 1543">
              <a:extLst>
                <a:ext uri="{FF2B5EF4-FFF2-40B4-BE49-F238E27FC236}">
                  <a16:creationId xmlns:a16="http://schemas.microsoft.com/office/drawing/2014/main" id="{B7DD382F-5B11-2671-F111-F88A8ABFDAF6}"/>
                </a:ext>
              </a:extLst>
            </p:cNvPr>
            <p:cNvSpPr>
              <a:spLocks/>
            </p:cNvSpPr>
            <p:nvPr/>
          </p:nvSpPr>
          <p:spPr bwMode="auto">
            <a:xfrm rot="5094805">
              <a:off x="1691357" y="4885100"/>
              <a:ext cx="57124" cy="22850"/>
            </a:xfrm>
            <a:custGeom>
              <a:avLst/>
              <a:gdLst>
                <a:gd name="T0" fmla="*/ 12 w 23"/>
                <a:gd name="T1" fmla="*/ 5 h 10"/>
                <a:gd name="T2" fmla="*/ 0 w 23"/>
                <a:gd name="T3" fmla="*/ 10 h 10"/>
                <a:gd name="T4" fmla="*/ 10 w 23"/>
                <a:gd name="T5" fmla="*/ 5 h 10"/>
                <a:gd name="T6" fmla="*/ 23 w 23"/>
                <a:gd name="T7" fmla="*/ 0 h 10"/>
                <a:gd name="T8" fmla="*/ 12 w 23"/>
                <a:gd name="T9" fmla="*/ 5 h 10"/>
              </a:gdLst>
              <a:ahLst/>
              <a:cxnLst>
                <a:cxn ang="0">
                  <a:pos x="T0" y="T1"/>
                </a:cxn>
                <a:cxn ang="0">
                  <a:pos x="T2" y="T3"/>
                </a:cxn>
                <a:cxn ang="0">
                  <a:pos x="T4" y="T5"/>
                </a:cxn>
                <a:cxn ang="0">
                  <a:pos x="T6" y="T7"/>
                </a:cxn>
                <a:cxn ang="0">
                  <a:pos x="T8" y="T9"/>
                </a:cxn>
              </a:cxnLst>
              <a:rect l="0" t="0" r="r" b="b"/>
              <a:pathLst>
                <a:path w="23" h="10">
                  <a:moveTo>
                    <a:pt x="12" y="5"/>
                  </a:moveTo>
                  <a:cubicBezTo>
                    <a:pt x="6" y="8"/>
                    <a:pt x="0" y="10"/>
                    <a:pt x="0" y="10"/>
                  </a:cubicBezTo>
                  <a:cubicBezTo>
                    <a:pt x="0" y="10"/>
                    <a:pt x="4" y="8"/>
                    <a:pt x="10" y="5"/>
                  </a:cubicBezTo>
                  <a:cubicBezTo>
                    <a:pt x="16" y="3"/>
                    <a:pt x="22" y="0"/>
                    <a:pt x="23" y="0"/>
                  </a:cubicBezTo>
                  <a:cubicBezTo>
                    <a:pt x="23" y="0"/>
                    <a:pt x="18"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0" name="Freeform 1544">
              <a:extLst>
                <a:ext uri="{FF2B5EF4-FFF2-40B4-BE49-F238E27FC236}">
                  <a16:creationId xmlns:a16="http://schemas.microsoft.com/office/drawing/2014/main" id="{728A8731-249D-2821-7DAE-81DEBBC6662E}"/>
                </a:ext>
              </a:extLst>
            </p:cNvPr>
            <p:cNvSpPr>
              <a:spLocks/>
            </p:cNvSpPr>
            <p:nvPr/>
          </p:nvSpPr>
          <p:spPr bwMode="auto">
            <a:xfrm rot="5094805">
              <a:off x="1788130" y="5069086"/>
              <a:ext cx="59409" cy="25135"/>
            </a:xfrm>
            <a:custGeom>
              <a:avLst/>
              <a:gdLst>
                <a:gd name="T0" fmla="*/ 10 w 24"/>
                <a:gd name="T1" fmla="*/ 6 h 10"/>
                <a:gd name="T2" fmla="*/ 23 w 24"/>
                <a:gd name="T3" fmla="*/ 1 h 10"/>
                <a:gd name="T4" fmla="*/ 13 w 24"/>
                <a:gd name="T5" fmla="*/ 5 h 10"/>
                <a:gd name="T6" fmla="*/ 1 w 24"/>
                <a:gd name="T7" fmla="*/ 10 h 10"/>
                <a:gd name="T8" fmla="*/ 10 w 24"/>
                <a:gd name="T9" fmla="*/ 6 h 10"/>
              </a:gdLst>
              <a:ahLst/>
              <a:cxnLst>
                <a:cxn ang="0">
                  <a:pos x="T0" y="T1"/>
                </a:cxn>
                <a:cxn ang="0">
                  <a:pos x="T2" y="T3"/>
                </a:cxn>
                <a:cxn ang="0">
                  <a:pos x="T4" y="T5"/>
                </a:cxn>
                <a:cxn ang="0">
                  <a:pos x="T6" y="T7"/>
                </a:cxn>
                <a:cxn ang="0">
                  <a:pos x="T8" y="T9"/>
                </a:cxn>
              </a:cxnLst>
              <a:rect l="0" t="0" r="r" b="b"/>
              <a:pathLst>
                <a:path w="24" h="10">
                  <a:moveTo>
                    <a:pt x="10" y="6"/>
                  </a:moveTo>
                  <a:cubicBezTo>
                    <a:pt x="17" y="3"/>
                    <a:pt x="23" y="1"/>
                    <a:pt x="23" y="1"/>
                  </a:cubicBezTo>
                  <a:cubicBezTo>
                    <a:pt x="24" y="0"/>
                    <a:pt x="19" y="2"/>
                    <a:pt x="13" y="5"/>
                  </a:cubicBezTo>
                  <a:cubicBezTo>
                    <a:pt x="7" y="7"/>
                    <a:pt x="2" y="9"/>
                    <a:pt x="1" y="10"/>
                  </a:cubicBezTo>
                  <a:cubicBezTo>
                    <a:pt x="0" y="10"/>
                    <a:pt x="4" y="8"/>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1" name="Freeform 1545">
              <a:extLst>
                <a:ext uri="{FF2B5EF4-FFF2-40B4-BE49-F238E27FC236}">
                  <a16:creationId xmlns:a16="http://schemas.microsoft.com/office/drawing/2014/main" id="{249190AE-8132-4B19-A98C-CF6283642FA0}"/>
                </a:ext>
              </a:extLst>
            </p:cNvPr>
            <p:cNvSpPr>
              <a:spLocks/>
            </p:cNvSpPr>
            <p:nvPr/>
          </p:nvSpPr>
          <p:spPr bwMode="auto">
            <a:xfrm rot="5094805">
              <a:off x="1876735" y="5254932"/>
              <a:ext cx="61694" cy="20565"/>
            </a:xfrm>
            <a:custGeom>
              <a:avLst/>
              <a:gdLst>
                <a:gd name="T0" fmla="*/ 24 w 25"/>
                <a:gd name="T1" fmla="*/ 0 h 9"/>
                <a:gd name="T2" fmla="*/ 13 w 25"/>
                <a:gd name="T3" fmla="*/ 4 h 9"/>
                <a:gd name="T4" fmla="*/ 1 w 25"/>
                <a:gd name="T5" fmla="*/ 8 h 9"/>
                <a:gd name="T6" fmla="*/ 11 w 25"/>
                <a:gd name="T7" fmla="*/ 5 h 9"/>
                <a:gd name="T8" fmla="*/ 24 w 25"/>
                <a:gd name="T9" fmla="*/ 0 h 9"/>
              </a:gdLst>
              <a:ahLst/>
              <a:cxnLst>
                <a:cxn ang="0">
                  <a:pos x="T0" y="T1"/>
                </a:cxn>
                <a:cxn ang="0">
                  <a:pos x="T2" y="T3"/>
                </a:cxn>
                <a:cxn ang="0">
                  <a:pos x="T4" y="T5"/>
                </a:cxn>
                <a:cxn ang="0">
                  <a:pos x="T6" y="T7"/>
                </a:cxn>
                <a:cxn ang="0">
                  <a:pos x="T8" y="T9"/>
                </a:cxn>
              </a:cxnLst>
              <a:rect l="0" t="0" r="r" b="b"/>
              <a:pathLst>
                <a:path w="25" h="9">
                  <a:moveTo>
                    <a:pt x="24" y="0"/>
                  </a:moveTo>
                  <a:cubicBezTo>
                    <a:pt x="25" y="0"/>
                    <a:pt x="20" y="2"/>
                    <a:pt x="13" y="4"/>
                  </a:cubicBezTo>
                  <a:cubicBezTo>
                    <a:pt x="8" y="6"/>
                    <a:pt x="2" y="8"/>
                    <a:pt x="1" y="8"/>
                  </a:cubicBezTo>
                  <a:cubicBezTo>
                    <a:pt x="0" y="9"/>
                    <a:pt x="5" y="7"/>
                    <a:pt x="11" y="5"/>
                  </a:cubicBezTo>
                  <a:cubicBezTo>
                    <a:pt x="17" y="3"/>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2" name="Freeform 1546">
              <a:extLst>
                <a:ext uri="{FF2B5EF4-FFF2-40B4-BE49-F238E27FC236}">
                  <a16:creationId xmlns:a16="http://schemas.microsoft.com/office/drawing/2014/main" id="{43197D60-A4DB-9AD8-F2DC-7CD02252CF35}"/>
                </a:ext>
              </a:extLst>
            </p:cNvPr>
            <p:cNvSpPr>
              <a:spLocks/>
            </p:cNvSpPr>
            <p:nvPr/>
          </p:nvSpPr>
          <p:spPr bwMode="auto">
            <a:xfrm rot="5094805">
              <a:off x="1960999" y="5443662"/>
              <a:ext cx="59409" cy="15995"/>
            </a:xfrm>
            <a:custGeom>
              <a:avLst/>
              <a:gdLst>
                <a:gd name="T0" fmla="*/ 12 w 24"/>
                <a:gd name="T1" fmla="*/ 3 h 7"/>
                <a:gd name="T2" fmla="*/ 0 w 24"/>
                <a:gd name="T3" fmla="*/ 7 h 7"/>
                <a:gd name="T4" fmla="*/ 10 w 24"/>
                <a:gd name="T5" fmla="*/ 4 h 7"/>
                <a:gd name="T6" fmla="*/ 23 w 24"/>
                <a:gd name="T7" fmla="*/ 0 h 7"/>
                <a:gd name="T8" fmla="*/ 12 w 24"/>
                <a:gd name="T9" fmla="*/ 3 h 7"/>
              </a:gdLst>
              <a:ahLst/>
              <a:cxnLst>
                <a:cxn ang="0">
                  <a:pos x="T0" y="T1"/>
                </a:cxn>
                <a:cxn ang="0">
                  <a:pos x="T2" y="T3"/>
                </a:cxn>
                <a:cxn ang="0">
                  <a:pos x="T4" y="T5"/>
                </a:cxn>
                <a:cxn ang="0">
                  <a:pos x="T6" y="T7"/>
                </a:cxn>
                <a:cxn ang="0">
                  <a:pos x="T8" y="T9"/>
                </a:cxn>
              </a:cxnLst>
              <a:rect l="0" t="0" r="r" b="b"/>
              <a:pathLst>
                <a:path w="24" h="7">
                  <a:moveTo>
                    <a:pt x="12" y="3"/>
                  </a:moveTo>
                  <a:cubicBezTo>
                    <a:pt x="6" y="5"/>
                    <a:pt x="0" y="7"/>
                    <a:pt x="0" y="7"/>
                  </a:cubicBezTo>
                  <a:cubicBezTo>
                    <a:pt x="0" y="7"/>
                    <a:pt x="5" y="6"/>
                    <a:pt x="10" y="4"/>
                  </a:cubicBezTo>
                  <a:cubicBezTo>
                    <a:pt x="16" y="2"/>
                    <a:pt x="22" y="1"/>
                    <a:pt x="23" y="0"/>
                  </a:cubicBezTo>
                  <a:cubicBezTo>
                    <a:pt x="24" y="0"/>
                    <a:pt x="18" y="1"/>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3" name="Freeform 1547">
              <a:extLst>
                <a:ext uri="{FF2B5EF4-FFF2-40B4-BE49-F238E27FC236}">
                  <a16:creationId xmlns:a16="http://schemas.microsoft.com/office/drawing/2014/main" id="{44BE5C74-CFE8-5F5D-E2CC-E3860F9DBB28}"/>
                </a:ext>
              </a:extLst>
            </p:cNvPr>
            <p:cNvSpPr>
              <a:spLocks/>
            </p:cNvSpPr>
            <p:nvPr/>
          </p:nvSpPr>
          <p:spPr bwMode="auto">
            <a:xfrm rot="5094805">
              <a:off x="2032544" y="5630088"/>
              <a:ext cx="57124" cy="13710"/>
            </a:xfrm>
            <a:custGeom>
              <a:avLst/>
              <a:gdLst>
                <a:gd name="T0" fmla="*/ 23 w 23"/>
                <a:gd name="T1" fmla="*/ 0 h 6"/>
                <a:gd name="T2" fmla="*/ 11 w 23"/>
                <a:gd name="T3" fmla="*/ 2 h 6"/>
                <a:gd name="T4" fmla="*/ 0 w 23"/>
                <a:gd name="T5" fmla="*/ 6 h 6"/>
                <a:gd name="T6" fmla="*/ 11 w 23"/>
                <a:gd name="T7" fmla="*/ 3 h 6"/>
                <a:gd name="T8" fmla="*/ 23 w 23"/>
                <a:gd name="T9" fmla="*/ 0 h 6"/>
              </a:gdLst>
              <a:ahLst/>
              <a:cxnLst>
                <a:cxn ang="0">
                  <a:pos x="T0" y="T1"/>
                </a:cxn>
                <a:cxn ang="0">
                  <a:pos x="T2" y="T3"/>
                </a:cxn>
                <a:cxn ang="0">
                  <a:pos x="T4" y="T5"/>
                </a:cxn>
                <a:cxn ang="0">
                  <a:pos x="T6" y="T7"/>
                </a:cxn>
                <a:cxn ang="0">
                  <a:pos x="T8" y="T9"/>
                </a:cxn>
              </a:cxnLst>
              <a:rect l="0" t="0" r="r" b="b"/>
              <a:pathLst>
                <a:path w="23" h="6">
                  <a:moveTo>
                    <a:pt x="23" y="0"/>
                  </a:moveTo>
                  <a:cubicBezTo>
                    <a:pt x="23" y="0"/>
                    <a:pt x="18" y="1"/>
                    <a:pt x="11" y="2"/>
                  </a:cubicBezTo>
                  <a:cubicBezTo>
                    <a:pt x="6" y="4"/>
                    <a:pt x="1" y="5"/>
                    <a:pt x="0" y="6"/>
                  </a:cubicBezTo>
                  <a:cubicBezTo>
                    <a:pt x="0" y="6"/>
                    <a:pt x="5" y="5"/>
                    <a:pt x="11" y="3"/>
                  </a:cubicBezTo>
                  <a:cubicBezTo>
                    <a:pt x="17" y="1"/>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4" name="Freeform 1548">
              <a:extLst>
                <a:ext uri="{FF2B5EF4-FFF2-40B4-BE49-F238E27FC236}">
                  <a16:creationId xmlns:a16="http://schemas.microsoft.com/office/drawing/2014/main" id="{3CE46538-6F2F-5CA1-D54C-EC065447E6DB}"/>
                </a:ext>
              </a:extLst>
            </p:cNvPr>
            <p:cNvSpPr>
              <a:spLocks/>
            </p:cNvSpPr>
            <p:nvPr/>
          </p:nvSpPr>
          <p:spPr bwMode="auto">
            <a:xfrm rot="5094805">
              <a:off x="2090828" y="5822079"/>
              <a:ext cx="59409" cy="11425"/>
            </a:xfrm>
            <a:custGeom>
              <a:avLst/>
              <a:gdLst>
                <a:gd name="T0" fmla="*/ 10 w 24"/>
                <a:gd name="T1" fmla="*/ 3 h 5"/>
                <a:gd name="T2" fmla="*/ 23 w 24"/>
                <a:gd name="T3" fmla="*/ 0 h 5"/>
                <a:gd name="T4" fmla="*/ 13 w 24"/>
                <a:gd name="T5" fmla="*/ 2 h 5"/>
                <a:gd name="T6" fmla="*/ 1 w 24"/>
                <a:gd name="T7" fmla="*/ 4 h 5"/>
                <a:gd name="T8" fmla="*/ 10 w 24"/>
                <a:gd name="T9" fmla="*/ 3 h 5"/>
              </a:gdLst>
              <a:ahLst/>
              <a:cxnLst>
                <a:cxn ang="0">
                  <a:pos x="T0" y="T1"/>
                </a:cxn>
                <a:cxn ang="0">
                  <a:pos x="T2" y="T3"/>
                </a:cxn>
                <a:cxn ang="0">
                  <a:pos x="T4" y="T5"/>
                </a:cxn>
                <a:cxn ang="0">
                  <a:pos x="T6" y="T7"/>
                </a:cxn>
                <a:cxn ang="0">
                  <a:pos x="T8" y="T9"/>
                </a:cxn>
              </a:cxnLst>
              <a:rect l="0" t="0" r="r" b="b"/>
              <a:pathLst>
                <a:path w="24" h="5">
                  <a:moveTo>
                    <a:pt x="10" y="3"/>
                  </a:moveTo>
                  <a:cubicBezTo>
                    <a:pt x="17" y="2"/>
                    <a:pt x="23" y="1"/>
                    <a:pt x="23" y="0"/>
                  </a:cubicBezTo>
                  <a:cubicBezTo>
                    <a:pt x="24" y="0"/>
                    <a:pt x="19" y="1"/>
                    <a:pt x="13" y="2"/>
                  </a:cubicBezTo>
                  <a:cubicBezTo>
                    <a:pt x="7" y="3"/>
                    <a:pt x="2" y="4"/>
                    <a:pt x="1" y="4"/>
                  </a:cubicBezTo>
                  <a:cubicBezTo>
                    <a:pt x="0" y="5"/>
                    <a:pt x="4" y="4"/>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5" name="Freeform 1549">
              <a:extLst>
                <a:ext uri="{FF2B5EF4-FFF2-40B4-BE49-F238E27FC236}">
                  <a16:creationId xmlns:a16="http://schemas.microsoft.com/office/drawing/2014/main" id="{6C15A5D4-DFDF-66A9-6F66-4D256AFA89B2}"/>
                </a:ext>
              </a:extLst>
            </p:cNvPr>
            <p:cNvSpPr>
              <a:spLocks/>
            </p:cNvSpPr>
            <p:nvPr/>
          </p:nvSpPr>
          <p:spPr bwMode="auto">
            <a:xfrm rot="5094805">
              <a:off x="2137636" y="6015188"/>
              <a:ext cx="59409" cy="6855"/>
            </a:xfrm>
            <a:custGeom>
              <a:avLst/>
              <a:gdLst>
                <a:gd name="T0" fmla="*/ 12 w 24"/>
                <a:gd name="T1" fmla="*/ 1 h 3"/>
                <a:gd name="T2" fmla="*/ 0 w 24"/>
                <a:gd name="T3" fmla="*/ 3 h 3"/>
                <a:gd name="T4" fmla="*/ 10 w 24"/>
                <a:gd name="T5" fmla="*/ 2 h 3"/>
                <a:gd name="T6" fmla="*/ 23 w 24"/>
                <a:gd name="T7" fmla="*/ 1 h 3"/>
                <a:gd name="T8" fmla="*/ 12 w 24"/>
                <a:gd name="T9" fmla="*/ 1 h 3"/>
              </a:gdLst>
              <a:ahLst/>
              <a:cxnLst>
                <a:cxn ang="0">
                  <a:pos x="T0" y="T1"/>
                </a:cxn>
                <a:cxn ang="0">
                  <a:pos x="T2" y="T3"/>
                </a:cxn>
                <a:cxn ang="0">
                  <a:pos x="T4" y="T5"/>
                </a:cxn>
                <a:cxn ang="0">
                  <a:pos x="T6" y="T7"/>
                </a:cxn>
                <a:cxn ang="0">
                  <a:pos x="T8" y="T9"/>
                </a:cxn>
              </a:cxnLst>
              <a:rect l="0" t="0" r="r" b="b"/>
              <a:pathLst>
                <a:path w="24" h="3">
                  <a:moveTo>
                    <a:pt x="12" y="1"/>
                  </a:moveTo>
                  <a:cubicBezTo>
                    <a:pt x="6" y="2"/>
                    <a:pt x="0" y="3"/>
                    <a:pt x="0" y="3"/>
                  </a:cubicBezTo>
                  <a:cubicBezTo>
                    <a:pt x="0" y="3"/>
                    <a:pt x="5" y="3"/>
                    <a:pt x="10" y="2"/>
                  </a:cubicBezTo>
                  <a:cubicBezTo>
                    <a:pt x="16" y="2"/>
                    <a:pt x="23" y="1"/>
                    <a:pt x="23" y="1"/>
                  </a:cubicBezTo>
                  <a:cubicBezTo>
                    <a:pt x="24" y="0"/>
                    <a:pt x="19" y="1"/>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6" name="Freeform 1550">
              <a:extLst>
                <a:ext uri="{FF2B5EF4-FFF2-40B4-BE49-F238E27FC236}">
                  <a16:creationId xmlns:a16="http://schemas.microsoft.com/office/drawing/2014/main" id="{0BF0F947-F698-BED6-5788-C2977BE6812B}"/>
                </a:ext>
              </a:extLst>
            </p:cNvPr>
            <p:cNvSpPr>
              <a:spLocks/>
            </p:cNvSpPr>
            <p:nvPr/>
          </p:nvSpPr>
          <p:spPr bwMode="auto">
            <a:xfrm rot="5094805">
              <a:off x="2168406" y="6207334"/>
              <a:ext cx="61694" cy="4570"/>
            </a:xfrm>
            <a:custGeom>
              <a:avLst/>
              <a:gdLst>
                <a:gd name="T0" fmla="*/ 24 w 25"/>
                <a:gd name="T1" fmla="*/ 0 h 2"/>
                <a:gd name="T2" fmla="*/ 14 w 25"/>
                <a:gd name="T3" fmla="*/ 0 h 2"/>
                <a:gd name="T4" fmla="*/ 1 w 25"/>
                <a:gd name="T5" fmla="*/ 2 h 2"/>
                <a:gd name="T6" fmla="*/ 11 w 25"/>
                <a:gd name="T7" fmla="*/ 1 h 2"/>
                <a:gd name="T8" fmla="*/ 24 w 25"/>
                <a:gd name="T9" fmla="*/ 0 h 2"/>
              </a:gdLst>
              <a:ahLst/>
              <a:cxnLst>
                <a:cxn ang="0">
                  <a:pos x="T0" y="T1"/>
                </a:cxn>
                <a:cxn ang="0">
                  <a:pos x="T2" y="T3"/>
                </a:cxn>
                <a:cxn ang="0">
                  <a:pos x="T4" y="T5"/>
                </a:cxn>
                <a:cxn ang="0">
                  <a:pos x="T6" y="T7"/>
                </a:cxn>
                <a:cxn ang="0">
                  <a:pos x="T8" y="T9"/>
                </a:cxn>
              </a:cxnLst>
              <a:rect l="0" t="0" r="r" b="b"/>
              <a:pathLst>
                <a:path w="25" h="2">
                  <a:moveTo>
                    <a:pt x="24" y="0"/>
                  </a:moveTo>
                  <a:cubicBezTo>
                    <a:pt x="25" y="0"/>
                    <a:pt x="20" y="0"/>
                    <a:pt x="14" y="0"/>
                  </a:cubicBezTo>
                  <a:cubicBezTo>
                    <a:pt x="8" y="1"/>
                    <a:pt x="2" y="1"/>
                    <a:pt x="1" y="2"/>
                  </a:cubicBezTo>
                  <a:cubicBezTo>
                    <a:pt x="0" y="2"/>
                    <a:pt x="4" y="2"/>
                    <a:pt x="11" y="1"/>
                  </a:cubicBezTo>
                  <a:cubicBezTo>
                    <a:pt x="17" y="1"/>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7" name="Freeform 1551">
              <a:extLst>
                <a:ext uri="{FF2B5EF4-FFF2-40B4-BE49-F238E27FC236}">
                  <a16:creationId xmlns:a16="http://schemas.microsoft.com/office/drawing/2014/main" id="{1483383E-20A4-E352-31F6-9AE79A038BA7}"/>
                </a:ext>
              </a:extLst>
            </p:cNvPr>
            <p:cNvSpPr>
              <a:spLocks/>
            </p:cNvSpPr>
            <p:nvPr/>
          </p:nvSpPr>
          <p:spPr bwMode="auto">
            <a:xfrm rot="5094805">
              <a:off x="2202898" y="6400406"/>
              <a:ext cx="61694" cy="6855"/>
            </a:xfrm>
            <a:custGeom>
              <a:avLst/>
              <a:gdLst>
                <a:gd name="T0" fmla="*/ 12 w 25"/>
                <a:gd name="T1" fmla="*/ 2 h 3"/>
                <a:gd name="T2" fmla="*/ 24 w 25"/>
                <a:gd name="T3" fmla="*/ 0 h 3"/>
                <a:gd name="T4" fmla="*/ 13 w 25"/>
                <a:gd name="T5" fmla="*/ 2 h 3"/>
                <a:gd name="T6" fmla="*/ 1 w 25"/>
                <a:gd name="T7" fmla="*/ 3 h 3"/>
                <a:gd name="T8" fmla="*/ 12 w 25"/>
                <a:gd name="T9" fmla="*/ 2 h 3"/>
              </a:gdLst>
              <a:ahLst/>
              <a:cxnLst>
                <a:cxn ang="0">
                  <a:pos x="T0" y="T1"/>
                </a:cxn>
                <a:cxn ang="0">
                  <a:pos x="T2" y="T3"/>
                </a:cxn>
                <a:cxn ang="0">
                  <a:pos x="T4" y="T5"/>
                </a:cxn>
                <a:cxn ang="0">
                  <a:pos x="T6" y="T7"/>
                </a:cxn>
                <a:cxn ang="0">
                  <a:pos x="T8" y="T9"/>
                </a:cxn>
              </a:cxnLst>
              <a:rect l="0" t="0" r="r" b="b"/>
              <a:pathLst>
                <a:path w="25" h="3">
                  <a:moveTo>
                    <a:pt x="12" y="2"/>
                  </a:moveTo>
                  <a:cubicBezTo>
                    <a:pt x="18" y="1"/>
                    <a:pt x="24" y="0"/>
                    <a:pt x="24" y="0"/>
                  </a:cubicBezTo>
                  <a:cubicBezTo>
                    <a:pt x="25" y="0"/>
                    <a:pt x="19" y="1"/>
                    <a:pt x="13" y="2"/>
                  </a:cubicBezTo>
                  <a:cubicBezTo>
                    <a:pt x="7" y="2"/>
                    <a:pt x="2" y="3"/>
                    <a:pt x="1" y="3"/>
                  </a:cubicBezTo>
                  <a:cubicBezTo>
                    <a:pt x="0" y="3"/>
                    <a:pt x="5"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8" name="Freeform 1552">
              <a:extLst>
                <a:ext uri="{FF2B5EF4-FFF2-40B4-BE49-F238E27FC236}">
                  <a16:creationId xmlns:a16="http://schemas.microsoft.com/office/drawing/2014/main" id="{63C7B9A5-50CA-5DF0-3F9D-B7187D74E2F0}"/>
                </a:ext>
              </a:extLst>
            </p:cNvPr>
            <p:cNvSpPr>
              <a:spLocks/>
            </p:cNvSpPr>
            <p:nvPr/>
          </p:nvSpPr>
          <p:spPr bwMode="auto">
            <a:xfrm rot="5094805">
              <a:off x="2247536" y="6591530"/>
              <a:ext cx="59409" cy="9140"/>
            </a:xfrm>
            <a:custGeom>
              <a:avLst/>
              <a:gdLst>
                <a:gd name="T0" fmla="*/ 13 w 24"/>
                <a:gd name="T1" fmla="*/ 2 h 4"/>
                <a:gd name="T2" fmla="*/ 0 w 24"/>
                <a:gd name="T3" fmla="*/ 4 h 4"/>
                <a:gd name="T4" fmla="*/ 10 w 24"/>
                <a:gd name="T5" fmla="*/ 2 h 4"/>
                <a:gd name="T6" fmla="*/ 23 w 24"/>
                <a:gd name="T7" fmla="*/ 0 h 4"/>
                <a:gd name="T8" fmla="*/ 13 w 24"/>
                <a:gd name="T9" fmla="*/ 2 h 4"/>
              </a:gdLst>
              <a:ahLst/>
              <a:cxnLst>
                <a:cxn ang="0">
                  <a:pos x="T0" y="T1"/>
                </a:cxn>
                <a:cxn ang="0">
                  <a:pos x="T2" y="T3"/>
                </a:cxn>
                <a:cxn ang="0">
                  <a:pos x="T4" y="T5"/>
                </a:cxn>
                <a:cxn ang="0">
                  <a:pos x="T6" y="T7"/>
                </a:cxn>
                <a:cxn ang="0">
                  <a:pos x="T8" y="T9"/>
                </a:cxn>
              </a:cxnLst>
              <a:rect l="0" t="0" r="r" b="b"/>
              <a:pathLst>
                <a:path w="24" h="4">
                  <a:moveTo>
                    <a:pt x="13" y="2"/>
                  </a:moveTo>
                  <a:cubicBezTo>
                    <a:pt x="7" y="3"/>
                    <a:pt x="1" y="4"/>
                    <a:pt x="0" y="4"/>
                  </a:cubicBezTo>
                  <a:cubicBezTo>
                    <a:pt x="0" y="4"/>
                    <a:pt x="4" y="3"/>
                    <a:pt x="10" y="2"/>
                  </a:cubicBezTo>
                  <a:cubicBezTo>
                    <a:pt x="16" y="1"/>
                    <a:pt x="22" y="0"/>
                    <a:pt x="23" y="0"/>
                  </a:cubicBezTo>
                  <a:cubicBezTo>
                    <a:pt x="24"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9" name="Freeform 1553">
              <a:extLst>
                <a:ext uri="{FF2B5EF4-FFF2-40B4-BE49-F238E27FC236}">
                  <a16:creationId xmlns:a16="http://schemas.microsoft.com/office/drawing/2014/main" id="{87C09CFD-B3DB-57B9-1BD7-394E4E886F9F}"/>
                </a:ext>
              </a:extLst>
            </p:cNvPr>
            <p:cNvSpPr>
              <a:spLocks/>
            </p:cNvSpPr>
            <p:nvPr/>
          </p:nvSpPr>
          <p:spPr bwMode="auto">
            <a:xfrm rot="5094805">
              <a:off x="2298790" y="6779568"/>
              <a:ext cx="61694" cy="11425"/>
            </a:xfrm>
            <a:custGeom>
              <a:avLst/>
              <a:gdLst>
                <a:gd name="T0" fmla="*/ 24 w 25"/>
                <a:gd name="T1" fmla="*/ 0 h 5"/>
                <a:gd name="T2" fmla="*/ 14 w 25"/>
                <a:gd name="T3" fmla="*/ 3 h 5"/>
                <a:gd name="T4" fmla="*/ 2 w 25"/>
                <a:gd name="T5" fmla="*/ 5 h 5"/>
                <a:gd name="T6" fmla="*/ 11 w 25"/>
                <a:gd name="T7" fmla="*/ 2 h 5"/>
                <a:gd name="T8" fmla="*/ 24 w 25"/>
                <a:gd name="T9" fmla="*/ 0 h 5"/>
              </a:gdLst>
              <a:ahLst/>
              <a:cxnLst>
                <a:cxn ang="0">
                  <a:pos x="T0" y="T1"/>
                </a:cxn>
                <a:cxn ang="0">
                  <a:pos x="T2" y="T3"/>
                </a:cxn>
                <a:cxn ang="0">
                  <a:pos x="T4" y="T5"/>
                </a:cxn>
                <a:cxn ang="0">
                  <a:pos x="T6" y="T7"/>
                </a:cxn>
                <a:cxn ang="0">
                  <a:pos x="T8" y="T9"/>
                </a:cxn>
              </a:cxnLst>
              <a:rect l="0" t="0" r="r" b="b"/>
              <a:pathLst>
                <a:path w="25" h="5">
                  <a:moveTo>
                    <a:pt x="24" y="0"/>
                  </a:moveTo>
                  <a:cubicBezTo>
                    <a:pt x="25" y="0"/>
                    <a:pt x="20" y="2"/>
                    <a:pt x="14" y="3"/>
                  </a:cubicBezTo>
                  <a:cubicBezTo>
                    <a:pt x="8" y="4"/>
                    <a:pt x="3" y="5"/>
                    <a:pt x="2" y="5"/>
                  </a:cubicBezTo>
                  <a:cubicBezTo>
                    <a:pt x="0" y="5"/>
                    <a:pt x="5" y="3"/>
                    <a:pt x="11" y="2"/>
                  </a:cubicBezTo>
                  <a:cubicBezTo>
                    <a:pt x="17" y="1"/>
                    <a:pt x="24"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0" name="Freeform 1573">
              <a:extLst>
                <a:ext uri="{FF2B5EF4-FFF2-40B4-BE49-F238E27FC236}">
                  <a16:creationId xmlns:a16="http://schemas.microsoft.com/office/drawing/2014/main" id="{A9C760C4-AB79-3D86-2C3D-1DCB191A77CB}"/>
                </a:ext>
              </a:extLst>
            </p:cNvPr>
            <p:cNvSpPr>
              <a:spLocks/>
            </p:cNvSpPr>
            <p:nvPr/>
          </p:nvSpPr>
          <p:spPr bwMode="auto">
            <a:xfrm rot="5094805">
              <a:off x="301325" y="-49613"/>
              <a:ext cx="61694" cy="50269"/>
            </a:xfrm>
            <a:custGeom>
              <a:avLst/>
              <a:gdLst>
                <a:gd name="T0" fmla="*/ 14 w 25"/>
                <a:gd name="T1" fmla="*/ 18 h 20"/>
                <a:gd name="T2" fmla="*/ 1 w 25"/>
                <a:gd name="T3" fmla="*/ 13 h 20"/>
                <a:gd name="T4" fmla="*/ 9 w 25"/>
                <a:gd name="T5" fmla="*/ 2 h 20"/>
                <a:gd name="T6" fmla="*/ 23 w 25"/>
                <a:gd name="T7" fmla="*/ 5 h 20"/>
                <a:gd name="T8" fmla="*/ 14 w 25"/>
                <a:gd name="T9" fmla="*/ 18 h 20"/>
              </a:gdLst>
              <a:ahLst/>
              <a:cxnLst>
                <a:cxn ang="0">
                  <a:pos x="T0" y="T1"/>
                </a:cxn>
                <a:cxn ang="0">
                  <a:pos x="T2" y="T3"/>
                </a:cxn>
                <a:cxn ang="0">
                  <a:pos x="T4" y="T5"/>
                </a:cxn>
                <a:cxn ang="0">
                  <a:pos x="T6" y="T7"/>
                </a:cxn>
                <a:cxn ang="0">
                  <a:pos x="T8" y="T9"/>
                </a:cxn>
              </a:cxnLst>
              <a:rect l="0" t="0" r="r" b="b"/>
              <a:pathLst>
                <a:path w="25" h="20">
                  <a:moveTo>
                    <a:pt x="14" y="18"/>
                  </a:moveTo>
                  <a:cubicBezTo>
                    <a:pt x="8" y="20"/>
                    <a:pt x="2" y="17"/>
                    <a:pt x="1" y="13"/>
                  </a:cubicBezTo>
                  <a:cubicBezTo>
                    <a:pt x="0" y="8"/>
                    <a:pt x="4" y="4"/>
                    <a:pt x="9" y="2"/>
                  </a:cubicBezTo>
                  <a:cubicBezTo>
                    <a:pt x="15" y="0"/>
                    <a:pt x="22" y="1"/>
                    <a:pt x="23" y="5"/>
                  </a:cubicBezTo>
                  <a:cubicBezTo>
                    <a:pt x="25" y="10"/>
                    <a:pt x="20" y="16"/>
                    <a:pt x="1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1" name="Freeform 1574">
              <a:extLst>
                <a:ext uri="{FF2B5EF4-FFF2-40B4-BE49-F238E27FC236}">
                  <a16:creationId xmlns:a16="http://schemas.microsoft.com/office/drawing/2014/main" id="{A9A62C04-E7ED-1BCF-FBD6-EE2A447503CB}"/>
                </a:ext>
              </a:extLst>
            </p:cNvPr>
            <p:cNvSpPr>
              <a:spLocks/>
            </p:cNvSpPr>
            <p:nvPr/>
          </p:nvSpPr>
          <p:spPr bwMode="auto">
            <a:xfrm rot="5094805">
              <a:off x="376283" y="135366"/>
              <a:ext cx="59409" cy="50269"/>
            </a:xfrm>
            <a:custGeom>
              <a:avLst/>
              <a:gdLst>
                <a:gd name="T0" fmla="*/ 23 w 24"/>
                <a:gd name="T1" fmla="*/ 7 h 20"/>
                <a:gd name="T2" fmla="*/ 13 w 24"/>
                <a:gd name="T3" fmla="*/ 19 h 20"/>
                <a:gd name="T4" fmla="*/ 1 w 24"/>
                <a:gd name="T5" fmla="*/ 14 h 20"/>
                <a:gd name="T6" fmla="*/ 10 w 24"/>
                <a:gd name="T7" fmla="*/ 1 h 20"/>
                <a:gd name="T8" fmla="*/ 23 w 24"/>
                <a:gd name="T9" fmla="*/ 7 h 20"/>
              </a:gdLst>
              <a:ahLst/>
              <a:cxnLst>
                <a:cxn ang="0">
                  <a:pos x="T0" y="T1"/>
                </a:cxn>
                <a:cxn ang="0">
                  <a:pos x="T2" y="T3"/>
                </a:cxn>
                <a:cxn ang="0">
                  <a:pos x="T4" y="T5"/>
                </a:cxn>
                <a:cxn ang="0">
                  <a:pos x="T6" y="T7"/>
                </a:cxn>
                <a:cxn ang="0">
                  <a:pos x="T8" y="T9"/>
                </a:cxn>
              </a:cxnLst>
              <a:rect l="0" t="0" r="r" b="b"/>
              <a:pathLst>
                <a:path w="24" h="20">
                  <a:moveTo>
                    <a:pt x="23" y="7"/>
                  </a:moveTo>
                  <a:cubicBezTo>
                    <a:pt x="24" y="12"/>
                    <a:pt x="20" y="18"/>
                    <a:pt x="13" y="19"/>
                  </a:cubicBezTo>
                  <a:cubicBezTo>
                    <a:pt x="8" y="20"/>
                    <a:pt x="2" y="18"/>
                    <a:pt x="1" y="14"/>
                  </a:cubicBezTo>
                  <a:cubicBezTo>
                    <a:pt x="0" y="9"/>
                    <a:pt x="4" y="3"/>
                    <a:pt x="10" y="1"/>
                  </a:cubicBezTo>
                  <a:cubicBezTo>
                    <a:pt x="16" y="0"/>
                    <a:pt x="22" y="2"/>
                    <a:pt x="2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2" name="Freeform 1575">
              <a:extLst>
                <a:ext uri="{FF2B5EF4-FFF2-40B4-BE49-F238E27FC236}">
                  <a16:creationId xmlns:a16="http://schemas.microsoft.com/office/drawing/2014/main" id="{C0625D8B-1CBF-9973-B4C5-42E387D99AF0}"/>
                </a:ext>
              </a:extLst>
            </p:cNvPr>
            <p:cNvSpPr>
              <a:spLocks/>
            </p:cNvSpPr>
            <p:nvPr/>
          </p:nvSpPr>
          <p:spPr bwMode="auto">
            <a:xfrm rot="5094805">
              <a:off x="432089" y="325283"/>
              <a:ext cx="61694" cy="47984"/>
            </a:xfrm>
            <a:custGeom>
              <a:avLst/>
              <a:gdLst>
                <a:gd name="T0" fmla="*/ 24 w 25"/>
                <a:gd name="T1" fmla="*/ 8 h 20"/>
                <a:gd name="T2" fmla="*/ 14 w 25"/>
                <a:gd name="T3" fmla="*/ 19 h 20"/>
                <a:gd name="T4" fmla="*/ 1 w 25"/>
                <a:gd name="T5" fmla="*/ 13 h 20"/>
                <a:gd name="T6" fmla="*/ 10 w 25"/>
                <a:gd name="T7" fmla="*/ 1 h 20"/>
                <a:gd name="T8" fmla="*/ 24 w 25"/>
                <a:gd name="T9" fmla="*/ 8 h 20"/>
              </a:gdLst>
              <a:ahLst/>
              <a:cxnLst>
                <a:cxn ang="0">
                  <a:pos x="T0" y="T1"/>
                </a:cxn>
                <a:cxn ang="0">
                  <a:pos x="T2" y="T3"/>
                </a:cxn>
                <a:cxn ang="0">
                  <a:pos x="T4" y="T5"/>
                </a:cxn>
                <a:cxn ang="0">
                  <a:pos x="T6" y="T7"/>
                </a:cxn>
                <a:cxn ang="0">
                  <a:pos x="T8" y="T9"/>
                </a:cxn>
              </a:cxnLst>
              <a:rect l="0" t="0" r="r" b="b"/>
              <a:pathLst>
                <a:path w="25" h="20">
                  <a:moveTo>
                    <a:pt x="24" y="8"/>
                  </a:moveTo>
                  <a:cubicBezTo>
                    <a:pt x="25" y="13"/>
                    <a:pt x="20" y="18"/>
                    <a:pt x="14" y="19"/>
                  </a:cubicBezTo>
                  <a:cubicBezTo>
                    <a:pt x="8" y="20"/>
                    <a:pt x="2" y="17"/>
                    <a:pt x="1" y="13"/>
                  </a:cubicBezTo>
                  <a:cubicBezTo>
                    <a:pt x="0" y="8"/>
                    <a:pt x="4" y="3"/>
                    <a:pt x="10" y="1"/>
                  </a:cubicBezTo>
                  <a:cubicBezTo>
                    <a:pt x="16" y="0"/>
                    <a:pt x="23" y="3"/>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3" name="Freeform 1576">
              <a:extLst>
                <a:ext uri="{FF2B5EF4-FFF2-40B4-BE49-F238E27FC236}">
                  <a16:creationId xmlns:a16="http://schemas.microsoft.com/office/drawing/2014/main" id="{E797CC01-E8A0-B38F-07E6-76F78DBE240B}"/>
                </a:ext>
              </a:extLst>
            </p:cNvPr>
            <p:cNvSpPr>
              <a:spLocks/>
            </p:cNvSpPr>
            <p:nvPr/>
          </p:nvSpPr>
          <p:spPr bwMode="auto">
            <a:xfrm rot="5094805">
              <a:off x="471866" y="514440"/>
              <a:ext cx="61694" cy="47984"/>
            </a:xfrm>
            <a:custGeom>
              <a:avLst/>
              <a:gdLst>
                <a:gd name="T0" fmla="*/ 24 w 25"/>
                <a:gd name="T1" fmla="*/ 8 h 19"/>
                <a:gd name="T2" fmla="*/ 14 w 25"/>
                <a:gd name="T3" fmla="*/ 19 h 19"/>
                <a:gd name="T4" fmla="*/ 1 w 25"/>
                <a:gd name="T5" fmla="*/ 11 h 19"/>
                <a:gd name="T6" fmla="*/ 11 w 25"/>
                <a:gd name="T7" fmla="*/ 1 h 19"/>
                <a:gd name="T8" fmla="*/ 24 w 25"/>
                <a:gd name="T9" fmla="*/ 8 h 19"/>
              </a:gdLst>
              <a:ahLst/>
              <a:cxnLst>
                <a:cxn ang="0">
                  <a:pos x="T0" y="T1"/>
                </a:cxn>
                <a:cxn ang="0">
                  <a:pos x="T2" y="T3"/>
                </a:cxn>
                <a:cxn ang="0">
                  <a:pos x="T4" y="T5"/>
                </a:cxn>
                <a:cxn ang="0">
                  <a:pos x="T6" y="T7"/>
                </a:cxn>
                <a:cxn ang="0">
                  <a:pos x="T8" y="T9"/>
                </a:cxn>
              </a:cxnLst>
              <a:rect l="0" t="0" r="r" b="b"/>
              <a:pathLst>
                <a:path w="25" h="19">
                  <a:moveTo>
                    <a:pt x="24" y="8"/>
                  </a:moveTo>
                  <a:cubicBezTo>
                    <a:pt x="25" y="13"/>
                    <a:pt x="20" y="18"/>
                    <a:pt x="14" y="19"/>
                  </a:cubicBezTo>
                  <a:cubicBezTo>
                    <a:pt x="9" y="19"/>
                    <a:pt x="3" y="16"/>
                    <a:pt x="1" y="11"/>
                  </a:cubicBezTo>
                  <a:cubicBezTo>
                    <a:pt x="0" y="7"/>
                    <a:pt x="4" y="2"/>
                    <a:pt x="11" y="1"/>
                  </a:cubicBezTo>
                  <a:cubicBezTo>
                    <a:pt x="17" y="0"/>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4" name="Freeform 1577">
              <a:extLst>
                <a:ext uri="{FF2B5EF4-FFF2-40B4-BE49-F238E27FC236}">
                  <a16:creationId xmlns:a16="http://schemas.microsoft.com/office/drawing/2014/main" id="{74654491-C1F8-BC41-A6FB-49FD5C6CB73D}"/>
                </a:ext>
              </a:extLst>
            </p:cNvPr>
            <p:cNvSpPr>
              <a:spLocks/>
            </p:cNvSpPr>
            <p:nvPr/>
          </p:nvSpPr>
          <p:spPr bwMode="auto">
            <a:xfrm rot="5094805">
              <a:off x="499531" y="712690"/>
              <a:ext cx="61694" cy="41130"/>
            </a:xfrm>
            <a:custGeom>
              <a:avLst/>
              <a:gdLst>
                <a:gd name="T0" fmla="*/ 11 w 25"/>
                <a:gd name="T1" fmla="*/ 0 h 17"/>
                <a:gd name="T2" fmla="*/ 24 w 25"/>
                <a:gd name="T3" fmla="*/ 8 h 17"/>
                <a:gd name="T4" fmla="*/ 14 w 25"/>
                <a:gd name="T5" fmla="*/ 17 h 17"/>
                <a:gd name="T6" fmla="*/ 1 w 25"/>
                <a:gd name="T7" fmla="*/ 9 h 17"/>
                <a:gd name="T8" fmla="*/ 11 w 25"/>
                <a:gd name="T9" fmla="*/ 0 h 17"/>
              </a:gdLst>
              <a:ahLst/>
              <a:cxnLst>
                <a:cxn ang="0">
                  <a:pos x="T0" y="T1"/>
                </a:cxn>
                <a:cxn ang="0">
                  <a:pos x="T2" y="T3"/>
                </a:cxn>
                <a:cxn ang="0">
                  <a:pos x="T4" y="T5"/>
                </a:cxn>
                <a:cxn ang="0">
                  <a:pos x="T6" y="T7"/>
                </a:cxn>
                <a:cxn ang="0">
                  <a:pos x="T8" y="T9"/>
                </a:cxn>
              </a:cxnLst>
              <a:rect l="0" t="0" r="r" b="b"/>
              <a:pathLst>
                <a:path w="25" h="17">
                  <a:moveTo>
                    <a:pt x="11" y="0"/>
                  </a:moveTo>
                  <a:cubicBezTo>
                    <a:pt x="17" y="0"/>
                    <a:pt x="23" y="4"/>
                    <a:pt x="24" y="8"/>
                  </a:cubicBezTo>
                  <a:cubicBezTo>
                    <a:pt x="25" y="13"/>
                    <a:pt x="20" y="17"/>
                    <a:pt x="14" y="17"/>
                  </a:cubicBezTo>
                  <a:cubicBezTo>
                    <a:pt x="8" y="17"/>
                    <a:pt x="2" y="13"/>
                    <a:pt x="1" y="9"/>
                  </a:cubicBezTo>
                  <a:cubicBezTo>
                    <a:pt x="0" y="5"/>
                    <a:pt x="4"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5" name="Freeform 1578">
              <a:extLst>
                <a:ext uri="{FF2B5EF4-FFF2-40B4-BE49-F238E27FC236}">
                  <a16:creationId xmlns:a16="http://schemas.microsoft.com/office/drawing/2014/main" id="{C94E91D6-EEC0-C470-CA6F-A372561F0766}"/>
                </a:ext>
              </a:extLst>
            </p:cNvPr>
            <p:cNvSpPr>
              <a:spLocks/>
            </p:cNvSpPr>
            <p:nvPr/>
          </p:nvSpPr>
          <p:spPr bwMode="auto">
            <a:xfrm rot="5094805">
              <a:off x="516654" y="906254"/>
              <a:ext cx="59409" cy="38845"/>
            </a:xfrm>
            <a:custGeom>
              <a:avLst/>
              <a:gdLst>
                <a:gd name="T0" fmla="*/ 11 w 24"/>
                <a:gd name="T1" fmla="*/ 0 h 16"/>
                <a:gd name="T2" fmla="*/ 24 w 24"/>
                <a:gd name="T3" fmla="*/ 9 h 16"/>
                <a:gd name="T4" fmla="*/ 13 w 24"/>
                <a:gd name="T5" fmla="*/ 16 h 16"/>
                <a:gd name="T6" fmla="*/ 1 w 24"/>
                <a:gd name="T7" fmla="*/ 8 h 16"/>
                <a:gd name="T8" fmla="*/ 11 w 24"/>
                <a:gd name="T9" fmla="*/ 0 h 16"/>
              </a:gdLst>
              <a:ahLst/>
              <a:cxnLst>
                <a:cxn ang="0">
                  <a:pos x="T0" y="T1"/>
                </a:cxn>
                <a:cxn ang="0">
                  <a:pos x="T2" y="T3"/>
                </a:cxn>
                <a:cxn ang="0">
                  <a:pos x="T4" y="T5"/>
                </a:cxn>
                <a:cxn ang="0">
                  <a:pos x="T6" y="T7"/>
                </a:cxn>
                <a:cxn ang="0">
                  <a:pos x="T8" y="T9"/>
                </a:cxn>
              </a:cxnLst>
              <a:rect l="0" t="0" r="r" b="b"/>
              <a:pathLst>
                <a:path w="24" h="16">
                  <a:moveTo>
                    <a:pt x="11" y="0"/>
                  </a:moveTo>
                  <a:cubicBezTo>
                    <a:pt x="17" y="0"/>
                    <a:pt x="23" y="5"/>
                    <a:pt x="24" y="9"/>
                  </a:cubicBezTo>
                  <a:cubicBezTo>
                    <a:pt x="24" y="13"/>
                    <a:pt x="19" y="16"/>
                    <a:pt x="13" y="16"/>
                  </a:cubicBezTo>
                  <a:cubicBezTo>
                    <a:pt x="7" y="15"/>
                    <a:pt x="2" y="12"/>
                    <a:pt x="1" y="8"/>
                  </a:cubicBezTo>
                  <a:cubicBezTo>
                    <a:pt x="0" y="3"/>
                    <a:pt x="5"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6" name="Freeform 1579">
              <a:extLst>
                <a:ext uri="{FF2B5EF4-FFF2-40B4-BE49-F238E27FC236}">
                  <a16:creationId xmlns:a16="http://schemas.microsoft.com/office/drawing/2014/main" id="{1736BD05-E66B-C8C0-C774-C1DF0799CDC1}"/>
                </a:ext>
              </a:extLst>
            </p:cNvPr>
            <p:cNvSpPr>
              <a:spLocks/>
            </p:cNvSpPr>
            <p:nvPr/>
          </p:nvSpPr>
          <p:spPr bwMode="auto">
            <a:xfrm rot="5094805">
              <a:off x="521453" y="1101863"/>
              <a:ext cx="61694" cy="38845"/>
            </a:xfrm>
            <a:custGeom>
              <a:avLst/>
              <a:gdLst>
                <a:gd name="T0" fmla="*/ 24 w 25"/>
                <a:gd name="T1" fmla="*/ 8 h 15"/>
                <a:gd name="T2" fmla="*/ 14 w 25"/>
                <a:gd name="T3" fmla="*/ 14 h 15"/>
                <a:gd name="T4" fmla="*/ 1 w 25"/>
                <a:gd name="T5" fmla="*/ 7 h 15"/>
                <a:gd name="T6" fmla="*/ 10 w 25"/>
                <a:gd name="T7" fmla="*/ 0 h 15"/>
                <a:gd name="T8" fmla="*/ 24 w 25"/>
                <a:gd name="T9" fmla="*/ 8 h 15"/>
              </a:gdLst>
              <a:ahLst/>
              <a:cxnLst>
                <a:cxn ang="0">
                  <a:pos x="T0" y="T1"/>
                </a:cxn>
                <a:cxn ang="0">
                  <a:pos x="T2" y="T3"/>
                </a:cxn>
                <a:cxn ang="0">
                  <a:pos x="T4" y="T5"/>
                </a:cxn>
                <a:cxn ang="0">
                  <a:pos x="T6" y="T7"/>
                </a:cxn>
                <a:cxn ang="0">
                  <a:pos x="T8" y="T9"/>
                </a:cxn>
              </a:cxnLst>
              <a:rect l="0" t="0" r="r" b="b"/>
              <a:pathLst>
                <a:path w="25" h="15">
                  <a:moveTo>
                    <a:pt x="24" y="8"/>
                  </a:moveTo>
                  <a:cubicBezTo>
                    <a:pt x="25" y="12"/>
                    <a:pt x="20" y="15"/>
                    <a:pt x="14" y="14"/>
                  </a:cubicBezTo>
                  <a:cubicBezTo>
                    <a:pt x="8" y="14"/>
                    <a:pt x="2" y="11"/>
                    <a:pt x="1" y="7"/>
                  </a:cubicBezTo>
                  <a:cubicBezTo>
                    <a:pt x="0" y="3"/>
                    <a:pt x="4" y="0"/>
                    <a:pt x="10" y="0"/>
                  </a:cubicBezTo>
                  <a:cubicBezTo>
                    <a:pt x="16" y="0"/>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7" name="Freeform 1580">
              <a:extLst>
                <a:ext uri="{FF2B5EF4-FFF2-40B4-BE49-F238E27FC236}">
                  <a16:creationId xmlns:a16="http://schemas.microsoft.com/office/drawing/2014/main" id="{03AA2755-2280-E9BE-767D-F9898CB8AA9D}"/>
                </a:ext>
              </a:extLst>
            </p:cNvPr>
            <p:cNvSpPr>
              <a:spLocks/>
            </p:cNvSpPr>
            <p:nvPr/>
          </p:nvSpPr>
          <p:spPr bwMode="auto">
            <a:xfrm rot="5094805">
              <a:off x="521805" y="1302544"/>
              <a:ext cx="61694" cy="31990"/>
            </a:xfrm>
            <a:custGeom>
              <a:avLst/>
              <a:gdLst>
                <a:gd name="T0" fmla="*/ 24 w 25"/>
                <a:gd name="T1" fmla="*/ 8 h 13"/>
                <a:gd name="T2" fmla="*/ 14 w 25"/>
                <a:gd name="T3" fmla="*/ 13 h 13"/>
                <a:gd name="T4" fmla="*/ 1 w 25"/>
                <a:gd name="T5" fmla="*/ 6 h 13"/>
                <a:gd name="T6" fmla="*/ 11 w 25"/>
                <a:gd name="T7" fmla="*/ 0 h 13"/>
                <a:gd name="T8" fmla="*/ 24 w 25"/>
                <a:gd name="T9" fmla="*/ 8 h 13"/>
              </a:gdLst>
              <a:ahLst/>
              <a:cxnLst>
                <a:cxn ang="0">
                  <a:pos x="T0" y="T1"/>
                </a:cxn>
                <a:cxn ang="0">
                  <a:pos x="T2" y="T3"/>
                </a:cxn>
                <a:cxn ang="0">
                  <a:pos x="T4" y="T5"/>
                </a:cxn>
                <a:cxn ang="0">
                  <a:pos x="T6" y="T7"/>
                </a:cxn>
                <a:cxn ang="0">
                  <a:pos x="T8" y="T9"/>
                </a:cxn>
              </a:cxnLst>
              <a:rect l="0" t="0" r="r" b="b"/>
              <a:pathLst>
                <a:path w="25" h="13">
                  <a:moveTo>
                    <a:pt x="24" y="8"/>
                  </a:moveTo>
                  <a:cubicBezTo>
                    <a:pt x="25" y="11"/>
                    <a:pt x="20" y="13"/>
                    <a:pt x="14" y="13"/>
                  </a:cubicBezTo>
                  <a:cubicBezTo>
                    <a:pt x="8" y="12"/>
                    <a:pt x="2" y="9"/>
                    <a:pt x="1" y="6"/>
                  </a:cubicBezTo>
                  <a:cubicBezTo>
                    <a:pt x="0" y="2"/>
                    <a:pt x="5" y="0"/>
                    <a:pt x="11" y="0"/>
                  </a:cubicBezTo>
                  <a:cubicBezTo>
                    <a:pt x="17" y="1"/>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8" name="Freeform 1581">
              <a:extLst>
                <a:ext uri="{FF2B5EF4-FFF2-40B4-BE49-F238E27FC236}">
                  <a16:creationId xmlns:a16="http://schemas.microsoft.com/office/drawing/2014/main" id="{9327C62B-7C4F-78D8-A4E8-FBD55B3F716B}"/>
                </a:ext>
              </a:extLst>
            </p:cNvPr>
            <p:cNvSpPr>
              <a:spLocks/>
            </p:cNvSpPr>
            <p:nvPr/>
          </p:nvSpPr>
          <p:spPr bwMode="auto">
            <a:xfrm rot="5094805">
              <a:off x="517404" y="1499069"/>
              <a:ext cx="61694" cy="29705"/>
            </a:xfrm>
            <a:custGeom>
              <a:avLst/>
              <a:gdLst>
                <a:gd name="T0" fmla="*/ 11 w 25"/>
                <a:gd name="T1" fmla="*/ 1 h 12"/>
                <a:gd name="T2" fmla="*/ 24 w 25"/>
                <a:gd name="T3" fmla="*/ 8 h 12"/>
                <a:gd name="T4" fmla="*/ 14 w 25"/>
                <a:gd name="T5" fmla="*/ 12 h 12"/>
                <a:gd name="T6" fmla="*/ 2 w 25"/>
                <a:gd name="T7" fmla="*/ 6 h 12"/>
                <a:gd name="T8" fmla="*/ 11 w 25"/>
                <a:gd name="T9" fmla="*/ 1 h 12"/>
              </a:gdLst>
              <a:ahLst/>
              <a:cxnLst>
                <a:cxn ang="0">
                  <a:pos x="T0" y="T1"/>
                </a:cxn>
                <a:cxn ang="0">
                  <a:pos x="T2" y="T3"/>
                </a:cxn>
                <a:cxn ang="0">
                  <a:pos x="T4" y="T5"/>
                </a:cxn>
                <a:cxn ang="0">
                  <a:pos x="T6" y="T7"/>
                </a:cxn>
                <a:cxn ang="0">
                  <a:pos x="T8" y="T9"/>
                </a:cxn>
              </a:cxnLst>
              <a:rect l="0" t="0" r="r" b="b"/>
              <a:pathLst>
                <a:path w="25" h="12">
                  <a:moveTo>
                    <a:pt x="11" y="1"/>
                  </a:moveTo>
                  <a:cubicBezTo>
                    <a:pt x="17" y="2"/>
                    <a:pt x="24" y="5"/>
                    <a:pt x="24" y="8"/>
                  </a:cubicBezTo>
                  <a:cubicBezTo>
                    <a:pt x="25" y="11"/>
                    <a:pt x="21" y="12"/>
                    <a:pt x="14" y="12"/>
                  </a:cubicBezTo>
                  <a:cubicBezTo>
                    <a:pt x="9" y="11"/>
                    <a:pt x="3" y="8"/>
                    <a:pt x="2" y="6"/>
                  </a:cubicBezTo>
                  <a:cubicBezTo>
                    <a:pt x="0" y="3"/>
                    <a:pt x="5"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9" name="Freeform 1582">
              <a:extLst>
                <a:ext uri="{FF2B5EF4-FFF2-40B4-BE49-F238E27FC236}">
                  <a16:creationId xmlns:a16="http://schemas.microsoft.com/office/drawing/2014/main" id="{37E0B3EE-0EBE-9F92-4B2C-DE93DB4D35A3}"/>
                </a:ext>
              </a:extLst>
            </p:cNvPr>
            <p:cNvSpPr>
              <a:spLocks/>
            </p:cNvSpPr>
            <p:nvPr/>
          </p:nvSpPr>
          <p:spPr bwMode="auto">
            <a:xfrm rot="5094805">
              <a:off x="512172" y="1701495"/>
              <a:ext cx="59409" cy="22850"/>
            </a:xfrm>
            <a:custGeom>
              <a:avLst/>
              <a:gdLst>
                <a:gd name="T0" fmla="*/ 24 w 24"/>
                <a:gd name="T1" fmla="*/ 6 h 10"/>
                <a:gd name="T2" fmla="*/ 13 w 24"/>
                <a:gd name="T3" fmla="*/ 9 h 10"/>
                <a:gd name="T4" fmla="*/ 1 w 24"/>
                <a:gd name="T5" fmla="*/ 4 h 10"/>
                <a:gd name="T6" fmla="*/ 11 w 24"/>
                <a:gd name="T7" fmla="*/ 1 h 10"/>
                <a:gd name="T8" fmla="*/ 24 w 24"/>
                <a:gd name="T9" fmla="*/ 6 h 10"/>
              </a:gdLst>
              <a:ahLst/>
              <a:cxnLst>
                <a:cxn ang="0">
                  <a:pos x="T0" y="T1"/>
                </a:cxn>
                <a:cxn ang="0">
                  <a:pos x="T2" y="T3"/>
                </a:cxn>
                <a:cxn ang="0">
                  <a:pos x="T4" y="T5"/>
                </a:cxn>
                <a:cxn ang="0">
                  <a:pos x="T6" y="T7"/>
                </a:cxn>
                <a:cxn ang="0">
                  <a:pos x="T8" y="T9"/>
                </a:cxn>
              </a:cxnLst>
              <a:rect l="0" t="0" r="r" b="b"/>
              <a:pathLst>
                <a:path w="24" h="10">
                  <a:moveTo>
                    <a:pt x="24" y="6"/>
                  </a:moveTo>
                  <a:cubicBezTo>
                    <a:pt x="24" y="9"/>
                    <a:pt x="19" y="10"/>
                    <a:pt x="13" y="9"/>
                  </a:cubicBezTo>
                  <a:cubicBezTo>
                    <a:pt x="7" y="8"/>
                    <a:pt x="2" y="6"/>
                    <a:pt x="1" y="4"/>
                  </a:cubicBezTo>
                  <a:cubicBezTo>
                    <a:pt x="0" y="1"/>
                    <a:pt x="5" y="0"/>
                    <a:pt x="11" y="1"/>
                  </a:cubicBezTo>
                  <a:cubicBezTo>
                    <a:pt x="17" y="1"/>
                    <a:pt x="23" y="4"/>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0" name="Freeform 1583">
              <a:extLst>
                <a:ext uri="{FF2B5EF4-FFF2-40B4-BE49-F238E27FC236}">
                  <a16:creationId xmlns:a16="http://schemas.microsoft.com/office/drawing/2014/main" id="{E6F13981-A2B6-4CF7-44BF-5E0D84DDBEAB}"/>
                </a:ext>
              </a:extLst>
            </p:cNvPr>
            <p:cNvSpPr>
              <a:spLocks/>
            </p:cNvSpPr>
            <p:nvPr/>
          </p:nvSpPr>
          <p:spPr bwMode="auto">
            <a:xfrm rot="5094805">
              <a:off x="510152" y="1897915"/>
              <a:ext cx="57124" cy="22850"/>
            </a:xfrm>
            <a:custGeom>
              <a:avLst/>
              <a:gdLst>
                <a:gd name="T0" fmla="*/ 11 w 23"/>
                <a:gd name="T1" fmla="*/ 1 h 9"/>
                <a:gd name="T2" fmla="*/ 23 w 23"/>
                <a:gd name="T3" fmla="*/ 6 h 9"/>
                <a:gd name="T4" fmla="*/ 11 w 23"/>
                <a:gd name="T5" fmla="*/ 8 h 9"/>
                <a:gd name="T6" fmla="*/ 0 w 23"/>
                <a:gd name="T7" fmla="*/ 3 h 9"/>
                <a:gd name="T8" fmla="*/ 11 w 23"/>
                <a:gd name="T9" fmla="*/ 1 h 9"/>
              </a:gdLst>
              <a:ahLst/>
              <a:cxnLst>
                <a:cxn ang="0">
                  <a:pos x="T0" y="T1"/>
                </a:cxn>
                <a:cxn ang="0">
                  <a:pos x="T2" y="T3"/>
                </a:cxn>
                <a:cxn ang="0">
                  <a:pos x="T4" y="T5"/>
                </a:cxn>
                <a:cxn ang="0">
                  <a:pos x="T6" y="T7"/>
                </a:cxn>
                <a:cxn ang="0">
                  <a:pos x="T8" y="T9"/>
                </a:cxn>
              </a:cxnLst>
              <a:rect l="0" t="0" r="r" b="b"/>
              <a:pathLst>
                <a:path w="23" h="9">
                  <a:moveTo>
                    <a:pt x="11" y="1"/>
                  </a:moveTo>
                  <a:cubicBezTo>
                    <a:pt x="17" y="2"/>
                    <a:pt x="23" y="4"/>
                    <a:pt x="23" y="6"/>
                  </a:cubicBezTo>
                  <a:cubicBezTo>
                    <a:pt x="23" y="8"/>
                    <a:pt x="18" y="9"/>
                    <a:pt x="11" y="8"/>
                  </a:cubicBezTo>
                  <a:cubicBezTo>
                    <a:pt x="5" y="7"/>
                    <a:pt x="1" y="5"/>
                    <a:pt x="0" y="3"/>
                  </a:cubicBezTo>
                  <a:cubicBezTo>
                    <a:pt x="0" y="1"/>
                    <a:pt x="5"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1" name="Freeform 1584">
              <a:extLst>
                <a:ext uri="{FF2B5EF4-FFF2-40B4-BE49-F238E27FC236}">
                  <a16:creationId xmlns:a16="http://schemas.microsoft.com/office/drawing/2014/main" id="{C93075F8-7D1C-94F2-BF4A-A444D2BA531D}"/>
                </a:ext>
              </a:extLst>
            </p:cNvPr>
            <p:cNvSpPr>
              <a:spLocks/>
            </p:cNvSpPr>
            <p:nvPr/>
          </p:nvSpPr>
          <p:spPr bwMode="auto">
            <a:xfrm rot="5094805">
              <a:off x="509156" y="2097361"/>
              <a:ext cx="61694" cy="13710"/>
            </a:xfrm>
            <a:custGeom>
              <a:avLst/>
              <a:gdLst>
                <a:gd name="T0" fmla="*/ 24 w 25"/>
                <a:gd name="T1" fmla="*/ 4 h 6"/>
                <a:gd name="T2" fmla="*/ 14 w 25"/>
                <a:gd name="T3" fmla="*/ 6 h 6"/>
                <a:gd name="T4" fmla="*/ 1 w 25"/>
                <a:gd name="T5" fmla="*/ 2 h 6"/>
                <a:gd name="T6" fmla="*/ 11 w 25"/>
                <a:gd name="T7" fmla="*/ 0 h 6"/>
                <a:gd name="T8" fmla="*/ 24 w 25"/>
                <a:gd name="T9" fmla="*/ 4 h 6"/>
              </a:gdLst>
              <a:ahLst/>
              <a:cxnLst>
                <a:cxn ang="0">
                  <a:pos x="T0" y="T1"/>
                </a:cxn>
                <a:cxn ang="0">
                  <a:pos x="T2" y="T3"/>
                </a:cxn>
                <a:cxn ang="0">
                  <a:pos x="T4" y="T5"/>
                </a:cxn>
                <a:cxn ang="0">
                  <a:pos x="T6" y="T7"/>
                </a:cxn>
                <a:cxn ang="0">
                  <a:pos x="T8" y="T9"/>
                </a:cxn>
              </a:cxnLst>
              <a:rect l="0" t="0" r="r" b="b"/>
              <a:pathLst>
                <a:path w="25" h="6">
                  <a:moveTo>
                    <a:pt x="24" y="4"/>
                  </a:moveTo>
                  <a:cubicBezTo>
                    <a:pt x="25" y="5"/>
                    <a:pt x="20" y="6"/>
                    <a:pt x="14" y="6"/>
                  </a:cubicBezTo>
                  <a:cubicBezTo>
                    <a:pt x="8" y="5"/>
                    <a:pt x="2" y="4"/>
                    <a:pt x="1" y="2"/>
                  </a:cubicBezTo>
                  <a:cubicBezTo>
                    <a:pt x="0" y="1"/>
                    <a:pt x="5" y="0"/>
                    <a:pt x="11" y="0"/>
                  </a:cubicBezTo>
                  <a:cubicBezTo>
                    <a:pt x="17" y="1"/>
                    <a:pt x="24" y="2"/>
                    <a:pt x="2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2" name="Freeform 1585">
              <a:extLst>
                <a:ext uri="{FF2B5EF4-FFF2-40B4-BE49-F238E27FC236}">
                  <a16:creationId xmlns:a16="http://schemas.microsoft.com/office/drawing/2014/main" id="{966422B3-B83B-0DFE-970F-C41E7DC9980F}"/>
                </a:ext>
              </a:extLst>
            </p:cNvPr>
            <p:cNvSpPr>
              <a:spLocks/>
            </p:cNvSpPr>
            <p:nvPr/>
          </p:nvSpPr>
          <p:spPr bwMode="auto">
            <a:xfrm rot="5094805">
              <a:off x="518612" y="2294947"/>
              <a:ext cx="61694" cy="11425"/>
            </a:xfrm>
            <a:custGeom>
              <a:avLst/>
              <a:gdLst>
                <a:gd name="T0" fmla="*/ 24 w 25"/>
                <a:gd name="T1" fmla="*/ 1 h 4"/>
                <a:gd name="T2" fmla="*/ 14 w 25"/>
                <a:gd name="T3" fmla="*/ 4 h 4"/>
                <a:gd name="T4" fmla="*/ 2 w 25"/>
                <a:gd name="T5" fmla="*/ 2 h 4"/>
                <a:gd name="T6" fmla="*/ 11 w 25"/>
                <a:gd name="T7" fmla="*/ 0 h 4"/>
                <a:gd name="T8" fmla="*/ 24 w 25"/>
                <a:gd name="T9" fmla="*/ 1 h 4"/>
              </a:gdLst>
              <a:ahLst/>
              <a:cxnLst>
                <a:cxn ang="0">
                  <a:pos x="T0" y="T1"/>
                </a:cxn>
                <a:cxn ang="0">
                  <a:pos x="T2" y="T3"/>
                </a:cxn>
                <a:cxn ang="0">
                  <a:pos x="T4" y="T5"/>
                </a:cxn>
                <a:cxn ang="0">
                  <a:pos x="T6" y="T7"/>
                </a:cxn>
                <a:cxn ang="0">
                  <a:pos x="T8" y="T9"/>
                </a:cxn>
              </a:cxnLst>
              <a:rect l="0" t="0" r="r" b="b"/>
              <a:pathLst>
                <a:path w="25" h="4">
                  <a:moveTo>
                    <a:pt x="24" y="1"/>
                  </a:moveTo>
                  <a:cubicBezTo>
                    <a:pt x="25" y="3"/>
                    <a:pt x="21" y="4"/>
                    <a:pt x="14" y="4"/>
                  </a:cubicBezTo>
                  <a:cubicBezTo>
                    <a:pt x="9" y="4"/>
                    <a:pt x="3" y="3"/>
                    <a:pt x="2" y="2"/>
                  </a:cubicBezTo>
                  <a:cubicBezTo>
                    <a:pt x="0" y="1"/>
                    <a:pt x="4" y="0"/>
                    <a:pt x="11" y="0"/>
                  </a:cubicBezTo>
                  <a:cubicBezTo>
                    <a:pt x="17" y="0"/>
                    <a:pt x="23"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3" name="Freeform 1586">
              <a:extLst>
                <a:ext uri="{FF2B5EF4-FFF2-40B4-BE49-F238E27FC236}">
                  <a16:creationId xmlns:a16="http://schemas.microsoft.com/office/drawing/2014/main" id="{B247CBCB-3FA1-7C9F-C2FA-1FCC614B6D79}"/>
                </a:ext>
              </a:extLst>
            </p:cNvPr>
            <p:cNvSpPr>
              <a:spLocks/>
            </p:cNvSpPr>
            <p:nvPr/>
          </p:nvSpPr>
          <p:spPr bwMode="auto">
            <a:xfrm rot="5094805">
              <a:off x="543798" y="2488838"/>
              <a:ext cx="61694" cy="9140"/>
            </a:xfrm>
            <a:custGeom>
              <a:avLst/>
              <a:gdLst>
                <a:gd name="T0" fmla="*/ 11 w 25"/>
                <a:gd name="T1" fmla="*/ 0 h 4"/>
                <a:gd name="T2" fmla="*/ 24 w 25"/>
                <a:gd name="T3" fmla="*/ 1 h 4"/>
                <a:gd name="T4" fmla="*/ 14 w 25"/>
                <a:gd name="T5" fmla="*/ 4 h 4"/>
                <a:gd name="T6" fmla="*/ 2 w 25"/>
                <a:gd name="T7" fmla="*/ 3 h 4"/>
                <a:gd name="T8" fmla="*/ 11 w 25"/>
                <a:gd name="T9" fmla="*/ 0 h 4"/>
              </a:gdLst>
              <a:ahLst/>
              <a:cxnLst>
                <a:cxn ang="0">
                  <a:pos x="T0" y="T1"/>
                </a:cxn>
                <a:cxn ang="0">
                  <a:pos x="T2" y="T3"/>
                </a:cxn>
                <a:cxn ang="0">
                  <a:pos x="T4" y="T5"/>
                </a:cxn>
                <a:cxn ang="0">
                  <a:pos x="T6" y="T7"/>
                </a:cxn>
                <a:cxn ang="0">
                  <a:pos x="T8" y="T9"/>
                </a:cxn>
              </a:cxnLst>
              <a:rect l="0" t="0" r="r" b="b"/>
              <a:pathLst>
                <a:path w="25" h="4">
                  <a:moveTo>
                    <a:pt x="11" y="0"/>
                  </a:moveTo>
                  <a:cubicBezTo>
                    <a:pt x="17" y="0"/>
                    <a:pt x="24" y="0"/>
                    <a:pt x="24" y="1"/>
                  </a:cubicBezTo>
                  <a:cubicBezTo>
                    <a:pt x="25" y="2"/>
                    <a:pt x="20" y="3"/>
                    <a:pt x="14" y="4"/>
                  </a:cubicBezTo>
                  <a:cubicBezTo>
                    <a:pt x="8" y="4"/>
                    <a:pt x="2" y="4"/>
                    <a:pt x="2" y="3"/>
                  </a:cubicBezTo>
                  <a:cubicBezTo>
                    <a:pt x="0" y="2"/>
                    <a:pt x="5"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4" name="Freeform 1587">
              <a:extLst>
                <a:ext uri="{FF2B5EF4-FFF2-40B4-BE49-F238E27FC236}">
                  <a16:creationId xmlns:a16="http://schemas.microsoft.com/office/drawing/2014/main" id="{0880470E-B672-411E-7DDA-297F25C80381}"/>
                </a:ext>
              </a:extLst>
            </p:cNvPr>
            <p:cNvSpPr>
              <a:spLocks/>
            </p:cNvSpPr>
            <p:nvPr/>
          </p:nvSpPr>
          <p:spPr bwMode="auto">
            <a:xfrm rot="5094805">
              <a:off x="580364" y="2679432"/>
              <a:ext cx="61694" cy="11425"/>
            </a:xfrm>
            <a:custGeom>
              <a:avLst/>
              <a:gdLst>
                <a:gd name="T0" fmla="*/ 11 w 25"/>
                <a:gd name="T1" fmla="*/ 1 h 4"/>
                <a:gd name="T2" fmla="*/ 24 w 25"/>
                <a:gd name="T3" fmla="*/ 1 h 4"/>
                <a:gd name="T4" fmla="*/ 13 w 25"/>
                <a:gd name="T5" fmla="*/ 4 h 4"/>
                <a:gd name="T6" fmla="*/ 1 w 25"/>
                <a:gd name="T7" fmla="*/ 4 h 4"/>
                <a:gd name="T8" fmla="*/ 11 w 25"/>
                <a:gd name="T9" fmla="*/ 1 h 4"/>
              </a:gdLst>
              <a:ahLst/>
              <a:cxnLst>
                <a:cxn ang="0">
                  <a:pos x="T0" y="T1"/>
                </a:cxn>
                <a:cxn ang="0">
                  <a:pos x="T2" y="T3"/>
                </a:cxn>
                <a:cxn ang="0">
                  <a:pos x="T4" y="T5"/>
                </a:cxn>
                <a:cxn ang="0">
                  <a:pos x="T6" y="T7"/>
                </a:cxn>
                <a:cxn ang="0">
                  <a:pos x="T8" y="T9"/>
                </a:cxn>
              </a:cxnLst>
              <a:rect l="0" t="0" r="r" b="b"/>
              <a:pathLst>
                <a:path w="25" h="4">
                  <a:moveTo>
                    <a:pt x="11" y="1"/>
                  </a:moveTo>
                  <a:cubicBezTo>
                    <a:pt x="17" y="0"/>
                    <a:pt x="23" y="0"/>
                    <a:pt x="24" y="1"/>
                  </a:cubicBezTo>
                  <a:cubicBezTo>
                    <a:pt x="25" y="1"/>
                    <a:pt x="19" y="3"/>
                    <a:pt x="13" y="4"/>
                  </a:cubicBezTo>
                  <a:cubicBezTo>
                    <a:pt x="7" y="4"/>
                    <a:pt x="2" y="4"/>
                    <a:pt x="1" y="4"/>
                  </a:cubicBezTo>
                  <a:cubicBezTo>
                    <a:pt x="0" y="3"/>
                    <a:pt x="5"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5" name="Freeform 1588">
              <a:extLst>
                <a:ext uri="{FF2B5EF4-FFF2-40B4-BE49-F238E27FC236}">
                  <a16:creationId xmlns:a16="http://schemas.microsoft.com/office/drawing/2014/main" id="{7F33F1E0-5CDA-8E04-65FA-FF711E962A7E}"/>
                </a:ext>
              </a:extLst>
            </p:cNvPr>
            <p:cNvSpPr>
              <a:spLocks/>
            </p:cNvSpPr>
            <p:nvPr/>
          </p:nvSpPr>
          <p:spPr bwMode="auto">
            <a:xfrm rot="5094805">
              <a:off x="631829" y="2867663"/>
              <a:ext cx="59409" cy="18280"/>
            </a:xfrm>
            <a:custGeom>
              <a:avLst/>
              <a:gdLst>
                <a:gd name="T0" fmla="*/ 23 w 24"/>
                <a:gd name="T1" fmla="*/ 1 h 7"/>
                <a:gd name="T2" fmla="*/ 12 w 24"/>
                <a:gd name="T3" fmla="*/ 5 h 7"/>
                <a:gd name="T4" fmla="*/ 1 w 24"/>
                <a:gd name="T5" fmla="*/ 6 h 7"/>
                <a:gd name="T6" fmla="*/ 11 w 24"/>
                <a:gd name="T7" fmla="*/ 2 h 7"/>
                <a:gd name="T8" fmla="*/ 23 w 24"/>
                <a:gd name="T9" fmla="*/ 1 h 7"/>
              </a:gdLst>
              <a:ahLst/>
              <a:cxnLst>
                <a:cxn ang="0">
                  <a:pos x="T0" y="T1"/>
                </a:cxn>
                <a:cxn ang="0">
                  <a:pos x="T2" y="T3"/>
                </a:cxn>
                <a:cxn ang="0">
                  <a:pos x="T4" y="T5"/>
                </a:cxn>
                <a:cxn ang="0">
                  <a:pos x="T6" y="T7"/>
                </a:cxn>
                <a:cxn ang="0">
                  <a:pos x="T8" y="T9"/>
                </a:cxn>
              </a:cxnLst>
              <a:rect l="0" t="0" r="r" b="b"/>
              <a:pathLst>
                <a:path w="24" h="7">
                  <a:moveTo>
                    <a:pt x="23" y="1"/>
                  </a:moveTo>
                  <a:cubicBezTo>
                    <a:pt x="24" y="2"/>
                    <a:pt x="18" y="4"/>
                    <a:pt x="12" y="5"/>
                  </a:cubicBezTo>
                  <a:cubicBezTo>
                    <a:pt x="6" y="6"/>
                    <a:pt x="1" y="7"/>
                    <a:pt x="1" y="6"/>
                  </a:cubicBezTo>
                  <a:cubicBezTo>
                    <a:pt x="0" y="5"/>
                    <a:pt x="5" y="4"/>
                    <a:pt x="11" y="2"/>
                  </a:cubicBezTo>
                  <a:cubicBezTo>
                    <a:pt x="17" y="1"/>
                    <a:pt x="23" y="0"/>
                    <a:pt x="2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6" name="Freeform 1589">
              <a:extLst>
                <a:ext uri="{FF2B5EF4-FFF2-40B4-BE49-F238E27FC236}">
                  <a16:creationId xmlns:a16="http://schemas.microsoft.com/office/drawing/2014/main" id="{4B4BE1EE-E007-1991-1489-0F69819BDA44}"/>
                </a:ext>
              </a:extLst>
            </p:cNvPr>
            <p:cNvSpPr>
              <a:spLocks/>
            </p:cNvSpPr>
            <p:nvPr/>
          </p:nvSpPr>
          <p:spPr bwMode="auto">
            <a:xfrm rot="5094805">
              <a:off x="696748" y="3056973"/>
              <a:ext cx="57124" cy="15995"/>
            </a:xfrm>
            <a:custGeom>
              <a:avLst/>
              <a:gdLst>
                <a:gd name="T0" fmla="*/ 12 w 23"/>
                <a:gd name="T1" fmla="*/ 5 h 7"/>
                <a:gd name="T2" fmla="*/ 0 w 23"/>
                <a:gd name="T3" fmla="*/ 7 h 7"/>
                <a:gd name="T4" fmla="*/ 10 w 23"/>
                <a:gd name="T5" fmla="*/ 3 h 7"/>
                <a:gd name="T6" fmla="*/ 22 w 23"/>
                <a:gd name="T7" fmla="*/ 0 h 7"/>
                <a:gd name="T8" fmla="*/ 12 w 23"/>
                <a:gd name="T9" fmla="*/ 5 h 7"/>
              </a:gdLst>
              <a:ahLst/>
              <a:cxnLst>
                <a:cxn ang="0">
                  <a:pos x="T0" y="T1"/>
                </a:cxn>
                <a:cxn ang="0">
                  <a:pos x="T2" y="T3"/>
                </a:cxn>
                <a:cxn ang="0">
                  <a:pos x="T4" y="T5"/>
                </a:cxn>
                <a:cxn ang="0">
                  <a:pos x="T6" y="T7"/>
                </a:cxn>
                <a:cxn ang="0">
                  <a:pos x="T8" y="T9"/>
                </a:cxn>
              </a:cxnLst>
              <a:rect l="0" t="0" r="r" b="b"/>
              <a:pathLst>
                <a:path w="23" h="7">
                  <a:moveTo>
                    <a:pt x="12" y="5"/>
                  </a:moveTo>
                  <a:cubicBezTo>
                    <a:pt x="5" y="7"/>
                    <a:pt x="0" y="7"/>
                    <a:pt x="0" y="7"/>
                  </a:cubicBezTo>
                  <a:cubicBezTo>
                    <a:pt x="0" y="6"/>
                    <a:pt x="4" y="4"/>
                    <a:pt x="10" y="3"/>
                  </a:cubicBezTo>
                  <a:cubicBezTo>
                    <a:pt x="16" y="1"/>
                    <a:pt x="22" y="0"/>
                    <a:pt x="22" y="0"/>
                  </a:cubicBezTo>
                  <a:cubicBezTo>
                    <a:pt x="23" y="1"/>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7" name="Freeform 1590">
              <a:extLst>
                <a:ext uri="{FF2B5EF4-FFF2-40B4-BE49-F238E27FC236}">
                  <a16:creationId xmlns:a16="http://schemas.microsoft.com/office/drawing/2014/main" id="{EA8FE19B-EB32-15E5-38F8-081FCFEDA1FA}"/>
                </a:ext>
              </a:extLst>
            </p:cNvPr>
            <p:cNvSpPr>
              <a:spLocks/>
            </p:cNvSpPr>
            <p:nvPr/>
          </p:nvSpPr>
          <p:spPr bwMode="auto">
            <a:xfrm rot="5094805">
              <a:off x="772941" y="3240602"/>
              <a:ext cx="57124" cy="20565"/>
            </a:xfrm>
            <a:custGeom>
              <a:avLst/>
              <a:gdLst>
                <a:gd name="T0" fmla="*/ 12 w 23"/>
                <a:gd name="T1" fmla="*/ 6 h 9"/>
                <a:gd name="T2" fmla="*/ 0 w 23"/>
                <a:gd name="T3" fmla="*/ 8 h 9"/>
                <a:gd name="T4" fmla="*/ 10 w 23"/>
                <a:gd name="T5" fmla="*/ 4 h 9"/>
                <a:gd name="T6" fmla="*/ 22 w 23"/>
                <a:gd name="T7" fmla="*/ 1 h 9"/>
                <a:gd name="T8" fmla="*/ 12 w 23"/>
                <a:gd name="T9" fmla="*/ 6 h 9"/>
              </a:gdLst>
              <a:ahLst/>
              <a:cxnLst>
                <a:cxn ang="0">
                  <a:pos x="T0" y="T1"/>
                </a:cxn>
                <a:cxn ang="0">
                  <a:pos x="T2" y="T3"/>
                </a:cxn>
                <a:cxn ang="0">
                  <a:pos x="T4" y="T5"/>
                </a:cxn>
                <a:cxn ang="0">
                  <a:pos x="T6" y="T7"/>
                </a:cxn>
                <a:cxn ang="0">
                  <a:pos x="T8" y="T9"/>
                </a:cxn>
              </a:cxnLst>
              <a:rect l="0" t="0" r="r" b="b"/>
              <a:pathLst>
                <a:path w="23" h="9">
                  <a:moveTo>
                    <a:pt x="12" y="6"/>
                  </a:moveTo>
                  <a:cubicBezTo>
                    <a:pt x="5" y="8"/>
                    <a:pt x="0" y="9"/>
                    <a:pt x="0" y="8"/>
                  </a:cubicBezTo>
                  <a:cubicBezTo>
                    <a:pt x="0" y="8"/>
                    <a:pt x="4" y="6"/>
                    <a:pt x="10" y="4"/>
                  </a:cubicBezTo>
                  <a:cubicBezTo>
                    <a:pt x="16" y="2"/>
                    <a:pt x="22" y="0"/>
                    <a:pt x="22" y="1"/>
                  </a:cubicBezTo>
                  <a:cubicBezTo>
                    <a:pt x="23" y="2"/>
                    <a:pt x="18" y="4"/>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8" name="Freeform 1591">
              <a:extLst>
                <a:ext uri="{FF2B5EF4-FFF2-40B4-BE49-F238E27FC236}">
                  <a16:creationId xmlns:a16="http://schemas.microsoft.com/office/drawing/2014/main" id="{E5A385AB-95F0-6DD3-08FA-2551A2455B5E}"/>
                </a:ext>
              </a:extLst>
            </p:cNvPr>
            <p:cNvSpPr>
              <a:spLocks/>
            </p:cNvSpPr>
            <p:nvPr/>
          </p:nvSpPr>
          <p:spPr bwMode="auto">
            <a:xfrm rot="5094805">
              <a:off x="858238" y="3423422"/>
              <a:ext cx="57124" cy="25135"/>
            </a:xfrm>
            <a:custGeom>
              <a:avLst/>
              <a:gdLst>
                <a:gd name="T0" fmla="*/ 23 w 24"/>
                <a:gd name="T1" fmla="*/ 1 h 10"/>
                <a:gd name="T2" fmla="*/ 12 w 24"/>
                <a:gd name="T3" fmla="*/ 6 h 10"/>
                <a:gd name="T4" fmla="*/ 1 w 24"/>
                <a:gd name="T5" fmla="*/ 9 h 10"/>
                <a:gd name="T6" fmla="*/ 11 w 24"/>
                <a:gd name="T7" fmla="*/ 4 h 10"/>
                <a:gd name="T8" fmla="*/ 23 w 24"/>
                <a:gd name="T9" fmla="*/ 1 h 10"/>
              </a:gdLst>
              <a:ahLst/>
              <a:cxnLst>
                <a:cxn ang="0">
                  <a:pos x="T0" y="T1"/>
                </a:cxn>
                <a:cxn ang="0">
                  <a:pos x="T2" y="T3"/>
                </a:cxn>
                <a:cxn ang="0">
                  <a:pos x="T4" y="T5"/>
                </a:cxn>
                <a:cxn ang="0">
                  <a:pos x="T6" y="T7"/>
                </a:cxn>
                <a:cxn ang="0">
                  <a:pos x="T8" y="T9"/>
                </a:cxn>
              </a:cxnLst>
              <a:rect l="0" t="0" r="r" b="b"/>
              <a:pathLst>
                <a:path w="24" h="10">
                  <a:moveTo>
                    <a:pt x="23" y="1"/>
                  </a:moveTo>
                  <a:cubicBezTo>
                    <a:pt x="24" y="1"/>
                    <a:pt x="18" y="4"/>
                    <a:pt x="12" y="6"/>
                  </a:cubicBezTo>
                  <a:cubicBezTo>
                    <a:pt x="6" y="8"/>
                    <a:pt x="1" y="10"/>
                    <a:pt x="1" y="9"/>
                  </a:cubicBezTo>
                  <a:cubicBezTo>
                    <a:pt x="0" y="9"/>
                    <a:pt x="4" y="7"/>
                    <a:pt x="11" y="4"/>
                  </a:cubicBezTo>
                  <a:cubicBezTo>
                    <a:pt x="17" y="2"/>
                    <a:pt x="23" y="0"/>
                    <a:pt x="2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9" name="Freeform 1592">
              <a:extLst>
                <a:ext uri="{FF2B5EF4-FFF2-40B4-BE49-F238E27FC236}">
                  <a16:creationId xmlns:a16="http://schemas.microsoft.com/office/drawing/2014/main" id="{8039749E-A6BA-8D90-019A-4C8B5D92D834}"/>
                </a:ext>
              </a:extLst>
            </p:cNvPr>
            <p:cNvSpPr>
              <a:spLocks/>
            </p:cNvSpPr>
            <p:nvPr/>
          </p:nvSpPr>
          <p:spPr bwMode="auto">
            <a:xfrm rot="5094805">
              <a:off x="950362" y="3607919"/>
              <a:ext cx="57124" cy="25135"/>
            </a:xfrm>
            <a:custGeom>
              <a:avLst/>
              <a:gdLst>
                <a:gd name="T0" fmla="*/ 12 w 23"/>
                <a:gd name="T1" fmla="*/ 6 h 10"/>
                <a:gd name="T2" fmla="*/ 0 w 23"/>
                <a:gd name="T3" fmla="*/ 9 h 10"/>
                <a:gd name="T4" fmla="*/ 10 w 23"/>
                <a:gd name="T5" fmla="*/ 4 h 10"/>
                <a:gd name="T6" fmla="*/ 23 w 23"/>
                <a:gd name="T7" fmla="*/ 0 h 10"/>
                <a:gd name="T8" fmla="*/ 12 w 23"/>
                <a:gd name="T9" fmla="*/ 6 h 10"/>
              </a:gdLst>
              <a:ahLst/>
              <a:cxnLst>
                <a:cxn ang="0">
                  <a:pos x="T0" y="T1"/>
                </a:cxn>
                <a:cxn ang="0">
                  <a:pos x="T2" y="T3"/>
                </a:cxn>
                <a:cxn ang="0">
                  <a:pos x="T4" y="T5"/>
                </a:cxn>
                <a:cxn ang="0">
                  <a:pos x="T6" y="T7"/>
                </a:cxn>
                <a:cxn ang="0">
                  <a:pos x="T8" y="T9"/>
                </a:cxn>
              </a:cxnLst>
              <a:rect l="0" t="0" r="r" b="b"/>
              <a:pathLst>
                <a:path w="23" h="10">
                  <a:moveTo>
                    <a:pt x="12" y="6"/>
                  </a:moveTo>
                  <a:cubicBezTo>
                    <a:pt x="6" y="8"/>
                    <a:pt x="0" y="10"/>
                    <a:pt x="0" y="9"/>
                  </a:cubicBezTo>
                  <a:cubicBezTo>
                    <a:pt x="0" y="9"/>
                    <a:pt x="4" y="7"/>
                    <a:pt x="10" y="4"/>
                  </a:cubicBezTo>
                  <a:cubicBezTo>
                    <a:pt x="16" y="2"/>
                    <a:pt x="22" y="0"/>
                    <a:pt x="23" y="0"/>
                  </a:cubicBezTo>
                  <a:cubicBezTo>
                    <a:pt x="23" y="0"/>
                    <a:pt x="18" y="3"/>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0" name="Freeform 1593">
              <a:extLst>
                <a:ext uri="{FF2B5EF4-FFF2-40B4-BE49-F238E27FC236}">
                  <a16:creationId xmlns:a16="http://schemas.microsoft.com/office/drawing/2014/main" id="{F18DDF3B-0A8E-C17D-D15E-8FEA189D04A4}"/>
                </a:ext>
              </a:extLst>
            </p:cNvPr>
            <p:cNvSpPr>
              <a:spLocks/>
            </p:cNvSpPr>
            <p:nvPr/>
          </p:nvSpPr>
          <p:spPr bwMode="auto">
            <a:xfrm rot="5094805">
              <a:off x="1050347" y="3790467"/>
              <a:ext cx="59409" cy="25135"/>
            </a:xfrm>
            <a:custGeom>
              <a:avLst/>
              <a:gdLst>
                <a:gd name="T0" fmla="*/ 23 w 24"/>
                <a:gd name="T1" fmla="*/ 0 h 10"/>
                <a:gd name="T2" fmla="*/ 12 w 24"/>
                <a:gd name="T3" fmla="*/ 6 h 10"/>
                <a:gd name="T4" fmla="*/ 1 w 24"/>
                <a:gd name="T5" fmla="*/ 10 h 10"/>
                <a:gd name="T6" fmla="*/ 11 w 24"/>
                <a:gd name="T7" fmla="*/ 5 h 10"/>
                <a:gd name="T8" fmla="*/ 23 w 24"/>
                <a:gd name="T9" fmla="*/ 0 h 10"/>
              </a:gdLst>
              <a:ahLst/>
              <a:cxnLst>
                <a:cxn ang="0">
                  <a:pos x="T0" y="T1"/>
                </a:cxn>
                <a:cxn ang="0">
                  <a:pos x="T2" y="T3"/>
                </a:cxn>
                <a:cxn ang="0">
                  <a:pos x="T4" y="T5"/>
                </a:cxn>
                <a:cxn ang="0">
                  <a:pos x="T6" y="T7"/>
                </a:cxn>
                <a:cxn ang="0">
                  <a:pos x="T8" y="T9"/>
                </a:cxn>
              </a:cxnLst>
              <a:rect l="0" t="0" r="r" b="b"/>
              <a:pathLst>
                <a:path w="24" h="10">
                  <a:moveTo>
                    <a:pt x="23" y="0"/>
                  </a:moveTo>
                  <a:cubicBezTo>
                    <a:pt x="24" y="0"/>
                    <a:pt x="18" y="3"/>
                    <a:pt x="12" y="6"/>
                  </a:cubicBezTo>
                  <a:cubicBezTo>
                    <a:pt x="6" y="8"/>
                    <a:pt x="1" y="10"/>
                    <a:pt x="1" y="10"/>
                  </a:cubicBezTo>
                  <a:cubicBezTo>
                    <a:pt x="0" y="10"/>
                    <a:pt x="5" y="7"/>
                    <a:pt x="11" y="5"/>
                  </a:cubicBezTo>
                  <a:cubicBezTo>
                    <a:pt x="17" y="2"/>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1" name="Freeform 1594">
              <a:extLst>
                <a:ext uri="{FF2B5EF4-FFF2-40B4-BE49-F238E27FC236}">
                  <a16:creationId xmlns:a16="http://schemas.microsoft.com/office/drawing/2014/main" id="{7C05E628-2CEB-24E7-6C0D-B21E2A85B089}"/>
                </a:ext>
              </a:extLst>
            </p:cNvPr>
            <p:cNvSpPr>
              <a:spLocks/>
            </p:cNvSpPr>
            <p:nvPr/>
          </p:nvSpPr>
          <p:spPr bwMode="auto">
            <a:xfrm rot="5094805">
              <a:off x="1156031" y="3971569"/>
              <a:ext cx="57124" cy="27420"/>
            </a:xfrm>
            <a:custGeom>
              <a:avLst/>
              <a:gdLst>
                <a:gd name="T0" fmla="*/ 0 w 23"/>
                <a:gd name="T1" fmla="*/ 11 h 11"/>
                <a:gd name="T2" fmla="*/ 11 w 23"/>
                <a:gd name="T3" fmla="*/ 5 h 11"/>
                <a:gd name="T4" fmla="*/ 23 w 23"/>
                <a:gd name="T5" fmla="*/ 0 h 11"/>
                <a:gd name="T6" fmla="*/ 12 w 23"/>
                <a:gd name="T7" fmla="*/ 6 h 11"/>
                <a:gd name="T8" fmla="*/ 0 w 23"/>
                <a:gd name="T9" fmla="*/ 11 h 11"/>
              </a:gdLst>
              <a:ahLst/>
              <a:cxnLst>
                <a:cxn ang="0">
                  <a:pos x="T0" y="T1"/>
                </a:cxn>
                <a:cxn ang="0">
                  <a:pos x="T2" y="T3"/>
                </a:cxn>
                <a:cxn ang="0">
                  <a:pos x="T4" y="T5"/>
                </a:cxn>
                <a:cxn ang="0">
                  <a:pos x="T6" y="T7"/>
                </a:cxn>
                <a:cxn ang="0">
                  <a:pos x="T8" y="T9"/>
                </a:cxn>
              </a:cxnLst>
              <a:rect l="0" t="0" r="r" b="b"/>
              <a:pathLst>
                <a:path w="23" h="11">
                  <a:moveTo>
                    <a:pt x="0" y="11"/>
                  </a:moveTo>
                  <a:cubicBezTo>
                    <a:pt x="0" y="10"/>
                    <a:pt x="5" y="8"/>
                    <a:pt x="11" y="5"/>
                  </a:cubicBezTo>
                  <a:cubicBezTo>
                    <a:pt x="17" y="2"/>
                    <a:pt x="23" y="0"/>
                    <a:pt x="23" y="0"/>
                  </a:cubicBezTo>
                  <a:cubicBezTo>
                    <a:pt x="23" y="0"/>
                    <a:pt x="18" y="3"/>
                    <a:pt x="12" y="6"/>
                  </a:cubicBezTo>
                  <a:cubicBezTo>
                    <a:pt x="6" y="9"/>
                    <a:pt x="0" y="11"/>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2" name="Freeform 1595">
              <a:extLst>
                <a:ext uri="{FF2B5EF4-FFF2-40B4-BE49-F238E27FC236}">
                  <a16:creationId xmlns:a16="http://schemas.microsoft.com/office/drawing/2014/main" id="{64C8A922-71DF-39AD-1A5A-12623A4702F6}"/>
                </a:ext>
              </a:extLst>
            </p:cNvPr>
            <p:cNvSpPr>
              <a:spLocks/>
            </p:cNvSpPr>
            <p:nvPr/>
          </p:nvSpPr>
          <p:spPr bwMode="auto">
            <a:xfrm rot="5094805">
              <a:off x="1261600" y="4152372"/>
              <a:ext cx="61694" cy="27420"/>
            </a:xfrm>
            <a:custGeom>
              <a:avLst/>
              <a:gdLst>
                <a:gd name="T0" fmla="*/ 24 w 25"/>
                <a:gd name="T1" fmla="*/ 0 h 11"/>
                <a:gd name="T2" fmla="*/ 13 w 25"/>
                <a:gd name="T3" fmla="*/ 6 h 11"/>
                <a:gd name="T4" fmla="*/ 1 w 25"/>
                <a:gd name="T5" fmla="*/ 11 h 11"/>
                <a:gd name="T6" fmla="*/ 11 w 25"/>
                <a:gd name="T7" fmla="*/ 5 h 11"/>
                <a:gd name="T8" fmla="*/ 24 w 25"/>
                <a:gd name="T9" fmla="*/ 0 h 11"/>
              </a:gdLst>
              <a:ahLst/>
              <a:cxnLst>
                <a:cxn ang="0">
                  <a:pos x="T0" y="T1"/>
                </a:cxn>
                <a:cxn ang="0">
                  <a:pos x="T2" y="T3"/>
                </a:cxn>
                <a:cxn ang="0">
                  <a:pos x="T4" y="T5"/>
                </a:cxn>
                <a:cxn ang="0">
                  <a:pos x="T6" y="T7"/>
                </a:cxn>
                <a:cxn ang="0">
                  <a:pos x="T8" y="T9"/>
                </a:cxn>
              </a:cxnLst>
              <a:rect l="0" t="0" r="r" b="b"/>
              <a:pathLst>
                <a:path w="25" h="11">
                  <a:moveTo>
                    <a:pt x="24" y="0"/>
                  </a:moveTo>
                  <a:cubicBezTo>
                    <a:pt x="25" y="0"/>
                    <a:pt x="20" y="3"/>
                    <a:pt x="13" y="6"/>
                  </a:cubicBezTo>
                  <a:cubicBezTo>
                    <a:pt x="8" y="8"/>
                    <a:pt x="2" y="11"/>
                    <a:pt x="1" y="11"/>
                  </a:cubicBezTo>
                  <a:cubicBezTo>
                    <a:pt x="0" y="11"/>
                    <a:pt x="5" y="8"/>
                    <a:pt x="11" y="5"/>
                  </a:cubicBezTo>
                  <a:cubicBezTo>
                    <a:pt x="17" y="3"/>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3" name="Freeform 1596">
              <a:extLst>
                <a:ext uri="{FF2B5EF4-FFF2-40B4-BE49-F238E27FC236}">
                  <a16:creationId xmlns:a16="http://schemas.microsoft.com/office/drawing/2014/main" id="{77456B5B-54C5-8E96-6D4C-171C2BFDA955}"/>
                </a:ext>
              </a:extLst>
            </p:cNvPr>
            <p:cNvSpPr>
              <a:spLocks/>
            </p:cNvSpPr>
            <p:nvPr/>
          </p:nvSpPr>
          <p:spPr bwMode="auto">
            <a:xfrm rot="5094805">
              <a:off x="1425536" y="4434955"/>
              <a:ext cx="59409" cy="27420"/>
            </a:xfrm>
            <a:custGeom>
              <a:avLst/>
              <a:gdLst>
                <a:gd name="T0" fmla="*/ 13 w 24"/>
                <a:gd name="T1" fmla="*/ 6 h 11"/>
                <a:gd name="T2" fmla="*/ 0 w 24"/>
                <a:gd name="T3" fmla="*/ 11 h 11"/>
                <a:gd name="T4" fmla="*/ 11 w 24"/>
                <a:gd name="T5" fmla="*/ 5 h 11"/>
                <a:gd name="T6" fmla="*/ 24 w 24"/>
                <a:gd name="T7" fmla="*/ 0 h 11"/>
                <a:gd name="T8" fmla="*/ 13 w 24"/>
                <a:gd name="T9" fmla="*/ 6 h 11"/>
              </a:gdLst>
              <a:ahLst/>
              <a:cxnLst>
                <a:cxn ang="0">
                  <a:pos x="T0" y="T1"/>
                </a:cxn>
                <a:cxn ang="0">
                  <a:pos x="T2" y="T3"/>
                </a:cxn>
                <a:cxn ang="0">
                  <a:pos x="T4" y="T5"/>
                </a:cxn>
                <a:cxn ang="0">
                  <a:pos x="T6" y="T7"/>
                </a:cxn>
                <a:cxn ang="0">
                  <a:pos x="T8" y="T9"/>
                </a:cxn>
              </a:cxnLst>
              <a:rect l="0" t="0" r="r" b="b"/>
              <a:pathLst>
                <a:path w="24" h="11">
                  <a:moveTo>
                    <a:pt x="13" y="6"/>
                  </a:moveTo>
                  <a:cubicBezTo>
                    <a:pt x="7" y="9"/>
                    <a:pt x="1" y="11"/>
                    <a:pt x="0" y="11"/>
                  </a:cubicBezTo>
                  <a:cubicBezTo>
                    <a:pt x="0" y="11"/>
                    <a:pt x="4" y="9"/>
                    <a:pt x="11" y="5"/>
                  </a:cubicBezTo>
                  <a:cubicBezTo>
                    <a:pt x="17" y="2"/>
                    <a:pt x="23" y="0"/>
                    <a:pt x="24" y="0"/>
                  </a:cubicBezTo>
                  <a:cubicBezTo>
                    <a:pt x="24" y="0"/>
                    <a:pt x="19" y="3"/>
                    <a:pt x="1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4" name="Freeform 1597">
              <a:extLst>
                <a:ext uri="{FF2B5EF4-FFF2-40B4-BE49-F238E27FC236}">
                  <a16:creationId xmlns:a16="http://schemas.microsoft.com/office/drawing/2014/main" id="{E01A3E4E-3BD7-195E-AB4B-7F1E1D1E6B0D}"/>
                </a:ext>
              </a:extLst>
            </p:cNvPr>
            <p:cNvSpPr>
              <a:spLocks/>
            </p:cNvSpPr>
            <p:nvPr/>
          </p:nvSpPr>
          <p:spPr bwMode="auto">
            <a:xfrm rot="5094805">
              <a:off x="1533487" y="4615652"/>
              <a:ext cx="61694" cy="29705"/>
            </a:xfrm>
            <a:custGeom>
              <a:avLst/>
              <a:gdLst>
                <a:gd name="T0" fmla="*/ 24 w 25"/>
                <a:gd name="T1" fmla="*/ 0 h 12"/>
                <a:gd name="T2" fmla="*/ 14 w 25"/>
                <a:gd name="T3" fmla="*/ 6 h 12"/>
                <a:gd name="T4" fmla="*/ 1 w 25"/>
                <a:gd name="T5" fmla="*/ 12 h 12"/>
                <a:gd name="T6" fmla="*/ 11 w 25"/>
                <a:gd name="T7" fmla="*/ 6 h 12"/>
                <a:gd name="T8" fmla="*/ 24 w 25"/>
                <a:gd name="T9" fmla="*/ 0 h 12"/>
              </a:gdLst>
              <a:ahLst/>
              <a:cxnLst>
                <a:cxn ang="0">
                  <a:pos x="T0" y="T1"/>
                </a:cxn>
                <a:cxn ang="0">
                  <a:pos x="T2" y="T3"/>
                </a:cxn>
                <a:cxn ang="0">
                  <a:pos x="T4" y="T5"/>
                </a:cxn>
                <a:cxn ang="0">
                  <a:pos x="T6" y="T7"/>
                </a:cxn>
                <a:cxn ang="0">
                  <a:pos x="T8" y="T9"/>
                </a:cxn>
              </a:cxnLst>
              <a:rect l="0" t="0" r="r" b="b"/>
              <a:pathLst>
                <a:path w="25" h="12">
                  <a:moveTo>
                    <a:pt x="24" y="0"/>
                  </a:moveTo>
                  <a:cubicBezTo>
                    <a:pt x="25" y="0"/>
                    <a:pt x="20" y="3"/>
                    <a:pt x="14" y="6"/>
                  </a:cubicBezTo>
                  <a:cubicBezTo>
                    <a:pt x="7" y="9"/>
                    <a:pt x="2" y="12"/>
                    <a:pt x="1" y="12"/>
                  </a:cubicBezTo>
                  <a:cubicBezTo>
                    <a:pt x="0" y="12"/>
                    <a:pt x="4" y="9"/>
                    <a:pt x="11" y="6"/>
                  </a:cubicBezTo>
                  <a:cubicBezTo>
                    <a:pt x="17" y="3"/>
                    <a:pt x="23"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5" name="Freeform 1598">
              <a:extLst>
                <a:ext uri="{FF2B5EF4-FFF2-40B4-BE49-F238E27FC236}">
                  <a16:creationId xmlns:a16="http://schemas.microsoft.com/office/drawing/2014/main" id="{48F144AE-E220-276E-76D6-9D0D848EF94A}"/>
                </a:ext>
              </a:extLst>
            </p:cNvPr>
            <p:cNvSpPr>
              <a:spLocks/>
            </p:cNvSpPr>
            <p:nvPr/>
          </p:nvSpPr>
          <p:spPr bwMode="auto">
            <a:xfrm rot="5094805">
              <a:off x="1640203" y="4797699"/>
              <a:ext cx="61694" cy="27420"/>
            </a:xfrm>
            <a:custGeom>
              <a:avLst/>
              <a:gdLst>
                <a:gd name="T0" fmla="*/ 14 w 25"/>
                <a:gd name="T1" fmla="*/ 6 h 11"/>
                <a:gd name="T2" fmla="*/ 1 w 25"/>
                <a:gd name="T3" fmla="*/ 11 h 11"/>
                <a:gd name="T4" fmla="*/ 12 w 25"/>
                <a:gd name="T5" fmla="*/ 6 h 11"/>
                <a:gd name="T6" fmla="*/ 25 w 25"/>
                <a:gd name="T7" fmla="*/ 0 h 11"/>
                <a:gd name="T8" fmla="*/ 14 w 25"/>
                <a:gd name="T9" fmla="*/ 6 h 11"/>
              </a:gdLst>
              <a:ahLst/>
              <a:cxnLst>
                <a:cxn ang="0">
                  <a:pos x="T0" y="T1"/>
                </a:cxn>
                <a:cxn ang="0">
                  <a:pos x="T2" y="T3"/>
                </a:cxn>
                <a:cxn ang="0">
                  <a:pos x="T4" y="T5"/>
                </a:cxn>
                <a:cxn ang="0">
                  <a:pos x="T6" y="T7"/>
                </a:cxn>
                <a:cxn ang="0">
                  <a:pos x="T8" y="T9"/>
                </a:cxn>
              </a:cxnLst>
              <a:rect l="0" t="0" r="r" b="b"/>
              <a:pathLst>
                <a:path w="25" h="11">
                  <a:moveTo>
                    <a:pt x="14" y="6"/>
                  </a:moveTo>
                  <a:cubicBezTo>
                    <a:pt x="7" y="9"/>
                    <a:pt x="1" y="11"/>
                    <a:pt x="1" y="11"/>
                  </a:cubicBezTo>
                  <a:cubicBezTo>
                    <a:pt x="0" y="11"/>
                    <a:pt x="5" y="9"/>
                    <a:pt x="12" y="6"/>
                  </a:cubicBezTo>
                  <a:cubicBezTo>
                    <a:pt x="18" y="3"/>
                    <a:pt x="24" y="0"/>
                    <a:pt x="25" y="0"/>
                  </a:cubicBezTo>
                  <a:cubicBezTo>
                    <a:pt x="25" y="0"/>
                    <a:pt x="20" y="3"/>
                    <a:pt x="1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6" name="Freeform 1599">
              <a:extLst>
                <a:ext uri="{FF2B5EF4-FFF2-40B4-BE49-F238E27FC236}">
                  <a16:creationId xmlns:a16="http://schemas.microsoft.com/office/drawing/2014/main" id="{346BCAF0-D43A-35C7-B1B8-3F2B55F4C739}"/>
                </a:ext>
              </a:extLst>
            </p:cNvPr>
            <p:cNvSpPr>
              <a:spLocks/>
            </p:cNvSpPr>
            <p:nvPr/>
          </p:nvSpPr>
          <p:spPr bwMode="auto">
            <a:xfrm rot="5094805">
              <a:off x="1741634" y="4983661"/>
              <a:ext cx="61694" cy="27420"/>
            </a:xfrm>
            <a:custGeom>
              <a:avLst/>
              <a:gdLst>
                <a:gd name="T0" fmla="*/ 24 w 25"/>
                <a:gd name="T1" fmla="*/ 0 h 11"/>
                <a:gd name="T2" fmla="*/ 14 w 25"/>
                <a:gd name="T3" fmla="*/ 5 h 11"/>
                <a:gd name="T4" fmla="*/ 0 w 25"/>
                <a:gd name="T5" fmla="*/ 11 h 11"/>
                <a:gd name="T6" fmla="*/ 11 w 25"/>
                <a:gd name="T7" fmla="*/ 6 h 11"/>
                <a:gd name="T8" fmla="*/ 24 w 25"/>
                <a:gd name="T9" fmla="*/ 0 h 11"/>
              </a:gdLst>
              <a:ahLst/>
              <a:cxnLst>
                <a:cxn ang="0">
                  <a:pos x="T0" y="T1"/>
                </a:cxn>
                <a:cxn ang="0">
                  <a:pos x="T2" y="T3"/>
                </a:cxn>
                <a:cxn ang="0">
                  <a:pos x="T4" y="T5"/>
                </a:cxn>
                <a:cxn ang="0">
                  <a:pos x="T6" y="T7"/>
                </a:cxn>
                <a:cxn ang="0">
                  <a:pos x="T8" y="T9"/>
                </a:cxn>
              </a:cxnLst>
              <a:rect l="0" t="0" r="r" b="b"/>
              <a:pathLst>
                <a:path w="25" h="11">
                  <a:moveTo>
                    <a:pt x="24" y="0"/>
                  </a:moveTo>
                  <a:cubicBezTo>
                    <a:pt x="25" y="0"/>
                    <a:pt x="20" y="3"/>
                    <a:pt x="14" y="5"/>
                  </a:cubicBezTo>
                  <a:cubicBezTo>
                    <a:pt x="7" y="8"/>
                    <a:pt x="1" y="10"/>
                    <a:pt x="0" y="11"/>
                  </a:cubicBezTo>
                  <a:cubicBezTo>
                    <a:pt x="0" y="11"/>
                    <a:pt x="4" y="9"/>
                    <a:pt x="11" y="6"/>
                  </a:cubicBezTo>
                  <a:cubicBezTo>
                    <a:pt x="17" y="3"/>
                    <a:pt x="23"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7" name="Freeform 1600">
              <a:extLst>
                <a:ext uri="{FF2B5EF4-FFF2-40B4-BE49-F238E27FC236}">
                  <a16:creationId xmlns:a16="http://schemas.microsoft.com/office/drawing/2014/main" id="{008E73FF-FB1E-67E2-6C05-A52F6337204D}"/>
                </a:ext>
              </a:extLst>
            </p:cNvPr>
            <p:cNvSpPr>
              <a:spLocks/>
            </p:cNvSpPr>
            <p:nvPr/>
          </p:nvSpPr>
          <p:spPr bwMode="auto">
            <a:xfrm rot="5094805">
              <a:off x="1838214" y="5170143"/>
              <a:ext cx="59409" cy="20565"/>
            </a:xfrm>
            <a:custGeom>
              <a:avLst/>
              <a:gdLst>
                <a:gd name="T0" fmla="*/ 11 w 24"/>
                <a:gd name="T1" fmla="*/ 5 h 9"/>
                <a:gd name="T2" fmla="*/ 24 w 24"/>
                <a:gd name="T3" fmla="*/ 0 h 9"/>
                <a:gd name="T4" fmla="*/ 12 w 24"/>
                <a:gd name="T5" fmla="*/ 5 h 9"/>
                <a:gd name="T6" fmla="*/ 0 w 24"/>
                <a:gd name="T7" fmla="*/ 9 h 9"/>
                <a:gd name="T8" fmla="*/ 11 w 24"/>
                <a:gd name="T9" fmla="*/ 5 h 9"/>
              </a:gdLst>
              <a:ahLst/>
              <a:cxnLst>
                <a:cxn ang="0">
                  <a:pos x="T0" y="T1"/>
                </a:cxn>
                <a:cxn ang="0">
                  <a:pos x="T2" y="T3"/>
                </a:cxn>
                <a:cxn ang="0">
                  <a:pos x="T4" y="T5"/>
                </a:cxn>
                <a:cxn ang="0">
                  <a:pos x="T6" y="T7"/>
                </a:cxn>
                <a:cxn ang="0">
                  <a:pos x="T8" y="T9"/>
                </a:cxn>
              </a:cxnLst>
              <a:rect l="0" t="0" r="r" b="b"/>
              <a:pathLst>
                <a:path w="24" h="9">
                  <a:moveTo>
                    <a:pt x="11" y="5"/>
                  </a:moveTo>
                  <a:cubicBezTo>
                    <a:pt x="18" y="2"/>
                    <a:pt x="24" y="0"/>
                    <a:pt x="24" y="0"/>
                  </a:cubicBezTo>
                  <a:cubicBezTo>
                    <a:pt x="24" y="0"/>
                    <a:pt x="19" y="2"/>
                    <a:pt x="12" y="5"/>
                  </a:cubicBezTo>
                  <a:cubicBezTo>
                    <a:pt x="6" y="7"/>
                    <a:pt x="0" y="9"/>
                    <a:pt x="0" y="9"/>
                  </a:cubicBezTo>
                  <a:cubicBezTo>
                    <a:pt x="0" y="9"/>
                    <a:pt x="5" y="7"/>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8" name="Freeform 1601">
              <a:extLst>
                <a:ext uri="{FF2B5EF4-FFF2-40B4-BE49-F238E27FC236}">
                  <a16:creationId xmlns:a16="http://schemas.microsoft.com/office/drawing/2014/main" id="{F84FD0E2-AC9A-5B74-9D8B-34AE34AA725D}"/>
                </a:ext>
              </a:extLst>
            </p:cNvPr>
            <p:cNvSpPr>
              <a:spLocks/>
            </p:cNvSpPr>
            <p:nvPr/>
          </p:nvSpPr>
          <p:spPr bwMode="auto">
            <a:xfrm rot="5094805">
              <a:off x="1923405" y="5352866"/>
              <a:ext cx="61694" cy="22850"/>
            </a:xfrm>
            <a:custGeom>
              <a:avLst/>
              <a:gdLst>
                <a:gd name="T0" fmla="*/ 24 w 25"/>
                <a:gd name="T1" fmla="*/ 0 h 9"/>
                <a:gd name="T2" fmla="*/ 14 w 25"/>
                <a:gd name="T3" fmla="*/ 4 h 9"/>
                <a:gd name="T4" fmla="*/ 1 w 25"/>
                <a:gd name="T5" fmla="*/ 8 h 9"/>
                <a:gd name="T6" fmla="*/ 11 w 25"/>
                <a:gd name="T7" fmla="*/ 5 h 9"/>
                <a:gd name="T8" fmla="*/ 24 w 25"/>
                <a:gd name="T9" fmla="*/ 0 h 9"/>
              </a:gdLst>
              <a:ahLst/>
              <a:cxnLst>
                <a:cxn ang="0">
                  <a:pos x="T0" y="T1"/>
                </a:cxn>
                <a:cxn ang="0">
                  <a:pos x="T2" y="T3"/>
                </a:cxn>
                <a:cxn ang="0">
                  <a:pos x="T4" y="T5"/>
                </a:cxn>
                <a:cxn ang="0">
                  <a:pos x="T6" y="T7"/>
                </a:cxn>
                <a:cxn ang="0">
                  <a:pos x="T8" y="T9"/>
                </a:cxn>
              </a:cxnLst>
              <a:rect l="0" t="0" r="r" b="b"/>
              <a:pathLst>
                <a:path w="25" h="9">
                  <a:moveTo>
                    <a:pt x="24" y="0"/>
                  </a:moveTo>
                  <a:cubicBezTo>
                    <a:pt x="25" y="0"/>
                    <a:pt x="21" y="2"/>
                    <a:pt x="14" y="4"/>
                  </a:cubicBezTo>
                  <a:cubicBezTo>
                    <a:pt x="8" y="6"/>
                    <a:pt x="2" y="8"/>
                    <a:pt x="1" y="8"/>
                  </a:cubicBezTo>
                  <a:cubicBezTo>
                    <a:pt x="0" y="9"/>
                    <a:pt x="4" y="7"/>
                    <a:pt x="11" y="5"/>
                  </a:cubicBezTo>
                  <a:cubicBezTo>
                    <a:pt x="17" y="3"/>
                    <a:pt x="23"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9" name="Freeform 1602">
              <a:extLst>
                <a:ext uri="{FF2B5EF4-FFF2-40B4-BE49-F238E27FC236}">
                  <a16:creationId xmlns:a16="http://schemas.microsoft.com/office/drawing/2014/main" id="{0FF297E4-26C9-28A3-CA57-038DCDA1B113}"/>
                </a:ext>
              </a:extLst>
            </p:cNvPr>
            <p:cNvSpPr>
              <a:spLocks/>
            </p:cNvSpPr>
            <p:nvPr/>
          </p:nvSpPr>
          <p:spPr bwMode="auto">
            <a:xfrm rot="5094805">
              <a:off x="1999598" y="5541066"/>
              <a:ext cx="61694" cy="18280"/>
            </a:xfrm>
            <a:custGeom>
              <a:avLst/>
              <a:gdLst>
                <a:gd name="T0" fmla="*/ 14 w 25"/>
                <a:gd name="T1" fmla="*/ 3 h 8"/>
                <a:gd name="T2" fmla="*/ 1 w 25"/>
                <a:gd name="T3" fmla="*/ 7 h 8"/>
                <a:gd name="T4" fmla="*/ 11 w 25"/>
                <a:gd name="T5" fmla="*/ 4 h 8"/>
                <a:gd name="T6" fmla="*/ 25 w 25"/>
                <a:gd name="T7" fmla="*/ 1 h 8"/>
                <a:gd name="T8" fmla="*/ 14 w 25"/>
                <a:gd name="T9" fmla="*/ 3 h 8"/>
              </a:gdLst>
              <a:ahLst/>
              <a:cxnLst>
                <a:cxn ang="0">
                  <a:pos x="T0" y="T1"/>
                </a:cxn>
                <a:cxn ang="0">
                  <a:pos x="T2" y="T3"/>
                </a:cxn>
                <a:cxn ang="0">
                  <a:pos x="T4" y="T5"/>
                </a:cxn>
                <a:cxn ang="0">
                  <a:pos x="T6" y="T7"/>
                </a:cxn>
                <a:cxn ang="0">
                  <a:pos x="T8" y="T9"/>
                </a:cxn>
              </a:cxnLst>
              <a:rect l="0" t="0" r="r" b="b"/>
              <a:pathLst>
                <a:path w="25" h="8">
                  <a:moveTo>
                    <a:pt x="14" y="3"/>
                  </a:moveTo>
                  <a:cubicBezTo>
                    <a:pt x="7" y="5"/>
                    <a:pt x="2" y="7"/>
                    <a:pt x="1" y="7"/>
                  </a:cubicBezTo>
                  <a:cubicBezTo>
                    <a:pt x="0" y="8"/>
                    <a:pt x="5" y="6"/>
                    <a:pt x="11" y="4"/>
                  </a:cubicBezTo>
                  <a:cubicBezTo>
                    <a:pt x="18" y="3"/>
                    <a:pt x="24" y="1"/>
                    <a:pt x="25" y="1"/>
                  </a:cubicBezTo>
                  <a:cubicBezTo>
                    <a:pt x="25" y="0"/>
                    <a:pt x="21" y="2"/>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0" name="Freeform 1603">
              <a:extLst>
                <a:ext uri="{FF2B5EF4-FFF2-40B4-BE49-F238E27FC236}">
                  <a16:creationId xmlns:a16="http://schemas.microsoft.com/office/drawing/2014/main" id="{84A10293-784F-3CDD-F756-6874C164CF65}"/>
                </a:ext>
              </a:extLst>
            </p:cNvPr>
            <p:cNvSpPr>
              <a:spLocks/>
            </p:cNvSpPr>
            <p:nvPr/>
          </p:nvSpPr>
          <p:spPr bwMode="auto">
            <a:xfrm rot="5094805">
              <a:off x="2064710" y="5732449"/>
              <a:ext cx="63979" cy="15995"/>
            </a:xfrm>
            <a:custGeom>
              <a:avLst/>
              <a:gdLst>
                <a:gd name="T0" fmla="*/ 25 w 26"/>
                <a:gd name="T1" fmla="*/ 0 h 6"/>
                <a:gd name="T2" fmla="*/ 14 w 26"/>
                <a:gd name="T3" fmla="*/ 3 h 6"/>
                <a:gd name="T4" fmla="*/ 1 w 26"/>
                <a:gd name="T5" fmla="*/ 6 h 6"/>
                <a:gd name="T6" fmla="*/ 11 w 26"/>
                <a:gd name="T7" fmla="*/ 3 h 6"/>
                <a:gd name="T8" fmla="*/ 25 w 26"/>
                <a:gd name="T9" fmla="*/ 0 h 6"/>
              </a:gdLst>
              <a:ahLst/>
              <a:cxnLst>
                <a:cxn ang="0">
                  <a:pos x="T0" y="T1"/>
                </a:cxn>
                <a:cxn ang="0">
                  <a:pos x="T2" y="T3"/>
                </a:cxn>
                <a:cxn ang="0">
                  <a:pos x="T4" y="T5"/>
                </a:cxn>
                <a:cxn ang="0">
                  <a:pos x="T6" y="T7"/>
                </a:cxn>
                <a:cxn ang="0">
                  <a:pos x="T8" y="T9"/>
                </a:cxn>
              </a:cxnLst>
              <a:rect l="0" t="0" r="r" b="b"/>
              <a:pathLst>
                <a:path w="26" h="6">
                  <a:moveTo>
                    <a:pt x="25" y="0"/>
                  </a:moveTo>
                  <a:cubicBezTo>
                    <a:pt x="26" y="0"/>
                    <a:pt x="21" y="1"/>
                    <a:pt x="14" y="3"/>
                  </a:cubicBezTo>
                  <a:cubicBezTo>
                    <a:pt x="7" y="4"/>
                    <a:pt x="2" y="5"/>
                    <a:pt x="1" y="6"/>
                  </a:cubicBezTo>
                  <a:cubicBezTo>
                    <a:pt x="0" y="6"/>
                    <a:pt x="5" y="5"/>
                    <a:pt x="11" y="3"/>
                  </a:cubicBezTo>
                  <a:cubicBezTo>
                    <a:pt x="18" y="2"/>
                    <a:pt x="24" y="1"/>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1" name="Freeform 1604">
              <a:extLst>
                <a:ext uri="{FF2B5EF4-FFF2-40B4-BE49-F238E27FC236}">
                  <a16:creationId xmlns:a16="http://schemas.microsoft.com/office/drawing/2014/main" id="{1567A3B8-43EF-5A58-797B-B35CA9B80FDD}"/>
                </a:ext>
              </a:extLst>
            </p:cNvPr>
            <p:cNvSpPr>
              <a:spLocks/>
            </p:cNvSpPr>
            <p:nvPr/>
          </p:nvSpPr>
          <p:spPr bwMode="auto">
            <a:xfrm rot="5094805">
              <a:off x="2119281" y="5923716"/>
              <a:ext cx="63979" cy="9140"/>
            </a:xfrm>
            <a:custGeom>
              <a:avLst/>
              <a:gdLst>
                <a:gd name="T0" fmla="*/ 25 w 26"/>
                <a:gd name="T1" fmla="*/ 1 h 4"/>
                <a:gd name="T2" fmla="*/ 15 w 26"/>
                <a:gd name="T3" fmla="*/ 2 h 4"/>
                <a:gd name="T4" fmla="*/ 1 w 26"/>
                <a:gd name="T5" fmla="*/ 4 h 4"/>
                <a:gd name="T6" fmla="*/ 12 w 26"/>
                <a:gd name="T7" fmla="*/ 3 h 4"/>
                <a:gd name="T8" fmla="*/ 25 w 26"/>
                <a:gd name="T9" fmla="*/ 1 h 4"/>
              </a:gdLst>
              <a:ahLst/>
              <a:cxnLst>
                <a:cxn ang="0">
                  <a:pos x="T0" y="T1"/>
                </a:cxn>
                <a:cxn ang="0">
                  <a:pos x="T2" y="T3"/>
                </a:cxn>
                <a:cxn ang="0">
                  <a:pos x="T4" y="T5"/>
                </a:cxn>
                <a:cxn ang="0">
                  <a:pos x="T6" y="T7"/>
                </a:cxn>
                <a:cxn ang="0">
                  <a:pos x="T8" y="T9"/>
                </a:cxn>
              </a:cxnLst>
              <a:rect l="0" t="0" r="r" b="b"/>
              <a:pathLst>
                <a:path w="26" h="4">
                  <a:moveTo>
                    <a:pt x="25" y="1"/>
                  </a:moveTo>
                  <a:cubicBezTo>
                    <a:pt x="26" y="0"/>
                    <a:pt x="21" y="1"/>
                    <a:pt x="15" y="2"/>
                  </a:cubicBezTo>
                  <a:cubicBezTo>
                    <a:pt x="8" y="3"/>
                    <a:pt x="2" y="4"/>
                    <a:pt x="1" y="4"/>
                  </a:cubicBezTo>
                  <a:cubicBezTo>
                    <a:pt x="0" y="4"/>
                    <a:pt x="5" y="4"/>
                    <a:pt x="12" y="3"/>
                  </a:cubicBezTo>
                  <a:cubicBezTo>
                    <a:pt x="18" y="2"/>
                    <a:pt x="24" y="1"/>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2" name="Freeform 1605">
              <a:extLst>
                <a:ext uri="{FF2B5EF4-FFF2-40B4-BE49-F238E27FC236}">
                  <a16:creationId xmlns:a16="http://schemas.microsoft.com/office/drawing/2014/main" id="{5E23380C-0299-70FA-0BC3-69F0BED94932}"/>
                </a:ext>
              </a:extLst>
            </p:cNvPr>
            <p:cNvSpPr>
              <a:spLocks/>
            </p:cNvSpPr>
            <p:nvPr/>
          </p:nvSpPr>
          <p:spPr bwMode="auto">
            <a:xfrm rot="5094805">
              <a:off x="2155847" y="6116594"/>
              <a:ext cx="63979" cy="6855"/>
            </a:xfrm>
            <a:custGeom>
              <a:avLst/>
              <a:gdLst>
                <a:gd name="T0" fmla="*/ 25 w 26"/>
                <a:gd name="T1" fmla="*/ 0 h 2"/>
                <a:gd name="T2" fmla="*/ 15 w 26"/>
                <a:gd name="T3" fmla="*/ 1 h 2"/>
                <a:gd name="T4" fmla="*/ 1 w 26"/>
                <a:gd name="T5" fmla="*/ 2 h 2"/>
                <a:gd name="T6" fmla="*/ 11 w 26"/>
                <a:gd name="T7" fmla="*/ 1 h 2"/>
                <a:gd name="T8" fmla="*/ 25 w 26"/>
                <a:gd name="T9" fmla="*/ 0 h 2"/>
              </a:gdLst>
              <a:ahLst/>
              <a:cxnLst>
                <a:cxn ang="0">
                  <a:pos x="T0" y="T1"/>
                </a:cxn>
                <a:cxn ang="0">
                  <a:pos x="T2" y="T3"/>
                </a:cxn>
                <a:cxn ang="0">
                  <a:pos x="T4" y="T5"/>
                </a:cxn>
                <a:cxn ang="0">
                  <a:pos x="T6" y="T7"/>
                </a:cxn>
                <a:cxn ang="0">
                  <a:pos x="T8" y="T9"/>
                </a:cxn>
              </a:cxnLst>
              <a:rect l="0" t="0" r="r" b="b"/>
              <a:pathLst>
                <a:path w="26" h="2">
                  <a:moveTo>
                    <a:pt x="25" y="0"/>
                  </a:moveTo>
                  <a:cubicBezTo>
                    <a:pt x="26" y="0"/>
                    <a:pt x="21" y="0"/>
                    <a:pt x="15" y="1"/>
                  </a:cubicBezTo>
                  <a:cubicBezTo>
                    <a:pt x="8" y="1"/>
                    <a:pt x="2" y="1"/>
                    <a:pt x="1" y="2"/>
                  </a:cubicBezTo>
                  <a:cubicBezTo>
                    <a:pt x="0" y="2"/>
                    <a:pt x="5" y="2"/>
                    <a:pt x="11" y="1"/>
                  </a:cubicBezTo>
                  <a:cubicBezTo>
                    <a:pt x="18"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3" name="Freeform 1606">
              <a:extLst>
                <a:ext uri="{FF2B5EF4-FFF2-40B4-BE49-F238E27FC236}">
                  <a16:creationId xmlns:a16="http://schemas.microsoft.com/office/drawing/2014/main" id="{AB7032C1-2DB0-BE88-6767-98DD46AD8338}"/>
                </a:ext>
              </a:extLst>
            </p:cNvPr>
            <p:cNvSpPr>
              <a:spLocks/>
            </p:cNvSpPr>
            <p:nvPr/>
          </p:nvSpPr>
          <p:spPr bwMode="auto">
            <a:xfrm rot="5094805">
              <a:off x="2187031" y="6313495"/>
              <a:ext cx="61694" cy="4570"/>
            </a:xfrm>
            <a:custGeom>
              <a:avLst/>
              <a:gdLst>
                <a:gd name="T0" fmla="*/ 24 w 25"/>
                <a:gd name="T1" fmla="*/ 0 h 2"/>
                <a:gd name="T2" fmla="*/ 13 w 25"/>
                <a:gd name="T3" fmla="*/ 1 h 2"/>
                <a:gd name="T4" fmla="*/ 0 w 25"/>
                <a:gd name="T5" fmla="*/ 2 h 2"/>
                <a:gd name="T6" fmla="*/ 11 w 25"/>
                <a:gd name="T7" fmla="*/ 1 h 2"/>
                <a:gd name="T8" fmla="*/ 24 w 25"/>
                <a:gd name="T9" fmla="*/ 0 h 2"/>
              </a:gdLst>
              <a:ahLst/>
              <a:cxnLst>
                <a:cxn ang="0">
                  <a:pos x="T0" y="T1"/>
                </a:cxn>
                <a:cxn ang="0">
                  <a:pos x="T2" y="T3"/>
                </a:cxn>
                <a:cxn ang="0">
                  <a:pos x="T4" y="T5"/>
                </a:cxn>
                <a:cxn ang="0">
                  <a:pos x="T6" y="T7"/>
                </a:cxn>
                <a:cxn ang="0">
                  <a:pos x="T8" y="T9"/>
                </a:cxn>
              </a:cxnLst>
              <a:rect l="0" t="0" r="r" b="b"/>
              <a:pathLst>
                <a:path w="25" h="2">
                  <a:moveTo>
                    <a:pt x="24" y="0"/>
                  </a:moveTo>
                  <a:cubicBezTo>
                    <a:pt x="25" y="0"/>
                    <a:pt x="19" y="0"/>
                    <a:pt x="13" y="1"/>
                  </a:cubicBezTo>
                  <a:cubicBezTo>
                    <a:pt x="6" y="1"/>
                    <a:pt x="0" y="2"/>
                    <a:pt x="0" y="2"/>
                  </a:cubicBezTo>
                  <a:cubicBezTo>
                    <a:pt x="0" y="2"/>
                    <a:pt x="5" y="2"/>
                    <a:pt x="11" y="1"/>
                  </a:cubicBezTo>
                  <a:cubicBezTo>
                    <a:pt x="18" y="1"/>
                    <a:pt x="24"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4" name="Freeform 1607">
              <a:extLst>
                <a:ext uri="{FF2B5EF4-FFF2-40B4-BE49-F238E27FC236}">
                  <a16:creationId xmlns:a16="http://schemas.microsoft.com/office/drawing/2014/main" id="{9CEF7AD3-6FE0-6216-AB7D-C6BE1EFC82F2}"/>
                </a:ext>
              </a:extLst>
            </p:cNvPr>
            <p:cNvSpPr>
              <a:spLocks/>
            </p:cNvSpPr>
            <p:nvPr/>
          </p:nvSpPr>
          <p:spPr bwMode="auto">
            <a:xfrm rot="5094805">
              <a:off x="2225873" y="6503886"/>
              <a:ext cx="61694" cy="6855"/>
            </a:xfrm>
            <a:custGeom>
              <a:avLst/>
              <a:gdLst>
                <a:gd name="T0" fmla="*/ 25 w 25"/>
                <a:gd name="T1" fmla="*/ 0 h 3"/>
                <a:gd name="T2" fmla="*/ 13 w 25"/>
                <a:gd name="T3" fmla="*/ 2 h 3"/>
                <a:gd name="T4" fmla="*/ 0 w 25"/>
                <a:gd name="T5" fmla="*/ 3 h 3"/>
                <a:gd name="T6" fmla="*/ 12 w 25"/>
                <a:gd name="T7" fmla="*/ 2 h 3"/>
                <a:gd name="T8" fmla="*/ 25 w 25"/>
                <a:gd name="T9" fmla="*/ 0 h 3"/>
              </a:gdLst>
              <a:ahLst/>
              <a:cxnLst>
                <a:cxn ang="0">
                  <a:pos x="T0" y="T1"/>
                </a:cxn>
                <a:cxn ang="0">
                  <a:pos x="T2" y="T3"/>
                </a:cxn>
                <a:cxn ang="0">
                  <a:pos x="T4" y="T5"/>
                </a:cxn>
                <a:cxn ang="0">
                  <a:pos x="T6" y="T7"/>
                </a:cxn>
                <a:cxn ang="0">
                  <a:pos x="T8" y="T9"/>
                </a:cxn>
              </a:cxnLst>
              <a:rect l="0" t="0" r="r" b="b"/>
              <a:pathLst>
                <a:path w="25" h="3">
                  <a:moveTo>
                    <a:pt x="25" y="0"/>
                  </a:moveTo>
                  <a:cubicBezTo>
                    <a:pt x="25" y="0"/>
                    <a:pt x="19" y="1"/>
                    <a:pt x="13" y="2"/>
                  </a:cubicBezTo>
                  <a:cubicBezTo>
                    <a:pt x="6" y="3"/>
                    <a:pt x="0" y="3"/>
                    <a:pt x="0" y="3"/>
                  </a:cubicBezTo>
                  <a:cubicBezTo>
                    <a:pt x="0" y="3"/>
                    <a:pt x="5" y="2"/>
                    <a:pt x="12" y="2"/>
                  </a:cubicBezTo>
                  <a:cubicBezTo>
                    <a:pt x="18"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5" name="Freeform 1608">
              <a:extLst>
                <a:ext uri="{FF2B5EF4-FFF2-40B4-BE49-F238E27FC236}">
                  <a16:creationId xmlns:a16="http://schemas.microsoft.com/office/drawing/2014/main" id="{E4B02D89-786B-B1DF-0331-3FF33F951CBB}"/>
                </a:ext>
              </a:extLst>
            </p:cNvPr>
            <p:cNvSpPr>
              <a:spLocks/>
            </p:cNvSpPr>
            <p:nvPr/>
          </p:nvSpPr>
          <p:spPr bwMode="auto">
            <a:xfrm rot="5094805">
              <a:off x="2270607" y="6694904"/>
              <a:ext cx="61694" cy="11425"/>
            </a:xfrm>
            <a:custGeom>
              <a:avLst/>
              <a:gdLst>
                <a:gd name="T0" fmla="*/ 12 w 25"/>
                <a:gd name="T1" fmla="*/ 2 h 4"/>
                <a:gd name="T2" fmla="*/ 25 w 25"/>
                <a:gd name="T3" fmla="*/ 0 h 4"/>
                <a:gd name="T4" fmla="*/ 13 w 25"/>
                <a:gd name="T5" fmla="*/ 3 h 4"/>
                <a:gd name="T6" fmla="*/ 1 w 25"/>
                <a:gd name="T7" fmla="*/ 4 h 4"/>
                <a:gd name="T8" fmla="*/ 12 w 25"/>
                <a:gd name="T9" fmla="*/ 2 h 4"/>
              </a:gdLst>
              <a:ahLst/>
              <a:cxnLst>
                <a:cxn ang="0">
                  <a:pos x="T0" y="T1"/>
                </a:cxn>
                <a:cxn ang="0">
                  <a:pos x="T2" y="T3"/>
                </a:cxn>
                <a:cxn ang="0">
                  <a:pos x="T4" y="T5"/>
                </a:cxn>
                <a:cxn ang="0">
                  <a:pos x="T6" y="T7"/>
                </a:cxn>
                <a:cxn ang="0">
                  <a:pos x="T8" y="T9"/>
                </a:cxn>
              </a:cxnLst>
              <a:rect l="0" t="0" r="r" b="b"/>
              <a:pathLst>
                <a:path w="25" h="4">
                  <a:moveTo>
                    <a:pt x="12" y="2"/>
                  </a:moveTo>
                  <a:cubicBezTo>
                    <a:pt x="19" y="0"/>
                    <a:pt x="25" y="0"/>
                    <a:pt x="25" y="0"/>
                  </a:cubicBezTo>
                  <a:cubicBezTo>
                    <a:pt x="25" y="0"/>
                    <a:pt x="20" y="2"/>
                    <a:pt x="13" y="3"/>
                  </a:cubicBezTo>
                  <a:cubicBezTo>
                    <a:pt x="6" y="4"/>
                    <a:pt x="1" y="4"/>
                    <a:pt x="1" y="4"/>
                  </a:cubicBezTo>
                  <a:cubicBezTo>
                    <a:pt x="0" y="4"/>
                    <a:pt x="6"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6" name="Freeform 1609">
              <a:extLst>
                <a:ext uri="{FF2B5EF4-FFF2-40B4-BE49-F238E27FC236}">
                  <a16:creationId xmlns:a16="http://schemas.microsoft.com/office/drawing/2014/main" id="{07339C80-DD4F-AD10-209C-7CA8ED4B1095}"/>
                </a:ext>
              </a:extLst>
            </p:cNvPr>
            <p:cNvSpPr>
              <a:spLocks/>
            </p:cNvSpPr>
            <p:nvPr/>
          </p:nvSpPr>
          <p:spPr bwMode="auto">
            <a:xfrm rot="5094805">
              <a:off x="2323202" y="6886258"/>
              <a:ext cx="63979" cy="11425"/>
            </a:xfrm>
            <a:custGeom>
              <a:avLst/>
              <a:gdLst>
                <a:gd name="T0" fmla="*/ 25 w 26"/>
                <a:gd name="T1" fmla="*/ 0 h 5"/>
                <a:gd name="T2" fmla="*/ 14 w 26"/>
                <a:gd name="T3" fmla="*/ 3 h 5"/>
                <a:gd name="T4" fmla="*/ 1 w 26"/>
                <a:gd name="T5" fmla="*/ 5 h 5"/>
                <a:gd name="T6" fmla="*/ 12 w 26"/>
                <a:gd name="T7" fmla="*/ 2 h 5"/>
                <a:gd name="T8" fmla="*/ 25 w 26"/>
                <a:gd name="T9" fmla="*/ 0 h 5"/>
              </a:gdLst>
              <a:ahLst/>
              <a:cxnLst>
                <a:cxn ang="0">
                  <a:pos x="T0" y="T1"/>
                </a:cxn>
                <a:cxn ang="0">
                  <a:pos x="T2" y="T3"/>
                </a:cxn>
                <a:cxn ang="0">
                  <a:pos x="T4" y="T5"/>
                </a:cxn>
                <a:cxn ang="0">
                  <a:pos x="T6" y="T7"/>
                </a:cxn>
                <a:cxn ang="0">
                  <a:pos x="T8" y="T9"/>
                </a:cxn>
              </a:cxnLst>
              <a:rect l="0" t="0" r="r" b="b"/>
              <a:pathLst>
                <a:path w="26" h="5">
                  <a:moveTo>
                    <a:pt x="25" y="0"/>
                  </a:moveTo>
                  <a:cubicBezTo>
                    <a:pt x="26" y="0"/>
                    <a:pt x="21" y="2"/>
                    <a:pt x="14" y="3"/>
                  </a:cubicBezTo>
                  <a:cubicBezTo>
                    <a:pt x="8" y="5"/>
                    <a:pt x="2" y="5"/>
                    <a:pt x="1" y="5"/>
                  </a:cubicBezTo>
                  <a:cubicBezTo>
                    <a:pt x="0" y="5"/>
                    <a:pt x="5" y="3"/>
                    <a:pt x="12" y="2"/>
                  </a:cubicBezTo>
                  <a:cubicBezTo>
                    <a:pt x="18" y="0"/>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7" name="Freeform 1631">
              <a:extLst>
                <a:ext uri="{FF2B5EF4-FFF2-40B4-BE49-F238E27FC236}">
                  <a16:creationId xmlns:a16="http://schemas.microsoft.com/office/drawing/2014/main" id="{96827D84-B349-40B8-CBFB-E10F3C37CB59}"/>
                </a:ext>
              </a:extLst>
            </p:cNvPr>
            <p:cNvSpPr>
              <a:spLocks/>
            </p:cNvSpPr>
            <p:nvPr/>
          </p:nvSpPr>
          <p:spPr bwMode="auto">
            <a:xfrm rot="5094805">
              <a:off x="270814" y="57484"/>
              <a:ext cx="61694" cy="52554"/>
            </a:xfrm>
            <a:custGeom>
              <a:avLst/>
              <a:gdLst>
                <a:gd name="T0" fmla="*/ 11 w 25"/>
                <a:gd name="T1" fmla="*/ 2 h 21"/>
                <a:gd name="T2" fmla="*/ 25 w 25"/>
                <a:gd name="T3" fmla="*/ 8 h 21"/>
                <a:gd name="T4" fmla="*/ 14 w 25"/>
                <a:gd name="T5" fmla="*/ 19 h 21"/>
                <a:gd name="T6" fmla="*/ 1 w 25"/>
                <a:gd name="T7" fmla="*/ 14 h 21"/>
                <a:gd name="T8" fmla="*/ 11 w 25"/>
                <a:gd name="T9" fmla="*/ 2 h 21"/>
              </a:gdLst>
              <a:ahLst/>
              <a:cxnLst>
                <a:cxn ang="0">
                  <a:pos x="T0" y="T1"/>
                </a:cxn>
                <a:cxn ang="0">
                  <a:pos x="T2" y="T3"/>
                </a:cxn>
                <a:cxn ang="0">
                  <a:pos x="T4" y="T5"/>
                </a:cxn>
                <a:cxn ang="0">
                  <a:pos x="T6" y="T7"/>
                </a:cxn>
                <a:cxn ang="0">
                  <a:pos x="T8" y="T9"/>
                </a:cxn>
              </a:cxnLst>
              <a:rect l="0" t="0" r="r" b="b"/>
              <a:pathLst>
                <a:path w="25" h="21">
                  <a:moveTo>
                    <a:pt x="11" y="2"/>
                  </a:moveTo>
                  <a:cubicBezTo>
                    <a:pt x="17" y="0"/>
                    <a:pt x="24" y="3"/>
                    <a:pt x="25" y="8"/>
                  </a:cubicBezTo>
                  <a:cubicBezTo>
                    <a:pt x="25" y="12"/>
                    <a:pt x="20" y="18"/>
                    <a:pt x="14" y="19"/>
                  </a:cubicBezTo>
                  <a:cubicBezTo>
                    <a:pt x="7" y="21"/>
                    <a:pt x="1" y="19"/>
                    <a:pt x="1" y="14"/>
                  </a:cubicBezTo>
                  <a:cubicBezTo>
                    <a:pt x="0" y="9"/>
                    <a:pt x="4" y="4"/>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8" name="Freeform 1632">
              <a:extLst>
                <a:ext uri="{FF2B5EF4-FFF2-40B4-BE49-F238E27FC236}">
                  <a16:creationId xmlns:a16="http://schemas.microsoft.com/office/drawing/2014/main" id="{D4C37595-4DB3-0286-AD9C-9DA56983EB59}"/>
                </a:ext>
              </a:extLst>
            </p:cNvPr>
            <p:cNvSpPr>
              <a:spLocks/>
            </p:cNvSpPr>
            <p:nvPr/>
          </p:nvSpPr>
          <p:spPr bwMode="auto">
            <a:xfrm rot="5094805">
              <a:off x="331075" y="244817"/>
              <a:ext cx="61694" cy="52554"/>
            </a:xfrm>
            <a:custGeom>
              <a:avLst/>
              <a:gdLst>
                <a:gd name="T0" fmla="*/ 25 w 25"/>
                <a:gd name="T1" fmla="*/ 8 h 21"/>
                <a:gd name="T2" fmla="*/ 14 w 25"/>
                <a:gd name="T3" fmla="*/ 20 h 21"/>
                <a:gd name="T4" fmla="*/ 1 w 25"/>
                <a:gd name="T5" fmla="*/ 13 h 21"/>
                <a:gd name="T6" fmla="*/ 11 w 25"/>
                <a:gd name="T7" fmla="*/ 2 h 21"/>
                <a:gd name="T8" fmla="*/ 25 w 25"/>
                <a:gd name="T9" fmla="*/ 8 h 21"/>
              </a:gdLst>
              <a:ahLst/>
              <a:cxnLst>
                <a:cxn ang="0">
                  <a:pos x="T0" y="T1"/>
                </a:cxn>
                <a:cxn ang="0">
                  <a:pos x="T2" y="T3"/>
                </a:cxn>
                <a:cxn ang="0">
                  <a:pos x="T4" y="T5"/>
                </a:cxn>
                <a:cxn ang="0">
                  <a:pos x="T6" y="T7"/>
                </a:cxn>
                <a:cxn ang="0">
                  <a:pos x="T8" y="T9"/>
                </a:cxn>
              </a:cxnLst>
              <a:rect l="0" t="0" r="r" b="b"/>
              <a:pathLst>
                <a:path w="25" h="21">
                  <a:moveTo>
                    <a:pt x="25" y="8"/>
                  </a:moveTo>
                  <a:cubicBezTo>
                    <a:pt x="25" y="13"/>
                    <a:pt x="20" y="19"/>
                    <a:pt x="14" y="20"/>
                  </a:cubicBezTo>
                  <a:cubicBezTo>
                    <a:pt x="7" y="21"/>
                    <a:pt x="1" y="18"/>
                    <a:pt x="1" y="13"/>
                  </a:cubicBezTo>
                  <a:cubicBezTo>
                    <a:pt x="0" y="8"/>
                    <a:pt x="5" y="3"/>
                    <a:pt x="11" y="2"/>
                  </a:cubicBezTo>
                  <a:cubicBezTo>
                    <a:pt x="18" y="0"/>
                    <a:pt x="24"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9" name="Freeform 1633">
              <a:extLst>
                <a:ext uri="{FF2B5EF4-FFF2-40B4-BE49-F238E27FC236}">
                  <a16:creationId xmlns:a16="http://schemas.microsoft.com/office/drawing/2014/main" id="{511363C4-7BF5-DF5B-F967-50054C4964A7}"/>
                </a:ext>
              </a:extLst>
            </p:cNvPr>
            <p:cNvSpPr>
              <a:spLocks/>
            </p:cNvSpPr>
            <p:nvPr/>
          </p:nvSpPr>
          <p:spPr bwMode="auto">
            <a:xfrm rot="5094805">
              <a:off x="379118" y="438862"/>
              <a:ext cx="63979" cy="47985"/>
            </a:xfrm>
            <a:custGeom>
              <a:avLst/>
              <a:gdLst>
                <a:gd name="T0" fmla="*/ 25 w 26"/>
                <a:gd name="T1" fmla="*/ 8 h 20"/>
                <a:gd name="T2" fmla="*/ 15 w 26"/>
                <a:gd name="T3" fmla="*/ 19 h 20"/>
                <a:gd name="T4" fmla="*/ 1 w 26"/>
                <a:gd name="T5" fmla="*/ 12 h 20"/>
                <a:gd name="T6" fmla="*/ 11 w 26"/>
                <a:gd name="T7" fmla="*/ 1 h 20"/>
                <a:gd name="T8" fmla="*/ 25 w 26"/>
                <a:gd name="T9" fmla="*/ 8 h 20"/>
              </a:gdLst>
              <a:ahLst/>
              <a:cxnLst>
                <a:cxn ang="0">
                  <a:pos x="T0" y="T1"/>
                </a:cxn>
                <a:cxn ang="0">
                  <a:pos x="T2" y="T3"/>
                </a:cxn>
                <a:cxn ang="0">
                  <a:pos x="T4" y="T5"/>
                </a:cxn>
                <a:cxn ang="0">
                  <a:pos x="T6" y="T7"/>
                </a:cxn>
                <a:cxn ang="0">
                  <a:pos x="T8" y="T9"/>
                </a:cxn>
              </a:cxnLst>
              <a:rect l="0" t="0" r="r" b="b"/>
              <a:pathLst>
                <a:path w="26" h="20">
                  <a:moveTo>
                    <a:pt x="25" y="8"/>
                  </a:moveTo>
                  <a:cubicBezTo>
                    <a:pt x="26" y="13"/>
                    <a:pt x="22" y="18"/>
                    <a:pt x="15" y="19"/>
                  </a:cubicBezTo>
                  <a:cubicBezTo>
                    <a:pt x="8" y="20"/>
                    <a:pt x="2" y="17"/>
                    <a:pt x="1" y="12"/>
                  </a:cubicBezTo>
                  <a:cubicBezTo>
                    <a:pt x="0" y="7"/>
                    <a:pt x="4" y="2"/>
                    <a:pt x="11" y="1"/>
                  </a:cubicBezTo>
                  <a:cubicBezTo>
                    <a:pt x="17" y="0"/>
                    <a:pt x="24" y="3"/>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0" name="Freeform 1634">
              <a:extLst>
                <a:ext uri="{FF2B5EF4-FFF2-40B4-BE49-F238E27FC236}">
                  <a16:creationId xmlns:a16="http://schemas.microsoft.com/office/drawing/2014/main" id="{E124EA57-EFFE-6B66-93A8-FBCCF917E577}"/>
                </a:ext>
              </a:extLst>
            </p:cNvPr>
            <p:cNvSpPr>
              <a:spLocks/>
            </p:cNvSpPr>
            <p:nvPr/>
          </p:nvSpPr>
          <p:spPr bwMode="auto">
            <a:xfrm rot="5094805">
              <a:off x="416725" y="630602"/>
              <a:ext cx="61694" cy="45700"/>
            </a:xfrm>
            <a:custGeom>
              <a:avLst/>
              <a:gdLst>
                <a:gd name="T0" fmla="*/ 12 w 25"/>
                <a:gd name="T1" fmla="*/ 0 h 18"/>
                <a:gd name="T2" fmla="*/ 25 w 25"/>
                <a:gd name="T3" fmla="*/ 9 h 18"/>
                <a:gd name="T4" fmla="*/ 14 w 25"/>
                <a:gd name="T5" fmla="*/ 18 h 18"/>
                <a:gd name="T6" fmla="*/ 1 w 25"/>
                <a:gd name="T7" fmla="*/ 10 h 18"/>
                <a:gd name="T8" fmla="*/ 12 w 25"/>
                <a:gd name="T9" fmla="*/ 0 h 18"/>
              </a:gdLst>
              <a:ahLst/>
              <a:cxnLst>
                <a:cxn ang="0">
                  <a:pos x="T0" y="T1"/>
                </a:cxn>
                <a:cxn ang="0">
                  <a:pos x="T2" y="T3"/>
                </a:cxn>
                <a:cxn ang="0">
                  <a:pos x="T4" y="T5"/>
                </a:cxn>
                <a:cxn ang="0">
                  <a:pos x="T6" y="T7"/>
                </a:cxn>
                <a:cxn ang="0">
                  <a:pos x="T8" y="T9"/>
                </a:cxn>
              </a:cxnLst>
              <a:rect l="0" t="0" r="r" b="b"/>
              <a:pathLst>
                <a:path w="25" h="18">
                  <a:moveTo>
                    <a:pt x="12" y="0"/>
                  </a:moveTo>
                  <a:cubicBezTo>
                    <a:pt x="18" y="0"/>
                    <a:pt x="24" y="4"/>
                    <a:pt x="25" y="9"/>
                  </a:cubicBezTo>
                  <a:cubicBezTo>
                    <a:pt x="25" y="13"/>
                    <a:pt x="20" y="18"/>
                    <a:pt x="14" y="18"/>
                  </a:cubicBezTo>
                  <a:cubicBezTo>
                    <a:pt x="7" y="18"/>
                    <a:pt x="1" y="15"/>
                    <a:pt x="1" y="10"/>
                  </a:cubicBezTo>
                  <a:cubicBezTo>
                    <a:pt x="0" y="5"/>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1" name="Freeform 1635">
              <a:extLst>
                <a:ext uri="{FF2B5EF4-FFF2-40B4-BE49-F238E27FC236}">
                  <a16:creationId xmlns:a16="http://schemas.microsoft.com/office/drawing/2014/main" id="{724F4B58-4273-41C2-3842-2E8877425AEC}"/>
                </a:ext>
              </a:extLst>
            </p:cNvPr>
            <p:cNvSpPr>
              <a:spLocks/>
            </p:cNvSpPr>
            <p:nvPr/>
          </p:nvSpPr>
          <p:spPr bwMode="auto">
            <a:xfrm rot="5094805">
              <a:off x="441805" y="824397"/>
              <a:ext cx="63979" cy="41130"/>
            </a:xfrm>
            <a:custGeom>
              <a:avLst/>
              <a:gdLst>
                <a:gd name="T0" fmla="*/ 25 w 26"/>
                <a:gd name="T1" fmla="*/ 8 h 17"/>
                <a:gd name="T2" fmla="*/ 15 w 26"/>
                <a:gd name="T3" fmla="*/ 17 h 17"/>
                <a:gd name="T4" fmla="*/ 1 w 26"/>
                <a:gd name="T5" fmla="*/ 9 h 17"/>
                <a:gd name="T6" fmla="*/ 12 w 26"/>
                <a:gd name="T7" fmla="*/ 1 h 17"/>
                <a:gd name="T8" fmla="*/ 25 w 26"/>
                <a:gd name="T9" fmla="*/ 8 h 17"/>
              </a:gdLst>
              <a:ahLst/>
              <a:cxnLst>
                <a:cxn ang="0">
                  <a:pos x="T0" y="T1"/>
                </a:cxn>
                <a:cxn ang="0">
                  <a:pos x="T2" y="T3"/>
                </a:cxn>
                <a:cxn ang="0">
                  <a:pos x="T4" y="T5"/>
                </a:cxn>
                <a:cxn ang="0">
                  <a:pos x="T6" y="T7"/>
                </a:cxn>
                <a:cxn ang="0">
                  <a:pos x="T8" y="T9"/>
                </a:cxn>
              </a:cxnLst>
              <a:rect l="0" t="0" r="r" b="b"/>
              <a:pathLst>
                <a:path w="26" h="17">
                  <a:moveTo>
                    <a:pt x="25" y="8"/>
                  </a:moveTo>
                  <a:cubicBezTo>
                    <a:pt x="26" y="13"/>
                    <a:pt x="22" y="17"/>
                    <a:pt x="15" y="17"/>
                  </a:cubicBezTo>
                  <a:cubicBezTo>
                    <a:pt x="8" y="17"/>
                    <a:pt x="2" y="14"/>
                    <a:pt x="1" y="9"/>
                  </a:cubicBezTo>
                  <a:cubicBezTo>
                    <a:pt x="0" y="5"/>
                    <a:pt x="5" y="1"/>
                    <a:pt x="12" y="1"/>
                  </a:cubicBezTo>
                  <a:cubicBezTo>
                    <a:pt x="18" y="0"/>
                    <a:pt x="24"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2" name="Freeform 1636">
              <a:extLst>
                <a:ext uri="{FF2B5EF4-FFF2-40B4-BE49-F238E27FC236}">
                  <a16:creationId xmlns:a16="http://schemas.microsoft.com/office/drawing/2014/main" id="{44352CB2-A019-AEB5-1FD6-0CED9ACC65D8}"/>
                </a:ext>
              </a:extLst>
            </p:cNvPr>
            <p:cNvSpPr>
              <a:spLocks/>
            </p:cNvSpPr>
            <p:nvPr/>
          </p:nvSpPr>
          <p:spPr bwMode="auto">
            <a:xfrm rot="5094805">
              <a:off x="459333" y="1022513"/>
              <a:ext cx="61694" cy="38845"/>
            </a:xfrm>
            <a:custGeom>
              <a:avLst/>
              <a:gdLst>
                <a:gd name="T0" fmla="*/ 11 w 25"/>
                <a:gd name="T1" fmla="*/ 0 h 16"/>
                <a:gd name="T2" fmla="*/ 25 w 25"/>
                <a:gd name="T3" fmla="*/ 9 h 16"/>
                <a:gd name="T4" fmla="*/ 13 w 25"/>
                <a:gd name="T5" fmla="*/ 16 h 16"/>
                <a:gd name="T6" fmla="*/ 0 w 25"/>
                <a:gd name="T7" fmla="*/ 7 h 16"/>
                <a:gd name="T8" fmla="*/ 11 w 25"/>
                <a:gd name="T9" fmla="*/ 0 h 16"/>
              </a:gdLst>
              <a:ahLst/>
              <a:cxnLst>
                <a:cxn ang="0">
                  <a:pos x="T0" y="T1"/>
                </a:cxn>
                <a:cxn ang="0">
                  <a:pos x="T2" y="T3"/>
                </a:cxn>
                <a:cxn ang="0">
                  <a:pos x="T4" y="T5"/>
                </a:cxn>
                <a:cxn ang="0">
                  <a:pos x="T6" y="T7"/>
                </a:cxn>
                <a:cxn ang="0">
                  <a:pos x="T8" y="T9"/>
                </a:cxn>
              </a:cxnLst>
              <a:rect l="0" t="0" r="r" b="b"/>
              <a:pathLst>
                <a:path w="25" h="16">
                  <a:moveTo>
                    <a:pt x="11" y="0"/>
                  </a:moveTo>
                  <a:cubicBezTo>
                    <a:pt x="18" y="1"/>
                    <a:pt x="24" y="5"/>
                    <a:pt x="25" y="9"/>
                  </a:cubicBezTo>
                  <a:cubicBezTo>
                    <a:pt x="25" y="13"/>
                    <a:pt x="20" y="16"/>
                    <a:pt x="13" y="16"/>
                  </a:cubicBezTo>
                  <a:cubicBezTo>
                    <a:pt x="7" y="15"/>
                    <a:pt x="1" y="12"/>
                    <a:pt x="0" y="7"/>
                  </a:cubicBezTo>
                  <a:cubicBezTo>
                    <a:pt x="0" y="3"/>
                    <a:pt x="5"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3" name="Freeform 1637">
              <a:extLst>
                <a:ext uri="{FF2B5EF4-FFF2-40B4-BE49-F238E27FC236}">
                  <a16:creationId xmlns:a16="http://schemas.microsoft.com/office/drawing/2014/main" id="{0CF93F3D-38CD-2B20-DAE6-1482BBED6D98}"/>
                </a:ext>
              </a:extLst>
            </p:cNvPr>
            <p:cNvSpPr>
              <a:spLocks/>
            </p:cNvSpPr>
            <p:nvPr/>
          </p:nvSpPr>
          <p:spPr bwMode="auto">
            <a:xfrm rot="5094805">
              <a:off x="467344" y="1216685"/>
              <a:ext cx="63979" cy="36560"/>
            </a:xfrm>
            <a:custGeom>
              <a:avLst/>
              <a:gdLst>
                <a:gd name="T0" fmla="*/ 25 w 26"/>
                <a:gd name="T1" fmla="*/ 8 h 14"/>
                <a:gd name="T2" fmla="*/ 15 w 26"/>
                <a:gd name="T3" fmla="*/ 14 h 14"/>
                <a:gd name="T4" fmla="*/ 1 w 26"/>
                <a:gd name="T5" fmla="*/ 7 h 14"/>
                <a:gd name="T6" fmla="*/ 12 w 26"/>
                <a:gd name="T7" fmla="*/ 0 h 14"/>
                <a:gd name="T8" fmla="*/ 25 w 26"/>
                <a:gd name="T9" fmla="*/ 8 h 14"/>
              </a:gdLst>
              <a:ahLst/>
              <a:cxnLst>
                <a:cxn ang="0">
                  <a:pos x="T0" y="T1"/>
                </a:cxn>
                <a:cxn ang="0">
                  <a:pos x="T2" y="T3"/>
                </a:cxn>
                <a:cxn ang="0">
                  <a:pos x="T4" y="T5"/>
                </a:cxn>
                <a:cxn ang="0">
                  <a:pos x="T6" y="T7"/>
                </a:cxn>
                <a:cxn ang="0">
                  <a:pos x="T8" y="T9"/>
                </a:cxn>
              </a:cxnLst>
              <a:rect l="0" t="0" r="r" b="b"/>
              <a:pathLst>
                <a:path w="26" h="14">
                  <a:moveTo>
                    <a:pt x="25" y="8"/>
                  </a:moveTo>
                  <a:cubicBezTo>
                    <a:pt x="26" y="11"/>
                    <a:pt x="22" y="14"/>
                    <a:pt x="15" y="14"/>
                  </a:cubicBezTo>
                  <a:cubicBezTo>
                    <a:pt x="8" y="14"/>
                    <a:pt x="2" y="11"/>
                    <a:pt x="1" y="7"/>
                  </a:cubicBezTo>
                  <a:cubicBezTo>
                    <a:pt x="0" y="3"/>
                    <a:pt x="5" y="0"/>
                    <a:pt x="12" y="0"/>
                  </a:cubicBezTo>
                  <a:cubicBezTo>
                    <a:pt x="18" y="1"/>
                    <a:pt x="24"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4" name="Freeform 1638">
              <a:extLst>
                <a:ext uri="{FF2B5EF4-FFF2-40B4-BE49-F238E27FC236}">
                  <a16:creationId xmlns:a16="http://schemas.microsoft.com/office/drawing/2014/main" id="{6E21F9DB-7EC8-8B07-90B7-016CEFF0CB49}"/>
                </a:ext>
              </a:extLst>
            </p:cNvPr>
            <p:cNvSpPr>
              <a:spLocks/>
            </p:cNvSpPr>
            <p:nvPr/>
          </p:nvSpPr>
          <p:spPr bwMode="auto">
            <a:xfrm rot="5094805">
              <a:off x="472151" y="1414781"/>
              <a:ext cx="61694" cy="31990"/>
            </a:xfrm>
            <a:custGeom>
              <a:avLst/>
              <a:gdLst>
                <a:gd name="T0" fmla="*/ 25 w 25"/>
                <a:gd name="T1" fmla="*/ 8 h 13"/>
                <a:gd name="T2" fmla="*/ 13 w 25"/>
                <a:gd name="T3" fmla="*/ 12 h 13"/>
                <a:gd name="T4" fmla="*/ 0 w 25"/>
                <a:gd name="T5" fmla="*/ 5 h 13"/>
                <a:gd name="T6" fmla="*/ 12 w 25"/>
                <a:gd name="T7" fmla="*/ 1 h 13"/>
                <a:gd name="T8" fmla="*/ 25 w 25"/>
                <a:gd name="T9" fmla="*/ 8 h 13"/>
              </a:gdLst>
              <a:ahLst/>
              <a:cxnLst>
                <a:cxn ang="0">
                  <a:pos x="T0" y="T1"/>
                </a:cxn>
                <a:cxn ang="0">
                  <a:pos x="T2" y="T3"/>
                </a:cxn>
                <a:cxn ang="0">
                  <a:pos x="T4" y="T5"/>
                </a:cxn>
                <a:cxn ang="0">
                  <a:pos x="T6" y="T7"/>
                </a:cxn>
                <a:cxn ang="0">
                  <a:pos x="T8" y="T9"/>
                </a:cxn>
              </a:cxnLst>
              <a:rect l="0" t="0" r="r" b="b"/>
              <a:pathLst>
                <a:path w="25" h="13">
                  <a:moveTo>
                    <a:pt x="25" y="8"/>
                  </a:moveTo>
                  <a:cubicBezTo>
                    <a:pt x="25" y="11"/>
                    <a:pt x="20" y="13"/>
                    <a:pt x="13" y="12"/>
                  </a:cubicBezTo>
                  <a:cubicBezTo>
                    <a:pt x="7" y="12"/>
                    <a:pt x="1" y="9"/>
                    <a:pt x="0" y="5"/>
                  </a:cubicBezTo>
                  <a:cubicBezTo>
                    <a:pt x="0" y="2"/>
                    <a:pt x="5" y="0"/>
                    <a:pt x="12" y="1"/>
                  </a:cubicBezTo>
                  <a:cubicBezTo>
                    <a:pt x="18" y="1"/>
                    <a:pt x="24" y="5"/>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5" name="Freeform 1639">
              <a:extLst>
                <a:ext uri="{FF2B5EF4-FFF2-40B4-BE49-F238E27FC236}">
                  <a16:creationId xmlns:a16="http://schemas.microsoft.com/office/drawing/2014/main" id="{C5F1B353-D857-BE1D-7226-44F79388B784}"/>
                </a:ext>
              </a:extLst>
            </p:cNvPr>
            <p:cNvSpPr>
              <a:spLocks/>
            </p:cNvSpPr>
            <p:nvPr/>
          </p:nvSpPr>
          <p:spPr bwMode="auto">
            <a:xfrm rot="5094805">
              <a:off x="474780" y="1615260"/>
              <a:ext cx="61694" cy="25135"/>
            </a:xfrm>
            <a:custGeom>
              <a:avLst/>
              <a:gdLst>
                <a:gd name="T0" fmla="*/ 25 w 25"/>
                <a:gd name="T1" fmla="*/ 7 h 11"/>
                <a:gd name="T2" fmla="*/ 14 w 25"/>
                <a:gd name="T3" fmla="*/ 11 h 11"/>
                <a:gd name="T4" fmla="*/ 1 w 25"/>
                <a:gd name="T5" fmla="*/ 5 h 11"/>
                <a:gd name="T6" fmla="*/ 12 w 25"/>
                <a:gd name="T7" fmla="*/ 1 h 11"/>
                <a:gd name="T8" fmla="*/ 25 w 25"/>
                <a:gd name="T9" fmla="*/ 7 h 11"/>
              </a:gdLst>
              <a:ahLst/>
              <a:cxnLst>
                <a:cxn ang="0">
                  <a:pos x="T0" y="T1"/>
                </a:cxn>
                <a:cxn ang="0">
                  <a:pos x="T2" y="T3"/>
                </a:cxn>
                <a:cxn ang="0">
                  <a:pos x="T4" y="T5"/>
                </a:cxn>
                <a:cxn ang="0">
                  <a:pos x="T6" y="T7"/>
                </a:cxn>
                <a:cxn ang="0">
                  <a:pos x="T8" y="T9"/>
                </a:cxn>
              </a:cxnLst>
              <a:rect l="0" t="0" r="r" b="b"/>
              <a:pathLst>
                <a:path w="25" h="11">
                  <a:moveTo>
                    <a:pt x="25" y="7"/>
                  </a:moveTo>
                  <a:cubicBezTo>
                    <a:pt x="25" y="9"/>
                    <a:pt x="20" y="11"/>
                    <a:pt x="14" y="11"/>
                  </a:cubicBezTo>
                  <a:cubicBezTo>
                    <a:pt x="7" y="10"/>
                    <a:pt x="1" y="7"/>
                    <a:pt x="1" y="5"/>
                  </a:cubicBezTo>
                  <a:cubicBezTo>
                    <a:pt x="0" y="2"/>
                    <a:pt x="5" y="0"/>
                    <a:pt x="12" y="1"/>
                  </a:cubicBezTo>
                  <a:cubicBezTo>
                    <a:pt x="18" y="1"/>
                    <a:pt x="24" y="4"/>
                    <a:pt x="2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6" name="Freeform 1640">
              <a:extLst>
                <a:ext uri="{FF2B5EF4-FFF2-40B4-BE49-F238E27FC236}">
                  <a16:creationId xmlns:a16="http://schemas.microsoft.com/office/drawing/2014/main" id="{A161CEA9-68B2-5E3A-7869-496B2F232FBD}"/>
                </a:ext>
              </a:extLst>
            </p:cNvPr>
            <p:cNvSpPr>
              <a:spLocks/>
            </p:cNvSpPr>
            <p:nvPr/>
          </p:nvSpPr>
          <p:spPr bwMode="auto">
            <a:xfrm rot="5094805">
              <a:off x="476165" y="1812315"/>
              <a:ext cx="63979" cy="22850"/>
            </a:xfrm>
            <a:custGeom>
              <a:avLst/>
              <a:gdLst>
                <a:gd name="T0" fmla="*/ 25 w 26"/>
                <a:gd name="T1" fmla="*/ 6 h 9"/>
                <a:gd name="T2" fmla="*/ 14 w 26"/>
                <a:gd name="T3" fmla="*/ 9 h 9"/>
                <a:gd name="T4" fmla="*/ 1 w 26"/>
                <a:gd name="T5" fmla="*/ 4 h 9"/>
                <a:gd name="T6" fmla="*/ 12 w 26"/>
                <a:gd name="T7" fmla="*/ 1 h 9"/>
                <a:gd name="T8" fmla="*/ 25 w 26"/>
                <a:gd name="T9" fmla="*/ 6 h 9"/>
              </a:gdLst>
              <a:ahLst/>
              <a:cxnLst>
                <a:cxn ang="0">
                  <a:pos x="T0" y="T1"/>
                </a:cxn>
                <a:cxn ang="0">
                  <a:pos x="T2" y="T3"/>
                </a:cxn>
                <a:cxn ang="0">
                  <a:pos x="T4" y="T5"/>
                </a:cxn>
                <a:cxn ang="0">
                  <a:pos x="T6" y="T7"/>
                </a:cxn>
                <a:cxn ang="0">
                  <a:pos x="T8" y="T9"/>
                </a:cxn>
              </a:cxnLst>
              <a:rect l="0" t="0" r="r" b="b"/>
              <a:pathLst>
                <a:path w="26" h="9">
                  <a:moveTo>
                    <a:pt x="25" y="6"/>
                  </a:moveTo>
                  <a:cubicBezTo>
                    <a:pt x="26" y="8"/>
                    <a:pt x="21" y="9"/>
                    <a:pt x="14" y="9"/>
                  </a:cubicBezTo>
                  <a:cubicBezTo>
                    <a:pt x="8" y="9"/>
                    <a:pt x="2" y="6"/>
                    <a:pt x="1" y="4"/>
                  </a:cubicBezTo>
                  <a:cubicBezTo>
                    <a:pt x="0" y="2"/>
                    <a:pt x="5" y="0"/>
                    <a:pt x="12" y="1"/>
                  </a:cubicBezTo>
                  <a:cubicBezTo>
                    <a:pt x="18" y="1"/>
                    <a:pt x="24" y="4"/>
                    <a:pt x="2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7" name="Freeform 1641">
              <a:extLst>
                <a:ext uri="{FF2B5EF4-FFF2-40B4-BE49-F238E27FC236}">
                  <a16:creationId xmlns:a16="http://schemas.microsoft.com/office/drawing/2014/main" id="{B28BD18F-3793-5ED8-9892-6D0FA7422176}"/>
                </a:ext>
              </a:extLst>
            </p:cNvPr>
            <p:cNvSpPr>
              <a:spLocks/>
            </p:cNvSpPr>
            <p:nvPr/>
          </p:nvSpPr>
          <p:spPr bwMode="auto">
            <a:xfrm rot="5094805">
              <a:off x="482111" y="2011453"/>
              <a:ext cx="61694" cy="15995"/>
            </a:xfrm>
            <a:custGeom>
              <a:avLst/>
              <a:gdLst>
                <a:gd name="T0" fmla="*/ 13 w 25"/>
                <a:gd name="T1" fmla="*/ 7 h 7"/>
                <a:gd name="T2" fmla="*/ 0 w 25"/>
                <a:gd name="T3" fmla="*/ 3 h 7"/>
                <a:gd name="T4" fmla="*/ 11 w 25"/>
                <a:gd name="T5" fmla="*/ 1 h 7"/>
                <a:gd name="T6" fmla="*/ 24 w 25"/>
                <a:gd name="T7" fmla="*/ 4 h 7"/>
                <a:gd name="T8" fmla="*/ 13 w 25"/>
                <a:gd name="T9" fmla="*/ 7 h 7"/>
              </a:gdLst>
              <a:ahLst/>
              <a:cxnLst>
                <a:cxn ang="0">
                  <a:pos x="T0" y="T1"/>
                </a:cxn>
                <a:cxn ang="0">
                  <a:pos x="T2" y="T3"/>
                </a:cxn>
                <a:cxn ang="0">
                  <a:pos x="T4" y="T5"/>
                </a:cxn>
                <a:cxn ang="0">
                  <a:pos x="T6" y="T7"/>
                </a:cxn>
                <a:cxn ang="0">
                  <a:pos x="T8" y="T9"/>
                </a:cxn>
              </a:cxnLst>
              <a:rect l="0" t="0" r="r" b="b"/>
              <a:pathLst>
                <a:path w="25" h="7">
                  <a:moveTo>
                    <a:pt x="13" y="7"/>
                  </a:moveTo>
                  <a:cubicBezTo>
                    <a:pt x="6" y="7"/>
                    <a:pt x="1" y="5"/>
                    <a:pt x="0" y="3"/>
                  </a:cubicBezTo>
                  <a:cubicBezTo>
                    <a:pt x="0" y="1"/>
                    <a:pt x="4" y="0"/>
                    <a:pt x="11" y="1"/>
                  </a:cubicBezTo>
                  <a:cubicBezTo>
                    <a:pt x="18" y="1"/>
                    <a:pt x="24" y="3"/>
                    <a:pt x="24" y="4"/>
                  </a:cubicBezTo>
                  <a:cubicBezTo>
                    <a:pt x="25" y="6"/>
                    <a:pt x="20" y="7"/>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8" name="Freeform 1642">
              <a:extLst>
                <a:ext uri="{FF2B5EF4-FFF2-40B4-BE49-F238E27FC236}">
                  <a16:creationId xmlns:a16="http://schemas.microsoft.com/office/drawing/2014/main" id="{591690C0-25A8-508A-5801-CCB8519B0C94}"/>
                </a:ext>
              </a:extLst>
            </p:cNvPr>
            <p:cNvSpPr>
              <a:spLocks/>
            </p:cNvSpPr>
            <p:nvPr/>
          </p:nvSpPr>
          <p:spPr bwMode="auto">
            <a:xfrm rot="5094805">
              <a:off x="492600" y="2207698"/>
              <a:ext cx="63979" cy="13710"/>
            </a:xfrm>
            <a:custGeom>
              <a:avLst/>
              <a:gdLst>
                <a:gd name="T0" fmla="*/ 25 w 26"/>
                <a:gd name="T1" fmla="*/ 3 h 6"/>
                <a:gd name="T2" fmla="*/ 15 w 26"/>
                <a:gd name="T3" fmla="*/ 6 h 6"/>
                <a:gd name="T4" fmla="*/ 1 w 26"/>
                <a:gd name="T5" fmla="*/ 3 h 6"/>
                <a:gd name="T6" fmla="*/ 12 w 26"/>
                <a:gd name="T7" fmla="*/ 1 h 6"/>
                <a:gd name="T8" fmla="*/ 25 w 26"/>
                <a:gd name="T9" fmla="*/ 3 h 6"/>
              </a:gdLst>
              <a:ahLst/>
              <a:cxnLst>
                <a:cxn ang="0">
                  <a:pos x="T0" y="T1"/>
                </a:cxn>
                <a:cxn ang="0">
                  <a:pos x="T2" y="T3"/>
                </a:cxn>
                <a:cxn ang="0">
                  <a:pos x="T4" y="T5"/>
                </a:cxn>
                <a:cxn ang="0">
                  <a:pos x="T6" y="T7"/>
                </a:cxn>
                <a:cxn ang="0">
                  <a:pos x="T8" y="T9"/>
                </a:cxn>
              </a:cxnLst>
              <a:rect l="0" t="0" r="r" b="b"/>
              <a:pathLst>
                <a:path w="26" h="6">
                  <a:moveTo>
                    <a:pt x="25" y="3"/>
                  </a:moveTo>
                  <a:cubicBezTo>
                    <a:pt x="26" y="5"/>
                    <a:pt x="21" y="6"/>
                    <a:pt x="15" y="6"/>
                  </a:cubicBezTo>
                  <a:cubicBezTo>
                    <a:pt x="8" y="6"/>
                    <a:pt x="2" y="5"/>
                    <a:pt x="1" y="3"/>
                  </a:cubicBezTo>
                  <a:cubicBezTo>
                    <a:pt x="0" y="2"/>
                    <a:pt x="5" y="0"/>
                    <a:pt x="12" y="1"/>
                  </a:cubicBezTo>
                  <a:cubicBezTo>
                    <a:pt x="18" y="1"/>
                    <a:pt x="25" y="2"/>
                    <a:pt x="2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9" name="Freeform 1643">
              <a:extLst>
                <a:ext uri="{FF2B5EF4-FFF2-40B4-BE49-F238E27FC236}">
                  <a16:creationId xmlns:a16="http://schemas.microsoft.com/office/drawing/2014/main" id="{4DBCE4BA-40C2-2823-633A-193F0C1585DF}"/>
                </a:ext>
              </a:extLst>
            </p:cNvPr>
            <p:cNvSpPr>
              <a:spLocks/>
            </p:cNvSpPr>
            <p:nvPr/>
          </p:nvSpPr>
          <p:spPr bwMode="auto">
            <a:xfrm rot="5094805">
              <a:off x="513234" y="2401995"/>
              <a:ext cx="63979" cy="11425"/>
            </a:xfrm>
            <a:custGeom>
              <a:avLst/>
              <a:gdLst>
                <a:gd name="T0" fmla="*/ 15 w 26"/>
                <a:gd name="T1" fmla="*/ 5 h 5"/>
                <a:gd name="T2" fmla="*/ 1 w 26"/>
                <a:gd name="T3" fmla="*/ 3 h 5"/>
                <a:gd name="T4" fmla="*/ 11 w 26"/>
                <a:gd name="T5" fmla="*/ 1 h 5"/>
                <a:gd name="T6" fmla="*/ 25 w 26"/>
                <a:gd name="T7" fmla="*/ 2 h 5"/>
                <a:gd name="T8" fmla="*/ 15 w 26"/>
                <a:gd name="T9" fmla="*/ 5 h 5"/>
              </a:gdLst>
              <a:ahLst/>
              <a:cxnLst>
                <a:cxn ang="0">
                  <a:pos x="T0" y="T1"/>
                </a:cxn>
                <a:cxn ang="0">
                  <a:pos x="T2" y="T3"/>
                </a:cxn>
                <a:cxn ang="0">
                  <a:pos x="T4" y="T5"/>
                </a:cxn>
                <a:cxn ang="0">
                  <a:pos x="T6" y="T7"/>
                </a:cxn>
                <a:cxn ang="0">
                  <a:pos x="T8" y="T9"/>
                </a:cxn>
              </a:cxnLst>
              <a:rect l="0" t="0" r="r" b="b"/>
              <a:pathLst>
                <a:path w="26" h="5">
                  <a:moveTo>
                    <a:pt x="15" y="5"/>
                  </a:moveTo>
                  <a:cubicBezTo>
                    <a:pt x="8" y="5"/>
                    <a:pt x="2" y="4"/>
                    <a:pt x="1" y="3"/>
                  </a:cubicBezTo>
                  <a:cubicBezTo>
                    <a:pt x="0" y="2"/>
                    <a:pt x="5" y="1"/>
                    <a:pt x="11" y="1"/>
                  </a:cubicBezTo>
                  <a:cubicBezTo>
                    <a:pt x="18" y="0"/>
                    <a:pt x="24" y="1"/>
                    <a:pt x="25" y="2"/>
                  </a:cubicBezTo>
                  <a:cubicBezTo>
                    <a:pt x="26" y="3"/>
                    <a:pt x="22" y="4"/>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0" name="Freeform 1644">
              <a:extLst>
                <a:ext uri="{FF2B5EF4-FFF2-40B4-BE49-F238E27FC236}">
                  <a16:creationId xmlns:a16="http://schemas.microsoft.com/office/drawing/2014/main" id="{93663C35-EAAF-674F-F08C-E308E911B8B5}"/>
                </a:ext>
              </a:extLst>
            </p:cNvPr>
            <p:cNvSpPr>
              <a:spLocks/>
            </p:cNvSpPr>
            <p:nvPr/>
          </p:nvSpPr>
          <p:spPr bwMode="auto">
            <a:xfrm rot="5094805">
              <a:off x="544207" y="2594131"/>
              <a:ext cx="66264" cy="13710"/>
            </a:xfrm>
            <a:custGeom>
              <a:avLst/>
              <a:gdLst>
                <a:gd name="T0" fmla="*/ 15 w 26"/>
                <a:gd name="T1" fmla="*/ 4 h 5"/>
                <a:gd name="T2" fmla="*/ 1 w 26"/>
                <a:gd name="T3" fmla="*/ 4 h 5"/>
                <a:gd name="T4" fmla="*/ 11 w 26"/>
                <a:gd name="T5" fmla="*/ 1 h 5"/>
                <a:gd name="T6" fmla="*/ 25 w 26"/>
                <a:gd name="T7" fmla="*/ 1 h 5"/>
                <a:gd name="T8" fmla="*/ 15 w 26"/>
                <a:gd name="T9" fmla="*/ 4 h 5"/>
              </a:gdLst>
              <a:ahLst/>
              <a:cxnLst>
                <a:cxn ang="0">
                  <a:pos x="T0" y="T1"/>
                </a:cxn>
                <a:cxn ang="0">
                  <a:pos x="T2" y="T3"/>
                </a:cxn>
                <a:cxn ang="0">
                  <a:pos x="T4" y="T5"/>
                </a:cxn>
                <a:cxn ang="0">
                  <a:pos x="T6" y="T7"/>
                </a:cxn>
                <a:cxn ang="0">
                  <a:pos x="T8" y="T9"/>
                </a:cxn>
              </a:cxnLst>
              <a:rect l="0" t="0" r="r" b="b"/>
              <a:pathLst>
                <a:path w="26" h="5">
                  <a:moveTo>
                    <a:pt x="15" y="4"/>
                  </a:moveTo>
                  <a:cubicBezTo>
                    <a:pt x="8" y="5"/>
                    <a:pt x="2" y="5"/>
                    <a:pt x="1" y="4"/>
                  </a:cubicBezTo>
                  <a:cubicBezTo>
                    <a:pt x="0" y="3"/>
                    <a:pt x="5" y="1"/>
                    <a:pt x="11" y="1"/>
                  </a:cubicBezTo>
                  <a:cubicBezTo>
                    <a:pt x="18" y="0"/>
                    <a:pt x="24" y="0"/>
                    <a:pt x="25" y="1"/>
                  </a:cubicBezTo>
                  <a:cubicBezTo>
                    <a:pt x="26" y="2"/>
                    <a:pt x="21" y="3"/>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1" name="Freeform 1645">
              <a:extLst>
                <a:ext uri="{FF2B5EF4-FFF2-40B4-BE49-F238E27FC236}">
                  <a16:creationId xmlns:a16="http://schemas.microsoft.com/office/drawing/2014/main" id="{AE76BF67-7E45-F3C8-3F06-7F63DDDACF7C}"/>
                </a:ext>
              </a:extLst>
            </p:cNvPr>
            <p:cNvSpPr>
              <a:spLocks/>
            </p:cNvSpPr>
            <p:nvPr/>
          </p:nvSpPr>
          <p:spPr bwMode="auto">
            <a:xfrm rot="5094805">
              <a:off x="592161" y="2783915"/>
              <a:ext cx="61694" cy="15995"/>
            </a:xfrm>
            <a:custGeom>
              <a:avLst/>
              <a:gdLst>
                <a:gd name="T0" fmla="*/ 11 w 25"/>
                <a:gd name="T1" fmla="*/ 2 h 6"/>
                <a:gd name="T2" fmla="*/ 25 w 25"/>
                <a:gd name="T3" fmla="*/ 1 h 6"/>
                <a:gd name="T4" fmla="*/ 14 w 25"/>
                <a:gd name="T5" fmla="*/ 5 h 6"/>
                <a:gd name="T6" fmla="*/ 1 w 25"/>
                <a:gd name="T7" fmla="*/ 5 h 6"/>
                <a:gd name="T8" fmla="*/ 11 w 25"/>
                <a:gd name="T9" fmla="*/ 2 h 6"/>
              </a:gdLst>
              <a:ahLst/>
              <a:cxnLst>
                <a:cxn ang="0">
                  <a:pos x="T0" y="T1"/>
                </a:cxn>
                <a:cxn ang="0">
                  <a:pos x="T2" y="T3"/>
                </a:cxn>
                <a:cxn ang="0">
                  <a:pos x="T4" y="T5"/>
                </a:cxn>
                <a:cxn ang="0">
                  <a:pos x="T6" y="T7"/>
                </a:cxn>
                <a:cxn ang="0">
                  <a:pos x="T8" y="T9"/>
                </a:cxn>
              </a:cxnLst>
              <a:rect l="0" t="0" r="r" b="b"/>
              <a:pathLst>
                <a:path w="25" h="6">
                  <a:moveTo>
                    <a:pt x="11" y="2"/>
                  </a:moveTo>
                  <a:cubicBezTo>
                    <a:pt x="18" y="0"/>
                    <a:pt x="24" y="0"/>
                    <a:pt x="25" y="1"/>
                  </a:cubicBezTo>
                  <a:cubicBezTo>
                    <a:pt x="25" y="2"/>
                    <a:pt x="20" y="4"/>
                    <a:pt x="14" y="5"/>
                  </a:cubicBezTo>
                  <a:cubicBezTo>
                    <a:pt x="7" y="6"/>
                    <a:pt x="1" y="6"/>
                    <a:pt x="1" y="5"/>
                  </a:cubicBezTo>
                  <a:cubicBezTo>
                    <a:pt x="0" y="4"/>
                    <a:pt x="5" y="3"/>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2" name="Freeform 1646">
              <a:extLst>
                <a:ext uri="{FF2B5EF4-FFF2-40B4-BE49-F238E27FC236}">
                  <a16:creationId xmlns:a16="http://schemas.microsoft.com/office/drawing/2014/main" id="{8FE9FA0E-E79F-2558-9900-0255A16B68F5}"/>
                </a:ext>
              </a:extLst>
            </p:cNvPr>
            <p:cNvSpPr>
              <a:spLocks/>
            </p:cNvSpPr>
            <p:nvPr/>
          </p:nvSpPr>
          <p:spPr bwMode="auto">
            <a:xfrm rot="5094805">
              <a:off x="650243" y="2971344"/>
              <a:ext cx="63979" cy="18280"/>
            </a:xfrm>
            <a:custGeom>
              <a:avLst/>
              <a:gdLst>
                <a:gd name="T0" fmla="*/ 25 w 26"/>
                <a:gd name="T1" fmla="*/ 1 h 8"/>
                <a:gd name="T2" fmla="*/ 15 w 26"/>
                <a:gd name="T3" fmla="*/ 6 h 8"/>
                <a:gd name="T4" fmla="*/ 1 w 26"/>
                <a:gd name="T5" fmla="*/ 7 h 8"/>
                <a:gd name="T6" fmla="*/ 11 w 26"/>
                <a:gd name="T7" fmla="*/ 3 h 8"/>
                <a:gd name="T8" fmla="*/ 25 w 26"/>
                <a:gd name="T9" fmla="*/ 1 h 8"/>
              </a:gdLst>
              <a:ahLst/>
              <a:cxnLst>
                <a:cxn ang="0">
                  <a:pos x="T0" y="T1"/>
                </a:cxn>
                <a:cxn ang="0">
                  <a:pos x="T2" y="T3"/>
                </a:cxn>
                <a:cxn ang="0">
                  <a:pos x="T4" y="T5"/>
                </a:cxn>
                <a:cxn ang="0">
                  <a:pos x="T6" y="T7"/>
                </a:cxn>
                <a:cxn ang="0">
                  <a:pos x="T8" y="T9"/>
                </a:cxn>
              </a:cxnLst>
              <a:rect l="0" t="0" r="r" b="b"/>
              <a:pathLst>
                <a:path w="26" h="8">
                  <a:moveTo>
                    <a:pt x="25" y="1"/>
                  </a:moveTo>
                  <a:cubicBezTo>
                    <a:pt x="26" y="2"/>
                    <a:pt x="21" y="4"/>
                    <a:pt x="15" y="6"/>
                  </a:cubicBezTo>
                  <a:cubicBezTo>
                    <a:pt x="8" y="7"/>
                    <a:pt x="2" y="8"/>
                    <a:pt x="1" y="7"/>
                  </a:cubicBezTo>
                  <a:cubicBezTo>
                    <a:pt x="0" y="7"/>
                    <a:pt x="4" y="5"/>
                    <a:pt x="11" y="3"/>
                  </a:cubicBezTo>
                  <a:cubicBezTo>
                    <a:pt x="17" y="1"/>
                    <a:pt x="24"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3" name="Freeform 1647">
              <a:extLst>
                <a:ext uri="{FF2B5EF4-FFF2-40B4-BE49-F238E27FC236}">
                  <a16:creationId xmlns:a16="http://schemas.microsoft.com/office/drawing/2014/main" id="{1DF10774-2E64-27AC-1210-631661C03081}"/>
                </a:ext>
              </a:extLst>
            </p:cNvPr>
            <p:cNvSpPr>
              <a:spLocks/>
            </p:cNvSpPr>
            <p:nvPr/>
          </p:nvSpPr>
          <p:spPr bwMode="auto">
            <a:xfrm rot="5094805">
              <a:off x="720649" y="3154444"/>
              <a:ext cx="61694" cy="22850"/>
            </a:xfrm>
            <a:custGeom>
              <a:avLst/>
              <a:gdLst>
                <a:gd name="T0" fmla="*/ 25 w 25"/>
                <a:gd name="T1" fmla="*/ 0 h 9"/>
                <a:gd name="T2" fmla="*/ 14 w 25"/>
                <a:gd name="T3" fmla="*/ 6 h 9"/>
                <a:gd name="T4" fmla="*/ 1 w 25"/>
                <a:gd name="T5" fmla="*/ 8 h 9"/>
                <a:gd name="T6" fmla="*/ 12 w 25"/>
                <a:gd name="T7" fmla="*/ 3 h 9"/>
                <a:gd name="T8" fmla="*/ 25 w 25"/>
                <a:gd name="T9" fmla="*/ 0 h 9"/>
              </a:gdLst>
              <a:ahLst/>
              <a:cxnLst>
                <a:cxn ang="0">
                  <a:pos x="T0" y="T1"/>
                </a:cxn>
                <a:cxn ang="0">
                  <a:pos x="T2" y="T3"/>
                </a:cxn>
                <a:cxn ang="0">
                  <a:pos x="T4" y="T5"/>
                </a:cxn>
                <a:cxn ang="0">
                  <a:pos x="T6" y="T7"/>
                </a:cxn>
                <a:cxn ang="0">
                  <a:pos x="T8" y="T9"/>
                </a:cxn>
              </a:cxnLst>
              <a:rect l="0" t="0" r="r" b="b"/>
              <a:pathLst>
                <a:path w="25" h="9">
                  <a:moveTo>
                    <a:pt x="25" y="0"/>
                  </a:moveTo>
                  <a:cubicBezTo>
                    <a:pt x="25" y="1"/>
                    <a:pt x="20" y="4"/>
                    <a:pt x="14" y="6"/>
                  </a:cubicBezTo>
                  <a:cubicBezTo>
                    <a:pt x="7" y="8"/>
                    <a:pt x="1" y="9"/>
                    <a:pt x="1" y="8"/>
                  </a:cubicBezTo>
                  <a:cubicBezTo>
                    <a:pt x="0" y="7"/>
                    <a:pt x="5" y="5"/>
                    <a:pt x="12" y="3"/>
                  </a:cubicBezTo>
                  <a:cubicBezTo>
                    <a:pt x="18"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4" name="Freeform 1648">
              <a:extLst>
                <a:ext uri="{FF2B5EF4-FFF2-40B4-BE49-F238E27FC236}">
                  <a16:creationId xmlns:a16="http://schemas.microsoft.com/office/drawing/2014/main" id="{374CEA1E-2669-EC83-D53A-1E388DA0EAA3}"/>
                </a:ext>
              </a:extLst>
            </p:cNvPr>
            <p:cNvSpPr>
              <a:spLocks/>
            </p:cNvSpPr>
            <p:nvPr/>
          </p:nvSpPr>
          <p:spPr bwMode="auto">
            <a:xfrm rot="5094805">
              <a:off x="802735" y="3340986"/>
              <a:ext cx="61694" cy="25135"/>
            </a:xfrm>
            <a:custGeom>
              <a:avLst/>
              <a:gdLst>
                <a:gd name="T0" fmla="*/ 14 w 25"/>
                <a:gd name="T1" fmla="*/ 6 h 10"/>
                <a:gd name="T2" fmla="*/ 1 w 25"/>
                <a:gd name="T3" fmla="*/ 9 h 10"/>
                <a:gd name="T4" fmla="*/ 12 w 25"/>
                <a:gd name="T5" fmla="*/ 4 h 10"/>
                <a:gd name="T6" fmla="*/ 25 w 25"/>
                <a:gd name="T7" fmla="*/ 0 h 10"/>
                <a:gd name="T8" fmla="*/ 14 w 25"/>
                <a:gd name="T9" fmla="*/ 6 h 10"/>
              </a:gdLst>
              <a:ahLst/>
              <a:cxnLst>
                <a:cxn ang="0">
                  <a:pos x="T0" y="T1"/>
                </a:cxn>
                <a:cxn ang="0">
                  <a:pos x="T2" y="T3"/>
                </a:cxn>
                <a:cxn ang="0">
                  <a:pos x="T4" y="T5"/>
                </a:cxn>
                <a:cxn ang="0">
                  <a:pos x="T6" y="T7"/>
                </a:cxn>
                <a:cxn ang="0">
                  <a:pos x="T8" y="T9"/>
                </a:cxn>
              </a:cxnLst>
              <a:rect l="0" t="0" r="r" b="b"/>
              <a:pathLst>
                <a:path w="25" h="10">
                  <a:moveTo>
                    <a:pt x="14" y="6"/>
                  </a:moveTo>
                  <a:cubicBezTo>
                    <a:pt x="7" y="9"/>
                    <a:pt x="1" y="10"/>
                    <a:pt x="1" y="9"/>
                  </a:cubicBezTo>
                  <a:cubicBezTo>
                    <a:pt x="0" y="8"/>
                    <a:pt x="5" y="6"/>
                    <a:pt x="12" y="4"/>
                  </a:cubicBezTo>
                  <a:cubicBezTo>
                    <a:pt x="18" y="1"/>
                    <a:pt x="24" y="0"/>
                    <a:pt x="25" y="0"/>
                  </a:cubicBezTo>
                  <a:cubicBezTo>
                    <a:pt x="25" y="1"/>
                    <a:pt x="20" y="4"/>
                    <a:pt x="1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5" name="Freeform 1649">
              <a:extLst>
                <a:ext uri="{FF2B5EF4-FFF2-40B4-BE49-F238E27FC236}">
                  <a16:creationId xmlns:a16="http://schemas.microsoft.com/office/drawing/2014/main" id="{7380E7D4-1F6F-E81B-14EE-9FCE8A88A96A}"/>
                </a:ext>
              </a:extLst>
            </p:cNvPr>
            <p:cNvSpPr>
              <a:spLocks/>
            </p:cNvSpPr>
            <p:nvPr/>
          </p:nvSpPr>
          <p:spPr bwMode="auto">
            <a:xfrm rot="5094805">
              <a:off x="895997" y="3524239"/>
              <a:ext cx="61694" cy="27420"/>
            </a:xfrm>
            <a:custGeom>
              <a:avLst/>
              <a:gdLst>
                <a:gd name="T0" fmla="*/ 13 w 25"/>
                <a:gd name="T1" fmla="*/ 7 h 11"/>
                <a:gd name="T2" fmla="*/ 0 w 25"/>
                <a:gd name="T3" fmla="*/ 10 h 11"/>
                <a:gd name="T4" fmla="*/ 11 w 25"/>
                <a:gd name="T5" fmla="*/ 5 h 11"/>
                <a:gd name="T6" fmla="*/ 24 w 25"/>
                <a:gd name="T7" fmla="*/ 1 h 11"/>
                <a:gd name="T8" fmla="*/ 13 w 25"/>
                <a:gd name="T9" fmla="*/ 7 h 11"/>
              </a:gdLst>
              <a:ahLst/>
              <a:cxnLst>
                <a:cxn ang="0">
                  <a:pos x="T0" y="T1"/>
                </a:cxn>
                <a:cxn ang="0">
                  <a:pos x="T2" y="T3"/>
                </a:cxn>
                <a:cxn ang="0">
                  <a:pos x="T4" y="T5"/>
                </a:cxn>
                <a:cxn ang="0">
                  <a:pos x="T6" y="T7"/>
                </a:cxn>
                <a:cxn ang="0">
                  <a:pos x="T8" y="T9"/>
                </a:cxn>
              </a:cxnLst>
              <a:rect l="0" t="0" r="r" b="b"/>
              <a:pathLst>
                <a:path w="25" h="11">
                  <a:moveTo>
                    <a:pt x="13" y="7"/>
                  </a:moveTo>
                  <a:cubicBezTo>
                    <a:pt x="6" y="10"/>
                    <a:pt x="1" y="11"/>
                    <a:pt x="0" y="10"/>
                  </a:cubicBezTo>
                  <a:cubicBezTo>
                    <a:pt x="0" y="10"/>
                    <a:pt x="5" y="7"/>
                    <a:pt x="11" y="5"/>
                  </a:cubicBezTo>
                  <a:cubicBezTo>
                    <a:pt x="18" y="2"/>
                    <a:pt x="24" y="0"/>
                    <a:pt x="24" y="1"/>
                  </a:cubicBezTo>
                  <a:cubicBezTo>
                    <a:pt x="25" y="1"/>
                    <a:pt x="19" y="4"/>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6" name="Freeform 1650">
              <a:extLst>
                <a:ext uri="{FF2B5EF4-FFF2-40B4-BE49-F238E27FC236}">
                  <a16:creationId xmlns:a16="http://schemas.microsoft.com/office/drawing/2014/main" id="{2CCD9A6F-8212-1329-1707-34D3C0B8C1B5}"/>
                </a:ext>
              </a:extLst>
            </p:cNvPr>
            <p:cNvSpPr>
              <a:spLocks/>
            </p:cNvSpPr>
            <p:nvPr/>
          </p:nvSpPr>
          <p:spPr bwMode="auto">
            <a:xfrm rot="5094805">
              <a:off x="992471" y="3706054"/>
              <a:ext cx="61694" cy="27420"/>
            </a:xfrm>
            <a:custGeom>
              <a:avLst/>
              <a:gdLst>
                <a:gd name="T0" fmla="*/ 25 w 25"/>
                <a:gd name="T1" fmla="*/ 0 h 11"/>
                <a:gd name="T2" fmla="*/ 14 w 25"/>
                <a:gd name="T3" fmla="*/ 7 h 11"/>
                <a:gd name="T4" fmla="*/ 1 w 25"/>
                <a:gd name="T5" fmla="*/ 11 h 11"/>
                <a:gd name="T6" fmla="*/ 12 w 25"/>
                <a:gd name="T7" fmla="*/ 5 h 11"/>
                <a:gd name="T8" fmla="*/ 25 w 25"/>
                <a:gd name="T9" fmla="*/ 0 h 11"/>
              </a:gdLst>
              <a:ahLst/>
              <a:cxnLst>
                <a:cxn ang="0">
                  <a:pos x="T0" y="T1"/>
                </a:cxn>
                <a:cxn ang="0">
                  <a:pos x="T2" y="T3"/>
                </a:cxn>
                <a:cxn ang="0">
                  <a:pos x="T4" y="T5"/>
                </a:cxn>
                <a:cxn ang="0">
                  <a:pos x="T6" y="T7"/>
                </a:cxn>
                <a:cxn ang="0">
                  <a:pos x="T8" y="T9"/>
                </a:cxn>
              </a:cxnLst>
              <a:rect l="0" t="0" r="r" b="b"/>
              <a:pathLst>
                <a:path w="25" h="11">
                  <a:moveTo>
                    <a:pt x="25" y="0"/>
                  </a:moveTo>
                  <a:cubicBezTo>
                    <a:pt x="25" y="1"/>
                    <a:pt x="20" y="4"/>
                    <a:pt x="14" y="7"/>
                  </a:cubicBezTo>
                  <a:cubicBezTo>
                    <a:pt x="7" y="10"/>
                    <a:pt x="1" y="11"/>
                    <a:pt x="1" y="11"/>
                  </a:cubicBezTo>
                  <a:cubicBezTo>
                    <a:pt x="0" y="10"/>
                    <a:pt x="5" y="8"/>
                    <a:pt x="12" y="5"/>
                  </a:cubicBezTo>
                  <a:cubicBezTo>
                    <a:pt x="18" y="2"/>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7" name="Freeform 1651">
              <a:extLst>
                <a:ext uri="{FF2B5EF4-FFF2-40B4-BE49-F238E27FC236}">
                  <a16:creationId xmlns:a16="http://schemas.microsoft.com/office/drawing/2014/main" id="{5E1DA66D-D75F-C69E-29D0-E5A434B55A11}"/>
                </a:ext>
              </a:extLst>
            </p:cNvPr>
            <p:cNvSpPr>
              <a:spLocks/>
            </p:cNvSpPr>
            <p:nvPr/>
          </p:nvSpPr>
          <p:spPr bwMode="auto">
            <a:xfrm rot="5094805">
              <a:off x="1097114" y="3888294"/>
              <a:ext cx="61694" cy="29705"/>
            </a:xfrm>
            <a:custGeom>
              <a:avLst/>
              <a:gdLst>
                <a:gd name="T0" fmla="*/ 13 w 25"/>
                <a:gd name="T1" fmla="*/ 7 h 12"/>
                <a:gd name="T2" fmla="*/ 0 w 25"/>
                <a:gd name="T3" fmla="*/ 12 h 12"/>
                <a:gd name="T4" fmla="*/ 11 w 25"/>
                <a:gd name="T5" fmla="*/ 6 h 12"/>
                <a:gd name="T6" fmla="*/ 24 w 25"/>
                <a:gd name="T7" fmla="*/ 1 h 12"/>
                <a:gd name="T8" fmla="*/ 13 w 25"/>
                <a:gd name="T9" fmla="*/ 7 h 12"/>
              </a:gdLst>
              <a:ahLst/>
              <a:cxnLst>
                <a:cxn ang="0">
                  <a:pos x="T0" y="T1"/>
                </a:cxn>
                <a:cxn ang="0">
                  <a:pos x="T2" y="T3"/>
                </a:cxn>
                <a:cxn ang="0">
                  <a:pos x="T4" y="T5"/>
                </a:cxn>
                <a:cxn ang="0">
                  <a:pos x="T6" y="T7"/>
                </a:cxn>
                <a:cxn ang="0">
                  <a:pos x="T8" y="T9"/>
                </a:cxn>
              </a:cxnLst>
              <a:rect l="0" t="0" r="r" b="b"/>
              <a:pathLst>
                <a:path w="25" h="12">
                  <a:moveTo>
                    <a:pt x="13" y="7"/>
                  </a:moveTo>
                  <a:cubicBezTo>
                    <a:pt x="6" y="10"/>
                    <a:pt x="1" y="12"/>
                    <a:pt x="0" y="12"/>
                  </a:cubicBezTo>
                  <a:cubicBezTo>
                    <a:pt x="0" y="11"/>
                    <a:pt x="4" y="9"/>
                    <a:pt x="11" y="6"/>
                  </a:cubicBezTo>
                  <a:cubicBezTo>
                    <a:pt x="17" y="3"/>
                    <a:pt x="23" y="0"/>
                    <a:pt x="24" y="1"/>
                  </a:cubicBezTo>
                  <a:cubicBezTo>
                    <a:pt x="25" y="1"/>
                    <a:pt x="19" y="4"/>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8" name="Freeform 1652">
              <a:extLst>
                <a:ext uri="{FF2B5EF4-FFF2-40B4-BE49-F238E27FC236}">
                  <a16:creationId xmlns:a16="http://schemas.microsoft.com/office/drawing/2014/main" id="{BECA2B37-27CA-379F-5820-068CAD378FBB}"/>
                </a:ext>
              </a:extLst>
            </p:cNvPr>
            <p:cNvSpPr>
              <a:spLocks/>
            </p:cNvSpPr>
            <p:nvPr/>
          </p:nvSpPr>
          <p:spPr bwMode="auto">
            <a:xfrm rot="5094805">
              <a:off x="1205171" y="4071373"/>
              <a:ext cx="61694" cy="29705"/>
            </a:xfrm>
            <a:custGeom>
              <a:avLst/>
              <a:gdLst>
                <a:gd name="T0" fmla="*/ 24 w 25"/>
                <a:gd name="T1" fmla="*/ 1 h 12"/>
                <a:gd name="T2" fmla="*/ 14 w 25"/>
                <a:gd name="T3" fmla="*/ 7 h 12"/>
                <a:gd name="T4" fmla="*/ 1 w 25"/>
                <a:gd name="T5" fmla="*/ 12 h 12"/>
                <a:gd name="T6" fmla="*/ 11 w 25"/>
                <a:gd name="T7" fmla="*/ 6 h 12"/>
                <a:gd name="T8" fmla="*/ 24 w 25"/>
                <a:gd name="T9" fmla="*/ 1 h 12"/>
              </a:gdLst>
              <a:ahLst/>
              <a:cxnLst>
                <a:cxn ang="0">
                  <a:pos x="T0" y="T1"/>
                </a:cxn>
                <a:cxn ang="0">
                  <a:pos x="T2" y="T3"/>
                </a:cxn>
                <a:cxn ang="0">
                  <a:pos x="T4" y="T5"/>
                </a:cxn>
                <a:cxn ang="0">
                  <a:pos x="T6" y="T7"/>
                </a:cxn>
                <a:cxn ang="0">
                  <a:pos x="T8" y="T9"/>
                </a:cxn>
              </a:cxnLst>
              <a:rect l="0" t="0" r="r" b="b"/>
              <a:pathLst>
                <a:path w="25" h="12">
                  <a:moveTo>
                    <a:pt x="24" y="1"/>
                  </a:moveTo>
                  <a:cubicBezTo>
                    <a:pt x="25" y="1"/>
                    <a:pt x="20" y="4"/>
                    <a:pt x="14" y="7"/>
                  </a:cubicBezTo>
                  <a:cubicBezTo>
                    <a:pt x="7" y="10"/>
                    <a:pt x="1" y="12"/>
                    <a:pt x="1" y="12"/>
                  </a:cubicBezTo>
                  <a:cubicBezTo>
                    <a:pt x="0" y="12"/>
                    <a:pt x="4" y="9"/>
                    <a:pt x="11" y="6"/>
                  </a:cubicBezTo>
                  <a:cubicBezTo>
                    <a:pt x="17" y="3"/>
                    <a:pt x="23"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9" name="Freeform 1653">
              <a:extLst>
                <a:ext uri="{FF2B5EF4-FFF2-40B4-BE49-F238E27FC236}">
                  <a16:creationId xmlns:a16="http://schemas.microsoft.com/office/drawing/2014/main" id="{CD5EA7F9-CD17-255F-5E52-CA7FF6A92271}"/>
                </a:ext>
              </a:extLst>
            </p:cNvPr>
            <p:cNvSpPr>
              <a:spLocks/>
            </p:cNvSpPr>
            <p:nvPr/>
          </p:nvSpPr>
          <p:spPr bwMode="auto">
            <a:xfrm rot="5094805">
              <a:off x="1315406" y="4252070"/>
              <a:ext cx="59409" cy="31990"/>
            </a:xfrm>
            <a:custGeom>
              <a:avLst/>
              <a:gdLst>
                <a:gd name="T0" fmla="*/ 11 w 24"/>
                <a:gd name="T1" fmla="*/ 6 h 13"/>
                <a:gd name="T2" fmla="*/ 24 w 24"/>
                <a:gd name="T3" fmla="*/ 1 h 13"/>
                <a:gd name="T4" fmla="*/ 12 w 24"/>
                <a:gd name="T5" fmla="*/ 7 h 13"/>
                <a:gd name="T6" fmla="*/ 0 w 24"/>
                <a:gd name="T7" fmla="*/ 12 h 13"/>
                <a:gd name="T8" fmla="*/ 11 w 24"/>
                <a:gd name="T9" fmla="*/ 6 h 13"/>
              </a:gdLst>
              <a:ahLst/>
              <a:cxnLst>
                <a:cxn ang="0">
                  <a:pos x="T0" y="T1"/>
                </a:cxn>
                <a:cxn ang="0">
                  <a:pos x="T2" y="T3"/>
                </a:cxn>
                <a:cxn ang="0">
                  <a:pos x="T4" y="T5"/>
                </a:cxn>
                <a:cxn ang="0">
                  <a:pos x="T6" y="T7"/>
                </a:cxn>
                <a:cxn ang="0">
                  <a:pos x="T8" y="T9"/>
                </a:cxn>
              </a:cxnLst>
              <a:rect l="0" t="0" r="r" b="b"/>
              <a:pathLst>
                <a:path w="24" h="13">
                  <a:moveTo>
                    <a:pt x="11" y="6"/>
                  </a:moveTo>
                  <a:cubicBezTo>
                    <a:pt x="18" y="3"/>
                    <a:pt x="23" y="0"/>
                    <a:pt x="24" y="1"/>
                  </a:cubicBezTo>
                  <a:cubicBezTo>
                    <a:pt x="24" y="1"/>
                    <a:pt x="19" y="4"/>
                    <a:pt x="12" y="7"/>
                  </a:cubicBezTo>
                  <a:cubicBezTo>
                    <a:pt x="6" y="10"/>
                    <a:pt x="0" y="13"/>
                    <a:pt x="0" y="12"/>
                  </a:cubicBezTo>
                  <a:cubicBezTo>
                    <a:pt x="0" y="12"/>
                    <a:pt x="5" y="9"/>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0" name="Freeform 1654">
              <a:extLst>
                <a:ext uri="{FF2B5EF4-FFF2-40B4-BE49-F238E27FC236}">
                  <a16:creationId xmlns:a16="http://schemas.microsoft.com/office/drawing/2014/main" id="{215D6B56-CFD1-1394-D464-71D2BFC96380}"/>
                </a:ext>
              </a:extLst>
            </p:cNvPr>
            <p:cNvSpPr>
              <a:spLocks/>
            </p:cNvSpPr>
            <p:nvPr/>
          </p:nvSpPr>
          <p:spPr bwMode="auto">
            <a:xfrm rot="5094805">
              <a:off x="1317103" y="4234806"/>
              <a:ext cx="57124" cy="27420"/>
            </a:xfrm>
            <a:custGeom>
              <a:avLst/>
              <a:gdLst>
                <a:gd name="T0" fmla="*/ 13 w 23"/>
                <a:gd name="T1" fmla="*/ 5 h 11"/>
                <a:gd name="T2" fmla="*/ 1 w 23"/>
                <a:gd name="T3" fmla="*/ 11 h 11"/>
                <a:gd name="T4" fmla="*/ 10 w 23"/>
                <a:gd name="T5" fmla="*/ 6 h 11"/>
                <a:gd name="T6" fmla="*/ 23 w 23"/>
                <a:gd name="T7" fmla="*/ 0 h 11"/>
                <a:gd name="T8" fmla="*/ 13 w 23"/>
                <a:gd name="T9" fmla="*/ 5 h 11"/>
              </a:gdLst>
              <a:ahLst/>
              <a:cxnLst>
                <a:cxn ang="0">
                  <a:pos x="T0" y="T1"/>
                </a:cxn>
                <a:cxn ang="0">
                  <a:pos x="T2" y="T3"/>
                </a:cxn>
                <a:cxn ang="0">
                  <a:pos x="T4" y="T5"/>
                </a:cxn>
                <a:cxn ang="0">
                  <a:pos x="T6" y="T7"/>
                </a:cxn>
                <a:cxn ang="0">
                  <a:pos x="T8" y="T9"/>
                </a:cxn>
              </a:cxnLst>
              <a:rect l="0" t="0" r="r" b="b"/>
              <a:pathLst>
                <a:path w="23" h="11">
                  <a:moveTo>
                    <a:pt x="13" y="5"/>
                  </a:moveTo>
                  <a:cubicBezTo>
                    <a:pt x="7" y="8"/>
                    <a:pt x="1" y="11"/>
                    <a:pt x="1" y="11"/>
                  </a:cubicBezTo>
                  <a:cubicBezTo>
                    <a:pt x="0" y="11"/>
                    <a:pt x="5" y="9"/>
                    <a:pt x="10" y="6"/>
                  </a:cubicBezTo>
                  <a:cubicBezTo>
                    <a:pt x="17" y="3"/>
                    <a:pt x="23" y="0"/>
                    <a:pt x="23" y="0"/>
                  </a:cubicBezTo>
                  <a:cubicBezTo>
                    <a:pt x="23" y="0"/>
                    <a:pt x="19" y="2"/>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1" name="Freeform 1655">
              <a:extLst>
                <a:ext uri="{FF2B5EF4-FFF2-40B4-BE49-F238E27FC236}">
                  <a16:creationId xmlns:a16="http://schemas.microsoft.com/office/drawing/2014/main" id="{C58E5120-54F9-7577-51E7-C84046BC7167}"/>
                </a:ext>
              </a:extLst>
            </p:cNvPr>
            <p:cNvSpPr>
              <a:spLocks/>
            </p:cNvSpPr>
            <p:nvPr/>
          </p:nvSpPr>
          <p:spPr bwMode="auto">
            <a:xfrm rot="5094805">
              <a:off x="1208005" y="4052866"/>
              <a:ext cx="59409" cy="27420"/>
            </a:xfrm>
            <a:custGeom>
              <a:avLst/>
              <a:gdLst>
                <a:gd name="T0" fmla="*/ 23 w 24"/>
                <a:gd name="T1" fmla="*/ 0 h 11"/>
                <a:gd name="T2" fmla="*/ 15 w 24"/>
                <a:gd name="T3" fmla="*/ 5 h 11"/>
                <a:gd name="T4" fmla="*/ 1 w 24"/>
                <a:gd name="T5" fmla="*/ 11 h 11"/>
                <a:gd name="T6" fmla="*/ 12 w 24"/>
                <a:gd name="T7" fmla="*/ 5 h 11"/>
                <a:gd name="T8" fmla="*/ 23 w 24"/>
                <a:gd name="T9" fmla="*/ 0 h 11"/>
              </a:gdLst>
              <a:ahLst/>
              <a:cxnLst>
                <a:cxn ang="0">
                  <a:pos x="T0" y="T1"/>
                </a:cxn>
                <a:cxn ang="0">
                  <a:pos x="T2" y="T3"/>
                </a:cxn>
                <a:cxn ang="0">
                  <a:pos x="T4" y="T5"/>
                </a:cxn>
                <a:cxn ang="0">
                  <a:pos x="T6" y="T7"/>
                </a:cxn>
                <a:cxn ang="0">
                  <a:pos x="T8" y="T9"/>
                </a:cxn>
              </a:cxnLst>
              <a:rect l="0" t="0" r="r" b="b"/>
              <a:pathLst>
                <a:path w="24" h="11">
                  <a:moveTo>
                    <a:pt x="23" y="0"/>
                  </a:moveTo>
                  <a:cubicBezTo>
                    <a:pt x="24" y="0"/>
                    <a:pt x="20" y="2"/>
                    <a:pt x="15" y="5"/>
                  </a:cubicBezTo>
                  <a:cubicBezTo>
                    <a:pt x="9" y="8"/>
                    <a:pt x="2" y="11"/>
                    <a:pt x="1" y="11"/>
                  </a:cubicBezTo>
                  <a:cubicBezTo>
                    <a:pt x="0" y="11"/>
                    <a:pt x="5" y="8"/>
                    <a:pt x="12" y="5"/>
                  </a:cubicBezTo>
                  <a:cubicBezTo>
                    <a:pt x="17" y="3"/>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2" name="Freeform 1656">
              <a:extLst>
                <a:ext uri="{FF2B5EF4-FFF2-40B4-BE49-F238E27FC236}">
                  <a16:creationId xmlns:a16="http://schemas.microsoft.com/office/drawing/2014/main" id="{F0BE86C4-EAD0-2AD8-88AC-1077102D9859}"/>
                </a:ext>
              </a:extLst>
            </p:cNvPr>
            <p:cNvSpPr>
              <a:spLocks/>
            </p:cNvSpPr>
            <p:nvPr/>
          </p:nvSpPr>
          <p:spPr bwMode="auto">
            <a:xfrm rot="5094805">
              <a:off x="1104712" y="3871861"/>
              <a:ext cx="54839" cy="27420"/>
            </a:xfrm>
            <a:custGeom>
              <a:avLst/>
              <a:gdLst>
                <a:gd name="T0" fmla="*/ 12 w 22"/>
                <a:gd name="T1" fmla="*/ 6 h 11"/>
                <a:gd name="T2" fmla="*/ 0 w 22"/>
                <a:gd name="T3" fmla="*/ 11 h 11"/>
                <a:gd name="T4" fmla="*/ 10 w 22"/>
                <a:gd name="T5" fmla="*/ 5 h 11"/>
                <a:gd name="T6" fmla="*/ 22 w 22"/>
                <a:gd name="T7" fmla="*/ 0 h 11"/>
                <a:gd name="T8" fmla="*/ 12 w 22"/>
                <a:gd name="T9" fmla="*/ 6 h 11"/>
              </a:gdLst>
              <a:ahLst/>
              <a:cxnLst>
                <a:cxn ang="0">
                  <a:pos x="T0" y="T1"/>
                </a:cxn>
                <a:cxn ang="0">
                  <a:pos x="T2" y="T3"/>
                </a:cxn>
                <a:cxn ang="0">
                  <a:pos x="T4" y="T5"/>
                </a:cxn>
                <a:cxn ang="0">
                  <a:pos x="T6" y="T7"/>
                </a:cxn>
                <a:cxn ang="0">
                  <a:pos x="T8" y="T9"/>
                </a:cxn>
              </a:cxnLst>
              <a:rect l="0" t="0" r="r" b="b"/>
              <a:pathLst>
                <a:path w="22" h="11">
                  <a:moveTo>
                    <a:pt x="12" y="6"/>
                  </a:moveTo>
                  <a:cubicBezTo>
                    <a:pt x="5" y="9"/>
                    <a:pt x="0" y="11"/>
                    <a:pt x="0" y="11"/>
                  </a:cubicBezTo>
                  <a:cubicBezTo>
                    <a:pt x="0" y="10"/>
                    <a:pt x="4" y="8"/>
                    <a:pt x="10" y="5"/>
                  </a:cubicBezTo>
                  <a:cubicBezTo>
                    <a:pt x="17" y="2"/>
                    <a:pt x="22" y="0"/>
                    <a:pt x="22" y="0"/>
                  </a:cubicBezTo>
                  <a:cubicBezTo>
                    <a:pt x="22" y="1"/>
                    <a:pt x="18" y="3"/>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3" name="Freeform 1657">
              <a:extLst>
                <a:ext uri="{FF2B5EF4-FFF2-40B4-BE49-F238E27FC236}">
                  <a16:creationId xmlns:a16="http://schemas.microsoft.com/office/drawing/2014/main" id="{4727AC62-177A-1CE4-541C-D4C105A2D26B}"/>
                </a:ext>
              </a:extLst>
            </p:cNvPr>
            <p:cNvSpPr>
              <a:spLocks/>
            </p:cNvSpPr>
            <p:nvPr/>
          </p:nvSpPr>
          <p:spPr bwMode="auto">
            <a:xfrm rot="5094805">
              <a:off x="1003483" y="3690459"/>
              <a:ext cx="54839" cy="22850"/>
            </a:xfrm>
            <a:custGeom>
              <a:avLst/>
              <a:gdLst>
                <a:gd name="T0" fmla="*/ 11 w 23"/>
                <a:gd name="T1" fmla="*/ 4 h 10"/>
                <a:gd name="T2" fmla="*/ 23 w 23"/>
                <a:gd name="T3" fmla="*/ 0 h 10"/>
                <a:gd name="T4" fmla="*/ 12 w 23"/>
                <a:gd name="T5" fmla="*/ 5 h 10"/>
                <a:gd name="T6" fmla="*/ 0 w 23"/>
                <a:gd name="T7" fmla="*/ 10 h 10"/>
                <a:gd name="T8" fmla="*/ 11 w 23"/>
                <a:gd name="T9" fmla="*/ 4 h 10"/>
              </a:gdLst>
              <a:ahLst/>
              <a:cxnLst>
                <a:cxn ang="0">
                  <a:pos x="T0" y="T1"/>
                </a:cxn>
                <a:cxn ang="0">
                  <a:pos x="T2" y="T3"/>
                </a:cxn>
                <a:cxn ang="0">
                  <a:pos x="T4" y="T5"/>
                </a:cxn>
                <a:cxn ang="0">
                  <a:pos x="T6" y="T7"/>
                </a:cxn>
                <a:cxn ang="0">
                  <a:pos x="T8" y="T9"/>
                </a:cxn>
              </a:cxnLst>
              <a:rect l="0" t="0" r="r" b="b"/>
              <a:pathLst>
                <a:path w="23" h="10">
                  <a:moveTo>
                    <a:pt x="11" y="4"/>
                  </a:moveTo>
                  <a:cubicBezTo>
                    <a:pt x="17" y="2"/>
                    <a:pt x="22" y="0"/>
                    <a:pt x="23" y="0"/>
                  </a:cubicBezTo>
                  <a:cubicBezTo>
                    <a:pt x="23" y="0"/>
                    <a:pt x="18" y="3"/>
                    <a:pt x="12" y="5"/>
                  </a:cubicBezTo>
                  <a:cubicBezTo>
                    <a:pt x="6" y="8"/>
                    <a:pt x="1" y="10"/>
                    <a:pt x="0" y="10"/>
                  </a:cubicBezTo>
                  <a:cubicBezTo>
                    <a:pt x="0" y="10"/>
                    <a:pt x="5" y="7"/>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4" name="Freeform 1658">
              <a:extLst>
                <a:ext uri="{FF2B5EF4-FFF2-40B4-BE49-F238E27FC236}">
                  <a16:creationId xmlns:a16="http://schemas.microsoft.com/office/drawing/2014/main" id="{C7A84C0B-EB30-3B91-FF9E-0A9334123160}"/>
                </a:ext>
              </a:extLst>
            </p:cNvPr>
            <p:cNvSpPr>
              <a:spLocks/>
            </p:cNvSpPr>
            <p:nvPr/>
          </p:nvSpPr>
          <p:spPr bwMode="auto">
            <a:xfrm rot="5094805">
              <a:off x="907945" y="3505124"/>
              <a:ext cx="54839" cy="25135"/>
            </a:xfrm>
            <a:custGeom>
              <a:avLst/>
              <a:gdLst>
                <a:gd name="T0" fmla="*/ 12 w 22"/>
                <a:gd name="T1" fmla="*/ 5 h 10"/>
                <a:gd name="T2" fmla="*/ 0 w 22"/>
                <a:gd name="T3" fmla="*/ 9 h 10"/>
                <a:gd name="T4" fmla="*/ 10 w 22"/>
                <a:gd name="T5" fmla="*/ 5 h 10"/>
                <a:gd name="T6" fmla="*/ 22 w 22"/>
                <a:gd name="T7" fmla="*/ 1 h 10"/>
                <a:gd name="T8" fmla="*/ 12 w 22"/>
                <a:gd name="T9" fmla="*/ 5 h 10"/>
              </a:gdLst>
              <a:ahLst/>
              <a:cxnLst>
                <a:cxn ang="0">
                  <a:pos x="T0" y="T1"/>
                </a:cxn>
                <a:cxn ang="0">
                  <a:pos x="T2" y="T3"/>
                </a:cxn>
                <a:cxn ang="0">
                  <a:pos x="T4" y="T5"/>
                </a:cxn>
                <a:cxn ang="0">
                  <a:pos x="T6" y="T7"/>
                </a:cxn>
                <a:cxn ang="0">
                  <a:pos x="T8" y="T9"/>
                </a:cxn>
              </a:cxnLst>
              <a:rect l="0" t="0" r="r" b="b"/>
              <a:pathLst>
                <a:path w="22" h="10">
                  <a:moveTo>
                    <a:pt x="12" y="5"/>
                  </a:moveTo>
                  <a:cubicBezTo>
                    <a:pt x="5" y="8"/>
                    <a:pt x="0" y="10"/>
                    <a:pt x="0" y="9"/>
                  </a:cubicBezTo>
                  <a:cubicBezTo>
                    <a:pt x="0" y="9"/>
                    <a:pt x="4" y="7"/>
                    <a:pt x="10" y="5"/>
                  </a:cubicBezTo>
                  <a:cubicBezTo>
                    <a:pt x="17" y="2"/>
                    <a:pt x="22" y="0"/>
                    <a:pt x="22" y="1"/>
                  </a:cubicBezTo>
                  <a:cubicBezTo>
                    <a:pt x="22" y="1"/>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5" name="Freeform 1659">
              <a:extLst>
                <a:ext uri="{FF2B5EF4-FFF2-40B4-BE49-F238E27FC236}">
                  <a16:creationId xmlns:a16="http://schemas.microsoft.com/office/drawing/2014/main" id="{585ABA07-994E-4475-9940-0A64AA570E72}"/>
                </a:ext>
              </a:extLst>
            </p:cNvPr>
            <p:cNvSpPr>
              <a:spLocks/>
            </p:cNvSpPr>
            <p:nvPr/>
          </p:nvSpPr>
          <p:spPr bwMode="auto">
            <a:xfrm rot="5094805">
              <a:off x="816949" y="3323751"/>
              <a:ext cx="59409" cy="18280"/>
            </a:xfrm>
            <a:custGeom>
              <a:avLst/>
              <a:gdLst>
                <a:gd name="T0" fmla="*/ 23 w 24"/>
                <a:gd name="T1" fmla="*/ 0 h 8"/>
                <a:gd name="T2" fmla="*/ 14 w 24"/>
                <a:gd name="T3" fmla="*/ 4 h 8"/>
                <a:gd name="T4" fmla="*/ 1 w 24"/>
                <a:gd name="T5" fmla="*/ 8 h 8"/>
                <a:gd name="T6" fmla="*/ 12 w 24"/>
                <a:gd name="T7" fmla="*/ 3 h 8"/>
                <a:gd name="T8" fmla="*/ 23 w 24"/>
                <a:gd name="T9" fmla="*/ 0 h 8"/>
              </a:gdLst>
              <a:ahLst/>
              <a:cxnLst>
                <a:cxn ang="0">
                  <a:pos x="T0" y="T1"/>
                </a:cxn>
                <a:cxn ang="0">
                  <a:pos x="T2" y="T3"/>
                </a:cxn>
                <a:cxn ang="0">
                  <a:pos x="T4" y="T5"/>
                </a:cxn>
                <a:cxn ang="0">
                  <a:pos x="T6" y="T7"/>
                </a:cxn>
                <a:cxn ang="0">
                  <a:pos x="T8" y="T9"/>
                </a:cxn>
              </a:cxnLst>
              <a:rect l="0" t="0" r="r" b="b"/>
              <a:pathLst>
                <a:path w="24" h="8">
                  <a:moveTo>
                    <a:pt x="23" y="0"/>
                  </a:moveTo>
                  <a:cubicBezTo>
                    <a:pt x="24" y="0"/>
                    <a:pt x="20" y="2"/>
                    <a:pt x="14" y="4"/>
                  </a:cubicBezTo>
                  <a:cubicBezTo>
                    <a:pt x="8" y="7"/>
                    <a:pt x="1" y="8"/>
                    <a:pt x="1" y="8"/>
                  </a:cubicBezTo>
                  <a:cubicBezTo>
                    <a:pt x="0" y="8"/>
                    <a:pt x="6" y="5"/>
                    <a:pt x="12" y="3"/>
                  </a:cubicBezTo>
                  <a:cubicBezTo>
                    <a:pt x="18" y="1"/>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6" name="Freeform 1660">
              <a:extLst>
                <a:ext uri="{FF2B5EF4-FFF2-40B4-BE49-F238E27FC236}">
                  <a16:creationId xmlns:a16="http://schemas.microsoft.com/office/drawing/2014/main" id="{E242E541-E79D-3A27-A692-56A408438075}"/>
                </a:ext>
              </a:extLst>
            </p:cNvPr>
            <p:cNvSpPr>
              <a:spLocks/>
            </p:cNvSpPr>
            <p:nvPr/>
          </p:nvSpPr>
          <p:spPr bwMode="auto">
            <a:xfrm rot="5094805">
              <a:off x="737342" y="3139282"/>
              <a:ext cx="59409" cy="15995"/>
            </a:xfrm>
            <a:custGeom>
              <a:avLst/>
              <a:gdLst>
                <a:gd name="T0" fmla="*/ 24 w 24"/>
                <a:gd name="T1" fmla="*/ 0 h 7"/>
                <a:gd name="T2" fmla="*/ 14 w 24"/>
                <a:gd name="T3" fmla="*/ 4 h 7"/>
                <a:gd name="T4" fmla="*/ 1 w 24"/>
                <a:gd name="T5" fmla="*/ 7 h 7"/>
                <a:gd name="T6" fmla="*/ 12 w 24"/>
                <a:gd name="T7" fmla="*/ 2 h 7"/>
                <a:gd name="T8" fmla="*/ 24 w 24"/>
                <a:gd name="T9" fmla="*/ 0 h 7"/>
              </a:gdLst>
              <a:ahLst/>
              <a:cxnLst>
                <a:cxn ang="0">
                  <a:pos x="T0" y="T1"/>
                </a:cxn>
                <a:cxn ang="0">
                  <a:pos x="T2" y="T3"/>
                </a:cxn>
                <a:cxn ang="0">
                  <a:pos x="T4" y="T5"/>
                </a:cxn>
                <a:cxn ang="0">
                  <a:pos x="T6" y="T7"/>
                </a:cxn>
                <a:cxn ang="0">
                  <a:pos x="T8" y="T9"/>
                </a:cxn>
              </a:cxnLst>
              <a:rect l="0" t="0" r="r" b="b"/>
              <a:pathLst>
                <a:path w="24" h="7">
                  <a:moveTo>
                    <a:pt x="24" y="0"/>
                  </a:moveTo>
                  <a:cubicBezTo>
                    <a:pt x="24" y="0"/>
                    <a:pt x="20" y="2"/>
                    <a:pt x="14" y="4"/>
                  </a:cubicBezTo>
                  <a:cubicBezTo>
                    <a:pt x="7" y="6"/>
                    <a:pt x="1" y="7"/>
                    <a:pt x="1" y="7"/>
                  </a:cubicBezTo>
                  <a:cubicBezTo>
                    <a:pt x="0" y="6"/>
                    <a:pt x="6" y="4"/>
                    <a:pt x="12" y="2"/>
                  </a:cubicBezTo>
                  <a:cubicBezTo>
                    <a:pt x="18" y="1"/>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7" name="Freeform 1661">
              <a:extLst>
                <a:ext uri="{FF2B5EF4-FFF2-40B4-BE49-F238E27FC236}">
                  <a16:creationId xmlns:a16="http://schemas.microsoft.com/office/drawing/2014/main" id="{985C7ACC-B27C-E12C-4562-44561D1438BC}"/>
                </a:ext>
              </a:extLst>
            </p:cNvPr>
            <p:cNvSpPr>
              <a:spLocks/>
            </p:cNvSpPr>
            <p:nvPr/>
          </p:nvSpPr>
          <p:spPr bwMode="auto">
            <a:xfrm rot="5094805">
              <a:off x="670156" y="2950378"/>
              <a:ext cx="57124" cy="18280"/>
            </a:xfrm>
            <a:custGeom>
              <a:avLst/>
              <a:gdLst>
                <a:gd name="T0" fmla="*/ 11 w 24"/>
                <a:gd name="T1" fmla="*/ 3 h 7"/>
                <a:gd name="T2" fmla="*/ 24 w 24"/>
                <a:gd name="T3" fmla="*/ 1 h 7"/>
                <a:gd name="T4" fmla="*/ 14 w 24"/>
                <a:gd name="T5" fmla="*/ 4 h 7"/>
                <a:gd name="T6" fmla="*/ 1 w 24"/>
                <a:gd name="T7" fmla="*/ 6 h 7"/>
                <a:gd name="T8" fmla="*/ 11 w 24"/>
                <a:gd name="T9" fmla="*/ 3 h 7"/>
              </a:gdLst>
              <a:ahLst/>
              <a:cxnLst>
                <a:cxn ang="0">
                  <a:pos x="T0" y="T1"/>
                </a:cxn>
                <a:cxn ang="0">
                  <a:pos x="T2" y="T3"/>
                </a:cxn>
                <a:cxn ang="0">
                  <a:pos x="T4" y="T5"/>
                </a:cxn>
                <a:cxn ang="0">
                  <a:pos x="T6" y="T7"/>
                </a:cxn>
                <a:cxn ang="0">
                  <a:pos x="T8" y="T9"/>
                </a:cxn>
              </a:cxnLst>
              <a:rect l="0" t="0" r="r" b="b"/>
              <a:pathLst>
                <a:path w="24" h="7">
                  <a:moveTo>
                    <a:pt x="11" y="3"/>
                  </a:moveTo>
                  <a:cubicBezTo>
                    <a:pt x="17" y="1"/>
                    <a:pt x="23" y="0"/>
                    <a:pt x="24" y="1"/>
                  </a:cubicBezTo>
                  <a:cubicBezTo>
                    <a:pt x="24" y="1"/>
                    <a:pt x="20" y="3"/>
                    <a:pt x="14" y="4"/>
                  </a:cubicBezTo>
                  <a:cubicBezTo>
                    <a:pt x="7" y="6"/>
                    <a:pt x="1" y="7"/>
                    <a:pt x="1" y="6"/>
                  </a:cubicBezTo>
                  <a:cubicBezTo>
                    <a:pt x="0" y="6"/>
                    <a:pt x="5" y="4"/>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8" name="Freeform 1662">
              <a:extLst>
                <a:ext uri="{FF2B5EF4-FFF2-40B4-BE49-F238E27FC236}">
                  <a16:creationId xmlns:a16="http://schemas.microsoft.com/office/drawing/2014/main" id="{FA2C00E4-A390-33F9-E1CA-74B98F130D55}"/>
                </a:ext>
              </a:extLst>
            </p:cNvPr>
            <p:cNvSpPr>
              <a:spLocks/>
            </p:cNvSpPr>
            <p:nvPr/>
          </p:nvSpPr>
          <p:spPr bwMode="auto">
            <a:xfrm rot="5094805">
              <a:off x="612066" y="2765031"/>
              <a:ext cx="59409" cy="11425"/>
            </a:xfrm>
            <a:custGeom>
              <a:avLst/>
              <a:gdLst>
                <a:gd name="T0" fmla="*/ 23 w 24"/>
                <a:gd name="T1" fmla="*/ 0 h 5"/>
                <a:gd name="T2" fmla="*/ 13 w 24"/>
                <a:gd name="T3" fmla="*/ 3 h 5"/>
                <a:gd name="T4" fmla="*/ 0 w 24"/>
                <a:gd name="T5" fmla="*/ 4 h 5"/>
                <a:gd name="T6" fmla="*/ 12 w 24"/>
                <a:gd name="T7" fmla="*/ 1 h 5"/>
                <a:gd name="T8" fmla="*/ 23 w 24"/>
                <a:gd name="T9" fmla="*/ 0 h 5"/>
              </a:gdLst>
              <a:ahLst/>
              <a:cxnLst>
                <a:cxn ang="0">
                  <a:pos x="T0" y="T1"/>
                </a:cxn>
                <a:cxn ang="0">
                  <a:pos x="T2" y="T3"/>
                </a:cxn>
                <a:cxn ang="0">
                  <a:pos x="T4" y="T5"/>
                </a:cxn>
                <a:cxn ang="0">
                  <a:pos x="T6" y="T7"/>
                </a:cxn>
                <a:cxn ang="0">
                  <a:pos x="T8" y="T9"/>
                </a:cxn>
              </a:cxnLst>
              <a:rect l="0" t="0" r="r" b="b"/>
              <a:pathLst>
                <a:path w="24" h="5">
                  <a:moveTo>
                    <a:pt x="23" y="0"/>
                  </a:moveTo>
                  <a:cubicBezTo>
                    <a:pt x="24" y="1"/>
                    <a:pt x="19" y="2"/>
                    <a:pt x="13" y="3"/>
                  </a:cubicBezTo>
                  <a:cubicBezTo>
                    <a:pt x="7" y="4"/>
                    <a:pt x="1" y="5"/>
                    <a:pt x="0" y="4"/>
                  </a:cubicBezTo>
                  <a:cubicBezTo>
                    <a:pt x="0" y="4"/>
                    <a:pt x="5" y="2"/>
                    <a:pt x="12" y="1"/>
                  </a:cubicBezTo>
                  <a:cubicBezTo>
                    <a:pt x="18" y="0"/>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9" name="Freeform 1663">
              <a:extLst>
                <a:ext uri="{FF2B5EF4-FFF2-40B4-BE49-F238E27FC236}">
                  <a16:creationId xmlns:a16="http://schemas.microsoft.com/office/drawing/2014/main" id="{E23DBB8B-E53B-6451-E1AB-B48149CEE59C}"/>
                </a:ext>
              </a:extLst>
            </p:cNvPr>
            <p:cNvSpPr>
              <a:spLocks/>
            </p:cNvSpPr>
            <p:nvPr/>
          </p:nvSpPr>
          <p:spPr bwMode="auto">
            <a:xfrm rot="5094805">
              <a:off x="569810" y="2576086"/>
              <a:ext cx="59409" cy="6855"/>
            </a:xfrm>
            <a:custGeom>
              <a:avLst/>
              <a:gdLst>
                <a:gd name="T0" fmla="*/ 24 w 24"/>
                <a:gd name="T1" fmla="*/ 0 h 3"/>
                <a:gd name="T2" fmla="*/ 14 w 24"/>
                <a:gd name="T3" fmla="*/ 2 h 3"/>
                <a:gd name="T4" fmla="*/ 1 w 24"/>
                <a:gd name="T5" fmla="*/ 2 h 3"/>
                <a:gd name="T6" fmla="*/ 12 w 24"/>
                <a:gd name="T7" fmla="*/ 0 h 3"/>
                <a:gd name="T8" fmla="*/ 24 w 24"/>
                <a:gd name="T9" fmla="*/ 0 h 3"/>
              </a:gdLst>
              <a:ahLst/>
              <a:cxnLst>
                <a:cxn ang="0">
                  <a:pos x="T0" y="T1"/>
                </a:cxn>
                <a:cxn ang="0">
                  <a:pos x="T2" y="T3"/>
                </a:cxn>
                <a:cxn ang="0">
                  <a:pos x="T4" y="T5"/>
                </a:cxn>
                <a:cxn ang="0">
                  <a:pos x="T6" y="T7"/>
                </a:cxn>
                <a:cxn ang="0">
                  <a:pos x="T8" y="T9"/>
                </a:cxn>
              </a:cxnLst>
              <a:rect l="0" t="0" r="r" b="b"/>
              <a:pathLst>
                <a:path w="24" h="3">
                  <a:moveTo>
                    <a:pt x="24" y="0"/>
                  </a:moveTo>
                  <a:cubicBezTo>
                    <a:pt x="24" y="1"/>
                    <a:pt x="20" y="2"/>
                    <a:pt x="14" y="2"/>
                  </a:cubicBezTo>
                  <a:cubicBezTo>
                    <a:pt x="8" y="3"/>
                    <a:pt x="1" y="3"/>
                    <a:pt x="1" y="2"/>
                  </a:cubicBezTo>
                  <a:cubicBezTo>
                    <a:pt x="0" y="2"/>
                    <a:pt x="6" y="1"/>
                    <a:pt x="12" y="0"/>
                  </a:cubicBezTo>
                  <a:cubicBezTo>
                    <a:pt x="18" y="0"/>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0" name="Freeform 1664">
              <a:extLst>
                <a:ext uri="{FF2B5EF4-FFF2-40B4-BE49-F238E27FC236}">
                  <a16:creationId xmlns:a16="http://schemas.microsoft.com/office/drawing/2014/main" id="{3FE4D37F-B7A7-B6D5-A94F-BDD5C5359E37}"/>
                </a:ext>
              </a:extLst>
            </p:cNvPr>
            <p:cNvSpPr>
              <a:spLocks/>
            </p:cNvSpPr>
            <p:nvPr/>
          </p:nvSpPr>
          <p:spPr bwMode="auto">
            <a:xfrm rot="5094805">
              <a:off x="543689" y="2385714"/>
              <a:ext cx="59409" cy="6855"/>
            </a:xfrm>
            <a:custGeom>
              <a:avLst/>
              <a:gdLst>
                <a:gd name="T0" fmla="*/ 10 w 24"/>
                <a:gd name="T1" fmla="*/ 0 h 3"/>
                <a:gd name="T2" fmla="*/ 23 w 24"/>
                <a:gd name="T3" fmla="*/ 1 h 3"/>
                <a:gd name="T4" fmla="*/ 13 w 24"/>
                <a:gd name="T5" fmla="*/ 3 h 3"/>
                <a:gd name="T6" fmla="*/ 0 w 24"/>
                <a:gd name="T7" fmla="*/ 2 h 3"/>
                <a:gd name="T8" fmla="*/ 10 w 24"/>
                <a:gd name="T9" fmla="*/ 0 h 3"/>
              </a:gdLst>
              <a:ahLst/>
              <a:cxnLst>
                <a:cxn ang="0">
                  <a:pos x="T0" y="T1"/>
                </a:cxn>
                <a:cxn ang="0">
                  <a:pos x="T2" y="T3"/>
                </a:cxn>
                <a:cxn ang="0">
                  <a:pos x="T4" y="T5"/>
                </a:cxn>
                <a:cxn ang="0">
                  <a:pos x="T6" y="T7"/>
                </a:cxn>
                <a:cxn ang="0">
                  <a:pos x="T8" y="T9"/>
                </a:cxn>
              </a:cxnLst>
              <a:rect l="0" t="0" r="r" b="b"/>
              <a:pathLst>
                <a:path w="24" h="3">
                  <a:moveTo>
                    <a:pt x="10" y="0"/>
                  </a:moveTo>
                  <a:cubicBezTo>
                    <a:pt x="16" y="0"/>
                    <a:pt x="21" y="1"/>
                    <a:pt x="23" y="1"/>
                  </a:cubicBezTo>
                  <a:cubicBezTo>
                    <a:pt x="24" y="2"/>
                    <a:pt x="19" y="3"/>
                    <a:pt x="13" y="3"/>
                  </a:cubicBezTo>
                  <a:cubicBezTo>
                    <a:pt x="6" y="3"/>
                    <a:pt x="0" y="3"/>
                    <a:pt x="0" y="2"/>
                  </a:cubicBezTo>
                  <a:cubicBezTo>
                    <a:pt x="0" y="1"/>
                    <a:pt x="4"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1" name="Freeform 1665">
              <a:extLst>
                <a:ext uri="{FF2B5EF4-FFF2-40B4-BE49-F238E27FC236}">
                  <a16:creationId xmlns:a16="http://schemas.microsoft.com/office/drawing/2014/main" id="{1F8C5296-4F94-FC12-E133-FD7630CCC8F7}"/>
                </a:ext>
              </a:extLst>
            </p:cNvPr>
            <p:cNvSpPr>
              <a:spLocks/>
            </p:cNvSpPr>
            <p:nvPr/>
          </p:nvSpPr>
          <p:spPr bwMode="auto">
            <a:xfrm rot="5094805">
              <a:off x="529574" y="2186152"/>
              <a:ext cx="61694" cy="11425"/>
            </a:xfrm>
            <a:custGeom>
              <a:avLst/>
              <a:gdLst>
                <a:gd name="T0" fmla="*/ 24 w 25"/>
                <a:gd name="T1" fmla="*/ 3 h 5"/>
                <a:gd name="T2" fmla="*/ 15 w 25"/>
                <a:gd name="T3" fmla="*/ 5 h 5"/>
                <a:gd name="T4" fmla="*/ 1 w 25"/>
                <a:gd name="T5" fmla="*/ 2 h 5"/>
                <a:gd name="T6" fmla="*/ 11 w 25"/>
                <a:gd name="T7" fmla="*/ 1 h 5"/>
                <a:gd name="T8" fmla="*/ 24 w 25"/>
                <a:gd name="T9" fmla="*/ 3 h 5"/>
              </a:gdLst>
              <a:ahLst/>
              <a:cxnLst>
                <a:cxn ang="0">
                  <a:pos x="T0" y="T1"/>
                </a:cxn>
                <a:cxn ang="0">
                  <a:pos x="T2" y="T3"/>
                </a:cxn>
                <a:cxn ang="0">
                  <a:pos x="T4" y="T5"/>
                </a:cxn>
                <a:cxn ang="0">
                  <a:pos x="T6" y="T7"/>
                </a:cxn>
                <a:cxn ang="0">
                  <a:pos x="T8" y="T9"/>
                </a:cxn>
              </a:cxnLst>
              <a:rect l="0" t="0" r="r" b="b"/>
              <a:pathLst>
                <a:path w="25" h="5">
                  <a:moveTo>
                    <a:pt x="24" y="3"/>
                  </a:moveTo>
                  <a:cubicBezTo>
                    <a:pt x="25" y="4"/>
                    <a:pt x="21" y="5"/>
                    <a:pt x="15" y="5"/>
                  </a:cubicBezTo>
                  <a:cubicBezTo>
                    <a:pt x="9" y="4"/>
                    <a:pt x="2" y="3"/>
                    <a:pt x="1" y="2"/>
                  </a:cubicBezTo>
                  <a:cubicBezTo>
                    <a:pt x="0" y="1"/>
                    <a:pt x="5" y="0"/>
                    <a:pt x="11" y="1"/>
                  </a:cubicBezTo>
                  <a:cubicBezTo>
                    <a:pt x="17" y="1"/>
                    <a:pt x="23" y="2"/>
                    <a:pt x="2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2" name="Freeform 1666">
              <a:extLst>
                <a:ext uri="{FF2B5EF4-FFF2-40B4-BE49-F238E27FC236}">
                  <a16:creationId xmlns:a16="http://schemas.microsoft.com/office/drawing/2014/main" id="{723C20C1-F1D6-70D2-6E6E-AF957D4601F8}"/>
                </a:ext>
              </a:extLst>
            </p:cNvPr>
            <p:cNvSpPr>
              <a:spLocks/>
            </p:cNvSpPr>
            <p:nvPr/>
          </p:nvSpPr>
          <p:spPr bwMode="auto">
            <a:xfrm rot="5094805">
              <a:off x="530465" y="1986609"/>
              <a:ext cx="59409" cy="18280"/>
            </a:xfrm>
            <a:custGeom>
              <a:avLst/>
              <a:gdLst>
                <a:gd name="T0" fmla="*/ 11 w 24"/>
                <a:gd name="T1" fmla="*/ 1 h 7"/>
                <a:gd name="T2" fmla="*/ 23 w 24"/>
                <a:gd name="T3" fmla="*/ 5 h 7"/>
                <a:gd name="T4" fmla="*/ 13 w 24"/>
                <a:gd name="T5" fmla="*/ 6 h 7"/>
                <a:gd name="T6" fmla="*/ 1 w 24"/>
                <a:gd name="T7" fmla="*/ 2 h 7"/>
                <a:gd name="T8" fmla="*/ 11 w 24"/>
                <a:gd name="T9" fmla="*/ 1 h 7"/>
              </a:gdLst>
              <a:ahLst/>
              <a:cxnLst>
                <a:cxn ang="0">
                  <a:pos x="T0" y="T1"/>
                </a:cxn>
                <a:cxn ang="0">
                  <a:pos x="T2" y="T3"/>
                </a:cxn>
                <a:cxn ang="0">
                  <a:pos x="T4" y="T5"/>
                </a:cxn>
                <a:cxn ang="0">
                  <a:pos x="T6" y="T7"/>
                </a:cxn>
                <a:cxn ang="0">
                  <a:pos x="T8" y="T9"/>
                </a:cxn>
              </a:cxnLst>
              <a:rect l="0" t="0" r="r" b="b"/>
              <a:pathLst>
                <a:path w="24" h="7">
                  <a:moveTo>
                    <a:pt x="11" y="1"/>
                  </a:moveTo>
                  <a:cubicBezTo>
                    <a:pt x="17" y="2"/>
                    <a:pt x="23" y="3"/>
                    <a:pt x="23" y="5"/>
                  </a:cubicBezTo>
                  <a:cubicBezTo>
                    <a:pt x="24" y="6"/>
                    <a:pt x="19" y="7"/>
                    <a:pt x="13" y="6"/>
                  </a:cubicBezTo>
                  <a:cubicBezTo>
                    <a:pt x="7" y="5"/>
                    <a:pt x="1" y="4"/>
                    <a:pt x="1" y="2"/>
                  </a:cubicBezTo>
                  <a:cubicBezTo>
                    <a:pt x="0" y="1"/>
                    <a:pt x="5"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3" name="Freeform 1667">
              <a:extLst>
                <a:ext uri="{FF2B5EF4-FFF2-40B4-BE49-F238E27FC236}">
                  <a16:creationId xmlns:a16="http://schemas.microsoft.com/office/drawing/2014/main" id="{C118B43F-7FAE-EB36-0116-45329F4AE169}"/>
                </a:ext>
              </a:extLst>
            </p:cNvPr>
            <p:cNvSpPr>
              <a:spLocks/>
            </p:cNvSpPr>
            <p:nvPr/>
          </p:nvSpPr>
          <p:spPr bwMode="auto">
            <a:xfrm rot="5094805">
              <a:off x="539110" y="1785021"/>
              <a:ext cx="61694" cy="22850"/>
            </a:xfrm>
            <a:custGeom>
              <a:avLst/>
              <a:gdLst>
                <a:gd name="T0" fmla="*/ 24 w 25"/>
                <a:gd name="T1" fmla="*/ 6 h 9"/>
                <a:gd name="T2" fmla="*/ 15 w 25"/>
                <a:gd name="T3" fmla="*/ 8 h 9"/>
                <a:gd name="T4" fmla="*/ 1 w 25"/>
                <a:gd name="T5" fmla="*/ 3 h 9"/>
                <a:gd name="T6" fmla="*/ 12 w 25"/>
                <a:gd name="T7" fmla="*/ 1 h 9"/>
                <a:gd name="T8" fmla="*/ 24 w 25"/>
                <a:gd name="T9" fmla="*/ 6 h 9"/>
              </a:gdLst>
              <a:ahLst/>
              <a:cxnLst>
                <a:cxn ang="0">
                  <a:pos x="T0" y="T1"/>
                </a:cxn>
                <a:cxn ang="0">
                  <a:pos x="T2" y="T3"/>
                </a:cxn>
                <a:cxn ang="0">
                  <a:pos x="T4" y="T5"/>
                </a:cxn>
                <a:cxn ang="0">
                  <a:pos x="T6" y="T7"/>
                </a:cxn>
                <a:cxn ang="0">
                  <a:pos x="T8" y="T9"/>
                </a:cxn>
              </a:cxnLst>
              <a:rect l="0" t="0" r="r" b="b"/>
              <a:pathLst>
                <a:path w="25" h="9">
                  <a:moveTo>
                    <a:pt x="24" y="6"/>
                  </a:moveTo>
                  <a:cubicBezTo>
                    <a:pt x="25" y="8"/>
                    <a:pt x="21" y="9"/>
                    <a:pt x="15" y="8"/>
                  </a:cubicBezTo>
                  <a:cubicBezTo>
                    <a:pt x="9" y="8"/>
                    <a:pt x="2" y="5"/>
                    <a:pt x="1" y="3"/>
                  </a:cubicBezTo>
                  <a:cubicBezTo>
                    <a:pt x="0" y="1"/>
                    <a:pt x="5" y="0"/>
                    <a:pt x="12" y="1"/>
                  </a:cubicBezTo>
                  <a:cubicBezTo>
                    <a:pt x="18" y="2"/>
                    <a:pt x="23" y="4"/>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4" name="Freeform 1668">
              <a:extLst>
                <a:ext uri="{FF2B5EF4-FFF2-40B4-BE49-F238E27FC236}">
                  <a16:creationId xmlns:a16="http://schemas.microsoft.com/office/drawing/2014/main" id="{A401D839-F302-F6BE-B14C-C943FB8C4AF9}"/>
                </a:ext>
              </a:extLst>
            </p:cNvPr>
            <p:cNvSpPr>
              <a:spLocks/>
            </p:cNvSpPr>
            <p:nvPr/>
          </p:nvSpPr>
          <p:spPr bwMode="auto">
            <a:xfrm rot="5094805">
              <a:off x="552519" y="1585506"/>
              <a:ext cx="59409" cy="27420"/>
            </a:xfrm>
            <a:custGeom>
              <a:avLst/>
              <a:gdLst>
                <a:gd name="T0" fmla="*/ 24 w 24"/>
                <a:gd name="T1" fmla="*/ 7 h 11"/>
                <a:gd name="T2" fmla="*/ 14 w 24"/>
                <a:gd name="T3" fmla="*/ 10 h 11"/>
                <a:gd name="T4" fmla="*/ 1 w 24"/>
                <a:gd name="T5" fmla="*/ 4 h 11"/>
                <a:gd name="T6" fmla="*/ 12 w 24"/>
                <a:gd name="T7" fmla="*/ 1 h 11"/>
                <a:gd name="T8" fmla="*/ 24 w 24"/>
                <a:gd name="T9" fmla="*/ 7 h 11"/>
              </a:gdLst>
              <a:ahLst/>
              <a:cxnLst>
                <a:cxn ang="0">
                  <a:pos x="T0" y="T1"/>
                </a:cxn>
                <a:cxn ang="0">
                  <a:pos x="T2" y="T3"/>
                </a:cxn>
                <a:cxn ang="0">
                  <a:pos x="T4" y="T5"/>
                </a:cxn>
                <a:cxn ang="0">
                  <a:pos x="T6" y="T7"/>
                </a:cxn>
                <a:cxn ang="0">
                  <a:pos x="T8" y="T9"/>
                </a:cxn>
              </a:cxnLst>
              <a:rect l="0" t="0" r="r" b="b"/>
              <a:pathLst>
                <a:path w="24" h="11">
                  <a:moveTo>
                    <a:pt x="24" y="7"/>
                  </a:moveTo>
                  <a:cubicBezTo>
                    <a:pt x="24" y="9"/>
                    <a:pt x="20" y="11"/>
                    <a:pt x="14" y="10"/>
                  </a:cubicBezTo>
                  <a:cubicBezTo>
                    <a:pt x="8" y="9"/>
                    <a:pt x="2" y="6"/>
                    <a:pt x="1" y="4"/>
                  </a:cubicBezTo>
                  <a:cubicBezTo>
                    <a:pt x="0" y="1"/>
                    <a:pt x="5" y="0"/>
                    <a:pt x="12" y="1"/>
                  </a:cubicBezTo>
                  <a:cubicBezTo>
                    <a:pt x="18" y="2"/>
                    <a:pt x="23" y="5"/>
                    <a:pt x="2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5" name="Freeform 1669">
              <a:extLst>
                <a:ext uri="{FF2B5EF4-FFF2-40B4-BE49-F238E27FC236}">
                  <a16:creationId xmlns:a16="http://schemas.microsoft.com/office/drawing/2014/main" id="{969211BC-B176-3FEB-4102-5E7DFE417106}"/>
                </a:ext>
              </a:extLst>
            </p:cNvPr>
            <p:cNvSpPr>
              <a:spLocks/>
            </p:cNvSpPr>
            <p:nvPr/>
          </p:nvSpPr>
          <p:spPr bwMode="auto">
            <a:xfrm rot="5094805">
              <a:off x="564781" y="1387032"/>
              <a:ext cx="61694" cy="29705"/>
            </a:xfrm>
            <a:custGeom>
              <a:avLst/>
              <a:gdLst>
                <a:gd name="T0" fmla="*/ 12 w 25"/>
                <a:gd name="T1" fmla="*/ 1 h 12"/>
                <a:gd name="T2" fmla="*/ 24 w 25"/>
                <a:gd name="T3" fmla="*/ 7 h 12"/>
                <a:gd name="T4" fmla="*/ 14 w 25"/>
                <a:gd name="T5" fmla="*/ 11 h 12"/>
                <a:gd name="T6" fmla="*/ 1 w 25"/>
                <a:gd name="T7" fmla="*/ 5 h 12"/>
                <a:gd name="T8" fmla="*/ 12 w 25"/>
                <a:gd name="T9" fmla="*/ 1 h 12"/>
              </a:gdLst>
              <a:ahLst/>
              <a:cxnLst>
                <a:cxn ang="0">
                  <a:pos x="T0" y="T1"/>
                </a:cxn>
                <a:cxn ang="0">
                  <a:pos x="T2" y="T3"/>
                </a:cxn>
                <a:cxn ang="0">
                  <a:pos x="T4" y="T5"/>
                </a:cxn>
                <a:cxn ang="0">
                  <a:pos x="T6" y="T7"/>
                </a:cxn>
                <a:cxn ang="0">
                  <a:pos x="T8" y="T9"/>
                </a:cxn>
              </a:cxnLst>
              <a:rect l="0" t="0" r="r" b="b"/>
              <a:pathLst>
                <a:path w="25" h="12">
                  <a:moveTo>
                    <a:pt x="12" y="1"/>
                  </a:moveTo>
                  <a:cubicBezTo>
                    <a:pt x="18" y="2"/>
                    <a:pt x="23" y="4"/>
                    <a:pt x="24" y="7"/>
                  </a:cubicBezTo>
                  <a:cubicBezTo>
                    <a:pt x="25" y="10"/>
                    <a:pt x="21" y="12"/>
                    <a:pt x="14" y="11"/>
                  </a:cubicBezTo>
                  <a:cubicBezTo>
                    <a:pt x="8" y="10"/>
                    <a:pt x="3" y="8"/>
                    <a:pt x="1" y="5"/>
                  </a:cubicBezTo>
                  <a:cubicBezTo>
                    <a:pt x="0" y="2"/>
                    <a:pt x="5"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6" name="Freeform 1670">
              <a:extLst>
                <a:ext uri="{FF2B5EF4-FFF2-40B4-BE49-F238E27FC236}">
                  <a16:creationId xmlns:a16="http://schemas.microsoft.com/office/drawing/2014/main" id="{B00C767D-333C-1F8A-A13B-B9D488F1755B}"/>
                </a:ext>
              </a:extLst>
            </p:cNvPr>
            <p:cNvSpPr>
              <a:spLocks/>
            </p:cNvSpPr>
            <p:nvPr/>
          </p:nvSpPr>
          <p:spPr bwMode="auto">
            <a:xfrm rot="5094805">
              <a:off x="575808" y="1187623"/>
              <a:ext cx="61694" cy="31990"/>
            </a:xfrm>
            <a:custGeom>
              <a:avLst/>
              <a:gdLst>
                <a:gd name="T0" fmla="*/ 24 w 25"/>
                <a:gd name="T1" fmla="*/ 8 h 13"/>
                <a:gd name="T2" fmla="*/ 15 w 25"/>
                <a:gd name="T3" fmla="*/ 13 h 13"/>
                <a:gd name="T4" fmla="*/ 1 w 25"/>
                <a:gd name="T5" fmla="*/ 6 h 13"/>
                <a:gd name="T6" fmla="*/ 11 w 25"/>
                <a:gd name="T7" fmla="*/ 1 h 13"/>
                <a:gd name="T8" fmla="*/ 24 w 25"/>
                <a:gd name="T9" fmla="*/ 8 h 13"/>
              </a:gdLst>
              <a:ahLst/>
              <a:cxnLst>
                <a:cxn ang="0">
                  <a:pos x="T0" y="T1"/>
                </a:cxn>
                <a:cxn ang="0">
                  <a:pos x="T2" y="T3"/>
                </a:cxn>
                <a:cxn ang="0">
                  <a:pos x="T4" y="T5"/>
                </a:cxn>
                <a:cxn ang="0">
                  <a:pos x="T6" y="T7"/>
                </a:cxn>
                <a:cxn ang="0">
                  <a:pos x="T8" y="T9"/>
                </a:cxn>
              </a:cxnLst>
              <a:rect l="0" t="0" r="r" b="b"/>
              <a:pathLst>
                <a:path w="25" h="13">
                  <a:moveTo>
                    <a:pt x="24" y="8"/>
                  </a:moveTo>
                  <a:cubicBezTo>
                    <a:pt x="25" y="11"/>
                    <a:pt x="21" y="13"/>
                    <a:pt x="15" y="13"/>
                  </a:cubicBezTo>
                  <a:cubicBezTo>
                    <a:pt x="9" y="13"/>
                    <a:pt x="2" y="9"/>
                    <a:pt x="1" y="6"/>
                  </a:cubicBezTo>
                  <a:cubicBezTo>
                    <a:pt x="0" y="2"/>
                    <a:pt x="5" y="0"/>
                    <a:pt x="11" y="1"/>
                  </a:cubicBezTo>
                  <a:cubicBezTo>
                    <a:pt x="17" y="1"/>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7" name="Freeform 1671">
              <a:extLst>
                <a:ext uri="{FF2B5EF4-FFF2-40B4-BE49-F238E27FC236}">
                  <a16:creationId xmlns:a16="http://schemas.microsoft.com/office/drawing/2014/main" id="{7141DEFC-6259-4567-36A6-B0A696686B17}"/>
                </a:ext>
              </a:extLst>
            </p:cNvPr>
            <p:cNvSpPr>
              <a:spLocks/>
            </p:cNvSpPr>
            <p:nvPr/>
          </p:nvSpPr>
          <p:spPr bwMode="auto">
            <a:xfrm rot="5094805">
              <a:off x="581348" y="989854"/>
              <a:ext cx="61694" cy="36560"/>
            </a:xfrm>
            <a:custGeom>
              <a:avLst/>
              <a:gdLst>
                <a:gd name="T0" fmla="*/ 24 w 25"/>
                <a:gd name="T1" fmla="*/ 9 h 15"/>
                <a:gd name="T2" fmla="*/ 15 w 25"/>
                <a:gd name="T3" fmla="*/ 15 h 15"/>
                <a:gd name="T4" fmla="*/ 1 w 25"/>
                <a:gd name="T5" fmla="*/ 7 h 15"/>
                <a:gd name="T6" fmla="*/ 11 w 25"/>
                <a:gd name="T7" fmla="*/ 1 h 15"/>
                <a:gd name="T8" fmla="*/ 24 w 25"/>
                <a:gd name="T9" fmla="*/ 9 h 15"/>
              </a:gdLst>
              <a:ahLst/>
              <a:cxnLst>
                <a:cxn ang="0">
                  <a:pos x="T0" y="T1"/>
                </a:cxn>
                <a:cxn ang="0">
                  <a:pos x="T2" y="T3"/>
                </a:cxn>
                <a:cxn ang="0">
                  <a:pos x="T4" y="T5"/>
                </a:cxn>
                <a:cxn ang="0">
                  <a:pos x="T6" y="T7"/>
                </a:cxn>
                <a:cxn ang="0">
                  <a:pos x="T8" y="T9"/>
                </a:cxn>
              </a:cxnLst>
              <a:rect l="0" t="0" r="r" b="b"/>
              <a:pathLst>
                <a:path w="25" h="15">
                  <a:moveTo>
                    <a:pt x="24" y="9"/>
                  </a:moveTo>
                  <a:cubicBezTo>
                    <a:pt x="25" y="12"/>
                    <a:pt x="21" y="15"/>
                    <a:pt x="15" y="15"/>
                  </a:cubicBezTo>
                  <a:cubicBezTo>
                    <a:pt x="9" y="15"/>
                    <a:pt x="2" y="12"/>
                    <a:pt x="1" y="7"/>
                  </a:cubicBezTo>
                  <a:cubicBezTo>
                    <a:pt x="0" y="3"/>
                    <a:pt x="4" y="0"/>
                    <a:pt x="11" y="1"/>
                  </a:cubicBezTo>
                  <a:cubicBezTo>
                    <a:pt x="17" y="2"/>
                    <a:pt x="22" y="5"/>
                    <a:pt x="2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8" name="Freeform 1672">
              <a:extLst>
                <a:ext uri="{FF2B5EF4-FFF2-40B4-BE49-F238E27FC236}">
                  <a16:creationId xmlns:a16="http://schemas.microsoft.com/office/drawing/2014/main" id="{24E9E568-D264-0027-3A36-2927EDA0480F}"/>
                </a:ext>
              </a:extLst>
            </p:cNvPr>
            <p:cNvSpPr>
              <a:spLocks/>
            </p:cNvSpPr>
            <p:nvPr/>
          </p:nvSpPr>
          <p:spPr bwMode="auto">
            <a:xfrm rot="5094805">
              <a:off x="574370" y="794342"/>
              <a:ext cx="61694" cy="38845"/>
            </a:xfrm>
            <a:custGeom>
              <a:avLst/>
              <a:gdLst>
                <a:gd name="T0" fmla="*/ 23 w 25"/>
                <a:gd name="T1" fmla="*/ 8 h 16"/>
                <a:gd name="T2" fmla="*/ 15 w 25"/>
                <a:gd name="T3" fmla="*/ 16 h 16"/>
                <a:gd name="T4" fmla="*/ 1 w 25"/>
                <a:gd name="T5" fmla="*/ 8 h 16"/>
                <a:gd name="T6" fmla="*/ 11 w 25"/>
                <a:gd name="T7" fmla="*/ 0 h 16"/>
                <a:gd name="T8" fmla="*/ 23 w 25"/>
                <a:gd name="T9" fmla="*/ 8 h 16"/>
              </a:gdLst>
              <a:ahLst/>
              <a:cxnLst>
                <a:cxn ang="0">
                  <a:pos x="T0" y="T1"/>
                </a:cxn>
                <a:cxn ang="0">
                  <a:pos x="T2" y="T3"/>
                </a:cxn>
                <a:cxn ang="0">
                  <a:pos x="T4" y="T5"/>
                </a:cxn>
                <a:cxn ang="0">
                  <a:pos x="T6" y="T7"/>
                </a:cxn>
                <a:cxn ang="0">
                  <a:pos x="T8" y="T9"/>
                </a:cxn>
              </a:cxnLst>
              <a:rect l="0" t="0" r="r" b="b"/>
              <a:pathLst>
                <a:path w="25" h="16">
                  <a:moveTo>
                    <a:pt x="23" y="8"/>
                  </a:moveTo>
                  <a:cubicBezTo>
                    <a:pt x="25" y="12"/>
                    <a:pt x="21" y="15"/>
                    <a:pt x="15" y="16"/>
                  </a:cubicBezTo>
                  <a:cubicBezTo>
                    <a:pt x="9" y="16"/>
                    <a:pt x="2" y="13"/>
                    <a:pt x="1" y="8"/>
                  </a:cubicBezTo>
                  <a:cubicBezTo>
                    <a:pt x="0" y="4"/>
                    <a:pt x="4" y="0"/>
                    <a:pt x="11" y="0"/>
                  </a:cubicBezTo>
                  <a:cubicBezTo>
                    <a:pt x="17" y="1"/>
                    <a:pt x="22" y="4"/>
                    <a:pt x="2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9" name="Freeform 1673">
              <a:extLst>
                <a:ext uri="{FF2B5EF4-FFF2-40B4-BE49-F238E27FC236}">
                  <a16:creationId xmlns:a16="http://schemas.microsoft.com/office/drawing/2014/main" id="{9A567DCF-603B-7BA0-DEBE-8219CCD9265F}"/>
                </a:ext>
              </a:extLst>
            </p:cNvPr>
            <p:cNvSpPr>
              <a:spLocks/>
            </p:cNvSpPr>
            <p:nvPr/>
          </p:nvSpPr>
          <p:spPr bwMode="auto">
            <a:xfrm rot="5094805">
              <a:off x="557989" y="595185"/>
              <a:ext cx="59409" cy="43415"/>
            </a:xfrm>
            <a:custGeom>
              <a:avLst/>
              <a:gdLst>
                <a:gd name="T0" fmla="*/ 11 w 24"/>
                <a:gd name="T1" fmla="*/ 1 h 18"/>
                <a:gd name="T2" fmla="*/ 24 w 24"/>
                <a:gd name="T3" fmla="*/ 9 h 18"/>
                <a:gd name="T4" fmla="*/ 14 w 24"/>
                <a:gd name="T5" fmla="*/ 17 h 18"/>
                <a:gd name="T6" fmla="*/ 1 w 24"/>
                <a:gd name="T7" fmla="*/ 9 h 18"/>
                <a:gd name="T8" fmla="*/ 11 w 24"/>
                <a:gd name="T9" fmla="*/ 1 h 18"/>
              </a:gdLst>
              <a:ahLst/>
              <a:cxnLst>
                <a:cxn ang="0">
                  <a:pos x="T0" y="T1"/>
                </a:cxn>
                <a:cxn ang="0">
                  <a:pos x="T2" y="T3"/>
                </a:cxn>
                <a:cxn ang="0">
                  <a:pos x="T4" y="T5"/>
                </a:cxn>
                <a:cxn ang="0">
                  <a:pos x="T6" y="T7"/>
                </a:cxn>
                <a:cxn ang="0">
                  <a:pos x="T8" y="T9"/>
                </a:cxn>
              </a:cxnLst>
              <a:rect l="0" t="0" r="r" b="b"/>
              <a:pathLst>
                <a:path w="24" h="18">
                  <a:moveTo>
                    <a:pt x="11" y="1"/>
                  </a:moveTo>
                  <a:cubicBezTo>
                    <a:pt x="17" y="0"/>
                    <a:pt x="23" y="4"/>
                    <a:pt x="24" y="9"/>
                  </a:cubicBezTo>
                  <a:cubicBezTo>
                    <a:pt x="24" y="13"/>
                    <a:pt x="20" y="17"/>
                    <a:pt x="14" y="17"/>
                  </a:cubicBezTo>
                  <a:cubicBezTo>
                    <a:pt x="8" y="18"/>
                    <a:pt x="1" y="14"/>
                    <a:pt x="1" y="9"/>
                  </a:cubicBezTo>
                  <a:cubicBezTo>
                    <a:pt x="0" y="5"/>
                    <a:pt x="5"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0" name="Freeform 1674">
              <a:extLst>
                <a:ext uri="{FF2B5EF4-FFF2-40B4-BE49-F238E27FC236}">
                  <a16:creationId xmlns:a16="http://schemas.microsoft.com/office/drawing/2014/main" id="{D0046AA2-FB6E-6742-5041-7494CCD664F6}"/>
                </a:ext>
              </a:extLst>
            </p:cNvPr>
            <p:cNvSpPr>
              <a:spLocks/>
            </p:cNvSpPr>
            <p:nvPr/>
          </p:nvSpPr>
          <p:spPr bwMode="auto">
            <a:xfrm rot="5094805">
              <a:off x="527315" y="402934"/>
              <a:ext cx="59409" cy="47985"/>
            </a:xfrm>
            <a:custGeom>
              <a:avLst/>
              <a:gdLst>
                <a:gd name="T0" fmla="*/ 14 w 24"/>
                <a:gd name="T1" fmla="*/ 18 h 19"/>
                <a:gd name="T2" fmla="*/ 0 w 24"/>
                <a:gd name="T3" fmla="*/ 11 h 19"/>
                <a:gd name="T4" fmla="*/ 10 w 24"/>
                <a:gd name="T5" fmla="*/ 1 h 19"/>
                <a:gd name="T6" fmla="*/ 23 w 24"/>
                <a:gd name="T7" fmla="*/ 9 h 19"/>
                <a:gd name="T8" fmla="*/ 14 w 24"/>
                <a:gd name="T9" fmla="*/ 18 h 19"/>
              </a:gdLst>
              <a:ahLst/>
              <a:cxnLst>
                <a:cxn ang="0">
                  <a:pos x="T0" y="T1"/>
                </a:cxn>
                <a:cxn ang="0">
                  <a:pos x="T2" y="T3"/>
                </a:cxn>
                <a:cxn ang="0">
                  <a:pos x="T4" y="T5"/>
                </a:cxn>
                <a:cxn ang="0">
                  <a:pos x="T6" y="T7"/>
                </a:cxn>
                <a:cxn ang="0">
                  <a:pos x="T8" y="T9"/>
                </a:cxn>
              </a:cxnLst>
              <a:rect l="0" t="0" r="r" b="b"/>
              <a:pathLst>
                <a:path w="24" h="19">
                  <a:moveTo>
                    <a:pt x="14" y="18"/>
                  </a:moveTo>
                  <a:cubicBezTo>
                    <a:pt x="7" y="19"/>
                    <a:pt x="1" y="16"/>
                    <a:pt x="0" y="11"/>
                  </a:cubicBezTo>
                  <a:cubicBezTo>
                    <a:pt x="0" y="7"/>
                    <a:pt x="4" y="2"/>
                    <a:pt x="10" y="1"/>
                  </a:cubicBezTo>
                  <a:cubicBezTo>
                    <a:pt x="16" y="0"/>
                    <a:pt x="22" y="4"/>
                    <a:pt x="23" y="9"/>
                  </a:cubicBezTo>
                  <a:cubicBezTo>
                    <a:pt x="24" y="13"/>
                    <a:pt x="20" y="17"/>
                    <a:pt x="1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1" name="Freeform 1675">
              <a:extLst>
                <a:ext uri="{FF2B5EF4-FFF2-40B4-BE49-F238E27FC236}">
                  <a16:creationId xmlns:a16="http://schemas.microsoft.com/office/drawing/2014/main" id="{E24F8AD3-4C84-5336-14C4-31DF64C5C448}"/>
                </a:ext>
              </a:extLst>
            </p:cNvPr>
            <p:cNvSpPr>
              <a:spLocks/>
            </p:cNvSpPr>
            <p:nvPr/>
          </p:nvSpPr>
          <p:spPr bwMode="auto">
            <a:xfrm rot="5094805">
              <a:off x="478434" y="214588"/>
              <a:ext cx="59409" cy="47985"/>
            </a:xfrm>
            <a:custGeom>
              <a:avLst/>
              <a:gdLst>
                <a:gd name="T0" fmla="*/ 10 w 24"/>
                <a:gd name="T1" fmla="*/ 1 h 19"/>
                <a:gd name="T2" fmla="*/ 23 w 24"/>
                <a:gd name="T3" fmla="*/ 6 h 19"/>
                <a:gd name="T4" fmla="*/ 13 w 24"/>
                <a:gd name="T5" fmla="*/ 18 h 19"/>
                <a:gd name="T6" fmla="*/ 0 w 24"/>
                <a:gd name="T7" fmla="*/ 11 h 19"/>
                <a:gd name="T8" fmla="*/ 10 w 24"/>
                <a:gd name="T9" fmla="*/ 1 h 19"/>
              </a:gdLst>
              <a:ahLst/>
              <a:cxnLst>
                <a:cxn ang="0">
                  <a:pos x="T0" y="T1"/>
                </a:cxn>
                <a:cxn ang="0">
                  <a:pos x="T2" y="T3"/>
                </a:cxn>
                <a:cxn ang="0">
                  <a:pos x="T4" y="T5"/>
                </a:cxn>
                <a:cxn ang="0">
                  <a:pos x="T6" y="T7"/>
                </a:cxn>
                <a:cxn ang="0">
                  <a:pos x="T8" y="T9"/>
                </a:cxn>
              </a:cxnLst>
              <a:rect l="0" t="0" r="r" b="b"/>
              <a:pathLst>
                <a:path w="24" h="19">
                  <a:moveTo>
                    <a:pt x="10" y="1"/>
                  </a:moveTo>
                  <a:cubicBezTo>
                    <a:pt x="16" y="0"/>
                    <a:pt x="21" y="2"/>
                    <a:pt x="23" y="6"/>
                  </a:cubicBezTo>
                  <a:cubicBezTo>
                    <a:pt x="24" y="11"/>
                    <a:pt x="20" y="16"/>
                    <a:pt x="13" y="18"/>
                  </a:cubicBezTo>
                  <a:cubicBezTo>
                    <a:pt x="7" y="19"/>
                    <a:pt x="1" y="16"/>
                    <a:pt x="0" y="11"/>
                  </a:cubicBezTo>
                  <a:cubicBezTo>
                    <a:pt x="0" y="7"/>
                    <a:pt x="4"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2" name="Freeform 1676">
              <a:extLst>
                <a:ext uri="{FF2B5EF4-FFF2-40B4-BE49-F238E27FC236}">
                  <a16:creationId xmlns:a16="http://schemas.microsoft.com/office/drawing/2014/main" id="{3DEF9FD3-A5BF-BD9C-F5F3-4057B8C51D15}"/>
                </a:ext>
              </a:extLst>
            </p:cNvPr>
            <p:cNvSpPr>
              <a:spLocks/>
            </p:cNvSpPr>
            <p:nvPr/>
          </p:nvSpPr>
          <p:spPr bwMode="auto">
            <a:xfrm rot="5094805">
              <a:off x="413322" y="23205"/>
              <a:ext cx="57124" cy="50269"/>
            </a:xfrm>
            <a:custGeom>
              <a:avLst/>
              <a:gdLst>
                <a:gd name="T0" fmla="*/ 13 w 23"/>
                <a:gd name="T1" fmla="*/ 19 h 21"/>
                <a:gd name="T2" fmla="*/ 0 w 23"/>
                <a:gd name="T3" fmla="*/ 14 h 21"/>
                <a:gd name="T4" fmla="*/ 10 w 23"/>
                <a:gd name="T5" fmla="*/ 3 h 21"/>
                <a:gd name="T6" fmla="*/ 23 w 23"/>
                <a:gd name="T7" fmla="*/ 7 h 21"/>
                <a:gd name="T8" fmla="*/ 13 w 23"/>
                <a:gd name="T9" fmla="*/ 19 h 21"/>
              </a:gdLst>
              <a:ahLst/>
              <a:cxnLst>
                <a:cxn ang="0">
                  <a:pos x="T0" y="T1"/>
                </a:cxn>
                <a:cxn ang="0">
                  <a:pos x="T2" y="T3"/>
                </a:cxn>
                <a:cxn ang="0">
                  <a:pos x="T4" y="T5"/>
                </a:cxn>
                <a:cxn ang="0">
                  <a:pos x="T6" y="T7"/>
                </a:cxn>
                <a:cxn ang="0">
                  <a:pos x="T8" y="T9"/>
                </a:cxn>
              </a:cxnLst>
              <a:rect l="0" t="0" r="r" b="b"/>
              <a:pathLst>
                <a:path w="23" h="21">
                  <a:moveTo>
                    <a:pt x="13" y="19"/>
                  </a:moveTo>
                  <a:cubicBezTo>
                    <a:pt x="7" y="21"/>
                    <a:pt x="1" y="19"/>
                    <a:pt x="0" y="14"/>
                  </a:cubicBezTo>
                  <a:cubicBezTo>
                    <a:pt x="0" y="10"/>
                    <a:pt x="4" y="5"/>
                    <a:pt x="10" y="3"/>
                  </a:cubicBezTo>
                  <a:cubicBezTo>
                    <a:pt x="16" y="0"/>
                    <a:pt x="22" y="2"/>
                    <a:pt x="23" y="7"/>
                  </a:cubicBezTo>
                  <a:cubicBezTo>
                    <a:pt x="23" y="12"/>
                    <a:pt x="19" y="17"/>
                    <a:pt x="1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3" name="Freeform 1696">
              <a:extLst>
                <a:ext uri="{FF2B5EF4-FFF2-40B4-BE49-F238E27FC236}">
                  <a16:creationId xmlns:a16="http://schemas.microsoft.com/office/drawing/2014/main" id="{62CB756D-C587-CE06-DD70-6A9B2F23FFD3}"/>
                </a:ext>
              </a:extLst>
            </p:cNvPr>
            <p:cNvSpPr>
              <a:spLocks/>
            </p:cNvSpPr>
            <p:nvPr/>
          </p:nvSpPr>
          <p:spPr bwMode="auto">
            <a:xfrm rot="5094805">
              <a:off x="1427444" y="4417885"/>
              <a:ext cx="52554" cy="27420"/>
            </a:xfrm>
            <a:custGeom>
              <a:avLst/>
              <a:gdLst>
                <a:gd name="T0" fmla="*/ 12 w 22"/>
                <a:gd name="T1" fmla="*/ 5 h 11"/>
                <a:gd name="T2" fmla="*/ 0 w 22"/>
                <a:gd name="T3" fmla="*/ 11 h 11"/>
                <a:gd name="T4" fmla="*/ 10 w 22"/>
                <a:gd name="T5" fmla="*/ 6 h 11"/>
                <a:gd name="T6" fmla="*/ 22 w 22"/>
                <a:gd name="T7" fmla="*/ 0 h 11"/>
                <a:gd name="T8" fmla="*/ 12 w 22"/>
                <a:gd name="T9" fmla="*/ 5 h 11"/>
              </a:gdLst>
              <a:ahLst/>
              <a:cxnLst>
                <a:cxn ang="0">
                  <a:pos x="T0" y="T1"/>
                </a:cxn>
                <a:cxn ang="0">
                  <a:pos x="T2" y="T3"/>
                </a:cxn>
                <a:cxn ang="0">
                  <a:pos x="T4" y="T5"/>
                </a:cxn>
                <a:cxn ang="0">
                  <a:pos x="T6" y="T7"/>
                </a:cxn>
                <a:cxn ang="0">
                  <a:pos x="T8" y="T9"/>
                </a:cxn>
              </a:cxnLst>
              <a:rect l="0" t="0" r="r" b="b"/>
              <a:pathLst>
                <a:path w="22" h="11">
                  <a:moveTo>
                    <a:pt x="12" y="5"/>
                  </a:moveTo>
                  <a:cubicBezTo>
                    <a:pt x="6" y="8"/>
                    <a:pt x="0" y="11"/>
                    <a:pt x="0" y="11"/>
                  </a:cubicBezTo>
                  <a:cubicBezTo>
                    <a:pt x="0" y="11"/>
                    <a:pt x="5" y="8"/>
                    <a:pt x="10" y="6"/>
                  </a:cubicBezTo>
                  <a:cubicBezTo>
                    <a:pt x="17" y="2"/>
                    <a:pt x="22" y="0"/>
                    <a:pt x="22" y="0"/>
                  </a:cubicBezTo>
                  <a:cubicBezTo>
                    <a:pt x="22" y="0"/>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4" name="Freeform 1697">
              <a:extLst>
                <a:ext uri="{FF2B5EF4-FFF2-40B4-BE49-F238E27FC236}">
                  <a16:creationId xmlns:a16="http://schemas.microsoft.com/office/drawing/2014/main" id="{CDBD3CB4-0AA5-4EF1-1206-BC3AEE7135D3}"/>
                </a:ext>
              </a:extLst>
            </p:cNvPr>
            <p:cNvSpPr>
              <a:spLocks/>
            </p:cNvSpPr>
            <p:nvPr/>
          </p:nvSpPr>
          <p:spPr bwMode="auto">
            <a:xfrm rot="5094805">
              <a:off x="1530931" y="4600964"/>
              <a:ext cx="61694" cy="27420"/>
            </a:xfrm>
            <a:custGeom>
              <a:avLst/>
              <a:gdLst>
                <a:gd name="T0" fmla="*/ 12 w 25"/>
                <a:gd name="T1" fmla="*/ 6 h 11"/>
                <a:gd name="T2" fmla="*/ 24 w 25"/>
                <a:gd name="T3" fmla="*/ 1 h 11"/>
                <a:gd name="T4" fmla="*/ 14 w 25"/>
                <a:gd name="T5" fmla="*/ 5 h 11"/>
                <a:gd name="T6" fmla="*/ 2 w 25"/>
                <a:gd name="T7" fmla="*/ 11 h 11"/>
                <a:gd name="T8" fmla="*/ 12 w 25"/>
                <a:gd name="T9" fmla="*/ 6 h 11"/>
              </a:gdLst>
              <a:ahLst/>
              <a:cxnLst>
                <a:cxn ang="0">
                  <a:pos x="T0" y="T1"/>
                </a:cxn>
                <a:cxn ang="0">
                  <a:pos x="T2" y="T3"/>
                </a:cxn>
                <a:cxn ang="0">
                  <a:pos x="T4" y="T5"/>
                </a:cxn>
                <a:cxn ang="0">
                  <a:pos x="T6" y="T7"/>
                </a:cxn>
                <a:cxn ang="0">
                  <a:pos x="T8" y="T9"/>
                </a:cxn>
              </a:cxnLst>
              <a:rect l="0" t="0" r="r" b="b"/>
              <a:pathLst>
                <a:path w="25" h="11">
                  <a:moveTo>
                    <a:pt x="12" y="6"/>
                  </a:moveTo>
                  <a:cubicBezTo>
                    <a:pt x="18" y="3"/>
                    <a:pt x="23" y="1"/>
                    <a:pt x="24" y="1"/>
                  </a:cubicBezTo>
                  <a:cubicBezTo>
                    <a:pt x="25" y="0"/>
                    <a:pt x="20" y="2"/>
                    <a:pt x="14" y="5"/>
                  </a:cubicBezTo>
                  <a:cubicBezTo>
                    <a:pt x="8" y="8"/>
                    <a:pt x="3" y="11"/>
                    <a:pt x="2" y="11"/>
                  </a:cubicBezTo>
                  <a:cubicBezTo>
                    <a:pt x="0" y="11"/>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5" name="Freeform 1698">
              <a:extLst>
                <a:ext uri="{FF2B5EF4-FFF2-40B4-BE49-F238E27FC236}">
                  <a16:creationId xmlns:a16="http://schemas.microsoft.com/office/drawing/2014/main" id="{70BDF795-EE3C-A037-DE65-7EA1C984231A}"/>
                </a:ext>
              </a:extLst>
            </p:cNvPr>
            <p:cNvSpPr>
              <a:spLocks/>
            </p:cNvSpPr>
            <p:nvPr/>
          </p:nvSpPr>
          <p:spPr bwMode="auto">
            <a:xfrm rot="5094805">
              <a:off x="1635477" y="4783309"/>
              <a:ext cx="59409" cy="27420"/>
            </a:xfrm>
            <a:custGeom>
              <a:avLst/>
              <a:gdLst>
                <a:gd name="T0" fmla="*/ 12 w 24"/>
                <a:gd name="T1" fmla="*/ 5 h 11"/>
                <a:gd name="T2" fmla="*/ 23 w 24"/>
                <a:gd name="T3" fmla="*/ 0 h 11"/>
                <a:gd name="T4" fmla="*/ 13 w 24"/>
                <a:gd name="T5" fmla="*/ 5 h 11"/>
                <a:gd name="T6" fmla="*/ 1 w 24"/>
                <a:gd name="T7" fmla="*/ 10 h 11"/>
                <a:gd name="T8" fmla="*/ 12 w 24"/>
                <a:gd name="T9" fmla="*/ 5 h 11"/>
              </a:gdLst>
              <a:ahLst/>
              <a:cxnLst>
                <a:cxn ang="0">
                  <a:pos x="T0" y="T1"/>
                </a:cxn>
                <a:cxn ang="0">
                  <a:pos x="T2" y="T3"/>
                </a:cxn>
                <a:cxn ang="0">
                  <a:pos x="T4" y="T5"/>
                </a:cxn>
                <a:cxn ang="0">
                  <a:pos x="T6" y="T7"/>
                </a:cxn>
                <a:cxn ang="0">
                  <a:pos x="T8" y="T9"/>
                </a:cxn>
              </a:cxnLst>
              <a:rect l="0" t="0" r="r" b="b"/>
              <a:pathLst>
                <a:path w="24" h="11">
                  <a:moveTo>
                    <a:pt x="12" y="5"/>
                  </a:moveTo>
                  <a:cubicBezTo>
                    <a:pt x="18" y="3"/>
                    <a:pt x="23" y="0"/>
                    <a:pt x="23" y="0"/>
                  </a:cubicBezTo>
                  <a:cubicBezTo>
                    <a:pt x="24" y="0"/>
                    <a:pt x="19" y="2"/>
                    <a:pt x="13" y="5"/>
                  </a:cubicBezTo>
                  <a:cubicBezTo>
                    <a:pt x="7" y="8"/>
                    <a:pt x="2" y="10"/>
                    <a:pt x="1" y="10"/>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6" name="Freeform 1699">
              <a:extLst>
                <a:ext uri="{FF2B5EF4-FFF2-40B4-BE49-F238E27FC236}">
                  <a16:creationId xmlns:a16="http://schemas.microsoft.com/office/drawing/2014/main" id="{3A7C447D-8B44-FAE4-725B-996964849DAF}"/>
                </a:ext>
              </a:extLst>
            </p:cNvPr>
            <p:cNvSpPr>
              <a:spLocks/>
            </p:cNvSpPr>
            <p:nvPr/>
          </p:nvSpPr>
          <p:spPr bwMode="auto">
            <a:xfrm rot="5094805">
              <a:off x="1737746" y="4968143"/>
              <a:ext cx="57124" cy="22850"/>
            </a:xfrm>
            <a:custGeom>
              <a:avLst/>
              <a:gdLst>
                <a:gd name="T0" fmla="*/ 23 w 23"/>
                <a:gd name="T1" fmla="*/ 0 h 9"/>
                <a:gd name="T2" fmla="*/ 13 w 23"/>
                <a:gd name="T3" fmla="*/ 4 h 9"/>
                <a:gd name="T4" fmla="*/ 1 w 23"/>
                <a:gd name="T5" fmla="*/ 9 h 9"/>
                <a:gd name="T6" fmla="*/ 12 w 23"/>
                <a:gd name="T7" fmla="*/ 4 h 9"/>
                <a:gd name="T8" fmla="*/ 23 w 23"/>
                <a:gd name="T9" fmla="*/ 0 h 9"/>
              </a:gdLst>
              <a:ahLst/>
              <a:cxnLst>
                <a:cxn ang="0">
                  <a:pos x="T0" y="T1"/>
                </a:cxn>
                <a:cxn ang="0">
                  <a:pos x="T2" y="T3"/>
                </a:cxn>
                <a:cxn ang="0">
                  <a:pos x="T4" y="T5"/>
                </a:cxn>
                <a:cxn ang="0">
                  <a:pos x="T6" y="T7"/>
                </a:cxn>
                <a:cxn ang="0">
                  <a:pos x="T8" y="T9"/>
                </a:cxn>
              </a:cxnLst>
              <a:rect l="0" t="0" r="r" b="b"/>
              <a:pathLst>
                <a:path w="23" h="9">
                  <a:moveTo>
                    <a:pt x="23" y="0"/>
                  </a:moveTo>
                  <a:cubicBezTo>
                    <a:pt x="23" y="0"/>
                    <a:pt x="19" y="2"/>
                    <a:pt x="13" y="4"/>
                  </a:cubicBezTo>
                  <a:cubicBezTo>
                    <a:pt x="7" y="7"/>
                    <a:pt x="1" y="9"/>
                    <a:pt x="1" y="9"/>
                  </a:cubicBezTo>
                  <a:cubicBezTo>
                    <a:pt x="0" y="9"/>
                    <a:pt x="6" y="7"/>
                    <a:pt x="12" y="4"/>
                  </a:cubicBezTo>
                  <a:cubicBezTo>
                    <a:pt x="18" y="2"/>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7" name="Freeform 1700">
              <a:extLst>
                <a:ext uri="{FF2B5EF4-FFF2-40B4-BE49-F238E27FC236}">
                  <a16:creationId xmlns:a16="http://schemas.microsoft.com/office/drawing/2014/main" id="{256BA7F2-E40E-584D-9267-BF47320FE3E0}"/>
                </a:ext>
              </a:extLst>
            </p:cNvPr>
            <p:cNvSpPr>
              <a:spLocks/>
            </p:cNvSpPr>
            <p:nvPr/>
          </p:nvSpPr>
          <p:spPr bwMode="auto">
            <a:xfrm rot="5094805">
              <a:off x="1829871" y="5152640"/>
              <a:ext cx="57124" cy="22850"/>
            </a:xfrm>
            <a:custGeom>
              <a:avLst/>
              <a:gdLst>
                <a:gd name="T0" fmla="*/ 23 w 23"/>
                <a:gd name="T1" fmla="*/ 0 h 9"/>
                <a:gd name="T2" fmla="*/ 14 w 23"/>
                <a:gd name="T3" fmla="*/ 3 h 9"/>
                <a:gd name="T4" fmla="*/ 0 w 23"/>
                <a:gd name="T5" fmla="*/ 9 h 9"/>
                <a:gd name="T6" fmla="*/ 11 w 23"/>
                <a:gd name="T7" fmla="*/ 4 h 9"/>
                <a:gd name="T8" fmla="*/ 23 w 23"/>
                <a:gd name="T9" fmla="*/ 0 h 9"/>
              </a:gdLst>
              <a:ahLst/>
              <a:cxnLst>
                <a:cxn ang="0">
                  <a:pos x="T0" y="T1"/>
                </a:cxn>
                <a:cxn ang="0">
                  <a:pos x="T2" y="T3"/>
                </a:cxn>
                <a:cxn ang="0">
                  <a:pos x="T4" y="T5"/>
                </a:cxn>
                <a:cxn ang="0">
                  <a:pos x="T6" y="T7"/>
                </a:cxn>
                <a:cxn ang="0">
                  <a:pos x="T8" y="T9"/>
                </a:cxn>
              </a:cxnLst>
              <a:rect l="0" t="0" r="r" b="b"/>
              <a:pathLst>
                <a:path w="23" h="9">
                  <a:moveTo>
                    <a:pt x="23" y="0"/>
                  </a:moveTo>
                  <a:cubicBezTo>
                    <a:pt x="23" y="0"/>
                    <a:pt x="19" y="1"/>
                    <a:pt x="14" y="3"/>
                  </a:cubicBezTo>
                  <a:cubicBezTo>
                    <a:pt x="7" y="6"/>
                    <a:pt x="1" y="8"/>
                    <a:pt x="0" y="9"/>
                  </a:cubicBezTo>
                  <a:cubicBezTo>
                    <a:pt x="0" y="9"/>
                    <a:pt x="5" y="7"/>
                    <a:pt x="11" y="4"/>
                  </a:cubicBezTo>
                  <a:cubicBezTo>
                    <a:pt x="17" y="2"/>
                    <a:pt x="22"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8" name="Freeform 1701">
              <a:extLst>
                <a:ext uri="{FF2B5EF4-FFF2-40B4-BE49-F238E27FC236}">
                  <a16:creationId xmlns:a16="http://schemas.microsoft.com/office/drawing/2014/main" id="{A5FB1E31-A438-8B0B-DC1D-B1515F79BC2F}"/>
                </a:ext>
              </a:extLst>
            </p:cNvPr>
            <p:cNvSpPr>
              <a:spLocks/>
            </p:cNvSpPr>
            <p:nvPr/>
          </p:nvSpPr>
          <p:spPr bwMode="auto">
            <a:xfrm rot="5094805">
              <a:off x="1917646" y="5342102"/>
              <a:ext cx="57124" cy="18280"/>
            </a:xfrm>
            <a:custGeom>
              <a:avLst/>
              <a:gdLst>
                <a:gd name="T0" fmla="*/ 12 w 23"/>
                <a:gd name="T1" fmla="*/ 4 h 8"/>
                <a:gd name="T2" fmla="*/ 0 w 23"/>
                <a:gd name="T3" fmla="*/ 8 h 8"/>
                <a:gd name="T4" fmla="*/ 11 w 23"/>
                <a:gd name="T5" fmla="*/ 5 h 8"/>
                <a:gd name="T6" fmla="*/ 23 w 23"/>
                <a:gd name="T7" fmla="*/ 0 h 8"/>
                <a:gd name="T8" fmla="*/ 12 w 23"/>
                <a:gd name="T9" fmla="*/ 4 h 8"/>
              </a:gdLst>
              <a:ahLst/>
              <a:cxnLst>
                <a:cxn ang="0">
                  <a:pos x="T0" y="T1"/>
                </a:cxn>
                <a:cxn ang="0">
                  <a:pos x="T2" y="T3"/>
                </a:cxn>
                <a:cxn ang="0">
                  <a:pos x="T4" y="T5"/>
                </a:cxn>
                <a:cxn ang="0">
                  <a:pos x="T6" y="T7"/>
                </a:cxn>
                <a:cxn ang="0">
                  <a:pos x="T8" y="T9"/>
                </a:cxn>
              </a:cxnLst>
              <a:rect l="0" t="0" r="r" b="b"/>
              <a:pathLst>
                <a:path w="23" h="8">
                  <a:moveTo>
                    <a:pt x="12" y="4"/>
                  </a:moveTo>
                  <a:cubicBezTo>
                    <a:pt x="6" y="6"/>
                    <a:pt x="0" y="8"/>
                    <a:pt x="0" y="8"/>
                  </a:cubicBezTo>
                  <a:cubicBezTo>
                    <a:pt x="0" y="8"/>
                    <a:pt x="5" y="7"/>
                    <a:pt x="11" y="5"/>
                  </a:cubicBezTo>
                  <a:cubicBezTo>
                    <a:pt x="17" y="2"/>
                    <a:pt x="23" y="0"/>
                    <a:pt x="23" y="0"/>
                  </a:cubicBezTo>
                  <a:cubicBezTo>
                    <a:pt x="23"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9" name="Freeform 1702">
              <a:extLst>
                <a:ext uri="{FF2B5EF4-FFF2-40B4-BE49-F238E27FC236}">
                  <a16:creationId xmlns:a16="http://schemas.microsoft.com/office/drawing/2014/main" id="{9F18D29D-3919-C38E-03AF-4C853523CD7E}"/>
                </a:ext>
              </a:extLst>
            </p:cNvPr>
            <p:cNvSpPr>
              <a:spLocks/>
            </p:cNvSpPr>
            <p:nvPr/>
          </p:nvSpPr>
          <p:spPr bwMode="auto">
            <a:xfrm rot="5094805">
              <a:off x="1994977" y="5529058"/>
              <a:ext cx="57124" cy="15995"/>
            </a:xfrm>
            <a:custGeom>
              <a:avLst/>
              <a:gdLst>
                <a:gd name="T0" fmla="*/ 10 w 23"/>
                <a:gd name="T1" fmla="*/ 4 h 7"/>
                <a:gd name="T2" fmla="*/ 23 w 23"/>
                <a:gd name="T3" fmla="*/ 1 h 7"/>
                <a:gd name="T4" fmla="*/ 13 w 23"/>
                <a:gd name="T5" fmla="*/ 3 h 7"/>
                <a:gd name="T6" fmla="*/ 0 w 23"/>
                <a:gd name="T7" fmla="*/ 7 h 7"/>
                <a:gd name="T8" fmla="*/ 10 w 23"/>
                <a:gd name="T9" fmla="*/ 4 h 7"/>
              </a:gdLst>
              <a:ahLst/>
              <a:cxnLst>
                <a:cxn ang="0">
                  <a:pos x="T0" y="T1"/>
                </a:cxn>
                <a:cxn ang="0">
                  <a:pos x="T2" y="T3"/>
                </a:cxn>
                <a:cxn ang="0">
                  <a:pos x="T4" y="T5"/>
                </a:cxn>
                <a:cxn ang="0">
                  <a:pos x="T6" y="T7"/>
                </a:cxn>
                <a:cxn ang="0">
                  <a:pos x="T8" y="T9"/>
                </a:cxn>
              </a:cxnLst>
              <a:rect l="0" t="0" r="r" b="b"/>
              <a:pathLst>
                <a:path w="23" h="7">
                  <a:moveTo>
                    <a:pt x="10" y="4"/>
                  </a:moveTo>
                  <a:cubicBezTo>
                    <a:pt x="17" y="3"/>
                    <a:pt x="22" y="1"/>
                    <a:pt x="23" y="1"/>
                  </a:cubicBezTo>
                  <a:cubicBezTo>
                    <a:pt x="23" y="0"/>
                    <a:pt x="19" y="2"/>
                    <a:pt x="13" y="3"/>
                  </a:cubicBezTo>
                  <a:cubicBezTo>
                    <a:pt x="6" y="5"/>
                    <a:pt x="0" y="7"/>
                    <a:pt x="0" y="7"/>
                  </a:cubicBezTo>
                  <a:cubicBezTo>
                    <a:pt x="0" y="7"/>
                    <a:pt x="4"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0" name="Freeform 1703">
              <a:extLst>
                <a:ext uri="{FF2B5EF4-FFF2-40B4-BE49-F238E27FC236}">
                  <a16:creationId xmlns:a16="http://schemas.microsoft.com/office/drawing/2014/main" id="{23B0EF81-C309-8FD6-3079-D3424BD9345A}"/>
                </a:ext>
              </a:extLst>
            </p:cNvPr>
            <p:cNvSpPr>
              <a:spLocks/>
            </p:cNvSpPr>
            <p:nvPr/>
          </p:nvSpPr>
          <p:spPr bwMode="auto">
            <a:xfrm rot="5094805">
              <a:off x="2059790" y="5715986"/>
              <a:ext cx="57124" cy="15995"/>
            </a:xfrm>
            <a:custGeom>
              <a:avLst/>
              <a:gdLst>
                <a:gd name="T0" fmla="*/ 13 w 23"/>
                <a:gd name="T1" fmla="*/ 2 h 6"/>
                <a:gd name="T2" fmla="*/ 0 w 23"/>
                <a:gd name="T3" fmla="*/ 6 h 6"/>
                <a:gd name="T4" fmla="*/ 10 w 23"/>
                <a:gd name="T5" fmla="*/ 4 h 6"/>
                <a:gd name="T6" fmla="*/ 23 w 23"/>
                <a:gd name="T7" fmla="*/ 1 h 6"/>
                <a:gd name="T8" fmla="*/ 13 w 23"/>
                <a:gd name="T9" fmla="*/ 2 h 6"/>
              </a:gdLst>
              <a:ahLst/>
              <a:cxnLst>
                <a:cxn ang="0">
                  <a:pos x="T0" y="T1"/>
                </a:cxn>
                <a:cxn ang="0">
                  <a:pos x="T2" y="T3"/>
                </a:cxn>
                <a:cxn ang="0">
                  <a:pos x="T4" y="T5"/>
                </a:cxn>
                <a:cxn ang="0">
                  <a:pos x="T6" y="T7"/>
                </a:cxn>
                <a:cxn ang="0">
                  <a:pos x="T8" y="T9"/>
                </a:cxn>
              </a:cxnLst>
              <a:rect l="0" t="0" r="r" b="b"/>
              <a:pathLst>
                <a:path w="23" h="6">
                  <a:moveTo>
                    <a:pt x="13" y="2"/>
                  </a:moveTo>
                  <a:cubicBezTo>
                    <a:pt x="7" y="4"/>
                    <a:pt x="1" y="5"/>
                    <a:pt x="0" y="6"/>
                  </a:cubicBezTo>
                  <a:cubicBezTo>
                    <a:pt x="0" y="6"/>
                    <a:pt x="5" y="5"/>
                    <a:pt x="10" y="4"/>
                  </a:cubicBezTo>
                  <a:cubicBezTo>
                    <a:pt x="17" y="2"/>
                    <a:pt x="23" y="1"/>
                    <a:pt x="23" y="1"/>
                  </a:cubicBezTo>
                  <a:cubicBezTo>
                    <a:pt x="23"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1" name="Freeform 1704">
              <a:extLst>
                <a:ext uri="{FF2B5EF4-FFF2-40B4-BE49-F238E27FC236}">
                  <a16:creationId xmlns:a16="http://schemas.microsoft.com/office/drawing/2014/main" id="{0F73AE36-B53C-127F-2E50-EF89C49A07C3}"/>
                </a:ext>
              </a:extLst>
            </p:cNvPr>
            <p:cNvSpPr>
              <a:spLocks/>
            </p:cNvSpPr>
            <p:nvPr/>
          </p:nvSpPr>
          <p:spPr bwMode="auto">
            <a:xfrm rot="5094805">
              <a:off x="2110109" y="5909829"/>
              <a:ext cx="59409" cy="11425"/>
            </a:xfrm>
            <a:custGeom>
              <a:avLst/>
              <a:gdLst>
                <a:gd name="T0" fmla="*/ 12 w 24"/>
                <a:gd name="T1" fmla="*/ 2 h 4"/>
                <a:gd name="T2" fmla="*/ 24 w 24"/>
                <a:gd name="T3" fmla="*/ 0 h 4"/>
                <a:gd name="T4" fmla="*/ 13 w 24"/>
                <a:gd name="T5" fmla="*/ 1 h 4"/>
                <a:gd name="T6" fmla="*/ 1 w 24"/>
                <a:gd name="T7" fmla="*/ 3 h 4"/>
                <a:gd name="T8" fmla="*/ 12 w 24"/>
                <a:gd name="T9" fmla="*/ 2 h 4"/>
              </a:gdLst>
              <a:ahLst/>
              <a:cxnLst>
                <a:cxn ang="0">
                  <a:pos x="T0" y="T1"/>
                </a:cxn>
                <a:cxn ang="0">
                  <a:pos x="T2" y="T3"/>
                </a:cxn>
                <a:cxn ang="0">
                  <a:pos x="T4" y="T5"/>
                </a:cxn>
                <a:cxn ang="0">
                  <a:pos x="T6" y="T7"/>
                </a:cxn>
                <a:cxn ang="0">
                  <a:pos x="T8" y="T9"/>
                </a:cxn>
              </a:cxnLst>
              <a:rect l="0" t="0" r="r" b="b"/>
              <a:pathLst>
                <a:path w="24" h="4">
                  <a:moveTo>
                    <a:pt x="12" y="2"/>
                  </a:moveTo>
                  <a:cubicBezTo>
                    <a:pt x="18" y="1"/>
                    <a:pt x="23" y="0"/>
                    <a:pt x="24" y="0"/>
                  </a:cubicBezTo>
                  <a:cubicBezTo>
                    <a:pt x="24" y="0"/>
                    <a:pt x="19" y="0"/>
                    <a:pt x="13" y="1"/>
                  </a:cubicBezTo>
                  <a:cubicBezTo>
                    <a:pt x="7" y="2"/>
                    <a:pt x="2" y="3"/>
                    <a:pt x="1" y="3"/>
                  </a:cubicBezTo>
                  <a:cubicBezTo>
                    <a:pt x="0" y="4"/>
                    <a:pt x="5"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2" name="Freeform 1705">
              <a:extLst>
                <a:ext uri="{FF2B5EF4-FFF2-40B4-BE49-F238E27FC236}">
                  <a16:creationId xmlns:a16="http://schemas.microsoft.com/office/drawing/2014/main" id="{ACAB76FE-202D-6C99-BD65-50E42147CCCD}"/>
                </a:ext>
              </a:extLst>
            </p:cNvPr>
            <p:cNvSpPr>
              <a:spLocks/>
            </p:cNvSpPr>
            <p:nvPr/>
          </p:nvSpPr>
          <p:spPr bwMode="auto">
            <a:xfrm rot="5094805">
              <a:off x="2148950" y="6104790"/>
              <a:ext cx="59409" cy="4570"/>
            </a:xfrm>
            <a:custGeom>
              <a:avLst/>
              <a:gdLst>
                <a:gd name="T0" fmla="*/ 11 w 24"/>
                <a:gd name="T1" fmla="*/ 1 h 2"/>
                <a:gd name="T2" fmla="*/ 23 w 24"/>
                <a:gd name="T3" fmla="*/ 0 h 2"/>
                <a:gd name="T4" fmla="*/ 13 w 24"/>
                <a:gd name="T5" fmla="*/ 0 h 2"/>
                <a:gd name="T6" fmla="*/ 1 w 24"/>
                <a:gd name="T7" fmla="*/ 2 h 2"/>
                <a:gd name="T8" fmla="*/ 11 w 24"/>
                <a:gd name="T9" fmla="*/ 1 h 2"/>
              </a:gdLst>
              <a:ahLst/>
              <a:cxnLst>
                <a:cxn ang="0">
                  <a:pos x="T0" y="T1"/>
                </a:cxn>
                <a:cxn ang="0">
                  <a:pos x="T2" y="T3"/>
                </a:cxn>
                <a:cxn ang="0">
                  <a:pos x="T4" y="T5"/>
                </a:cxn>
                <a:cxn ang="0">
                  <a:pos x="T6" y="T7"/>
                </a:cxn>
                <a:cxn ang="0">
                  <a:pos x="T8" y="T9"/>
                </a:cxn>
              </a:cxnLst>
              <a:rect l="0" t="0" r="r" b="b"/>
              <a:pathLst>
                <a:path w="24" h="2">
                  <a:moveTo>
                    <a:pt x="11" y="1"/>
                  </a:moveTo>
                  <a:cubicBezTo>
                    <a:pt x="17" y="1"/>
                    <a:pt x="23" y="0"/>
                    <a:pt x="23" y="0"/>
                  </a:cubicBezTo>
                  <a:cubicBezTo>
                    <a:pt x="24" y="0"/>
                    <a:pt x="19" y="0"/>
                    <a:pt x="13" y="0"/>
                  </a:cubicBezTo>
                  <a:cubicBezTo>
                    <a:pt x="7" y="1"/>
                    <a:pt x="1" y="1"/>
                    <a:pt x="1" y="2"/>
                  </a:cubicBezTo>
                  <a:cubicBezTo>
                    <a:pt x="0" y="2"/>
                    <a:pt x="5"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3" name="Freeform 1706">
              <a:extLst>
                <a:ext uri="{FF2B5EF4-FFF2-40B4-BE49-F238E27FC236}">
                  <a16:creationId xmlns:a16="http://schemas.microsoft.com/office/drawing/2014/main" id="{B1C3D4C1-8C24-9FA7-74CA-1EA89E2E0F0E}"/>
                </a:ext>
              </a:extLst>
            </p:cNvPr>
            <p:cNvSpPr>
              <a:spLocks/>
            </p:cNvSpPr>
            <p:nvPr/>
          </p:nvSpPr>
          <p:spPr bwMode="auto">
            <a:xfrm rot="5094805">
              <a:off x="2182102" y="6296830"/>
              <a:ext cx="59409" cy="4570"/>
            </a:xfrm>
            <a:custGeom>
              <a:avLst/>
              <a:gdLst>
                <a:gd name="T0" fmla="*/ 11 w 24"/>
                <a:gd name="T1" fmla="*/ 1 h 2"/>
                <a:gd name="T2" fmla="*/ 23 w 24"/>
                <a:gd name="T3" fmla="*/ 0 h 2"/>
                <a:gd name="T4" fmla="*/ 13 w 24"/>
                <a:gd name="T5" fmla="*/ 1 h 2"/>
                <a:gd name="T6" fmla="*/ 0 w 24"/>
                <a:gd name="T7" fmla="*/ 2 h 2"/>
                <a:gd name="T8" fmla="*/ 11 w 24"/>
                <a:gd name="T9" fmla="*/ 1 h 2"/>
              </a:gdLst>
              <a:ahLst/>
              <a:cxnLst>
                <a:cxn ang="0">
                  <a:pos x="T0" y="T1"/>
                </a:cxn>
                <a:cxn ang="0">
                  <a:pos x="T2" y="T3"/>
                </a:cxn>
                <a:cxn ang="0">
                  <a:pos x="T4" y="T5"/>
                </a:cxn>
                <a:cxn ang="0">
                  <a:pos x="T6" y="T7"/>
                </a:cxn>
                <a:cxn ang="0">
                  <a:pos x="T8" y="T9"/>
                </a:cxn>
              </a:cxnLst>
              <a:rect l="0" t="0" r="r" b="b"/>
              <a:pathLst>
                <a:path w="24" h="2">
                  <a:moveTo>
                    <a:pt x="11" y="1"/>
                  </a:moveTo>
                  <a:cubicBezTo>
                    <a:pt x="17" y="1"/>
                    <a:pt x="22" y="0"/>
                    <a:pt x="23" y="0"/>
                  </a:cubicBezTo>
                  <a:cubicBezTo>
                    <a:pt x="24" y="0"/>
                    <a:pt x="20" y="0"/>
                    <a:pt x="13" y="1"/>
                  </a:cubicBezTo>
                  <a:cubicBezTo>
                    <a:pt x="7" y="1"/>
                    <a:pt x="1" y="2"/>
                    <a:pt x="0" y="2"/>
                  </a:cubicBezTo>
                  <a:cubicBezTo>
                    <a:pt x="0" y="2"/>
                    <a:pt x="5"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4" name="Freeform 1707">
              <a:extLst>
                <a:ext uri="{FF2B5EF4-FFF2-40B4-BE49-F238E27FC236}">
                  <a16:creationId xmlns:a16="http://schemas.microsoft.com/office/drawing/2014/main" id="{9A4F88FC-C1E6-E1E9-394A-9245A0DB73C5}"/>
                </a:ext>
              </a:extLst>
            </p:cNvPr>
            <p:cNvSpPr>
              <a:spLocks/>
            </p:cNvSpPr>
            <p:nvPr/>
          </p:nvSpPr>
          <p:spPr bwMode="auto">
            <a:xfrm rot="5094805">
              <a:off x="2224464" y="6485871"/>
              <a:ext cx="57124" cy="11425"/>
            </a:xfrm>
            <a:custGeom>
              <a:avLst/>
              <a:gdLst>
                <a:gd name="T0" fmla="*/ 13 w 23"/>
                <a:gd name="T1" fmla="*/ 2 h 4"/>
                <a:gd name="T2" fmla="*/ 0 w 23"/>
                <a:gd name="T3" fmla="*/ 4 h 4"/>
                <a:gd name="T4" fmla="*/ 11 w 23"/>
                <a:gd name="T5" fmla="*/ 2 h 4"/>
                <a:gd name="T6" fmla="*/ 23 w 23"/>
                <a:gd name="T7" fmla="*/ 0 h 4"/>
                <a:gd name="T8" fmla="*/ 13 w 23"/>
                <a:gd name="T9" fmla="*/ 2 h 4"/>
              </a:gdLst>
              <a:ahLst/>
              <a:cxnLst>
                <a:cxn ang="0">
                  <a:pos x="T0" y="T1"/>
                </a:cxn>
                <a:cxn ang="0">
                  <a:pos x="T2" y="T3"/>
                </a:cxn>
                <a:cxn ang="0">
                  <a:pos x="T4" y="T5"/>
                </a:cxn>
                <a:cxn ang="0">
                  <a:pos x="T6" y="T7"/>
                </a:cxn>
                <a:cxn ang="0">
                  <a:pos x="T8" y="T9"/>
                </a:cxn>
              </a:cxnLst>
              <a:rect l="0" t="0" r="r" b="b"/>
              <a:pathLst>
                <a:path w="23" h="4">
                  <a:moveTo>
                    <a:pt x="13" y="2"/>
                  </a:moveTo>
                  <a:cubicBezTo>
                    <a:pt x="6" y="3"/>
                    <a:pt x="0" y="4"/>
                    <a:pt x="0" y="4"/>
                  </a:cubicBezTo>
                  <a:cubicBezTo>
                    <a:pt x="0" y="4"/>
                    <a:pt x="5" y="3"/>
                    <a:pt x="11" y="2"/>
                  </a:cubicBezTo>
                  <a:cubicBezTo>
                    <a:pt x="18" y="1"/>
                    <a:pt x="23" y="0"/>
                    <a:pt x="23" y="0"/>
                  </a:cubicBezTo>
                  <a:cubicBezTo>
                    <a:pt x="23"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5" name="Freeform 1708">
              <a:extLst>
                <a:ext uri="{FF2B5EF4-FFF2-40B4-BE49-F238E27FC236}">
                  <a16:creationId xmlns:a16="http://schemas.microsoft.com/office/drawing/2014/main" id="{B262C6B1-CEB7-1018-ABDD-50C4B8396C4F}"/>
                </a:ext>
              </a:extLst>
            </p:cNvPr>
            <p:cNvSpPr>
              <a:spLocks/>
            </p:cNvSpPr>
            <p:nvPr/>
          </p:nvSpPr>
          <p:spPr bwMode="auto">
            <a:xfrm rot="5094805">
              <a:off x="2274677" y="6677331"/>
              <a:ext cx="61694" cy="9140"/>
            </a:xfrm>
            <a:custGeom>
              <a:avLst/>
              <a:gdLst>
                <a:gd name="T0" fmla="*/ 12 w 25"/>
                <a:gd name="T1" fmla="*/ 2 h 4"/>
                <a:gd name="T2" fmla="*/ 24 w 25"/>
                <a:gd name="T3" fmla="*/ 0 h 4"/>
                <a:gd name="T4" fmla="*/ 14 w 25"/>
                <a:gd name="T5" fmla="*/ 2 h 4"/>
                <a:gd name="T6" fmla="*/ 2 w 25"/>
                <a:gd name="T7" fmla="*/ 4 h 4"/>
                <a:gd name="T8" fmla="*/ 12 w 25"/>
                <a:gd name="T9" fmla="*/ 2 h 4"/>
              </a:gdLst>
              <a:ahLst/>
              <a:cxnLst>
                <a:cxn ang="0">
                  <a:pos x="T0" y="T1"/>
                </a:cxn>
                <a:cxn ang="0">
                  <a:pos x="T2" y="T3"/>
                </a:cxn>
                <a:cxn ang="0">
                  <a:pos x="T4" y="T5"/>
                </a:cxn>
                <a:cxn ang="0">
                  <a:pos x="T6" y="T7"/>
                </a:cxn>
                <a:cxn ang="0">
                  <a:pos x="T8" y="T9"/>
                </a:cxn>
              </a:cxnLst>
              <a:rect l="0" t="0" r="r" b="b"/>
              <a:pathLst>
                <a:path w="25" h="4">
                  <a:moveTo>
                    <a:pt x="12" y="2"/>
                  </a:moveTo>
                  <a:cubicBezTo>
                    <a:pt x="18" y="1"/>
                    <a:pt x="23" y="0"/>
                    <a:pt x="24" y="0"/>
                  </a:cubicBezTo>
                  <a:cubicBezTo>
                    <a:pt x="25" y="0"/>
                    <a:pt x="21" y="1"/>
                    <a:pt x="14" y="2"/>
                  </a:cubicBezTo>
                  <a:cubicBezTo>
                    <a:pt x="8" y="3"/>
                    <a:pt x="3" y="4"/>
                    <a:pt x="2" y="4"/>
                  </a:cubicBezTo>
                  <a:cubicBezTo>
                    <a:pt x="0" y="4"/>
                    <a:pt x="5"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6" name="Freeform 1709">
              <a:extLst>
                <a:ext uri="{FF2B5EF4-FFF2-40B4-BE49-F238E27FC236}">
                  <a16:creationId xmlns:a16="http://schemas.microsoft.com/office/drawing/2014/main" id="{D688B5E2-1634-02A8-C502-527CFCA33D7F}"/>
                </a:ext>
              </a:extLst>
            </p:cNvPr>
            <p:cNvSpPr>
              <a:spLocks/>
            </p:cNvSpPr>
            <p:nvPr/>
          </p:nvSpPr>
          <p:spPr bwMode="auto">
            <a:xfrm rot="5094805">
              <a:off x="2334108" y="6865996"/>
              <a:ext cx="59409" cy="13710"/>
            </a:xfrm>
            <a:custGeom>
              <a:avLst/>
              <a:gdLst>
                <a:gd name="T0" fmla="*/ 11 w 24"/>
                <a:gd name="T1" fmla="*/ 2 h 6"/>
                <a:gd name="T2" fmla="*/ 23 w 24"/>
                <a:gd name="T3" fmla="*/ 0 h 6"/>
                <a:gd name="T4" fmla="*/ 12 w 24"/>
                <a:gd name="T5" fmla="*/ 4 h 6"/>
                <a:gd name="T6" fmla="*/ 0 w 24"/>
                <a:gd name="T7" fmla="*/ 6 h 6"/>
                <a:gd name="T8" fmla="*/ 11 w 24"/>
                <a:gd name="T9" fmla="*/ 2 h 6"/>
              </a:gdLst>
              <a:ahLst/>
              <a:cxnLst>
                <a:cxn ang="0">
                  <a:pos x="T0" y="T1"/>
                </a:cxn>
                <a:cxn ang="0">
                  <a:pos x="T2" y="T3"/>
                </a:cxn>
                <a:cxn ang="0">
                  <a:pos x="T4" y="T5"/>
                </a:cxn>
                <a:cxn ang="0">
                  <a:pos x="T6" y="T7"/>
                </a:cxn>
                <a:cxn ang="0">
                  <a:pos x="T8" y="T9"/>
                </a:cxn>
              </a:cxnLst>
              <a:rect l="0" t="0" r="r" b="b"/>
              <a:pathLst>
                <a:path w="24" h="6">
                  <a:moveTo>
                    <a:pt x="11" y="2"/>
                  </a:moveTo>
                  <a:cubicBezTo>
                    <a:pt x="17" y="1"/>
                    <a:pt x="23" y="0"/>
                    <a:pt x="23" y="0"/>
                  </a:cubicBezTo>
                  <a:cubicBezTo>
                    <a:pt x="24" y="0"/>
                    <a:pt x="19" y="2"/>
                    <a:pt x="12" y="4"/>
                  </a:cubicBezTo>
                  <a:cubicBezTo>
                    <a:pt x="7" y="5"/>
                    <a:pt x="1" y="6"/>
                    <a:pt x="0" y="6"/>
                  </a:cubicBezTo>
                  <a:cubicBezTo>
                    <a:pt x="0" y="5"/>
                    <a:pt x="5" y="4"/>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7" name="Freeform 1710">
              <a:extLst>
                <a:ext uri="{FF2B5EF4-FFF2-40B4-BE49-F238E27FC236}">
                  <a16:creationId xmlns:a16="http://schemas.microsoft.com/office/drawing/2014/main" id="{60AFE409-21CD-1EC2-EF82-E4AB34862A5F}"/>
                </a:ext>
              </a:extLst>
            </p:cNvPr>
            <p:cNvSpPr>
              <a:spLocks/>
            </p:cNvSpPr>
            <p:nvPr/>
          </p:nvSpPr>
          <p:spPr bwMode="auto">
            <a:xfrm rot="5094805">
              <a:off x="582051" y="1673690"/>
              <a:ext cx="54839" cy="25135"/>
            </a:xfrm>
            <a:custGeom>
              <a:avLst/>
              <a:gdLst>
                <a:gd name="T0" fmla="*/ 22 w 22"/>
                <a:gd name="T1" fmla="*/ 8 h 10"/>
                <a:gd name="T2" fmla="*/ 11 w 22"/>
                <a:gd name="T3" fmla="*/ 9 h 10"/>
                <a:gd name="T4" fmla="*/ 0 w 22"/>
                <a:gd name="T5" fmla="*/ 3 h 10"/>
                <a:gd name="T6" fmla="*/ 11 w 22"/>
                <a:gd name="T7" fmla="*/ 2 h 10"/>
                <a:gd name="T8" fmla="*/ 22 w 22"/>
                <a:gd name="T9" fmla="*/ 8 h 10"/>
              </a:gdLst>
              <a:ahLst/>
              <a:cxnLst>
                <a:cxn ang="0">
                  <a:pos x="T0" y="T1"/>
                </a:cxn>
                <a:cxn ang="0">
                  <a:pos x="T2" y="T3"/>
                </a:cxn>
                <a:cxn ang="0">
                  <a:pos x="T4" y="T5"/>
                </a:cxn>
                <a:cxn ang="0">
                  <a:pos x="T6" y="T7"/>
                </a:cxn>
                <a:cxn ang="0">
                  <a:pos x="T8" y="T9"/>
                </a:cxn>
              </a:cxnLst>
              <a:rect l="0" t="0" r="r" b="b"/>
              <a:pathLst>
                <a:path w="22" h="10">
                  <a:moveTo>
                    <a:pt x="22" y="8"/>
                  </a:moveTo>
                  <a:cubicBezTo>
                    <a:pt x="22" y="9"/>
                    <a:pt x="18" y="10"/>
                    <a:pt x="11" y="9"/>
                  </a:cubicBezTo>
                  <a:cubicBezTo>
                    <a:pt x="5" y="7"/>
                    <a:pt x="0" y="5"/>
                    <a:pt x="0" y="3"/>
                  </a:cubicBezTo>
                  <a:cubicBezTo>
                    <a:pt x="0" y="1"/>
                    <a:pt x="5" y="0"/>
                    <a:pt x="11" y="2"/>
                  </a:cubicBezTo>
                  <a:cubicBezTo>
                    <a:pt x="17" y="3"/>
                    <a:pt x="22" y="6"/>
                    <a:pt x="2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8" name="Freeform 1711">
              <a:extLst>
                <a:ext uri="{FF2B5EF4-FFF2-40B4-BE49-F238E27FC236}">
                  <a16:creationId xmlns:a16="http://schemas.microsoft.com/office/drawing/2014/main" id="{1D581550-4BD7-BE38-C33F-1A2F249C0061}"/>
                </a:ext>
              </a:extLst>
            </p:cNvPr>
            <p:cNvSpPr>
              <a:spLocks/>
            </p:cNvSpPr>
            <p:nvPr/>
          </p:nvSpPr>
          <p:spPr bwMode="auto">
            <a:xfrm rot="5094805">
              <a:off x="560676" y="1875056"/>
              <a:ext cx="57124" cy="18280"/>
            </a:xfrm>
            <a:custGeom>
              <a:avLst/>
              <a:gdLst>
                <a:gd name="T0" fmla="*/ 23 w 23"/>
                <a:gd name="T1" fmla="*/ 6 h 8"/>
                <a:gd name="T2" fmla="*/ 13 w 23"/>
                <a:gd name="T3" fmla="*/ 7 h 8"/>
                <a:gd name="T4" fmla="*/ 1 w 23"/>
                <a:gd name="T5" fmla="*/ 2 h 8"/>
                <a:gd name="T6" fmla="*/ 10 w 23"/>
                <a:gd name="T7" fmla="*/ 1 h 8"/>
                <a:gd name="T8" fmla="*/ 23 w 23"/>
                <a:gd name="T9" fmla="*/ 6 h 8"/>
              </a:gdLst>
              <a:ahLst/>
              <a:cxnLst>
                <a:cxn ang="0">
                  <a:pos x="T0" y="T1"/>
                </a:cxn>
                <a:cxn ang="0">
                  <a:pos x="T2" y="T3"/>
                </a:cxn>
                <a:cxn ang="0">
                  <a:pos x="T4" y="T5"/>
                </a:cxn>
                <a:cxn ang="0">
                  <a:pos x="T6" y="T7"/>
                </a:cxn>
                <a:cxn ang="0">
                  <a:pos x="T8" y="T9"/>
                </a:cxn>
              </a:cxnLst>
              <a:rect l="0" t="0" r="r" b="b"/>
              <a:pathLst>
                <a:path w="23" h="8">
                  <a:moveTo>
                    <a:pt x="23" y="6"/>
                  </a:moveTo>
                  <a:cubicBezTo>
                    <a:pt x="23" y="7"/>
                    <a:pt x="19" y="8"/>
                    <a:pt x="13" y="7"/>
                  </a:cubicBezTo>
                  <a:cubicBezTo>
                    <a:pt x="6" y="6"/>
                    <a:pt x="1" y="4"/>
                    <a:pt x="1" y="2"/>
                  </a:cubicBezTo>
                  <a:cubicBezTo>
                    <a:pt x="0" y="0"/>
                    <a:pt x="4" y="0"/>
                    <a:pt x="10" y="1"/>
                  </a:cubicBezTo>
                  <a:cubicBezTo>
                    <a:pt x="16" y="2"/>
                    <a:pt x="22" y="4"/>
                    <a:pt x="2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9" name="Freeform 1712">
              <a:extLst>
                <a:ext uri="{FF2B5EF4-FFF2-40B4-BE49-F238E27FC236}">
                  <a16:creationId xmlns:a16="http://schemas.microsoft.com/office/drawing/2014/main" id="{C19610ED-FC56-AB2C-4D55-C983B42FCACE}"/>
                </a:ext>
              </a:extLst>
            </p:cNvPr>
            <p:cNvSpPr>
              <a:spLocks/>
            </p:cNvSpPr>
            <p:nvPr/>
          </p:nvSpPr>
          <p:spPr bwMode="auto">
            <a:xfrm rot="5094805">
              <a:off x="547470" y="2076847"/>
              <a:ext cx="59409" cy="13710"/>
            </a:xfrm>
            <a:custGeom>
              <a:avLst/>
              <a:gdLst>
                <a:gd name="T0" fmla="*/ 10 w 24"/>
                <a:gd name="T1" fmla="*/ 1 h 6"/>
                <a:gd name="T2" fmla="*/ 23 w 24"/>
                <a:gd name="T3" fmla="*/ 4 h 6"/>
                <a:gd name="T4" fmla="*/ 13 w 24"/>
                <a:gd name="T5" fmla="*/ 5 h 6"/>
                <a:gd name="T6" fmla="*/ 1 w 24"/>
                <a:gd name="T7" fmla="*/ 1 h 6"/>
                <a:gd name="T8" fmla="*/ 10 w 24"/>
                <a:gd name="T9" fmla="*/ 1 h 6"/>
              </a:gdLst>
              <a:ahLst/>
              <a:cxnLst>
                <a:cxn ang="0">
                  <a:pos x="T0" y="T1"/>
                </a:cxn>
                <a:cxn ang="0">
                  <a:pos x="T2" y="T3"/>
                </a:cxn>
                <a:cxn ang="0">
                  <a:pos x="T4" y="T5"/>
                </a:cxn>
                <a:cxn ang="0">
                  <a:pos x="T6" y="T7"/>
                </a:cxn>
                <a:cxn ang="0">
                  <a:pos x="T8" y="T9"/>
                </a:cxn>
              </a:cxnLst>
              <a:rect l="0" t="0" r="r" b="b"/>
              <a:pathLst>
                <a:path w="24" h="6">
                  <a:moveTo>
                    <a:pt x="10" y="1"/>
                  </a:moveTo>
                  <a:cubicBezTo>
                    <a:pt x="16" y="1"/>
                    <a:pt x="22" y="3"/>
                    <a:pt x="23" y="4"/>
                  </a:cubicBezTo>
                  <a:cubicBezTo>
                    <a:pt x="24" y="5"/>
                    <a:pt x="19" y="6"/>
                    <a:pt x="13" y="5"/>
                  </a:cubicBezTo>
                  <a:cubicBezTo>
                    <a:pt x="7" y="4"/>
                    <a:pt x="2" y="3"/>
                    <a:pt x="1" y="1"/>
                  </a:cubicBezTo>
                  <a:cubicBezTo>
                    <a:pt x="0" y="0"/>
                    <a:pt x="5"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0" name="Freeform 1713">
              <a:extLst>
                <a:ext uri="{FF2B5EF4-FFF2-40B4-BE49-F238E27FC236}">
                  <a16:creationId xmlns:a16="http://schemas.microsoft.com/office/drawing/2014/main" id="{CE57686C-6945-0E78-21A9-942A8440BAAF}"/>
                </a:ext>
              </a:extLst>
            </p:cNvPr>
            <p:cNvSpPr>
              <a:spLocks/>
            </p:cNvSpPr>
            <p:nvPr/>
          </p:nvSpPr>
          <p:spPr bwMode="auto">
            <a:xfrm rot="5094805">
              <a:off x="548864" y="2274105"/>
              <a:ext cx="57124" cy="11425"/>
            </a:xfrm>
            <a:custGeom>
              <a:avLst/>
              <a:gdLst>
                <a:gd name="T0" fmla="*/ 22 w 23"/>
                <a:gd name="T1" fmla="*/ 3 h 4"/>
                <a:gd name="T2" fmla="*/ 11 w 23"/>
                <a:gd name="T3" fmla="*/ 3 h 4"/>
                <a:gd name="T4" fmla="*/ 0 w 23"/>
                <a:gd name="T5" fmla="*/ 1 h 4"/>
                <a:gd name="T6" fmla="*/ 11 w 23"/>
                <a:gd name="T7" fmla="*/ 1 h 4"/>
                <a:gd name="T8" fmla="*/ 22 w 23"/>
                <a:gd name="T9" fmla="*/ 3 h 4"/>
              </a:gdLst>
              <a:ahLst/>
              <a:cxnLst>
                <a:cxn ang="0">
                  <a:pos x="T0" y="T1"/>
                </a:cxn>
                <a:cxn ang="0">
                  <a:pos x="T2" y="T3"/>
                </a:cxn>
                <a:cxn ang="0">
                  <a:pos x="T4" y="T5"/>
                </a:cxn>
                <a:cxn ang="0">
                  <a:pos x="T6" y="T7"/>
                </a:cxn>
                <a:cxn ang="0">
                  <a:pos x="T8" y="T9"/>
                </a:cxn>
              </a:cxnLst>
              <a:rect l="0" t="0" r="r" b="b"/>
              <a:pathLst>
                <a:path w="23" h="4">
                  <a:moveTo>
                    <a:pt x="22" y="3"/>
                  </a:moveTo>
                  <a:cubicBezTo>
                    <a:pt x="23" y="3"/>
                    <a:pt x="18" y="4"/>
                    <a:pt x="11" y="3"/>
                  </a:cubicBezTo>
                  <a:cubicBezTo>
                    <a:pt x="5" y="3"/>
                    <a:pt x="0" y="2"/>
                    <a:pt x="0" y="1"/>
                  </a:cubicBezTo>
                  <a:cubicBezTo>
                    <a:pt x="0" y="0"/>
                    <a:pt x="5" y="0"/>
                    <a:pt x="11" y="1"/>
                  </a:cubicBezTo>
                  <a:cubicBezTo>
                    <a:pt x="17" y="1"/>
                    <a:pt x="22" y="2"/>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1" name="Freeform 1714">
              <a:extLst>
                <a:ext uri="{FF2B5EF4-FFF2-40B4-BE49-F238E27FC236}">
                  <a16:creationId xmlns:a16="http://schemas.microsoft.com/office/drawing/2014/main" id="{4816CE33-8FA3-D367-2326-EB538F4FE262}"/>
                </a:ext>
              </a:extLst>
            </p:cNvPr>
            <p:cNvSpPr>
              <a:spLocks/>
            </p:cNvSpPr>
            <p:nvPr/>
          </p:nvSpPr>
          <p:spPr bwMode="auto">
            <a:xfrm rot="5094805">
              <a:off x="566190" y="2469944"/>
              <a:ext cx="54839" cy="9140"/>
            </a:xfrm>
            <a:custGeom>
              <a:avLst/>
              <a:gdLst>
                <a:gd name="T0" fmla="*/ 13 w 23"/>
                <a:gd name="T1" fmla="*/ 2 h 3"/>
                <a:gd name="T2" fmla="*/ 0 w 23"/>
                <a:gd name="T3" fmla="*/ 2 h 3"/>
                <a:gd name="T4" fmla="*/ 10 w 23"/>
                <a:gd name="T5" fmla="*/ 1 h 3"/>
                <a:gd name="T6" fmla="*/ 22 w 23"/>
                <a:gd name="T7" fmla="*/ 1 h 3"/>
                <a:gd name="T8" fmla="*/ 13 w 23"/>
                <a:gd name="T9" fmla="*/ 2 h 3"/>
              </a:gdLst>
              <a:ahLst/>
              <a:cxnLst>
                <a:cxn ang="0">
                  <a:pos x="T0" y="T1"/>
                </a:cxn>
                <a:cxn ang="0">
                  <a:pos x="T2" y="T3"/>
                </a:cxn>
                <a:cxn ang="0">
                  <a:pos x="T4" y="T5"/>
                </a:cxn>
                <a:cxn ang="0">
                  <a:pos x="T6" y="T7"/>
                </a:cxn>
                <a:cxn ang="0">
                  <a:pos x="T8" y="T9"/>
                </a:cxn>
              </a:cxnLst>
              <a:rect l="0" t="0" r="r" b="b"/>
              <a:pathLst>
                <a:path w="23" h="3">
                  <a:moveTo>
                    <a:pt x="13" y="2"/>
                  </a:moveTo>
                  <a:cubicBezTo>
                    <a:pt x="6" y="3"/>
                    <a:pt x="1" y="2"/>
                    <a:pt x="0" y="2"/>
                  </a:cubicBezTo>
                  <a:cubicBezTo>
                    <a:pt x="0" y="1"/>
                    <a:pt x="4" y="1"/>
                    <a:pt x="10" y="1"/>
                  </a:cubicBezTo>
                  <a:cubicBezTo>
                    <a:pt x="16" y="0"/>
                    <a:pt x="21" y="0"/>
                    <a:pt x="22" y="1"/>
                  </a:cubicBezTo>
                  <a:cubicBezTo>
                    <a:pt x="23" y="1"/>
                    <a:pt x="19" y="2"/>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2" name="Freeform 1715">
              <a:extLst>
                <a:ext uri="{FF2B5EF4-FFF2-40B4-BE49-F238E27FC236}">
                  <a16:creationId xmlns:a16="http://schemas.microsoft.com/office/drawing/2014/main" id="{957ABA03-D1AE-3714-6B9A-3AC98A3D2021}"/>
                </a:ext>
              </a:extLst>
            </p:cNvPr>
            <p:cNvSpPr>
              <a:spLocks/>
            </p:cNvSpPr>
            <p:nvPr/>
          </p:nvSpPr>
          <p:spPr bwMode="auto">
            <a:xfrm rot="5094805">
              <a:off x="599342" y="2661984"/>
              <a:ext cx="54839" cy="9140"/>
            </a:xfrm>
            <a:custGeom>
              <a:avLst/>
              <a:gdLst>
                <a:gd name="T0" fmla="*/ 22 w 22"/>
                <a:gd name="T1" fmla="*/ 0 h 4"/>
                <a:gd name="T2" fmla="*/ 12 w 22"/>
                <a:gd name="T3" fmla="*/ 3 h 4"/>
                <a:gd name="T4" fmla="*/ 0 w 22"/>
                <a:gd name="T5" fmla="*/ 3 h 4"/>
                <a:gd name="T6" fmla="*/ 10 w 22"/>
                <a:gd name="T7" fmla="*/ 1 h 4"/>
                <a:gd name="T8" fmla="*/ 22 w 22"/>
                <a:gd name="T9" fmla="*/ 0 h 4"/>
              </a:gdLst>
              <a:ahLst/>
              <a:cxnLst>
                <a:cxn ang="0">
                  <a:pos x="T0" y="T1"/>
                </a:cxn>
                <a:cxn ang="0">
                  <a:pos x="T2" y="T3"/>
                </a:cxn>
                <a:cxn ang="0">
                  <a:pos x="T4" y="T5"/>
                </a:cxn>
                <a:cxn ang="0">
                  <a:pos x="T6" y="T7"/>
                </a:cxn>
                <a:cxn ang="0">
                  <a:pos x="T8" y="T9"/>
                </a:cxn>
              </a:cxnLst>
              <a:rect l="0" t="0" r="r" b="b"/>
              <a:pathLst>
                <a:path w="22" h="4">
                  <a:moveTo>
                    <a:pt x="22" y="0"/>
                  </a:moveTo>
                  <a:cubicBezTo>
                    <a:pt x="22" y="1"/>
                    <a:pt x="18" y="2"/>
                    <a:pt x="12" y="3"/>
                  </a:cubicBezTo>
                  <a:cubicBezTo>
                    <a:pt x="6" y="3"/>
                    <a:pt x="0" y="4"/>
                    <a:pt x="0" y="3"/>
                  </a:cubicBezTo>
                  <a:cubicBezTo>
                    <a:pt x="0" y="3"/>
                    <a:pt x="4" y="2"/>
                    <a:pt x="10" y="1"/>
                  </a:cubicBezTo>
                  <a:cubicBezTo>
                    <a:pt x="16" y="0"/>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3" name="Freeform 1716">
              <a:extLst>
                <a:ext uri="{FF2B5EF4-FFF2-40B4-BE49-F238E27FC236}">
                  <a16:creationId xmlns:a16="http://schemas.microsoft.com/office/drawing/2014/main" id="{A152D42A-D5C4-8102-6156-19553CFBEE22}"/>
                </a:ext>
              </a:extLst>
            </p:cNvPr>
            <p:cNvSpPr>
              <a:spLocks/>
            </p:cNvSpPr>
            <p:nvPr/>
          </p:nvSpPr>
          <p:spPr bwMode="auto">
            <a:xfrm rot="5094805">
              <a:off x="646044" y="2850427"/>
              <a:ext cx="57124" cy="11425"/>
            </a:xfrm>
            <a:custGeom>
              <a:avLst/>
              <a:gdLst>
                <a:gd name="T0" fmla="*/ 22 w 23"/>
                <a:gd name="T1" fmla="*/ 0 h 5"/>
                <a:gd name="T2" fmla="*/ 13 w 23"/>
                <a:gd name="T3" fmla="*/ 3 h 5"/>
                <a:gd name="T4" fmla="*/ 1 w 23"/>
                <a:gd name="T5" fmla="*/ 4 h 5"/>
                <a:gd name="T6" fmla="*/ 10 w 23"/>
                <a:gd name="T7" fmla="*/ 2 h 5"/>
                <a:gd name="T8" fmla="*/ 22 w 23"/>
                <a:gd name="T9" fmla="*/ 0 h 5"/>
              </a:gdLst>
              <a:ahLst/>
              <a:cxnLst>
                <a:cxn ang="0">
                  <a:pos x="T0" y="T1"/>
                </a:cxn>
                <a:cxn ang="0">
                  <a:pos x="T2" y="T3"/>
                </a:cxn>
                <a:cxn ang="0">
                  <a:pos x="T4" y="T5"/>
                </a:cxn>
                <a:cxn ang="0">
                  <a:pos x="T6" y="T7"/>
                </a:cxn>
                <a:cxn ang="0">
                  <a:pos x="T8" y="T9"/>
                </a:cxn>
              </a:cxnLst>
              <a:rect l="0" t="0" r="r" b="b"/>
              <a:pathLst>
                <a:path w="23" h="5">
                  <a:moveTo>
                    <a:pt x="22" y="0"/>
                  </a:moveTo>
                  <a:cubicBezTo>
                    <a:pt x="23" y="0"/>
                    <a:pt x="19" y="2"/>
                    <a:pt x="13" y="3"/>
                  </a:cubicBezTo>
                  <a:cubicBezTo>
                    <a:pt x="7" y="4"/>
                    <a:pt x="2" y="5"/>
                    <a:pt x="1" y="4"/>
                  </a:cubicBezTo>
                  <a:cubicBezTo>
                    <a:pt x="0" y="4"/>
                    <a:pt x="4" y="3"/>
                    <a:pt x="10" y="2"/>
                  </a:cubicBezTo>
                  <a:cubicBezTo>
                    <a:pt x="15" y="1"/>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4" name="Freeform 1717">
              <a:extLst>
                <a:ext uri="{FF2B5EF4-FFF2-40B4-BE49-F238E27FC236}">
                  <a16:creationId xmlns:a16="http://schemas.microsoft.com/office/drawing/2014/main" id="{80F0CC79-1BDA-DFB4-A828-438A2C6F3ECB}"/>
                </a:ext>
              </a:extLst>
            </p:cNvPr>
            <p:cNvSpPr>
              <a:spLocks/>
            </p:cNvSpPr>
            <p:nvPr/>
          </p:nvSpPr>
          <p:spPr bwMode="auto">
            <a:xfrm rot="5094805">
              <a:off x="709824" y="3036411"/>
              <a:ext cx="54839" cy="15995"/>
            </a:xfrm>
            <a:custGeom>
              <a:avLst/>
              <a:gdLst>
                <a:gd name="T0" fmla="*/ 22 w 22"/>
                <a:gd name="T1" fmla="*/ 0 h 6"/>
                <a:gd name="T2" fmla="*/ 11 w 22"/>
                <a:gd name="T3" fmla="*/ 4 h 6"/>
                <a:gd name="T4" fmla="*/ 0 w 22"/>
                <a:gd name="T5" fmla="*/ 6 h 6"/>
                <a:gd name="T6" fmla="*/ 10 w 22"/>
                <a:gd name="T7" fmla="*/ 2 h 6"/>
                <a:gd name="T8" fmla="*/ 22 w 22"/>
                <a:gd name="T9" fmla="*/ 0 h 6"/>
              </a:gdLst>
              <a:ahLst/>
              <a:cxnLst>
                <a:cxn ang="0">
                  <a:pos x="T0" y="T1"/>
                </a:cxn>
                <a:cxn ang="0">
                  <a:pos x="T2" y="T3"/>
                </a:cxn>
                <a:cxn ang="0">
                  <a:pos x="T4" y="T5"/>
                </a:cxn>
                <a:cxn ang="0">
                  <a:pos x="T6" y="T7"/>
                </a:cxn>
                <a:cxn ang="0">
                  <a:pos x="T8" y="T9"/>
                </a:cxn>
              </a:cxnLst>
              <a:rect l="0" t="0" r="r" b="b"/>
              <a:pathLst>
                <a:path w="22" h="6">
                  <a:moveTo>
                    <a:pt x="22" y="0"/>
                  </a:moveTo>
                  <a:cubicBezTo>
                    <a:pt x="22" y="1"/>
                    <a:pt x="17" y="2"/>
                    <a:pt x="11" y="4"/>
                  </a:cubicBezTo>
                  <a:cubicBezTo>
                    <a:pt x="5" y="6"/>
                    <a:pt x="0" y="6"/>
                    <a:pt x="0" y="6"/>
                  </a:cubicBezTo>
                  <a:cubicBezTo>
                    <a:pt x="0" y="5"/>
                    <a:pt x="4" y="4"/>
                    <a:pt x="10" y="2"/>
                  </a:cubicBezTo>
                  <a:cubicBezTo>
                    <a:pt x="16" y="1"/>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5" name="Freeform 1718">
              <a:extLst>
                <a:ext uri="{FF2B5EF4-FFF2-40B4-BE49-F238E27FC236}">
                  <a16:creationId xmlns:a16="http://schemas.microsoft.com/office/drawing/2014/main" id="{0FCB210D-B922-A393-B723-471553024EA2}"/>
                </a:ext>
              </a:extLst>
            </p:cNvPr>
            <p:cNvSpPr>
              <a:spLocks/>
            </p:cNvSpPr>
            <p:nvPr/>
          </p:nvSpPr>
          <p:spPr bwMode="auto">
            <a:xfrm rot="5094805">
              <a:off x="781562" y="3222625"/>
              <a:ext cx="57124" cy="18280"/>
            </a:xfrm>
            <a:custGeom>
              <a:avLst/>
              <a:gdLst>
                <a:gd name="T0" fmla="*/ 1 w 23"/>
                <a:gd name="T1" fmla="*/ 7 h 7"/>
                <a:gd name="T2" fmla="*/ 10 w 23"/>
                <a:gd name="T3" fmla="*/ 3 h 7"/>
                <a:gd name="T4" fmla="*/ 23 w 23"/>
                <a:gd name="T5" fmla="*/ 0 h 7"/>
                <a:gd name="T6" fmla="*/ 13 w 23"/>
                <a:gd name="T7" fmla="*/ 4 h 7"/>
                <a:gd name="T8" fmla="*/ 1 w 23"/>
                <a:gd name="T9" fmla="*/ 7 h 7"/>
              </a:gdLst>
              <a:ahLst/>
              <a:cxnLst>
                <a:cxn ang="0">
                  <a:pos x="T0" y="T1"/>
                </a:cxn>
                <a:cxn ang="0">
                  <a:pos x="T2" y="T3"/>
                </a:cxn>
                <a:cxn ang="0">
                  <a:pos x="T4" y="T5"/>
                </a:cxn>
                <a:cxn ang="0">
                  <a:pos x="T6" y="T7"/>
                </a:cxn>
                <a:cxn ang="0">
                  <a:pos x="T8" y="T9"/>
                </a:cxn>
              </a:cxnLst>
              <a:rect l="0" t="0" r="r" b="b"/>
              <a:pathLst>
                <a:path w="23" h="7">
                  <a:moveTo>
                    <a:pt x="1" y="7"/>
                  </a:moveTo>
                  <a:cubicBezTo>
                    <a:pt x="0" y="6"/>
                    <a:pt x="5" y="5"/>
                    <a:pt x="10" y="3"/>
                  </a:cubicBezTo>
                  <a:cubicBezTo>
                    <a:pt x="16" y="1"/>
                    <a:pt x="22" y="0"/>
                    <a:pt x="23" y="0"/>
                  </a:cubicBezTo>
                  <a:cubicBezTo>
                    <a:pt x="23" y="0"/>
                    <a:pt x="19" y="2"/>
                    <a:pt x="13" y="4"/>
                  </a:cubicBezTo>
                  <a:cubicBezTo>
                    <a:pt x="7" y="6"/>
                    <a:pt x="1" y="7"/>
                    <a:pt x="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6" name="Freeform 1719">
              <a:extLst>
                <a:ext uri="{FF2B5EF4-FFF2-40B4-BE49-F238E27FC236}">
                  <a16:creationId xmlns:a16="http://schemas.microsoft.com/office/drawing/2014/main" id="{050EE8EC-FAD4-E436-FF4C-88FACACAF246}"/>
                </a:ext>
              </a:extLst>
            </p:cNvPr>
            <p:cNvSpPr>
              <a:spLocks/>
            </p:cNvSpPr>
            <p:nvPr/>
          </p:nvSpPr>
          <p:spPr bwMode="auto">
            <a:xfrm rot="5094805">
              <a:off x="865827" y="3406785"/>
              <a:ext cx="54839" cy="22850"/>
            </a:xfrm>
            <a:custGeom>
              <a:avLst/>
              <a:gdLst>
                <a:gd name="T0" fmla="*/ 21 w 22"/>
                <a:gd name="T1" fmla="*/ 0 h 9"/>
                <a:gd name="T2" fmla="*/ 11 w 22"/>
                <a:gd name="T3" fmla="*/ 5 h 9"/>
                <a:gd name="T4" fmla="*/ 0 w 22"/>
                <a:gd name="T5" fmla="*/ 8 h 9"/>
                <a:gd name="T6" fmla="*/ 10 w 22"/>
                <a:gd name="T7" fmla="*/ 4 h 9"/>
                <a:gd name="T8" fmla="*/ 21 w 22"/>
                <a:gd name="T9" fmla="*/ 0 h 9"/>
              </a:gdLst>
              <a:ahLst/>
              <a:cxnLst>
                <a:cxn ang="0">
                  <a:pos x="T0" y="T1"/>
                </a:cxn>
                <a:cxn ang="0">
                  <a:pos x="T2" y="T3"/>
                </a:cxn>
                <a:cxn ang="0">
                  <a:pos x="T4" y="T5"/>
                </a:cxn>
                <a:cxn ang="0">
                  <a:pos x="T6" y="T7"/>
                </a:cxn>
                <a:cxn ang="0">
                  <a:pos x="T8" y="T9"/>
                </a:cxn>
              </a:cxnLst>
              <a:rect l="0" t="0" r="r" b="b"/>
              <a:pathLst>
                <a:path w="22" h="9">
                  <a:moveTo>
                    <a:pt x="21" y="0"/>
                  </a:moveTo>
                  <a:cubicBezTo>
                    <a:pt x="22" y="1"/>
                    <a:pt x="17" y="3"/>
                    <a:pt x="11" y="5"/>
                  </a:cubicBezTo>
                  <a:cubicBezTo>
                    <a:pt x="4" y="7"/>
                    <a:pt x="0" y="9"/>
                    <a:pt x="0" y="8"/>
                  </a:cubicBezTo>
                  <a:cubicBezTo>
                    <a:pt x="0" y="8"/>
                    <a:pt x="4" y="6"/>
                    <a:pt x="10" y="4"/>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7" name="Freeform 1720">
              <a:extLst>
                <a:ext uri="{FF2B5EF4-FFF2-40B4-BE49-F238E27FC236}">
                  <a16:creationId xmlns:a16="http://schemas.microsoft.com/office/drawing/2014/main" id="{07D710CF-89DC-DABD-440F-4F6E6590F37C}"/>
                </a:ext>
              </a:extLst>
            </p:cNvPr>
            <p:cNvSpPr>
              <a:spLocks/>
            </p:cNvSpPr>
            <p:nvPr/>
          </p:nvSpPr>
          <p:spPr bwMode="auto">
            <a:xfrm rot="5094805">
              <a:off x="954431" y="3590346"/>
              <a:ext cx="57124" cy="22850"/>
            </a:xfrm>
            <a:custGeom>
              <a:avLst/>
              <a:gdLst>
                <a:gd name="T0" fmla="*/ 22 w 23"/>
                <a:gd name="T1" fmla="*/ 0 h 9"/>
                <a:gd name="T2" fmla="*/ 12 w 23"/>
                <a:gd name="T3" fmla="*/ 4 h 9"/>
                <a:gd name="T4" fmla="*/ 0 w 23"/>
                <a:gd name="T5" fmla="*/ 9 h 9"/>
                <a:gd name="T6" fmla="*/ 10 w 23"/>
                <a:gd name="T7" fmla="*/ 4 h 9"/>
                <a:gd name="T8" fmla="*/ 22 w 23"/>
                <a:gd name="T9" fmla="*/ 0 h 9"/>
              </a:gdLst>
              <a:ahLst/>
              <a:cxnLst>
                <a:cxn ang="0">
                  <a:pos x="T0" y="T1"/>
                </a:cxn>
                <a:cxn ang="0">
                  <a:pos x="T2" y="T3"/>
                </a:cxn>
                <a:cxn ang="0">
                  <a:pos x="T4" y="T5"/>
                </a:cxn>
                <a:cxn ang="0">
                  <a:pos x="T6" y="T7"/>
                </a:cxn>
                <a:cxn ang="0">
                  <a:pos x="T8" y="T9"/>
                </a:cxn>
              </a:cxnLst>
              <a:rect l="0" t="0" r="r" b="b"/>
              <a:pathLst>
                <a:path w="23" h="9">
                  <a:moveTo>
                    <a:pt x="22" y="0"/>
                  </a:moveTo>
                  <a:cubicBezTo>
                    <a:pt x="23" y="0"/>
                    <a:pt x="18" y="2"/>
                    <a:pt x="12" y="4"/>
                  </a:cubicBezTo>
                  <a:cubicBezTo>
                    <a:pt x="6" y="7"/>
                    <a:pt x="1" y="9"/>
                    <a:pt x="0" y="9"/>
                  </a:cubicBezTo>
                  <a:cubicBezTo>
                    <a:pt x="0" y="8"/>
                    <a:pt x="5" y="6"/>
                    <a:pt x="10" y="4"/>
                  </a:cubicBezTo>
                  <a:cubicBezTo>
                    <a:pt x="16" y="2"/>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8" name="Freeform 1721">
              <a:extLst>
                <a:ext uri="{FF2B5EF4-FFF2-40B4-BE49-F238E27FC236}">
                  <a16:creationId xmlns:a16="http://schemas.microsoft.com/office/drawing/2014/main" id="{D0B7A809-17AA-8DE6-33D0-966E74412B60}"/>
                </a:ext>
              </a:extLst>
            </p:cNvPr>
            <p:cNvSpPr>
              <a:spLocks/>
            </p:cNvSpPr>
            <p:nvPr/>
          </p:nvSpPr>
          <p:spPr bwMode="auto">
            <a:xfrm rot="5094805">
              <a:off x="1056807" y="3772991"/>
              <a:ext cx="52554" cy="25135"/>
            </a:xfrm>
            <a:custGeom>
              <a:avLst/>
              <a:gdLst>
                <a:gd name="T0" fmla="*/ 12 w 22"/>
                <a:gd name="T1" fmla="*/ 5 h 10"/>
                <a:gd name="T2" fmla="*/ 0 w 22"/>
                <a:gd name="T3" fmla="*/ 10 h 10"/>
                <a:gd name="T4" fmla="*/ 10 w 22"/>
                <a:gd name="T5" fmla="*/ 5 h 10"/>
                <a:gd name="T6" fmla="*/ 22 w 22"/>
                <a:gd name="T7" fmla="*/ 1 h 10"/>
                <a:gd name="T8" fmla="*/ 12 w 22"/>
                <a:gd name="T9" fmla="*/ 5 h 10"/>
              </a:gdLst>
              <a:ahLst/>
              <a:cxnLst>
                <a:cxn ang="0">
                  <a:pos x="T0" y="T1"/>
                </a:cxn>
                <a:cxn ang="0">
                  <a:pos x="T2" y="T3"/>
                </a:cxn>
                <a:cxn ang="0">
                  <a:pos x="T4" y="T5"/>
                </a:cxn>
                <a:cxn ang="0">
                  <a:pos x="T6" y="T7"/>
                </a:cxn>
                <a:cxn ang="0">
                  <a:pos x="T8" y="T9"/>
                </a:cxn>
              </a:cxnLst>
              <a:rect l="0" t="0" r="r" b="b"/>
              <a:pathLst>
                <a:path w="22" h="10">
                  <a:moveTo>
                    <a:pt x="12" y="5"/>
                  </a:moveTo>
                  <a:cubicBezTo>
                    <a:pt x="6" y="8"/>
                    <a:pt x="1" y="10"/>
                    <a:pt x="0" y="10"/>
                  </a:cubicBezTo>
                  <a:cubicBezTo>
                    <a:pt x="0" y="10"/>
                    <a:pt x="4" y="8"/>
                    <a:pt x="10" y="5"/>
                  </a:cubicBezTo>
                  <a:cubicBezTo>
                    <a:pt x="16" y="3"/>
                    <a:pt x="21" y="0"/>
                    <a:pt x="22" y="1"/>
                  </a:cubicBezTo>
                  <a:cubicBezTo>
                    <a:pt x="22" y="1"/>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9" name="Freeform 1722">
              <a:extLst>
                <a:ext uri="{FF2B5EF4-FFF2-40B4-BE49-F238E27FC236}">
                  <a16:creationId xmlns:a16="http://schemas.microsoft.com/office/drawing/2014/main" id="{59663E79-1219-C7A1-2889-73669434F105}"/>
                </a:ext>
              </a:extLst>
            </p:cNvPr>
            <p:cNvSpPr>
              <a:spLocks/>
            </p:cNvSpPr>
            <p:nvPr/>
          </p:nvSpPr>
          <p:spPr bwMode="auto">
            <a:xfrm rot="5094805">
              <a:off x="1158027" y="3956475"/>
              <a:ext cx="57124" cy="25135"/>
            </a:xfrm>
            <a:custGeom>
              <a:avLst/>
              <a:gdLst>
                <a:gd name="T0" fmla="*/ 22 w 23"/>
                <a:gd name="T1" fmla="*/ 0 h 10"/>
                <a:gd name="T2" fmla="*/ 13 w 23"/>
                <a:gd name="T3" fmla="*/ 5 h 10"/>
                <a:gd name="T4" fmla="*/ 1 w 23"/>
                <a:gd name="T5" fmla="*/ 10 h 10"/>
                <a:gd name="T6" fmla="*/ 10 w 23"/>
                <a:gd name="T7" fmla="*/ 6 h 10"/>
                <a:gd name="T8" fmla="*/ 22 w 23"/>
                <a:gd name="T9" fmla="*/ 0 h 10"/>
              </a:gdLst>
              <a:ahLst/>
              <a:cxnLst>
                <a:cxn ang="0">
                  <a:pos x="T0" y="T1"/>
                </a:cxn>
                <a:cxn ang="0">
                  <a:pos x="T2" y="T3"/>
                </a:cxn>
                <a:cxn ang="0">
                  <a:pos x="T4" y="T5"/>
                </a:cxn>
                <a:cxn ang="0">
                  <a:pos x="T6" y="T7"/>
                </a:cxn>
                <a:cxn ang="0">
                  <a:pos x="T8" y="T9"/>
                </a:cxn>
              </a:cxnLst>
              <a:rect l="0" t="0" r="r" b="b"/>
              <a:pathLst>
                <a:path w="23" h="10">
                  <a:moveTo>
                    <a:pt x="22" y="0"/>
                  </a:moveTo>
                  <a:cubicBezTo>
                    <a:pt x="23" y="0"/>
                    <a:pt x="19" y="2"/>
                    <a:pt x="13" y="5"/>
                  </a:cubicBezTo>
                  <a:cubicBezTo>
                    <a:pt x="7" y="8"/>
                    <a:pt x="2" y="10"/>
                    <a:pt x="1" y="10"/>
                  </a:cubicBezTo>
                  <a:cubicBezTo>
                    <a:pt x="0" y="10"/>
                    <a:pt x="4" y="8"/>
                    <a:pt x="10" y="6"/>
                  </a:cubicBezTo>
                  <a:cubicBezTo>
                    <a:pt x="15" y="3"/>
                    <a:pt x="21" y="1"/>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0" name="Freeform 1723">
              <a:extLst>
                <a:ext uri="{FF2B5EF4-FFF2-40B4-BE49-F238E27FC236}">
                  <a16:creationId xmlns:a16="http://schemas.microsoft.com/office/drawing/2014/main" id="{C993707C-C0D6-6E40-A5C2-E4AD7C2CA78B}"/>
                </a:ext>
              </a:extLst>
            </p:cNvPr>
            <p:cNvSpPr>
              <a:spLocks/>
            </p:cNvSpPr>
            <p:nvPr/>
          </p:nvSpPr>
          <p:spPr bwMode="auto">
            <a:xfrm rot="5094805">
              <a:off x="1264848" y="4138618"/>
              <a:ext cx="54839" cy="25135"/>
            </a:xfrm>
            <a:custGeom>
              <a:avLst/>
              <a:gdLst>
                <a:gd name="T0" fmla="*/ 10 w 22"/>
                <a:gd name="T1" fmla="*/ 5 h 10"/>
                <a:gd name="T2" fmla="*/ 22 w 22"/>
                <a:gd name="T3" fmla="*/ 0 h 10"/>
                <a:gd name="T4" fmla="*/ 12 w 22"/>
                <a:gd name="T5" fmla="*/ 5 h 10"/>
                <a:gd name="T6" fmla="*/ 0 w 22"/>
                <a:gd name="T7" fmla="*/ 10 h 10"/>
                <a:gd name="T8" fmla="*/ 10 w 22"/>
                <a:gd name="T9" fmla="*/ 5 h 10"/>
              </a:gdLst>
              <a:ahLst/>
              <a:cxnLst>
                <a:cxn ang="0">
                  <a:pos x="T0" y="T1"/>
                </a:cxn>
                <a:cxn ang="0">
                  <a:pos x="T2" y="T3"/>
                </a:cxn>
                <a:cxn ang="0">
                  <a:pos x="T4" y="T5"/>
                </a:cxn>
                <a:cxn ang="0">
                  <a:pos x="T6" y="T7"/>
                </a:cxn>
                <a:cxn ang="0">
                  <a:pos x="T8" y="T9"/>
                </a:cxn>
              </a:cxnLst>
              <a:rect l="0" t="0" r="r" b="b"/>
              <a:pathLst>
                <a:path w="22" h="10">
                  <a:moveTo>
                    <a:pt x="10" y="5"/>
                  </a:moveTo>
                  <a:cubicBezTo>
                    <a:pt x="15" y="3"/>
                    <a:pt x="21" y="0"/>
                    <a:pt x="22" y="0"/>
                  </a:cubicBezTo>
                  <a:cubicBezTo>
                    <a:pt x="22" y="0"/>
                    <a:pt x="18" y="2"/>
                    <a:pt x="12" y="5"/>
                  </a:cubicBezTo>
                  <a:cubicBezTo>
                    <a:pt x="6" y="8"/>
                    <a:pt x="1" y="10"/>
                    <a:pt x="0" y="10"/>
                  </a:cubicBezTo>
                  <a:cubicBezTo>
                    <a:pt x="0" y="10"/>
                    <a:pt x="4" y="8"/>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1" name="Freeform 1724">
              <a:extLst>
                <a:ext uri="{FF2B5EF4-FFF2-40B4-BE49-F238E27FC236}">
                  <a16:creationId xmlns:a16="http://schemas.microsoft.com/office/drawing/2014/main" id="{0BA092E4-FDA3-8B4F-903F-A8444EBA0C86}"/>
                </a:ext>
              </a:extLst>
            </p:cNvPr>
            <p:cNvSpPr>
              <a:spLocks/>
            </p:cNvSpPr>
            <p:nvPr/>
          </p:nvSpPr>
          <p:spPr bwMode="auto">
            <a:xfrm rot="5094805">
              <a:off x="603320" y="1472226"/>
              <a:ext cx="54839" cy="29705"/>
            </a:xfrm>
            <a:custGeom>
              <a:avLst/>
              <a:gdLst>
                <a:gd name="T0" fmla="*/ 23 w 23"/>
                <a:gd name="T1" fmla="*/ 9 h 12"/>
                <a:gd name="T2" fmla="*/ 12 w 23"/>
                <a:gd name="T3" fmla="*/ 11 h 12"/>
                <a:gd name="T4" fmla="*/ 0 w 23"/>
                <a:gd name="T5" fmla="*/ 4 h 12"/>
                <a:gd name="T6" fmla="*/ 10 w 23"/>
                <a:gd name="T7" fmla="*/ 2 h 12"/>
                <a:gd name="T8" fmla="*/ 23 w 23"/>
                <a:gd name="T9" fmla="*/ 9 h 12"/>
              </a:gdLst>
              <a:ahLst/>
              <a:cxnLst>
                <a:cxn ang="0">
                  <a:pos x="T0" y="T1"/>
                </a:cxn>
                <a:cxn ang="0">
                  <a:pos x="T2" y="T3"/>
                </a:cxn>
                <a:cxn ang="0">
                  <a:pos x="T4" y="T5"/>
                </a:cxn>
                <a:cxn ang="0">
                  <a:pos x="T6" y="T7"/>
                </a:cxn>
                <a:cxn ang="0">
                  <a:pos x="T8" y="T9"/>
                </a:cxn>
              </a:cxnLst>
              <a:rect l="0" t="0" r="r" b="b"/>
              <a:pathLst>
                <a:path w="23" h="12">
                  <a:moveTo>
                    <a:pt x="23" y="9"/>
                  </a:moveTo>
                  <a:cubicBezTo>
                    <a:pt x="23" y="11"/>
                    <a:pt x="19" y="12"/>
                    <a:pt x="12" y="11"/>
                  </a:cubicBezTo>
                  <a:cubicBezTo>
                    <a:pt x="6" y="10"/>
                    <a:pt x="1" y="7"/>
                    <a:pt x="0" y="4"/>
                  </a:cubicBezTo>
                  <a:cubicBezTo>
                    <a:pt x="0" y="2"/>
                    <a:pt x="5" y="0"/>
                    <a:pt x="10" y="2"/>
                  </a:cubicBezTo>
                  <a:cubicBezTo>
                    <a:pt x="16" y="3"/>
                    <a:pt x="22" y="6"/>
                    <a:pt x="2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2" name="Freeform 1725">
              <a:extLst>
                <a:ext uri="{FF2B5EF4-FFF2-40B4-BE49-F238E27FC236}">
                  <a16:creationId xmlns:a16="http://schemas.microsoft.com/office/drawing/2014/main" id="{DDAEE0C8-6E6B-4189-9EA3-CE8C0288D155}"/>
                </a:ext>
              </a:extLst>
            </p:cNvPr>
            <p:cNvSpPr>
              <a:spLocks/>
            </p:cNvSpPr>
            <p:nvPr/>
          </p:nvSpPr>
          <p:spPr bwMode="auto">
            <a:xfrm rot="5094805">
              <a:off x="620028" y="1270966"/>
              <a:ext cx="59409" cy="34275"/>
            </a:xfrm>
            <a:custGeom>
              <a:avLst/>
              <a:gdLst>
                <a:gd name="T0" fmla="*/ 23 w 24"/>
                <a:gd name="T1" fmla="*/ 9 h 14"/>
                <a:gd name="T2" fmla="*/ 13 w 24"/>
                <a:gd name="T3" fmla="*/ 12 h 14"/>
                <a:gd name="T4" fmla="*/ 1 w 24"/>
                <a:gd name="T5" fmla="*/ 5 h 14"/>
                <a:gd name="T6" fmla="*/ 11 w 24"/>
                <a:gd name="T7" fmla="*/ 1 h 14"/>
                <a:gd name="T8" fmla="*/ 23 w 24"/>
                <a:gd name="T9" fmla="*/ 9 h 14"/>
              </a:gdLst>
              <a:ahLst/>
              <a:cxnLst>
                <a:cxn ang="0">
                  <a:pos x="T0" y="T1"/>
                </a:cxn>
                <a:cxn ang="0">
                  <a:pos x="T2" y="T3"/>
                </a:cxn>
                <a:cxn ang="0">
                  <a:pos x="T4" y="T5"/>
                </a:cxn>
                <a:cxn ang="0">
                  <a:pos x="T6" y="T7"/>
                </a:cxn>
                <a:cxn ang="0">
                  <a:pos x="T8" y="T9"/>
                </a:cxn>
              </a:cxnLst>
              <a:rect l="0" t="0" r="r" b="b"/>
              <a:pathLst>
                <a:path w="24" h="14">
                  <a:moveTo>
                    <a:pt x="23" y="9"/>
                  </a:moveTo>
                  <a:cubicBezTo>
                    <a:pt x="24" y="12"/>
                    <a:pt x="19" y="14"/>
                    <a:pt x="13" y="12"/>
                  </a:cubicBezTo>
                  <a:cubicBezTo>
                    <a:pt x="7" y="11"/>
                    <a:pt x="1" y="8"/>
                    <a:pt x="1" y="5"/>
                  </a:cubicBezTo>
                  <a:cubicBezTo>
                    <a:pt x="0" y="2"/>
                    <a:pt x="5" y="0"/>
                    <a:pt x="11" y="1"/>
                  </a:cubicBezTo>
                  <a:cubicBezTo>
                    <a:pt x="17" y="3"/>
                    <a:pt x="22" y="6"/>
                    <a:pt x="2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3" name="Freeform 1726">
              <a:extLst>
                <a:ext uri="{FF2B5EF4-FFF2-40B4-BE49-F238E27FC236}">
                  <a16:creationId xmlns:a16="http://schemas.microsoft.com/office/drawing/2014/main" id="{606575C6-D1B1-670F-F2AA-189F631D0EEC}"/>
                </a:ext>
              </a:extLst>
            </p:cNvPr>
            <p:cNvSpPr>
              <a:spLocks/>
            </p:cNvSpPr>
            <p:nvPr/>
          </p:nvSpPr>
          <p:spPr bwMode="auto">
            <a:xfrm rot="5094805">
              <a:off x="634672" y="1074672"/>
              <a:ext cx="59409" cy="34275"/>
            </a:xfrm>
            <a:custGeom>
              <a:avLst/>
              <a:gdLst>
                <a:gd name="T0" fmla="*/ 23 w 24"/>
                <a:gd name="T1" fmla="*/ 8 h 14"/>
                <a:gd name="T2" fmla="*/ 13 w 24"/>
                <a:gd name="T3" fmla="*/ 13 h 14"/>
                <a:gd name="T4" fmla="*/ 1 w 24"/>
                <a:gd name="T5" fmla="*/ 6 h 14"/>
                <a:gd name="T6" fmla="*/ 10 w 24"/>
                <a:gd name="T7" fmla="*/ 0 h 14"/>
                <a:gd name="T8" fmla="*/ 23 w 24"/>
                <a:gd name="T9" fmla="*/ 8 h 14"/>
              </a:gdLst>
              <a:ahLst/>
              <a:cxnLst>
                <a:cxn ang="0">
                  <a:pos x="T0" y="T1"/>
                </a:cxn>
                <a:cxn ang="0">
                  <a:pos x="T2" y="T3"/>
                </a:cxn>
                <a:cxn ang="0">
                  <a:pos x="T4" y="T5"/>
                </a:cxn>
                <a:cxn ang="0">
                  <a:pos x="T6" y="T7"/>
                </a:cxn>
                <a:cxn ang="0">
                  <a:pos x="T8" y="T9"/>
                </a:cxn>
              </a:cxnLst>
              <a:rect l="0" t="0" r="r" b="b"/>
              <a:pathLst>
                <a:path w="24" h="14">
                  <a:moveTo>
                    <a:pt x="23" y="8"/>
                  </a:moveTo>
                  <a:cubicBezTo>
                    <a:pt x="24" y="12"/>
                    <a:pt x="19" y="14"/>
                    <a:pt x="13" y="13"/>
                  </a:cubicBezTo>
                  <a:cubicBezTo>
                    <a:pt x="7" y="12"/>
                    <a:pt x="2" y="9"/>
                    <a:pt x="1" y="6"/>
                  </a:cubicBezTo>
                  <a:cubicBezTo>
                    <a:pt x="0" y="2"/>
                    <a:pt x="4" y="0"/>
                    <a:pt x="10" y="0"/>
                  </a:cubicBezTo>
                  <a:cubicBezTo>
                    <a:pt x="15" y="1"/>
                    <a:pt x="21" y="5"/>
                    <a:pt x="2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4" name="Freeform 1727">
              <a:extLst>
                <a:ext uri="{FF2B5EF4-FFF2-40B4-BE49-F238E27FC236}">
                  <a16:creationId xmlns:a16="http://schemas.microsoft.com/office/drawing/2014/main" id="{4ECD4EFD-BB88-B50E-EC79-54C34C28E697}"/>
                </a:ext>
              </a:extLst>
            </p:cNvPr>
            <p:cNvSpPr>
              <a:spLocks/>
            </p:cNvSpPr>
            <p:nvPr/>
          </p:nvSpPr>
          <p:spPr bwMode="auto">
            <a:xfrm rot="5094805">
              <a:off x="644464" y="874327"/>
              <a:ext cx="57124" cy="36560"/>
            </a:xfrm>
            <a:custGeom>
              <a:avLst/>
              <a:gdLst>
                <a:gd name="T0" fmla="*/ 22 w 23"/>
                <a:gd name="T1" fmla="*/ 9 h 15"/>
                <a:gd name="T2" fmla="*/ 13 w 23"/>
                <a:gd name="T3" fmla="*/ 15 h 15"/>
                <a:gd name="T4" fmla="*/ 0 w 23"/>
                <a:gd name="T5" fmla="*/ 8 h 15"/>
                <a:gd name="T6" fmla="*/ 9 w 23"/>
                <a:gd name="T7" fmla="*/ 1 h 15"/>
                <a:gd name="T8" fmla="*/ 22 w 23"/>
                <a:gd name="T9" fmla="*/ 9 h 15"/>
              </a:gdLst>
              <a:ahLst/>
              <a:cxnLst>
                <a:cxn ang="0">
                  <a:pos x="T0" y="T1"/>
                </a:cxn>
                <a:cxn ang="0">
                  <a:pos x="T2" y="T3"/>
                </a:cxn>
                <a:cxn ang="0">
                  <a:pos x="T4" y="T5"/>
                </a:cxn>
                <a:cxn ang="0">
                  <a:pos x="T6" y="T7"/>
                </a:cxn>
                <a:cxn ang="0">
                  <a:pos x="T8" y="T9"/>
                </a:cxn>
              </a:cxnLst>
              <a:rect l="0" t="0" r="r" b="b"/>
              <a:pathLst>
                <a:path w="23" h="15">
                  <a:moveTo>
                    <a:pt x="22" y="9"/>
                  </a:moveTo>
                  <a:cubicBezTo>
                    <a:pt x="23" y="13"/>
                    <a:pt x="19" y="15"/>
                    <a:pt x="13" y="15"/>
                  </a:cubicBezTo>
                  <a:cubicBezTo>
                    <a:pt x="7" y="15"/>
                    <a:pt x="1" y="12"/>
                    <a:pt x="0" y="8"/>
                  </a:cubicBezTo>
                  <a:cubicBezTo>
                    <a:pt x="0" y="4"/>
                    <a:pt x="4" y="0"/>
                    <a:pt x="9" y="1"/>
                  </a:cubicBezTo>
                  <a:cubicBezTo>
                    <a:pt x="15" y="1"/>
                    <a:pt x="21" y="5"/>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5" name="Freeform 1728">
              <a:extLst>
                <a:ext uri="{FF2B5EF4-FFF2-40B4-BE49-F238E27FC236}">
                  <a16:creationId xmlns:a16="http://schemas.microsoft.com/office/drawing/2014/main" id="{08E9713D-46B4-0F2E-45A2-05A265516B53}"/>
                </a:ext>
              </a:extLst>
            </p:cNvPr>
            <p:cNvSpPr>
              <a:spLocks/>
            </p:cNvSpPr>
            <p:nvPr/>
          </p:nvSpPr>
          <p:spPr bwMode="auto">
            <a:xfrm rot="5094805">
              <a:off x="638624" y="677571"/>
              <a:ext cx="57124" cy="41130"/>
            </a:xfrm>
            <a:custGeom>
              <a:avLst/>
              <a:gdLst>
                <a:gd name="T0" fmla="*/ 22 w 23"/>
                <a:gd name="T1" fmla="*/ 9 h 16"/>
                <a:gd name="T2" fmla="*/ 12 w 23"/>
                <a:gd name="T3" fmla="*/ 16 h 16"/>
                <a:gd name="T4" fmla="*/ 0 w 23"/>
                <a:gd name="T5" fmla="*/ 7 h 16"/>
                <a:gd name="T6" fmla="*/ 11 w 23"/>
                <a:gd name="T7" fmla="*/ 1 h 16"/>
                <a:gd name="T8" fmla="*/ 22 w 23"/>
                <a:gd name="T9" fmla="*/ 9 h 16"/>
              </a:gdLst>
              <a:ahLst/>
              <a:cxnLst>
                <a:cxn ang="0">
                  <a:pos x="T0" y="T1"/>
                </a:cxn>
                <a:cxn ang="0">
                  <a:pos x="T2" y="T3"/>
                </a:cxn>
                <a:cxn ang="0">
                  <a:pos x="T4" y="T5"/>
                </a:cxn>
                <a:cxn ang="0">
                  <a:pos x="T6" y="T7"/>
                </a:cxn>
                <a:cxn ang="0">
                  <a:pos x="T8" y="T9"/>
                </a:cxn>
              </a:cxnLst>
              <a:rect l="0" t="0" r="r" b="b"/>
              <a:pathLst>
                <a:path w="23" h="16">
                  <a:moveTo>
                    <a:pt x="22" y="9"/>
                  </a:moveTo>
                  <a:cubicBezTo>
                    <a:pt x="23" y="13"/>
                    <a:pt x="18" y="16"/>
                    <a:pt x="12" y="16"/>
                  </a:cubicBezTo>
                  <a:cubicBezTo>
                    <a:pt x="5" y="15"/>
                    <a:pt x="1" y="12"/>
                    <a:pt x="0" y="7"/>
                  </a:cubicBezTo>
                  <a:cubicBezTo>
                    <a:pt x="0" y="3"/>
                    <a:pt x="5" y="0"/>
                    <a:pt x="11" y="1"/>
                  </a:cubicBezTo>
                  <a:cubicBezTo>
                    <a:pt x="17" y="1"/>
                    <a:pt x="22" y="5"/>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6" name="Freeform 1729">
              <a:extLst>
                <a:ext uri="{FF2B5EF4-FFF2-40B4-BE49-F238E27FC236}">
                  <a16:creationId xmlns:a16="http://schemas.microsoft.com/office/drawing/2014/main" id="{3F2D8854-0C9D-BAD1-8FBC-9772ABD348AE}"/>
                </a:ext>
              </a:extLst>
            </p:cNvPr>
            <p:cNvSpPr>
              <a:spLocks/>
            </p:cNvSpPr>
            <p:nvPr/>
          </p:nvSpPr>
          <p:spPr bwMode="auto">
            <a:xfrm rot="5094805">
              <a:off x="616852" y="484518"/>
              <a:ext cx="57124" cy="41130"/>
            </a:xfrm>
            <a:custGeom>
              <a:avLst/>
              <a:gdLst>
                <a:gd name="T0" fmla="*/ 23 w 23"/>
                <a:gd name="T1" fmla="*/ 9 h 17"/>
                <a:gd name="T2" fmla="*/ 12 w 23"/>
                <a:gd name="T3" fmla="*/ 17 h 17"/>
                <a:gd name="T4" fmla="*/ 1 w 23"/>
                <a:gd name="T5" fmla="*/ 9 h 17"/>
                <a:gd name="T6" fmla="*/ 11 w 23"/>
                <a:gd name="T7" fmla="*/ 0 h 17"/>
                <a:gd name="T8" fmla="*/ 23 w 23"/>
                <a:gd name="T9" fmla="*/ 9 h 17"/>
              </a:gdLst>
              <a:ahLst/>
              <a:cxnLst>
                <a:cxn ang="0">
                  <a:pos x="T0" y="T1"/>
                </a:cxn>
                <a:cxn ang="0">
                  <a:pos x="T2" y="T3"/>
                </a:cxn>
                <a:cxn ang="0">
                  <a:pos x="T4" y="T5"/>
                </a:cxn>
                <a:cxn ang="0">
                  <a:pos x="T6" y="T7"/>
                </a:cxn>
                <a:cxn ang="0">
                  <a:pos x="T8" y="T9"/>
                </a:cxn>
              </a:cxnLst>
              <a:rect l="0" t="0" r="r" b="b"/>
              <a:pathLst>
                <a:path w="23" h="17">
                  <a:moveTo>
                    <a:pt x="23" y="9"/>
                  </a:moveTo>
                  <a:cubicBezTo>
                    <a:pt x="23" y="13"/>
                    <a:pt x="18" y="17"/>
                    <a:pt x="12" y="17"/>
                  </a:cubicBezTo>
                  <a:cubicBezTo>
                    <a:pt x="6" y="17"/>
                    <a:pt x="1" y="13"/>
                    <a:pt x="1" y="9"/>
                  </a:cubicBezTo>
                  <a:cubicBezTo>
                    <a:pt x="0" y="4"/>
                    <a:pt x="5" y="0"/>
                    <a:pt x="11" y="0"/>
                  </a:cubicBezTo>
                  <a:cubicBezTo>
                    <a:pt x="17" y="0"/>
                    <a:pt x="22" y="4"/>
                    <a:pt x="2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7" name="Freeform 1730">
              <a:extLst>
                <a:ext uri="{FF2B5EF4-FFF2-40B4-BE49-F238E27FC236}">
                  <a16:creationId xmlns:a16="http://schemas.microsoft.com/office/drawing/2014/main" id="{A8C53BEC-2321-C5B8-B021-FBAB1E357D31}"/>
                </a:ext>
              </a:extLst>
            </p:cNvPr>
            <p:cNvSpPr>
              <a:spLocks/>
            </p:cNvSpPr>
            <p:nvPr/>
          </p:nvSpPr>
          <p:spPr bwMode="auto">
            <a:xfrm rot="5094805">
              <a:off x="579148" y="290598"/>
              <a:ext cx="57124" cy="45700"/>
            </a:xfrm>
            <a:custGeom>
              <a:avLst/>
              <a:gdLst>
                <a:gd name="T0" fmla="*/ 22 w 23"/>
                <a:gd name="T1" fmla="*/ 8 h 18"/>
                <a:gd name="T2" fmla="*/ 12 w 23"/>
                <a:gd name="T3" fmla="*/ 17 h 18"/>
                <a:gd name="T4" fmla="*/ 0 w 23"/>
                <a:gd name="T5" fmla="*/ 11 h 18"/>
                <a:gd name="T6" fmla="*/ 10 w 23"/>
                <a:gd name="T7" fmla="*/ 1 h 18"/>
                <a:gd name="T8" fmla="*/ 22 w 23"/>
                <a:gd name="T9" fmla="*/ 8 h 18"/>
              </a:gdLst>
              <a:ahLst/>
              <a:cxnLst>
                <a:cxn ang="0">
                  <a:pos x="T0" y="T1"/>
                </a:cxn>
                <a:cxn ang="0">
                  <a:pos x="T2" y="T3"/>
                </a:cxn>
                <a:cxn ang="0">
                  <a:pos x="T4" y="T5"/>
                </a:cxn>
                <a:cxn ang="0">
                  <a:pos x="T6" y="T7"/>
                </a:cxn>
                <a:cxn ang="0">
                  <a:pos x="T8" y="T9"/>
                </a:cxn>
              </a:cxnLst>
              <a:rect l="0" t="0" r="r" b="b"/>
              <a:pathLst>
                <a:path w="23" h="18">
                  <a:moveTo>
                    <a:pt x="22" y="8"/>
                  </a:moveTo>
                  <a:cubicBezTo>
                    <a:pt x="23" y="12"/>
                    <a:pt x="18" y="16"/>
                    <a:pt x="12" y="17"/>
                  </a:cubicBezTo>
                  <a:cubicBezTo>
                    <a:pt x="6" y="18"/>
                    <a:pt x="1" y="15"/>
                    <a:pt x="0" y="11"/>
                  </a:cubicBezTo>
                  <a:cubicBezTo>
                    <a:pt x="0" y="6"/>
                    <a:pt x="4" y="1"/>
                    <a:pt x="10" y="1"/>
                  </a:cubicBezTo>
                  <a:cubicBezTo>
                    <a:pt x="16" y="0"/>
                    <a:pt x="21" y="3"/>
                    <a:pt x="2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8" name="Freeform 1731">
              <a:extLst>
                <a:ext uri="{FF2B5EF4-FFF2-40B4-BE49-F238E27FC236}">
                  <a16:creationId xmlns:a16="http://schemas.microsoft.com/office/drawing/2014/main" id="{43C1EA1D-EC9E-C6F1-55F6-6FB1722F9B0B}"/>
                </a:ext>
              </a:extLst>
            </p:cNvPr>
            <p:cNvSpPr>
              <a:spLocks/>
            </p:cNvSpPr>
            <p:nvPr/>
          </p:nvSpPr>
          <p:spPr bwMode="auto">
            <a:xfrm rot="5094805">
              <a:off x="521163" y="100778"/>
              <a:ext cx="57124" cy="50269"/>
            </a:xfrm>
            <a:custGeom>
              <a:avLst/>
              <a:gdLst>
                <a:gd name="T0" fmla="*/ 22 w 23"/>
                <a:gd name="T1" fmla="*/ 7 h 20"/>
                <a:gd name="T2" fmla="*/ 12 w 23"/>
                <a:gd name="T3" fmla="*/ 18 h 20"/>
                <a:gd name="T4" fmla="*/ 0 w 23"/>
                <a:gd name="T5" fmla="*/ 13 h 20"/>
                <a:gd name="T6" fmla="*/ 10 w 23"/>
                <a:gd name="T7" fmla="*/ 2 h 20"/>
                <a:gd name="T8" fmla="*/ 22 w 23"/>
                <a:gd name="T9" fmla="*/ 7 h 20"/>
              </a:gdLst>
              <a:ahLst/>
              <a:cxnLst>
                <a:cxn ang="0">
                  <a:pos x="T0" y="T1"/>
                </a:cxn>
                <a:cxn ang="0">
                  <a:pos x="T2" y="T3"/>
                </a:cxn>
                <a:cxn ang="0">
                  <a:pos x="T4" y="T5"/>
                </a:cxn>
                <a:cxn ang="0">
                  <a:pos x="T6" y="T7"/>
                </a:cxn>
                <a:cxn ang="0">
                  <a:pos x="T8" y="T9"/>
                </a:cxn>
              </a:cxnLst>
              <a:rect l="0" t="0" r="r" b="b"/>
              <a:pathLst>
                <a:path w="23" h="20">
                  <a:moveTo>
                    <a:pt x="22" y="7"/>
                  </a:moveTo>
                  <a:cubicBezTo>
                    <a:pt x="23" y="11"/>
                    <a:pt x="18" y="16"/>
                    <a:pt x="12" y="18"/>
                  </a:cubicBezTo>
                  <a:cubicBezTo>
                    <a:pt x="6" y="20"/>
                    <a:pt x="1" y="17"/>
                    <a:pt x="0" y="13"/>
                  </a:cubicBezTo>
                  <a:cubicBezTo>
                    <a:pt x="0" y="8"/>
                    <a:pt x="4" y="3"/>
                    <a:pt x="10" y="2"/>
                  </a:cubicBezTo>
                  <a:cubicBezTo>
                    <a:pt x="15" y="0"/>
                    <a:pt x="21" y="3"/>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9" name="Freeform 1732">
              <a:extLst>
                <a:ext uri="{FF2B5EF4-FFF2-40B4-BE49-F238E27FC236}">
                  <a16:creationId xmlns:a16="http://schemas.microsoft.com/office/drawing/2014/main" id="{A7E99501-6D7B-CE3A-F947-EDFE8C7CCECB}"/>
                </a:ext>
              </a:extLst>
            </p:cNvPr>
            <p:cNvSpPr>
              <a:spLocks/>
            </p:cNvSpPr>
            <p:nvPr/>
          </p:nvSpPr>
          <p:spPr bwMode="auto">
            <a:xfrm rot="5094805">
              <a:off x="440418" y="-82447"/>
              <a:ext cx="57124" cy="45700"/>
            </a:xfrm>
            <a:custGeom>
              <a:avLst/>
              <a:gdLst>
                <a:gd name="T0" fmla="*/ 22 w 23"/>
                <a:gd name="T1" fmla="*/ 6 h 19"/>
                <a:gd name="T2" fmla="*/ 13 w 23"/>
                <a:gd name="T3" fmla="*/ 17 h 19"/>
                <a:gd name="T4" fmla="*/ 1 w 23"/>
                <a:gd name="T5" fmla="*/ 13 h 19"/>
                <a:gd name="T6" fmla="*/ 10 w 23"/>
                <a:gd name="T7" fmla="*/ 1 h 19"/>
                <a:gd name="T8" fmla="*/ 22 w 23"/>
                <a:gd name="T9" fmla="*/ 6 h 19"/>
              </a:gdLst>
              <a:ahLst/>
              <a:cxnLst>
                <a:cxn ang="0">
                  <a:pos x="T0" y="T1"/>
                </a:cxn>
                <a:cxn ang="0">
                  <a:pos x="T2" y="T3"/>
                </a:cxn>
                <a:cxn ang="0">
                  <a:pos x="T4" y="T5"/>
                </a:cxn>
                <a:cxn ang="0">
                  <a:pos x="T6" y="T7"/>
                </a:cxn>
                <a:cxn ang="0">
                  <a:pos x="T8" y="T9"/>
                </a:cxn>
              </a:cxnLst>
              <a:rect l="0" t="0" r="r" b="b"/>
              <a:pathLst>
                <a:path w="23" h="19">
                  <a:moveTo>
                    <a:pt x="22" y="6"/>
                  </a:moveTo>
                  <a:cubicBezTo>
                    <a:pt x="23" y="10"/>
                    <a:pt x="18" y="15"/>
                    <a:pt x="13" y="17"/>
                  </a:cubicBezTo>
                  <a:cubicBezTo>
                    <a:pt x="6" y="19"/>
                    <a:pt x="1" y="17"/>
                    <a:pt x="1" y="13"/>
                  </a:cubicBezTo>
                  <a:cubicBezTo>
                    <a:pt x="0" y="9"/>
                    <a:pt x="4" y="3"/>
                    <a:pt x="10" y="1"/>
                  </a:cubicBezTo>
                  <a:cubicBezTo>
                    <a:pt x="16" y="0"/>
                    <a:pt x="21" y="1"/>
                    <a:pt x="2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0" name="Freeform 1752">
              <a:extLst>
                <a:ext uri="{FF2B5EF4-FFF2-40B4-BE49-F238E27FC236}">
                  <a16:creationId xmlns:a16="http://schemas.microsoft.com/office/drawing/2014/main" id="{1C55152A-C4B3-8714-215E-BEC15D10BABB}"/>
                </a:ext>
              </a:extLst>
            </p:cNvPr>
            <p:cNvSpPr>
              <a:spLocks/>
            </p:cNvSpPr>
            <p:nvPr/>
          </p:nvSpPr>
          <p:spPr bwMode="auto">
            <a:xfrm rot="5094805">
              <a:off x="1372808" y="4319518"/>
              <a:ext cx="52554" cy="27420"/>
            </a:xfrm>
            <a:custGeom>
              <a:avLst/>
              <a:gdLst>
                <a:gd name="T0" fmla="*/ 21 w 21"/>
                <a:gd name="T1" fmla="*/ 0 h 11"/>
                <a:gd name="T2" fmla="*/ 10 w 21"/>
                <a:gd name="T3" fmla="*/ 6 h 11"/>
                <a:gd name="T4" fmla="*/ 0 w 21"/>
                <a:gd name="T5" fmla="*/ 11 h 11"/>
                <a:gd name="T6" fmla="*/ 10 w 21"/>
                <a:gd name="T7" fmla="*/ 5 h 11"/>
                <a:gd name="T8" fmla="*/ 21 w 21"/>
                <a:gd name="T9" fmla="*/ 0 h 11"/>
              </a:gdLst>
              <a:ahLst/>
              <a:cxnLst>
                <a:cxn ang="0">
                  <a:pos x="T0" y="T1"/>
                </a:cxn>
                <a:cxn ang="0">
                  <a:pos x="T2" y="T3"/>
                </a:cxn>
                <a:cxn ang="0">
                  <a:pos x="T4" y="T5"/>
                </a:cxn>
                <a:cxn ang="0">
                  <a:pos x="T6" y="T7"/>
                </a:cxn>
                <a:cxn ang="0">
                  <a:pos x="T8" y="T9"/>
                </a:cxn>
              </a:cxnLst>
              <a:rect l="0" t="0" r="r" b="b"/>
              <a:pathLst>
                <a:path w="21" h="11">
                  <a:moveTo>
                    <a:pt x="21" y="0"/>
                  </a:moveTo>
                  <a:cubicBezTo>
                    <a:pt x="21" y="0"/>
                    <a:pt x="17" y="3"/>
                    <a:pt x="10" y="6"/>
                  </a:cubicBezTo>
                  <a:cubicBezTo>
                    <a:pt x="4" y="9"/>
                    <a:pt x="0" y="11"/>
                    <a:pt x="0" y="11"/>
                  </a:cubicBezTo>
                  <a:cubicBezTo>
                    <a:pt x="0" y="10"/>
                    <a:pt x="4" y="8"/>
                    <a:pt x="10" y="5"/>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1" name="Freeform 1753">
              <a:extLst>
                <a:ext uri="{FF2B5EF4-FFF2-40B4-BE49-F238E27FC236}">
                  <a16:creationId xmlns:a16="http://schemas.microsoft.com/office/drawing/2014/main" id="{FD17DC65-DFA2-3EB2-DB57-36FE769A6F6D}"/>
                </a:ext>
              </a:extLst>
            </p:cNvPr>
            <p:cNvSpPr>
              <a:spLocks/>
            </p:cNvSpPr>
            <p:nvPr/>
          </p:nvSpPr>
          <p:spPr bwMode="auto">
            <a:xfrm rot="5094805">
              <a:off x="1477345" y="4503946"/>
              <a:ext cx="54839" cy="22850"/>
            </a:xfrm>
            <a:custGeom>
              <a:avLst/>
              <a:gdLst>
                <a:gd name="T0" fmla="*/ 22 w 22"/>
                <a:gd name="T1" fmla="*/ 0 h 10"/>
                <a:gd name="T2" fmla="*/ 12 w 22"/>
                <a:gd name="T3" fmla="*/ 5 h 10"/>
                <a:gd name="T4" fmla="*/ 0 w 22"/>
                <a:gd name="T5" fmla="*/ 10 h 10"/>
                <a:gd name="T6" fmla="*/ 10 w 22"/>
                <a:gd name="T7" fmla="*/ 5 h 10"/>
                <a:gd name="T8" fmla="*/ 22 w 22"/>
                <a:gd name="T9" fmla="*/ 0 h 10"/>
              </a:gdLst>
              <a:ahLst/>
              <a:cxnLst>
                <a:cxn ang="0">
                  <a:pos x="T0" y="T1"/>
                </a:cxn>
                <a:cxn ang="0">
                  <a:pos x="T2" y="T3"/>
                </a:cxn>
                <a:cxn ang="0">
                  <a:pos x="T4" y="T5"/>
                </a:cxn>
                <a:cxn ang="0">
                  <a:pos x="T6" y="T7"/>
                </a:cxn>
                <a:cxn ang="0">
                  <a:pos x="T8" y="T9"/>
                </a:cxn>
              </a:cxnLst>
              <a:rect l="0" t="0" r="r" b="b"/>
              <a:pathLst>
                <a:path w="22" h="10">
                  <a:moveTo>
                    <a:pt x="22" y="0"/>
                  </a:moveTo>
                  <a:cubicBezTo>
                    <a:pt x="22" y="0"/>
                    <a:pt x="18" y="2"/>
                    <a:pt x="12" y="5"/>
                  </a:cubicBezTo>
                  <a:cubicBezTo>
                    <a:pt x="6" y="7"/>
                    <a:pt x="0" y="10"/>
                    <a:pt x="0" y="10"/>
                  </a:cubicBezTo>
                  <a:cubicBezTo>
                    <a:pt x="0" y="10"/>
                    <a:pt x="4" y="8"/>
                    <a:pt x="10" y="5"/>
                  </a:cubicBezTo>
                  <a:cubicBezTo>
                    <a:pt x="16" y="2"/>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2" name="Freeform 1754">
              <a:extLst>
                <a:ext uri="{FF2B5EF4-FFF2-40B4-BE49-F238E27FC236}">
                  <a16:creationId xmlns:a16="http://schemas.microsoft.com/office/drawing/2014/main" id="{490A9503-30EE-D6D2-5673-9D7CF3F3171D}"/>
                </a:ext>
              </a:extLst>
            </p:cNvPr>
            <p:cNvSpPr>
              <a:spLocks/>
            </p:cNvSpPr>
            <p:nvPr/>
          </p:nvSpPr>
          <p:spPr bwMode="auto">
            <a:xfrm rot="5094805">
              <a:off x="1582084" y="4688365"/>
              <a:ext cx="57124" cy="22850"/>
            </a:xfrm>
            <a:custGeom>
              <a:avLst/>
              <a:gdLst>
                <a:gd name="T0" fmla="*/ 22 w 23"/>
                <a:gd name="T1" fmla="*/ 0 h 10"/>
                <a:gd name="T2" fmla="*/ 12 w 23"/>
                <a:gd name="T3" fmla="*/ 5 h 10"/>
                <a:gd name="T4" fmla="*/ 1 w 23"/>
                <a:gd name="T5" fmla="*/ 10 h 10"/>
                <a:gd name="T6" fmla="*/ 10 w 23"/>
                <a:gd name="T7" fmla="*/ 5 h 10"/>
                <a:gd name="T8" fmla="*/ 22 w 23"/>
                <a:gd name="T9" fmla="*/ 0 h 10"/>
              </a:gdLst>
              <a:ahLst/>
              <a:cxnLst>
                <a:cxn ang="0">
                  <a:pos x="T0" y="T1"/>
                </a:cxn>
                <a:cxn ang="0">
                  <a:pos x="T2" y="T3"/>
                </a:cxn>
                <a:cxn ang="0">
                  <a:pos x="T4" y="T5"/>
                </a:cxn>
                <a:cxn ang="0">
                  <a:pos x="T6" y="T7"/>
                </a:cxn>
                <a:cxn ang="0">
                  <a:pos x="T8" y="T9"/>
                </a:cxn>
              </a:cxnLst>
              <a:rect l="0" t="0" r="r" b="b"/>
              <a:pathLst>
                <a:path w="23" h="10">
                  <a:moveTo>
                    <a:pt x="22" y="0"/>
                  </a:moveTo>
                  <a:cubicBezTo>
                    <a:pt x="23" y="0"/>
                    <a:pt x="18" y="2"/>
                    <a:pt x="12" y="5"/>
                  </a:cubicBezTo>
                  <a:cubicBezTo>
                    <a:pt x="6" y="7"/>
                    <a:pt x="1" y="10"/>
                    <a:pt x="1" y="10"/>
                  </a:cubicBezTo>
                  <a:cubicBezTo>
                    <a:pt x="0" y="10"/>
                    <a:pt x="5" y="8"/>
                    <a:pt x="10" y="5"/>
                  </a:cubicBezTo>
                  <a:cubicBezTo>
                    <a:pt x="16" y="3"/>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3" name="Freeform 1755">
              <a:extLst>
                <a:ext uri="{FF2B5EF4-FFF2-40B4-BE49-F238E27FC236}">
                  <a16:creationId xmlns:a16="http://schemas.microsoft.com/office/drawing/2014/main" id="{109A1EC2-0CFE-C065-EAF6-3202E3688534}"/>
                </a:ext>
              </a:extLst>
            </p:cNvPr>
            <p:cNvSpPr>
              <a:spLocks/>
            </p:cNvSpPr>
            <p:nvPr/>
          </p:nvSpPr>
          <p:spPr bwMode="auto">
            <a:xfrm rot="5094805">
              <a:off x="1686736" y="4870808"/>
              <a:ext cx="52554" cy="25135"/>
            </a:xfrm>
            <a:custGeom>
              <a:avLst/>
              <a:gdLst>
                <a:gd name="T0" fmla="*/ 21 w 21"/>
                <a:gd name="T1" fmla="*/ 0 h 10"/>
                <a:gd name="T2" fmla="*/ 11 w 21"/>
                <a:gd name="T3" fmla="*/ 5 h 10"/>
                <a:gd name="T4" fmla="*/ 0 w 21"/>
                <a:gd name="T5" fmla="*/ 10 h 10"/>
                <a:gd name="T6" fmla="*/ 11 w 21"/>
                <a:gd name="T7" fmla="*/ 5 h 10"/>
                <a:gd name="T8" fmla="*/ 21 w 21"/>
                <a:gd name="T9" fmla="*/ 0 h 10"/>
              </a:gdLst>
              <a:ahLst/>
              <a:cxnLst>
                <a:cxn ang="0">
                  <a:pos x="T0" y="T1"/>
                </a:cxn>
                <a:cxn ang="0">
                  <a:pos x="T2" y="T3"/>
                </a:cxn>
                <a:cxn ang="0">
                  <a:pos x="T4" y="T5"/>
                </a:cxn>
                <a:cxn ang="0">
                  <a:pos x="T6" y="T7"/>
                </a:cxn>
                <a:cxn ang="0">
                  <a:pos x="T8" y="T9"/>
                </a:cxn>
              </a:cxnLst>
              <a:rect l="0" t="0" r="r" b="b"/>
              <a:pathLst>
                <a:path w="21" h="10">
                  <a:moveTo>
                    <a:pt x="21" y="0"/>
                  </a:moveTo>
                  <a:cubicBezTo>
                    <a:pt x="21" y="0"/>
                    <a:pt x="17" y="2"/>
                    <a:pt x="11" y="5"/>
                  </a:cubicBezTo>
                  <a:cubicBezTo>
                    <a:pt x="5" y="8"/>
                    <a:pt x="0" y="10"/>
                    <a:pt x="0" y="10"/>
                  </a:cubicBezTo>
                  <a:cubicBezTo>
                    <a:pt x="0" y="10"/>
                    <a:pt x="5" y="8"/>
                    <a:pt x="11" y="5"/>
                  </a:cubicBezTo>
                  <a:cubicBezTo>
                    <a:pt x="16" y="3"/>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4" name="Freeform 1756">
              <a:extLst>
                <a:ext uri="{FF2B5EF4-FFF2-40B4-BE49-F238E27FC236}">
                  <a16:creationId xmlns:a16="http://schemas.microsoft.com/office/drawing/2014/main" id="{1CDB0DB1-9CF5-5FF5-782F-56E5E947C059}"/>
                </a:ext>
              </a:extLst>
            </p:cNvPr>
            <p:cNvSpPr>
              <a:spLocks/>
            </p:cNvSpPr>
            <p:nvPr/>
          </p:nvSpPr>
          <p:spPr bwMode="auto">
            <a:xfrm rot="5094805">
              <a:off x="1782266" y="5055941"/>
              <a:ext cx="57124" cy="22850"/>
            </a:xfrm>
            <a:custGeom>
              <a:avLst/>
              <a:gdLst>
                <a:gd name="T0" fmla="*/ 22 w 23"/>
                <a:gd name="T1" fmla="*/ 0 h 9"/>
                <a:gd name="T2" fmla="*/ 12 w 23"/>
                <a:gd name="T3" fmla="*/ 4 h 9"/>
                <a:gd name="T4" fmla="*/ 0 w 23"/>
                <a:gd name="T5" fmla="*/ 9 h 9"/>
                <a:gd name="T6" fmla="*/ 10 w 23"/>
                <a:gd name="T7" fmla="*/ 5 h 9"/>
                <a:gd name="T8" fmla="*/ 22 w 23"/>
                <a:gd name="T9" fmla="*/ 0 h 9"/>
              </a:gdLst>
              <a:ahLst/>
              <a:cxnLst>
                <a:cxn ang="0">
                  <a:pos x="T0" y="T1"/>
                </a:cxn>
                <a:cxn ang="0">
                  <a:pos x="T2" y="T3"/>
                </a:cxn>
                <a:cxn ang="0">
                  <a:pos x="T4" y="T5"/>
                </a:cxn>
                <a:cxn ang="0">
                  <a:pos x="T6" y="T7"/>
                </a:cxn>
                <a:cxn ang="0">
                  <a:pos x="T8" y="T9"/>
                </a:cxn>
              </a:cxnLst>
              <a:rect l="0" t="0" r="r" b="b"/>
              <a:pathLst>
                <a:path w="23" h="9">
                  <a:moveTo>
                    <a:pt x="22" y="0"/>
                  </a:moveTo>
                  <a:cubicBezTo>
                    <a:pt x="23" y="0"/>
                    <a:pt x="18" y="2"/>
                    <a:pt x="12" y="4"/>
                  </a:cubicBezTo>
                  <a:cubicBezTo>
                    <a:pt x="6" y="7"/>
                    <a:pt x="1" y="9"/>
                    <a:pt x="0" y="9"/>
                  </a:cubicBezTo>
                  <a:cubicBezTo>
                    <a:pt x="0" y="9"/>
                    <a:pt x="5" y="7"/>
                    <a:pt x="10" y="5"/>
                  </a:cubicBezTo>
                  <a:cubicBezTo>
                    <a:pt x="16" y="3"/>
                    <a:pt x="22" y="1"/>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5" name="Freeform 1757">
              <a:extLst>
                <a:ext uri="{FF2B5EF4-FFF2-40B4-BE49-F238E27FC236}">
                  <a16:creationId xmlns:a16="http://schemas.microsoft.com/office/drawing/2014/main" id="{C35630EF-6454-4D09-2EFB-A377DAB8650D}"/>
                </a:ext>
              </a:extLst>
            </p:cNvPr>
            <p:cNvSpPr>
              <a:spLocks/>
            </p:cNvSpPr>
            <p:nvPr/>
          </p:nvSpPr>
          <p:spPr bwMode="auto">
            <a:xfrm rot="5094805">
              <a:off x="1870976" y="5241884"/>
              <a:ext cx="57124" cy="20565"/>
            </a:xfrm>
            <a:custGeom>
              <a:avLst/>
              <a:gdLst>
                <a:gd name="T0" fmla="*/ 10 w 23"/>
                <a:gd name="T1" fmla="*/ 5 h 8"/>
                <a:gd name="T2" fmla="*/ 22 w 23"/>
                <a:gd name="T3" fmla="*/ 0 h 8"/>
                <a:gd name="T4" fmla="*/ 13 w 23"/>
                <a:gd name="T5" fmla="*/ 3 h 8"/>
                <a:gd name="T6" fmla="*/ 0 w 23"/>
                <a:gd name="T7" fmla="*/ 8 h 8"/>
                <a:gd name="T8" fmla="*/ 10 w 23"/>
                <a:gd name="T9" fmla="*/ 5 h 8"/>
              </a:gdLst>
              <a:ahLst/>
              <a:cxnLst>
                <a:cxn ang="0">
                  <a:pos x="T0" y="T1"/>
                </a:cxn>
                <a:cxn ang="0">
                  <a:pos x="T2" y="T3"/>
                </a:cxn>
                <a:cxn ang="0">
                  <a:pos x="T4" y="T5"/>
                </a:cxn>
                <a:cxn ang="0">
                  <a:pos x="T6" y="T7"/>
                </a:cxn>
                <a:cxn ang="0">
                  <a:pos x="T8" y="T9"/>
                </a:cxn>
              </a:cxnLst>
              <a:rect l="0" t="0" r="r" b="b"/>
              <a:pathLst>
                <a:path w="23" h="8">
                  <a:moveTo>
                    <a:pt x="10" y="5"/>
                  </a:moveTo>
                  <a:cubicBezTo>
                    <a:pt x="15" y="3"/>
                    <a:pt x="21" y="1"/>
                    <a:pt x="22" y="0"/>
                  </a:cubicBezTo>
                  <a:cubicBezTo>
                    <a:pt x="23" y="0"/>
                    <a:pt x="19" y="1"/>
                    <a:pt x="13" y="3"/>
                  </a:cubicBezTo>
                  <a:cubicBezTo>
                    <a:pt x="7" y="6"/>
                    <a:pt x="1" y="8"/>
                    <a:pt x="0" y="8"/>
                  </a:cubicBezTo>
                  <a:cubicBezTo>
                    <a:pt x="0" y="8"/>
                    <a:pt x="4" y="7"/>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6" name="Freeform 1758">
              <a:extLst>
                <a:ext uri="{FF2B5EF4-FFF2-40B4-BE49-F238E27FC236}">
                  <a16:creationId xmlns:a16="http://schemas.microsoft.com/office/drawing/2014/main" id="{3B95C6B7-272E-2A0A-48ED-6AC2FFAB0838}"/>
                </a:ext>
              </a:extLst>
            </p:cNvPr>
            <p:cNvSpPr>
              <a:spLocks/>
            </p:cNvSpPr>
            <p:nvPr/>
          </p:nvSpPr>
          <p:spPr bwMode="auto">
            <a:xfrm rot="5094805">
              <a:off x="1953062" y="5430710"/>
              <a:ext cx="57124" cy="18280"/>
            </a:xfrm>
            <a:custGeom>
              <a:avLst/>
              <a:gdLst>
                <a:gd name="T0" fmla="*/ 10 w 23"/>
                <a:gd name="T1" fmla="*/ 5 h 8"/>
                <a:gd name="T2" fmla="*/ 22 w 23"/>
                <a:gd name="T3" fmla="*/ 1 h 8"/>
                <a:gd name="T4" fmla="*/ 13 w 23"/>
                <a:gd name="T5" fmla="*/ 3 h 8"/>
                <a:gd name="T6" fmla="*/ 0 w 23"/>
                <a:gd name="T7" fmla="*/ 7 h 8"/>
                <a:gd name="T8" fmla="*/ 10 w 23"/>
                <a:gd name="T9" fmla="*/ 5 h 8"/>
              </a:gdLst>
              <a:ahLst/>
              <a:cxnLst>
                <a:cxn ang="0">
                  <a:pos x="T0" y="T1"/>
                </a:cxn>
                <a:cxn ang="0">
                  <a:pos x="T2" y="T3"/>
                </a:cxn>
                <a:cxn ang="0">
                  <a:pos x="T4" y="T5"/>
                </a:cxn>
                <a:cxn ang="0">
                  <a:pos x="T6" y="T7"/>
                </a:cxn>
                <a:cxn ang="0">
                  <a:pos x="T8" y="T9"/>
                </a:cxn>
              </a:cxnLst>
              <a:rect l="0" t="0" r="r" b="b"/>
              <a:pathLst>
                <a:path w="23" h="8">
                  <a:moveTo>
                    <a:pt x="10" y="5"/>
                  </a:moveTo>
                  <a:cubicBezTo>
                    <a:pt x="15" y="3"/>
                    <a:pt x="21" y="1"/>
                    <a:pt x="22" y="1"/>
                  </a:cubicBezTo>
                  <a:cubicBezTo>
                    <a:pt x="23" y="0"/>
                    <a:pt x="19" y="1"/>
                    <a:pt x="13" y="3"/>
                  </a:cubicBezTo>
                  <a:cubicBezTo>
                    <a:pt x="7" y="5"/>
                    <a:pt x="1" y="7"/>
                    <a:pt x="0" y="7"/>
                  </a:cubicBezTo>
                  <a:cubicBezTo>
                    <a:pt x="0" y="8"/>
                    <a:pt x="4" y="6"/>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7" name="Freeform 1759">
              <a:extLst>
                <a:ext uri="{FF2B5EF4-FFF2-40B4-BE49-F238E27FC236}">
                  <a16:creationId xmlns:a16="http://schemas.microsoft.com/office/drawing/2014/main" id="{7A6D6996-1F27-9233-3A88-B86324DA045A}"/>
                </a:ext>
              </a:extLst>
            </p:cNvPr>
            <p:cNvSpPr>
              <a:spLocks/>
            </p:cNvSpPr>
            <p:nvPr/>
          </p:nvSpPr>
          <p:spPr bwMode="auto">
            <a:xfrm rot="5094805">
              <a:off x="2023565" y="5618274"/>
              <a:ext cx="57124" cy="15995"/>
            </a:xfrm>
            <a:custGeom>
              <a:avLst/>
              <a:gdLst>
                <a:gd name="T0" fmla="*/ 10 w 23"/>
                <a:gd name="T1" fmla="*/ 4 h 6"/>
                <a:gd name="T2" fmla="*/ 22 w 23"/>
                <a:gd name="T3" fmla="*/ 0 h 6"/>
                <a:gd name="T4" fmla="*/ 13 w 23"/>
                <a:gd name="T5" fmla="*/ 2 h 6"/>
                <a:gd name="T6" fmla="*/ 0 w 23"/>
                <a:gd name="T7" fmla="*/ 6 h 6"/>
                <a:gd name="T8" fmla="*/ 10 w 23"/>
                <a:gd name="T9" fmla="*/ 4 h 6"/>
              </a:gdLst>
              <a:ahLst/>
              <a:cxnLst>
                <a:cxn ang="0">
                  <a:pos x="T0" y="T1"/>
                </a:cxn>
                <a:cxn ang="0">
                  <a:pos x="T2" y="T3"/>
                </a:cxn>
                <a:cxn ang="0">
                  <a:pos x="T4" y="T5"/>
                </a:cxn>
                <a:cxn ang="0">
                  <a:pos x="T6" y="T7"/>
                </a:cxn>
                <a:cxn ang="0">
                  <a:pos x="T8" y="T9"/>
                </a:cxn>
              </a:cxnLst>
              <a:rect l="0" t="0" r="r" b="b"/>
              <a:pathLst>
                <a:path w="23" h="6">
                  <a:moveTo>
                    <a:pt x="10" y="4"/>
                  </a:moveTo>
                  <a:cubicBezTo>
                    <a:pt x="16" y="2"/>
                    <a:pt x="21" y="1"/>
                    <a:pt x="22" y="0"/>
                  </a:cubicBezTo>
                  <a:cubicBezTo>
                    <a:pt x="23" y="0"/>
                    <a:pt x="19" y="1"/>
                    <a:pt x="13" y="2"/>
                  </a:cubicBezTo>
                  <a:cubicBezTo>
                    <a:pt x="7" y="4"/>
                    <a:pt x="1" y="5"/>
                    <a:pt x="0" y="6"/>
                  </a:cubicBezTo>
                  <a:cubicBezTo>
                    <a:pt x="0" y="6"/>
                    <a:pt x="4" y="5"/>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8" name="Freeform 1760">
              <a:extLst>
                <a:ext uri="{FF2B5EF4-FFF2-40B4-BE49-F238E27FC236}">
                  <a16:creationId xmlns:a16="http://schemas.microsoft.com/office/drawing/2014/main" id="{4F8FF006-EFAB-7294-BBE4-B67DBB030F50}"/>
                </a:ext>
              </a:extLst>
            </p:cNvPr>
            <p:cNvSpPr>
              <a:spLocks/>
            </p:cNvSpPr>
            <p:nvPr/>
          </p:nvSpPr>
          <p:spPr bwMode="auto">
            <a:xfrm rot="5094805">
              <a:off x="2083931" y="5810274"/>
              <a:ext cx="54839" cy="9140"/>
            </a:xfrm>
            <a:custGeom>
              <a:avLst/>
              <a:gdLst>
                <a:gd name="T0" fmla="*/ 22 w 22"/>
                <a:gd name="T1" fmla="*/ 0 h 4"/>
                <a:gd name="T2" fmla="*/ 11 w 22"/>
                <a:gd name="T3" fmla="*/ 1 h 4"/>
                <a:gd name="T4" fmla="*/ 0 w 22"/>
                <a:gd name="T5" fmla="*/ 4 h 4"/>
                <a:gd name="T6" fmla="*/ 11 w 22"/>
                <a:gd name="T7" fmla="*/ 2 h 4"/>
                <a:gd name="T8" fmla="*/ 22 w 22"/>
                <a:gd name="T9" fmla="*/ 0 h 4"/>
              </a:gdLst>
              <a:ahLst/>
              <a:cxnLst>
                <a:cxn ang="0">
                  <a:pos x="T0" y="T1"/>
                </a:cxn>
                <a:cxn ang="0">
                  <a:pos x="T2" y="T3"/>
                </a:cxn>
                <a:cxn ang="0">
                  <a:pos x="T4" y="T5"/>
                </a:cxn>
                <a:cxn ang="0">
                  <a:pos x="T6" y="T7"/>
                </a:cxn>
                <a:cxn ang="0">
                  <a:pos x="T8" y="T9"/>
                </a:cxn>
              </a:cxnLst>
              <a:rect l="0" t="0" r="r" b="b"/>
              <a:pathLst>
                <a:path w="22" h="4">
                  <a:moveTo>
                    <a:pt x="22" y="0"/>
                  </a:moveTo>
                  <a:cubicBezTo>
                    <a:pt x="22" y="0"/>
                    <a:pt x="17" y="0"/>
                    <a:pt x="11" y="1"/>
                  </a:cubicBezTo>
                  <a:cubicBezTo>
                    <a:pt x="5" y="3"/>
                    <a:pt x="0" y="4"/>
                    <a:pt x="0" y="4"/>
                  </a:cubicBezTo>
                  <a:cubicBezTo>
                    <a:pt x="0" y="4"/>
                    <a:pt x="5" y="3"/>
                    <a:pt x="11" y="2"/>
                  </a:cubicBezTo>
                  <a:cubicBezTo>
                    <a:pt x="17" y="1"/>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9" name="Freeform 1761">
              <a:extLst>
                <a:ext uri="{FF2B5EF4-FFF2-40B4-BE49-F238E27FC236}">
                  <a16:creationId xmlns:a16="http://schemas.microsoft.com/office/drawing/2014/main" id="{0A233C8D-1F54-025F-9D9B-ED1B816F8713}"/>
                </a:ext>
              </a:extLst>
            </p:cNvPr>
            <p:cNvSpPr>
              <a:spLocks/>
            </p:cNvSpPr>
            <p:nvPr/>
          </p:nvSpPr>
          <p:spPr bwMode="auto">
            <a:xfrm rot="5094805">
              <a:off x="2130836" y="6003278"/>
              <a:ext cx="57124" cy="6855"/>
            </a:xfrm>
            <a:custGeom>
              <a:avLst/>
              <a:gdLst>
                <a:gd name="T0" fmla="*/ 22 w 23"/>
                <a:gd name="T1" fmla="*/ 1 h 3"/>
                <a:gd name="T2" fmla="*/ 12 w 23"/>
                <a:gd name="T3" fmla="*/ 1 h 3"/>
                <a:gd name="T4" fmla="*/ 0 w 23"/>
                <a:gd name="T5" fmla="*/ 3 h 3"/>
                <a:gd name="T6" fmla="*/ 11 w 23"/>
                <a:gd name="T7" fmla="*/ 2 h 3"/>
                <a:gd name="T8" fmla="*/ 22 w 23"/>
                <a:gd name="T9" fmla="*/ 1 h 3"/>
              </a:gdLst>
              <a:ahLst/>
              <a:cxnLst>
                <a:cxn ang="0">
                  <a:pos x="T0" y="T1"/>
                </a:cxn>
                <a:cxn ang="0">
                  <a:pos x="T2" y="T3"/>
                </a:cxn>
                <a:cxn ang="0">
                  <a:pos x="T4" y="T5"/>
                </a:cxn>
                <a:cxn ang="0">
                  <a:pos x="T6" y="T7"/>
                </a:cxn>
                <a:cxn ang="0">
                  <a:pos x="T8" y="T9"/>
                </a:cxn>
              </a:cxnLst>
              <a:rect l="0" t="0" r="r" b="b"/>
              <a:pathLst>
                <a:path w="23" h="3">
                  <a:moveTo>
                    <a:pt x="22" y="1"/>
                  </a:moveTo>
                  <a:cubicBezTo>
                    <a:pt x="23" y="0"/>
                    <a:pt x="18" y="1"/>
                    <a:pt x="12" y="1"/>
                  </a:cubicBezTo>
                  <a:cubicBezTo>
                    <a:pt x="6" y="2"/>
                    <a:pt x="1" y="3"/>
                    <a:pt x="0" y="3"/>
                  </a:cubicBezTo>
                  <a:cubicBezTo>
                    <a:pt x="0" y="3"/>
                    <a:pt x="5" y="3"/>
                    <a:pt x="11" y="2"/>
                  </a:cubicBezTo>
                  <a:cubicBezTo>
                    <a:pt x="16" y="2"/>
                    <a:pt x="22" y="1"/>
                    <a:pt x="2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0" name="Freeform 1762">
              <a:extLst>
                <a:ext uri="{FF2B5EF4-FFF2-40B4-BE49-F238E27FC236}">
                  <a16:creationId xmlns:a16="http://schemas.microsoft.com/office/drawing/2014/main" id="{AE24B429-9AF1-4DD6-1568-0A1CBEF4BEB6}"/>
                </a:ext>
              </a:extLst>
            </p:cNvPr>
            <p:cNvSpPr>
              <a:spLocks/>
            </p:cNvSpPr>
            <p:nvPr/>
          </p:nvSpPr>
          <p:spPr bwMode="auto">
            <a:xfrm rot="5094805">
              <a:off x="2162850" y="6194276"/>
              <a:ext cx="57124" cy="9140"/>
            </a:xfrm>
            <a:custGeom>
              <a:avLst/>
              <a:gdLst>
                <a:gd name="T0" fmla="*/ 10 w 23"/>
                <a:gd name="T1" fmla="*/ 2 h 3"/>
                <a:gd name="T2" fmla="*/ 22 w 23"/>
                <a:gd name="T3" fmla="*/ 1 h 3"/>
                <a:gd name="T4" fmla="*/ 12 w 23"/>
                <a:gd name="T5" fmla="*/ 1 h 3"/>
                <a:gd name="T6" fmla="*/ 0 w 23"/>
                <a:gd name="T7" fmla="*/ 2 h 3"/>
                <a:gd name="T8" fmla="*/ 10 w 23"/>
                <a:gd name="T9" fmla="*/ 2 h 3"/>
              </a:gdLst>
              <a:ahLst/>
              <a:cxnLst>
                <a:cxn ang="0">
                  <a:pos x="T0" y="T1"/>
                </a:cxn>
                <a:cxn ang="0">
                  <a:pos x="T2" y="T3"/>
                </a:cxn>
                <a:cxn ang="0">
                  <a:pos x="T4" y="T5"/>
                </a:cxn>
                <a:cxn ang="0">
                  <a:pos x="T6" y="T7"/>
                </a:cxn>
                <a:cxn ang="0">
                  <a:pos x="T8" y="T9"/>
                </a:cxn>
              </a:cxnLst>
              <a:rect l="0" t="0" r="r" b="b"/>
              <a:pathLst>
                <a:path w="23" h="3">
                  <a:moveTo>
                    <a:pt x="10" y="2"/>
                  </a:moveTo>
                  <a:cubicBezTo>
                    <a:pt x="16" y="1"/>
                    <a:pt x="21" y="1"/>
                    <a:pt x="22" y="1"/>
                  </a:cubicBezTo>
                  <a:cubicBezTo>
                    <a:pt x="23" y="0"/>
                    <a:pt x="19" y="1"/>
                    <a:pt x="12" y="1"/>
                  </a:cubicBezTo>
                  <a:cubicBezTo>
                    <a:pt x="6" y="2"/>
                    <a:pt x="1" y="2"/>
                    <a:pt x="0" y="2"/>
                  </a:cubicBezTo>
                  <a:cubicBezTo>
                    <a:pt x="0" y="3"/>
                    <a:pt x="4" y="2"/>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1" name="Freeform 1763">
              <a:extLst>
                <a:ext uri="{FF2B5EF4-FFF2-40B4-BE49-F238E27FC236}">
                  <a16:creationId xmlns:a16="http://schemas.microsoft.com/office/drawing/2014/main" id="{AA13B3DE-DA78-9388-F11A-55F6D3A3A326}"/>
                </a:ext>
              </a:extLst>
            </p:cNvPr>
            <p:cNvSpPr>
              <a:spLocks/>
            </p:cNvSpPr>
            <p:nvPr/>
          </p:nvSpPr>
          <p:spPr bwMode="auto">
            <a:xfrm rot="5094805">
              <a:off x="2202733" y="6385815"/>
              <a:ext cx="54839" cy="6855"/>
            </a:xfrm>
            <a:custGeom>
              <a:avLst/>
              <a:gdLst>
                <a:gd name="T0" fmla="*/ 11 w 22"/>
                <a:gd name="T1" fmla="*/ 2 h 3"/>
                <a:gd name="T2" fmla="*/ 0 w 22"/>
                <a:gd name="T3" fmla="*/ 3 h 3"/>
                <a:gd name="T4" fmla="*/ 11 w 22"/>
                <a:gd name="T5" fmla="*/ 2 h 3"/>
                <a:gd name="T6" fmla="*/ 22 w 22"/>
                <a:gd name="T7" fmla="*/ 0 h 3"/>
                <a:gd name="T8" fmla="*/ 11 w 22"/>
                <a:gd name="T9" fmla="*/ 2 h 3"/>
              </a:gdLst>
              <a:ahLst/>
              <a:cxnLst>
                <a:cxn ang="0">
                  <a:pos x="T0" y="T1"/>
                </a:cxn>
                <a:cxn ang="0">
                  <a:pos x="T2" y="T3"/>
                </a:cxn>
                <a:cxn ang="0">
                  <a:pos x="T4" y="T5"/>
                </a:cxn>
                <a:cxn ang="0">
                  <a:pos x="T6" y="T7"/>
                </a:cxn>
                <a:cxn ang="0">
                  <a:pos x="T8" y="T9"/>
                </a:cxn>
              </a:cxnLst>
              <a:rect l="0" t="0" r="r" b="b"/>
              <a:pathLst>
                <a:path w="22" h="3">
                  <a:moveTo>
                    <a:pt x="11" y="2"/>
                  </a:moveTo>
                  <a:cubicBezTo>
                    <a:pt x="5" y="3"/>
                    <a:pt x="0" y="3"/>
                    <a:pt x="0" y="3"/>
                  </a:cubicBezTo>
                  <a:cubicBezTo>
                    <a:pt x="0" y="3"/>
                    <a:pt x="5" y="3"/>
                    <a:pt x="11" y="2"/>
                  </a:cubicBezTo>
                  <a:cubicBezTo>
                    <a:pt x="17" y="1"/>
                    <a:pt x="22" y="0"/>
                    <a:pt x="22" y="0"/>
                  </a:cubicBezTo>
                  <a:cubicBezTo>
                    <a:pt x="22" y="0"/>
                    <a:pt x="18"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2" name="Freeform 1764">
              <a:extLst>
                <a:ext uri="{FF2B5EF4-FFF2-40B4-BE49-F238E27FC236}">
                  <a16:creationId xmlns:a16="http://schemas.microsoft.com/office/drawing/2014/main" id="{156C2B85-632F-C257-8809-B360A44284CB}"/>
                </a:ext>
              </a:extLst>
            </p:cNvPr>
            <p:cNvSpPr>
              <a:spLocks/>
            </p:cNvSpPr>
            <p:nvPr/>
          </p:nvSpPr>
          <p:spPr bwMode="auto">
            <a:xfrm rot="5094805">
              <a:off x="2251922" y="6576533"/>
              <a:ext cx="52554" cy="9140"/>
            </a:xfrm>
            <a:custGeom>
              <a:avLst/>
              <a:gdLst>
                <a:gd name="T0" fmla="*/ 22 w 22"/>
                <a:gd name="T1" fmla="*/ 0 h 4"/>
                <a:gd name="T2" fmla="*/ 11 w 22"/>
                <a:gd name="T3" fmla="*/ 2 h 4"/>
                <a:gd name="T4" fmla="*/ 0 w 22"/>
                <a:gd name="T5" fmla="*/ 4 h 4"/>
                <a:gd name="T6" fmla="*/ 11 w 22"/>
                <a:gd name="T7" fmla="*/ 2 h 4"/>
                <a:gd name="T8" fmla="*/ 22 w 22"/>
                <a:gd name="T9" fmla="*/ 0 h 4"/>
              </a:gdLst>
              <a:ahLst/>
              <a:cxnLst>
                <a:cxn ang="0">
                  <a:pos x="T0" y="T1"/>
                </a:cxn>
                <a:cxn ang="0">
                  <a:pos x="T2" y="T3"/>
                </a:cxn>
                <a:cxn ang="0">
                  <a:pos x="T4" y="T5"/>
                </a:cxn>
                <a:cxn ang="0">
                  <a:pos x="T6" y="T7"/>
                </a:cxn>
                <a:cxn ang="0">
                  <a:pos x="T8" y="T9"/>
                </a:cxn>
              </a:cxnLst>
              <a:rect l="0" t="0" r="r" b="b"/>
              <a:pathLst>
                <a:path w="22" h="4">
                  <a:moveTo>
                    <a:pt x="22" y="0"/>
                  </a:moveTo>
                  <a:cubicBezTo>
                    <a:pt x="22" y="0"/>
                    <a:pt x="17" y="1"/>
                    <a:pt x="11" y="2"/>
                  </a:cubicBezTo>
                  <a:cubicBezTo>
                    <a:pt x="5" y="3"/>
                    <a:pt x="0" y="4"/>
                    <a:pt x="0" y="4"/>
                  </a:cubicBezTo>
                  <a:cubicBezTo>
                    <a:pt x="0" y="4"/>
                    <a:pt x="5" y="3"/>
                    <a:pt x="11" y="2"/>
                  </a:cubicBezTo>
                  <a:cubicBezTo>
                    <a:pt x="17" y="0"/>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3" name="Freeform 1765">
              <a:extLst>
                <a:ext uri="{FF2B5EF4-FFF2-40B4-BE49-F238E27FC236}">
                  <a16:creationId xmlns:a16="http://schemas.microsoft.com/office/drawing/2014/main" id="{1F66F11B-5A5F-F9A7-4565-47F368BAA44E}"/>
                </a:ext>
              </a:extLst>
            </p:cNvPr>
            <p:cNvSpPr>
              <a:spLocks/>
            </p:cNvSpPr>
            <p:nvPr/>
          </p:nvSpPr>
          <p:spPr bwMode="auto">
            <a:xfrm rot="5094805">
              <a:off x="2310207" y="6763954"/>
              <a:ext cx="54839" cy="15995"/>
            </a:xfrm>
            <a:custGeom>
              <a:avLst/>
              <a:gdLst>
                <a:gd name="T0" fmla="*/ 11 w 22"/>
                <a:gd name="T1" fmla="*/ 4 h 6"/>
                <a:gd name="T2" fmla="*/ 0 w 22"/>
                <a:gd name="T3" fmla="*/ 5 h 6"/>
                <a:gd name="T4" fmla="*/ 10 w 22"/>
                <a:gd name="T5" fmla="*/ 2 h 6"/>
                <a:gd name="T6" fmla="*/ 22 w 22"/>
                <a:gd name="T7" fmla="*/ 0 h 6"/>
                <a:gd name="T8" fmla="*/ 11 w 22"/>
                <a:gd name="T9" fmla="*/ 4 h 6"/>
              </a:gdLst>
              <a:ahLst/>
              <a:cxnLst>
                <a:cxn ang="0">
                  <a:pos x="T0" y="T1"/>
                </a:cxn>
                <a:cxn ang="0">
                  <a:pos x="T2" y="T3"/>
                </a:cxn>
                <a:cxn ang="0">
                  <a:pos x="T4" y="T5"/>
                </a:cxn>
                <a:cxn ang="0">
                  <a:pos x="T6" y="T7"/>
                </a:cxn>
                <a:cxn ang="0">
                  <a:pos x="T8" y="T9"/>
                </a:cxn>
              </a:cxnLst>
              <a:rect l="0" t="0" r="r" b="b"/>
              <a:pathLst>
                <a:path w="22" h="6">
                  <a:moveTo>
                    <a:pt x="11" y="4"/>
                  </a:moveTo>
                  <a:cubicBezTo>
                    <a:pt x="5" y="5"/>
                    <a:pt x="0" y="6"/>
                    <a:pt x="0" y="5"/>
                  </a:cubicBezTo>
                  <a:cubicBezTo>
                    <a:pt x="0" y="5"/>
                    <a:pt x="5" y="4"/>
                    <a:pt x="10" y="2"/>
                  </a:cubicBezTo>
                  <a:cubicBezTo>
                    <a:pt x="16" y="1"/>
                    <a:pt x="21" y="0"/>
                    <a:pt x="22" y="0"/>
                  </a:cubicBezTo>
                  <a:cubicBezTo>
                    <a:pt x="22" y="1"/>
                    <a:pt x="17" y="2"/>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4" name="Freeform 1767">
              <a:extLst>
                <a:ext uri="{FF2B5EF4-FFF2-40B4-BE49-F238E27FC236}">
                  <a16:creationId xmlns:a16="http://schemas.microsoft.com/office/drawing/2014/main" id="{68F3E098-C050-03CA-FBFC-3D876DBBCA03}"/>
                </a:ext>
              </a:extLst>
            </p:cNvPr>
            <p:cNvSpPr>
              <a:spLocks/>
            </p:cNvSpPr>
            <p:nvPr/>
          </p:nvSpPr>
          <p:spPr bwMode="auto">
            <a:xfrm rot="5094805">
              <a:off x="596877" y="1764024"/>
              <a:ext cx="57124" cy="22850"/>
            </a:xfrm>
            <a:custGeom>
              <a:avLst/>
              <a:gdLst>
                <a:gd name="T0" fmla="*/ 22 w 23"/>
                <a:gd name="T1" fmla="*/ 7 h 9"/>
                <a:gd name="T2" fmla="*/ 12 w 23"/>
                <a:gd name="T3" fmla="*/ 7 h 9"/>
                <a:gd name="T4" fmla="*/ 1 w 23"/>
                <a:gd name="T5" fmla="*/ 2 h 9"/>
                <a:gd name="T6" fmla="*/ 10 w 23"/>
                <a:gd name="T7" fmla="*/ 1 h 9"/>
                <a:gd name="T8" fmla="*/ 22 w 23"/>
                <a:gd name="T9" fmla="*/ 7 h 9"/>
              </a:gdLst>
              <a:ahLst/>
              <a:cxnLst>
                <a:cxn ang="0">
                  <a:pos x="T0" y="T1"/>
                </a:cxn>
                <a:cxn ang="0">
                  <a:pos x="T2" y="T3"/>
                </a:cxn>
                <a:cxn ang="0">
                  <a:pos x="T4" y="T5"/>
                </a:cxn>
                <a:cxn ang="0">
                  <a:pos x="T6" y="T7"/>
                </a:cxn>
                <a:cxn ang="0">
                  <a:pos x="T8" y="T9"/>
                </a:cxn>
              </a:cxnLst>
              <a:rect l="0" t="0" r="r" b="b"/>
              <a:pathLst>
                <a:path w="23" h="9">
                  <a:moveTo>
                    <a:pt x="22" y="7"/>
                  </a:moveTo>
                  <a:cubicBezTo>
                    <a:pt x="23" y="8"/>
                    <a:pt x="18" y="9"/>
                    <a:pt x="12" y="7"/>
                  </a:cubicBezTo>
                  <a:cubicBezTo>
                    <a:pt x="7" y="6"/>
                    <a:pt x="2" y="4"/>
                    <a:pt x="1" y="2"/>
                  </a:cubicBezTo>
                  <a:cubicBezTo>
                    <a:pt x="0" y="0"/>
                    <a:pt x="4" y="0"/>
                    <a:pt x="10" y="1"/>
                  </a:cubicBezTo>
                  <a:cubicBezTo>
                    <a:pt x="16" y="2"/>
                    <a:pt x="22" y="5"/>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5" name="Freeform 1768">
              <a:extLst>
                <a:ext uri="{FF2B5EF4-FFF2-40B4-BE49-F238E27FC236}">
                  <a16:creationId xmlns:a16="http://schemas.microsoft.com/office/drawing/2014/main" id="{07B2D0DD-A1EF-BD07-F85A-5924B7743BD1}"/>
                </a:ext>
              </a:extLst>
            </p:cNvPr>
            <p:cNvSpPr>
              <a:spLocks/>
            </p:cNvSpPr>
            <p:nvPr/>
          </p:nvSpPr>
          <p:spPr bwMode="auto">
            <a:xfrm rot="5094805">
              <a:off x="574470" y="1966731"/>
              <a:ext cx="57124" cy="15995"/>
            </a:xfrm>
            <a:custGeom>
              <a:avLst/>
              <a:gdLst>
                <a:gd name="T0" fmla="*/ 12 w 23"/>
                <a:gd name="T1" fmla="*/ 6 h 7"/>
                <a:gd name="T2" fmla="*/ 0 w 23"/>
                <a:gd name="T3" fmla="*/ 2 h 7"/>
                <a:gd name="T4" fmla="*/ 9 w 23"/>
                <a:gd name="T5" fmla="*/ 1 h 7"/>
                <a:gd name="T6" fmla="*/ 22 w 23"/>
                <a:gd name="T7" fmla="*/ 6 h 7"/>
                <a:gd name="T8" fmla="*/ 12 w 23"/>
                <a:gd name="T9" fmla="*/ 6 h 7"/>
              </a:gdLst>
              <a:ahLst/>
              <a:cxnLst>
                <a:cxn ang="0">
                  <a:pos x="T0" y="T1"/>
                </a:cxn>
                <a:cxn ang="0">
                  <a:pos x="T2" y="T3"/>
                </a:cxn>
                <a:cxn ang="0">
                  <a:pos x="T4" y="T5"/>
                </a:cxn>
                <a:cxn ang="0">
                  <a:pos x="T6" y="T7"/>
                </a:cxn>
                <a:cxn ang="0">
                  <a:pos x="T8" y="T9"/>
                </a:cxn>
              </a:cxnLst>
              <a:rect l="0" t="0" r="r" b="b"/>
              <a:pathLst>
                <a:path w="23" h="7">
                  <a:moveTo>
                    <a:pt x="12" y="6"/>
                  </a:moveTo>
                  <a:cubicBezTo>
                    <a:pt x="7" y="5"/>
                    <a:pt x="1" y="3"/>
                    <a:pt x="0" y="2"/>
                  </a:cubicBezTo>
                  <a:cubicBezTo>
                    <a:pt x="0" y="1"/>
                    <a:pt x="3" y="0"/>
                    <a:pt x="9" y="1"/>
                  </a:cubicBezTo>
                  <a:cubicBezTo>
                    <a:pt x="15" y="2"/>
                    <a:pt x="21" y="4"/>
                    <a:pt x="22" y="6"/>
                  </a:cubicBezTo>
                  <a:cubicBezTo>
                    <a:pt x="23" y="7"/>
                    <a:pt x="18" y="7"/>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6" name="Freeform 1769">
              <a:extLst>
                <a:ext uri="{FF2B5EF4-FFF2-40B4-BE49-F238E27FC236}">
                  <a16:creationId xmlns:a16="http://schemas.microsoft.com/office/drawing/2014/main" id="{4638C379-6877-0283-5FEA-6A46768CFA24}"/>
                </a:ext>
              </a:extLst>
            </p:cNvPr>
            <p:cNvSpPr>
              <a:spLocks/>
            </p:cNvSpPr>
            <p:nvPr/>
          </p:nvSpPr>
          <p:spPr bwMode="auto">
            <a:xfrm rot="5094805">
              <a:off x="561167" y="2168627"/>
              <a:ext cx="57124" cy="9140"/>
            </a:xfrm>
            <a:custGeom>
              <a:avLst/>
              <a:gdLst>
                <a:gd name="T0" fmla="*/ 22 w 23"/>
                <a:gd name="T1" fmla="*/ 3 h 4"/>
                <a:gd name="T2" fmla="*/ 12 w 23"/>
                <a:gd name="T3" fmla="*/ 4 h 4"/>
                <a:gd name="T4" fmla="*/ 1 w 23"/>
                <a:gd name="T5" fmla="*/ 1 h 4"/>
                <a:gd name="T6" fmla="*/ 10 w 23"/>
                <a:gd name="T7" fmla="*/ 0 h 4"/>
                <a:gd name="T8" fmla="*/ 22 w 23"/>
                <a:gd name="T9" fmla="*/ 3 h 4"/>
              </a:gdLst>
              <a:ahLst/>
              <a:cxnLst>
                <a:cxn ang="0">
                  <a:pos x="T0" y="T1"/>
                </a:cxn>
                <a:cxn ang="0">
                  <a:pos x="T2" y="T3"/>
                </a:cxn>
                <a:cxn ang="0">
                  <a:pos x="T4" y="T5"/>
                </a:cxn>
                <a:cxn ang="0">
                  <a:pos x="T6" y="T7"/>
                </a:cxn>
                <a:cxn ang="0">
                  <a:pos x="T8" y="T9"/>
                </a:cxn>
              </a:cxnLst>
              <a:rect l="0" t="0" r="r" b="b"/>
              <a:pathLst>
                <a:path w="23" h="4">
                  <a:moveTo>
                    <a:pt x="22" y="3"/>
                  </a:moveTo>
                  <a:cubicBezTo>
                    <a:pt x="23" y="4"/>
                    <a:pt x="18" y="4"/>
                    <a:pt x="12" y="4"/>
                  </a:cubicBezTo>
                  <a:cubicBezTo>
                    <a:pt x="7" y="3"/>
                    <a:pt x="2" y="2"/>
                    <a:pt x="1" y="1"/>
                  </a:cubicBezTo>
                  <a:cubicBezTo>
                    <a:pt x="0" y="0"/>
                    <a:pt x="4" y="0"/>
                    <a:pt x="10" y="0"/>
                  </a:cubicBezTo>
                  <a:cubicBezTo>
                    <a:pt x="16" y="1"/>
                    <a:pt x="22" y="3"/>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7" name="Freeform 1770">
              <a:extLst>
                <a:ext uri="{FF2B5EF4-FFF2-40B4-BE49-F238E27FC236}">
                  <a16:creationId xmlns:a16="http://schemas.microsoft.com/office/drawing/2014/main" id="{9517F598-A394-861A-B33C-9969A916ED6F}"/>
                </a:ext>
              </a:extLst>
            </p:cNvPr>
            <p:cNvSpPr>
              <a:spLocks/>
            </p:cNvSpPr>
            <p:nvPr/>
          </p:nvSpPr>
          <p:spPr bwMode="auto">
            <a:xfrm rot="5094805">
              <a:off x="565975" y="2366724"/>
              <a:ext cx="54839" cy="4570"/>
            </a:xfrm>
            <a:custGeom>
              <a:avLst/>
              <a:gdLst>
                <a:gd name="T0" fmla="*/ 21 w 22"/>
                <a:gd name="T1" fmla="*/ 1 h 2"/>
                <a:gd name="T2" fmla="*/ 11 w 22"/>
                <a:gd name="T3" fmla="*/ 2 h 2"/>
                <a:gd name="T4" fmla="*/ 0 w 22"/>
                <a:gd name="T5" fmla="*/ 1 h 2"/>
                <a:gd name="T6" fmla="*/ 10 w 22"/>
                <a:gd name="T7" fmla="*/ 0 h 2"/>
                <a:gd name="T8" fmla="*/ 21 w 22"/>
                <a:gd name="T9" fmla="*/ 1 h 2"/>
              </a:gdLst>
              <a:ahLst/>
              <a:cxnLst>
                <a:cxn ang="0">
                  <a:pos x="T0" y="T1"/>
                </a:cxn>
                <a:cxn ang="0">
                  <a:pos x="T2" y="T3"/>
                </a:cxn>
                <a:cxn ang="0">
                  <a:pos x="T4" y="T5"/>
                </a:cxn>
                <a:cxn ang="0">
                  <a:pos x="T6" y="T7"/>
                </a:cxn>
                <a:cxn ang="0">
                  <a:pos x="T8" y="T9"/>
                </a:cxn>
              </a:cxnLst>
              <a:rect l="0" t="0" r="r" b="b"/>
              <a:pathLst>
                <a:path w="22" h="2">
                  <a:moveTo>
                    <a:pt x="21" y="1"/>
                  </a:moveTo>
                  <a:cubicBezTo>
                    <a:pt x="22" y="2"/>
                    <a:pt x="16" y="2"/>
                    <a:pt x="11" y="2"/>
                  </a:cubicBezTo>
                  <a:cubicBezTo>
                    <a:pt x="5" y="2"/>
                    <a:pt x="0" y="1"/>
                    <a:pt x="0" y="1"/>
                  </a:cubicBezTo>
                  <a:cubicBezTo>
                    <a:pt x="0" y="0"/>
                    <a:pt x="5" y="0"/>
                    <a:pt x="10" y="0"/>
                  </a:cubicBezTo>
                  <a:cubicBezTo>
                    <a:pt x="16" y="0"/>
                    <a:pt x="21" y="1"/>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8" name="Freeform 1771">
              <a:extLst>
                <a:ext uri="{FF2B5EF4-FFF2-40B4-BE49-F238E27FC236}">
                  <a16:creationId xmlns:a16="http://schemas.microsoft.com/office/drawing/2014/main" id="{0E6D6794-CBD1-09AC-BDF3-C1F05E54E1FD}"/>
                </a:ext>
              </a:extLst>
            </p:cNvPr>
            <p:cNvSpPr>
              <a:spLocks/>
            </p:cNvSpPr>
            <p:nvPr/>
          </p:nvSpPr>
          <p:spPr bwMode="auto">
            <a:xfrm rot="5094805">
              <a:off x="587747" y="2559777"/>
              <a:ext cx="54839" cy="4570"/>
            </a:xfrm>
            <a:custGeom>
              <a:avLst/>
              <a:gdLst>
                <a:gd name="T0" fmla="*/ 12 w 22"/>
                <a:gd name="T1" fmla="*/ 2 h 2"/>
                <a:gd name="T2" fmla="*/ 0 w 22"/>
                <a:gd name="T3" fmla="*/ 2 h 2"/>
                <a:gd name="T4" fmla="*/ 8 w 22"/>
                <a:gd name="T5" fmla="*/ 0 h 2"/>
                <a:gd name="T6" fmla="*/ 21 w 22"/>
                <a:gd name="T7" fmla="*/ 0 h 2"/>
                <a:gd name="T8" fmla="*/ 12 w 22"/>
                <a:gd name="T9" fmla="*/ 2 h 2"/>
              </a:gdLst>
              <a:ahLst/>
              <a:cxnLst>
                <a:cxn ang="0">
                  <a:pos x="T0" y="T1"/>
                </a:cxn>
                <a:cxn ang="0">
                  <a:pos x="T2" y="T3"/>
                </a:cxn>
                <a:cxn ang="0">
                  <a:pos x="T4" y="T5"/>
                </a:cxn>
                <a:cxn ang="0">
                  <a:pos x="T6" y="T7"/>
                </a:cxn>
                <a:cxn ang="0">
                  <a:pos x="T8" y="T9"/>
                </a:cxn>
              </a:cxnLst>
              <a:rect l="0" t="0" r="r" b="b"/>
              <a:pathLst>
                <a:path w="22" h="2">
                  <a:moveTo>
                    <a:pt x="12" y="2"/>
                  </a:moveTo>
                  <a:cubicBezTo>
                    <a:pt x="6" y="2"/>
                    <a:pt x="1" y="2"/>
                    <a:pt x="0" y="2"/>
                  </a:cubicBezTo>
                  <a:cubicBezTo>
                    <a:pt x="0" y="1"/>
                    <a:pt x="3" y="1"/>
                    <a:pt x="8" y="0"/>
                  </a:cubicBezTo>
                  <a:cubicBezTo>
                    <a:pt x="14" y="0"/>
                    <a:pt x="20" y="0"/>
                    <a:pt x="21" y="0"/>
                  </a:cubicBezTo>
                  <a:cubicBezTo>
                    <a:pt x="22" y="0"/>
                    <a:pt x="18" y="1"/>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9" name="Freeform 1772">
              <a:extLst>
                <a:ext uri="{FF2B5EF4-FFF2-40B4-BE49-F238E27FC236}">
                  <a16:creationId xmlns:a16="http://schemas.microsoft.com/office/drawing/2014/main" id="{B2013D61-682A-1142-1B4B-499D289FFF86}"/>
                </a:ext>
              </a:extLst>
            </p:cNvPr>
            <p:cNvSpPr>
              <a:spLocks/>
            </p:cNvSpPr>
            <p:nvPr/>
          </p:nvSpPr>
          <p:spPr bwMode="auto">
            <a:xfrm rot="5094805">
              <a:off x="626588" y="2747883"/>
              <a:ext cx="54839" cy="11425"/>
            </a:xfrm>
            <a:custGeom>
              <a:avLst/>
              <a:gdLst>
                <a:gd name="T0" fmla="*/ 10 w 22"/>
                <a:gd name="T1" fmla="*/ 1 h 4"/>
                <a:gd name="T2" fmla="*/ 22 w 22"/>
                <a:gd name="T3" fmla="*/ 0 h 4"/>
                <a:gd name="T4" fmla="*/ 11 w 22"/>
                <a:gd name="T5" fmla="*/ 2 h 4"/>
                <a:gd name="T6" fmla="*/ 1 w 22"/>
                <a:gd name="T7" fmla="*/ 3 h 4"/>
                <a:gd name="T8" fmla="*/ 10 w 22"/>
                <a:gd name="T9" fmla="*/ 1 h 4"/>
              </a:gdLst>
              <a:ahLst/>
              <a:cxnLst>
                <a:cxn ang="0">
                  <a:pos x="T0" y="T1"/>
                </a:cxn>
                <a:cxn ang="0">
                  <a:pos x="T2" y="T3"/>
                </a:cxn>
                <a:cxn ang="0">
                  <a:pos x="T4" y="T5"/>
                </a:cxn>
                <a:cxn ang="0">
                  <a:pos x="T6" y="T7"/>
                </a:cxn>
                <a:cxn ang="0">
                  <a:pos x="T8" y="T9"/>
                </a:cxn>
              </a:cxnLst>
              <a:rect l="0" t="0" r="r" b="b"/>
              <a:pathLst>
                <a:path w="22" h="4">
                  <a:moveTo>
                    <a:pt x="10" y="1"/>
                  </a:moveTo>
                  <a:cubicBezTo>
                    <a:pt x="16" y="0"/>
                    <a:pt x="22" y="0"/>
                    <a:pt x="22" y="0"/>
                  </a:cubicBezTo>
                  <a:cubicBezTo>
                    <a:pt x="22" y="0"/>
                    <a:pt x="17" y="2"/>
                    <a:pt x="11" y="2"/>
                  </a:cubicBezTo>
                  <a:cubicBezTo>
                    <a:pt x="6" y="3"/>
                    <a:pt x="1" y="4"/>
                    <a:pt x="1" y="3"/>
                  </a:cubicBezTo>
                  <a:cubicBezTo>
                    <a:pt x="0" y="3"/>
                    <a:pt x="5"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0" name="Freeform 1773">
              <a:extLst>
                <a:ext uri="{FF2B5EF4-FFF2-40B4-BE49-F238E27FC236}">
                  <a16:creationId xmlns:a16="http://schemas.microsoft.com/office/drawing/2014/main" id="{8E1E6B5D-D810-E544-3649-3F04866503C7}"/>
                </a:ext>
              </a:extLst>
            </p:cNvPr>
            <p:cNvSpPr>
              <a:spLocks/>
            </p:cNvSpPr>
            <p:nvPr/>
          </p:nvSpPr>
          <p:spPr bwMode="auto">
            <a:xfrm rot="5094805">
              <a:off x="683541" y="2936759"/>
              <a:ext cx="52554" cy="11425"/>
            </a:xfrm>
            <a:custGeom>
              <a:avLst/>
              <a:gdLst>
                <a:gd name="T0" fmla="*/ 10 w 21"/>
                <a:gd name="T1" fmla="*/ 2 h 5"/>
                <a:gd name="T2" fmla="*/ 21 w 21"/>
                <a:gd name="T3" fmla="*/ 0 h 5"/>
                <a:gd name="T4" fmla="*/ 11 w 21"/>
                <a:gd name="T5" fmla="*/ 3 h 5"/>
                <a:gd name="T6" fmla="*/ 0 w 21"/>
                <a:gd name="T7" fmla="*/ 5 h 5"/>
                <a:gd name="T8" fmla="*/ 10 w 21"/>
                <a:gd name="T9" fmla="*/ 2 h 5"/>
              </a:gdLst>
              <a:ahLst/>
              <a:cxnLst>
                <a:cxn ang="0">
                  <a:pos x="T0" y="T1"/>
                </a:cxn>
                <a:cxn ang="0">
                  <a:pos x="T2" y="T3"/>
                </a:cxn>
                <a:cxn ang="0">
                  <a:pos x="T4" y="T5"/>
                </a:cxn>
                <a:cxn ang="0">
                  <a:pos x="T6" y="T7"/>
                </a:cxn>
                <a:cxn ang="0">
                  <a:pos x="T8" y="T9"/>
                </a:cxn>
              </a:cxnLst>
              <a:rect l="0" t="0" r="r" b="b"/>
              <a:pathLst>
                <a:path w="21" h="5">
                  <a:moveTo>
                    <a:pt x="10" y="2"/>
                  </a:moveTo>
                  <a:cubicBezTo>
                    <a:pt x="16" y="1"/>
                    <a:pt x="21" y="0"/>
                    <a:pt x="21" y="0"/>
                  </a:cubicBezTo>
                  <a:cubicBezTo>
                    <a:pt x="21" y="0"/>
                    <a:pt x="16" y="2"/>
                    <a:pt x="11" y="3"/>
                  </a:cubicBezTo>
                  <a:cubicBezTo>
                    <a:pt x="5" y="4"/>
                    <a:pt x="1" y="5"/>
                    <a:pt x="0" y="5"/>
                  </a:cubicBezTo>
                  <a:cubicBezTo>
                    <a:pt x="0" y="5"/>
                    <a:pt x="4" y="3"/>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1" name="Freeform 1774">
              <a:extLst>
                <a:ext uri="{FF2B5EF4-FFF2-40B4-BE49-F238E27FC236}">
                  <a16:creationId xmlns:a16="http://schemas.microsoft.com/office/drawing/2014/main" id="{F95042C4-9A46-E72A-94AF-02AAC4922BA1}"/>
                </a:ext>
              </a:extLst>
            </p:cNvPr>
            <p:cNvSpPr>
              <a:spLocks/>
            </p:cNvSpPr>
            <p:nvPr/>
          </p:nvSpPr>
          <p:spPr bwMode="auto">
            <a:xfrm rot="5094805">
              <a:off x="749492" y="3120158"/>
              <a:ext cx="52554" cy="18280"/>
            </a:xfrm>
            <a:custGeom>
              <a:avLst/>
              <a:gdLst>
                <a:gd name="T0" fmla="*/ 21 w 21"/>
                <a:gd name="T1" fmla="*/ 0 h 7"/>
                <a:gd name="T2" fmla="*/ 11 w 21"/>
                <a:gd name="T3" fmla="*/ 4 h 7"/>
                <a:gd name="T4" fmla="*/ 0 w 21"/>
                <a:gd name="T5" fmla="*/ 6 h 7"/>
                <a:gd name="T6" fmla="*/ 10 w 21"/>
                <a:gd name="T7" fmla="*/ 3 h 7"/>
                <a:gd name="T8" fmla="*/ 21 w 21"/>
                <a:gd name="T9" fmla="*/ 0 h 7"/>
              </a:gdLst>
              <a:ahLst/>
              <a:cxnLst>
                <a:cxn ang="0">
                  <a:pos x="T0" y="T1"/>
                </a:cxn>
                <a:cxn ang="0">
                  <a:pos x="T2" y="T3"/>
                </a:cxn>
                <a:cxn ang="0">
                  <a:pos x="T4" y="T5"/>
                </a:cxn>
                <a:cxn ang="0">
                  <a:pos x="T6" y="T7"/>
                </a:cxn>
                <a:cxn ang="0">
                  <a:pos x="T8" y="T9"/>
                </a:cxn>
              </a:cxnLst>
              <a:rect l="0" t="0" r="r" b="b"/>
              <a:pathLst>
                <a:path w="21" h="7">
                  <a:moveTo>
                    <a:pt x="21" y="0"/>
                  </a:moveTo>
                  <a:cubicBezTo>
                    <a:pt x="21" y="1"/>
                    <a:pt x="16" y="3"/>
                    <a:pt x="11" y="4"/>
                  </a:cubicBezTo>
                  <a:cubicBezTo>
                    <a:pt x="5" y="6"/>
                    <a:pt x="0" y="7"/>
                    <a:pt x="0" y="6"/>
                  </a:cubicBezTo>
                  <a:cubicBezTo>
                    <a:pt x="1" y="6"/>
                    <a:pt x="5" y="4"/>
                    <a:pt x="10" y="3"/>
                  </a:cubicBezTo>
                  <a:cubicBezTo>
                    <a:pt x="16" y="1"/>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2" name="Freeform 1775">
              <a:extLst>
                <a:ext uri="{FF2B5EF4-FFF2-40B4-BE49-F238E27FC236}">
                  <a16:creationId xmlns:a16="http://schemas.microsoft.com/office/drawing/2014/main" id="{F6A269EC-98F2-68FE-4759-CA06A174D29C}"/>
                </a:ext>
              </a:extLst>
            </p:cNvPr>
            <p:cNvSpPr>
              <a:spLocks/>
            </p:cNvSpPr>
            <p:nvPr/>
          </p:nvSpPr>
          <p:spPr bwMode="auto">
            <a:xfrm rot="5094805">
              <a:off x="827026" y="3307105"/>
              <a:ext cx="52554" cy="20565"/>
            </a:xfrm>
            <a:custGeom>
              <a:avLst/>
              <a:gdLst>
                <a:gd name="T0" fmla="*/ 21 w 22"/>
                <a:gd name="T1" fmla="*/ 0 h 8"/>
                <a:gd name="T2" fmla="*/ 11 w 22"/>
                <a:gd name="T3" fmla="*/ 4 h 8"/>
                <a:gd name="T4" fmla="*/ 0 w 22"/>
                <a:gd name="T5" fmla="*/ 7 h 8"/>
                <a:gd name="T6" fmla="*/ 10 w 22"/>
                <a:gd name="T7" fmla="*/ 3 h 8"/>
                <a:gd name="T8" fmla="*/ 21 w 22"/>
                <a:gd name="T9" fmla="*/ 0 h 8"/>
              </a:gdLst>
              <a:ahLst/>
              <a:cxnLst>
                <a:cxn ang="0">
                  <a:pos x="T0" y="T1"/>
                </a:cxn>
                <a:cxn ang="0">
                  <a:pos x="T2" y="T3"/>
                </a:cxn>
                <a:cxn ang="0">
                  <a:pos x="T4" y="T5"/>
                </a:cxn>
                <a:cxn ang="0">
                  <a:pos x="T6" y="T7"/>
                </a:cxn>
                <a:cxn ang="0">
                  <a:pos x="T8" y="T9"/>
                </a:cxn>
              </a:cxnLst>
              <a:rect l="0" t="0" r="r" b="b"/>
              <a:pathLst>
                <a:path w="22" h="8">
                  <a:moveTo>
                    <a:pt x="21" y="0"/>
                  </a:moveTo>
                  <a:cubicBezTo>
                    <a:pt x="22" y="0"/>
                    <a:pt x="16" y="3"/>
                    <a:pt x="11" y="4"/>
                  </a:cubicBezTo>
                  <a:cubicBezTo>
                    <a:pt x="5" y="6"/>
                    <a:pt x="0" y="8"/>
                    <a:pt x="0" y="7"/>
                  </a:cubicBezTo>
                  <a:cubicBezTo>
                    <a:pt x="1" y="7"/>
                    <a:pt x="5" y="5"/>
                    <a:pt x="10" y="3"/>
                  </a:cubicBezTo>
                  <a:cubicBezTo>
                    <a:pt x="16" y="1"/>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3" name="Freeform 1776">
              <a:extLst>
                <a:ext uri="{FF2B5EF4-FFF2-40B4-BE49-F238E27FC236}">
                  <a16:creationId xmlns:a16="http://schemas.microsoft.com/office/drawing/2014/main" id="{35B77B27-3C6B-9965-256A-4A12AA3A6BDA}"/>
                </a:ext>
              </a:extLst>
            </p:cNvPr>
            <p:cNvSpPr>
              <a:spLocks/>
            </p:cNvSpPr>
            <p:nvPr/>
          </p:nvSpPr>
          <p:spPr bwMode="auto">
            <a:xfrm rot="5094805">
              <a:off x="913460" y="3490966"/>
              <a:ext cx="52554" cy="22850"/>
            </a:xfrm>
            <a:custGeom>
              <a:avLst/>
              <a:gdLst>
                <a:gd name="T0" fmla="*/ 21 w 21"/>
                <a:gd name="T1" fmla="*/ 0 h 9"/>
                <a:gd name="T2" fmla="*/ 10 w 21"/>
                <a:gd name="T3" fmla="*/ 5 h 9"/>
                <a:gd name="T4" fmla="*/ 0 w 21"/>
                <a:gd name="T5" fmla="*/ 8 h 9"/>
                <a:gd name="T6" fmla="*/ 10 w 21"/>
                <a:gd name="T7" fmla="*/ 4 h 9"/>
                <a:gd name="T8" fmla="*/ 21 w 21"/>
                <a:gd name="T9" fmla="*/ 0 h 9"/>
              </a:gdLst>
              <a:ahLst/>
              <a:cxnLst>
                <a:cxn ang="0">
                  <a:pos x="T0" y="T1"/>
                </a:cxn>
                <a:cxn ang="0">
                  <a:pos x="T2" y="T3"/>
                </a:cxn>
                <a:cxn ang="0">
                  <a:pos x="T4" y="T5"/>
                </a:cxn>
                <a:cxn ang="0">
                  <a:pos x="T6" y="T7"/>
                </a:cxn>
                <a:cxn ang="0">
                  <a:pos x="T8" y="T9"/>
                </a:cxn>
              </a:cxnLst>
              <a:rect l="0" t="0" r="r" b="b"/>
              <a:pathLst>
                <a:path w="21" h="9">
                  <a:moveTo>
                    <a:pt x="21" y="0"/>
                  </a:moveTo>
                  <a:cubicBezTo>
                    <a:pt x="21" y="1"/>
                    <a:pt x="16" y="3"/>
                    <a:pt x="10" y="5"/>
                  </a:cubicBezTo>
                  <a:cubicBezTo>
                    <a:pt x="4" y="7"/>
                    <a:pt x="0" y="9"/>
                    <a:pt x="0" y="8"/>
                  </a:cubicBezTo>
                  <a:cubicBezTo>
                    <a:pt x="0" y="8"/>
                    <a:pt x="5" y="6"/>
                    <a:pt x="10" y="4"/>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4" name="Freeform 1777">
              <a:extLst>
                <a:ext uri="{FF2B5EF4-FFF2-40B4-BE49-F238E27FC236}">
                  <a16:creationId xmlns:a16="http://schemas.microsoft.com/office/drawing/2014/main" id="{531201AB-2309-CC0A-38FC-FF9F826D5183}"/>
                </a:ext>
              </a:extLst>
            </p:cNvPr>
            <p:cNvSpPr>
              <a:spLocks/>
            </p:cNvSpPr>
            <p:nvPr/>
          </p:nvSpPr>
          <p:spPr bwMode="auto">
            <a:xfrm rot="5094805">
              <a:off x="1008999" y="3674016"/>
              <a:ext cx="52554" cy="25135"/>
            </a:xfrm>
            <a:custGeom>
              <a:avLst/>
              <a:gdLst>
                <a:gd name="T0" fmla="*/ 10 w 21"/>
                <a:gd name="T1" fmla="*/ 5 h 10"/>
                <a:gd name="T2" fmla="*/ 21 w 21"/>
                <a:gd name="T3" fmla="*/ 1 h 10"/>
                <a:gd name="T4" fmla="*/ 10 w 21"/>
                <a:gd name="T5" fmla="*/ 6 h 10"/>
                <a:gd name="T6" fmla="*/ 0 w 21"/>
                <a:gd name="T7" fmla="*/ 9 h 10"/>
                <a:gd name="T8" fmla="*/ 10 w 21"/>
                <a:gd name="T9" fmla="*/ 5 h 10"/>
              </a:gdLst>
              <a:ahLst/>
              <a:cxnLst>
                <a:cxn ang="0">
                  <a:pos x="T0" y="T1"/>
                </a:cxn>
                <a:cxn ang="0">
                  <a:pos x="T2" y="T3"/>
                </a:cxn>
                <a:cxn ang="0">
                  <a:pos x="T4" y="T5"/>
                </a:cxn>
                <a:cxn ang="0">
                  <a:pos x="T6" y="T7"/>
                </a:cxn>
                <a:cxn ang="0">
                  <a:pos x="T8" y="T9"/>
                </a:cxn>
              </a:cxnLst>
              <a:rect l="0" t="0" r="r" b="b"/>
              <a:pathLst>
                <a:path w="21" h="10">
                  <a:moveTo>
                    <a:pt x="10" y="5"/>
                  </a:moveTo>
                  <a:cubicBezTo>
                    <a:pt x="16" y="2"/>
                    <a:pt x="21" y="0"/>
                    <a:pt x="21" y="1"/>
                  </a:cubicBezTo>
                  <a:cubicBezTo>
                    <a:pt x="21" y="1"/>
                    <a:pt x="15" y="4"/>
                    <a:pt x="10" y="6"/>
                  </a:cubicBezTo>
                  <a:cubicBezTo>
                    <a:pt x="5" y="8"/>
                    <a:pt x="0" y="10"/>
                    <a:pt x="0" y="9"/>
                  </a:cubicBezTo>
                  <a:cubicBezTo>
                    <a:pt x="0" y="9"/>
                    <a:pt x="4" y="7"/>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5" name="Freeform 1778">
              <a:extLst>
                <a:ext uri="{FF2B5EF4-FFF2-40B4-BE49-F238E27FC236}">
                  <a16:creationId xmlns:a16="http://schemas.microsoft.com/office/drawing/2014/main" id="{3AD2141A-4B92-4A9E-8CB3-DA14941A75F7}"/>
                </a:ext>
              </a:extLst>
            </p:cNvPr>
            <p:cNvSpPr>
              <a:spLocks/>
            </p:cNvSpPr>
            <p:nvPr/>
          </p:nvSpPr>
          <p:spPr bwMode="auto">
            <a:xfrm rot="5094805">
              <a:off x="1106708" y="3859052"/>
              <a:ext cx="54839" cy="20565"/>
            </a:xfrm>
            <a:custGeom>
              <a:avLst/>
              <a:gdLst>
                <a:gd name="T0" fmla="*/ 12 w 22"/>
                <a:gd name="T1" fmla="*/ 4 h 9"/>
                <a:gd name="T2" fmla="*/ 1 w 22"/>
                <a:gd name="T3" fmla="*/ 9 h 9"/>
                <a:gd name="T4" fmla="*/ 9 w 22"/>
                <a:gd name="T5" fmla="*/ 5 h 9"/>
                <a:gd name="T6" fmla="*/ 21 w 22"/>
                <a:gd name="T7" fmla="*/ 0 h 9"/>
                <a:gd name="T8" fmla="*/ 12 w 22"/>
                <a:gd name="T9" fmla="*/ 4 h 9"/>
              </a:gdLst>
              <a:ahLst/>
              <a:cxnLst>
                <a:cxn ang="0">
                  <a:pos x="T0" y="T1"/>
                </a:cxn>
                <a:cxn ang="0">
                  <a:pos x="T2" y="T3"/>
                </a:cxn>
                <a:cxn ang="0">
                  <a:pos x="T4" y="T5"/>
                </a:cxn>
                <a:cxn ang="0">
                  <a:pos x="T6" y="T7"/>
                </a:cxn>
                <a:cxn ang="0">
                  <a:pos x="T8" y="T9"/>
                </a:cxn>
              </a:cxnLst>
              <a:rect l="0" t="0" r="r" b="b"/>
              <a:pathLst>
                <a:path w="22" h="9">
                  <a:moveTo>
                    <a:pt x="12" y="4"/>
                  </a:moveTo>
                  <a:cubicBezTo>
                    <a:pt x="7" y="7"/>
                    <a:pt x="1" y="9"/>
                    <a:pt x="1" y="9"/>
                  </a:cubicBezTo>
                  <a:cubicBezTo>
                    <a:pt x="0" y="9"/>
                    <a:pt x="4" y="7"/>
                    <a:pt x="9" y="5"/>
                  </a:cubicBezTo>
                  <a:cubicBezTo>
                    <a:pt x="14" y="2"/>
                    <a:pt x="20" y="0"/>
                    <a:pt x="21" y="0"/>
                  </a:cubicBezTo>
                  <a:cubicBezTo>
                    <a:pt x="22"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6" name="Freeform 1779">
              <a:extLst>
                <a:ext uri="{FF2B5EF4-FFF2-40B4-BE49-F238E27FC236}">
                  <a16:creationId xmlns:a16="http://schemas.microsoft.com/office/drawing/2014/main" id="{579A5C0F-F60F-A7DA-B0B3-CE03170CEA24}"/>
                </a:ext>
              </a:extLst>
            </p:cNvPr>
            <p:cNvSpPr>
              <a:spLocks/>
            </p:cNvSpPr>
            <p:nvPr/>
          </p:nvSpPr>
          <p:spPr bwMode="auto">
            <a:xfrm rot="5094805">
              <a:off x="1212497" y="4040251"/>
              <a:ext cx="50269" cy="25135"/>
            </a:xfrm>
            <a:custGeom>
              <a:avLst/>
              <a:gdLst>
                <a:gd name="T0" fmla="*/ 21 w 21"/>
                <a:gd name="T1" fmla="*/ 0 h 10"/>
                <a:gd name="T2" fmla="*/ 10 w 21"/>
                <a:gd name="T3" fmla="*/ 6 h 10"/>
                <a:gd name="T4" fmla="*/ 0 w 21"/>
                <a:gd name="T5" fmla="*/ 10 h 10"/>
                <a:gd name="T6" fmla="*/ 10 w 21"/>
                <a:gd name="T7" fmla="*/ 5 h 10"/>
                <a:gd name="T8" fmla="*/ 21 w 21"/>
                <a:gd name="T9" fmla="*/ 0 h 10"/>
              </a:gdLst>
              <a:ahLst/>
              <a:cxnLst>
                <a:cxn ang="0">
                  <a:pos x="T0" y="T1"/>
                </a:cxn>
                <a:cxn ang="0">
                  <a:pos x="T2" y="T3"/>
                </a:cxn>
                <a:cxn ang="0">
                  <a:pos x="T4" y="T5"/>
                </a:cxn>
                <a:cxn ang="0">
                  <a:pos x="T6" y="T7"/>
                </a:cxn>
                <a:cxn ang="0">
                  <a:pos x="T8" y="T9"/>
                </a:cxn>
              </a:cxnLst>
              <a:rect l="0" t="0" r="r" b="b"/>
              <a:pathLst>
                <a:path w="21" h="10">
                  <a:moveTo>
                    <a:pt x="21" y="0"/>
                  </a:moveTo>
                  <a:cubicBezTo>
                    <a:pt x="21" y="0"/>
                    <a:pt x="16" y="3"/>
                    <a:pt x="10" y="6"/>
                  </a:cubicBezTo>
                  <a:cubicBezTo>
                    <a:pt x="5" y="8"/>
                    <a:pt x="0" y="10"/>
                    <a:pt x="0" y="10"/>
                  </a:cubicBezTo>
                  <a:cubicBezTo>
                    <a:pt x="0" y="10"/>
                    <a:pt x="4" y="8"/>
                    <a:pt x="10" y="5"/>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7" name="Freeform 1780">
              <a:extLst>
                <a:ext uri="{FF2B5EF4-FFF2-40B4-BE49-F238E27FC236}">
                  <a16:creationId xmlns:a16="http://schemas.microsoft.com/office/drawing/2014/main" id="{F5DF6145-ADC2-7213-35FD-6E0C4D66E390}"/>
                </a:ext>
              </a:extLst>
            </p:cNvPr>
            <p:cNvSpPr>
              <a:spLocks/>
            </p:cNvSpPr>
            <p:nvPr/>
          </p:nvSpPr>
          <p:spPr bwMode="auto">
            <a:xfrm rot="5094805">
              <a:off x="1315993" y="4223532"/>
              <a:ext cx="54839" cy="25135"/>
            </a:xfrm>
            <a:custGeom>
              <a:avLst/>
              <a:gdLst>
                <a:gd name="T0" fmla="*/ 21 w 22"/>
                <a:gd name="T1" fmla="*/ 0 h 10"/>
                <a:gd name="T2" fmla="*/ 12 w 22"/>
                <a:gd name="T3" fmla="*/ 5 h 10"/>
                <a:gd name="T4" fmla="*/ 1 w 22"/>
                <a:gd name="T5" fmla="*/ 10 h 10"/>
                <a:gd name="T6" fmla="*/ 10 w 22"/>
                <a:gd name="T7" fmla="*/ 5 h 10"/>
                <a:gd name="T8" fmla="*/ 21 w 22"/>
                <a:gd name="T9" fmla="*/ 0 h 10"/>
              </a:gdLst>
              <a:ahLst/>
              <a:cxnLst>
                <a:cxn ang="0">
                  <a:pos x="T0" y="T1"/>
                </a:cxn>
                <a:cxn ang="0">
                  <a:pos x="T2" y="T3"/>
                </a:cxn>
                <a:cxn ang="0">
                  <a:pos x="T4" y="T5"/>
                </a:cxn>
                <a:cxn ang="0">
                  <a:pos x="T6" y="T7"/>
                </a:cxn>
                <a:cxn ang="0">
                  <a:pos x="T8" y="T9"/>
                </a:cxn>
              </a:cxnLst>
              <a:rect l="0" t="0" r="r" b="b"/>
              <a:pathLst>
                <a:path w="22" h="10">
                  <a:moveTo>
                    <a:pt x="21" y="0"/>
                  </a:moveTo>
                  <a:cubicBezTo>
                    <a:pt x="22" y="0"/>
                    <a:pt x="17" y="2"/>
                    <a:pt x="12" y="5"/>
                  </a:cubicBezTo>
                  <a:cubicBezTo>
                    <a:pt x="6" y="7"/>
                    <a:pt x="2" y="10"/>
                    <a:pt x="1" y="10"/>
                  </a:cubicBezTo>
                  <a:cubicBezTo>
                    <a:pt x="0" y="10"/>
                    <a:pt x="4" y="8"/>
                    <a:pt x="10" y="5"/>
                  </a:cubicBezTo>
                  <a:cubicBezTo>
                    <a:pt x="15"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8" name="Freeform 1781">
              <a:extLst>
                <a:ext uri="{FF2B5EF4-FFF2-40B4-BE49-F238E27FC236}">
                  <a16:creationId xmlns:a16="http://schemas.microsoft.com/office/drawing/2014/main" id="{632D91D3-B5B0-989D-5350-FFA01949DF17}"/>
                </a:ext>
              </a:extLst>
            </p:cNvPr>
            <p:cNvSpPr>
              <a:spLocks/>
            </p:cNvSpPr>
            <p:nvPr/>
          </p:nvSpPr>
          <p:spPr bwMode="auto">
            <a:xfrm rot="5094805">
              <a:off x="625909" y="1560718"/>
              <a:ext cx="57124" cy="25135"/>
            </a:xfrm>
            <a:custGeom>
              <a:avLst/>
              <a:gdLst>
                <a:gd name="T0" fmla="*/ 23 w 23"/>
                <a:gd name="T1" fmla="*/ 8 h 11"/>
                <a:gd name="T2" fmla="*/ 13 w 23"/>
                <a:gd name="T3" fmla="*/ 9 h 11"/>
                <a:gd name="T4" fmla="*/ 1 w 23"/>
                <a:gd name="T5" fmla="*/ 3 h 11"/>
                <a:gd name="T6" fmla="*/ 10 w 23"/>
                <a:gd name="T7" fmla="*/ 1 h 11"/>
                <a:gd name="T8" fmla="*/ 23 w 23"/>
                <a:gd name="T9" fmla="*/ 8 h 11"/>
              </a:gdLst>
              <a:ahLst/>
              <a:cxnLst>
                <a:cxn ang="0">
                  <a:pos x="T0" y="T1"/>
                </a:cxn>
                <a:cxn ang="0">
                  <a:pos x="T2" y="T3"/>
                </a:cxn>
                <a:cxn ang="0">
                  <a:pos x="T4" y="T5"/>
                </a:cxn>
                <a:cxn ang="0">
                  <a:pos x="T6" y="T7"/>
                </a:cxn>
                <a:cxn ang="0">
                  <a:pos x="T8" y="T9"/>
                </a:cxn>
              </a:cxnLst>
              <a:rect l="0" t="0" r="r" b="b"/>
              <a:pathLst>
                <a:path w="23" h="11">
                  <a:moveTo>
                    <a:pt x="23" y="8"/>
                  </a:moveTo>
                  <a:cubicBezTo>
                    <a:pt x="23" y="10"/>
                    <a:pt x="18" y="11"/>
                    <a:pt x="13" y="9"/>
                  </a:cubicBezTo>
                  <a:cubicBezTo>
                    <a:pt x="7" y="8"/>
                    <a:pt x="2" y="5"/>
                    <a:pt x="1" y="3"/>
                  </a:cubicBezTo>
                  <a:cubicBezTo>
                    <a:pt x="0" y="1"/>
                    <a:pt x="4" y="0"/>
                    <a:pt x="10" y="1"/>
                  </a:cubicBezTo>
                  <a:cubicBezTo>
                    <a:pt x="16" y="3"/>
                    <a:pt x="22" y="6"/>
                    <a:pt x="2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9" name="Freeform 1782">
              <a:extLst>
                <a:ext uri="{FF2B5EF4-FFF2-40B4-BE49-F238E27FC236}">
                  <a16:creationId xmlns:a16="http://schemas.microsoft.com/office/drawing/2014/main" id="{FCDF7AB4-70B4-2197-91DD-A427615A0051}"/>
                </a:ext>
              </a:extLst>
            </p:cNvPr>
            <p:cNvSpPr>
              <a:spLocks/>
            </p:cNvSpPr>
            <p:nvPr/>
          </p:nvSpPr>
          <p:spPr bwMode="auto">
            <a:xfrm rot="5094805">
              <a:off x="655347" y="1359680"/>
              <a:ext cx="57124" cy="31990"/>
            </a:xfrm>
            <a:custGeom>
              <a:avLst/>
              <a:gdLst>
                <a:gd name="T0" fmla="*/ 22 w 23"/>
                <a:gd name="T1" fmla="*/ 9 h 13"/>
                <a:gd name="T2" fmla="*/ 12 w 23"/>
                <a:gd name="T3" fmla="*/ 11 h 13"/>
                <a:gd name="T4" fmla="*/ 1 w 23"/>
                <a:gd name="T5" fmla="*/ 4 h 13"/>
                <a:gd name="T6" fmla="*/ 10 w 23"/>
                <a:gd name="T7" fmla="*/ 2 h 13"/>
                <a:gd name="T8" fmla="*/ 22 w 23"/>
                <a:gd name="T9" fmla="*/ 9 h 13"/>
              </a:gdLst>
              <a:ahLst/>
              <a:cxnLst>
                <a:cxn ang="0">
                  <a:pos x="T0" y="T1"/>
                </a:cxn>
                <a:cxn ang="0">
                  <a:pos x="T2" y="T3"/>
                </a:cxn>
                <a:cxn ang="0">
                  <a:pos x="T4" y="T5"/>
                </a:cxn>
                <a:cxn ang="0">
                  <a:pos x="T6" y="T7"/>
                </a:cxn>
                <a:cxn ang="0">
                  <a:pos x="T8" y="T9"/>
                </a:cxn>
              </a:cxnLst>
              <a:rect l="0" t="0" r="r" b="b"/>
              <a:pathLst>
                <a:path w="23" h="13">
                  <a:moveTo>
                    <a:pt x="22" y="9"/>
                  </a:moveTo>
                  <a:cubicBezTo>
                    <a:pt x="23" y="12"/>
                    <a:pt x="18" y="13"/>
                    <a:pt x="12" y="11"/>
                  </a:cubicBezTo>
                  <a:cubicBezTo>
                    <a:pt x="7" y="10"/>
                    <a:pt x="2" y="7"/>
                    <a:pt x="1" y="4"/>
                  </a:cubicBezTo>
                  <a:cubicBezTo>
                    <a:pt x="0" y="1"/>
                    <a:pt x="4" y="0"/>
                    <a:pt x="10" y="2"/>
                  </a:cubicBezTo>
                  <a:cubicBezTo>
                    <a:pt x="16" y="3"/>
                    <a:pt x="21" y="6"/>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0" name="Freeform 1783">
              <a:extLst>
                <a:ext uri="{FF2B5EF4-FFF2-40B4-BE49-F238E27FC236}">
                  <a16:creationId xmlns:a16="http://schemas.microsoft.com/office/drawing/2014/main" id="{7887F56A-31E2-654E-57B3-4AE4A8DE2439}"/>
                </a:ext>
              </a:extLst>
            </p:cNvPr>
            <p:cNvSpPr>
              <a:spLocks/>
            </p:cNvSpPr>
            <p:nvPr/>
          </p:nvSpPr>
          <p:spPr bwMode="auto">
            <a:xfrm rot="5094805">
              <a:off x="680030" y="1159055"/>
              <a:ext cx="57124" cy="34275"/>
            </a:xfrm>
            <a:custGeom>
              <a:avLst/>
              <a:gdLst>
                <a:gd name="T0" fmla="*/ 22 w 23"/>
                <a:gd name="T1" fmla="*/ 9 h 14"/>
                <a:gd name="T2" fmla="*/ 13 w 23"/>
                <a:gd name="T3" fmla="*/ 13 h 14"/>
                <a:gd name="T4" fmla="*/ 1 w 23"/>
                <a:gd name="T5" fmla="*/ 5 h 14"/>
                <a:gd name="T6" fmla="*/ 9 w 23"/>
                <a:gd name="T7" fmla="*/ 1 h 14"/>
                <a:gd name="T8" fmla="*/ 22 w 23"/>
                <a:gd name="T9" fmla="*/ 9 h 14"/>
              </a:gdLst>
              <a:ahLst/>
              <a:cxnLst>
                <a:cxn ang="0">
                  <a:pos x="T0" y="T1"/>
                </a:cxn>
                <a:cxn ang="0">
                  <a:pos x="T2" y="T3"/>
                </a:cxn>
                <a:cxn ang="0">
                  <a:pos x="T4" y="T5"/>
                </a:cxn>
                <a:cxn ang="0">
                  <a:pos x="T6" y="T7"/>
                </a:cxn>
                <a:cxn ang="0">
                  <a:pos x="T8" y="T9"/>
                </a:cxn>
              </a:cxnLst>
              <a:rect l="0" t="0" r="r" b="b"/>
              <a:pathLst>
                <a:path w="23" h="14">
                  <a:moveTo>
                    <a:pt x="22" y="9"/>
                  </a:moveTo>
                  <a:cubicBezTo>
                    <a:pt x="23" y="12"/>
                    <a:pt x="19" y="14"/>
                    <a:pt x="13" y="13"/>
                  </a:cubicBezTo>
                  <a:cubicBezTo>
                    <a:pt x="8" y="12"/>
                    <a:pt x="3" y="9"/>
                    <a:pt x="1" y="5"/>
                  </a:cubicBezTo>
                  <a:cubicBezTo>
                    <a:pt x="0" y="2"/>
                    <a:pt x="3" y="0"/>
                    <a:pt x="9" y="1"/>
                  </a:cubicBezTo>
                  <a:cubicBezTo>
                    <a:pt x="15" y="2"/>
                    <a:pt x="21" y="6"/>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1" name="Freeform 1784">
              <a:extLst>
                <a:ext uri="{FF2B5EF4-FFF2-40B4-BE49-F238E27FC236}">
                  <a16:creationId xmlns:a16="http://schemas.microsoft.com/office/drawing/2014/main" id="{ABB42377-5849-316F-7CFD-39284A2689CE}"/>
                </a:ext>
              </a:extLst>
            </p:cNvPr>
            <p:cNvSpPr>
              <a:spLocks/>
            </p:cNvSpPr>
            <p:nvPr/>
          </p:nvSpPr>
          <p:spPr bwMode="auto">
            <a:xfrm rot="5094805">
              <a:off x="699023" y="957795"/>
              <a:ext cx="57124" cy="38845"/>
            </a:xfrm>
            <a:custGeom>
              <a:avLst/>
              <a:gdLst>
                <a:gd name="T0" fmla="*/ 22 w 23"/>
                <a:gd name="T1" fmla="*/ 9 h 15"/>
                <a:gd name="T2" fmla="*/ 13 w 23"/>
                <a:gd name="T3" fmla="*/ 14 h 15"/>
                <a:gd name="T4" fmla="*/ 1 w 23"/>
                <a:gd name="T5" fmla="*/ 7 h 15"/>
                <a:gd name="T6" fmla="*/ 9 w 23"/>
                <a:gd name="T7" fmla="*/ 1 h 15"/>
                <a:gd name="T8" fmla="*/ 22 w 23"/>
                <a:gd name="T9" fmla="*/ 9 h 15"/>
              </a:gdLst>
              <a:ahLst/>
              <a:cxnLst>
                <a:cxn ang="0">
                  <a:pos x="T0" y="T1"/>
                </a:cxn>
                <a:cxn ang="0">
                  <a:pos x="T2" y="T3"/>
                </a:cxn>
                <a:cxn ang="0">
                  <a:pos x="T4" y="T5"/>
                </a:cxn>
                <a:cxn ang="0">
                  <a:pos x="T6" y="T7"/>
                </a:cxn>
                <a:cxn ang="0">
                  <a:pos x="T8" y="T9"/>
                </a:cxn>
              </a:cxnLst>
              <a:rect l="0" t="0" r="r" b="b"/>
              <a:pathLst>
                <a:path w="23" h="15">
                  <a:moveTo>
                    <a:pt x="22" y="9"/>
                  </a:moveTo>
                  <a:cubicBezTo>
                    <a:pt x="23" y="12"/>
                    <a:pt x="18" y="15"/>
                    <a:pt x="13" y="14"/>
                  </a:cubicBezTo>
                  <a:cubicBezTo>
                    <a:pt x="8" y="13"/>
                    <a:pt x="2" y="10"/>
                    <a:pt x="1" y="7"/>
                  </a:cubicBezTo>
                  <a:cubicBezTo>
                    <a:pt x="0" y="3"/>
                    <a:pt x="3" y="0"/>
                    <a:pt x="9" y="1"/>
                  </a:cubicBezTo>
                  <a:cubicBezTo>
                    <a:pt x="15" y="1"/>
                    <a:pt x="21" y="5"/>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2" name="Freeform 1785">
              <a:extLst>
                <a:ext uri="{FF2B5EF4-FFF2-40B4-BE49-F238E27FC236}">
                  <a16:creationId xmlns:a16="http://schemas.microsoft.com/office/drawing/2014/main" id="{DC0DDCC2-BA80-0A55-C560-B3545C32B936}"/>
                </a:ext>
              </a:extLst>
            </p:cNvPr>
            <p:cNvSpPr>
              <a:spLocks/>
            </p:cNvSpPr>
            <p:nvPr/>
          </p:nvSpPr>
          <p:spPr bwMode="auto">
            <a:xfrm rot="5094805">
              <a:off x="706742" y="762214"/>
              <a:ext cx="54839" cy="36560"/>
            </a:xfrm>
            <a:custGeom>
              <a:avLst/>
              <a:gdLst>
                <a:gd name="T0" fmla="*/ 22 w 22"/>
                <a:gd name="T1" fmla="*/ 8 h 15"/>
                <a:gd name="T2" fmla="*/ 12 w 22"/>
                <a:gd name="T3" fmla="*/ 15 h 15"/>
                <a:gd name="T4" fmla="*/ 1 w 22"/>
                <a:gd name="T5" fmla="*/ 7 h 15"/>
                <a:gd name="T6" fmla="*/ 10 w 22"/>
                <a:gd name="T7" fmla="*/ 0 h 15"/>
                <a:gd name="T8" fmla="*/ 22 w 22"/>
                <a:gd name="T9" fmla="*/ 8 h 15"/>
              </a:gdLst>
              <a:ahLst/>
              <a:cxnLst>
                <a:cxn ang="0">
                  <a:pos x="T0" y="T1"/>
                </a:cxn>
                <a:cxn ang="0">
                  <a:pos x="T2" y="T3"/>
                </a:cxn>
                <a:cxn ang="0">
                  <a:pos x="T4" y="T5"/>
                </a:cxn>
                <a:cxn ang="0">
                  <a:pos x="T6" y="T7"/>
                </a:cxn>
                <a:cxn ang="0">
                  <a:pos x="T8" y="T9"/>
                </a:cxn>
              </a:cxnLst>
              <a:rect l="0" t="0" r="r" b="b"/>
              <a:pathLst>
                <a:path w="22" h="15">
                  <a:moveTo>
                    <a:pt x="22" y="8"/>
                  </a:moveTo>
                  <a:cubicBezTo>
                    <a:pt x="22" y="12"/>
                    <a:pt x="17" y="15"/>
                    <a:pt x="12" y="15"/>
                  </a:cubicBezTo>
                  <a:cubicBezTo>
                    <a:pt x="7" y="14"/>
                    <a:pt x="2" y="11"/>
                    <a:pt x="1" y="7"/>
                  </a:cubicBezTo>
                  <a:cubicBezTo>
                    <a:pt x="0" y="3"/>
                    <a:pt x="3" y="0"/>
                    <a:pt x="10" y="0"/>
                  </a:cubicBezTo>
                  <a:cubicBezTo>
                    <a:pt x="15" y="1"/>
                    <a:pt x="21" y="5"/>
                    <a:pt x="2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3" name="Freeform 1786">
              <a:extLst>
                <a:ext uri="{FF2B5EF4-FFF2-40B4-BE49-F238E27FC236}">
                  <a16:creationId xmlns:a16="http://schemas.microsoft.com/office/drawing/2014/main" id="{A8E13353-EABF-8F34-6C85-E7207B6544F4}"/>
                </a:ext>
              </a:extLst>
            </p:cNvPr>
            <p:cNvSpPr>
              <a:spLocks/>
            </p:cNvSpPr>
            <p:nvPr/>
          </p:nvSpPr>
          <p:spPr bwMode="auto">
            <a:xfrm rot="5094805">
              <a:off x="700901" y="567743"/>
              <a:ext cx="54839" cy="36560"/>
            </a:xfrm>
            <a:custGeom>
              <a:avLst/>
              <a:gdLst>
                <a:gd name="T0" fmla="*/ 22 w 23"/>
                <a:gd name="T1" fmla="*/ 7 h 15"/>
                <a:gd name="T2" fmla="*/ 13 w 23"/>
                <a:gd name="T3" fmla="*/ 15 h 15"/>
                <a:gd name="T4" fmla="*/ 1 w 23"/>
                <a:gd name="T5" fmla="*/ 9 h 15"/>
                <a:gd name="T6" fmla="*/ 9 w 23"/>
                <a:gd name="T7" fmla="*/ 0 h 15"/>
                <a:gd name="T8" fmla="*/ 22 w 23"/>
                <a:gd name="T9" fmla="*/ 7 h 15"/>
              </a:gdLst>
              <a:ahLst/>
              <a:cxnLst>
                <a:cxn ang="0">
                  <a:pos x="T0" y="T1"/>
                </a:cxn>
                <a:cxn ang="0">
                  <a:pos x="T2" y="T3"/>
                </a:cxn>
                <a:cxn ang="0">
                  <a:pos x="T4" y="T5"/>
                </a:cxn>
                <a:cxn ang="0">
                  <a:pos x="T6" y="T7"/>
                </a:cxn>
                <a:cxn ang="0">
                  <a:pos x="T8" y="T9"/>
                </a:cxn>
              </a:cxnLst>
              <a:rect l="0" t="0" r="r" b="b"/>
              <a:pathLst>
                <a:path w="23" h="15">
                  <a:moveTo>
                    <a:pt x="22" y="7"/>
                  </a:moveTo>
                  <a:cubicBezTo>
                    <a:pt x="23" y="11"/>
                    <a:pt x="18" y="15"/>
                    <a:pt x="13" y="15"/>
                  </a:cubicBezTo>
                  <a:cubicBezTo>
                    <a:pt x="8" y="15"/>
                    <a:pt x="2" y="12"/>
                    <a:pt x="1" y="9"/>
                  </a:cubicBezTo>
                  <a:cubicBezTo>
                    <a:pt x="0" y="4"/>
                    <a:pt x="3" y="0"/>
                    <a:pt x="9" y="0"/>
                  </a:cubicBezTo>
                  <a:cubicBezTo>
                    <a:pt x="15" y="0"/>
                    <a:pt x="21" y="3"/>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4" name="Freeform 1787">
              <a:extLst>
                <a:ext uri="{FF2B5EF4-FFF2-40B4-BE49-F238E27FC236}">
                  <a16:creationId xmlns:a16="http://schemas.microsoft.com/office/drawing/2014/main" id="{0934784F-C08D-9F24-B6F2-31C4E80955E0}"/>
                </a:ext>
              </a:extLst>
            </p:cNvPr>
            <p:cNvSpPr>
              <a:spLocks/>
            </p:cNvSpPr>
            <p:nvPr/>
          </p:nvSpPr>
          <p:spPr bwMode="auto">
            <a:xfrm rot="5094805">
              <a:off x="672196" y="370631"/>
              <a:ext cx="57124" cy="43415"/>
            </a:xfrm>
            <a:custGeom>
              <a:avLst/>
              <a:gdLst>
                <a:gd name="T0" fmla="*/ 22 w 23"/>
                <a:gd name="T1" fmla="*/ 7 h 17"/>
                <a:gd name="T2" fmla="*/ 12 w 23"/>
                <a:gd name="T3" fmla="*/ 16 h 17"/>
                <a:gd name="T4" fmla="*/ 1 w 23"/>
                <a:gd name="T5" fmla="*/ 10 h 17"/>
                <a:gd name="T6" fmla="*/ 10 w 23"/>
                <a:gd name="T7" fmla="*/ 0 h 17"/>
                <a:gd name="T8" fmla="*/ 22 w 23"/>
                <a:gd name="T9" fmla="*/ 7 h 17"/>
              </a:gdLst>
              <a:ahLst/>
              <a:cxnLst>
                <a:cxn ang="0">
                  <a:pos x="T0" y="T1"/>
                </a:cxn>
                <a:cxn ang="0">
                  <a:pos x="T2" y="T3"/>
                </a:cxn>
                <a:cxn ang="0">
                  <a:pos x="T4" y="T5"/>
                </a:cxn>
                <a:cxn ang="0">
                  <a:pos x="T6" y="T7"/>
                </a:cxn>
                <a:cxn ang="0">
                  <a:pos x="T8" y="T9"/>
                </a:cxn>
              </a:cxnLst>
              <a:rect l="0" t="0" r="r" b="b"/>
              <a:pathLst>
                <a:path w="23" h="17">
                  <a:moveTo>
                    <a:pt x="22" y="7"/>
                  </a:moveTo>
                  <a:cubicBezTo>
                    <a:pt x="23" y="12"/>
                    <a:pt x="18" y="16"/>
                    <a:pt x="12" y="16"/>
                  </a:cubicBezTo>
                  <a:cubicBezTo>
                    <a:pt x="7" y="17"/>
                    <a:pt x="2" y="14"/>
                    <a:pt x="1" y="10"/>
                  </a:cubicBezTo>
                  <a:cubicBezTo>
                    <a:pt x="0" y="5"/>
                    <a:pt x="4" y="1"/>
                    <a:pt x="10" y="0"/>
                  </a:cubicBezTo>
                  <a:cubicBezTo>
                    <a:pt x="16" y="0"/>
                    <a:pt x="22" y="3"/>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5" name="Freeform 1788">
              <a:extLst>
                <a:ext uri="{FF2B5EF4-FFF2-40B4-BE49-F238E27FC236}">
                  <a16:creationId xmlns:a16="http://schemas.microsoft.com/office/drawing/2014/main" id="{16DEA427-4A87-57EF-2851-8FB97AC383B8}"/>
                </a:ext>
              </a:extLst>
            </p:cNvPr>
            <p:cNvSpPr>
              <a:spLocks/>
            </p:cNvSpPr>
            <p:nvPr/>
          </p:nvSpPr>
          <p:spPr bwMode="auto">
            <a:xfrm rot="5094805">
              <a:off x="626632" y="178660"/>
              <a:ext cx="54839" cy="47985"/>
            </a:xfrm>
            <a:custGeom>
              <a:avLst/>
              <a:gdLst>
                <a:gd name="T0" fmla="*/ 1 w 22"/>
                <a:gd name="T1" fmla="*/ 12 h 19"/>
                <a:gd name="T2" fmla="*/ 10 w 22"/>
                <a:gd name="T3" fmla="*/ 1 h 19"/>
                <a:gd name="T4" fmla="*/ 22 w 22"/>
                <a:gd name="T5" fmla="*/ 8 h 19"/>
                <a:gd name="T6" fmla="*/ 13 w 22"/>
                <a:gd name="T7" fmla="*/ 18 h 19"/>
                <a:gd name="T8" fmla="*/ 1 w 22"/>
                <a:gd name="T9" fmla="*/ 12 h 19"/>
              </a:gdLst>
              <a:ahLst/>
              <a:cxnLst>
                <a:cxn ang="0">
                  <a:pos x="T0" y="T1"/>
                </a:cxn>
                <a:cxn ang="0">
                  <a:pos x="T2" y="T3"/>
                </a:cxn>
                <a:cxn ang="0">
                  <a:pos x="T4" y="T5"/>
                </a:cxn>
                <a:cxn ang="0">
                  <a:pos x="T6" y="T7"/>
                </a:cxn>
                <a:cxn ang="0">
                  <a:pos x="T8" y="T9"/>
                </a:cxn>
              </a:cxnLst>
              <a:rect l="0" t="0" r="r" b="b"/>
              <a:pathLst>
                <a:path w="22" h="19">
                  <a:moveTo>
                    <a:pt x="1" y="12"/>
                  </a:moveTo>
                  <a:cubicBezTo>
                    <a:pt x="0" y="7"/>
                    <a:pt x="5" y="2"/>
                    <a:pt x="10" y="1"/>
                  </a:cubicBezTo>
                  <a:cubicBezTo>
                    <a:pt x="16" y="0"/>
                    <a:pt x="22" y="3"/>
                    <a:pt x="22" y="8"/>
                  </a:cubicBezTo>
                  <a:cubicBezTo>
                    <a:pt x="22" y="12"/>
                    <a:pt x="18" y="16"/>
                    <a:pt x="13" y="18"/>
                  </a:cubicBezTo>
                  <a:cubicBezTo>
                    <a:pt x="7" y="19"/>
                    <a:pt x="2" y="16"/>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6" name="Freeform 1789">
              <a:extLst>
                <a:ext uri="{FF2B5EF4-FFF2-40B4-BE49-F238E27FC236}">
                  <a16:creationId xmlns:a16="http://schemas.microsoft.com/office/drawing/2014/main" id="{9186BBCF-C72C-303D-CD70-24D6E2F129A6}"/>
                </a:ext>
              </a:extLst>
            </p:cNvPr>
            <p:cNvSpPr>
              <a:spLocks/>
            </p:cNvSpPr>
            <p:nvPr/>
          </p:nvSpPr>
          <p:spPr bwMode="auto">
            <a:xfrm rot="5094805">
              <a:off x="556032" y="-8798"/>
              <a:ext cx="52554" cy="47985"/>
            </a:xfrm>
            <a:custGeom>
              <a:avLst/>
              <a:gdLst>
                <a:gd name="T0" fmla="*/ 1 w 22"/>
                <a:gd name="T1" fmla="*/ 13 h 19"/>
                <a:gd name="T2" fmla="*/ 11 w 22"/>
                <a:gd name="T3" fmla="*/ 2 h 19"/>
                <a:gd name="T4" fmla="*/ 22 w 22"/>
                <a:gd name="T5" fmla="*/ 7 h 19"/>
                <a:gd name="T6" fmla="*/ 13 w 22"/>
                <a:gd name="T7" fmla="*/ 17 h 19"/>
                <a:gd name="T8" fmla="*/ 1 w 22"/>
                <a:gd name="T9" fmla="*/ 13 h 19"/>
              </a:gdLst>
              <a:ahLst/>
              <a:cxnLst>
                <a:cxn ang="0">
                  <a:pos x="T0" y="T1"/>
                </a:cxn>
                <a:cxn ang="0">
                  <a:pos x="T2" y="T3"/>
                </a:cxn>
                <a:cxn ang="0">
                  <a:pos x="T4" y="T5"/>
                </a:cxn>
                <a:cxn ang="0">
                  <a:pos x="T6" y="T7"/>
                </a:cxn>
                <a:cxn ang="0">
                  <a:pos x="T8" y="T9"/>
                </a:cxn>
              </a:cxnLst>
              <a:rect l="0" t="0" r="r" b="b"/>
              <a:pathLst>
                <a:path w="22" h="19">
                  <a:moveTo>
                    <a:pt x="1" y="13"/>
                  </a:moveTo>
                  <a:cubicBezTo>
                    <a:pt x="0" y="9"/>
                    <a:pt x="5" y="4"/>
                    <a:pt x="11" y="2"/>
                  </a:cubicBezTo>
                  <a:cubicBezTo>
                    <a:pt x="16" y="0"/>
                    <a:pt x="22" y="2"/>
                    <a:pt x="22" y="7"/>
                  </a:cubicBezTo>
                  <a:cubicBezTo>
                    <a:pt x="22" y="10"/>
                    <a:pt x="18" y="15"/>
                    <a:pt x="13" y="17"/>
                  </a:cubicBezTo>
                  <a:cubicBezTo>
                    <a:pt x="8" y="19"/>
                    <a:pt x="2" y="18"/>
                    <a:pt x="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7" name="Freeform 1809">
              <a:extLst>
                <a:ext uri="{FF2B5EF4-FFF2-40B4-BE49-F238E27FC236}">
                  <a16:creationId xmlns:a16="http://schemas.microsoft.com/office/drawing/2014/main" id="{9D033992-9D49-1B05-7804-D39A5767F7EC}"/>
                </a:ext>
              </a:extLst>
            </p:cNvPr>
            <p:cNvSpPr>
              <a:spLocks/>
            </p:cNvSpPr>
            <p:nvPr/>
          </p:nvSpPr>
          <p:spPr bwMode="auto">
            <a:xfrm rot="5094805">
              <a:off x="1424049" y="4406611"/>
              <a:ext cx="54839" cy="25135"/>
            </a:xfrm>
            <a:custGeom>
              <a:avLst/>
              <a:gdLst>
                <a:gd name="T0" fmla="*/ 12 w 22"/>
                <a:gd name="T1" fmla="*/ 5 h 10"/>
                <a:gd name="T2" fmla="*/ 0 w 22"/>
                <a:gd name="T3" fmla="*/ 10 h 10"/>
                <a:gd name="T4" fmla="*/ 8 w 22"/>
                <a:gd name="T5" fmla="*/ 6 h 10"/>
                <a:gd name="T6" fmla="*/ 21 w 22"/>
                <a:gd name="T7" fmla="*/ 1 h 10"/>
                <a:gd name="T8" fmla="*/ 12 w 22"/>
                <a:gd name="T9" fmla="*/ 5 h 10"/>
              </a:gdLst>
              <a:ahLst/>
              <a:cxnLst>
                <a:cxn ang="0">
                  <a:pos x="T0" y="T1"/>
                </a:cxn>
                <a:cxn ang="0">
                  <a:pos x="T2" y="T3"/>
                </a:cxn>
                <a:cxn ang="0">
                  <a:pos x="T4" y="T5"/>
                </a:cxn>
                <a:cxn ang="0">
                  <a:pos x="T6" y="T7"/>
                </a:cxn>
                <a:cxn ang="0">
                  <a:pos x="T8" y="T9"/>
                </a:cxn>
              </a:cxnLst>
              <a:rect l="0" t="0" r="r" b="b"/>
              <a:pathLst>
                <a:path w="22" h="10">
                  <a:moveTo>
                    <a:pt x="12" y="5"/>
                  </a:moveTo>
                  <a:cubicBezTo>
                    <a:pt x="6" y="8"/>
                    <a:pt x="1" y="10"/>
                    <a:pt x="0" y="10"/>
                  </a:cubicBezTo>
                  <a:cubicBezTo>
                    <a:pt x="0" y="10"/>
                    <a:pt x="3" y="9"/>
                    <a:pt x="8" y="6"/>
                  </a:cubicBezTo>
                  <a:cubicBezTo>
                    <a:pt x="14" y="3"/>
                    <a:pt x="20" y="1"/>
                    <a:pt x="21" y="1"/>
                  </a:cubicBezTo>
                  <a:cubicBezTo>
                    <a:pt x="22" y="0"/>
                    <a:pt x="17"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8" name="Freeform 1810">
              <a:extLst>
                <a:ext uri="{FF2B5EF4-FFF2-40B4-BE49-F238E27FC236}">
                  <a16:creationId xmlns:a16="http://schemas.microsoft.com/office/drawing/2014/main" id="{B15ADBCE-7F25-4365-FAFE-51E782FFB713}"/>
                </a:ext>
              </a:extLst>
            </p:cNvPr>
            <p:cNvSpPr>
              <a:spLocks/>
            </p:cNvSpPr>
            <p:nvPr/>
          </p:nvSpPr>
          <p:spPr bwMode="auto">
            <a:xfrm rot="5094805">
              <a:off x="1530871" y="4588754"/>
              <a:ext cx="52554" cy="25135"/>
            </a:xfrm>
            <a:custGeom>
              <a:avLst/>
              <a:gdLst>
                <a:gd name="T0" fmla="*/ 11 w 21"/>
                <a:gd name="T1" fmla="*/ 5 h 10"/>
                <a:gd name="T2" fmla="*/ 0 w 21"/>
                <a:gd name="T3" fmla="*/ 10 h 10"/>
                <a:gd name="T4" fmla="*/ 9 w 21"/>
                <a:gd name="T5" fmla="*/ 6 h 10"/>
                <a:gd name="T6" fmla="*/ 21 w 21"/>
                <a:gd name="T7" fmla="*/ 0 h 10"/>
                <a:gd name="T8" fmla="*/ 11 w 21"/>
                <a:gd name="T9" fmla="*/ 5 h 10"/>
              </a:gdLst>
              <a:ahLst/>
              <a:cxnLst>
                <a:cxn ang="0">
                  <a:pos x="T0" y="T1"/>
                </a:cxn>
                <a:cxn ang="0">
                  <a:pos x="T2" y="T3"/>
                </a:cxn>
                <a:cxn ang="0">
                  <a:pos x="T4" y="T5"/>
                </a:cxn>
                <a:cxn ang="0">
                  <a:pos x="T6" y="T7"/>
                </a:cxn>
                <a:cxn ang="0">
                  <a:pos x="T8" y="T9"/>
                </a:cxn>
              </a:cxnLst>
              <a:rect l="0" t="0" r="r" b="b"/>
              <a:pathLst>
                <a:path w="21" h="10">
                  <a:moveTo>
                    <a:pt x="11" y="5"/>
                  </a:moveTo>
                  <a:cubicBezTo>
                    <a:pt x="5" y="8"/>
                    <a:pt x="0" y="10"/>
                    <a:pt x="0" y="10"/>
                  </a:cubicBezTo>
                  <a:cubicBezTo>
                    <a:pt x="0" y="10"/>
                    <a:pt x="3" y="8"/>
                    <a:pt x="9" y="6"/>
                  </a:cubicBezTo>
                  <a:cubicBezTo>
                    <a:pt x="15" y="3"/>
                    <a:pt x="20" y="1"/>
                    <a:pt x="21" y="0"/>
                  </a:cubicBezTo>
                  <a:cubicBezTo>
                    <a:pt x="21" y="0"/>
                    <a:pt x="16"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9" name="Freeform 1811">
              <a:extLst>
                <a:ext uri="{FF2B5EF4-FFF2-40B4-BE49-F238E27FC236}">
                  <a16:creationId xmlns:a16="http://schemas.microsoft.com/office/drawing/2014/main" id="{FB39A836-E16A-D852-C46B-ABB9CC8EECC1}"/>
                </a:ext>
              </a:extLst>
            </p:cNvPr>
            <p:cNvSpPr>
              <a:spLocks/>
            </p:cNvSpPr>
            <p:nvPr/>
          </p:nvSpPr>
          <p:spPr bwMode="auto">
            <a:xfrm rot="5094805">
              <a:off x="1634376" y="4772238"/>
              <a:ext cx="52554" cy="25135"/>
            </a:xfrm>
            <a:custGeom>
              <a:avLst/>
              <a:gdLst>
                <a:gd name="T0" fmla="*/ 11 w 22"/>
                <a:gd name="T1" fmla="*/ 5 h 10"/>
                <a:gd name="T2" fmla="*/ 0 w 22"/>
                <a:gd name="T3" fmla="*/ 10 h 10"/>
                <a:gd name="T4" fmla="*/ 9 w 22"/>
                <a:gd name="T5" fmla="*/ 6 h 10"/>
                <a:gd name="T6" fmla="*/ 21 w 22"/>
                <a:gd name="T7" fmla="*/ 1 h 10"/>
                <a:gd name="T8" fmla="*/ 11 w 22"/>
                <a:gd name="T9" fmla="*/ 5 h 10"/>
              </a:gdLst>
              <a:ahLst/>
              <a:cxnLst>
                <a:cxn ang="0">
                  <a:pos x="T0" y="T1"/>
                </a:cxn>
                <a:cxn ang="0">
                  <a:pos x="T2" y="T3"/>
                </a:cxn>
                <a:cxn ang="0">
                  <a:pos x="T4" y="T5"/>
                </a:cxn>
                <a:cxn ang="0">
                  <a:pos x="T6" y="T7"/>
                </a:cxn>
                <a:cxn ang="0">
                  <a:pos x="T8" y="T9"/>
                </a:cxn>
              </a:cxnLst>
              <a:rect l="0" t="0" r="r" b="b"/>
              <a:pathLst>
                <a:path w="22" h="10">
                  <a:moveTo>
                    <a:pt x="11" y="5"/>
                  </a:moveTo>
                  <a:cubicBezTo>
                    <a:pt x="5" y="8"/>
                    <a:pt x="1" y="10"/>
                    <a:pt x="0" y="10"/>
                  </a:cubicBezTo>
                  <a:cubicBezTo>
                    <a:pt x="0" y="10"/>
                    <a:pt x="4" y="8"/>
                    <a:pt x="9" y="6"/>
                  </a:cubicBezTo>
                  <a:cubicBezTo>
                    <a:pt x="15" y="3"/>
                    <a:pt x="21" y="1"/>
                    <a:pt x="21" y="1"/>
                  </a:cubicBezTo>
                  <a:cubicBezTo>
                    <a:pt x="22" y="0"/>
                    <a:pt x="17"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0" name="Freeform 1812">
              <a:extLst>
                <a:ext uri="{FF2B5EF4-FFF2-40B4-BE49-F238E27FC236}">
                  <a16:creationId xmlns:a16="http://schemas.microsoft.com/office/drawing/2014/main" id="{E698FB60-B999-C878-CA65-0B8701E19FF0}"/>
                </a:ext>
              </a:extLst>
            </p:cNvPr>
            <p:cNvSpPr>
              <a:spLocks/>
            </p:cNvSpPr>
            <p:nvPr/>
          </p:nvSpPr>
          <p:spPr bwMode="auto">
            <a:xfrm rot="5094805">
              <a:off x="1732085" y="4957274"/>
              <a:ext cx="54839" cy="20565"/>
            </a:xfrm>
            <a:custGeom>
              <a:avLst/>
              <a:gdLst>
                <a:gd name="T0" fmla="*/ 11 w 22"/>
                <a:gd name="T1" fmla="*/ 5 h 9"/>
                <a:gd name="T2" fmla="*/ 22 w 22"/>
                <a:gd name="T3" fmla="*/ 0 h 9"/>
                <a:gd name="T4" fmla="*/ 11 w 22"/>
                <a:gd name="T5" fmla="*/ 5 h 9"/>
                <a:gd name="T6" fmla="*/ 1 w 22"/>
                <a:gd name="T7" fmla="*/ 9 h 9"/>
                <a:gd name="T8" fmla="*/ 11 w 22"/>
                <a:gd name="T9" fmla="*/ 5 h 9"/>
              </a:gdLst>
              <a:ahLst/>
              <a:cxnLst>
                <a:cxn ang="0">
                  <a:pos x="T0" y="T1"/>
                </a:cxn>
                <a:cxn ang="0">
                  <a:pos x="T2" y="T3"/>
                </a:cxn>
                <a:cxn ang="0">
                  <a:pos x="T4" y="T5"/>
                </a:cxn>
                <a:cxn ang="0">
                  <a:pos x="T6" y="T7"/>
                </a:cxn>
                <a:cxn ang="0">
                  <a:pos x="T8" y="T9"/>
                </a:cxn>
              </a:cxnLst>
              <a:rect l="0" t="0" r="r" b="b"/>
              <a:pathLst>
                <a:path w="22" h="9">
                  <a:moveTo>
                    <a:pt x="11" y="5"/>
                  </a:moveTo>
                  <a:cubicBezTo>
                    <a:pt x="16" y="3"/>
                    <a:pt x="22" y="1"/>
                    <a:pt x="22" y="0"/>
                  </a:cubicBezTo>
                  <a:cubicBezTo>
                    <a:pt x="22" y="0"/>
                    <a:pt x="17" y="2"/>
                    <a:pt x="11" y="5"/>
                  </a:cubicBezTo>
                  <a:cubicBezTo>
                    <a:pt x="6" y="7"/>
                    <a:pt x="2" y="9"/>
                    <a:pt x="1" y="9"/>
                  </a:cubicBezTo>
                  <a:cubicBezTo>
                    <a:pt x="0" y="9"/>
                    <a:pt x="5" y="8"/>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1" name="Freeform 1814">
              <a:extLst>
                <a:ext uri="{FF2B5EF4-FFF2-40B4-BE49-F238E27FC236}">
                  <a16:creationId xmlns:a16="http://schemas.microsoft.com/office/drawing/2014/main" id="{0B76CD25-0660-177A-D7AD-235C9B92B7A1}"/>
                </a:ext>
              </a:extLst>
            </p:cNvPr>
            <p:cNvSpPr>
              <a:spLocks/>
            </p:cNvSpPr>
            <p:nvPr/>
          </p:nvSpPr>
          <p:spPr bwMode="auto">
            <a:xfrm rot="5094805">
              <a:off x="1824209" y="5141771"/>
              <a:ext cx="54839" cy="20565"/>
            </a:xfrm>
            <a:custGeom>
              <a:avLst/>
              <a:gdLst>
                <a:gd name="T0" fmla="*/ 22 w 22"/>
                <a:gd name="T1" fmla="*/ 0 h 8"/>
                <a:gd name="T2" fmla="*/ 12 w 22"/>
                <a:gd name="T3" fmla="*/ 3 h 8"/>
                <a:gd name="T4" fmla="*/ 1 w 22"/>
                <a:gd name="T5" fmla="*/ 8 h 8"/>
                <a:gd name="T6" fmla="*/ 9 w 22"/>
                <a:gd name="T7" fmla="*/ 5 h 8"/>
                <a:gd name="T8" fmla="*/ 22 w 22"/>
                <a:gd name="T9" fmla="*/ 0 h 8"/>
              </a:gdLst>
              <a:ahLst/>
              <a:cxnLst>
                <a:cxn ang="0">
                  <a:pos x="T0" y="T1"/>
                </a:cxn>
                <a:cxn ang="0">
                  <a:pos x="T2" y="T3"/>
                </a:cxn>
                <a:cxn ang="0">
                  <a:pos x="T4" y="T5"/>
                </a:cxn>
                <a:cxn ang="0">
                  <a:pos x="T6" y="T7"/>
                </a:cxn>
                <a:cxn ang="0">
                  <a:pos x="T8" y="T9"/>
                </a:cxn>
              </a:cxnLst>
              <a:rect l="0" t="0" r="r" b="b"/>
              <a:pathLst>
                <a:path w="22" h="8">
                  <a:moveTo>
                    <a:pt x="22" y="0"/>
                  </a:moveTo>
                  <a:cubicBezTo>
                    <a:pt x="22" y="0"/>
                    <a:pt x="18" y="1"/>
                    <a:pt x="12" y="3"/>
                  </a:cubicBezTo>
                  <a:cubicBezTo>
                    <a:pt x="7" y="5"/>
                    <a:pt x="2" y="7"/>
                    <a:pt x="1" y="8"/>
                  </a:cubicBezTo>
                  <a:cubicBezTo>
                    <a:pt x="0" y="8"/>
                    <a:pt x="3" y="7"/>
                    <a:pt x="9" y="5"/>
                  </a:cubicBezTo>
                  <a:cubicBezTo>
                    <a:pt x="15" y="2"/>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2" name="Freeform 1815">
              <a:extLst>
                <a:ext uri="{FF2B5EF4-FFF2-40B4-BE49-F238E27FC236}">
                  <a16:creationId xmlns:a16="http://schemas.microsoft.com/office/drawing/2014/main" id="{E97B1072-DC55-F40E-EA26-3DC81A1E51E8}"/>
                </a:ext>
              </a:extLst>
            </p:cNvPr>
            <p:cNvSpPr>
              <a:spLocks/>
            </p:cNvSpPr>
            <p:nvPr/>
          </p:nvSpPr>
          <p:spPr bwMode="auto">
            <a:xfrm rot="5094805">
              <a:off x="1909505" y="5326875"/>
              <a:ext cx="54839" cy="20565"/>
            </a:xfrm>
            <a:custGeom>
              <a:avLst/>
              <a:gdLst>
                <a:gd name="T0" fmla="*/ 22 w 22"/>
                <a:gd name="T1" fmla="*/ 0 h 8"/>
                <a:gd name="T2" fmla="*/ 12 w 22"/>
                <a:gd name="T3" fmla="*/ 4 h 8"/>
                <a:gd name="T4" fmla="*/ 1 w 22"/>
                <a:gd name="T5" fmla="*/ 7 h 8"/>
                <a:gd name="T6" fmla="*/ 10 w 22"/>
                <a:gd name="T7" fmla="*/ 4 h 8"/>
                <a:gd name="T8" fmla="*/ 22 w 22"/>
                <a:gd name="T9" fmla="*/ 0 h 8"/>
              </a:gdLst>
              <a:ahLst/>
              <a:cxnLst>
                <a:cxn ang="0">
                  <a:pos x="T0" y="T1"/>
                </a:cxn>
                <a:cxn ang="0">
                  <a:pos x="T2" y="T3"/>
                </a:cxn>
                <a:cxn ang="0">
                  <a:pos x="T4" y="T5"/>
                </a:cxn>
                <a:cxn ang="0">
                  <a:pos x="T6" y="T7"/>
                </a:cxn>
                <a:cxn ang="0">
                  <a:pos x="T8" y="T9"/>
                </a:cxn>
              </a:cxnLst>
              <a:rect l="0" t="0" r="r" b="b"/>
              <a:pathLst>
                <a:path w="22" h="8">
                  <a:moveTo>
                    <a:pt x="22" y="0"/>
                  </a:moveTo>
                  <a:cubicBezTo>
                    <a:pt x="22" y="0"/>
                    <a:pt x="17" y="2"/>
                    <a:pt x="12" y="4"/>
                  </a:cubicBezTo>
                  <a:cubicBezTo>
                    <a:pt x="6" y="5"/>
                    <a:pt x="2" y="7"/>
                    <a:pt x="1" y="7"/>
                  </a:cubicBezTo>
                  <a:cubicBezTo>
                    <a:pt x="0" y="8"/>
                    <a:pt x="4" y="6"/>
                    <a:pt x="10" y="4"/>
                  </a:cubicBezTo>
                  <a:cubicBezTo>
                    <a:pt x="16" y="2"/>
                    <a:pt x="21" y="1"/>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3" name="Freeform 1816">
              <a:extLst>
                <a:ext uri="{FF2B5EF4-FFF2-40B4-BE49-F238E27FC236}">
                  <a16:creationId xmlns:a16="http://schemas.microsoft.com/office/drawing/2014/main" id="{9E11DB0D-3230-5BC7-57B1-488617B625DF}"/>
                </a:ext>
              </a:extLst>
            </p:cNvPr>
            <p:cNvSpPr>
              <a:spLocks/>
            </p:cNvSpPr>
            <p:nvPr/>
          </p:nvSpPr>
          <p:spPr bwMode="auto">
            <a:xfrm rot="5094805">
              <a:off x="1986942" y="5516213"/>
              <a:ext cx="52554" cy="15995"/>
            </a:xfrm>
            <a:custGeom>
              <a:avLst/>
              <a:gdLst>
                <a:gd name="T0" fmla="*/ 11 w 22"/>
                <a:gd name="T1" fmla="*/ 3 h 6"/>
                <a:gd name="T2" fmla="*/ 22 w 22"/>
                <a:gd name="T3" fmla="*/ 0 h 6"/>
                <a:gd name="T4" fmla="*/ 11 w 22"/>
                <a:gd name="T5" fmla="*/ 3 h 6"/>
                <a:gd name="T6" fmla="*/ 1 w 22"/>
                <a:gd name="T7" fmla="*/ 6 h 6"/>
                <a:gd name="T8" fmla="*/ 11 w 22"/>
                <a:gd name="T9" fmla="*/ 3 h 6"/>
              </a:gdLst>
              <a:ahLst/>
              <a:cxnLst>
                <a:cxn ang="0">
                  <a:pos x="T0" y="T1"/>
                </a:cxn>
                <a:cxn ang="0">
                  <a:pos x="T2" y="T3"/>
                </a:cxn>
                <a:cxn ang="0">
                  <a:pos x="T4" y="T5"/>
                </a:cxn>
                <a:cxn ang="0">
                  <a:pos x="T6" y="T7"/>
                </a:cxn>
                <a:cxn ang="0">
                  <a:pos x="T8" y="T9"/>
                </a:cxn>
              </a:cxnLst>
              <a:rect l="0" t="0" r="r" b="b"/>
              <a:pathLst>
                <a:path w="22" h="6">
                  <a:moveTo>
                    <a:pt x="11" y="3"/>
                  </a:moveTo>
                  <a:cubicBezTo>
                    <a:pt x="17" y="1"/>
                    <a:pt x="22" y="0"/>
                    <a:pt x="22" y="0"/>
                  </a:cubicBezTo>
                  <a:cubicBezTo>
                    <a:pt x="22" y="0"/>
                    <a:pt x="17" y="1"/>
                    <a:pt x="11" y="3"/>
                  </a:cubicBezTo>
                  <a:cubicBezTo>
                    <a:pt x="6" y="4"/>
                    <a:pt x="1" y="6"/>
                    <a:pt x="1" y="6"/>
                  </a:cubicBezTo>
                  <a:cubicBezTo>
                    <a:pt x="0" y="6"/>
                    <a:pt x="5" y="5"/>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4" name="Freeform 1817">
              <a:extLst>
                <a:ext uri="{FF2B5EF4-FFF2-40B4-BE49-F238E27FC236}">
                  <a16:creationId xmlns:a16="http://schemas.microsoft.com/office/drawing/2014/main" id="{C484C886-B371-13DF-C174-A8ABBED930CC}"/>
                </a:ext>
              </a:extLst>
            </p:cNvPr>
            <p:cNvSpPr>
              <a:spLocks/>
            </p:cNvSpPr>
            <p:nvPr/>
          </p:nvSpPr>
          <p:spPr bwMode="auto">
            <a:xfrm rot="5094805">
              <a:off x="2053192" y="5708637"/>
              <a:ext cx="54839" cy="11425"/>
            </a:xfrm>
            <a:custGeom>
              <a:avLst/>
              <a:gdLst>
                <a:gd name="T0" fmla="*/ 12 w 22"/>
                <a:gd name="T1" fmla="*/ 3 h 5"/>
                <a:gd name="T2" fmla="*/ 0 w 22"/>
                <a:gd name="T3" fmla="*/ 5 h 5"/>
                <a:gd name="T4" fmla="*/ 9 w 22"/>
                <a:gd name="T5" fmla="*/ 3 h 5"/>
                <a:gd name="T6" fmla="*/ 21 w 22"/>
                <a:gd name="T7" fmla="*/ 1 h 5"/>
                <a:gd name="T8" fmla="*/ 12 w 22"/>
                <a:gd name="T9" fmla="*/ 3 h 5"/>
              </a:gdLst>
              <a:ahLst/>
              <a:cxnLst>
                <a:cxn ang="0">
                  <a:pos x="T0" y="T1"/>
                </a:cxn>
                <a:cxn ang="0">
                  <a:pos x="T2" y="T3"/>
                </a:cxn>
                <a:cxn ang="0">
                  <a:pos x="T4" y="T5"/>
                </a:cxn>
                <a:cxn ang="0">
                  <a:pos x="T6" y="T7"/>
                </a:cxn>
                <a:cxn ang="0">
                  <a:pos x="T8" y="T9"/>
                </a:cxn>
              </a:cxnLst>
              <a:rect l="0" t="0" r="r" b="b"/>
              <a:pathLst>
                <a:path w="22" h="5">
                  <a:moveTo>
                    <a:pt x="12" y="3"/>
                  </a:moveTo>
                  <a:cubicBezTo>
                    <a:pt x="6" y="4"/>
                    <a:pt x="1" y="5"/>
                    <a:pt x="0" y="5"/>
                  </a:cubicBezTo>
                  <a:cubicBezTo>
                    <a:pt x="0" y="5"/>
                    <a:pt x="3" y="5"/>
                    <a:pt x="9" y="3"/>
                  </a:cubicBezTo>
                  <a:cubicBezTo>
                    <a:pt x="14" y="2"/>
                    <a:pt x="20" y="1"/>
                    <a:pt x="21" y="1"/>
                  </a:cubicBezTo>
                  <a:cubicBezTo>
                    <a:pt x="22" y="0"/>
                    <a:pt x="17" y="1"/>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5" name="Freeform 1818">
              <a:extLst>
                <a:ext uri="{FF2B5EF4-FFF2-40B4-BE49-F238E27FC236}">
                  <a16:creationId xmlns:a16="http://schemas.microsoft.com/office/drawing/2014/main" id="{B9492CD8-4BF5-A3B2-6F45-55AC5959AFBF}"/>
                </a:ext>
              </a:extLst>
            </p:cNvPr>
            <p:cNvSpPr>
              <a:spLocks/>
            </p:cNvSpPr>
            <p:nvPr/>
          </p:nvSpPr>
          <p:spPr bwMode="auto">
            <a:xfrm rot="5094805">
              <a:off x="2106625" y="5896578"/>
              <a:ext cx="54839" cy="11425"/>
            </a:xfrm>
            <a:custGeom>
              <a:avLst/>
              <a:gdLst>
                <a:gd name="T0" fmla="*/ 22 w 22"/>
                <a:gd name="T1" fmla="*/ 1 h 4"/>
                <a:gd name="T2" fmla="*/ 12 w 22"/>
                <a:gd name="T3" fmla="*/ 2 h 4"/>
                <a:gd name="T4" fmla="*/ 1 w 22"/>
                <a:gd name="T5" fmla="*/ 4 h 4"/>
                <a:gd name="T6" fmla="*/ 10 w 22"/>
                <a:gd name="T7" fmla="*/ 2 h 4"/>
                <a:gd name="T8" fmla="*/ 22 w 22"/>
                <a:gd name="T9" fmla="*/ 1 h 4"/>
              </a:gdLst>
              <a:ahLst/>
              <a:cxnLst>
                <a:cxn ang="0">
                  <a:pos x="T0" y="T1"/>
                </a:cxn>
                <a:cxn ang="0">
                  <a:pos x="T2" y="T3"/>
                </a:cxn>
                <a:cxn ang="0">
                  <a:pos x="T4" y="T5"/>
                </a:cxn>
                <a:cxn ang="0">
                  <a:pos x="T6" y="T7"/>
                </a:cxn>
                <a:cxn ang="0">
                  <a:pos x="T8" y="T9"/>
                </a:cxn>
              </a:cxnLst>
              <a:rect l="0" t="0" r="r" b="b"/>
              <a:pathLst>
                <a:path w="22" h="4">
                  <a:moveTo>
                    <a:pt x="22" y="1"/>
                  </a:moveTo>
                  <a:cubicBezTo>
                    <a:pt x="22" y="0"/>
                    <a:pt x="17" y="1"/>
                    <a:pt x="12" y="2"/>
                  </a:cubicBezTo>
                  <a:cubicBezTo>
                    <a:pt x="6" y="3"/>
                    <a:pt x="2" y="4"/>
                    <a:pt x="1" y="4"/>
                  </a:cubicBezTo>
                  <a:cubicBezTo>
                    <a:pt x="0" y="4"/>
                    <a:pt x="4" y="3"/>
                    <a:pt x="10" y="2"/>
                  </a:cubicBezTo>
                  <a:cubicBezTo>
                    <a:pt x="16" y="1"/>
                    <a:pt x="21" y="1"/>
                    <a:pt x="2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6" name="Freeform 1819">
              <a:extLst>
                <a:ext uri="{FF2B5EF4-FFF2-40B4-BE49-F238E27FC236}">
                  <a16:creationId xmlns:a16="http://schemas.microsoft.com/office/drawing/2014/main" id="{6D5062CA-E4CA-F1A7-3C1E-CC89663D9CBE}"/>
                </a:ext>
              </a:extLst>
            </p:cNvPr>
            <p:cNvSpPr>
              <a:spLocks/>
            </p:cNvSpPr>
            <p:nvPr/>
          </p:nvSpPr>
          <p:spPr bwMode="auto">
            <a:xfrm rot="5094805">
              <a:off x="2146711" y="6092677"/>
              <a:ext cx="52554" cy="4570"/>
            </a:xfrm>
            <a:custGeom>
              <a:avLst/>
              <a:gdLst>
                <a:gd name="T0" fmla="*/ 11 w 22"/>
                <a:gd name="T1" fmla="*/ 1 h 2"/>
                <a:gd name="T2" fmla="*/ 0 w 22"/>
                <a:gd name="T3" fmla="*/ 2 h 2"/>
                <a:gd name="T4" fmla="*/ 10 w 22"/>
                <a:gd name="T5" fmla="*/ 1 h 2"/>
                <a:gd name="T6" fmla="*/ 22 w 22"/>
                <a:gd name="T7" fmla="*/ 0 h 2"/>
                <a:gd name="T8" fmla="*/ 11 w 22"/>
                <a:gd name="T9" fmla="*/ 1 h 2"/>
              </a:gdLst>
              <a:ahLst/>
              <a:cxnLst>
                <a:cxn ang="0">
                  <a:pos x="T0" y="T1"/>
                </a:cxn>
                <a:cxn ang="0">
                  <a:pos x="T2" y="T3"/>
                </a:cxn>
                <a:cxn ang="0">
                  <a:pos x="T4" y="T5"/>
                </a:cxn>
                <a:cxn ang="0">
                  <a:pos x="T6" y="T7"/>
                </a:cxn>
                <a:cxn ang="0">
                  <a:pos x="T8" y="T9"/>
                </a:cxn>
              </a:cxnLst>
              <a:rect l="0" t="0" r="r" b="b"/>
              <a:pathLst>
                <a:path w="22" h="2">
                  <a:moveTo>
                    <a:pt x="11" y="1"/>
                  </a:moveTo>
                  <a:cubicBezTo>
                    <a:pt x="5" y="1"/>
                    <a:pt x="0" y="2"/>
                    <a:pt x="0" y="2"/>
                  </a:cubicBezTo>
                  <a:cubicBezTo>
                    <a:pt x="0" y="2"/>
                    <a:pt x="4" y="2"/>
                    <a:pt x="10" y="1"/>
                  </a:cubicBezTo>
                  <a:cubicBezTo>
                    <a:pt x="16" y="1"/>
                    <a:pt x="21" y="0"/>
                    <a:pt x="22" y="0"/>
                  </a:cubicBezTo>
                  <a:cubicBezTo>
                    <a:pt x="22" y="0"/>
                    <a:pt x="17"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7" name="Freeform 1820">
              <a:extLst>
                <a:ext uri="{FF2B5EF4-FFF2-40B4-BE49-F238E27FC236}">
                  <a16:creationId xmlns:a16="http://schemas.microsoft.com/office/drawing/2014/main" id="{865D8EA9-68A1-8932-5C50-DA3F87D932F7}"/>
                </a:ext>
              </a:extLst>
            </p:cNvPr>
            <p:cNvSpPr>
              <a:spLocks/>
            </p:cNvSpPr>
            <p:nvPr/>
          </p:nvSpPr>
          <p:spPr bwMode="auto">
            <a:xfrm rot="5094805">
              <a:off x="2182139" y="6284514"/>
              <a:ext cx="52554" cy="4570"/>
            </a:xfrm>
            <a:custGeom>
              <a:avLst/>
              <a:gdLst>
                <a:gd name="T0" fmla="*/ 10 w 21"/>
                <a:gd name="T1" fmla="*/ 1 h 2"/>
                <a:gd name="T2" fmla="*/ 21 w 21"/>
                <a:gd name="T3" fmla="*/ 0 h 2"/>
                <a:gd name="T4" fmla="*/ 10 w 21"/>
                <a:gd name="T5" fmla="*/ 1 h 2"/>
                <a:gd name="T6" fmla="*/ 0 w 21"/>
                <a:gd name="T7" fmla="*/ 2 h 2"/>
                <a:gd name="T8" fmla="*/ 10 w 21"/>
                <a:gd name="T9" fmla="*/ 1 h 2"/>
              </a:gdLst>
              <a:ahLst/>
              <a:cxnLst>
                <a:cxn ang="0">
                  <a:pos x="T0" y="T1"/>
                </a:cxn>
                <a:cxn ang="0">
                  <a:pos x="T2" y="T3"/>
                </a:cxn>
                <a:cxn ang="0">
                  <a:pos x="T4" y="T5"/>
                </a:cxn>
                <a:cxn ang="0">
                  <a:pos x="T6" y="T7"/>
                </a:cxn>
                <a:cxn ang="0">
                  <a:pos x="T8" y="T9"/>
                </a:cxn>
              </a:cxnLst>
              <a:rect l="0" t="0" r="r" b="b"/>
              <a:pathLst>
                <a:path w="21" h="2">
                  <a:moveTo>
                    <a:pt x="10" y="1"/>
                  </a:moveTo>
                  <a:cubicBezTo>
                    <a:pt x="16" y="0"/>
                    <a:pt x="21" y="0"/>
                    <a:pt x="21" y="0"/>
                  </a:cubicBezTo>
                  <a:cubicBezTo>
                    <a:pt x="21" y="0"/>
                    <a:pt x="16" y="1"/>
                    <a:pt x="10" y="1"/>
                  </a:cubicBezTo>
                  <a:cubicBezTo>
                    <a:pt x="5" y="2"/>
                    <a:pt x="1" y="2"/>
                    <a:pt x="0" y="2"/>
                  </a:cubicBezTo>
                  <a:cubicBezTo>
                    <a:pt x="0" y="2"/>
                    <a:pt x="4"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8" name="Freeform 1821">
              <a:extLst>
                <a:ext uri="{FF2B5EF4-FFF2-40B4-BE49-F238E27FC236}">
                  <a16:creationId xmlns:a16="http://schemas.microsoft.com/office/drawing/2014/main" id="{E5840B71-39D8-50F8-2D89-EF20576B88D1}"/>
                </a:ext>
              </a:extLst>
            </p:cNvPr>
            <p:cNvSpPr>
              <a:spLocks/>
            </p:cNvSpPr>
            <p:nvPr/>
          </p:nvSpPr>
          <p:spPr bwMode="auto">
            <a:xfrm rot="5094805">
              <a:off x="2228947" y="6473054"/>
              <a:ext cx="52554" cy="9140"/>
            </a:xfrm>
            <a:custGeom>
              <a:avLst/>
              <a:gdLst>
                <a:gd name="T0" fmla="*/ 21 w 21"/>
                <a:gd name="T1" fmla="*/ 0 h 4"/>
                <a:gd name="T2" fmla="*/ 10 w 21"/>
                <a:gd name="T3" fmla="*/ 3 h 4"/>
                <a:gd name="T4" fmla="*/ 0 w 21"/>
                <a:gd name="T5" fmla="*/ 4 h 4"/>
                <a:gd name="T6" fmla="*/ 10 w 21"/>
                <a:gd name="T7" fmla="*/ 2 h 4"/>
                <a:gd name="T8" fmla="*/ 21 w 21"/>
                <a:gd name="T9" fmla="*/ 0 h 4"/>
              </a:gdLst>
              <a:ahLst/>
              <a:cxnLst>
                <a:cxn ang="0">
                  <a:pos x="T0" y="T1"/>
                </a:cxn>
                <a:cxn ang="0">
                  <a:pos x="T2" y="T3"/>
                </a:cxn>
                <a:cxn ang="0">
                  <a:pos x="T4" y="T5"/>
                </a:cxn>
                <a:cxn ang="0">
                  <a:pos x="T6" y="T7"/>
                </a:cxn>
                <a:cxn ang="0">
                  <a:pos x="T8" y="T9"/>
                </a:cxn>
              </a:cxnLst>
              <a:rect l="0" t="0" r="r" b="b"/>
              <a:pathLst>
                <a:path w="21" h="4">
                  <a:moveTo>
                    <a:pt x="21" y="0"/>
                  </a:moveTo>
                  <a:cubicBezTo>
                    <a:pt x="21" y="1"/>
                    <a:pt x="16" y="2"/>
                    <a:pt x="10" y="3"/>
                  </a:cubicBezTo>
                  <a:cubicBezTo>
                    <a:pt x="4" y="4"/>
                    <a:pt x="0" y="4"/>
                    <a:pt x="0" y="4"/>
                  </a:cubicBezTo>
                  <a:cubicBezTo>
                    <a:pt x="0" y="4"/>
                    <a:pt x="4" y="3"/>
                    <a:pt x="10" y="2"/>
                  </a:cubicBezTo>
                  <a:cubicBezTo>
                    <a:pt x="16" y="1"/>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9" name="Freeform 1822">
              <a:extLst>
                <a:ext uri="{FF2B5EF4-FFF2-40B4-BE49-F238E27FC236}">
                  <a16:creationId xmlns:a16="http://schemas.microsoft.com/office/drawing/2014/main" id="{1568B1C0-4F5A-A8D3-AC07-750E553792AB}"/>
                </a:ext>
              </a:extLst>
            </p:cNvPr>
            <p:cNvSpPr>
              <a:spLocks/>
            </p:cNvSpPr>
            <p:nvPr/>
          </p:nvSpPr>
          <p:spPr bwMode="auto">
            <a:xfrm rot="5094805">
              <a:off x="2284858" y="6660783"/>
              <a:ext cx="52554" cy="13710"/>
            </a:xfrm>
            <a:custGeom>
              <a:avLst/>
              <a:gdLst>
                <a:gd name="T0" fmla="*/ 22 w 22"/>
                <a:gd name="T1" fmla="*/ 1 h 6"/>
                <a:gd name="T2" fmla="*/ 12 w 22"/>
                <a:gd name="T3" fmla="*/ 4 h 6"/>
                <a:gd name="T4" fmla="*/ 1 w 22"/>
                <a:gd name="T5" fmla="*/ 6 h 6"/>
                <a:gd name="T6" fmla="*/ 10 w 22"/>
                <a:gd name="T7" fmla="*/ 3 h 6"/>
                <a:gd name="T8" fmla="*/ 22 w 22"/>
                <a:gd name="T9" fmla="*/ 1 h 6"/>
              </a:gdLst>
              <a:ahLst/>
              <a:cxnLst>
                <a:cxn ang="0">
                  <a:pos x="T0" y="T1"/>
                </a:cxn>
                <a:cxn ang="0">
                  <a:pos x="T2" y="T3"/>
                </a:cxn>
                <a:cxn ang="0">
                  <a:pos x="T4" y="T5"/>
                </a:cxn>
                <a:cxn ang="0">
                  <a:pos x="T6" y="T7"/>
                </a:cxn>
                <a:cxn ang="0">
                  <a:pos x="T8" y="T9"/>
                </a:cxn>
              </a:cxnLst>
              <a:rect l="0" t="0" r="r" b="b"/>
              <a:pathLst>
                <a:path w="22" h="6">
                  <a:moveTo>
                    <a:pt x="22" y="1"/>
                  </a:moveTo>
                  <a:cubicBezTo>
                    <a:pt x="22" y="1"/>
                    <a:pt x="17" y="3"/>
                    <a:pt x="12" y="4"/>
                  </a:cubicBezTo>
                  <a:cubicBezTo>
                    <a:pt x="7" y="5"/>
                    <a:pt x="2" y="6"/>
                    <a:pt x="1" y="6"/>
                  </a:cubicBezTo>
                  <a:cubicBezTo>
                    <a:pt x="0" y="5"/>
                    <a:pt x="4" y="4"/>
                    <a:pt x="10" y="3"/>
                  </a:cubicBezTo>
                  <a:cubicBezTo>
                    <a:pt x="16" y="1"/>
                    <a:pt x="21" y="0"/>
                    <a:pt x="2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0" name="Freeform 1823">
              <a:extLst>
                <a:ext uri="{FF2B5EF4-FFF2-40B4-BE49-F238E27FC236}">
                  <a16:creationId xmlns:a16="http://schemas.microsoft.com/office/drawing/2014/main" id="{6B5260D7-5A90-61C5-F9A0-72D478CB7D35}"/>
                </a:ext>
              </a:extLst>
            </p:cNvPr>
            <p:cNvSpPr>
              <a:spLocks/>
            </p:cNvSpPr>
            <p:nvPr/>
          </p:nvSpPr>
          <p:spPr bwMode="auto">
            <a:xfrm rot="5094805">
              <a:off x="2349971" y="6849881"/>
              <a:ext cx="54839" cy="15995"/>
            </a:xfrm>
            <a:custGeom>
              <a:avLst/>
              <a:gdLst>
                <a:gd name="T0" fmla="*/ 12 w 22"/>
                <a:gd name="T1" fmla="*/ 4 h 6"/>
                <a:gd name="T2" fmla="*/ 0 w 22"/>
                <a:gd name="T3" fmla="*/ 6 h 6"/>
                <a:gd name="T4" fmla="*/ 9 w 22"/>
                <a:gd name="T5" fmla="*/ 3 h 6"/>
                <a:gd name="T6" fmla="*/ 21 w 22"/>
                <a:gd name="T7" fmla="*/ 0 h 6"/>
                <a:gd name="T8" fmla="*/ 12 w 22"/>
                <a:gd name="T9" fmla="*/ 4 h 6"/>
              </a:gdLst>
              <a:ahLst/>
              <a:cxnLst>
                <a:cxn ang="0">
                  <a:pos x="T0" y="T1"/>
                </a:cxn>
                <a:cxn ang="0">
                  <a:pos x="T2" y="T3"/>
                </a:cxn>
                <a:cxn ang="0">
                  <a:pos x="T4" y="T5"/>
                </a:cxn>
                <a:cxn ang="0">
                  <a:pos x="T6" y="T7"/>
                </a:cxn>
                <a:cxn ang="0">
                  <a:pos x="T8" y="T9"/>
                </a:cxn>
              </a:cxnLst>
              <a:rect l="0" t="0" r="r" b="b"/>
              <a:pathLst>
                <a:path w="22" h="6">
                  <a:moveTo>
                    <a:pt x="12" y="4"/>
                  </a:moveTo>
                  <a:cubicBezTo>
                    <a:pt x="7" y="5"/>
                    <a:pt x="1" y="6"/>
                    <a:pt x="0" y="6"/>
                  </a:cubicBezTo>
                  <a:cubicBezTo>
                    <a:pt x="0" y="6"/>
                    <a:pt x="3" y="4"/>
                    <a:pt x="9" y="3"/>
                  </a:cubicBezTo>
                  <a:cubicBezTo>
                    <a:pt x="14" y="1"/>
                    <a:pt x="20" y="0"/>
                    <a:pt x="21" y="0"/>
                  </a:cubicBezTo>
                  <a:cubicBezTo>
                    <a:pt x="22"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1" name="Freeform 1824">
              <a:extLst>
                <a:ext uri="{FF2B5EF4-FFF2-40B4-BE49-F238E27FC236}">
                  <a16:creationId xmlns:a16="http://schemas.microsoft.com/office/drawing/2014/main" id="{D0E1EE35-F003-02AC-B801-23388A9D2317}"/>
                </a:ext>
              </a:extLst>
            </p:cNvPr>
            <p:cNvSpPr>
              <a:spLocks/>
            </p:cNvSpPr>
            <p:nvPr/>
          </p:nvSpPr>
          <p:spPr bwMode="auto">
            <a:xfrm rot="5094805">
              <a:off x="645198" y="1648672"/>
              <a:ext cx="52554" cy="25135"/>
            </a:xfrm>
            <a:custGeom>
              <a:avLst/>
              <a:gdLst>
                <a:gd name="T0" fmla="*/ 10 w 21"/>
                <a:gd name="T1" fmla="*/ 2 h 10"/>
                <a:gd name="T2" fmla="*/ 21 w 21"/>
                <a:gd name="T3" fmla="*/ 8 h 10"/>
                <a:gd name="T4" fmla="*/ 12 w 21"/>
                <a:gd name="T5" fmla="*/ 8 h 10"/>
                <a:gd name="T6" fmla="*/ 0 w 21"/>
                <a:gd name="T7" fmla="*/ 2 h 10"/>
                <a:gd name="T8" fmla="*/ 10 w 21"/>
                <a:gd name="T9" fmla="*/ 2 h 10"/>
              </a:gdLst>
              <a:ahLst/>
              <a:cxnLst>
                <a:cxn ang="0">
                  <a:pos x="T0" y="T1"/>
                </a:cxn>
                <a:cxn ang="0">
                  <a:pos x="T2" y="T3"/>
                </a:cxn>
                <a:cxn ang="0">
                  <a:pos x="T4" y="T5"/>
                </a:cxn>
                <a:cxn ang="0">
                  <a:pos x="T6" y="T7"/>
                </a:cxn>
                <a:cxn ang="0">
                  <a:pos x="T8" y="T9"/>
                </a:cxn>
              </a:cxnLst>
              <a:rect l="0" t="0" r="r" b="b"/>
              <a:pathLst>
                <a:path w="21" h="10">
                  <a:moveTo>
                    <a:pt x="10" y="2"/>
                  </a:moveTo>
                  <a:cubicBezTo>
                    <a:pt x="16" y="3"/>
                    <a:pt x="20" y="6"/>
                    <a:pt x="21" y="8"/>
                  </a:cubicBezTo>
                  <a:cubicBezTo>
                    <a:pt x="21" y="10"/>
                    <a:pt x="17" y="10"/>
                    <a:pt x="12" y="8"/>
                  </a:cubicBezTo>
                  <a:cubicBezTo>
                    <a:pt x="6" y="7"/>
                    <a:pt x="0" y="3"/>
                    <a:pt x="0" y="2"/>
                  </a:cubicBezTo>
                  <a:cubicBezTo>
                    <a:pt x="0" y="0"/>
                    <a:pt x="4"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2" name="Freeform 1825">
              <a:extLst>
                <a:ext uri="{FF2B5EF4-FFF2-40B4-BE49-F238E27FC236}">
                  <a16:creationId xmlns:a16="http://schemas.microsoft.com/office/drawing/2014/main" id="{1B89395E-4DE3-6664-B34B-C60BE3017715}"/>
                </a:ext>
              </a:extLst>
            </p:cNvPr>
            <p:cNvSpPr>
              <a:spLocks/>
            </p:cNvSpPr>
            <p:nvPr/>
          </p:nvSpPr>
          <p:spPr bwMode="auto">
            <a:xfrm rot="5094805">
              <a:off x="609232" y="1852488"/>
              <a:ext cx="54839" cy="20565"/>
            </a:xfrm>
            <a:custGeom>
              <a:avLst/>
              <a:gdLst>
                <a:gd name="T0" fmla="*/ 10 w 22"/>
                <a:gd name="T1" fmla="*/ 1 h 8"/>
                <a:gd name="T2" fmla="*/ 22 w 22"/>
                <a:gd name="T3" fmla="*/ 6 h 8"/>
                <a:gd name="T4" fmla="*/ 12 w 22"/>
                <a:gd name="T5" fmla="*/ 6 h 8"/>
                <a:gd name="T6" fmla="*/ 1 w 22"/>
                <a:gd name="T7" fmla="*/ 1 h 8"/>
                <a:gd name="T8" fmla="*/ 10 w 22"/>
                <a:gd name="T9" fmla="*/ 1 h 8"/>
              </a:gdLst>
              <a:ahLst/>
              <a:cxnLst>
                <a:cxn ang="0">
                  <a:pos x="T0" y="T1"/>
                </a:cxn>
                <a:cxn ang="0">
                  <a:pos x="T2" y="T3"/>
                </a:cxn>
                <a:cxn ang="0">
                  <a:pos x="T4" y="T5"/>
                </a:cxn>
                <a:cxn ang="0">
                  <a:pos x="T6" y="T7"/>
                </a:cxn>
                <a:cxn ang="0">
                  <a:pos x="T8" y="T9"/>
                </a:cxn>
              </a:cxnLst>
              <a:rect l="0" t="0" r="r" b="b"/>
              <a:pathLst>
                <a:path w="22" h="8">
                  <a:moveTo>
                    <a:pt x="10" y="1"/>
                  </a:moveTo>
                  <a:cubicBezTo>
                    <a:pt x="16" y="3"/>
                    <a:pt x="21" y="5"/>
                    <a:pt x="22" y="6"/>
                  </a:cubicBezTo>
                  <a:cubicBezTo>
                    <a:pt x="22" y="8"/>
                    <a:pt x="18" y="8"/>
                    <a:pt x="12" y="6"/>
                  </a:cubicBezTo>
                  <a:cubicBezTo>
                    <a:pt x="6" y="5"/>
                    <a:pt x="1" y="3"/>
                    <a:pt x="1" y="1"/>
                  </a:cubicBezTo>
                  <a:cubicBezTo>
                    <a:pt x="0" y="0"/>
                    <a:pt x="5"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3" name="Freeform 1826">
              <a:extLst>
                <a:ext uri="{FF2B5EF4-FFF2-40B4-BE49-F238E27FC236}">
                  <a16:creationId xmlns:a16="http://schemas.microsoft.com/office/drawing/2014/main" id="{6847CC99-3595-B7FE-A20F-3725A616D1BE}"/>
                </a:ext>
              </a:extLst>
            </p:cNvPr>
            <p:cNvSpPr>
              <a:spLocks/>
            </p:cNvSpPr>
            <p:nvPr/>
          </p:nvSpPr>
          <p:spPr bwMode="auto">
            <a:xfrm rot="5094805">
              <a:off x="583305" y="2054260"/>
              <a:ext cx="57124" cy="13710"/>
            </a:xfrm>
            <a:custGeom>
              <a:avLst/>
              <a:gdLst>
                <a:gd name="T0" fmla="*/ 13 w 23"/>
                <a:gd name="T1" fmla="*/ 5 h 6"/>
                <a:gd name="T2" fmla="*/ 1 w 23"/>
                <a:gd name="T3" fmla="*/ 2 h 6"/>
                <a:gd name="T4" fmla="*/ 10 w 23"/>
                <a:gd name="T5" fmla="*/ 1 h 6"/>
                <a:gd name="T6" fmla="*/ 22 w 23"/>
                <a:gd name="T7" fmla="*/ 5 h 6"/>
                <a:gd name="T8" fmla="*/ 13 w 23"/>
                <a:gd name="T9" fmla="*/ 5 h 6"/>
              </a:gdLst>
              <a:ahLst/>
              <a:cxnLst>
                <a:cxn ang="0">
                  <a:pos x="T0" y="T1"/>
                </a:cxn>
                <a:cxn ang="0">
                  <a:pos x="T2" y="T3"/>
                </a:cxn>
                <a:cxn ang="0">
                  <a:pos x="T4" y="T5"/>
                </a:cxn>
                <a:cxn ang="0">
                  <a:pos x="T6" y="T7"/>
                </a:cxn>
                <a:cxn ang="0">
                  <a:pos x="T8" y="T9"/>
                </a:cxn>
              </a:cxnLst>
              <a:rect l="0" t="0" r="r" b="b"/>
              <a:pathLst>
                <a:path w="23" h="6">
                  <a:moveTo>
                    <a:pt x="13" y="5"/>
                  </a:moveTo>
                  <a:cubicBezTo>
                    <a:pt x="8" y="4"/>
                    <a:pt x="2" y="3"/>
                    <a:pt x="1" y="2"/>
                  </a:cubicBezTo>
                  <a:cubicBezTo>
                    <a:pt x="0" y="0"/>
                    <a:pt x="4" y="0"/>
                    <a:pt x="10" y="1"/>
                  </a:cubicBezTo>
                  <a:cubicBezTo>
                    <a:pt x="16" y="2"/>
                    <a:pt x="22" y="4"/>
                    <a:pt x="22" y="5"/>
                  </a:cubicBezTo>
                  <a:cubicBezTo>
                    <a:pt x="23" y="6"/>
                    <a:pt x="19" y="6"/>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4" name="Freeform 1827">
              <a:extLst>
                <a:ext uri="{FF2B5EF4-FFF2-40B4-BE49-F238E27FC236}">
                  <a16:creationId xmlns:a16="http://schemas.microsoft.com/office/drawing/2014/main" id="{A9D739A6-FD6A-A799-83DD-70500AFC9792}"/>
                </a:ext>
              </a:extLst>
            </p:cNvPr>
            <p:cNvSpPr>
              <a:spLocks/>
            </p:cNvSpPr>
            <p:nvPr/>
          </p:nvSpPr>
          <p:spPr bwMode="auto">
            <a:xfrm rot="5094805">
              <a:off x="573425" y="2254912"/>
              <a:ext cx="52554" cy="9140"/>
            </a:xfrm>
            <a:custGeom>
              <a:avLst/>
              <a:gdLst>
                <a:gd name="T0" fmla="*/ 22 w 22"/>
                <a:gd name="T1" fmla="*/ 3 h 4"/>
                <a:gd name="T2" fmla="*/ 13 w 22"/>
                <a:gd name="T3" fmla="*/ 4 h 4"/>
                <a:gd name="T4" fmla="*/ 1 w 22"/>
                <a:gd name="T5" fmla="*/ 1 h 4"/>
                <a:gd name="T6" fmla="*/ 10 w 22"/>
                <a:gd name="T7" fmla="*/ 1 h 4"/>
                <a:gd name="T8" fmla="*/ 22 w 22"/>
                <a:gd name="T9" fmla="*/ 3 h 4"/>
              </a:gdLst>
              <a:ahLst/>
              <a:cxnLst>
                <a:cxn ang="0">
                  <a:pos x="T0" y="T1"/>
                </a:cxn>
                <a:cxn ang="0">
                  <a:pos x="T2" y="T3"/>
                </a:cxn>
                <a:cxn ang="0">
                  <a:pos x="T4" y="T5"/>
                </a:cxn>
                <a:cxn ang="0">
                  <a:pos x="T6" y="T7"/>
                </a:cxn>
                <a:cxn ang="0">
                  <a:pos x="T8" y="T9"/>
                </a:cxn>
              </a:cxnLst>
              <a:rect l="0" t="0" r="r" b="b"/>
              <a:pathLst>
                <a:path w="22" h="4">
                  <a:moveTo>
                    <a:pt x="22" y="3"/>
                  </a:moveTo>
                  <a:cubicBezTo>
                    <a:pt x="22" y="4"/>
                    <a:pt x="19" y="4"/>
                    <a:pt x="13" y="4"/>
                  </a:cubicBezTo>
                  <a:cubicBezTo>
                    <a:pt x="7" y="3"/>
                    <a:pt x="1" y="2"/>
                    <a:pt x="1" y="1"/>
                  </a:cubicBezTo>
                  <a:cubicBezTo>
                    <a:pt x="0" y="0"/>
                    <a:pt x="4" y="0"/>
                    <a:pt x="10" y="1"/>
                  </a:cubicBezTo>
                  <a:cubicBezTo>
                    <a:pt x="16" y="2"/>
                    <a:pt x="21" y="2"/>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5" name="Freeform 1828">
              <a:extLst>
                <a:ext uri="{FF2B5EF4-FFF2-40B4-BE49-F238E27FC236}">
                  <a16:creationId xmlns:a16="http://schemas.microsoft.com/office/drawing/2014/main" id="{1B84D49B-5E9D-5D33-769A-98738E75A114}"/>
                </a:ext>
              </a:extLst>
            </p:cNvPr>
            <p:cNvSpPr>
              <a:spLocks/>
            </p:cNvSpPr>
            <p:nvPr/>
          </p:nvSpPr>
          <p:spPr bwMode="auto">
            <a:xfrm rot="5094805">
              <a:off x="580500" y="2452604"/>
              <a:ext cx="54839" cy="4570"/>
            </a:xfrm>
            <a:custGeom>
              <a:avLst/>
              <a:gdLst>
                <a:gd name="T0" fmla="*/ 12 w 22"/>
                <a:gd name="T1" fmla="*/ 2 h 2"/>
                <a:gd name="T2" fmla="*/ 1 w 22"/>
                <a:gd name="T3" fmla="*/ 1 h 2"/>
                <a:gd name="T4" fmla="*/ 10 w 22"/>
                <a:gd name="T5" fmla="*/ 0 h 2"/>
                <a:gd name="T6" fmla="*/ 22 w 22"/>
                <a:gd name="T7" fmla="*/ 1 h 2"/>
                <a:gd name="T8" fmla="*/ 12 w 22"/>
                <a:gd name="T9" fmla="*/ 2 h 2"/>
              </a:gdLst>
              <a:ahLst/>
              <a:cxnLst>
                <a:cxn ang="0">
                  <a:pos x="T0" y="T1"/>
                </a:cxn>
                <a:cxn ang="0">
                  <a:pos x="T2" y="T3"/>
                </a:cxn>
                <a:cxn ang="0">
                  <a:pos x="T4" y="T5"/>
                </a:cxn>
                <a:cxn ang="0">
                  <a:pos x="T6" y="T7"/>
                </a:cxn>
                <a:cxn ang="0">
                  <a:pos x="T8" y="T9"/>
                </a:cxn>
              </a:cxnLst>
              <a:rect l="0" t="0" r="r" b="b"/>
              <a:pathLst>
                <a:path w="22" h="2">
                  <a:moveTo>
                    <a:pt x="12" y="2"/>
                  </a:moveTo>
                  <a:cubicBezTo>
                    <a:pt x="7" y="2"/>
                    <a:pt x="2" y="2"/>
                    <a:pt x="1" y="1"/>
                  </a:cubicBezTo>
                  <a:cubicBezTo>
                    <a:pt x="0" y="1"/>
                    <a:pt x="4" y="0"/>
                    <a:pt x="10" y="0"/>
                  </a:cubicBezTo>
                  <a:cubicBezTo>
                    <a:pt x="16" y="0"/>
                    <a:pt x="22" y="0"/>
                    <a:pt x="22" y="1"/>
                  </a:cubicBezTo>
                  <a:cubicBezTo>
                    <a:pt x="22" y="1"/>
                    <a:pt x="18" y="2"/>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6" name="Freeform 1829">
              <a:extLst>
                <a:ext uri="{FF2B5EF4-FFF2-40B4-BE49-F238E27FC236}">
                  <a16:creationId xmlns:a16="http://schemas.microsoft.com/office/drawing/2014/main" id="{921C8C63-6051-794E-C9EC-A642735A59E8}"/>
                </a:ext>
              </a:extLst>
            </p:cNvPr>
            <p:cNvSpPr>
              <a:spLocks/>
            </p:cNvSpPr>
            <p:nvPr/>
          </p:nvSpPr>
          <p:spPr bwMode="auto">
            <a:xfrm rot="5094805">
              <a:off x="611376" y="2642561"/>
              <a:ext cx="54839" cy="9140"/>
            </a:xfrm>
            <a:custGeom>
              <a:avLst/>
              <a:gdLst>
                <a:gd name="T0" fmla="*/ 12 w 22"/>
                <a:gd name="T1" fmla="*/ 2 h 3"/>
                <a:gd name="T2" fmla="*/ 1 w 22"/>
                <a:gd name="T3" fmla="*/ 3 h 3"/>
                <a:gd name="T4" fmla="*/ 10 w 22"/>
                <a:gd name="T5" fmla="*/ 1 h 3"/>
                <a:gd name="T6" fmla="*/ 21 w 22"/>
                <a:gd name="T7" fmla="*/ 0 h 3"/>
                <a:gd name="T8" fmla="*/ 12 w 22"/>
                <a:gd name="T9" fmla="*/ 2 h 3"/>
              </a:gdLst>
              <a:ahLst/>
              <a:cxnLst>
                <a:cxn ang="0">
                  <a:pos x="T0" y="T1"/>
                </a:cxn>
                <a:cxn ang="0">
                  <a:pos x="T2" y="T3"/>
                </a:cxn>
                <a:cxn ang="0">
                  <a:pos x="T4" y="T5"/>
                </a:cxn>
                <a:cxn ang="0">
                  <a:pos x="T6" y="T7"/>
                </a:cxn>
                <a:cxn ang="0">
                  <a:pos x="T8" y="T9"/>
                </a:cxn>
              </a:cxnLst>
              <a:rect l="0" t="0" r="r" b="b"/>
              <a:pathLst>
                <a:path w="22" h="3">
                  <a:moveTo>
                    <a:pt x="12" y="2"/>
                  </a:moveTo>
                  <a:cubicBezTo>
                    <a:pt x="6" y="3"/>
                    <a:pt x="1" y="3"/>
                    <a:pt x="1" y="3"/>
                  </a:cubicBezTo>
                  <a:cubicBezTo>
                    <a:pt x="0" y="2"/>
                    <a:pt x="4" y="2"/>
                    <a:pt x="10" y="1"/>
                  </a:cubicBezTo>
                  <a:cubicBezTo>
                    <a:pt x="16" y="0"/>
                    <a:pt x="21" y="0"/>
                    <a:pt x="21" y="0"/>
                  </a:cubicBezTo>
                  <a:cubicBezTo>
                    <a:pt x="22" y="1"/>
                    <a:pt x="17" y="2"/>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7" name="Freeform 1830">
              <a:extLst>
                <a:ext uri="{FF2B5EF4-FFF2-40B4-BE49-F238E27FC236}">
                  <a16:creationId xmlns:a16="http://schemas.microsoft.com/office/drawing/2014/main" id="{24395E1B-C40E-F89E-7EA2-0889DEE14B6C}"/>
                </a:ext>
              </a:extLst>
            </p:cNvPr>
            <p:cNvSpPr>
              <a:spLocks/>
            </p:cNvSpPr>
            <p:nvPr/>
          </p:nvSpPr>
          <p:spPr bwMode="auto">
            <a:xfrm rot="5094805">
              <a:off x="660469" y="2831101"/>
              <a:ext cx="50269" cy="13710"/>
            </a:xfrm>
            <a:custGeom>
              <a:avLst/>
              <a:gdLst>
                <a:gd name="T0" fmla="*/ 10 w 21"/>
                <a:gd name="T1" fmla="*/ 2 h 5"/>
                <a:gd name="T2" fmla="*/ 21 w 21"/>
                <a:gd name="T3" fmla="*/ 1 h 5"/>
                <a:gd name="T4" fmla="*/ 12 w 21"/>
                <a:gd name="T5" fmla="*/ 3 h 5"/>
                <a:gd name="T6" fmla="*/ 0 w 21"/>
                <a:gd name="T7" fmla="*/ 4 h 5"/>
                <a:gd name="T8" fmla="*/ 10 w 21"/>
                <a:gd name="T9" fmla="*/ 2 h 5"/>
              </a:gdLst>
              <a:ahLst/>
              <a:cxnLst>
                <a:cxn ang="0">
                  <a:pos x="T0" y="T1"/>
                </a:cxn>
                <a:cxn ang="0">
                  <a:pos x="T2" y="T3"/>
                </a:cxn>
                <a:cxn ang="0">
                  <a:pos x="T4" y="T5"/>
                </a:cxn>
                <a:cxn ang="0">
                  <a:pos x="T6" y="T7"/>
                </a:cxn>
                <a:cxn ang="0">
                  <a:pos x="T8" y="T9"/>
                </a:cxn>
              </a:cxnLst>
              <a:rect l="0" t="0" r="r" b="b"/>
              <a:pathLst>
                <a:path w="21" h="5">
                  <a:moveTo>
                    <a:pt x="10" y="2"/>
                  </a:moveTo>
                  <a:cubicBezTo>
                    <a:pt x="16" y="1"/>
                    <a:pt x="20" y="0"/>
                    <a:pt x="21" y="1"/>
                  </a:cubicBezTo>
                  <a:cubicBezTo>
                    <a:pt x="21" y="1"/>
                    <a:pt x="18" y="2"/>
                    <a:pt x="12" y="3"/>
                  </a:cubicBezTo>
                  <a:cubicBezTo>
                    <a:pt x="6" y="4"/>
                    <a:pt x="0" y="5"/>
                    <a:pt x="0" y="4"/>
                  </a:cubicBezTo>
                  <a:cubicBezTo>
                    <a:pt x="0" y="4"/>
                    <a:pt x="5" y="3"/>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8" name="Freeform 1831">
              <a:extLst>
                <a:ext uri="{FF2B5EF4-FFF2-40B4-BE49-F238E27FC236}">
                  <a16:creationId xmlns:a16="http://schemas.microsoft.com/office/drawing/2014/main" id="{A6A1ACBB-CE37-D8EF-B998-B617556AD191}"/>
                </a:ext>
              </a:extLst>
            </p:cNvPr>
            <p:cNvSpPr>
              <a:spLocks/>
            </p:cNvSpPr>
            <p:nvPr/>
          </p:nvSpPr>
          <p:spPr bwMode="auto">
            <a:xfrm rot="5094805">
              <a:off x="719891" y="3021848"/>
              <a:ext cx="52554" cy="13710"/>
            </a:xfrm>
            <a:custGeom>
              <a:avLst/>
              <a:gdLst>
                <a:gd name="T0" fmla="*/ 9 w 21"/>
                <a:gd name="T1" fmla="*/ 3 h 6"/>
                <a:gd name="T2" fmla="*/ 20 w 21"/>
                <a:gd name="T3" fmla="*/ 1 h 6"/>
                <a:gd name="T4" fmla="*/ 11 w 21"/>
                <a:gd name="T5" fmla="*/ 4 h 6"/>
                <a:gd name="T6" fmla="*/ 0 w 21"/>
                <a:gd name="T7" fmla="*/ 6 h 6"/>
                <a:gd name="T8" fmla="*/ 9 w 21"/>
                <a:gd name="T9" fmla="*/ 3 h 6"/>
              </a:gdLst>
              <a:ahLst/>
              <a:cxnLst>
                <a:cxn ang="0">
                  <a:pos x="T0" y="T1"/>
                </a:cxn>
                <a:cxn ang="0">
                  <a:pos x="T2" y="T3"/>
                </a:cxn>
                <a:cxn ang="0">
                  <a:pos x="T4" y="T5"/>
                </a:cxn>
                <a:cxn ang="0">
                  <a:pos x="T6" y="T7"/>
                </a:cxn>
                <a:cxn ang="0">
                  <a:pos x="T8" y="T9"/>
                </a:cxn>
              </a:cxnLst>
              <a:rect l="0" t="0" r="r" b="b"/>
              <a:pathLst>
                <a:path w="21" h="6">
                  <a:moveTo>
                    <a:pt x="9" y="3"/>
                  </a:moveTo>
                  <a:cubicBezTo>
                    <a:pt x="15" y="1"/>
                    <a:pt x="20" y="0"/>
                    <a:pt x="20" y="1"/>
                  </a:cubicBezTo>
                  <a:cubicBezTo>
                    <a:pt x="21" y="1"/>
                    <a:pt x="17" y="2"/>
                    <a:pt x="11" y="4"/>
                  </a:cubicBezTo>
                  <a:cubicBezTo>
                    <a:pt x="5" y="5"/>
                    <a:pt x="0" y="6"/>
                    <a:pt x="0" y="6"/>
                  </a:cubicBezTo>
                  <a:cubicBezTo>
                    <a:pt x="0" y="5"/>
                    <a:pt x="4" y="4"/>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9" name="Freeform 1832">
              <a:extLst>
                <a:ext uri="{FF2B5EF4-FFF2-40B4-BE49-F238E27FC236}">
                  <a16:creationId xmlns:a16="http://schemas.microsoft.com/office/drawing/2014/main" id="{FC3FE41C-51BC-8F60-C513-CADDCB811C2C}"/>
                </a:ext>
              </a:extLst>
            </p:cNvPr>
            <p:cNvSpPr>
              <a:spLocks/>
            </p:cNvSpPr>
            <p:nvPr/>
          </p:nvSpPr>
          <p:spPr bwMode="auto">
            <a:xfrm rot="5094805">
              <a:off x="789150" y="3205989"/>
              <a:ext cx="54839" cy="15995"/>
            </a:xfrm>
            <a:custGeom>
              <a:avLst/>
              <a:gdLst>
                <a:gd name="T0" fmla="*/ 10 w 22"/>
                <a:gd name="T1" fmla="*/ 3 h 6"/>
                <a:gd name="T2" fmla="*/ 21 w 22"/>
                <a:gd name="T3" fmla="*/ 0 h 6"/>
                <a:gd name="T4" fmla="*/ 12 w 22"/>
                <a:gd name="T5" fmla="*/ 4 h 6"/>
                <a:gd name="T6" fmla="*/ 1 w 22"/>
                <a:gd name="T7" fmla="*/ 6 h 6"/>
                <a:gd name="T8" fmla="*/ 10 w 22"/>
                <a:gd name="T9" fmla="*/ 3 h 6"/>
              </a:gdLst>
              <a:ahLst/>
              <a:cxnLst>
                <a:cxn ang="0">
                  <a:pos x="T0" y="T1"/>
                </a:cxn>
                <a:cxn ang="0">
                  <a:pos x="T2" y="T3"/>
                </a:cxn>
                <a:cxn ang="0">
                  <a:pos x="T4" y="T5"/>
                </a:cxn>
                <a:cxn ang="0">
                  <a:pos x="T6" y="T7"/>
                </a:cxn>
                <a:cxn ang="0">
                  <a:pos x="T8" y="T9"/>
                </a:cxn>
              </a:cxnLst>
              <a:rect l="0" t="0" r="r" b="b"/>
              <a:pathLst>
                <a:path w="22" h="6">
                  <a:moveTo>
                    <a:pt x="10" y="3"/>
                  </a:moveTo>
                  <a:cubicBezTo>
                    <a:pt x="15" y="1"/>
                    <a:pt x="20" y="0"/>
                    <a:pt x="21" y="0"/>
                  </a:cubicBezTo>
                  <a:cubicBezTo>
                    <a:pt x="22" y="0"/>
                    <a:pt x="18" y="2"/>
                    <a:pt x="12" y="4"/>
                  </a:cubicBezTo>
                  <a:cubicBezTo>
                    <a:pt x="6" y="5"/>
                    <a:pt x="1" y="6"/>
                    <a:pt x="1" y="6"/>
                  </a:cubicBezTo>
                  <a:cubicBezTo>
                    <a:pt x="0" y="6"/>
                    <a:pt x="5" y="4"/>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0" name="Freeform 1833">
              <a:extLst>
                <a:ext uri="{FF2B5EF4-FFF2-40B4-BE49-F238E27FC236}">
                  <a16:creationId xmlns:a16="http://schemas.microsoft.com/office/drawing/2014/main" id="{1B54C1D1-1476-ADE4-B885-A6DC64A28BAC}"/>
                </a:ext>
              </a:extLst>
            </p:cNvPr>
            <p:cNvSpPr>
              <a:spLocks/>
            </p:cNvSpPr>
            <p:nvPr/>
          </p:nvSpPr>
          <p:spPr bwMode="auto">
            <a:xfrm rot="5094805">
              <a:off x="869895" y="3389213"/>
              <a:ext cx="54839" cy="20565"/>
            </a:xfrm>
            <a:custGeom>
              <a:avLst/>
              <a:gdLst>
                <a:gd name="T0" fmla="*/ 13 w 22"/>
                <a:gd name="T1" fmla="*/ 4 h 8"/>
                <a:gd name="T2" fmla="*/ 1 w 22"/>
                <a:gd name="T3" fmla="*/ 8 h 8"/>
                <a:gd name="T4" fmla="*/ 9 w 22"/>
                <a:gd name="T5" fmla="*/ 4 h 8"/>
                <a:gd name="T6" fmla="*/ 21 w 22"/>
                <a:gd name="T7" fmla="*/ 0 h 8"/>
                <a:gd name="T8" fmla="*/ 13 w 22"/>
                <a:gd name="T9" fmla="*/ 4 h 8"/>
              </a:gdLst>
              <a:ahLst/>
              <a:cxnLst>
                <a:cxn ang="0">
                  <a:pos x="T0" y="T1"/>
                </a:cxn>
                <a:cxn ang="0">
                  <a:pos x="T2" y="T3"/>
                </a:cxn>
                <a:cxn ang="0">
                  <a:pos x="T4" y="T5"/>
                </a:cxn>
                <a:cxn ang="0">
                  <a:pos x="T6" y="T7"/>
                </a:cxn>
                <a:cxn ang="0">
                  <a:pos x="T8" y="T9"/>
                </a:cxn>
              </a:cxnLst>
              <a:rect l="0" t="0" r="r" b="b"/>
              <a:pathLst>
                <a:path w="22" h="8">
                  <a:moveTo>
                    <a:pt x="13" y="4"/>
                  </a:moveTo>
                  <a:cubicBezTo>
                    <a:pt x="7" y="6"/>
                    <a:pt x="2" y="7"/>
                    <a:pt x="1" y="8"/>
                  </a:cubicBezTo>
                  <a:cubicBezTo>
                    <a:pt x="0" y="8"/>
                    <a:pt x="4" y="6"/>
                    <a:pt x="9" y="4"/>
                  </a:cubicBezTo>
                  <a:cubicBezTo>
                    <a:pt x="15" y="2"/>
                    <a:pt x="20" y="0"/>
                    <a:pt x="21" y="0"/>
                  </a:cubicBezTo>
                  <a:cubicBezTo>
                    <a:pt x="22" y="0"/>
                    <a:pt x="18" y="2"/>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1" name="Freeform 1834">
              <a:extLst>
                <a:ext uri="{FF2B5EF4-FFF2-40B4-BE49-F238E27FC236}">
                  <a16:creationId xmlns:a16="http://schemas.microsoft.com/office/drawing/2014/main" id="{9D3494A9-C69D-742C-E153-DF11D41DA7FB}"/>
                </a:ext>
              </a:extLst>
            </p:cNvPr>
            <p:cNvSpPr>
              <a:spLocks/>
            </p:cNvSpPr>
            <p:nvPr/>
          </p:nvSpPr>
          <p:spPr bwMode="auto">
            <a:xfrm rot="5094805">
              <a:off x="963272" y="3575051"/>
              <a:ext cx="47985" cy="20565"/>
            </a:xfrm>
            <a:custGeom>
              <a:avLst/>
              <a:gdLst>
                <a:gd name="T0" fmla="*/ 20 w 20"/>
                <a:gd name="T1" fmla="*/ 0 h 9"/>
                <a:gd name="T2" fmla="*/ 11 w 20"/>
                <a:gd name="T3" fmla="*/ 4 h 9"/>
                <a:gd name="T4" fmla="*/ 0 w 20"/>
                <a:gd name="T5" fmla="*/ 8 h 9"/>
                <a:gd name="T6" fmla="*/ 9 w 20"/>
                <a:gd name="T7" fmla="*/ 4 h 9"/>
                <a:gd name="T8" fmla="*/ 20 w 20"/>
                <a:gd name="T9" fmla="*/ 0 h 9"/>
              </a:gdLst>
              <a:ahLst/>
              <a:cxnLst>
                <a:cxn ang="0">
                  <a:pos x="T0" y="T1"/>
                </a:cxn>
                <a:cxn ang="0">
                  <a:pos x="T2" y="T3"/>
                </a:cxn>
                <a:cxn ang="0">
                  <a:pos x="T4" y="T5"/>
                </a:cxn>
                <a:cxn ang="0">
                  <a:pos x="T6" y="T7"/>
                </a:cxn>
                <a:cxn ang="0">
                  <a:pos x="T8" y="T9"/>
                </a:cxn>
              </a:cxnLst>
              <a:rect l="0" t="0" r="r" b="b"/>
              <a:pathLst>
                <a:path w="20" h="9">
                  <a:moveTo>
                    <a:pt x="20" y="0"/>
                  </a:moveTo>
                  <a:cubicBezTo>
                    <a:pt x="20" y="0"/>
                    <a:pt x="17" y="2"/>
                    <a:pt x="11" y="4"/>
                  </a:cubicBezTo>
                  <a:cubicBezTo>
                    <a:pt x="5" y="7"/>
                    <a:pt x="0" y="9"/>
                    <a:pt x="0" y="8"/>
                  </a:cubicBezTo>
                  <a:cubicBezTo>
                    <a:pt x="0" y="8"/>
                    <a:pt x="4" y="6"/>
                    <a:pt x="9"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2" name="Freeform 1835">
              <a:extLst>
                <a:ext uri="{FF2B5EF4-FFF2-40B4-BE49-F238E27FC236}">
                  <a16:creationId xmlns:a16="http://schemas.microsoft.com/office/drawing/2014/main" id="{89997DEA-CEB1-4098-98AA-759DBFC8E4B1}"/>
                </a:ext>
              </a:extLst>
            </p:cNvPr>
            <p:cNvSpPr>
              <a:spLocks/>
            </p:cNvSpPr>
            <p:nvPr/>
          </p:nvSpPr>
          <p:spPr bwMode="auto">
            <a:xfrm rot="5094805">
              <a:off x="1055282" y="3756963"/>
              <a:ext cx="54839" cy="22850"/>
            </a:xfrm>
            <a:custGeom>
              <a:avLst/>
              <a:gdLst>
                <a:gd name="T0" fmla="*/ 13 w 22"/>
                <a:gd name="T1" fmla="*/ 4 h 9"/>
                <a:gd name="T2" fmla="*/ 1 w 22"/>
                <a:gd name="T3" fmla="*/ 8 h 9"/>
                <a:gd name="T4" fmla="*/ 9 w 22"/>
                <a:gd name="T5" fmla="*/ 4 h 9"/>
                <a:gd name="T6" fmla="*/ 22 w 22"/>
                <a:gd name="T7" fmla="*/ 0 h 9"/>
                <a:gd name="T8" fmla="*/ 13 w 22"/>
                <a:gd name="T9" fmla="*/ 4 h 9"/>
              </a:gdLst>
              <a:ahLst/>
              <a:cxnLst>
                <a:cxn ang="0">
                  <a:pos x="T0" y="T1"/>
                </a:cxn>
                <a:cxn ang="0">
                  <a:pos x="T2" y="T3"/>
                </a:cxn>
                <a:cxn ang="0">
                  <a:pos x="T4" y="T5"/>
                </a:cxn>
                <a:cxn ang="0">
                  <a:pos x="T6" y="T7"/>
                </a:cxn>
                <a:cxn ang="0">
                  <a:pos x="T8" y="T9"/>
                </a:cxn>
              </a:cxnLst>
              <a:rect l="0" t="0" r="r" b="b"/>
              <a:pathLst>
                <a:path w="22" h="9">
                  <a:moveTo>
                    <a:pt x="13" y="4"/>
                  </a:moveTo>
                  <a:cubicBezTo>
                    <a:pt x="8" y="6"/>
                    <a:pt x="3" y="8"/>
                    <a:pt x="1" y="8"/>
                  </a:cubicBezTo>
                  <a:cubicBezTo>
                    <a:pt x="0" y="9"/>
                    <a:pt x="4" y="7"/>
                    <a:pt x="9" y="4"/>
                  </a:cubicBezTo>
                  <a:cubicBezTo>
                    <a:pt x="15" y="2"/>
                    <a:pt x="21" y="0"/>
                    <a:pt x="22" y="0"/>
                  </a:cubicBezTo>
                  <a:cubicBezTo>
                    <a:pt x="22" y="0"/>
                    <a:pt x="19" y="1"/>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3" name="Freeform 1836">
              <a:extLst>
                <a:ext uri="{FF2B5EF4-FFF2-40B4-BE49-F238E27FC236}">
                  <a16:creationId xmlns:a16="http://schemas.microsoft.com/office/drawing/2014/main" id="{6147E1B1-8536-B728-C651-5664017DB5E2}"/>
                </a:ext>
              </a:extLst>
            </p:cNvPr>
            <p:cNvSpPr>
              <a:spLocks/>
            </p:cNvSpPr>
            <p:nvPr/>
          </p:nvSpPr>
          <p:spPr bwMode="auto">
            <a:xfrm rot="5094805">
              <a:off x="1158893" y="3940544"/>
              <a:ext cx="52554" cy="25135"/>
            </a:xfrm>
            <a:custGeom>
              <a:avLst/>
              <a:gdLst>
                <a:gd name="T0" fmla="*/ 20 w 21"/>
                <a:gd name="T1" fmla="*/ 0 h 10"/>
                <a:gd name="T2" fmla="*/ 11 w 21"/>
                <a:gd name="T3" fmla="*/ 5 h 10"/>
                <a:gd name="T4" fmla="*/ 0 w 21"/>
                <a:gd name="T5" fmla="*/ 9 h 10"/>
                <a:gd name="T6" fmla="*/ 10 w 21"/>
                <a:gd name="T7" fmla="*/ 4 h 10"/>
                <a:gd name="T8" fmla="*/ 20 w 21"/>
                <a:gd name="T9" fmla="*/ 0 h 10"/>
              </a:gdLst>
              <a:ahLst/>
              <a:cxnLst>
                <a:cxn ang="0">
                  <a:pos x="T0" y="T1"/>
                </a:cxn>
                <a:cxn ang="0">
                  <a:pos x="T2" y="T3"/>
                </a:cxn>
                <a:cxn ang="0">
                  <a:pos x="T4" y="T5"/>
                </a:cxn>
                <a:cxn ang="0">
                  <a:pos x="T6" y="T7"/>
                </a:cxn>
                <a:cxn ang="0">
                  <a:pos x="T8" y="T9"/>
                </a:cxn>
              </a:cxnLst>
              <a:rect l="0" t="0" r="r" b="b"/>
              <a:pathLst>
                <a:path w="21" h="10">
                  <a:moveTo>
                    <a:pt x="20" y="0"/>
                  </a:moveTo>
                  <a:cubicBezTo>
                    <a:pt x="21" y="0"/>
                    <a:pt x="17" y="2"/>
                    <a:pt x="11" y="5"/>
                  </a:cubicBezTo>
                  <a:cubicBezTo>
                    <a:pt x="6" y="7"/>
                    <a:pt x="0" y="10"/>
                    <a:pt x="0" y="9"/>
                  </a:cubicBezTo>
                  <a:cubicBezTo>
                    <a:pt x="0" y="9"/>
                    <a:pt x="4" y="7"/>
                    <a:pt x="10"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4" name="Freeform 1837">
              <a:extLst>
                <a:ext uri="{FF2B5EF4-FFF2-40B4-BE49-F238E27FC236}">
                  <a16:creationId xmlns:a16="http://schemas.microsoft.com/office/drawing/2014/main" id="{B2666A19-B4E6-D71D-2391-C0729F644036}"/>
                </a:ext>
              </a:extLst>
            </p:cNvPr>
            <p:cNvSpPr>
              <a:spLocks/>
            </p:cNvSpPr>
            <p:nvPr/>
          </p:nvSpPr>
          <p:spPr bwMode="auto">
            <a:xfrm rot="5094805">
              <a:off x="1264673" y="4123825"/>
              <a:ext cx="52554" cy="25135"/>
            </a:xfrm>
            <a:custGeom>
              <a:avLst/>
              <a:gdLst>
                <a:gd name="T0" fmla="*/ 10 w 22"/>
                <a:gd name="T1" fmla="*/ 5 h 10"/>
                <a:gd name="T2" fmla="*/ 21 w 22"/>
                <a:gd name="T3" fmla="*/ 0 h 10"/>
                <a:gd name="T4" fmla="*/ 11 w 22"/>
                <a:gd name="T5" fmla="*/ 5 h 10"/>
                <a:gd name="T6" fmla="*/ 1 w 22"/>
                <a:gd name="T7" fmla="*/ 10 h 10"/>
                <a:gd name="T8" fmla="*/ 10 w 22"/>
                <a:gd name="T9" fmla="*/ 5 h 10"/>
              </a:gdLst>
              <a:ahLst/>
              <a:cxnLst>
                <a:cxn ang="0">
                  <a:pos x="T0" y="T1"/>
                </a:cxn>
                <a:cxn ang="0">
                  <a:pos x="T2" y="T3"/>
                </a:cxn>
                <a:cxn ang="0">
                  <a:pos x="T4" y="T5"/>
                </a:cxn>
                <a:cxn ang="0">
                  <a:pos x="T6" y="T7"/>
                </a:cxn>
                <a:cxn ang="0">
                  <a:pos x="T8" y="T9"/>
                </a:cxn>
              </a:cxnLst>
              <a:rect l="0" t="0" r="r" b="b"/>
              <a:pathLst>
                <a:path w="22" h="10">
                  <a:moveTo>
                    <a:pt x="10" y="5"/>
                  </a:moveTo>
                  <a:cubicBezTo>
                    <a:pt x="15" y="3"/>
                    <a:pt x="20" y="0"/>
                    <a:pt x="21" y="0"/>
                  </a:cubicBezTo>
                  <a:cubicBezTo>
                    <a:pt x="22" y="0"/>
                    <a:pt x="17" y="3"/>
                    <a:pt x="11" y="5"/>
                  </a:cubicBezTo>
                  <a:cubicBezTo>
                    <a:pt x="6" y="8"/>
                    <a:pt x="1" y="10"/>
                    <a:pt x="1" y="10"/>
                  </a:cubicBezTo>
                  <a:cubicBezTo>
                    <a:pt x="0" y="10"/>
                    <a:pt x="5" y="7"/>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5" name="Freeform 1838">
              <a:extLst>
                <a:ext uri="{FF2B5EF4-FFF2-40B4-BE49-F238E27FC236}">
                  <a16:creationId xmlns:a16="http://schemas.microsoft.com/office/drawing/2014/main" id="{857F920B-82BA-4C5F-4798-AC5EEB7F70A9}"/>
                </a:ext>
              </a:extLst>
            </p:cNvPr>
            <p:cNvSpPr>
              <a:spLocks/>
            </p:cNvSpPr>
            <p:nvPr/>
          </p:nvSpPr>
          <p:spPr bwMode="auto">
            <a:xfrm rot="5094805">
              <a:off x="682496" y="1447970"/>
              <a:ext cx="54839" cy="27420"/>
            </a:xfrm>
            <a:custGeom>
              <a:avLst/>
              <a:gdLst>
                <a:gd name="T0" fmla="*/ 21 w 22"/>
                <a:gd name="T1" fmla="*/ 9 h 11"/>
                <a:gd name="T2" fmla="*/ 12 w 22"/>
                <a:gd name="T3" fmla="*/ 10 h 11"/>
                <a:gd name="T4" fmla="*/ 0 w 22"/>
                <a:gd name="T5" fmla="*/ 2 h 11"/>
                <a:gd name="T6" fmla="*/ 10 w 22"/>
                <a:gd name="T7" fmla="*/ 1 h 11"/>
                <a:gd name="T8" fmla="*/ 21 w 22"/>
                <a:gd name="T9" fmla="*/ 9 h 11"/>
              </a:gdLst>
              <a:ahLst/>
              <a:cxnLst>
                <a:cxn ang="0">
                  <a:pos x="T0" y="T1"/>
                </a:cxn>
                <a:cxn ang="0">
                  <a:pos x="T2" y="T3"/>
                </a:cxn>
                <a:cxn ang="0">
                  <a:pos x="T4" y="T5"/>
                </a:cxn>
                <a:cxn ang="0">
                  <a:pos x="T6" y="T7"/>
                </a:cxn>
                <a:cxn ang="0">
                  <a:pos x="T8" y="T9"/>
                </a:cxn>
              </a:cxnLst>
              <a:rect l="0" t="0" r="r" b="b"/>
              <a:pathLst>
                <a:path w="22" h="11">
                  <a:moveTo>
                    <a:pt x="21" y="9"/>
                  </a:moveTo>
                  <a:cubicBezTo>
                    <a:pt x="22" y="11"/>
                    <a:pt x="17" y="11"/>
                    <a:pt x="12" y="10"/>
                  </a:cubicBezTo>
                  <a:cubicBezTo>
                    <a:pt x="6" y="8"/>
                    <a:pt x="0" y="4"/>
                    <a:pt x="0" y="2"/>
                  </a:cubicBezTo>
                  <a:cubicBezTo>
                    <a:pt x="0" y="0"/>
                    <a:pt x="5" y="0"/>
                    <a:pt x="10" y="1"/>
                  </a:cubicBezTo>
                  <a:cubicBezTo>
                    <a:pt x="16" y="3"/>
                    <a:pt x="21" y="6"/>
                    <a:pt x="2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6" name="Freeform 1839">
              <a:extLst>
                <a:ext uri="{FF2B5EF4-FFF2-40B4-BE49-F238E27FC236}">
                  <a16:creationId xmlns:a16="http://schemas.microsoft.com/office/drawing/2014/main" id="{62C517D3-C9F7-A2A7-3929-CA92701DD46B}"/>
                </a:ext>
              </a:extLst>
            </p:cNvPr>
            <p:cNvSpPr>
              <a:spLocks/>
            </p:cNvSpPr>
            <p:nvPr/>
          </p:nvSpPr>
          <p:spPr bwMode="auto">
            <a:xfrm rot="5094805">
              <a:off x="718462" y="1244153"/>
              <a:ext cx="52554" cy="31990"/>
            </a:xfrm>
            <a:custGeom>
              <a:avLst/>
              <a:gdLst>
                <a:gd name="T0" fmla="*/ 21 w 22"/>
                <a:gd name="T1" fmla="*/ 10 h 13"/>
                <a:gd name="T2" fmla="*/ 12 w 22"/>
                <a:gd name="T3" fmla="*/ 12 h 13"/>
                <a:gd name="T4" fmla="*/ 0 w 22"/>
                <a:gd name="T5" fmla="*/ 3 h 13"/>
                <a:gd name="T6" fmla="*/ 11 w 22"/>
                <a:gd name="T7" fmla="*/ 2 h 13"/>
                <a:gd name="T8" fmla="*/ 21 w 22"/>
                <a:gd name="T9" fmla="*/ 10 h 13"/>
              </a:gdLst>
              <a:ahLst/>
              <a:cxnLst>
                <a:cxn ang="0">
                  <a:pos x="T0" y="T1"/>
                </a:cxn>
                <a:cxn ang="0">
                  <a:pos x="T2" y="T3"/>
                </a:cxn>
                <a:cxn ang="0">
                  <a:pos x="T4" y="T5"/>
                </a:cxn>
                <a:cxn ang="0">
                  <a:pos x="T6" y="T7"/>
                </a:cxn>
                <a:cxn ang="0">
                  <a:pos x="T8" y="T9"/>
                </a:cxn>
              </a:cxnLst>
              <a:rect l="0" t="0" r="r" b="b"/>
              <a:pathLst>
                <a:path w="22" h="13">
                  <a:moveTo>
                    <a:pt x="21" y="10"/>
                  </a:moveTo>
                  <a:cubicBezTo>
                    <a:pt x="22" y="12"/>
                    <a:pt x="18" y="13"/>
                    <a:pt x="12" y="12"/>
                  </a:cubicBezTo>
                  <a:cubicBezTo>
                    <a:pt x="6" y="10"/>
                    <a:pt x="0" y="6"/>
                    <a:pt x="0" y="3"/>
                  </a:cubicBezTo>
                  <a:cubicBezTo>
                    <a:pt x="1" y="1"/>
                    <a:pt x="5" y="0"/>
                    <a:pt x="11" y="2"/>
                  </a:cubicBezTo>
                  <a:cubicBezTo>
                    <a:pt x="16" y="4"/>
                    <a:pt x="21" y="7"/>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7" name="Freeform 1840">
              <a:extLst>
                <a:ext uri="{FF2B5EF4-FFF2-40B4-BE49-F238E27FC236}">
                  <a16:creationId xmlns:a16="http://schemas.microsoft.com/office/drawing/2014/main" id="{5313EF19-6542-A306-5CE4-DA4E138B0BAE}"/>
                </a:ext>
              </a:extLst>
            </p:cNvPr>
            <p:cNvSpPr>
              <a:spLocks/>
            </p:cNvSpPr>
            <p:nvPr/>
          </p:nvSpPr>
          <p:spPr bwMode="auto">
            <a:xfrm rot="5094805">
              <a:off x="749973" y="1042921"/>
              <a:ext cx="52554" cy="34275"/>
            </a:xfrm>
            <a:custGeom>
              <a:avLst/>
              <a:gdLst>
                <a:gd name="T0" fmla="*/ 21 w 21"/>
                <a:gd name="T1" fmla="*/ 10 h 14"/>
                <a:gd name="T2" fmla="*/ 12 w 21"/>
                <a:gd name="T3" fmla="*/ 13 h 14"/>
                <a:gd name="T4" fmla="*/ 0 w 21"/>
                <a:gd name="T5" fmla="*/ 5 h 14"/>
                <a:gd name="T6" fmla="*/ 10 w 21"/>
                <a:gd name="T7" fmla="*/ 2 h 14"/>
                <a:gd name="T8" fmla="*/ 21 w 21"/>
                <a:gd name="T9" fmla="*/ 10 h 14"/>
              </a:gdLst>
              <a:ahLst/>
              <a:cxnLst>
                <a:cxn ang="0">
                  <a:pos x="T0" y="T1"/>
                </a:cxn>
                <a:cxn ang="0">
                  <a:pos x="T2" y="T3"/>
                </a:cxn>
                <a:cxn ang="0">
                  <a:pos x="T4" y="T5"/>
                </a:cxn>
                <a:cxn ang="0">
                  <a:pos x="T6" y="T7"/>
                </a:cxn>
                <a:cxn ang="0">
                  <a:pos x="T8" y="T9"/>
                </a:cxn>
              </a:cxnLst>
              <a:rect l="0" t="0" r="r" b="b"/>
              <a:pathLst>
                <a:path w="21" h="14">
                  <a:moveTo>
                    <a:pt x="21" y="10"/>
                  </a:moveTo>
                  <a:cubicBezTo>
                    <a:pt x="21" y="13"/>
                    <a:pt x="18" y="14"/>
                    <a:pt x="12" y="13"/>
                  </a:cubicBezTo>
                  <a:cubicBezTo>
                    <a:pt x="6" y="12"/>
                    <a:pt x="0" y="8"/>
                    <a:pt x="0" y="5"/>
                  </a:cubicBezTo>
                  <a:cubicBezTo>
                    <a:pt x="0" y="2"/>
                    <a:pt x="4" y="0"/>
                    <a:pt x="10" y="2"/>
                  </a:cubicBezTo>
                  <a:cubicBezTo>
                    <a:pt x="15" y="3"/>
                    <a:pt x="20" y="6"/>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8" name="Freeform 1841">
              <a:extLst>
                <a:ext uri="{FF2B5EF4-FFF2-40B4-BE49-F238E27FC236}">
                  <a16:creationId xmlns:a16="http://schemas.microsoft.com/office/drawing/2014/main" id="{B27C0226-8EF2-4F63-639E-91985BC2673A}"/>
                </a:ext>
              </a:extLst>
            </p:cNvPr>
            <p:cNvSpPr>
              <a:spLocks/>
            </p:cNvSpPr>
            <p:nvPr/>
          </p:nvSpPr>
          <p:spPr bwMode="auto">
            <a:xfrm rot="5094805">
              <a:off x="767925" y="845083"/>
              <a:ext cx="54839" cy="34275"/>
            </a:xfrm>
            <a:custGeom>
              <a:avLst/>
              <a:gdLst>
                <a:gd name="T0" fmla="*/ 21 w 22"/>
                <a:gd name="T1" fmla="*/ 9 h 14"/>
                <a:gd name="T2" fmla="*/ 12 w 22"/>
                <a:gd name="T3" fmla="*/ 14 h 14"/>
                <a:gd name="T4" fmla="*/ 1 w 22"/>
                <a:gd name="T5" fmla="*/ 5 h 14"/>
                <a:gd name="T6" fmla="*/ 11 w 22"/>
                <a:gd name="T7" fmla="*/ 1 h 14"/>
                <a:gd name="T8" fmla="*/ 21 w 22"/>
                <a:gd name="T9" fmla="*/ 9 h 14"/>
              </a:gdLst>
              <a:ahLst/>
              <a:cxnLst>
                <a:cxn ang="0">
                  <a:pos x="T0" y="T1"/>
                </a:cxn>
                <a:cxn ang="0">
                  <a:pos x="T2" y="T3"/>
                </a:cxn>
                <a:cxn ang="0">
                  <a:pos x="T4" y="T5"/>
                </a:cxn>
                <a:cxn ang="0">
                  <a:pos x="T6" y="T7"/>
                </a:cxn>
                <a:cxn ang="0">
                  <a:pos x="T8" y="T9"/>
                </a:cxn>
              </a:cxnLst>
              <a:rect l="0" t="0" r="r" b="b"/>
              <a:pathLst>
                <a:path w="22" h="14">
                  <a:moveTo>
                    <a:pt x="21" y="9"/>
                  </a:moveTo>
                  <a:cubicBezTo>
                    <a:pt x="22" y="12"/>
                    <a:pt x="18" y="14"/>
                    <a:pt x="12" y="14"/>
                  </a:cubicBezTo>
                  <a:cubicBezTo>
                    <a:pt x="6" y="13"/>
                    <a:pt x="0" y="8"/>
                    <a:pt x="1" y="5"/>
                  </a:cubicBezTo>
                  <a:cubicBezTo>
                    <a:pt x="1" y="1"/>
                    <a:pt x="5" y="0"/>
                    <a:pt x="11" y="1"/>
                  </a:cubicBezTo>
                  <a:cubicBezTo>
                    <a:pt x="16" y="2"/>
                    <a:pt x="21" y="6"/>
                    <a:pt x="2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9" name="Freeform 1842">
              <a:extLst>
                <a:ext uri="{FF2B5EF4-FFF2-40B4-BE49-F238E27FC236}">
                  <a16:creationId xmlns:a16="http://schemas.microsoft.com/office/drawing/2014/main" id="{EBEE60AC-1685-835E-B23F-2A5D4FE5950E}"/>
                </a:ext>
              </a:extLst>
            </p:cNvPr>
            <p:cNvSpPr>
              <a:spLocks/>
            </p:cNvSpPr>
            <p:nvPr/>
          </p:nvSpPr>
          <p:spPr bwMode="auto">
            <a:xfrm rot="5094805">
              <a:off x="774400" y="646079"/>
              <a:ext cx="54839" cy="36560"/>
            </a:xfrm>
            <a:custGeom>
              <a:avLst/>
              <a:gdLst>
                <a:gd name="T0" fmla="*/ 12 w 22"/>
                <a:gd name="T1" fmla="*/ 15 h 15"/>
                <a:gd name="T2" fmla="*/ 1 w 22"/>
                <a:gd name="T3" fmla="*/ 8 h 15"/>
                <a:gd name="T4" fmla="*/ 11 w 22"/>
                <a:gd name="T5" fmla="*/ 1 h 15"/>
                <a:gd name="T6" fmla="*/ 21 w 22"/>
                <a:gd name="T7" fmla="*/ 9 h 15"/>
                <a:gd name="T8" fmla="*/ 12 w 22"/>
                <a:gd name="T9" fmla="*/ 15 h 15"/>
              </a:gdLst>
              <a:ahLst/>
              <a:cxnLst>
                <a:cxn ang="0">
                  <a:pos x="T0" y="T1"/>
                </a:cxn>
                <a:cxn ang="0">
                  <a:pos x="T2" y="T3"/>
                </a:cxn>
                <a:cxn ang="0">
                  <a:pos x="T4" y="T5"/>
                </a:cxn>
                <a:cxn ang="0">
                  <a:pos x="T6" y="T7"/>
                </a:cxn>
                <a:cxn ang="0">
                  <a:pos x="T8" y="T9"/>
                </a:cxn>
              </a:cxnLst>
              <a:rect l="0" t="0" r="r" b="b"/>
              <a:pathLst>
                <a:path w="22" h="15">
                  <a:moveTo>
                    <a:pt x="12" y="15"/>
                  </a:moveTo>
                  <a:cubicBezTo>
                    <a:pt x="7" y="15"/>
                    <a:pt x="2" y="11"/>
                    <a:pt x="1" y="8"/>
                  </a:cubicBezTo>
                  <a:cubicBezTo>
                    <a:pt x="0" y="3"/>
                    <a:pt x="4" y="0"/>
                    <a:pt x="11" y="1"/>
                  </a:cubicBezTo>
                  <a:cubicBezTo>
                    <a:pt x="16" y="2"/>
                    <a:pt x="21" y="5"/>
                    <a:pt x="21" y="9"/>
                  </a:cubicBezTo>
                  <a:cubicBezTo>
                    <a:pt x="22" y="13"/>
                    <a:pt x="18" y="15"/>
                    <a:pt x="1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0" name="Freeform 1843">
              <a:extLst>
                <a:ext uri="{FF2B5EF4-FFF2-40B4-BE49-F238E27FC236}">
                  <a16:creationId xmlns:a16="http://schemas.microsoft.com/office/drawing/2014/main" id="{EAFEB64E-835E-7C49-CD98-7FE4D6B123FE}"/>
                </a:ext>
              </a:extLst>
            </p:cNvPr>
            <p:cNvSpPr>
              <a:spLocks/>
            </p:cNvSpPr>
            <p:nvPr/>
          </p:nvSpPr>
          <p:spPr bwMode="auto">
            <a:xfrm rot="5094805">
              <a:off x="760699" y="453557"/>
              <a:ext cx="52554" cy="36560"/>
            </a:xfrm>
            <a:custGeom>
              <a:avLst/>
              <a:gdLst>
                <a:gd name="T0" fmla="*/ 21 w 21"/>
                <a:gd name="T1" fmla="*/ 7 h 15"/>
                <a:gd name="T2" fmla="*/ 11 w 21"/>
                <a:gd name="T3" fmla="*/ 15 h 15"/>
                <a:gd name="T4" fmla="*/ 0 w 21"/>
                <a:gd name="T5" fmla="*/ 7 h 15"/>
                <a:gd name="T6" fmla="*/ 10 w 21"/>
                <a:gd name="T7" fmla="*/ 0 h 15"/>
                <a:gd name="T8" fmla="*/ 21 w 21"/>
                <a:gd name="T9" fmla="*/ 7 h 15"/>
              </a:gdLst>
              <a:ahLst/>
              <a:cxnLst>
                <a:cxn ang="0">
                  <a:pos x="T0" y="T1"/>
                </a:cxn>
                <a:cxn ang="0">
                  <a:pos x="T2" y="T3"/>
                </a:cxn>
                <a:cxn ang="0">
                  <a:pos x="T4" y="T5"/>
                </a:cxn>
                <a:cxn ang="0">
                  <a:pos x="T6" y="T7"/>
                </a:cxn>
                <a:cxn ang="0">
                  <a:pos x="T8" y="T9"/>
                </a:cxn>
              </a:cxnLst>
              <a:rect l="0" t="0" r="r" b="b"/>
              <a:pathLst>
                <a:path w="21" h="15">
                  <a:moveTo>
                    <a:pt x="21" y="7"/>
                  </a:moveTo>
                  <a:cubicBezTo>
                    <a:pt x="21" y="11"/>
                    <a:pt x="17" y="14"/>
                    <a:pt x="11" y="15"/>
                  </a:cubicBezTo>
                  <a:cubicBezTo>
                    <a:pt x="5" y="15"/>
                    <a:pt x="0" y="11"/>
                    <a:pt x="0" y="7"/>
                  </a:cubicBezTo>
                  <a:cubicBezTo>
                    <a:pt x="0" y="3"/>
                    <a:pt x="4" y="0"/>
                    <a:pt x="10" y="0"/>
                  </a:cubicBezTo>
                  <a:cubicBezTo>
                    <a:pt x="16" y="0"/>
                    <a:pt x="20" y="3"/>
                    <a:pt x="2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1" name="Freeform 1844">
              <a:extLst>
                <a:ext uri="{FF2B5EF4-FFF2-40B4-BE49-F238E27FC236}">
                  <a16:creationId xmlns:a16="http://schemas.microsoft.com/office/drawing/2014/main" id="{A907F96F-8207-8273-F14D-ACE08E0D00BD}"/>
                </a:ext>
              </a:extLst>
            </p:cNvPr>
            <p:cNvSpPr>
              <a:spLocks/>
            </p:cNvSpPr>
            <p:nvPr/>
          </p:nvSpPr>
          <p:spPr bwMode="auto">
            <a:xfrm rot="5094805">
              <a:off x="725368" y="259328"/>
              <a:ext cx="54839" cy="43415"/>
            </a:xfrm>
            <a:custGeom>
              <a:avLst/>
              <a:gdLst>
                <a:gd name="T0" fmla="*/ 21 w 22"/>
                <a:gd name="T1" fmla="*/ 7 h 17"/>
                <a:gd name="T2" fmla="*/ 13 w 22"/>
                <a:gd name="T3" fmla="*/ 16 h 17"/>
                <a:gd name="T4" fmla="*/ 1 w 22"/>
                <a:gd name="T5" fmla="*/ 10 h 17"/>
                <a:gd name="T6" fmla="*/ 10 w 22"/>
                <a:gd name="T7" fmla="*/ 1 h 17"/>
                <a:gd name="T8" fmla="*/ 21 w 22"/>
                <a:gd name="T9" fmla="*/ 7 h 17"/>
              </a:gdLst>
              <a:ahLst/>
              <a:cxnLst>
                <a:cxn ang="0">
                  <a:pos x="T0" y="T1"/>
                </a:cxn>
                <a:cxn ang="0">
                  <a:pos x="T2" y="T3"/>
                </a:cxn>
                <a:cxn ang="0">
                  <a:pos x="T4" y="T5"/>
                </a:cxn>
                <a:cxn ang="0">
                  <a:pos x="T6" y="T7"/>
                </a:cxn>
                <a:cxn ang="0">
                  <a:pos x="T8" y="T9"/>
                </a:cxn>
              </a:cxnLst>
              <a:rect l="0" t="0" r="r" b="b"/>
              <a:pathLst>
                <a:path w="22" h="17">
                  <a:moveTo>
                    <a:pt x="21" y="7"/>
                  </a:moveTo>
                  <a:cubicBezTo>
                    <a:pt x="22" y="11"/>
                    <a:pt x="18" y="15"/>
                    <a:pt x="13" y="16"/>
                  </a:cubicBezTo>
                  <a:cubicBezTo>
                    <a:pt x="7" y="17"/>
                    <a:pt x="1" y="14"/>
                    <a:pt x="1" y="10"/>
                  </a:cubicBezTo>
                  <a:cubicBezTo>
                    <a:pt x="0" y="6"/>
                    <a:pt x="4" y="2"/>
                    <a:pt x="10" y="1"/>
                  </a:cubicBezTo>
                  <a:cubicBezTo>
                    <a:pt x="15" y="0"/>
                    <a:pt x="20" y="3"/>
                    <a:pt x="2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2" name="Freeform 1845">
              <a:extLst>
                <a:ext uri="{FF2B5EF4-FFF2-40B4-BE49-F238E27FC236}">
                  <a16:creationId xmlns:a16="http://schemas.microsoft.com/office/drawing/2014/main" id="{DABD2A90-ED82-F57A-E1C4-DBC19A390F5D}"/>
                </a:ext>
              </a:extLst>
            </p:cNvPr>
            <p:cNvSpPr>
              <a:spLocks/>
            </p:cNvSpPr>
            <p:nvPr/>
          </p:nvSpPr>
          <p:spPr bwMode="auto">
            <a:xfrm rot="5094805">
              <a:off x="666149" y="70858"/>
              <a:ext cx="52554" cy="43415"/>
            </a:xfrm>
            <a:custGeom>
              <a:avLst/>
              <a:gdLst>
                <a:gd name="T0" fmla="*/ 21 w 22"/>
                <a:gd name="T1" fmla="*/ 6 h 18"/>
                <a:gd name="T2" fmla="*/ 13 w 22"/>
                <a:gd name="T3" fmla="*/ 16 h 18"/>
                <a:gd name="T4" fmla="*/ 1 w 22"/>
                <a:gd name="T5" fmla="*/ 12 h 18"/>
                <a:gd name="T6" fmla="*/ 10 w 22"/>
                <a:gd name="T7" fmla="*/ 1 h 18"/>
                <a:gd name="T8" fmla="*/ 21 w 22"/>
                <a:gd name="T9" fmla="*/ 6 h 18"/>
              </a:gdLst>
              <a:ahLst/>
              <a:cxnLst>
                <a:cxn ang="0">
                  <a:pos x="T0" y="T1"/>
                </a:cxn>
                <a:cxn ang="0">
                  <a:pos x="T2" y="T3"/>
                </a:cxn>
                <a:cxn ang="0">
                  <a:pos x="T4" y="T5"/>
                </a:cxn>
                <a:cxn ang="0">
                  <a:pos x="T6" y="T7"/>
                </a:cxn>
                <a:cxn ang="0">
                  <a:pos x="T8" y="T9"/>
                </a:cxn>
              </a:cxnLst>
              <a:rect l="0" t="0" r="r" b="b"/>
              <a:pathLst>
                <a:path w="22" h="18">
                  <a:moveTo>
                    <a:pt x="21" y="6"/>
                  </a:moveTo>
                  <a:cubicBezTo>
                    <a:pt x="22" y="10"/>
                    <a:pt x="18" y="14"/>
                    <a:pt x="13" y="16"/>
                  </a:cubicBezTo>
                  <a:cubicBezTo>
                    <a:pt x="7" y="18"/>
                    <a:pt x="1" y="16"/>
                    <a:pt x="1" y="12"/>
                  </a:cubicBezTo>
                  <a:cubicBezTo>
                    <a:pt x="0" y="8"/>
                    <a:pt x="4" y="3"/>
                    <a:pt x="10" y="1"/>
                  </a:cubicBezTo>
                  <a:cubicBezTo>
                    <a:pt x="15" y="0"/>
                    <a:pt x="20" y="2"/>
                    <a:pt x="2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3" name="Freeform 1866">
              <a:extLst>
                <a:ext uri="{FF2B5EF4-FFF2-40B4-BE49-F238E27FC236}">
                  <a16:creationId xmlns:a16="http://schemas.microsoft.com/office/drawing/2014/main" id="{94E339DC-9503-6D4C-099C-51B4F2686551}"/>
                </a:ext>
              </a:extLst>
            </p:cNvPr>
            <p:cNvSpPr>
              <a:spLocks/>
            </p:cNvSpPr>
            <p:nvPr/>
          </p:nvSpPr>
          <p:spPr bwMode="auto">
            <a:xfrm rot="5094805">
              <a:off x="1370357" y="4307212"/>
              <a:ext cx="50269" cy="22850"/>
            </a:xfrm>
            <a:custGeom>
              <a:avLst/>
              <a:gdLst>
                <a:gd name="T0" fmla="*/ 11 w 21"/>
                <a:gd name="T1" fmla="*/ 5 h 10"/>
                <a:gd name="T2" fmla="*/ 0 w 21"/>
                <a:gd name="T3" fmla="*/ 10 h 10"/>
                <a:gd name="T4" fmla="*/ 9 w 21"/>
                <a:gd name="T5" fmla="*/ 5 h 10"/>
                <a:gd name="T6" fmla="*/ 21 w 21"/>
                <a:gd name="T7" fmla="*/ 0 h 10"/>
                <a:gd name="T8" fmla="*/ 11 w 21"/>
                <a:gd name="T9" fmla="*/ 5 h 10"/>
              </a:gdLst>
              <a:ahLst/>
              <a:cxnLst>
                <a:cxn ang="0">
                  <a:pos x="T0" y="T1"/>
                </a:cxn>
                <a:cxn ang="0">
                  <a:pos x="T2" y="T3"/>
                </a:cxn>
                <a:cxn ang="0">
                  <a:pos x="T4" y="T5"/>
                </a:cxn>
                <a:cxn ang="0">
                  <a:pos x="T6" y="T7"/>
                </a:cxn>
                <a:cxn ang="0">
                  <a:pos x="T8" y="T9"/>
                </a:cxn>
              </a:cxnLst>
              <a:rect l="0" t="0" r="r" b="b"/>
              <a:pathLst>
                <a:path w="21" h="10">
                  <a:moveTo>
                    <a:pt x="11" y="5"/>
                  </a:moveTo>
                  <a:cubicBezTo>
                    <a:pt x="5" y="8"/>
                    <a:pt x="0" y="10"/>
                    <a:pt x="0" y="10"/>
                  </a:cubicBezTo>
                  <a:cubicBezTo>
                    <a:pt x="0" y="10"/>
                    <a:pt x="4" y="7"/>
                    <a:pt x="9" y="5"/>
                  </a:cubicBezTo>
                  <a:cubicBezTo>
                    <a:pt x="15" y="2"/>
                    <a:pt x="21" y="0"/>
                    <a:pt x="21" y="0"/>
                  </a:cubicBezTo>
                  <a:cubicBezTo>
                    <a:pt x="20" y="0"/>
                    <a:pt x="16" y="2"/>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4" name="Freeform 1867">
              <a:extLst>
                <a:ext uri="{FF2B5EF4-FFF2-40B4-BE49-F238E27FC236}">
                  <a16:creationId xmlns:a16="http://schemas.microsoft.com/office/drawing/2014/main" id="{AF2F280C-B1E4-9D7A-2B49-6E21FF128FF9}"/>
                </a:ext>
              </a:extLst>
            </p:cNvPr>
            <p:cNvSpPr>
              <a:spLocks/>
            </p:cNvSpPr>
            <p:nvPr/>
          </p:nvSpPr>
          <p:spPr bwMode="auto">
            <a:xfrm rot="5094805">
              <a:off x="1476032" y="4490396"/>
              <a:ext cx="52554" cy="20565"/>
            </a:xfrm>
            <a:custGeom>
              <a:avLst/>
              <a:gdLst>
                <a:gd name="T0" fmla="*/ 12 w 21"/>
                <a:gd name="T1" fmla="*/ 5 h 9"/>
                <a:gd name="T2" fmla="*/ 1 w 21"/>
                <a:gd name="T3" fmla="*/ 9 h 9"/>
                <a:gd name="T4" fmla="*/ 10 w 21"/>
                <a:gd name="T5" fmla="*/ 5 h 9"/>
                <a:gd name="T6" fmla="*/ 21 w 21"/>
                <a:gd name="T7" fmla="*/ 0 h 9"/>
                <a:gd name="T8" fmla="*/ 12 w 21"/>
                <a:gd name="T9" fmla="*/ 5 h 9"/>
              </a:gdLst>
              <a:ahLst/>
              <a:cxnLst>
                <a:cxn ang="0">
                  <a:pos x="T0" y="T1"/>
                </a:cxn>
                <a:cxn ang="0">
                  <a:pos x="T2" y="T3"/>
                </a:cxn>
                <a:cxn ang="0">
                  <a:pos x="T4" y="T5"/>
                </a:cxn>
                <a:cxn ang="0">
                  <a:pos x="T6" y="T7"/>
                </a:cxn>
                <a:cxn ang="0">
                  <a:pos x="T8" y="T9"/>
                </a:cxn>
              </a:cxnLst>
              <a:rect l="0" t="0" r="r" b="b"/>
              <a:pathLst>
                <a:path w="21" h="9">
                  <a:moveTo>
                    <a:pt x="12" y="5"/>
                  </a:moveTo>
                  <a:cubicBezTo>
                    <a:pt x="6" y="7"/>
                    <a:pt x="1" y="9"/>
                    <a:pt x="1" y="9"/>
                  </a:cubicBezTo>
                  <a:cubicBezTo>
                    <a:pt x="0" y="9"/>
                    <a:pt x="4" y="7"/>
                    <a:pt x="10" y="5"/>
                  </a:cubicBezTo>
                  <a:cubicBezTo>
                    <a:pt x="16" y="2"/>
                    <a:pt x="21" y="0"/>
                    <a:pt x="21" y="0"/>
                  </a:cubicBezTo>
                  <a:cubicBezTo>
                    <a:pt x="21" y="0"/>
                    <a:pt x="17"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5" name="Freeform 1868">
              <a:extLst>
                <a:ext uri="{FF2B5EF4-FFF2-40B4-BE49-F238E27FC236}">
                  <a16:creationId xmlns:a16="http://schemas.microsoft.com/office/drawing/2014/main" id="{203DC598-C338-5910-34A2-B05A8E2E7A6C}"/>
                </a:ext>
              </a:extLst>
            </p:cNvPr>
            <p:cNvSpPr>
              <a:spLocks/>
            </p:cNvSpPr>
            <p:nvPr/>
          </p:nvSpPr>
          <p:spPr bwMode="auto">
            <a:xfrm rot="5094805">
              <a:off x="1578293" y="4670457"/>
              <a:ext cx="54839" cy="25135"/>
            </a:xfrm>
            <a:custGeom>
              <a:avLst/>
              <a:gdLst>
                <a:gd name="T0" fmla="*/ 13 w 22"/>
                <a:gd name="T1" fmla="*/ 5 h 10"/>
                <a:gd name="T2" fmla="*/ 1 w 22"/>
                <a:gd name="T3" fmla="*/ 10 h 10"/>
                <a:gd name="T4" fmla="*/ 9 w 22"/>
                <a:gd name="T5" fmla="*/ 6 h 10"/>
                <a:gd name="T6" fmla="*/ 22 w 22"/>
                <a:gd name="T7" fmla="*/ 1 h 10"/>
                <a:gd name="T8" fmla="*/ 13 w 22"/>
                <a:gd name="T9" fmla="*/ 5 h 10"/>
              </a:gdLst>
              <a:ahLst/>
              <a:cxnLst>
                <a:cxn ang="0">
                  <a:pos x="T0" y="T1"/>
                </a:cxn>
                <a:cxn ang="0">
                  <a:pos x="T2" y="T3"/>
                </a:cxn>
                <a:cxn ang="0">
                  <a:pos x="T4" y="T5"/>
                </a:cxn>
                <a:cxn ang="0">
                  <a:pos x="T6" y="T7"/>
                </a:cxn>
                <a:cxn ang="0">
                  <a:pos x="T8" y="T9"/>
                </a:cxn>
              </a:cxnLst>
              <a:rect l="0" t="0" r="r" b="b"/>
              <a:pathLst>
                <a:path w="22" h="10">
                  <a:moveTo>
                    <a:pt x="13" y="5"/>
                  </a:moveTo>
                  <a:cubicBezTo>
                    <a:pt x="8" y="7"/>
                    <a:pt x="3" y="9"/>
                    <a:pt x="1" y="10"/>
                  </a:cubicBezTo>
                  <a:cubicBezTo>
                    <a:pt x="0" y="10"/>
                    <a:pt x="4" y="8"/>
                    <a:pt x="9" y="6"/>
                  </a:cubicBezTo>
                  <a:cubicBezTo>
                    <a:pt x="16" y="3"/>
                    <a:pt x="21" y="1"/>
                    <a:pt x="22" y="1"/>
                  </a:cubicBezTo>
                  <a:cubicBezTo>
                    <a:pt x="22" y="0"/>
                    <a:pt x="18" y="2"/>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6" name="Freeform 1869">
              <a:extLst>
                <a:ext uri="{FF2B5EF4-FFF2-40B4-BE49-F238E27FC236}">
                  <a16:creationId xmlns:a16="http://schemas.microsoft.com/office/drawing/2014/main" id="{C361DAA4-64A5-CED3-737E-CF99F03A6545}"/>
                </a:ext>
              </a:extLst>
            </p:cNvPr>
            <p:cNvSpPr>
              <a:spLocks/>
            </p:cNvSpPr>
            <p:nvPr/>
          </p:nvSpPr>
          <p:spPr bwMode="auto">
            <a:xfrm rot="5094805">
              <a:off x="1682009" y="4858704"/>
              <a:ext cx="50269" cy="20565"/>
            </a:xfrm>
            <a:custGeom>
              <a:avLst/>
              <a:gdLst>
                <a:gd name="T0" fmla="*/ 20 w 21"/>
                <a:gd name="T1" fmla="*/ 0 h 8"/>
                <a:gd name="T2" fmla="*/ 11 w 21"/>
                <a:gd name="T3" fmla="*/ 4 h 8"/>
                <a:gd name="T4" fmla="*/ 0 w 21"/>
                <a:gd name="T5" fmla="*/ 8 h 8"/>
                <a:gd name="T6" fmla="*/ 10 w 21"/>
                <a:gd name="T7" fmla="*/ 4 h 8"/>
                <a:gd name="T8" fmla="*/ 20 w 21"/>
                <a:gd name="T9" fmla="*/ 0 h 8"/>
              </a:gdLst>
              <a:ahLst/>
              <a:cxnLst>
                <a:cxn ang="0">
                  <a:pos x="T0" y="T1"/>
                </a:cxn>
                <a:cxn ang="0">
                  <a:pos x="T2" y="T3"/>
                </a:cxn>
                <a:cxn ang="0">
                  <a:pos x="T4" y="T5"/>
                </a:cxn>
                <a:cxn ang="0">
                  <a:pos x="T6" y="T7"/>
                </a:cxn>
                <a:cxn ang="0">
                  <a:pos x="T8" y="T9"/>
                </a:cxn>
              </a:cxnLst>
              <a:rect l="0" t="0" r="r" b="b"/>
              <a:pathLst>
                <a:path w="21" h="8">
                  <a:moveTo>
                    <a:pt x="20" y="0"/>
                  </a:moveTo>
                  <a:cubicBezTo>
                    <a:pt x="21" y="0"/>
                    <a:pt x="17" y="1"/>
                    <a:pt x="11" y="4"/>
                  </a:cubicBezTo>
                  <a:cubicBezTo>
                    <a:pt x="5" y="6"/>
                    <a:pt x="0" y="8"/>
                    <a:pt x="0" y="8"/>
                  </a:cubicBezTo>
                  <a:cubicBezTo>
                    <a:pt x="0" y="8"/>
                    <a:pt x="5" y="6"/>
                    <a:pt x="10" y="4"/>
                  </a:cubicBezTo>
                  <a:cubicBezTo>
                    <a:pt x="15" y="1"/>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7" name="Freeform 1870">
              <a:extLst>
                <a:ext uri="{FF2B5EF4-FFF2-40B4-BE49-F238E27FC236}">
                  <a16:creationId xmlns:a16="http://schemas.microsoft.com/office/drawing/2014/main" id="{8ED7A9DA-9BBF-1437-5C08-875E072F0386}"/>
                </a:ext>
              </a:extLst>
            </p:cNvPr>
            <p:cNvSpPr>
              <a:spLocks/>
            </p:cNvSpPr>
            <p:nvPr/>
          </p:nvSpPr>
          <p:spPr bwMode="auto">
            <a:xfrm rot="5094805">
              <a:off x="1776304" y="5042902"/>
              <a:ext cx="52554" cy="18280"/>
            </a:xfrm>
            <a:custGeom>
              <a:avLst/>
              <a:gdLst>
                <a:gd name="T0" fmla="*/ 12 w 22"/>
                <a:gd name="T1" fmla="*/ 4 h 8"/>
                <a:gd name="T2" fmla="*/ 1 w 22"/>
                <a:gd name="T3" fmla="*/ 8 h 8"/>
                <a:gd name="T4" fmla="*/ 11 w 22"/>
                <a:gd name="T5" fmla="*/ 3 h 8"/>
                <a:gd name="T6" fmla="*/ 21 w 22"/>
                <a:gd name="T7" fmla="*/ 0 h 8"/>
                <a:gd name="T8" fmla="*/ 12 w 22"/>
                <a:gd name="T9" fmla="*/ 4 h 8"/>
              </a:gdLst>
              <a:ahLst/>
              <a:cxnLst>
                <a:cxn ang="0">
                  <a:pos x="T0" y="T1"/>
                </a:cxn>
                <a:cxn ang="0">
                  <a:pos x="T2" y="T3"/>
                </a:cxn>
                <a:cxn ang="0">
                  <a:pos x="T4" y="T5"/>
                </a:cxn>
                <a:cxn ang="0">
                  <a:pos x="T6" y="T7"/>
                </a:cxn>
                <a:cxn ang="0">
                  <a:pos x="T8" y="T9"/>
                </a:cxn>
              </a:cxnLst>
              <a:rect l="0" t="0" r="r" b="b"/>
              <a:pathLst>
                <a:path w="22" h="8">
                  <a:moveTo>
                    <a:pt x="12" y="4"/>
                  </a:moveTo>
                  <a:cubicBezTo>
                    <a:pt x="7" y="6"/>
                    <a:pt x="2" y="8"/>
                    <a:pt x="1" y="8"/>
                  </a:cubicBezTo>
                  <a:cubicBezTo>
                    <a:pt x="0" y="8"/>
                    <a:pt x="5" y="6"/>
                    <a:pt x="11" y="3"/>
                  </a:cubicBezTo>
                  <a:cubicBezTo>
                    <a:pt x="16" y="1"/>
                    <a:pt x="21" y="0"/>
                    <a:pt x="21" y="0"/>
                  </a:cubicBezTo>
                  <a:cubicBezTo>
                    <a:pt x="22" y="0"/>
                    <a:pt x="17" y="1"/>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8" name="Freeform 1871">
              <a:extLst>
                <a:ext uri="{FF2B5EF4-FFF2-40B4-BE49-F238E27FC236}">
                  <a16:creationId xmlns:a16="http://schemas.microsoft.com/office/drawing/2014/main" id="{34B53EF9-002F-2DFB-3C16-D4E633D443B3}"/>
                </a:ext>
              </a:extLst>
            </p:cNvPr>
            <p:cNvSpPr>
              <a:spLocks/>
            </p:cNvSpPr>
            <p:nvPr/>
          </p:nvSpPr>
          <p:spPr bwMode="auto">
            <a:xfrm rot="5094805">
              <a:off x="1866249" y="5227495"/>
              <a:ext cx="54839" cy="20565"/>
            </a:xfrm>
            <a:custGeom>
              <a:avLst/>
              <a:gdLst>
                <a:gd name="T0" fmla="*/ 10 w 22"/>
                <a:gd name="T1" fmla="*/ 4 h 8"/>
                <a:gd name="T2" fmla="*/ 21 w 22"/>
                <a:gd name="T3" fmla="*/ 1 h 8"/>
                <a:gd name="T4" fmla="*/ 12 w 22"/>
                <a:gd name="T5" fmla="*/ 4 h 8"/>
                <a:gd name="T6" fmla="*/ 1 w 22"/>
                <a:gd name="T7" fmla="*/ 8 h 8"/>
                <a:gd name="T8" fmla="*/ 10 w 22"/>
                <a:gd name="T9" fmla="*/ 4 h 8"/>
              </a:gdLst>
              <a:ahLst/>
              <a:cxnLst>
                <a:cxn ang="0">
                  <a:pos x="T0" y="T1"/>
                </a:cxn>
                <a:cxn ang="0">
                  <a:pos x="T2" y="T3"/>
                </a:cxn>
                <a:cxn ang="0">
                  <a:pos x="T4" y="T5"/>
                </a:cxn>
                <a:cxn ang="0">
                  <a:pos x="T6" y="T7"/>
                </a:cxn>
                <a:cxn ang="0">
                  <a:pos x="T8" y="T9"/>
                </a:cxn>
              </a:cxnLst>
              <a:rect l="0" t="0" r="r" b="b"/>
              <a:pathLst>
                <a:path w="22" h="8">
                  <a:moveTo>
                    <a:pt x="10" y="4"/>
                  </a:moveTo>
                  <a:cubicBezTo>
                    <a:pt x="15" y="2"/>
                    <a:pt x="20" y="1"/>
                    <a:pt x="21" y="1"/>
                  </a:cubicBezTo>
                  <a:cubicBezTo>
                    <a:pt x="22" y="0"/>
                    <a:pt x="18" y="2"/>
                    <a:pt x="12" y="4"/>
                  </a:cubicBezTo>
                  <a:cubicBezTo>
                    <a:pt x="6" y="6"/>
                    <a:pt x="1" y="8"/>
                    <a:pt x="1" y="8"/>
                  </a:cubicBezTo>
                  <a:cubicBezTo>
                    <a:pt x="0" y="8"/>
                    <a:pt x="4"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9" name="Freeform 1872">
              <a:extLst>
                <a:ext uri="{FF2B5EF4-FFF2-40B4-BE49-F238E27FC236}">
                  <a16:creationId xmlns:a16="http://schemas.microsoft.com/office/drawing/2014/main" id="{C1BE95A5-A9F0-6F9B-C480-5500F5B8ADF6}"/>
                </a:ext>
              </a:extLst>
            </p:cNvPr>
            <p:cNvSpPr>
              <a:spLocks/>
            </p:cNvSpPr>
            <p:nvPr/>
          </p:nvSpPr>
          <p:spPr bwMode="auto">
            <a:xfrm rot="5094805">
              <a:off x="1948238" y="5416428"/>
              <a:ext cx="52554" cy="15995"/>
            </a:xfrm>
            <a:custGeom>
              <a:avLst/>
              <a:gdLst>
                <a:gd name="T0" fmla="*/ 20 w 21"/>
                <a:gd name="T1" fmla="*/ 0 h 6"/>
                <a:gd name="T2" fmla="*/ 12 w 21"/>
                <a:gd name="T3" fmla="*/ 3 h 6"/>
                <a:gd name="T4" fmla="*/ 0 w 21"/>
                <a:gd name="T5" fmla="*/ 6 h 6"/>
                <a:gd name="T6" fmla="*/ 9 w 21"/>
                <a:gd name="T7" fmla="*/ 3 h 6"/>
                <a:gd name="T8" fmla="*/ 20 w 21"/>
                <a:gd name="T9" fmla="*/ 0 h 6"/>
              </a:gdLst>
              <a:ahLst/>
              <a:cxnLst>
                <a:cxn ang="0">
                  <a:pos x="T0" y="T1"/>
                </a:cxn>
                <a:cxn ang="0">
                  <a:pos x="T2" y="T3"/>
                </a:cxn>
                <a:cxn ang="0">
                  <a:pos x="T4" y="T5"/>
                </a:cxn>
                <a:cxn ang="0">
                  <a:pos x="T6" y="T7"/>
                </a:cxn>
                <a:cxn ang="0">
                  <a:pos x="T8" y="T9"/>
                </a:cxn>
              </a:cxnLst>
              <a:rect l="0" t="0" r="r" b="b"/>
              <a:pathLst>
                <a:path w="21" h="6">
                  <a:moveTo>
                    <a:pt x="20" y="0"/>
                  </a:moveTo>
                  <a:cubicBezTo>
                    <a:pt x="21" y="0"/>
                    <a:pt x="17" y="1"/>
                    <a:pt x="12" y="3"/>
                  </a:cubicBezTo>
                  <a:cubicBezTo>
                    <a:pt x="6" y="4"/>
                    <a:pt x="0" y="6"/>
                    <a:pt x="0" y="6"/>
                  </a:cubicBezTo>
                  <a:cubicBezTo>
                    <a:pt x="0" y="6"/>
                    <a:pt x="4" y="5"/>
                    <a:pt x="9" y="3"/>
                  </a:cubicBezTo>
                  <a:cubicBezTo>
                    <a:pt x="15" y="1"/>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0" name="Freeform 1873">
              <a:extLst>
                <a:ext uri="{FF2B5EF4-FFF2-40B4-BE49-F238E27FC236}">
                  <a16:creationId xmlns:a16="http://schemas.microsoft.com/office/drawing/2014/main" id="{611A9409-2D7F-766B-7F4C-EC64567EC046}"/>
                </a:ext>
              </a:extLst>
            </p:cNvPr>
            <p:cNvSpPr>
              <a:spLocks/>
            </p:cNvSpPr>
            <p:nvPr/>
          </p:nvSpPr>
          <p:spPr bwMode="auto">
            <a:xfrm rot="5094805">
              <a:off x="2021123" y="5603886"/>
              <a:ext cx="50269" cy="15995"/>
            </a:xfrm>
            <a:custGeom>
              <a:avLst/>
              <a:gdLst>
                <a:gd name="T0" fmla="*/ 10 w 21"/>
                <a:gd name="T1" fmla="*/ 3 h 6"/>
                <a:gd name="T2" fmla="*/ 21 w 21"/>
                <a:gd name="T3" fmla="*/ 0 h 6"/>
                <a:gd name="T4" fmla="*/ 12 w 21"/>
                <a:gd name="T5" fmla="*/ 3 h 6"/>
                <a:gd name="T6" fmla="*/ 0 w 21"/>
                <a:gd name="T7" fmla="*/ 5 h 6"/>
                <a:gd name="T8" fmla="*/ 10 w 21"/>
                <a:gd name="T9" fmla="*/ 3 h 6"/>
              </a:gdLst>
              <a:ahLst/>
              <a:cxnLst>
                <a:cxn ang="0">
                  <a:pos x="T0" y="T1"/>
                </a:cxn>
                <a:cxn ang="0">
                  <a:pos x="T2" y="T3"/>
                </a:cxn>
                <a:cxn ang="0">
                  <a:pos x="T4" y="T5"/>
                </a:cxn>
                <a:cxn ang="0">
                  <a:pos x="T6" y="T7"/>
                </a:cxn>
                <a:cxn ang="0">
                  <a:pos x="T8" y="T9"/>
                </a:cxn>
              </a:cxnLst>
              <a:rect l="0" t="0" r="r" b="b"/>
              <a:pathLst>
                <a:path w="21" h="6">
                  <a:moveTo>
                    <a:pt x="10" y="3"/>
                  </a:moveTo>
                  <a:cubicBezTo>
                    <a:pt x="15" y="1"/>
                    <a:pt x="20" y="0"/>
                    <a:pt x="21" y="0"/>
                  </a:cubicBezTo>
                  <a:cubicBezTo>
                    <a:pt x="21" y="0"/>
                    <a:pt x="17" y="1"/>
                    <a:pt x="12" y="3"/>
                  </a:cubicBezTo>
                  <a:cubicBezTo>
                    <a:pt x="6" y="4"/>
                    <a:pt x="0" y="6"/>
                    <a:pt x="0" y="5"/>
                  </a:cubicBezTo>
                  <a:cubicBezTo>
                    <a:pt x="0" y="5"/>
                    <a:pt x="4" y="4"/>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1" name="Freeform 1874">
              <a:extLst>
                <a:ext uri="{FF2B5EF4-FFF2-40B4-BE49-F238E27FC236}">
                  <a16:creationId xmlns:a16="http://schemas.microsoft.com/office/drawing/2014/main" id="{0D4F589A-D11B-C398-E4AF-51B11CC624DC}"/>
                </a:ext>
              </a:extLst>
            </p:cNvPr>
            <p:cNvSpPr>
              <a:spLocks/>
            </p:cNvSpPr>
            <p:nvPr/>
          </p:nvSpPr>
          <p:spPr bwMode="auto">
            <a:xfrm rot="5094805">
              <a:off x="2081480" y="5795683"/>
              <a:ext cx="52554" cy="9140"/>
            </a:xfrm>
            <a:custGeom>
              <a:avLst/>
              <a:gdLst>
                <a:gd name="T0" fmla="*/ 21 w 21"/>
                <a:gd name="T1" fmla="*/ 0 h 4"/>
                <a:gd name="T2" fmla="*/ 12 w 21"/>
                <a:gd name="T3" fmla="*/ 2 h 4"/>
                <a:gd name="T4" fmla="*/ 0 w 21"/>
                <a:gd name="T5" fmla="*/ 4 h 4"/>
                <a:gd name="T6" fmla="*/ 10 w 21"/>
                <a:gd name="T7" fmla="*/ 2 h 4"/>
                <a:gd name="T8" fmla="*/ 21 w 21"/>
                <a:gd name="T9" fmla="*/ 0 h 4"/>
              </a:gdLst>
              <a:ahLst/>
              <a:cxnLst>
                <a:cxn ang="0">
                  <a:pos x="T0" y="T1"/>
                </a:cxn>
                <a:cxn ang="0">
                  <a:pos x="T2" y="T3"/>
                </a:cxn>
                <a:cxn ang="0">
                  <a:pos x="T4" y="T5"/>
                </a:cxn>
                <a:cxn ang="0">
                  <a:pos x="T6" y="T7"/>
                </a:cxn>
                <a:cxn ang="0">
                  <a:pos x="T8" y="T9"/>
                </a:cxn>
              </a:cxnLst>
              <a:rect l="0" t="0" r="r" b="b"/>
              <a:pathLst>
                <a:path w="21" h="4">
                  <a:moveTo>
                    <a:pt x="21" y="0"/>
                  </a:moveTo>
                  <a:cubicBezTo>
                    <a:pt x="21" y="0"/>
                    <a:pt x="17" y="1"/>
                    <a:pt x="12" y="2"/>
                  </a:cubicBezTo>
                  <a:cubicBezTo>
                    <a:pt x="6" y="3"/>
                    <a:pt x="0" y="4"/>
                    <a:pt x="0" y="4"/>
                  </a:cubicBezTo>
                  <a:cubicBezTo>
                    <a:pt x="0" y="4"/>
                    <a:pt x="5" y="3"/>
                    <a:pt x="10" y="2"/>
                  </a:cubicBezTo>
                  <a:cubicBezTo>
                    <a:pt x="16" y="1"/>
                    <a:pt x="20"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2" name="Freeform 1875">
              <a:extLst>
                <a:ext uri="{FF2B5EF4-FFF2-40B4-BE49-F238E27FC236}">
                  <a16:creationId xmlns:a16="http://schemas.microsoft.com/office/drawing/2014/main" id="{E9FC5E15-49D6-788F-A90D-8652FB501ECC}"/>
                </a:ext>
              </a:extLst>
            </p:cNvPr>
            <p:cNvSpPr>
              <a:spLocks/>
            </p:cNvSpPr>
            <p:nvPr/>
          </p:nvSpPr>
          <p:spPr bwMode="auto">
            <a:xfrm rot="5094805">
              <a:off x="2128288" y="5988792"/>
              <a:ext cx="52554" cy="4570"/>
            </a:xfrm>
            <a:custGeom>
              <a:avLst/>
              <a:gdLst>
                <a:gd name="T0" fmla="*/ 21 w 21"/>
                <a:gd name="T1" fmla="*/ 0 h 2"/>
                <a:gd name="T2" fmla="*/ 12 w 21"/>
                <a:gd name="T3" fmla="*/ 1 h 2"/>
                <a:gd name="T4" fmla="*/ 0 w 21"/>
                <a:gd name="T5" fmla="*/ 2 h 2"/>
                <a:gd name="T6" fmla="*/ 10 w 21"/>
                <a:gd name="T7" fmla="*/ 1 h 2"/>
                <a:gd name="T8" fmla="*/ 21 w 21"/>
                <a:gd name="T9" fmla="*/ 0 h 2"/>
              </a:gdLst>
              <a:ahLst/>
              <a:cxnLst>
                <a:cxn ang="0">
                  <a:pos x="T0" y="T1"/>
                </a:cxn>
                <a:cxn ang="0">
                  <a:pos x="T2" y="T3"/>
                </a:cxn>
                <a:cxn ang="0">
                  <a:pos x="T4" y="T5"/>
                </a:cxn>
                <a:cxn ang="0">
                  <a:pos x="T6" y="T7"/>
                </a:cxn>
                <a:cxn ang="0">
                  <a:pos x="T8" y="T9"/>
                </a:cxn>
              </a:cxnLst>
              <a:rect l="0" t="0" r="r" b="b"/>
              <a:pathLst>
                <a:path w="21" h="2">
                  <a:moveTo>
                    <a:pt x="21" y="0"/>
                  </a:moveTo>
                  <a:cubicBezTo>
                    <a:pt x="21" y="0"/>
                    <a:pt x="17" y="0"/>
                    <a:pt x="12" y="1"/>
                  </a:cubicBezTo>
                  <a:cubicBezTo>
                    <a:pt x="6" y="2"/>
                    <a:pt x="0" y="2"/>
                    <a:pt x="0" y="2"/>
                  </a:cubicBezTo>
                  <a:cubicBezTo>
                    <a:pt x="0" y="2"/>
                    <a:pt x="4" y="1"/>
                    <a:pt x="10" y="1"/>
                  </a:cubicBezTo>
                  <a:cubicBezTo>
                    <a:pt x="15" y="0"/>
                    <a:pt x="20"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3" name="Freeform 1876">
              <a:extLst>
                <a:ext uri="{FF2B5EF4-FFF2-40B4-BE49-F238E27FC236}">
                  <a16:creationId xmlns:a16="http://schemas.microsoft.com/office/drawing/2014/main" id="{9E95D695-391D-E3DF-9459-9BC190E6EED3}"/>
                </a:ext>
              </a:extLst>
            </p:cNvPr>
            <p:cNvSpPr>
              <a:spLocks/>
            </p:cNvSpPr>
            <p:nvPr/>
          </p:nvSpPr>
          <p:spPr bwMode="auto">
            <a:xfrm rot="5094805">
              <a:off x="2162684" y="6181970"/>
              <a:ext cx="50269" cy="4570"/>
            </a:xfrm>
            <a:custGeom>
              <a:avLst/>
              <a:gdLst>
                <a:gd name="T0" fmla="*/ 21 w 21"/>
                <a:gd name="T1" fmla="*/ 0 h 2"/>
                <a:gd name="T2" fmla="*/ 11 w 21"/>
                <a:gd name="T3" fmla="*/ 1 h 2"/>
                <a:gd name="T4" fmla="*/ 0 w 21"/>
                <a:gd name="T5" fmla="*/ 2 h 2"/>
                <a:gd name="T6" fmla="*/ 10 w 21"/>
                <a:gd name="T7" fmla="*/ 1 h 2"/>
                <a:gd name="T8" fmla="*/ 21 w 21"/>
                <a:gd name="T9" fmla="*/ 0 h 2"/>
              </a:gdLst>
              <a:ahLst/>
              <a:cxnLst>
                <a:cxn ang="0">
                  <a:pos x="T0" y="T1"/>
                </a:cxn>
                <a:cxn ang="0">
                  <a:pos x="T2" y="T3"/>
                </a:cxn>
                <a:cxn ang="0">
                  <a:pos x="T4" y="T5"/>
                </a:cxn>
                <a:cxn ang="0">
                  <a:pos x="T6" y="T7"/>
                </a:cxn>
                <a:cxn ang="0">
                  <a:pos x="T8" y="T9"/>
                </a:cxn>
              </a:cxnLst>
              <a:rect l="0" t="0" r="r" b="b"/>
              <a:pathLst>
                <a:path w="21" h="2">
                  <a:moveTo>
                    <a:pt x="21" y="0"/>
                  </a:moveTo>
                  <a:cubicBezTo>
                    <a:pt x="21" y="0"/>
                    <a:pt x="17" y="1"/>
                    <a:pt x="11" y="1"/>
                  </a:cubicBezTo>
                  <a:cubicBezTo>
                    <a:pt x="5" y="2"/>
                    <a:pt x="0" y="2"/>
                    <a:pt x="0" y="2"/>
                  </a:cubicBezTo>
                  <a:cubicBezTo>
                    <a:pt x="0" y="2"/>
                    <a:pt x="5" y="1"/>
                    <a:pt x="10" y="1"/>
                  </a:cubicBezTo>
                  <a:cubicBezTo>
                    <a:pt x="16" y="0"/>
                    <a:pt x="20"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4" name="Freeform 1877">
              <a:extLst>
                <a:ext uri="{FF2B5EF4-FFF2-40B4-BE49-F238E27FC236}">
                  <a16:creationId xmlns:a16="http://schemas.microsoft.com/office/drawing/2014/main" id="{D93553D7-E7F6-E0E0-926A-8FD27A36B796}"/>
                </a:ext>
              </a:extLst>
            </p:cNvPr>
            <p:cNvSpPr>
              <a:spLocks/>
            </p:cNvSpPr>
            <p:nvPr/>
          </p:nvSpPr>
          <p:spPr bwMode="auto">
            <a:xfrm rot="5094805">
              <a:off x="2202654" y="6370915"/>
              <a:ext cx="54839" cy="9140"/>
            </a:xfrm>
            <a:custGeom>
              <a:avLst/>
              <a:gdLst>
                <a:gd name="T0" fmla="*/ 21 w 22"/>
                <a:gd name="T1" fmla="*/ 0 h 4"/>
                <a:gd name="T2" fmla="*/ 12 w 22"/>
                <a:gd name="T3" fmla="*/ 2 h 4"/>
                <a:gd name="T4" fmla="*/ 0 w 22"/>
                <a:gd name="T5" fmla="*/ 3 h 4"/>
                <a:gd name="T6" fmla="*/ 11 w 22"/>
                <a:gd name="T7" fmla="*/ 1 h 4"/>
                <a:gd name="T8" fmla="*/ 21 w 22"/>
                <a:gd name="T9" fmla="*/ 0 h 4"/>
              </a:gdLst>
              <a:ahLst/>
              <a:cxnLst>
                <a:cxn ang="0">
                  <a:pos x="T0" y="T1"/>
                </a:cxn>
                <a:cxn ang="0">
                  <a:pos x="T2" y="T3"/>
                </a:cxn>
                <a:cxn ang="0">
                  <a:pos x="T4" y="T5"/>
                </a:cxn>
                <a:cxn ang="0">
                  <a:pos x="T6" y="T7"/>
                </a:cxn>
                <a:cxn ang="0">
                  <a:pos x="T8" y="T9"/>
                </a:cxn>
              </a:cxnLst>
              <a:rect l="0" t="0" r="r" b="b"/>
              <a:pathLst>
                <a:path w="22" h="4">
                  <a:moveTo>
                    <a:pt x="21" y="0"/>
                  </a:moveTo>
                  <a:cubicBezTo>
                    <a:pt x="22" y="0"/>
                    <a:pt x="17" y="1"/>
                    <a:pt x="12" y="2"/>
                  </a:cubicBezTo>
                  <a:cubicBezTo>
                    <a:pt x="6" y="3"/>
                    <a:pt x="0" y="4"/>
                    <a:pt x="0" y="3"/>
                  </a:cubicBezTo>
                  <a:cubicBezTo>
                    <a:pt x="1" y="3"/>
                    <a:pt x="5" y="2"/>
                    <a:pt x="11" y="1"/>
                  </a:cubicBezTo>
                  <a:cubicBezTo>
                    <a:pt x="16" y="0"/>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5" name="Freeform 1878">
              <a:extLst>
                <a:ext uri="{FF2B5EF4-FFF2-40B4-BE49-F238E27FC236}">
                  <a16:creationId xmlns:a16="http://schemas.microsoft.com/office/drawing/2014/main" id="{9FA35B6E-0331-E75C-4F9B-81F02453C94D}"/>
                </a:ext>
              </a:extLst>
            </p:cNvPr>
            <p:cNvSpPr>
              <a:spLocks/>
            </p:cNvSpPr>
            <p:nvPr/>
          </p:nvSpPr>
          <p:spPr bwMode="auto">
            <a:xfrm rot="5094805">
              <a:off x="2258469" y="6556465"/>
              <a:ext cx="52554" cy="15995"/>
            </a:xfrm>
            <a:custGeom>
              <a:avLst/>
              <a:gdLst>
                <a:gd name="T0" fmla="*/ 21 w 21"/>
                <a:gd name="T1" fmla="*/ 1 h 6"/>
                <a:gd name="T2" fmla="*/ 12 w 21"/>
                <a:gd name="T3" fmla="*/ 3 h 6"/>
                <a:gd name="T4" fmla="*/ 0 w 21"/>
                <a:gd name="T5" fmla="*/ 5 h 6"/>
                <a:gd name="T6" fmla="*/ 10 w 21"/>
                <a:gd name="T7" fmla="*/ 2 h 6"/>
                <a:gd name="T8" fmla="*/ 21 w 21"/>
                <a:gd name="T9" fmla="*/ 1 h 6"/>
              </a:gdLst>
              <a:ahLst/>
              <a:cxnLst>
                <a:cxn ang="0">
                  <a:pos x="T0" y="T1"/>
                </a:cxn>
                <a:cxn ang="0">
                  <a:pos x="T2" y="T3"/>
                </a:cxn>
                <a:cxn ang="0">
                  <a:pos x="T4" y="T5"/>
                </a:cxn>
                <a:cxn ang="0">
                  <a:pos x="T6" y="T7"/>
                </a:cxn>
                <a:cxn ang="0">
                  <a:pos x="T8" y="T9"/>
                </a:cxn>
              </a:cxnLst>
              <a:rect l="0" t="0" r="r" b="b"/>
              <a:pathLst>
                <a:path w="21" h="6">
                  <a:moveTo>
                    <a:pt x="21" y="1"/>
                  </a:moveTo>
                  <a:cubicBezTo>
                    <a:pt x="21" y="1"/>
                    <a:pt x="17" y="2"/>
                    <a:pt x="12" y="3"/>
                  </a:cubicBezTo>
                  <a:cubicBezTo>
                    <a:pt x="6" y="5"/>
                    <a:pt x="0" y="6"/>
                    <a:pt x="0" y="5"/>
                  </a:cubicBezTo>
                  <a:cubicBezTo>
                    <a:pt x="0" y="5"/>
                    <a:pt x="4" y="3"/>
                    <a:pt x="10" y="2"/>
                  </a:cubicBezTo>
                  <a:cubicBezTo>
                    <a:pt x="15" y="1"/>
                    <a:pt x="20"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6" name="Freeform 1879">
              <a:extLst>
                <a:ext uri="{FF2B5EF4-FFF2-40B4-BE49-F238E27FC236}">
                  <a16:creationId xmlns:a16="http://schemas.microsoft.com/office/drawing/2014/main" id="{7AF39C61-30F9-4210-AA00-ED4A8D6CB8EB}"/>
                </a:ext>
              </a:extLst>
            </p:cNvPr>
            <p:cNvSpPr>
              <a:spLocks/>
            </p:cNvSpPr>
            <p:nvPr/>
          </p:nvSpPr>
          <p:spPr bwMode="auto">
            <a:xfrm rot="5094805">
              <a:off x="2323485" y="6745669"/>
              <a:ext cx="52554" cy="15995"/>
            </a:xfrm>
            <a:custGeom>
              <a:avLst/>
              <a:gdLst>
                <a:gd name="T0" fmla="*/ 11 w 22"/>
                <a:gd name="T1" fmla="*/ 2 h 7"/>
                <a:gd name="T2" fmla="*/ 21 w 22"/>
                <a:gd name="T3" fmla="*/ 1 h 7"/>
                <a:gd name="T4" fmla="*/ 12 w 22"/>
                <a:gd name="T5" fmla="*/ 4 h 7"/>
                <a:gd name="T6" fmla="*/ 1 w 22"/>
                <a:gd name="T7" fmla="*/ 6 h 7"/>
                <a:gd name="T8" fmla="*/ 11 w 22"/>
                <a:gd name="T9" fmla="*/ 2 h 7"/>
              </a:gdLst>
              <a:ahLst/>
              <a:cxnLst>
                <a:cxn ang="0">
                  <a:pos x="T0" y="T1"/>
                </a:cxn>
                <a:cxn ang="0">
                  <a:pos x="T2" y="T3"/>
                </a:cxn>
                <a:cxn ang="0">
                  <a:pos x="T4" y="T5"/>
                </a:cxn>
                <a:cxn ang="0">
                  <a:pos x="T6" y="T7"/>
                </a:cxn>
                <a:cxn ang="0">
                  <a:pos x="T8" y="T9"/>
                </a:cxn>
              </a:cxnLst>
              <a:rect l="0" t="0" r="r" b="b"/>
              <a:pathLst>
                <a:path w="22" h="7">
                  <a:moveTo>
                    <a:pt x="11" y="2"/>
                  </a:moveTo>
                  <a:cubicBezTo>
                    <a:pt x="16" y="1"/>
                    <a:pt x="21" y="0"/>
                    <a:pt x="21" y="1"/>
                  </a:cubicBezTo>
                  <a:cubicBezTo>
                    <a:pt x="22" y="1"/>
                    <a:pt x="18" y="3"/>
                    <a:pt x="12" y="4"/>
                  </a:cubicBezTo>
                  <a:cubicBezTo>
                    <a:pt x="6" y="6"/>
                    <a:pt x="0" y="7"/>
                    <a:pt x="1" y="6"/>
                  </a:cubicBezTo>
                  <a:cubicBezTo>
                    <a:pt x="1" y="6"/>
                    <a:pt x="5" y="4"/>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7" name="Freeform 1880">
              <a:extLst>
                <a:ext uri="{FF2B5EF4-FFF2-40B4-BE49-F238E27FC236}">
                  <a16:creationId xmlns:a16="http://schemas.microsoft.com/office/drawing/2014/main" id="{EF632A78-5BDE-E234-7CC4-F170D49B8F52}"/>
                </a:ext>
              </a:extLst>
            </p:cNvPr>
            <p:cNvSpPr>
              <a:spLocks/>
            </p:cNvSpPr>
            <p:nvPr/>
          </p:nvSpPr>
          <p:spPr bwMode="auto">
            <a:xfrm rot="5094805">
              <a:off x="2398742" y="6932818"/>
              <a:ext cx="52554" cy="18280"/>
            </a:xfrm>
            <a:custGeom>
              <a:avLst/>
              <a:gdLst>
                <a:gd name="T0" fmla="*/ 20 w 21"/>
                <a:gd name="T1" fmla="*/ 1 h 8"/>
                <a:gd name="T2" fmla="*/ 12 w 21"/>
                <a:gd name="T3" fmla="*/ 5 h 8"/>
                <a:gd name="T4" fmla="*/ 0 w 21"/>
                <a:gd name="T5" fmla="*/ 7 h 8"/>
                <a:gd name="T6" fmla="*/ 9 w 21"/>
                <a:gd name="T7" fmla="*/ 3 h 8"/>
                <a:gd name="T8" fmla="*/ 20 w 21"/>
                <a:gd name="T9" fmla="*/ 1 h 8"/>
              </a:gdLst>
              <a:ahLst/>
              <a:cxnLst>
                <a:cxn ang="0">
                  <a:pos x="T0" y="T1"/>
                </a:cxn>
                <a:cxn ang="0">
                  <a:pos x="T2" y="T3"/>
                </a:cxn>
                <a:cxn ang="0">
                  <a:pos x="T4" y="T5"/>
                </a:cxn>
                <a:cxn ang="0">
                  <a:pos x="T6" y="T7"/>
                </a:cxn>
                <a:cxn ang="0">
                  <a:pos x="T8" y="T9"/>
                </a:cxn>
              </a:cxnLst>
              <a:rect l="0" t="0" r="r" b="b"/>
              <a:pathLst>
                <a:path w="21" h="8">
                  <a:moveTo>
                    <a:pt x="20" y="1"/>
                  </a:moveTo>
                  <a:cubicBezTo>
                    <a:pt x="21" y="2"/>
                    <a:pt x="17" y="4"/>
                    <a:pt x="12" y="5"/>
                  </a:cubicBezTo>
                  <a:cubicBezTo>
                    <a:pt x="6" y="7"/>
                    <a:pt x="0" y="8"/>
                    <a:pt x="0" y="7"/>
                  </a:cubicBezTo>
                  <a:cubicBezTo>
                    <a:pt x="0" y="7"/>
                    <a:pt x="4" y="5"/>
                    <a:pt x="9" y="3"/>
                  </a:cubicBezTo>
                  <a:cubicBezTo>
                    <a:pt x="15" y="1"/>
                    <a:pt x="20"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8" name="Freeform 1881">
              <a:extLst>
                <a:ext uri="{FF2B5EF4-FFF2-40B4-BE49-F238E27FC236}">
                  <a16:creationId xmlns:a16="http://schemas.microsoft.com/office/drawing/2014/main" id="{302E1F2E-2271-7E44-9FEE-4D7C869BA9CB}"/>
                </a:ext>
              </a:extLst>
            </p:cNvPr>
            <p:cNvSpPr>
              <a:spLocks/>
            </p:cNvSpPr>
            <p:nvPr/>
          </p:nvSpPr>
          <p:spPr bwMode="auto">
            <a:xfrm rot="5094805">
              <a:off x="656416" y="1736094"/>
              <a:ext cx="50269" cy="25135"/>
            </a:xfrm>
            <a:custGeom>
              <a:avLst/>
              <a:gdLst>
                <a:gd name="T0" fmla="*/ 10 w 20"/>
                <a:gd name="T1" fmla="*/ 2 h 10"/>
                <a:gd name="T2" fmla="*/ 20 w 20"/>
                <a:gd name="T3" fmla="*/ 8 h 10"/>
                <a:gd name="T4" fmla="*/ 11 w 20"/>
                <a:gd name="T5" fmla="*/ 8 h 10"/>
                <a:gd name="T6" fmla="*/ 0 w 20"/>
                <a:gd name="T7" fmla="*/ 2 h 10"/>
                <a:gd name="T8" fmla="*/ 10 w 20"/>
                <a:gd name="T9" fmla="*/ 2 h 10"/>
              </a:gdLst>
              <a:ahLst/>
              <a:cxnLst>
                <a:cxn ang="0">
                  <a:pos x="T0" y="T1"/>
                </a:cxn>
                <a:cxn ang="0">
                  <a:pos x="T2" y="T3"/>
                </a:cxn>
                <a:cxn ang="0">
                  <a:pos x="T4" y="T5"/>
                </a:cxn>
                <a:cxn ang="0">
                  <a:pos x="T6" y="T7"/>
                </a:cxn>
                <a:cxn ang="0">
                  <a:pos x="T8" y="T9"/>
                </a:cxn>
              </a:cxnLst>
              <a:rect l="0" t="0" r="r" b="b"/>
              <a:pathLst>
                <a:path w="20" h="10">
                  <a:moveTo>
                    <a:pt x="10" y="2"/>
                  </a:moveTo>
                  <a:cubicBezTo>
                    <a:pt x="15" y="4"/>
                    <a:pt x="20" y="7"/>
                    <a:pt x="20" y="8"/>
                  </a:cubicBezTo>
                  <a:cubicBezTo>
                    <a:pt x="20" y="10"/>
                    <a:pt x="16" y="9"/>
                    <a:pt x="11" y="8"/>
                  </a:cubicBezTo>
                  <a:cubicBezTo>
                    <a:pt x="5" y="6"/>
                    <a:pt x="0" y="3"/>
                    <a:pt x="0" y="2"/>
                  </a:cubicBezTo>
                  <a:cubicBezTo>
                    <a:pt x="0" y="0"/>
                    <a:pt x="5"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9" name="Freeform 1882">
              <a:extLst>
                <a:ext uri="{FF2B5EF4-FFF2-40B4-BE49-F238E27FC236}">
                  <a16:creationId xmlns:a16="http://schemas.microsoft.com/office/drawing/2014/main" id="{51F47A79-D95A-12F9-392D-B59C981B6915}"/>
                </a:ext>
              </a:extLst>
            </p:cNvPr>
            <p:cNvSpPr>
              <a:spLocks/>
            </p:cNvSpPr>
            <p:nvPr/>
          </p:nvSpPr>
          <p:spPr bwMode="auto">
            <a:xfrm rot="5094805">
              <a:off x="617036" y="1941357"/>
              <a:ext cx="52554" cy="18280"/>
            </a:xfrm>
            <a:custGeom>
              <a:avLst/>
              <a:gdLst>
                <a:gd name="T0" fmla="*/ 21 w 22"/>
                <a:gd name="T1" fmla="*/ 6 h 7"/>
                <a:gd name="T2" fmla="*/ 13 w 22"/>
                <a:gd name="T3" fmla="*/ 6 h 7"/>
                <a:gd name="T4" fmla="*/ 1 w 22"/>
                <a:gd name="T5" fmla="*/ 1 h 7"/>
                <a:gd name="T6" fmla="*/ 9 w 22"/>
                <a:gd name="T7" fmla="*/ 1 h 7"/>
                <a:gd name="T8" fmla="*/ 21 w 22"/>
                <a:gd name="T9" fmla="*/ 6 h 7"/>
              </a:gdLst>
              <a:ahLst/>
              <a:cxnLst>
                <a:cxn ang="0">
                  <a:pos x="T0" y="T1"/>
                </a:cxn>
                <a:cxn ang="0">
                  <a:pos x="T2" y="T3"/>
                </a:cxn>
                <a:cxn ang="0">
                  <a:pos x="T4" y="T5"/>
                </a:cxn>
                <a:cxn ang="0">
                  <a:pos x="T6" y="T7"/>
                </a:cxn>
                <a:cxn ang="0">
                  <a:pos x="T8" y="T9"/>
                </a:cxn>
              </a:cxnLst>
              <a:rect l="0" t="0" r="r" b="b"/>
              <a:pathLst>
                <a:path w="22" h="7">
                  <a:moveTo>
                    <a:pt x="21" y="6"/>
                  </a:moveTo>
                  <a:cubicBezTo>
                    <a:pt x="22" y="7"/>
                    <a:pt x="18" y="7"/>
                    <a:pt x="13" y="6"/>
                  </a:cubicBezTo>
                  <a:cubicBezTo>
                    <a:pt x="8" y="5"/>
                    <a:pt x="2" y="2"/>
                    <a:pt x="1" y="1"/>
                  </a:cubicBezTo>
                  <a:cubicBezTo>
                    <a:pt x="0" y="0"/>
                    <a:pt x="4" y="0"/>
                    <a:pt x="9" y="1"/>
                  </a:cubicBezTo>
                  <a:cubicBezTo>
                    <a:pt x="14" y="2"/>
                    <a:pt x="20" y="4"/>
                    <a:pt x="2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0" name="Freeform 1883">
              <a:extLst>
                <a:ext uri="{FF2B5EF4-FFF2-40B4-BE49-F238E27FC236}">
                  <a16:creationId xmlns:a16="http://schemas.microsoft.com/office/drawing/2014/main" id="{CA37C9DF-FBF1-0335-B083-2A475E49FD2D}"/>
                </a:ext>
              </a:extLst>
            </p:cNvPr>
            <p:cNvSpPr>
              <a:spLocks/>
            </p:cNvSpPr>
            <p:nvPr/>
          </p:nvSpPr>
          <p:spPr bwMode="auto">
            <a:xfrm rot="5094805">
              <a:off x="591215" y="2143225"/>
              <a:ext cx="52554" cy="13710"/>
            </a:xfrm>
            <a:custGeom>
              <a:avLst/>
              <a:gdLst>
                <a:gd name="T0" fmla="*/ 21 w 21"/>
                <a:gd name="T1" fmla="*/ 5 h 6"/>
                <a:gd name="T2" fmla="*/ 12 w 21"/>
                <a:gd name="T3" fmla="*/ 5 h 6"/>
                <a:gd name="T4" fmla="*/ 1 w 21"/>
                <a:gd name="T5" fmla="*/ 1 h 6"/>
                <a:gd name="T6" fmla="*/ 10 w 21"/>
                <a:gd name="T7" fmla="*/ 1 h 6"/>
                <a:gd name="T8" fmla="*/ 21 w 21"/>
                <a:gd name="T9" fmla="*/ 5 h 6"/>
              </a:gdLst>
              <a:ahLst/>
              <a:cxnLst>
                <a:cxn ang="0">
                  <a:pos x="T0" y="T1"/>
                </a:cxn>
                <a:cxn ang="0">
                  <a:pos x="T2" y="T3"/>
                </a:cxn>
                <a:cxn ang="0">
                  <a:pos x="T4" y="T5"/>
                </a:cxn>
                <a:cxn ang="0">
                  <a:pos x="T6" y="T7"/>
                </a:cxn>
                <a:cxn ang="0">
                  <a:pos x="T8" y="T9"/>
                </a:cxn>
              </a:cxnLst>
              <a:rect l="0" t="0" r="r" b="b"/>
              <a:pathLst>
                <a:path w="21" h="6">
                  <a:moveTo>
                    <a:pt x="21" y="5"/>
                  </a:moveTo>
                  <a:cubicBezTo>
                    <a:pt x="21" y="6"/>
                    <a:pt x="17" y="6"/>
                    <a:pt x="12" y="5"/>
                  </a:cubicBezTo>
                  <a:cubicBezTo>
                    <a:pt x="6" y="4"/>
                    <a:pt x="1" y="2"/>
                    <a:pt x="1" y="1"/>
                  </a:cubicBezTo>
                  <a:cubicBezTo>
                    <a:pt x="0" y="0"/>
                    <a:pt x="4" y="0"/>
                    <a:pt x="10" y="1"/>
                  </a:cubicBezTo>
                  <a:cubicBezTo>
                    <a:pt x="15" y="2"/>
                    <a:pt x="20" y="4"/>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1" name="Freeform 1884">
              <a:extLst>
                <a:ext uri="{FF2B5EF4-FFF2-40B4-BE49-F238E27FC236}">
                  <a16:creationId xmlns:a16="http://schemas.microsoft.com/office/drawing/2014/main" id="{60AACD07-2043-F76B-C225-6AD0F197918C}"/>
                </a:ext>
              </a:extLst>
            </p:cNvPr>
            <p:cNvSpPr>
              <a:spLocks/>
            </p:cNvSpPr>
            <p:nvPr/>
          </p:nvSpPr>
          <p:spPr bwMode="auto">
            <a:xfrm rot="5094805">
              <a:off x="584749" y="2344717"/>
              <a:ext cx="47985" cy="6855"/>
            </a:xfrm>
            <a:custGeom>
              <a:avLst/>
              <a:gdLst>
                <a:gd name="T0" fmla="*/ 11 w 20"/>
                <a:gd name="T1" fmla="*/ 2 h 3"/>
                <a:gd name="T2" fmla="*/ 0 w 20"/>
                <a:gd name="T3" fmla="*/ 0 h 3"/>
                <a:gd name="T4" fmla="*/ 9 w 20"/>
                <a:gd name="T5" fmla="*/ 0 h 3"/>
                <a:gd name="T6" fmla="*/ 20 w 20"/>
                <a:gd name="T7" fmla="*/ 2 h 3"/>
                <a:gd name="T8" fmla="*/ 11 w 20"/>
                <a:gd name="T9" fmla="*/ 2 h 3"/>
              </a:gdLst>
              <a:ahLst/>
              <a:cxnLst>
                <a:cxn ang="0">
                  <a:pos x="T0" y="T1"/>
                </a:cxn>
                <a:cxn ang="0">
                  <a:pos x="T2" y="T3"/>
                </a:cxn>
                <a:cxn ang="0">
                  <a:pos x="T4" y="T5"/>
                </a:cxn>
                <a:cxn ang="0">
                  <a:pos x="T6" y="T7"/>
                </a:cxn>
                <a:cxn ang="0">
                  <a:pos x="T8" y="T9"/>
                </a:cxn>
              </a:cxnLst>
              <a:rect l="0" t="0" r="r" b="b"/>
              <a:pathLst>
                <a:path w="20" h="3">
                  <a:moveTo>
                    <a:pt x="11" y="2"/>
                  </a:moveTo>
                  <a:cubicBezTo>
                    <a:pt x="5" y="2"/>
                    <a:pt x="0" y="1"/>
                    <a:pt x="0" y="0"/>
                  </a:cubicBezTo>
                  <a:cubicBezTo>
                    <a:pt x="0" y="0"/>
                    <a:pt x="4" y="0"/>
                    <a:pt x="9" y="0"/>
                  </a:cubicBezTo>
                  <a:cubicBezTo>
                    <a:pt x="15" y="0"/>
                    <a:pt x="20" y="1"/>
                    <a:pt x="20" y="2"/>
                  </a:cubicBezTo>
                  <a:cubicBezTo>
                    <a:pt x="20" y="2"/>
                    <a:pt x="16" y="3"/>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2" name="Freeform 1885">
              <a:extLst>
                <a:ext uri="{FF2B5EF4-FFF2-40B4-BE49-F238E27FC236}">
                  <a16:creationId xmlns:a16="http://schemas.microsoft.com/office/drawing/2014/main" id="{FD452689-44D3-6FA8-6EDB-65E7BD56AD85}"/>
                </a:ext>
              </a:extLst>
            </p:cNvPr>
            <p:cNvSpPr>
              <a:spLocks/>
            </p:cNvSpPr>
            <p:nvPr/>
          </p:nvSpPr>
          <p:spPr bwMode="auto">
            <a:xfrm rot="5094805">
              <a:off x="600928" y="2539313"/>
              <a:ext cx="50269" cy="6855"/>
            </a:xfrm>
            <a:custGeom>
              <a:avLst/>
              <a:gdLst>
                <a:gd name="T0" fmla="*/ 20 w 20"/>
                <a:gd name="T1" fmla="*/ 1 h 3"/>
                <a:gd name="T2" fmla="*/ 11 w 20"/>
                <a:gd name="T3" fmla="*/ 2 h 3"/>
                <a:gd name="T4" fmla="*/ 0 w 20"/>
                <a:gd name="T5" fmla="*/ 2 h 3"/>
                <a:gd name="T6" fmla="*/ 9 w 20"/>
                <a:gd name="T7" fmla="*/ 1 h 3"/>
                <a:gd name="T8" fmla="*/ 20 w 20"/>
                <a:gd name="T9" fmla="*/ 1 h 3"/>
              </a:gdLst>
              <a:ahLst/>
              <a:cxnLst>
                <a:cxn ang="0">
                  <a:pos x="T0" y="T1"/>
                </a:cxn>
                <a:cxn ang="0">
                  <a:pos x="T2" y="T3"/>
                </a:cxn>
                <a:cxn ang="0">
                  <a:pos x="T4" y="T5"/>
                </a:cxn>
                <a:cxn ang="0">
                  <a:pos x="T6" y="T7"/>
                </a:cxn>
                <a:cxn ang="0">
                  <a:pos x="T8" y="T9"/>
                </a:cxn>
              </a:cxnLst>
              <a:rect l="0" t="0" r="r" b="b"/>
              <a:pathLst>
                <a:path w="20" h="3">
                  <a:moveTo>
                    <a:pt x="20" y="1"/>
                  </a:moveTo>
                  <a:cubicBezTo>
                    <a:pt x="20" y="1"/>
                    <a:pt x="16" y="2"/>
                    <a:pt x="11" y="2"/>
                  </a:cubicBezTo>
                  <a:cubicBezTo>
                    <a:pt x="5" y="3"/>
                    <a:pt x="0" y="2"/>
                    <a:pt x="0" y="2"/>
                  </a:cubicBezTo>
                  <a:cubicBezTo>
                    <a:pt x="0" y="2"/>
                    <a:pt x="4" y="1"/>
                    <a:pt x="9" y="1"/>
                  </a:cubicBezTo>
                  <a:cubicBezTo>
                    <a:pt x="15" y="0"/>
                    <a:pt x="19"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3" name="Freeform 1886">
              <a:extLst>
                <a:ext uri="{FF2B5EF4-FFF2-40B4-BE49-F238E27FC236}">
                  <a16:creationId xmlns:a16="http://schemas.microsoft.com/office/drawing/2014/main" id="{CA2FE228-83BB-FE37-4137-F417202B76EB}"/>
                </a:ext>
              </a:extLst>
            </p:cNvPr>
            <p:cNvSpPr>
              <a:spLocks/>
            </p:cNvSpPr>
            <p:nvPr/>
          </p:nvSpPr>
          <p:spPr bwMode="auto">
            <a:xfrm rot="5094805">
              <a:off x="639770" y="2729704"/>
              <a:ext cx="50269" cy="9140"/>
            </a:xfrm>
            <a:custGeom>
              <a:avLst/>
              <a:gdLst>
                <a:gd name="T0" fmla="*/ 9 w 20"/>
                <a:gd name="T1" fmla="*/ 1 h 4"/>
                <a:gd name="T2" fmla="*/ 19 w 20"/>
                <a:gd name="T3" fmla="*/ 0 h 4"/>
                <a:gd name="T4" fmla="*/ 10 w 20"/>
                <a:gd name="T5" fmla="*/ 3 h 4"/>
                <a:gd name="T6" fmla="*/ 0 w 20"/>
                <a:gd name="T7" fmla="*/ 3 h 4"/>
                <a:gd name="T8" fmla="*/ 9 w 20"/>
                <a:gd name="T9" fmla="*/ 1 h 4"/>
              </a:gdLst>
              <a:ahLst/>
              <a:cxnLst>
                <a:cxn ang="0">
                  <a:pos x="T0" y="T1"/>
                </a:cxn>
                <a:cxn ang="0">
                  <a:pos x="T2" y="T3"/>
                </a:cxn>
                <a:cxn ang="0">
                  <a:pos x="T4" y="T5"/>
                </a:cxn>
                <a:cxn ang="0">
                  <a:pos x="T6" y="T7"/>
                </a:cxn>
                <a:cxn ang="0">
                  <a:pos x="T8" y="T9"/>
                </a:cxn>
              </a:cxnLst>
              <a:rect l="0" t="0" r="r" b="b"/>
              <a:pathLst>
                <a:path w="20" h="4">
                  <a:moveTo>
                    <a:pt x="9" y="1"/>
                  </a:moveTo>
                  <a:cubicBezTo>
                    <a:pt x="15" y="0"/>
                    <a:pt x="19" y="0"/>
                    <a:pt x="19" y="0"/>
                  </a:cubicBezTo>
                  <a:cubicBezTo>
                    <a:pt x="20" y="1"/>
                    <a:pt x="15" y="2"/>
                    <a:pt x="10" y="3"/>
                  </a:cubicBezTo>
                  <a:cubicBezTo>
                    <a:pt x="4" y="3"/>
                    <a:pt x="0" y="4"/>
                    <a:pt x="0" y="3"/>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4" name="Freeform 1887">
              <a:extLst>
                <a:ext uri="{FF2B5EF4-FFF2-40B4-BE49-F238E27FC236}">
                  <a16:creationId xmlns:a16="http://schemas.microsoft.com/office/drawing/2014/main" id="{085FA8CF-6394-237E-04B4-2071B773DC67}"/>
                </a:ext>
              </a:extLst>
            </p:cNvPr>
            <p:cNvSpPr>
              <a:spLocks/>
            </p:cNvSpPr>
            <p:nvPr/>
          </p:nvSpPr>
          <p:spPr bwMode="auto">
            <a:xfrm rot="5094805">
              <a:off x="693308" y="2917741"/>
              <a:ext cx="47985" cy="11425"/>
            </a:xfrm>
            <a:custGeom>
              <a:avLst/>
              <a:gdLst>
                <a:gd name="T0" fmla="*/ 20 w 20"/>
                <a:gd name="T1" fmla="*/ 0 h 5"/>
                <a:gd name="T2" fmla="*/ 10 w 20"/>
                <a:gd name="T3" fmla="*/ 3 h 5"/>
                <a:gd name="T4" fmla="*/ 0 w 20"/>
                <a:gd name="T5" fmla="*/ 4 h 5"/>
                <a:gd name="T6" fmla="*/ 10 w 20"/>
                <a:gd name="T7" fmla="*/ 1 h 5"/>
                <a:gd name="T8" fmla="*/ 20 w 20"/>
                <a:gd name="T9" fmla="*/ 0 h 5"/>
              </a:gdLst>
              <a:ahLst/>
              <a:cxnLst>
                <a:cxn ang="0">
                  <a:pos x="T0" y="T1"/>
                </a:cxn>
                <a:cxn ang="0">
                  <a:pos x="T2" y="T3"/>
                </a:cxn>
                <a:cxn ang="0">
                  <a:pos x="T4" y="T5"/>
                </a:cxn>
                <a:cxn ang="0">
                  <a:pos x="T6" y="T7"/>
                </a:cxn>
                <a:cxn ang="0">
                  <a:pos x="T8" y="T9"/>
                </a:cxn>
              </a:cxnLst>
              <a:rect l="0" t="0" r="r" b="b"/>
              <a:pathLst>
                <a:path w="20" h="5">
                  <a:moveTo>
                    <a:pt x="20" y="0"/>
                  </a:moveTo>
                  <a:cubicBezTo>
                    <a:pt x="20" y="1"/>
                    <a:pt x="15" y="2"/>
                    <a:pt x="10" y="3"/>
                  </a:cubicBezTo>
                  <a:cubicBezTo>
                    <a:pt x="5" y="4"/>
                    <a:pt x="0" y="5"/>
                    <a:pt x="0" y="4"/>
                  </a:cubicBezTo>
                  <a:cubicBezTo>
                    <a:pt x="0" y="4"/>
                    <a:pt x="5" y="2"/>
                    <a:pt x="10" y="1"/>
                  </a:cubicBezTo>
                  <a:cubicBezTo>
                    <a:pt x="15" y="0"/>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5" name="Freeform 1888">
              <a:extLst>
                <a:ext uri="{FF2B5EF4-FFF2-40B4-BE49-F238E27FC236}">
                  <a16:creationId xmlns:a16="http://schemas.microsoft.com/office/drawing/2014/main" id="{F3543007-BDDB-6A34-F845-F6FE355D5CE2}"/>
                </a:ext>
              </a:extLst>
            </p:cNvPr>
            <p:cNvSpPr>
              <a:spLocks/>
            </p:cNvSpPr>
            <p:nvPr/>
          </p:nvSpPr>
          <p:spPr bwMode="auto">
            <a:xfrm rot="5094805">
              <a:off x="756039" y="3104660"/>
              <a:ext cx="52554" cy="15995"/>
            </a:xfrm>
            <a:custGeom>
              <a:avLst/>
              <a:gdLst>
                <a:gd name="T0" fmla="*/ 9 w 21"/>
                <a:gd name="T1" fmla="*/ 2 h 6"/>
                <a:gd name="T2" fmla="*/ 20 w 21"/>
                <a:gd name="T3" fmla="*/ 0 h 6"/>
                <a:gd name="T4" fmla="*/ 12 w 21"/>
                <a:gd name="T5" fmla="*/ 3 h 6"/>
                <a:gd name="T6" fmla="*/ 1 w 21"/>
                <a:gd name="T7" fmla="*/ 5 h 6"/>
                <a:gd name="T8" fmla="*/ 9 w 21"/>
                <a:gd name="T9" fmla="*/ 2 h 6"/>
              </a:gdLst>
              <a:ahLst/>
              <a:cxnLst>
                <a:cxn ang="0">
                  <a:pos x="T0" y="T1"/>
                </a:cxn>
                <a:cxn ang="0">
                  <a:pos x="T2" y="T3"/>
                </a:cxn>
                <a:cxn ang="0">
                  <a:pos x="T4" y="T5"/>
                </a:cxn>
                <a:cxn ang="0">
                  <a:pos x="T6" y="T7"/>
                </a:cxn>
                <a:cxn ang="0">
                  <a:pos x="T8" y="T9"/>
                </a:cxn>
              </a:cxnLst>
              <a:rect l="0" t="0" r="r" b="b"/>
              <a:pathLst>
                <a:path w="21" h="6">
                  <a:moveTo>
                    <a:pt x="9" y="2"/>
                  </a:moveTo>
                  <a:cubicBezTo>
                    <a:pt x="14" y="1"/>
                    <a:pt x="19" y="0"/>
                    <a:pt x="20" y="0"/>
                  </a:cubicBezTo>
                  <a:cubicBezTo>
                    <a:pt x="21" y="0"/>
                    <a:pt x="17" y="2"/>
                    <a:pt x="12" y="3"/>
                  </a:cubicBezTo>
                  <a:cubicBezTo>
                    <a:pt x="6" y="5"/>
                    <a:pt x="1" y="6"/>
                    <a:pt x="1" y="5"/>
                  </a:cubicBezTo>
                  <a:cubicBezTo>
                    <a:pt x="0" y="5"/>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6" name="Freeform 1889">
              <a:extLst>
                <a:ext uri="{FF2B5EF4-FFF2-40B4-BE49-F238E27FC236}">
                  <a16:creationId xmlns:a16="http://schemas.microsoft.com/office/drawing/2014/main" id="{D0765870-B062-3C0D-4405-E905FC92624E}"/>
                </a:ext>
              </a:extLst>
            </p:cNvPr>
            <p:cNvSpPr>
              <a:spLocks/>
            </p:cNvSpPr>
            <p:nvPr/>
          </p:nvSpPr>
          <p:spPr bwMode="auto">
            <a:xfrm rot="5094805">
              <a:off x="833370" y="3289331"/>
              <a:ext cx="52554" cy="18280"/>
            </a:xfrm>
            <a:custGeom>
              <a:avLst/>
              <a:gdLst>
                <a:gd name="T0" fmla="*/ 9 w 21"/>
                <a:gd name="T1" fmla="*/ 3 h 7"/>
                <a:gd name="T2" fmla="*/ 20 w 21"/>
                <a:gd name="T3" fmla="*/ 0 h 7"/>
                <a:gd name="T4" fmla="*/ 11 w 21"/>
                <a:gd name="T5" fmla="*/ 4 h 7"/>
                <a:gd name="T6" fmla="*/ 1 w 21"/>
                <a:gd name="T7" fmla="*/ 7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14" y="1"/>
                    <a:pt x="20" y="0"/>
                    <a:pt x="20" y="0"/>
                  </a:cubicBezTo>
                  <a:cubicBezTo>
                    <a:pt x="21" y="1"/>
                    <a:pt x="17" y="2"/>
                    <a:pt x="11" y="4"/>
                  </a:cubicBezTo>
                  <a:cubicBezTo>
                    <a:pt x="6" y="6"/>
                    <a:pt x="1" y="7"/>
                    <a:pt x="1" y="7"/>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7" name="Freeform 1890">
              <a:extLst>
                <a:ext uri="{FF2B5EF4-FFF2-40B4-BE49-F238E27FC236}">
                  <a16:creationId xmlns:a16="http://schemas.microsoft.com/office/drawing/2014/main" id="{8D7B043E-7649-5298-FE30-E39D1EFDB8D3}"/>
                </a:ext>
              </a:extLst>
            </p:cNvPr>
            <p:cNvSpPr>
              <a:spLocks/>
            </p:cNvSpPr>
            <p:nvPr/>
          </p:nvSpPr>
          <p:spPr bwMode="auto">
            <a:xfrm rot="5094805">
              <a:off x="918667" y="3474436"/>
              <a:ext cx="52554" cy="18280"/>
            </a:xfrm>
            <a:custGeom>
              <a:avLst/>
              <a:gdLst>
                <a:gd name="T0" fmla="*/ 9 w 21"/>
                <a:gd name="T1" fmla="*/ 3 h 8"/>
                <a:gd name="T2" fmla="*/ 20 w 21"/>
                <a:gd name="T3" fmla="*/ 0 h 8"/>
                <a:gd name="T4" fmla="*/ 11 w 21"/>
                <a:gd name="T5" fmla="*/ 4 h 8"/>
                <a:gd name="T6" fmla="*/ 1 w 21"/>
                <a:gd name="T7" fmla="*/ 8 h 8"/>
                <a:gd name="T8" fmla="*/ 9 w 21"/>
                <a:gd name="T9" fmla="*/ 3 h 8"/>
              </a:gdLst>
              <a:ahLst/>
              <a:cxnLst>
                <a:cxn ang="0">
                  <a:pos x="T0" y="T1"/>
                </a:cxn>
                <a:cxn ang="0">
                  <a:pos x="T2" y="T3"/>
                </a:cxn>
                <a:cxn ang="0">
                  <a:pos x="T4" y="T5"/>
                </a:cxn>
                <a:cxn ang="0">
                  <a:pos x="T6" y="T7"/>
                </a:cxn>
                <a:cxn ang="0">
                  <a:pos x="T8" y="T9"/>
                </a:cxn>
              </a:cxnLst>
              <a:rect l="0" t="0" r="r" b="b"/>
              <a:pathLst>
                <a:path w="21" h="8">
                  <a:moveTo>
                    <a:pt x="9" y="3"/>
                  </a:moveTo>
                  <a:cubicBezTo>
                    <a:pt x="14" y="1"/>
                    <a:pt x="19" y="0"/>
                    <a:pt x="20" y="0"/>
                  </a:cubicBezTo>
                  <a:cubicBezTo>
                    <a:pt x="21" y="0"/>
                    <a:pt x="17" y="2"/>
                    <a:pt x="11" y="4"/>
                  </a:cubicBezTo>
                  <a:cubicBezTo>
                    <a:pt x="6" y="6"/>
                    <a:pt x="1" y="8"/>
                    <a:pt x="1" y="8"/>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8" name="Freeform 1891">
              <a:extLst>
                <a:ext uri="{FF2B5EF4-FFF2-40B4-BE49-F238E27FC236}">
                  <a16:creationId xmlns:a16="http://schemas.microsoft.com/office/drawing/2014/main" id="{10B9E3DD-2541-761E-6608-FBD2BC8F055D}"/>
                </a:ext>
              </a:extLst>
            </p:cNvPr>
            <p:cNvSpPr>
              <a:spLocks/>
            </p:cNvSpPr>
            <p:nvPr/>
          </p:nvSpPr>
          <p:spPr bwMode="auto">
            <a:xfrm rot="5094805">
              <a:off x="1014214" y="3657689"/>
              <a:ext cx="47985" cy="20565"/>
            </a:xfrm>
            <a:custGeom>
              <a:avLst/>
              <a:gdLst>
                <a:gd name="T0" fmla="*/ 20 w 20"/>
                <a:gd name="T1" fmla="*/ 0 h 8"/>
                <a:gd name="T2" fmla="*/ 11 w 20"/>
                <a:gd name="T3" fmla="*/ 5 h 8"/>
                <a:gd name="T4" fmla="*/ 0 w 20"/>
                <a:gd name="T5" fmla="*/ 8 h 8"/>
                <a:gd name="T6" fmla="*/ 9 w 20"/>
                <a:gd name="T7" fmla="*/ 4 h 8"/>
                <a:gd name="T8" fmla="*/ 20 w 20"/>
                <a:gd name="T9" fmla="*/ 0 h 8"/>
              </a:gdLst>
              <a:ahLst/>
              <a:cxnLst>
                <a:cxn ang="0">
                  <a:pos x="T0" y="T1"/>
                </a:cxn>
                <a:cxn ang="0">
                  <a:pos x="T2" y="T3"/>
                </a:cxn>
                <a:cxn ang="0">
                  <a:pos x="T4" y="T5"/>
                </a:cxn>
                <a:cxn ang="0">
                  <a:pos x="T6" y="T7"/>
                </a:cxn>
                <a:cxn ang="0">
                  <a:pos x="T8" y="T9"/>
                </a:cxn>
              </a:cxnLst>
              <a:rect l="0" t="0" r="r" b="b"/>
              <a:pathLst>
                <a:path w="20" h="8">
                  <a:moveTo>
                    <a:pt x="20" y="0"/>
                  </a:moveTo>
                  <a:cubicBezTo>
                    <a:pt x="20" y="0"/>
                    <a:pt x="16" y="2"/>
                    <a:pt x="11" y="5"/>
                  </a:cubicBezTo>
                  <a:cubicBezTo>
                    <a:pt x="6" y="7"/>
                    <a:pt x="1" y="8"/>
                    <a:pt x="0" y="8"/>
                  </a:cubicBezTo>
                  <a:cubicBezTo>
                    <a:pt x="0" y="8"/>
                    <a:pt x="4" y="6"/>
                    <a:pt x="9" y="4"/>
                  </a:cubicBezTo>
                  <a:cubicBezTo>
                    <a:pt x="14" y="2"/>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9" name="Freeform 1892">
              <a:extLst>
                <a:ext uri="{FF2B5EF4-FFF2-40B4-BE49-F238E27FC236}">
                  <a16:creationId xmlns:a16="http://schemas.microsoft.com/office/drawing/2014/main" id="{BE44405A-DDF6-770B-CAC2-043861046E79}"/>
                </a:ext>
              </a:extLst>
            </p:cNvPr>
            <p:cNvSpPr>
              <a:spLocks/>
            </p:cNvSpPr>
            <p:nvPr/>
          </p:nvSpPr>
          <p:spPr bwMode="auto">
            <a:xfrm rot="5094805">
              <a:off x="1109744" y="3842821"/>
              <a:ext cx="52554" cy="18280"/>
            </a:xfrm>
            <a:custGeom>
              <a:avLst/>
              <a:gdLst>
                <a:gd name="T0" fmla="*/ 12 w 21"/>
                <a:gd name="T1" fmla="*/ 4 h 8"/>
                <a:gd name="T2" fmla="*/ 1 w 21"/>
                <a:gd name="T3" fmla="*/ 8 h 8"/>
                <a:gd name="T4" fmla="*/ 9 w 21"/>
                <a:gd name="T5" fmla="*/ 4 h 8"/>
                <a:gd name="T6" fmla="*/ 20 w 21"/>
                <a:gd name="T7" fmla="*/ 0 h 8"/>
                <a:gd name="T8" fmla="*/ 12 w 21"/>
                <a:gd name="T9" fmla="*/ 4 h 8"/>
              </a:gdLst>
              <a:ahLst/>
              <a:cxnLst>
                <a:cxn ang="0">
                  <a:pos x="T0" y="T1"/>
                </a:cxn>
                <a:cxn ang="0">
                  <a:pos x="T2" y="T3"/>
                </a:cxn>
                <a:cxn ang="0">
                  <a:pos x="T4" y="T5"/>
                </a:cxn>
                <a:cxn ang="0">
                  <a:pos x="T6" y="T7"/>
                </a:cxn>
                <a:cxn ang="0">
                  <a:pos x="T8" y="T9"/>
                </a:cxn>
              </a:cxnLst>
              <a:rect l="0" t="0" r="r" b="b"/>
              <a:pathLst>
                <a:path w="21" h="8">
                  <a:moveTo>
                    <a:pt x="12" y="4"/>
                  </a:moveTo>
                  <a:cubicBezTo>
                    <a:pt x="7" y="6"/>
                    <a:pt x="2" y="8"/>
                    <a:pt x="1" y="8"/>
                  </a:cubicBezTo>
                  <a:cubicBezTo>
                    <a:pt x="0" y="8"/>
                    <a:pt x="4" y="6"/>
                    <a:pt x="9" y="4"/>
                  </a:cubicBezTo>
                  <a:cubicBezTo>
                    <a:pt x="14" y="2"/>
                    <a:pt x="20" y="0"/>
                    <a:pt x="20" y="0"/>
                  </a:cubicBezTo>
                  <a:cubicBezTo>
                    <a:pt x="21"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0" name="Freeform 1893">
              <a:extLst>
                <a:ext uri="{FF2B5EF4-FFF2-40B4-BE49-F238E27FC236}">
                  <a16:creationId xmlns:a16="http://schemas.microsoft.com/office/drawing/2014/main" id="{0C9378F9-27F0-F696-AB1B-77FC02D32562}"/>
                </a:ext>
              </a:extLst>
            </p:cNvPr>
            <p:cNvSpPr>
              <a:spLocks/>
            </p:cNvSpPr>
            <p:nvPr/>
          </p:nvSpPr>
          <p:spPr bwMode="auto">
            <a:xfrm rot="5094805">
              <a:off x="1210973" y="4024223"/>
              <a:ext cx="52554" cy="22850"/>
            </a:xfrm>
            <a:custGeom>
              <a:avLst/>
              <a:gdLst>
                <a:gd name="T0" fmla="*/ 20 w 21"/>
                <a:gd name="T1" fmla="*/ 0 h 9"/>
                <a:gd name="T2" fmla="*/ 11 w 21"/>
                <a:gd name="T3" fmla="*/ 4 h 9"/>
                <a:gd name="T4" fmla="*/ 1 w 21"/>
                <a:gd name="T5" fmla="*/ 9 h 9"/>
                <a:gd name="T6" fmla="*/ 10 w 21"/>
                <a:gd name="T7" fmla="*/ 4 h 9"/>
                <a:gd name="T8" fmla="*/ 20 w 21"/>
                <a:gd name="T9" fmla="*/ 0 h 9"/>
              </a:gdLst>
              <a:ahLst/>
              <a:cxnLst>
                <a:cxn ang="0">
                  <a:pos x="T0" y="T1"/>
                </a:cxn>
                <a:cxn ang="0">
                  <a:pos x="T2" y="T3"/>
                </a:cxn>
                <a:cxn ang="0">
                  <a:pos x="T4" y="T5"/>
                </a:cxn>
                <a:cxn ang="0">
                  <a:pos x="T6" y="T7"/>
                </a:cxn>
                <a:cxn ang="0">
                  <a:pos x="T8" y="T9"/>
                </a:cxn>
              </a:cxnLst>
              <a:rect l="0" t="0" r="r" b="b"/>
              <a:pathLst>
                <a:path w="21" h="9">
                  <a:moveTo>
                    <a:pt x="20" y="0"/>
                  </a:moveTo>
                  <a:cubicBezTo>
                    <a:pt x="21" y="0"/>
                    <a:pt x="17" y="2"/>
                    <a:pt x="11" y="4"/>
                  </a:cubicBezTo>
                  <a:cubicBezTo>
                    <a:pt x="6" y="7"/>
                    <a:pt x="1" y="9"/>
                    <a:pt x="1" y="9"/>
                  </a:cubicBezTo>
                  <a:cubicBezTo>
                    <a:pt x="0" y="8"/>
                    <a:pt x="4" y="6"/>
                    <a:pt x="10" y="4"/>
                  </a:cubicBezTo>
                  <a:cubicBezTo>
                    <a:pt x="15" y="1"/>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1" name="Freeform 1894">
              <a:extLst>
                <a:ext uri="{FF2B5EF4-FFF2-40B4-BE49-F238E27FC236}">
                  <a16:creationId xmlns:a16="http://schemas.microsoft.com/office/drawing/2014/main" id="{68B8E675-A85F-98BC-EAE7-043C5FEA0DC7}"/>
                </a:ext>
              </a:extLst>
            </p:cNvPr>
            <p:cNvSpPr>
              <a:spLocks/>
            </p:cNvSpPr>
            <p:nvPr/>
          </p:nvSpPr>
          <p:spPr bwMode="auto">
            <a:xfrm rot="5094805">
              <a:off x="1317794" y="4206366"/>
              <a:ext cx="50269" cy="22850"/>
            </a:xfrm>
            <a:custGeom>
              <a:avLst/>
              <a:gdLst>
                <a:gd name="T0" fmla="*/ 20 w 20"/>
                <a:gd name="T1" fmla="*/ 0 h 9"/>
                <a:gd name="T2" fmla="*/ 11 w 20"/>
                <a:gd name="T3" fmla="*/ 5 h 9"/>
                <a:gd name="T4" fmla="*/ 0 w 20"/>
                <a:gd name="T5" fmla="*/ 9 h 9"/>
                <a:gd name="T6" fmla="*/ 9 w 20"/>
                <a:gd name="T7" fmla="*/ 4 h 9"/>
                <a:gd name="T8" fmla="*/ 20 w 20"/>
                <a:gd name="T9" fmla="*/ 0 h 9"/>
              </a:gdLst>
              <a:ahLst/>
              <a:cxnLst>
                <a:cxn ang="0">
                  <a:pos x="T0" y="T1"/>
                </a:cxn>
                <a:cxn ang="0">
                  <a:pos x="T2" y="T3"/>
                </a:cxn>
                <a:cxn ang="0">
                  <a:pos x="T4" y="T5"/>
                </a:cxn>
                <a:cxn ang="0">
                  <a:pos x="T6" y="T7"/>
                </a:cxn>
                <a:cxn ang="0">
                  <a:pos x="T8" y="T9"/>
                </a:cxn>
              </a:cxnLst>
              <a:rect l="0" t="0" r="r" b="b"/>
              <a:pathLst>
                <a:path w="20" h="9">
                  <a:moveTo>
                    <a:pt x="20" y="0"/>
                  </a:moveTo>
                  <a:cubicBezTo>
                    <a:pt x="20" y="0"/>
                    <a:pt x="16" y="2"/>
                    <a:pt x="11" y="5"/>
                  </a:cubicBezTo>
                  <a:cubicBezTo>
                    <a:pt x="5" y="7"/>
                    <a:pt x="1" y="9"/>
                    <a:pt x="0" y="9"/>
                  </a:cubicBezTo>
                  <a:cubicBezTo>
                    <a:pt x="0" y="9"/>
                    <a:pt x="4" y="6"/>
                    <a:pt x="9" y="4"/>
                  </a:cubicBezTo>
                  <a:cubicBezTo>
                    <a:pt x="15" y="1"/>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2" name="Freeform 1895">
              <a:extLst>
                <a:ext uri="{FF2B5EF4-FFF2-40B4-BE49-F238E27FC236}">
                  <a16:creationId xmlns:a16="http://schemas.microsoft.com/office/drawing/2014/main" id="{4B1C6826-A5E0-7B56-0620-8EB7C482A082}"/>
                </a:ext>
              </a:extLst>
            </p:cNvPr>
            <p:cNvSpPr>
              <a:spLocks/>
            </p:cNvSpPr>
            <p:nvPr/>
          </p:nvSpPr>
          <p:spPr bwMode="auto">
            <a:xfrm rot="5094805">
              <a:off x="700542" y="1534784"/>
              <a:ext cx="52554" cy="27420"/>
            </a:xfrm>
            <a:custGeom>
              <a:avLst/>
              <a:gdLst>
                <a:gd name="T0" fmla="*/ 20 w 21"/>
                <a:gd name="T1" fmla="*/ 9 h 11"/>
                <a:gd name="T2" fmla="*/ 11 w 21"/>
                <a:gd name="T3" fmla="*/ 10 h 11"/>
                <a:gd name="T4" fmla="*/ 0 w 21"/>
                <a:gd name="T5" fmla="*/ 2 h 11"/>
                <a:gd name="T6" fmla="*/ 9 w 21"/>
                <a:gd name="T7" fmla="*/ 2 h 11"/>
                <a:gd name="T8" fmla="*/ 20 w 21"/>
                <a:gd name="T9" fmla="*/ 9 h 11"/>
              </a:gdLst>
              <a:ahLst/>
              <a:cxnLst>
                <a:cxn ang="0">
                  <a:pos x="T0" y="T1"/>
                </a:cxn>
                <a:cxn ang="0">
                  <a:pos x="T2" y="T3"/>
                </a:cxn>
                <a:cxn ang="0">
                  <a:pos x="T4" y="T5"/>
                </a:cxn>
                <a:cxn ang="0">
                  <a:pos x="T6" y="T7"/>
                </a:cxn>
                <a:cxn ang="0">
                  <a:pos x="T8" y="T9"/>
                </a:cxn>
              </a:cxnLst>
              <a:rect l="0" t="0" r="r" b="b"/>
              <a:pathLst>
                <a:path w="21" h="11">
                  <a:moveTo>
                    <a:pt x="20" y="9"/>
                  </a:moveTo>
                  <a:cubicBezTo>
                    <a:pt x="21" y="11"/>
                    <a:pt x="17" y="11"/>
                    <a:pt x="11" y="10"/>
                  </a:cubicBezTo>
                  <a:cubicBezTo>
                    <a:pt x="6" y="8"/>
                    <a:pt x="1" y="5"/>
                    <a:pt x="0" y="2"/>
                  </a:cubicBezTo>
                  <a:cubicBezTo>
                    <a:pt x="0" y="0"/>
                    <a:pt x="4" y="0"/>
                    <a:pt x="9" y="2"/>
                  </a:cubicBezTo>
                  <a:cubicBezTo>
                    <a:pt x="15" y="4"/>
                    <a:pt x="20" y="7"/>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3" name="Freeform 1896">
              <a:extLst>
                <a:ext uri="{FF2B5EF4-FFF2-40B4-BE49-F238E27FC236}">
                  <a16:creationId xmlns:a16="http://schemas.microsoft.com/office/drawing/2014/main" id="{D8D7DB3C-2E80-FB89-96DA-330100E72F83}"/>
                </a:ext>
              </a:extLst>
            </p:cNvPr>
            <p:cNvSpPr>
              <a:spLocks/>
            </p:cNvSpPr>
            <p:nvPr/>
          </p:nvSpPr>
          <p:spPr bwMode="auto">
            <a:xfrm rot="5094805">
              <a:off x="745506" y="1330061"/>
              <a:ext cx="52554" cy="29705"/>
            </a:xfrm>
            <a:custGeom>
              <a:avLst/>
              <a:gdLst>
                <a:gd name="T0" fmla="*/ 20 w 21"/>
                <a:gd name="T1" fmla="*/ 9 h 12"/>
                <a:gd name="T2" fmla="*/ 12 w 21"/>
                <a:gd name="T3" fmla="*/ 11 h 12"/>
                <a:gd name="T4" fmla="*/ 1 w 21"/>
                <a:gd name="T5" fmla="*/ 3 h 12"/>
                <a:gd name="T6" fmla="*/ 9 w 21"/>
                <a:gd name="T7" fmla="*/ 1 h 12"/>
                <a:gd name="T8" fmla="*/ 20 w 21"/>
                <a:gd name="T9" fmla="*/ 9 h 12"/>
              </a:gdLst>
              <a:ahLst/>
              <a:cxnLst>
                <a:cxn ang="0">
                  <a:pos x="T0" y="T1"/>
                </a:cxn>
                <a:cxn ang="0">
                  <a:pos x="T2" y="T3"/>
                </a:cxn>
                <a:cxn ang="0">
                  <a:pos x="T4" y="T5"/>
                </a:cxn>
                <a:cxn ang="0">
                  <a:pos x="T6" y="T7"/>
                </a:cxn>
                <a:cxn ang="0">
                  <a:pos x="T8" y="T9"/>
                </a:cxn>
              </a:cxnLst>
              <a:rect l="0" t="0" r="r" b="b"/>
              <a:pathLst>
                <a:path w="21" h="12">
                  <a:moveTo>
                    <a:pt x="20" y="9"/>
                  </a:moveTo>
                  <a:cubicBezTo>
                    <a:pt x="21" y="12"/>
                    <a:pt x="17" y="12"/>
                    <a:pt x="12" y="11"/>
                  </a:cubicBezTo>
                  <a:cubicBezTo>
                    <a:pt x="7" y="9"/>
                    <a:pt x="1" y="6"/>
                    <a:pt x="1" y="3"/>
                  </a:cubicBezTo>
                  <a:cubicBezTo>
                    <a:pt x="0" y="0"/>
                    <a:pt x="4" y="0"/>
                    <a:pt x="9" y="1"/>
                  </a:cubicBezTo>
                  <a:cubicBezTo>
                    <a:pt x="14" y="3"/>
                    <a:pt x="20" y="6"/>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4" name="Freeform 1897">
              <a:extLst>
                <a:ext uri="{FF2B5EF4-FFF2-40B4-BE49-F238E27FC236}">
                  <a16:creationId xmlns:a16="http://schemas.microsoft.com/office/drawing/2014/main" id="{ACA1AA55-B0ED-8430-7A9A-C7F383405373}"/>
                </a:ext>
              </a:extLst>
            </p:cNvPr>
            <p:cNvSpPr>
              <a:spLocks/>
            </p:cNvSpPr>
            <p:nvPr/>
          </p:nvSpPr>
          <p:spPr bwMode="auto">
            <a:xfrm rot="5094805">
              <a:off x="787259" y="1126774"/>
              <a:ext cx="52554" cy="34275"/>
            </a:xfrm>
            <a:custGeom>
              <a:avLst/>
              <a:gdLst>
                <a:gd name="T0" fmla="*/ 21 w 21"/>
                <a:gd name="T1" fmla="*/ 10 h 14"/>
                <a:gd name="T2" fmla="*/ 12 w 21"/>
                <a:gd name="T3" fmla="*/ 13 h 14"/>
                <a:gd name="T4" fmla="*/ 1 w 21"/>
                <a:gd name="T5" fmla="*/ 4 h 14"/>
                <a:gd name="T6" fmla="*/ 10 w 21"/>
                <a:gd name="T7" fmla="*/ 2 h 14"/>
                <a:gd name="T8" fmla="*/ 21 w 21"/>
                <a:gd name="T9" fmla="*/ 10 h 14"/>
              </a:gdLst>
              <a:ahLst/>
              <a:cxnLst>
                <a:cxn ang="0">
                  <a:pos x="T0" y="T1"/>
                </a:cxn>
                <a:cxn ang="0">
                  <a:pos x="T2" y="T3"/>
                </a:cxn>
                <a:cxn ang="0">
                  <a:pos x="T4" y="T5"/>
                </a:cxn>
                <a:cxn ang="0">
                  <a:pos x="T6" y="T7"/>
                </a:cxn>
                <a:cxn ang="0">
                  <a:pos x="T8" y="T9"/>
                </a:cxn>
              </a:cxnLst>
              <a:rect l="0" t="0" r="r" b="b"/>
              <a:pathLst>
                <a:path w="21" h="14">
                  <a:moveTo>
                    <a:pt x="21" y="10"/>
                  </a:moveTo>
                  <a:cubicBezTo>
                    <a:pt x="21" y="13"/>
                    <a:pt x="17" y="14"/>
                    <a:pt x="12" y="13"/>
                  </a:cubicBezTo>
                  <a:cubicBezTo>
                    <a:pt x="6" y="11"/>
                    <a:pt x="1" y="7"/>
                    <a:pt x="1" y="4"/>
                  </a:cubicBezTo>
                  <a:cubicBezTo>
                    <a:pt x="0" y="1"/>
                    <a:pt x="5" y="0"/>
                    <a:pt x="10" y="2"/>
                  </a:cubicBezTo>
                  <a:cubicBezTo>
                    <a:pt x="15" y="3"/>
                    <a:pt x="20" y="7"/>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5" name="Freeform 1898">
              <a:extLst>
                <a:ext uri="{FF2B5EF4-FFF2-40B4-BE49-F238E27FC236}">
                  <a16:creationId xmlns:a16="http://schemas.microsoft.com/office/drawing/2014/main" id="{1C99542A-AC30-568D-F356-35681CC3FAAB}"/>
                </a:ext>
              </a:extLst>
            </p:cNvPr>
            <p:cNvSpPr>
              <a:spLocks/>
            </p:cNvSpPr>
            <p:nvPr/>
          </p:nvSpPr>
          <p:spPr bwMode="auto">
            <a:xfrm rot="5094805">
              <a:off x="822193" y="924298"/>
              <a:ext cx="47985" cy="38845"/>
            </a:xfrm>
            <a:custGeom>
              <a:avLst/>
              <a:gdLst>
                <a:gd name="T0" fmla="*/ 10 w 20"/>
                <a:gd name="T1" fmla="*/ 2 h 15"/>
                <a:gd name="T2" fmla="*/ 20 w 20"/>
                <a:gd name="T3" fmla="*/ 10 h 15"/>
                <a:gd name="T4" fmla="*/ 11 w 20"/>
                <a:gd name="T5" fmla="*/ 14 h 15"/>
                <a:gd name="T6" fmla="*/ 0 w 20"/>
                <a:gd name="T7" fmla="*/ 5 h 15"/>
                <a:gd name="T8" fmla="*/ 10 w 20"/>
                <a:gd name="T9" fmla="*/ 2 h 15"/>
              </a:gdLst>
              <a:ahLst/>
              <a:cxnLst>
                <a:cxn ang="0">
                  <a:pos x="T0" y="T1"/>
                </a:cxn>
                <a:cxn ang="0">
                  <a:pos x="T2" y="T3"/>
                </a:cxn>
                <a:cxn ang="0">
                  <a:pos x="T4" y="T5"/>
                </a:cxn>
                <a:cxn ang="0">
                  <a:pos x="T6" y="T7"/>
                </a:cxn>
                <a:cxn ang="0">
                  <a:pos x="T8" y="T9"/>
                </a:cxn>
              </a:cxnLst>
              <a:rect l="0" t="0" r="r" b="b"/>
              <a:pathLst>
                <a:path w="20" h="15">
                  <a:moveTo>
                    <a:pt x="10" y="2"/>
                  </a:moveTo>
                  <a:cubicBezTo>
                    <a:pt x="15" y="3"/>
                    <a:pt x="20" y="7"/>
                    <a:pt x="20" y="10"/>
                  </a:cubicBezTo>
                  <a:cubicBezTo>
                    <a:pt x="20" y="14"/>
                    <a:pt x="16" y="15"/>
                    <a:pt x="11" y="14"/>
                  </a:cubicBezTo>
                  <a:cubicBezTo>
                    <a:pt x="5" y="12"/>
                    <a:pt x="0" y="8"/>
                    <a:pt x="0" y="5"/>
                  </a:cubicBezTo>
                  <a:cubicBezTo>
                    <a:pt x="0" y="2"/>
                    <a:pt x="5"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6" name="Freeform 1899">
              <a:extLst>
                <a:ext uri="{FF2B5EF4-FFF2-40B4-BE49-F238E27FC236}">
                  <a16:creationId xmlns:a16="http://schemas.microsoft.com/office/drawing/2014/main" id="{4B9207CE-1527-3FB8-D87F-16F5365E0A4B}"/>
                </a:ext>
              </a:extLst>
            </p:cNvPr>
            <p:cNvSpPr>
              <a:spLocks/>
            </p:cNvSpPr>
            <p:nvPr/>
          </p:nvSpPr>
          <p:spPr bwMode="auto">
            <a:xfrm rot="5094805">
              <a:off x="838998" y="727502"/>
              <a:ext cx="54839" cy="36560"/>
            </a:xfrm>
            <a:custGeom>
              <a:avLst/>
              <a:gdLst>
                <a:gd name="T0" fmla="*/ 21 w 22"/>
                <a:gd name="T1" fmla="*/ 9 h 15"/>
                <a:gd name="T2" fmla="*/ 13 w 22"/>
                <a:gd name="T3" fmla="*/ 15 h 15"/>
                <a:gd name="T4" fmla="*/ 1 w 22"/>
                <a:gd name="T5" fmla="*/ 7 h 15"/>
                <a:gd name="T6" fmla="*/ 9 w 22"/>
                <a:gd name="T7" fmla="*/ 1 h 15"/>
                <a:gd name="T8" fmla="*/ 21 w 22"/>
                <a:gd name="T9" fmla="*/ 9 h 15"/>
              </a:gdLst>
              <a:ahLst/>
              <a:cxnLst>
                <a:cxn ang="0">
                  <a:pos x="T0" y="T1"/>
                </a:cxn>
                <a:cxn ang="0">
                  <a:pos x="T2" y="T3"/>
                </a:cxn>
                <a:cxn ang="0">
                  <a:pos x="T4" y="T5"/>
                </a:cxn>
                <a:cxn ang="0">
                  <a:pos x="T6" y="T7"/>
                </a:cxn>
                <a:cxn ang="0">
                  <a:pos x="T8" y="T9"/>
                </a:cxn>
              </a:cxnLst>
              <a:rect l="0" t="0" r="r" b="b"/>
              <a:pathLst>
                <a:path w="22" h="15">
                  <a:moveTo>
                    <a:pt x="21" y="9"/>
                  </a:moveTo>
                  <a:cubicBezTo>
                    <a:pt x="22" y="13"/>
                    <a:pt x="18" y="15"/>
                    <a:pt x="13" y="15"/>
                  </a:cubicBezTo>
                  <a:cubicBezTo>
                    <a:pt x="7" y="14"/>
                    <a:pt x="2" y="10"/>
                    <a:pt x="1" y="7"/>
                  </a:cubicBezTo>
                  <a:cubicBezTo>
                    <a:pt x="0" y="3"/>
                    <a:pt x="4" y="0"/>
                    <a:pt x="9" y="1"/>
                  </a:cubicBezTo>
                  <a:cubicBezTo>
                    <a:pt x="15" y="2"/>
                    <a:pt x="20" y="5"/>
                    <a:pt x="2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7" name="Freeform 1900">
              <a:extLst>
                <a:ext uri="{FF2B5EF4-FFF2-40B4-BE49-F238E27FC236}">
                  <a16:creationId xmlns:a16="http://schemas.microsoft.com/office/drawing/2014/main" id="{2528EB52-EAD7-33FD-9710-AC820F7F2D6A}"/>
                </a:ext>
              </a:extLst>
            </p:cNvPr>
            <p:cNvSpPr>
              <a:spLocks/>
            </p:cNvSpPr>
            <p:nvPr/>
          </p:nvSpPr>
          <p:spPr bwMode="auto">
            <a:xfrm rot="5094805">
              <a:off x="837709" y="532626"/>
              <a:ext cx="54839" cy="36560"/>
            </a:xfrm>
            <a:custGeom>
              <a:avLst/>
              <a:gdLst>
                <a:gd name="T0" fmla="*/ 10 w 22"/>
                <a:gd name="T1" fmla="*/ 0 h 15"/>
                <a:gd name="T2" fmla="*/ 21 w 22"/>
                <a:gd name="T3" fmla="*/ 8 h 15"/>
                <a:gd name="T4" fmla="*/ 12 w 22"/>
                <a:gd name="T5" fmla="*/ 15 h 15"/>
                <a:gd name="T6" fmla="*/ 1 w 22"/>
                <a:gd name="T7" fmla="*/ 7 h 15"/>
                <a:gd name="T8" fmla="*/ 10 w 22"/>
                <a:gd name="T9" fmla="*/ 0 h 15"/>
              </a:gdLst>
              <a:ahLst/>
              <a:cxnLst>
                <a:cxn ang="0">
                  <a:pos x="T0" y="T1"/>
                </a:cxn>
                <a:cxn ang="0">
                  <a:pos x="T2" y="T3"/>
                </a:cxn>
                <a:cxn ang="0">
                  <a:pos x="T4" y="T5"/>
                </a:cxn>
                <a:cxn ang="0">
                  <a:pos x="T6" y="T7"/>
                </a:cxn>
                <a:cxn ang="0">
                  <a:pos x="T8" y="T9"/>
                </a:cxn>
              </a:cxnLst>
              <a:rect l="0" t="0" r="r" b="b"/>
              <a:pathLst>
                <a:path w="22" h="15">
                  <a:moveTo>
                    <a:pt x="10" y="0"/>
                  </a:moveTo>
                  <a:cubicBezTo>
                    <a:pt x="15" y="0"/>
                    <a:pt x="20" y="4"/>
                    <a:pt x="21" y="8"/>
                  </a:cubicBezTo>
                  <a:cubicBezTo>
                    <a:pt x="22" y="12"/>
                    <a:pt x="18" y="15"/>
                    <a:pt x="12" y="15"/>
                  </a:cubicBezTo>
                  <a:cubicBezTo>
                    <a:pt x="7" y="15"/>
                    <a:pt x="2" y="11"/>
                    <a:pt x="1" y="7"/>
                  </a:cubicBezTo>
                  <a:cubicBezTo>
                    <a:pt x="0" y="3"/>
                    <a:pt x="4"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8" name="Freeform 1901">
              <a:extLst>
                <a:ext uri="{FF2B5EF4-FFF2-40B4-BE49-F238E27FC236}">
                  <a16:creationId xmlns:a16="http://schemas.microsoft.com/office/drawing/2014/main" id="{94D0D304-57C8-B686-647A-A404460E4D2D}"/>
                </a:ext>
              </a:extLst>
            </p:cNvPr>
            <p:cNvSpPr>
              <a:spLocks/>
            </p:cNvSpPr>
            <p:nvPr/>
          </p:nvSpPr>
          <p:spPr bwMode="auto">
            <a:xfrm rot="5094805">
              <a:off x="819360" y="338329"/>
              <a:ext cx="50269" cy="38845"/>
            </a:xfrm>
            <a:custGeom>
              <a:avLst/>
              <a:gdLst>
                <a:gd name="T0" fmla="*/ 20 w 21"/>
                <a:gd name="T1" fmla="*/ 7 h 16"/>
                <a:gd name="T2" fmla="*/ 11 w 21"/>
                <a:gd name="T3" fmla="*/ 16 h 16"/>
                <a:gd name="T4" fmla="*/ 1 w 21"/>
                <a:gd name="T5" fmla="*/ 9 h 16"/>
                <a:gd name="T6" fmla="*/ 9 w 21"/>
                <a:gd name="T7" fmla="*/ 0 h 16"/>
                <a:gd name="T8" fmla="*/ 20 w 21"/>
                <a:gd name="T9" fmla="*/ 7 h 16"/>
              </a:gdLst>
              <a:ahLst/>
              <a:cxnLst>
                <a:cxn ang="0">
                  <a:pos x="T0" y="T1"/>
                </a:cxn>
                <a:cxn ang="0">
                  <a:pos x="T2" y="T3"/>
                </a:cxn>
                <a:cxn ang="0">
                  <a:pos x="T4" y="T5"/>
                </a:cxn>
                <a:cxn ang="0">
                  <a:pos x="T6" y="T7"/>
                </a:cxn>
                <a:cxn ang="0">
                  <a:pos x="T8" y="T9"/>
                </a:cxn>
              </a:cxnLst>
              <a:rect l="0" t="0" r="r" b="b"/>
              <a:pathLst>
                <a:path w="21" h="16">
                  <a:moveTo>
                    <a:pt x="20" y="7"/>
                  </a:moveTo>
                  <a:cubicBezTo>
                    <a:pt x="21" y="11"/>
                    <a:pt x="17" y="15"/>
                    <a:pt x="11" y="16"/>
                  </a:cubicBezTo>
                  <a:cubicBezTo>
                    <a:pt x="6" y="16"/>
                    <a:pt x="1" y="13"/>
                    <a:pt x="1" y="9"/>
                  </a:cubicBezTo>
                  <a:cubicBezTo>
                    <a:pt x="0" y="5"/>
                    <a:pt x="4" y="1"/>
                    <a:pt x="9" y="0"/>
                  </a:cubicBezTo>
                  <a:cubicBezTo>
                    <a:pt x="15" y="0"/>
                    <a:pt x="20" y="3"/>
                    <a:pt x="2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9" name="Freeform 1902">
              <a:extLst>
                <a:ext uri="{FF2B5EF4-FFF2-40B4-BE49-F238E27FC236}">
                  <a16:creationId xmlns:a16="http://schemas.microsoft.com/office/drawing/2014/main" id="{800875ED-659A-8206-48A8-3E497F3A4EDF}"/>
                </a:ext>
              </a:extLst>
            </p:cNvPr>
            <p:cNvSpPr>
              <a:spLocks/>
            </p:cNvSpPr>
            <p:nvPr/>
          </p:nvSpPr>
          <p:spPr bwMode="auto">
            <a:xfrm rot="5094805">
              <a:off x="772553" y="145219"/>
              <a:ext cx="50269" cy="43415"/>
            </a:xfrm>
            <a:custGeom>
              <a:avLst/>
              <a:gdLst>
                <a:gd name="T0" fmla="*/ 20 w 20"/>
                <a:gd name="T1" fmla="*/ 7 h 18"/>
                <a:gd name="T2" fmla="*/ 11 w 20"/>
                <a:gd name="T3" fmla="*/ 17 h 18"/>
                <a:gd name="T4" fmla="*/ 0 w 20"/>
                <a:gd name="T5" fmla="*/ 11 h 18"/>
                <a:gd name="T6" fmla="*/ 10 w 20"/>
                <a:gd name="T7" fmla="*/ 1 h 18"/>
                <a:gd name="T8" fmla="*/ 20 w 20"/>
                <a:gd name="T9" fmla="*/ 7 h 18"/>
              </a:gdLst>
              <a:ahLst/>
              <a:cxnLst>
                <a:cxn ang="0">
                  <a:pos x="T0" y="T1"/>
                </a:cxn>
                <a:cxn ang="0">
                  <a:pos x="T2" y="T3"/>
                </a:cxn>
                <a:cxn ang="0">
                  <a:pos x="T4" y="T5"/>
                </a:cxn>
                <a:cxn ang="0">
                  <a:pos x="T6" y="T7"/>
                </a:cxn>
                <a:cxn ang="0">
                  <a:pos x="T8" y="T9"/>
                </a:cxn>
              </a:cxnLst>
              <a:rect l="0" t="0" r="r" b="b"/>
              <a:pathLst>
                <a:path w="20" h="18">
                  <a:moveTo>
                    <a:pt x="20" y="7"/>
                  </a:moveTo>
                  <a:cubicBezTo>
                    <a:pt x="20" y="12"/>
                    <a:pt x="16" y="16"/>
                    <a:pt x="11" y="17"/>
                  </a:cubicBezTo>
                  <a:cubicBezTo>
                    <a:pt x="5" y="18"/>
                    <a:pt x="1" y="15"/>
                    <a:pt x="0" y="11"/>
                  </a:cubicBezTo>
                  <a:cubicBezTo>
                    <a:pt x="0" y="7"/>
                    <a:pt x="5" y="2"/>
                    <a:pt x="10" y="1"/>
                  </a:cubicBezTo>
                  <a:cubicBezTo>
                    <a:pt x="15" y="0"/>
                    <a:pt x="20" y="3"/>
                    <a:pt x="2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0" name="Freeform 1903">
              <a:extLst>
                <a:ext uri="{FF2B5EF4-FFF2-40B4-BE49-F238E27FC236}">
                  <a16:creationId xmlns:a16="http://schemas.microsoft.com/office/drawing/2014/main" id="{C6F89090-4CE3-A53E-4EF1-AE3E2BA6B236}"/>
                </a:ext>
              </a:extLst>
            </p:cNvPr>
            <p:cNvSpPr>
              <a:spLocks/>
            </p:cNvSpPr>
            <p:nvPr/>
          </p:nvSpPr>
          <p:spPr bwMode="auto">
            <a:xfrm rot="5094805">
              <a:off x="696562" y="-40704"/>
              <a:ext cx="50269" cy="47985"/>
            </a:xfrm>
            <a:custGeom>
              <a:avLst/>
              <a:gdLst>
                <a:gd name="T0" fmla="*/ 19 w 20"/>
                <a:gd name="T1" fmla="*/ 6 h 19"/>
                <a:gd name="T2" fmla="*/ 10 w 20"/>
                <a:gd name="T3" fmla="*/ 17 h 19"/>
                <a:gd name="T4" fmla="*/ 0 w 20"/>
                <a:gd name="T5" fmla="*/ 13 h 19"/>
                <a:gd name="T6" fmla="*/ 9 w 20"/>
                <a:gd name="T7" fmla="*/ 2 h 19"/>
                <a:gd name="T8" fmla="*/ 19 w 20"/>
                <a:gd name="T9" fmla="*/ 6 h 19"/>
              </a:gdLst>
              <a:ahLst/>
              <a:cxnLst>
                <a:cxn ang="0">
                  <a:pos x="T0" y="T1"/>
                </a:cxn>
                <a:cxn ang="0">
                  <a:pos x="T2" y="T3"/>
                </a:cxn>
                <a:cxn ang="0">
                  <a:pos x="T4" y="T5"/>
                </a:cxn>
                <a:cxn ang="0">
                  <a:pos x="T6" y="T7"/>
                </a:cxn>
                <a:cxn ang="0">
                  <a:pos x="T8" y="T9"/>
                </a:cxn>
              </a:cxnLst>
              <a:rect l="0" t="0" r="r" b="b"/>
              <a:pathLst>
                <a:path w="20" h="19">
                  <a:moveTo>
                    <a:pt x="19" y="6"/>
                  </a:moveTo>
                  <a:cubicBezTo>
                    <a:pt x="20" y="10"/>
                    <a:pt x="15" y="15"/>
                    <a:pt x="10" y="17"/>
                  </a:cubicBezTo>
                  <a:cubicBezTo>
                    <a:pt x="5" y="19"/>
                    <a:pt x="0" y="17"/>
                    <a:pt x="0" y="13"/>
                  </a:cubicBezTo>
                  <a:cubicBezTo>
                    <a:pt x="0" y="9"/>
                    <a:pt x="4" y="3"/>
                    <a:pt x="9" y="2"/>
                  </a:cubicBezTo>
                  <a:cubicBezTo>
                    <a:pt x="14" y="0"/>
                    <a:pt x="19" y="2"/>
                    <a:pt x="1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1" name="Freeform 1923">
              <a:extLst>
                <a:ext uri="{FF2B5EF4-FFF2-40B4-BE49-F238E27FC236}">
                  <a16:creationId xmlns:a16="http://schemas.microsoft.com/office/drawing/2014/main" id="{0CAF2C00-7726-AB31-B848-EABCC655D944}"/>
                </a:ext>
              </a:extLst>
            </p:cNvPr>
            <p:cNvSpPr>
              <a:spLocks/>
            </p:cNvSpPr>
            <p:nvPr/>
          </p:nvSpPr>
          <p:spPr bwMode="auto">
            <a:xfrm rot="5094805">
              <a:off x="1423575" y="4389647"/>
              <a:ext cx="50269" cy="22850"/>
            </a:xfrm>
            <a:custGeom>
              <a:avLst/>
              <a:gdLst>
                <a:gd name="T0" fmla="*/ 10 w 21"/>
                <a:gd name="T1" fmla="*/ 4 h 9"/>
                <a:gd name="T2" fmla="*/ 20 w 21"/>
                <a:gd name="T3" fmla="*/ 0 h 9"/>
                <a:gd name="T4" fmla="*/ 12 w 21"/>
                <a:gd name="T5" fmla="*/ 4 h 9"/>
                <a:gd name="T6" fmla="*/ 1 w 21"/>
                <a:gd name="T7" fmla="*/ 9 h 9"/>
                <a:gd name="T8" fmla="*/ 10 w 21"/>
                <a:gd name="T9" fmla="*/ 4 h 9"/>
              </a:gdLst>
              <a:ahLst/>
              <a:cxnLst>
                <a:cxn ang="0">
                  <a:pos x="T0" y="T1"/>
                </a:cxn>
                <a:cxn ang="0">
                  <a:pos x="T2" y="T3"/>
                </a:cxn>
                <a:cxn ang="0">
                  <a:pos x="T4" y="T5"/>
                </a:cxn>
                <a:cxn ang="0">
                  <a:pos x="T6" y="T7"/>
                </a:cxn>
                <a:cxn ang="0">
                  <a:pos x="T8" y="T9"/>
                </a:cxn>
              </a:cxnLst>
              <a:rect l="0" t="0" r="r" b="b"/>
              <a:pathLst>
                <a:path w="21" h="9">
                  <a:moveTo>
                    <a:pt x="10" y="4"/>
                  </a:moveTo>
                  <a:cubicBezTo>
                    <a:pt x="15" y="2"/>
                    <a:pt x="20" y="0"/>
                    <a:pt x="20" y="0"/>
                  </a:cubicBezTo>
                  <a:cubicBezTo>
                    <a:pt x="21" y="0"/>
                    <a:pt x="17" y="2"/>
                    <a:pt x="12" y="4"/>
                  </a:cubicBezTo>
                  <a:cubicBezTo>
                    <a:pt x="7" y="7"/>
                    <a:pt x="1" y="9"/>
                    <a:pt x="1" y="9"/>
                  </a:cubicBezTo>
                  <a:cubicBezTo>
                    <a:pt x="0" y="9"/>
                    <a:pt x="5"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2" name="Freeform 1924">
              <a:extLst>
                <a:ext uri="{FF2B5EF4-FFF2-40B4-BE49-F238E27FC236}">
                  <a16:creationId xmlns:a16="http://schemas.microsoft.com/office/drawing/2014/main" id="{512B02A4-FF76-AA37-5A75-9635CB347528}"/>
                </a:ext>
              </a:extLst>
            </p:cNvPr>
            <p:cNvSpPr>
              <a:spLocks/>
            </p:cNvSpPr>
            <p:nvPr/>
          </p:nvSpPr>
          <p:spPr bwMode="auto">
            <a:xfrm rot="5094805">
              <a:off x="1528314" y="4574066"/>
              <a:ext cx="52554" cy="22850"/>
            </a:xfrm>
            <a:custGeom>
              <a:avLst/>
              <a:gdLst>
                <a:gd name="T0" fmla="*/ 20 w 21"/>
                <a:gd name="T1" fmla="*/ 0 h 9"/>
                <a:gd name="T2" fmla="*/ 11 w 21"/>
                <a:gd name="T3" fmla="*/ 5 h 9"/>
                <a:gd name="T4" fmla="*/ 1 w 21"/>
                <a:gd name="T5" fmla="*/ 9 h 9"/>
                <a:gd name="T6" fmla="*/ 10 w 21"/>
                <a:gd name="T7" fmla="*/ 4 h 9"/>
                <a:gd name="T8" fmla="*/ 20 w 21"/>
                <a:gd name="T9" fmla="*/ 0 h 9"/>
              </a:gdLst>
              <a:ahLst/>
              <a:cxnLst>
                <a:cxn ang="0">
                  <a:pos x="T0" y="T1"/>
                </a:cxn>
                <a:cxn ang="0">
                  <a:pos x="T2" y="T3"/>
                </a:cxn>
                <a:cxn ang="0">
                  <a:pos x="T4" y="T5"/>
                </a:cxn>
                <a:cxn ang="0">
                  <a:pos x="T6" y="T7"/>
                </a:cxn>
                <a:cxn ang="0">
                  <a:pos x="T8" y="T9"/>
                </a:cxn>
              </a:cxnLst>
              <a:rect l="0" t="0" r="r" b="b"/>
              <a:pathLst>
                <a:path w="21" h="9">
                  <a:moveTo>
                    <a:pt x="20" y="0"/>
                  </a:moveTo>
                  <a:cubicBezTo>
                    <a:pt x="21" y="0"/>
                    <a:pt x="16" y="2"/>
                    <a:pt x="11" y="5"/>
                  </a:cubicBezTo>
                  <a:cubicBezTo>
                    <a:pt x="6" y="7"/>
                    <a:pt x="1" y="9"/>
                    <a:pt x="1" y="9"/>
                  </a:cubicBezTo>
                  <a:cubicBezTo>
                    <a:pt x="0" y="9"/>
                    <a:pt x="4" y="6"/>
                    <a:pt x="10"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3" name="Freeform 1925">
              <a:extLst>
                <a:ext uri="{FF2B5EF4-FFF2-40B4-BE49-F238E27FC236}">
                  <a16:creationId xmlns:a16="http://schemas.microsoft.com/office/drawing/2014/main" id="{93A85442-7E1D-5920-695B-78F84F957B1C}"/>
                </a:ext>
              </a:extLst>
            </p:cNvPr>
            <p:cNvSpPr>
              <a:spLocks/>
            </p:cNvSpPr>
            <p:nvPr/>
          </p:nvSpPr>
          <p:spPr bwMode="auto">
            <a:xfrm rot="5094805">
              <a:off x="1632860" y="4756412"/>
              <a:ext cx="50269" cy="22850"/>
            </a:xfrm>
            <a:custGeom>
              <a:avLst/>
              <a:gdLst>
                <a:gd name="T0" fmla="*/ 9 w 20"/>
                <a:gd name="T1" fmla="*/ 4 h 9"/>
                <a:gd name="T2" fmla="*/ 20 w 20"/>
                <a:gd name="T3" fmla="*/ 0 h 9"/>
                <a:gd name="T4" fmla="*/ 11 w 20"/>
                <a:gd name="T5" fmla="*/ 5 h 9"/>
                <a:gd name="T6" fmla="*/ 0 w 20"/>
                <a:gd name="T7" fmla="*/ 9 h 9"/>
                <a:gd name="T8" fmla="*/ 9 w 20"/>
                <a:gd name="T9" fmla="*/ 4 h 9"/>
              </a:gdLst>
              <a:ahLst/>
              <a:cxnLst>
                <a:cxn ang="0">
                  <a:pos x="T0" y="T1"/>
                </a:cxn>
                <a:cxn ang="0">
                  <a:pos x="T2" y="T3"/>
                </a:cxn>
                <a:cxn ang="0">
                  <a:pos x="T4" y="T5"/>
                </a:cxn>
                <a:cxn ang="0">
                  <a:pos x="T6" y="T7"/>
                </a:cxn>
                <a:cxn ang="0">
                  <a:pos x="T8" y="T9"/>
                </a:cxn>
              </a:cxnLst>
              <a:rect l="0" t="0" r="r" b="b"/>
              <a:pathLst>
                <a:path w="20" h="9">
                  <a:moveTo>
                    <a:pt x="9" y="4"/>
                  </a:moveTo>
                  <a:cubicBezTo>
                    <a:pt x="14" y="2"/>
                    <a:pt x="19" y="0"/>
                    <a:pt x="20" y="0"/>
                  </a:cubicBezTo>
                  <a:cubicBezTo>
                    <a:pt x="20" y="0"/>
                    <a:pt x="16" y="2"/>
                    <a:pt x="11" y="5"/>
                  </a:cubicBezTo>
                  <a:cubicBezTo>
                    <a:pt x="6" y="7"/>
                    <a:pt x="1" y="9"/>
                    <a:pt x="0" y="9"/>
                  </a:cubicBezTo>
                  <a:cubicBezTo>
                    <a:pt x="0" y="9"/>
                    <a:pt x="4" y="6"/>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4" name="Freeform 1926">
              <a:extLst>
                <a:ext uri="{FF2B5EF4-FFF2-40B4-BE49-F238E27FC236}">
                  <a16:creationId xmlns:a16="http://schemas.microsoft.com/office/drawing/2014/main" id="{68D95D46-5891-24C8-0BF9-86C7A4B89E7F}"/>
                </a:ext>
              </a:extLst>
            </p:cNvPr>
            <p:cNvSpPr>
              <a:spLocks/>
            </p:cNvSpPr>
            <p:nvPr/>
          </p:nvSpPr>
          <p:spPr bwMode="auto">
            <a:xfrm rot="5094805">
              <a:off x="1731813" y="4942586"/>
              <a:ext cx="50269" cy="18280"/>
            </a:xfrm>
            <a:custGeom>
              <a:avLst/>
              <a:gdLst>
                <a:gd name="T0" fmla="*/ 20 w 20"/>
                <a:gd name="T1" fmla="*/ 0 h 8"/>
                <a:gd name="T2" fmla="*/ 11 w 20"/>
                <a:gd name="T3" fmla="*/ 4 h 8"/>
                <a:gd name="T4" fmla="*/ 0 w 20"/>
                <a:gd name="T5" fmla="*/ 8 h 8"/>
                <a:gd name="T6" fmla="*/ 9 w 20"/>
                <a:gd name="T7" fmla="*/ 4 h 8"/>
                <a:gd name="T8" fmla="*/ 20 w 20"/>
                <a:gd name="T9" fmla="*/ 0 h 8"/>
              </a:gdLst>
              <a:ahLst/>
              <a:cxnLst>
                <a:cxn ang="0">
                  <a:pos x="T0" y="T1"/>
                </a:cxn>
                <a:cxn ang="0">
                  <a:pos x="T2" y="T3"/>
                </a:cxn>
                <a:cxn ang="0">
                  <a:pos x="T4" y="T5"/>
                </a:cxn>
                <a:cxn ang="0">
                  <a:pos x="T6" y="T7"/>
                </a:cxn>
                <a:cxn ang="0">
                  <a:pos x="T8" y="T9"/>
                </a:cxn>
              </a:cxnLst>
              <a:rect l="0" t="0" r="r" b="b"/>
              <a:pathLst>
                <a:path w="20" h="8">
                  <a:moveTo>
                    <a:pt x="20" y="0"/>
                  </a:moveTo>
                  <a:cubicBezTo>
                    <a:pt x="20" y="0"/>
                    <a:pt x="16" y="2"/>
                    <a:pt x="11" y="4"/>
                  </a:cubicBezTo>
                  <a:cubicBezTo>
                    <a:pt x="6" y="6"/>
                    <a:pt x="1" y="8"/>
                    <a:pt x="0" y="8"/>
                  </a:cubicBezTo>
                  <a:cubicBezTo>
                    <a:pt x="0" y="8"/>
                    <a:pt x="3" y="6"/>
                    <a:pt x="9" y="4"/>
                  </a:cubicBezTo>
                  <a:cubicBezTo>
                    <a:pt x="14" y="2"/>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5" name="Freeform 1927">
              <a:extLst>
                <a:ext uri="{FF2B5EF4-FFF2-40B4-BE49-F238E27FC236}">
                  <a16:creationId xmlns:a16="http://schemas.microsoft.com/office/drawing/2014/main" id="{61942813-9FDB-1438-57B6-04BD14C90D2D}"/>
                </a:ext>
              </a:extLst>
            </p:cNvPr>
            <p:cNvSpPr>
              <a:spLocks/>
            </p:cNvSpPr>
            <p:nvPr/>
          </p:nvSpPr>
          <p:spPr bwMode="auto">
            <a:xfrm rot="5094805">
              <a:off x="1826319" y="5126977"/>
              <a:ext cx="47985" cy="20565"/>
            </a:xfrm>
            <a:custGeom>
              <a:avLst/>
              <a:gdLst>
                <a:gd name="T0" fmla="*/ 0 w 20"/>
                <a:gd name="T1" fmla="*/ 8 h 8"/>
                <a:gd name="T2" fmla="*/ 9 w 20"/>
                <a:gd name="T3" fmla="*/ 4 h 8"/>
                <a:gd name="T4" fmla="*/ 20 w 20"/>
                <a:gd name="T5" fmla="*/ 1 h 8"/>
                <a:gd name="T6" fmla="*/ 10 w 20"/>
                <a:gd name="T7" fmla="*/ 5 h 8"/>
                <a:gd name="T8" fmla="*/ 0 w 20"/>
                <a:gd name="T9" fmla="*/ 8 h 8"/>
              </a:gdLst>
              <a:ahLst/>
              <a:cxnLst>
                <a:cxn ang="0">
                  <a:pos x="T0" y="T1"/>
                </a:cxn>
                <a:cxn ang="0">
                  <a:pos x="T2" y="T3"/>
                </a:cxn>
                <a:cxn ang="0">
                  <a:pos x="T4" y="T5"/>
                </a:cxn>
                <a:cxn ang="0">
                  <a:pos x="T6" y="T7"/>
                </a:cxn>
                <a:cxn ang="0">
                  <a:pos x="T8" y="T9"/>
                </a:cxn>
              </a:cxnLst>
              <a:rect l="0" t="0" r="r" b="b"/>
              <a:pathLst>
                <a:path w="20" h="8">
                  <a:moveTo>
                    <a:pt x="0" y="8"/>
                  </a:moveTo>
                  <a:cubicBezTo>
                    <a:pt x="0" y="8"/>
                    <a:pt x="4" y="6"/>
                    <a:pt x="9" y="4"/>
                  </a:cubicBezTo>
                  <a:cubicBezTo>
                    <a:pt x="15" y="2"/>
                    <a:pt x="19" y="0"/>
                    <a:pt x="20" y="1"/>
                  </a:cubicBezTo>
                  <a:cubicBezTo>
                    <a:pt x="20" y="1"/>
                    <a:pt x="15" y="3"/>
                    <a:pt x="10" y="5"/>
                  </a:cubicBezTo>
                  <a:cubicBezTo>
                    <a:pt x="5" y="7"/>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6" name="Freeform 1928">
              <a:extLst>
                <a:ext uri="{FF2B5EF4-FFF2-40B4-BE49-F238E27FC236}">
                  <a16:creationId xmlns:a16="http://schemas.microsoft.com/office/drawing/2014/main" id="{183AEA37-ED07-152A-97D5-D16512624614}"/>
                </a:ext>
              </a:extLst>
            </p:cNvPr>
            <p:cNvSpPr>
              <a:spLocks/>
            </p:cNvSpPr>
            <p:nvPr/>
          </p:nvSpPr>
          <p:spPr bwMode="auto">
            <a:xfrm rot="5094805">
              <a:off x="1909437" y="5314463"/>
              <a:ext cx="50269" cy="18280"/>
            </a:xfrm>
            <a:custGeom>
              <a:avLst/>
              <a:gdLst>
                <a:gd name="T0" fmla="*/ 11 w 20"/>
                <a:gd name="T1" fmla="*/ 3 h 7"/>
                <a:gd name="T2" fmla="*/ 0 w 20"/>
                <a:gd name="T3" fmla="*/ 6 h 7"/>
                <a:gd name="T4" fmla="*/ 9 w 20"/>
                <a:gd name="T5" fmla="*/ 3 h 7"/>
                <a:gd name="T6" fmla="*/ 20 w 20"/>
                <a:gd name="T7" fmla="*/ 0 h 7"/>
                <a:gd name="T8" fmla="*/ 11 w 20"/>
                <a:gd name="T9" fmla="*/ 3 h 7"/>
              </a:gdLst>
              <a:ahLst/>
              <a:cxnLst>
                <a:cxn ang="0">
                  <a:pos x="T0" y="T1"/>
                </a:cxn>
                <a:cxn ang="0">
                  <a:pos x="T2" y="T3"/>
                </a:cxn>
                <a:cxn ang="0">
                  <a:pos x="T4" y="T5"/>
                </a:cxn>
                <a:cxn ang="0">
                  <a:pos x="T6" y="T7"/>
                </a:cxn>
                <a:cxn ang="0">
                  <a:pos x="T8" y="T9"/>
                </a:cxn>
              </a:cxnLst>
              <a:rect l="0" t="0" r="r" b="b"/>
              <a:pathLst>
                <a:path w="20" h="7">
                  <a:moveTo>
                    <a:pt x="11" y="3"/>
                  </a:moveTo>
                  <a:cubicBezTo>
                    <a:pt x="5" y="5"/>
                    <a:pt x="0" y="7"/>
                    <a:pt x="0" y="6"/>
                  </a:cubicBezTo>
                  <a:cubicBezTo>
                    <a:pt x="0" y="6"/>
                    <a:pt x="4" y="4"/>
                    <a:pt x="9" y="3"/>
                  </a:cubicBezTo>
                  <a:cubicBezTo>
                    <a:pt x="14" y="1"/>
                    <a:pt x="19" y="0"/>
                    <a:pt x="20" y="0"/>
                  </a:cubicBezTo>
                  <a:cubicBezTo>
                    <a:pt x="20" y="0"/>
                    <a:pt x="16"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7" name="Freeform 1929">
              <a:extLst>
                <a:ext uri="{FF2B5EF4-FFF2-40B4-BE49-F238E27FC236}">
                  <a16:creationId xmlns:a16="http://schemas.microsoft.com/office/drawing/2014/main" id="{BF9826F2-D978-EA34-28E0-6CA9650F406E}"/>
                </a:ext>
              </a:extLst>
            </p:cNvPr>
            <p:cNvSpPr>
              <a:spLocks/>
            </p:cNvSpPr>
            <p:nvPr/>
          </p:nvSpPr>
          <p:spPr bwMode="auto">
            <a:xfrm rot="5094805">
              <a:off x="1986768" y="5501419"/>
              <a:ext cx="50269" cy="15995"/>
            </a:xfrm>
            <a:custGeom>
              <a:avLst/>
              <a:gdLst>
                <a:gd name="T0" fmla="*/ 20 w 20"/>
                <a:gd name="T1" fmla="*/ 0 h 6"/>
                <a:gd name="T2" fmla="*/ 11 w 20"/>
                <a:gd name="T3" fmla="*/ 3 h 6"/>
                <a:gd name="T4" fmla="*/ 0 w 20"/>
                <a:gd name="T5" fmla="*/ 6 h 6"/>
                <a:gd name="T6" fmla="*/ 9 w 20"/>
                <a:gd name="T7" fmla="*/ 2 h 6"/>
                <a:gd name="T8" fmla="*/ 20 w 20"/>
                <a:gd name="T9" fmla="*/ 0 h 6"/>
              </a:gdLst>
              <a:ahLst/>
              <a:cxnLst>
                <a:cxn ang="0">
                  <a:pos x="T0" y="T1"/>
                </a:cxn>
                <a:cxn ang="0">
                  <a:pos x="T2" y="T3"/>
                </a:cxn>
                <a:cxn ang="0">
                  <a:pos x="T4" y="T5"/>
                </a:cxn>
                <a:cxn ang="0">
                  <a:pos x="T6" y="T7"/>
                </a:cxn>
                <a:cxn ang="0">
                  <a:pos x="T8" y="T9"/>
                </a:cxn>
              </a:cxnLst>
              <a:rect l="0" t="0" r="r" b="b"/>
              <a:pathLst>
                <a:path w="20" h="6">
                  <a:moveTo>
                    <a:pt x="20" y="0"/>
                  </a:moveTo>
                  <a:cubicBezTo>
                    <a:pt x="20" y="0"/>
                    <a:pt x="16" y="2"/>
                    <a:pt x="11" y="3"/>
                  </a:cubicBezTo>
                  <a:cubicBezTo>
                    <a:pt x="6" y="5"/>
                    <a:pt x="0" y="6"/>
                    <a:pt x="0" y="6"/>
                  </a:cubicBezTo>
                  <a:cubicBezTo>
                    <a:pt x="0" y="5"/>
                    <a:pt x="4" y="4"/>
                    <a:pt x="9" y="2"/>
                  </a:cubicBezTo>
                  <a:cubicBezTo>
                    <a:pt x="14" y="1"/>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8" name="Freeform 1930">
              <a:extLst>
                <a:ext uri="{FF2B5EF4-FFF2-40B4-BE49-F238E27FC236}">
                  <a16:creationId xmlns:a16="http://schemas.microsoft.com/office/drawing/2014/main" id="{C5BC7196-A604-E830-B976-CA508FF0288E}"/>
                </a:ext>
              </a:extLst>
            </p:cNvPr>
            <p:cNvSpPr>
              <a:spLocks/>
            </p:cNvSpPr>
            <p:nvPr/>
          </p:nvSpPr>
          <p:spPr bwMode="auto">
            <a:xfrm rot="5094805">
              <a:off x="2055100" y="5691567"/>
              <a:ext cx="47985" cy="11425"/>
            </a:xfrm>
            <a:custGeom>
              <a:avLst/>
              <a:gdLst>
                <a:gd name="T0" fmla="*/ 10 w 20"/>
                <a:gd name="T1" fmla="*/ 2 h 5"/>
                <a:gd name="T2" fmla="*/ 20 w 20"/>
                <a:gd name="T3" fmla="*/ 0 h 5"/>
                <a:gd name="T4" fmla="*/ 10 w 20"/>
                <a:gd name="T5" fmla="*/ 3 h 5"/>
                <a:gd name="T6" fmla="*/ 0 w 20"/>
                <a:gd name="T7" fmla="*/ 5 h 5"/>
                <a:gd name="T8" fmla="*/ 10 w 20"/>
                <a:gd name="T9" fmla="*/ 2 h 5"/>
              </a:gdLst>
              <a:ahLst/>
              <a:cxnLst>
                <a:cxn ang="0">
                  <a:pos x="T0" y="T1"/>
                </a:cxn>
                <a:cxn ang="0">
                  <a:pos x="T2" y="T3"/>
                </a:cxn>
                <a:cxn ang="0">
                  <a:pos x="T4" y="T5"/>
                </a:cxn>
                <a:cxn ang="0">
                  <a:pos x="T6" y="T7"/>
                </a:cxn>
                <a:cxn ang="0">
                  <a:pos x="T8" y="T9"/>
                </a:cxn>
              </a:cxnLst>
              <a:rect l="0" t="0" r="r" b="b"/>
              <a:pathLst>
                <a:path w="20" h="5">
                  <a:moveTo>
                    <a:pt x="10" y="2"/>
                  </a:moveTo>
                  <a:cubicBezTo>
                    <a:pt x="16" y="1"/>
                    <a:pt x="20" y="0"/>
                    <a:pt x="20" y="0"/>
                  </a:cubicBezTo>
                  <a:cubicBezTo>
                    <a:pt x="20" y="1"/>
                    <a:pt x="16" y="2"/>
                    <a:pt x="10" y="3"/>
                  </a:cubicBezTo>
                  <a:cubicBezTo>
                    <a:pt x="5" y="4"/>
                    <a:pt x="0" y="5"/>
                    <a:pt x="0" y="5"/>
                  </a:cubicBezTo>
                  <a:cubicBezTo>
                    <a:pt x="0" y="4"/>
                    <a:pt x="5" y="3"/>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9" name="Freeform 1931">
              <a:extLst>
                <a:ext uri="{FF2B5EF4-FFF2-40B4-BE49-F238E27FC236}">
                  <a16:creationId xmlns:a16="http://schemas.microsoft.com/office/drawing/2014/main" id="{5C9408A2-D335-FF76-065A-D7E44B7303D5}"/>
                </a:ext>
              </a:extLst>
            </p:cNvPr>
            <p:cNvSpPr>
              <a:spLocks/>
            </p:cNvSpPr>
            <p:nvPr/>
          </p:nvSpPr>
          <p:spPr bwMode="auto">
            <a:xfrm rot="5094805">
              <a:off x="2111012" y="5881582"/>
              <a:ext cx="47985" cy="11425"/>
            </a:xfrm>
            <a:custGeom>
              <a:avLst/>
              <a:gdLst>
                <a:gd name="T0" fmla="*/ 20 w 20"/>
                <a:gd name="T1" fmla="*/ 1 h 4"/>
                <a:gd name="T2" fmla="*/ 10 w 20"/>
                <a:gd name="T3" fmla="*/ 3 h 4"/>
                <a:gd name="T4" fmla="*/ 0 w 20"/>
                <a:gd name="T5" fmla="*/ 4 h 4"/>
                <a:gd name="T6" fmla="*/ 10 w 20"/>
                <a:gd name="T7" fmla="*/ 1 h 4"/>
                <a:gd name="T8" fmla="*/ 20 w 20"/>
                <a:gd name="T9" fmla="*/ 1 h 4"/>
              </a:gdLst>
              <a:ahLst/>
              <a:cxnLst>
                <a:cxn ang="0">
                  <a:pos x="T0" y="T1"/>
                </a:cxn>
                <a:cxn ang="0">
                  <a:pos x="T2" y="T3"/>
                </a:cxn>
                <a:cxn ang="0">
                  <a:pos x="T4" y="T5"/>
                </a:cxn>
                <a:cxn ang="0">
                  <a:pos x="T6" y="T7"/>
                </a:cxn>
                <a:cxn ang="0">
                  <a:pos x="T8" y="T9"/>
                </a:cxn>
              </a:cxnLst>
              <a:rect l="0" t="0" r="r" b="b"/>
              <a:pathLst>
                <a:path w="20" h="4">
                  <a:moveTo>
                    <a:pt x="20" y="1"/>
                  </a:moveTo>
                  <a:cubicBezTo>
                    <a:pt x="20" y="1"/>
                    <a:pt x="15" y="2"/>
                    <a:pt x="10" y="3"/>
                  </a:cubicBezTo>
                  <a:cubicBezTo>
                    <a:pt x="5" y="4"/>
                    <a:pt x="0" y="4"/>
                    <a:pt x="0" y="4"/>
                  </a:cubicBezTo>
                  <a:cubicBezTo>
                    <a:pt x="0" y="3"/>
                    <a:pt x="5" y="2"/>
                    <a:pt x="10" y="1"/>
                  </a:cubicBezTo>
                  <a:cubicBezTo>
                    <a:pt x="15" y="1"/>
                    <a:pt x="20"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0" name="Freeform 1932">
              <a:extLst>
                <a:ext uri="{FF2B5EF4-FFF2-40B4-BE49-F238E27FC236}">
                  <a16:creationId xmlns:a16="http://schemas.microsoft.com/office/drawing/2014/main" id="{EFDBBC32-E372-55DE-AF58-1B3E968CB056}"/>
                </a:ext>
              </a:extLst>
            </p:cNvPr>
            <p:cNvSpPr>
              <a:spLocks/>
            </p:cNvSpPr>
            <p:nvPr/>
          </p:nvSpPr>
          <p:spPr bwMode="auto">
            <a:xfrm rot="5094805">
              <a:off x="2148707" y="6075299"/>
              <a:ext cx="52554" cy="6855"/>
            </a:xfrm>
            <a:custGeom>
              <a:avLst/>
              <a:gdLst>
                <a:gd name="T0" fmla="*/ 21 w 21"/>
                <a:gd name="T1" fmla="*/ 1 h 3"/>
                <a:gd name="T2" fmla="*/ 11 w 21"/>
                <a:gd name="T3" fmla="*/ 2 h 3"/>
                <a:gd name="T4" fmla="*/ 1 w 21"/>
                <a:gd name="T5" fmla="*/ 2 h 3"/>
                <a:gd name="T6" fmla="*/ 10 w 21"/>
                <a:gd name="T7" fmla="*/ 1 h 3"/>
                <a:gd name="T8" fmla="*/ 21 w 21"/>
                <a:gd name="T9" fmla="*/ 1 h 3"/>
              </a:gdLst>
              <a:ahLst/>
              <a:cxnLst>
                <a:cxn ang="0">
                  <a:pos x="T0" y="T1"/>
                </a:cxn>
                <a:cxn ang="0">
                  <a:pos x="T2" y="T3"/>
                </a:cxn>
                <a:cxn ang="0">
                  <a:pos x="T4" y="T5"/>
                </a:cxn>
                <a:cxn ang="0">
                  <a:pos x="T6" y="T7"/>
                </a:cxn>
                <a:cxn ang="0">
                  <a:pos x="T8" y="T9"/>
                </a:cxn>
              </a:cxnLst>
              <a:rect l="0" t="0" r="r" b="b"/>
              <a:pathLst>
                <a:path w="21" h="3">
                  <a:moveTo>
                    <a:pt x="21" y="1"/>
                  </a:moveTo>
                  <a:cubicBezTo>
                    <a:pt x="21" y="1"/>
                    <a:pt x="17" y="1"/>
                    <a:pt x="11" y="2"/>
                  </a:cubicBezTo>
                  <a:cubicBezTo>
                    <a:pt x="6" y="2"/>
                    <a:pt x="1" y="3"/>
                    <a:pt x="1" y="2"/>
                  </a:cubicBezTo>
                  <a:cubicBezTo>
                    <a:pt x="0" y="2"/>
                    <a:pt x="5" y="1"/>
                    <a:pt x="10" y="1"/>
                  </a:cubicBezTo>
                  <a:cubicBezTo>
                    <a:pt x="15" y="0"/>
                    <a:pt x="20"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1" name="Freeform 1933">
              <a:extLst>
                <a:ext uri="{FF2B5EF4-FFF2-40B4-BE49-F238E27FC236}">
                  <a16:creationId xmlns:a16="http://schemas.microsoft.com/office/drawing/2014/main" id="{94BCD8D2-2671-85D5-5444-10C292A10369}"/>
                </a:ext>
              </a:extLst>
            </p:cNvPr>
            <p:cNvSpPr>
              <a:spLocks/>
            </p:cNvSpPr>
            <p:nvPr/>
          </p:nvSpPr>
          <p:spPr bwMode="auto">
            <a:xfrm rot="5094805">
              <a:off x="2187654" y="6268072"/>
              <a:ext cx="50269" cy="6855"/>
            </a:xfrm>
            <a:custGeom>
              <a:avLst/>
              <a:gdLst>
                <a:gd name="T0" fmla="*/ 11 w 21"/>
                <a:gd name="T1" fmla="*/ 2 h 3"/>
                <a:gd name="T2" fmla="*/ 0 w 21"/>
                <a:gd name="T3" fmla="*/ 3 h 3"/>
                <a:gd name="T4" fmla="*/ 10 w 21"/>
                <a:gd name="T5" fmla="*/ 1 h 3"/>
                <a:gd name="T6" fmla="*/ 20 w 21"/>
                <a:gd name="T7" fmla="*/ 0 h 3"/>
                <a:gd name="T8" fmla="*/ 11 w 21"/>
                <a:gd name="T9" fmla="*/ 2 h 3"/>
              </a:gdLst>
              <a:ahLst/>
              <a:cxnLst>
                <a:cxn ang="0">
                  <a:pos x="T0" y="T1"/>
                </a:cxn>
                <a:cxn ang="0">
                  <a:pos x="T2" y="T3"/>
                </a:cxn>
                <a:cxn ang="0">
                  <a:pos x="T4" y="T5"/>
                </a:cxn>
                <a:cxn ang="0">
                  <a:pos x="T6" y="T7"/>
                </a:cxn>
                <a:cxn ang="0">
                  <a:pos x="T8" y="T9"/>
                </a:cxn>
              </a:cxnLst>
              <a:rect l="0" t="0" r="r" b="b"/>
              <a:pathLst>
                <a:path w="21" h="3">
                  <a:moveTo>
                    <a:pt x="11" y="2"/>
                  </a:moveTo>
                  <a:cubicBezTo>
                    <a:pt x="6" y="3"/>
                    <a:pt x="1" y="3"/>
                    <a:pt x="0" y="3"/>
                  </a:cubicBezTo>
                  <a:cubicBezTo>
                    <a:pt x="0" y="3"/>
                    <a:pt x="4" y="2"/>
                    <a:pt x="10" y="1"/>
                  </a:cubicBezTo>
                  <a:cubicBezTo>
                    <a:pt x="15" y="0"/>
                    <a:pt x="20" y="0"/>
                    <a:pt x="20" y="0"/>
                  </a:cubicBezTo>
                  <a:cubicBezTo>
                    <a:pt x="21" y="1"/>
                    <a:pt x="16" y="2"/>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2" name="Freeform 1934">
              <a:extLst>
                <a:ext uri="{FF2B5EF4-FFF2-40B4-BE49-F238E27FC236}">
                  <a16:creationId xmlns:a16="http://schemas.microsoft.com/office/drawing/2014/main" id="{D1B27BA9-D172-47E0-9383-BD1FF1D31F63}"/>
                </a:ext>
              </a:extLst>
            </p:cNvPr>
            <p:cNvSpPr>
              <a:spLocks/>
            </p:cNvSpPr>
            <p:nvPr/>
          </p:nvSpPr>
          <p:spPr bwMode="auto">
            <a:xfrm rot="5094805">
              <a:off x="2236536" y="6454133"/>
              <a:ext cx="50269" cy="11425"/>
            </a:xfrm>
            <a:custGeom>
              <a:avLst/>
              <a:gdLst>
                <a:gd name="T0" fmla="*/ 12 w 21"/>
                <a:gd name="T1" fmla="*/ 3 h 5"/>
                <a:gd name="T2" fmla="*/ 1 w 21"/>
                <a:gd name="T3" fmla="*/ 4 h 5"/>
                <a:gd name="T4" fmla="*/ 9 w 21"/>
                <a:gd name="T5" fmla="*/ 1 h 5"/>
                <a:gd name="T6" fmla="*/ 21 w 21"/>
                <a:gd name="T7" fmla="*/ 0 h 5"/>
                <a:gd name="T8" fmla="*/ 12 w 21"/>
                <a:gd name="T9" fmla="*/ 3 h 5"/>
              </a:gdLst>
              <a:ahLst/>
              <a:cxnLst>
                <a:cxn ang="0">
                  <a:pos x="T0" y="T1"/>
                </a:cxn>
                <a:cxn ang="0">
                  <a:pos x="T2" y="T3"/>
                </a:cxn>
                <a:cxn ang="0">
                  <a:pos x="T4" y="T5"/>
                </a:cxn>
                <a:cxn ang="0">
                  <a:pos x="T6" y="T7"/>
                </a:cxn>
                <a:cxn ang="0">
                  <a:pos x="T8" y="T9"/>
                </a:cxn>
              </a:cxnLst>
              <a:rect l="0" t="0" r="r" b="b"/>
              <a:pathLst>
                <a:path w="21" h="5">
                  <a:moveTo>
                    <a:pt x="12" y="3"/>
                  </a:moveTo>
                  <a:cubicBezTo>
                    <a:pt x="7" y="4"/>
                    <a:pt x="2" y="5"/>
                    <a:pt x="1" y="4"/>
                  </a:cubicBezTo>
                  <a:cubicBezTo>
                    <a:pt x="0" y="4"/>
                    <a:pt x="4" y="3"/>
                    <a:pt x="9" y="1"/>
                  </a:cubicBezTo>
                  <a:cubicBezTo>
                    <a:pt x="15" y="0"/>
                    <a:pt x="20" y="0"/>
                    <a:pt x="21" y="0"/>
                  </a:cubicBezTo>
                  <a:cubicBezTo>
                    <a:pt x="21" y="1"/>
                    <a:pt x="18" y="2"/>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3" name="Freeform 1935">
              <a:extLst>
                <a:ext uri="{FF2B5EF4-FFF2-40B4-BE49-F238E27FC236}">
                  <a16:creationId xmlns:a16="http://schemas.microsoft.com/office/drawing/2014/main" id="{0B5B4E2D-32D6-6202-6504-7BD145D69F95}"/>
                </a:ext>
              </a:extLst>
            </p:cNvPr>
            <p:cNvSpPr>
              <a:spLocks/>
            </p:cNvSpPr>
            <p:nvPr/>
          </p:nvSpPr>
          <p:spPr bwMode="auto">
            <a:xfrm rot="5094805">
              <a:off x="2298234" y="6642392"/>
              <a:ext cx="52554" cy="15995"/>
            </a:xfrm>
            <a:custGeom>
              <a:avLst/>
              <a:gdLst>
                <a:gd name="T0" fmla="*/ 20 w 21"/>
                <a:gd name="T1" fmla="*/ 0 h 6"/>
                <a:gd name="T2" fmla="*/ 11 w 21"/>
                <a:gd name="T3" fmla="*/ 4 h 6"/>
                <a:gd name="T4" fmla="*/ 0 w 21"/>
                <a:gd name="T5" fmla="*/ 5 h 6"/>
                <a:gd name="T6" fmla="*/ 9 w 21"/>
                <a:gd name="T7" fmla="*/ 2 h 6"/>
                <a:gd name="T8" fmla="*/ 20 w 21"/>
                <a:gd name="T9" fmla="*/ 0 h 6"/>
              </a:gdLst>
              <a:ahLst/>
              <a:cxnLst>
                <a:cxn ang="0">
                  <a:pos x="T0" y="T1"/>
                </a:cxn>
                <a:cxn ang="0">
                  <a:pos x="T2" y="T3"/>
                </a:cxn>
                <a:cxn ang="0">
                  <a:pos x="T4" y="T5"/>
                </a:cxn>
                <a:cxn ang="0">
                  <a:pos x="T6" y="T7"/>
                </a:cxn>
                <a:cxn ang="0">
                  <a:pos x="T8" y="T9"/>
                </a:cxn>
              </a:cxnLst>
              <a:rect l="0" t="0" r="r" b="b"/>
              <a:pathLst>
                <a:path w="21" h="6">
                  <a:moveTo>
                    <a:pt x="20" y="0"/>
                  </a:moveTo>
                  <a:cubicBezTo>
                    <a:pt x="21" y="1"/>
                    <a:pt x="16" y="3"/>
                    <a:pt x="11" y="4"/>
                  </a:cubicBezTo>
                  <a:cubicBezTo>
                    <a:pt x="6" y="5"/>
                    <a:pt x="1" y="6"/>
                    <a:pt x="0" y="5"/>
                  </a:cubicBezTo>
                  <a:cubicBezTo>
                    <a:pt x="0" y="5"/>
                    <a:pt x="4" y="3"/>
                    <a:pt x="9" y="2"/>
                  </a:cubicBezTo>
                  <a:cubicBezTo>
                    <a:pt x="15" y="0"/>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4" name="Freeform 1936">
              <a:extLst>
                <a:ext uri="{FF2B5EF4-FFF2-40B4-BE49-F238E27FC236}">
                  <a16:creationId xmlns:a16="http://schemas.microsoft.com/office/drawing/2014/main" id="{20B012CC-41A9-2348-5086-58BEF7F20701}"/>
                </a:ext>
              </a:extLst>
            </p:cNvPr>
            <p:cNvSpPr>
              <a:spLocks/>
            </p:cNvSpPr>
            <p:nvPr/>
          </p:nvSpPr>
          <p:spPr bwMode="auto">
            <a:xfrm rot="5094805">
              <a:off x="2374436" y="6826224"/>
              <a:ext cx="47985" cy="20565"/>
            </a:xfrm>
            <a:custGeom>
              <a:avLst/>
              <a:gdLst>
                <a:gd name="T0" fmla="*/ 9 w 19"/>
                <a:gd name="T1" fmla="*/ 3 h 8"/>
                <a:gd name="T2" fmla="*/ 19 w 19"/>
                <a:gd name="T3" fmla="*/ 1 h 8"/>
                <a:gd name="T4" fmla="*/ 10 w 19"/>
                <a:gd name="T5" fmla="*/ 6 h 8"/>
                <a:gd name="T6" fmla="*/ 0 w 19"/>
                <a:gd name="T7" fmla="*/ 7 h 8"/>
                <a:gd name="T8" fmla="*/ 9 w 19"/>
                <a:gd name="T9" fmla="*/ 3 h 8"/>
              </a:gdLst>
              <a:ahLst/>
              <a:cxnLst>
                <a:cxn ang="0">
                  <a:pos x="T0" y="T1"/>
                </a:cxn>
                <a:cxn ang="0">
                  <a:pos x="T2" y="T3"/>
                </a:cxn>
                <a:cxn ang="0">
                  <a:pos x="T4" y="T5"/>
                </a:cxn>
                <a:cxn ang="0">
                  <a:pos x="T6" y="T7"/>
                </a:cxn>
                <a:cxn ang="0">
                  <a:pos x="T8" y="T9"/>
                </a:cxn>
              </a:cxnLst>
              <a:rect l="0" t="0" r="r" b="b"/>
              <a:pathLst>
                <a:path w="19" h="8">
                  <a:moveTo>
                    <a:pt x="9" y="3"/>
                  </a:moveTo>
                  <a:cubicBezTo>
                    <a:pt x="15" y="1"/>
                    <a:pt x="19" y="0"/>
                    <a:pt x="19" y="1"/>
                  </a:cubicBezTo>
                  <a:cubicBezTo>
                    <a:pt x="19" y="2"/>
                    <a:pt x="15" y="4"/>
                    <a:pt x="10" y="6"/>
                  </a:cubicBezTo>
                  <a:cubicBezTo>
                    <a:pt x="4" y="8"/>
                    <a:pt x="0" y="8"/>
                    <a:pt x="0" y="7"/>
                  </a:cubicBezTo>
                  <a:cubicBezTo>
                    <a:pt x="0" y="6"/>
                    <a:pt x="4" y="4"/>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5" name="Freeform 1937">
              <a:extLst>
                <a:ext uri="{FF2B5EF4-FFF2-40B4-BE49-F238E27FC236}">
                  <a16:creationId xmlns:a16="http://schemas.microsoft.com/office/drawing/2014/main" id="{58EB1851-4008-F27C-303D-E7B56FAD7AD8}"/>
                </a:ext>
              </a:extLst>
            </p:cNvPr>
            <p:cNvSpPr>
              <a:spLocks/>
            </p:cNvSpPr>
            <p:nvPr/>
          </p:nvSpPr>
          <p:spPr bwMode="auto">
            <a:xfrm rot="5094805">
              <a:off x="711760" y="1622207"/>
              <a:ext cx="50269" cy="27420"/>
            </a:xfrm>
            <a:custGeom>
              <a:avLst/>
              <a:gdLst>
                <a:gd name="T0" fmla="*/ 20 w 21"/>
                <a:gd name="T1" fmla="*/ 9 h 11"/>
                <a:gd name="T2" fmla="*/ 11 w 21"/>
                <a:gd name="T3" fmla="*/ 9 h 11"/>
                <a:gd name="T4" fmla="*/ 0 w 21"/>
                <a:gd name="T5" fmla="*/ 2 h 11"/>
                <a:gd name="T6" fmla="*/ 8 w 21"/>
                <a:gd name="T7" fmla="*/ 2 h 11"/>
                <a:gd name="T8" fmla="*/ 20 w 21"/>
                <a:gd name="T9" fmla="*/ 9 h 11"/>
              </a:gdLst>
              <a:ahLst/>
              <a:cxnLst>
                <a:cxn ang="0">
                  <a:pos x="T0" y="T1"/>
                </a:cxn>
                <a:cxn ang="0">
                  <a:pos x="T2" y="T3"/>
                </a:cxn>
                <a:cxn ang="0">
                  <a:pos x="T4" y="T5"/>
                </a:cxn>
                <a:cxn ang="0">
                  <a:pos x="T6" y="T7"/>
                </a:cxn>
                <a:cxn ang="0">
                  <a:pos x="T8" y="T9"/>
                </a:cxn>
              </a:cxnLst>
              <a:rect l="0" t="0" r="r" b="b"/>
              <a:pathLst>
                <a:path w="21" h="11">
                  <a:moveTo>
                    <a:pt x="20" y="9"/>
                  </a:moveTo>
                  <a:cubicBezTo>
                    <a:pt x="21" y="11"/>
                    <a:pt x="17" y="11"/>
                    <a:pt x="11" y="9"/>
                  </a:cubicBezTo>
                  <a:cubicBezTo>
                    <a:pt x="6" y="7"/>
                    <a:pt x="1" y="4"/>
                    <a:pt x="0" y="2"/>
                  </a:cubicBezTo>
                  <a:cubicBezTo>
                    <a:pt x="0" y="0"/>
                    <a:pt x="4" y="0"/>
                    <a:pt x="8" y="2"/>
                  </a:cubicBezTo>
                  <a:cubicBezTo>
                    <a:pt x="14" y="4"/>
                    <a:pt x="19" y="7"/>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6" name="Freeform 1938">
              <a:extLst>
                <a:ext uri="{FF2B5EF4-FFF2-40B4-BE49-F238E27FC236}">
                  <a16:creationId xmlns:a16="http://schemas.microsoft.com/office/drawing/2014/main" id="{74550787-A2B3-AF7F-C21B-E5F985B155BE}"/>
                </a:ext>
              </a:extLst>
            </p:cNvPr>
            <p:cNvSpPr>
              <a:spLocks/>
            </p:cNvSpPr>
            <p:nvPr/>
          </p:nvSpPr>
          <p:spPr bwMode="auto">
            <a:xfrm rot="5094805">
              <a:off x="662138" y="1827239"/>
              <a:ext cx="52554" cy="22850"/>
            </a:xfrm>
            <a:custGeom>
              <a:avLst/>
              <a:gdLst>
                <a:gd name="T0" fmla="*/ 20 w 21"/>
                <a:gd name="T1" fmla="*/ 8 h 9"/>
                <a:gd name="T2" fmla="*/ 11 w 21"/>
                <a:gd name="T3" fmla="*/ 8 h 9"/>
                <a:gd name="T4" fmla="*/ 0 w 21"/>
                <a:gd name="T5" fmla="*/ 2 h 9"/>
                <a:gd name="T6" fmla="*/ 8 w 21"/>
                <a:gd name="T7" fmla="*/ 2 h 9"/>
                <a:gd name="T8" fmla="*/ 20 w 21"/>
                <a:gd name="T9" fmla="*/ 8 h 9"/>
              </a:gdLst>
              <a:ahLst/>
              <a:cxnLst>
                <a:cxn ang="0">
                  <a:pos x="T0" y="T1"/>
                </a:cxn>
                <a:cxn ang="0">
                  <a:pos x="T2" y="T3"/>
                </a:cxn>
                <a:cxn ang="0">
                  <a:pos x="T4" y="T5"/>
                </a:cxn>
                <a:cxn ang="0">
                  <a:pos x="T6" y="T7"/>
                </a:cxn>
                <a:cxn ang="0">
                  <a:pos x="T8" y="T9"/>
                </a:cxn>
              </a:cxnLst>
              <a:rect l="0" t="0" r="r" b="b"/>
              <a:pathLst>
                <a:path w="21" h="9">
                  <a:moveTo>
                    <a:pt x="20" y="8"/>
                  </a:moveTo>
                  <a:cubicBezTo>
                    <a:pt x="21" y="9"/>
                    <a:pt x="17" y="9"/>
                    <a:pt x="11" y="8"/>
                  </a:cubicBezTo>
                  <a:cubicBezTo>
                    <a:pt x="6" y="6"/>
                    <a:pt x="1" y="3"/>
                    <a:pt x="0" y="2"/>
                  </a:cubicBezTo>
                  <a:cubicBezTo>
                    <a:pt x="0" y="0"/>
                    <a:pt x="3" y="0"/>
                    <a:pt x="8" y="2"/>
                  </a:cubicBezTo>
                  <a:cubicBezTo>
                    <a:pt x="14" y="4"/>
                    <a:pt x="19" y="6"/>
                    <a:pt x="2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7" name="Freeform 1939">
              <a:extLst>
                <a:ext uri="{FF2B5EF4-FFF2-40B4-BE49-F238E27FC236}">
                  <a16:creationId xmlns:a16="http://schemas.microsoft.com/office/drawing/2014/main" id="{7C05844D-73C9-4B36-4395-EBFFE2AD9AD2}"/>
                </a:ext>
              </a:extLst>
            </p:cNvPr>
            <p:cNvSpPr>
              <a:spLocks/>
            </p:cNvSpPr>
            <p:nvPr/>
          </p:nvSpPr>
          <p:spPr bwMode="auto">
            <a:xfrm rot="5094805">
              <a:off x="622564" y="2028144"/>
              <a:ext cx="50269" cy="20565"/>
            </a:xfrm>
            <a:custGeom>
              <a:avLst/>
              <a:gdLst>
                <a:gd name="T0" fmla="*/ 10 w 21"/>
                <a:gd name="T1" fmla="*/ 2 h 8"/>
                <a:gd name="T2" fmla="*/ 21 w 21"/>
                <a:gd name="T3" fmla="*/ 7 h 8"/>
                <a:gd name="T4" fmla="*/ 12 w 21"/>
                <a:gd name="T5" fmla="*/ 6 h 8"/>
                <a:gd name="T6" fmla="*/ 1 w 21"/>
                <a:gd name="T7" fmla="*/ 2 h 8"/>
                <a:gd name="T8" fmla="*/ 10 w 21"/>
                <a:gd name="T9" fmla="*/ 2 h 8"/>
              </a:gdLst>
              <a:ahLst/>
              <a:cxnLst>
                <a:cxn ang="0">
                  <a:pos x="T0" y="T1"/>
                </a:cxn>
                <a:cxn ang="0">
                  <a:pos x="T2" y="T3"/>
                </a:cxn>
                <a:cxn ang="0">
                  <a:pos x="T4" y="T5"/>
                </a:cxn>
                <a:cxn ang="0">
                  <a:pos x="T6" y="T7"/>
                </a:cxn>
                <a:cxn ang="0">
                  <a:pos x="T8" y="T9"/>
                </a:cxn>
              </a:cxnLst>
              <a:rect l="0" t="0" r="r" b="b"/>
              <a:pathLst>
                <a:path w="21" h="8">
                  <a:moveTo>
                    <a:pt x="10" y="2"/>
                  </a:moveTo>
                  <a:cubicBezTo>
                    <a:pt x="15" y="3"/>
                    <a:pt x="20" y="5"/>
                    <a:pt x="21" y="7"/>
                  </a:cubicBezTo>
                  <a:cubicBezTo>
                    <a:pt x="21" y="8"/>
                    <a:pt x="17" y="7"/>
                    <a:pt x="12" y="6"/>
                  </a:cubicBezTo>
                  <a:cubicBezTo>
                    <a:pt x="7" y="5"/>
                    <a:pt x="2" y="3"/>
                    <a:pt x="1" y="2"/>
                  </a:cubicBezTo>
                  <a:cubicBezTo>
                    <a:pt x="0" y="0"/>
                    <a:pt x="4" y="1"/>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8" name="Freeform 1940">
              <a:extLst>
                <a:ext uri="{FF2B5EF4-FFF2-40B4-BE49-F238E27FC236}">
                  <a16:creationId xmlns:a16="http://schemas.microsoft.com/office/drawing/2014/main" id="{6A6854A2-2D1E-C68B-6CBF-5F03EFD8FF7E}"/>
                </a:ext>
              </a:extLst>
            </p:cNvPr>
            <p:cNvSpPr>
              <a:spLocks/>
            </p:cNvSpPr>
            <p:nvPr/>
          </p:nvSpPr>
          <p:spPr bwMode="auto">
            <a:xfrm rot="5094805">
              <a:off x="599222" y="2234370"/>
              <a:ext cx="50269" cy="11425"/>
            </a:xfrm>
            <a:custGeom>
              <a:avLst/>
              <a:gdLst>
                <a:gd name="T0" fmla="*/ 19 w 20"/>
                <a:gd name="T1" fmla="*/ 4 h 5"/>
                <a:gd name="T2" fmla="*/ 10 w 20"/>
                <a:gd name="T3" fmla="*/ 4 h 5"/>
                <a:gd name="T4" fmla="*/ 0 w 20"/>
                <a:gd name="T5" fmla="*/ 1 h 5"/>
                <a:gd name="T6" fmla="*/ 9 w 20"/>
                <a:gd name="T7" fmla="*/ 1 h 5"/>
                <a:gd name="T8" fmla="*/ 19 w 20"/>
                <a:gd name="T9" fmla="*/ 4 h 5"/>
              </a:gdLst>
              <a:ahLst/>
              <a:cxnLst>
                <a:cxn ang="0">
                  <a:pos x="T0" y="T1"/>
                </a:cxn>
                <a:cxn ang="0">
                  <a:pos x="T2" y="T3"/>
                </a:cxn>
                <a:cxn ang="0">
                  <a:pos x="T4" y="T5"/>
                </a:cxn>
                <a:cxn ang="0">
                  <a:pos x="T6" y="T7"/>
                </a:cxn>
                <a:cxn ang="0">
                  <a:pos x="T8" y="T9"/>
                </a:cxn>
              </a:cxnLst>
              <a:rect l="0" t="0" r="r" b="b"/>
              <a:pathLst>
                <a:path w="20" h="5">
                  <a:moveTo>
                    <a:pt x="19" y="4"/>
                  </a:moveTo>
                  <a:cubicBezTo>
                    <a:pt x="20" y="5"/>
                    <a:pt x="15" y="5"/>
                    <a:pt x="10" y="4"/>
                  </a:cubicBezTo>
                  <a:cubicBezTo>
                    <a:pt x="4" y="3"/>
                    <a:pt x="0" y="2"/>
                    <a:pt x="0" y="1"/>
                  </a:cubicBezTo>
                  <a:cubicBezTo>
                    <a:pt x="0" y="0"/>
                    <a:pt x="4" y="0"/>
                    <a:pt x="9" y="1"/>
                  </a:cubicBezTo>
                  <a:cubicBezTo>
                    <a:pt x="14" y="2"/>
                    <a:pt x="19" y="3"/>
                    <a:pt x="1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9" name="Freeform 1941">
              <a:extLst>
                <a:ext uri="{FF2B5EF4-FFF2-40B4-BE49-F238E27FC236}">
                  <a16:creationId xmlns:a16="http://schemas.microsoft.com/office/drawing/2014/main" id="{90C0E4A5-E14A-8D8E-44E8-39E86B372588}"/>
                </a:ext>
              </a:extLst>
            </p:cNvPr>
            <p:cNvSpPr>
              <a:spLocks/>
            </p:cNvSpPr>
            <p:nvPr/>
          </p:nvSpPr>
          <p:spPr bwMode="auto">
            <a:xfrm rot="5094805">
              <a:off x="597193" y="2432872"/>
              <a:ext cx="52554" cy="6855"/>
            </a:xfrm>
            <a:custGeom>
              <a:avLst/>
              <a:gdLst>
                <a:gd name="T0" fmla="*/ 11 w 21"/>
                <a:gd name="T1" fmla="*/ 2 h 2"/>
                <a:gd name="T2" fmla="*/ 0 w 21"/>
                <a:gd name="T3" fmla="*/ 1 h 2"/>
                <a:gd name="T4" fmla="*/ 8 w 21"/>
                <a:gd name="T5" fmla="*/ 0 h 2"/>
                <a:gd name="T6" fmla="*/ 20 w 21"/>
                <a:gd name="T7" fmla="*/ 1 h 2"/>
                <a:gd name="T8" fmla="*/ 11 w 21"/>
                <a:gd name="T9" fmla="*/ 2 h 2"/>
              </a:gdLst>
              <a:ahLst/>
              <a:cxnLst>
                <a:cxn ang="0">
                  <a:pos x="T0" y="T1"/>
                </a:cxn>
                <a:cxn ang="0">
                  <a:pos x="T2" y="T3"/>
                </a:cxn>
                <a:cxn ang="0">
                  <a:pos x="T4" y="T5"/>
                </a:cxn>
                <a:cxn ang="0">
                  <a:pos x="T6" y="T7"/>
                </a:cxn>
                <a:cxn ang="0">
                  <a:pos x="T8" y="T9"/>
                </a:cxn>
              </a:cxnLst>
              <a:rect l="0" t="0" r="r" b="b"/>
              <a:pathLst>
                <a:path w="21" h="2">
                  <a:moveTo>
                    <a:pt x="11" y="2"/>
                  </a:moveTo>
                  <a:cubicBezTo>
                    <a:pt x="6" y="2"/>
                    <a:pt x="1" y="1"/>
                    <a:pt x="0" y="1"/>
                  </a:cubicBezTo>
                  <a:cubicBezTo>
                    <a:pt x="0" y="0"/>
                    <a:pt x="3" y="0"/>
                    <a:pt x="8" y="0"/>
                  </a:cubicBezTo>
                  <a:cubicBezTo>
                    <a:pt x="13" y="0"/>
                    <a:pt x="18" y="0"/>
                    <a:pt x="20" y="1"/>
                  </a:cubicBezTo>
                  <a:cubicBezTo>
                    <a:pt x="21" y="1"/>
                    <a:pt x="16" y="2"/>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0" name="Freeform 1942">
              <a:extLst>
                <a:ext uri="{FF2B5EF4-FFF2-40B4-BE49-F238E27FC236}">
                  <a16:creationId xmlns:a16="http://schemas.microsoft.com/office/drawing/2014/main" id="{394C497C-3F7A-3A4F-C172-C15FD9A60C76}"/>
                </a:ext>
              </a:extLst>
            </p:cNvPr>
            <p:cNvSpPr>
              <a:spLocks/>
            </p:cNvSpPr>
            <p:nvPr/>
          </p:nvSpPr>
          <p:spPr bwMode="auto">
            <a:xfrm rot="5094805">
              <a:off x="628078" y="2625317"/>
              <a:ext cx="47985" cy="6855"/>
            </a:xfrm>
            <a:custGeom>
              <a:avLst/>
              <a:gdLst>
                <a:gd name="T0" fmla="*/ 19 w 20"/>
                <a:gd name="T1" fmla="*/ 0 h 3"/>
                <a:gd name="T2" fmla="*/ 11 w 20"/>
                <a:gd name="T3" fmla="*/ 2 h 3"/>
                <a:gd name="T4" fmla="*/ 0 w 20"/>
                <a:gd name="T5" fmla="*/ 2 h 3"/>
                <a:gd name="T6" fmla="*/ 8 w 20"/>
                <a:gd name="T7" fmla="*/ 1 h 3"/>
                <a:gd name="T8" fmla="*/ 19 w 20"/>
                <a:gd name="T9" fmla="*/ 0 h 3"/>
              </a:gdLst>
              <a:ahLst/>
              <a:cxnLst>
                <a:cxn ang="0">
                  <a:pos x="T0" y="T1"/>
                </a:cxn>
                <a:cxn ang="0">
                  <a:pos x="T2" y="T3"/>
                </a:cxn>
                <a:cxn ang="0">
                  <a:pos x="T4" y="T5"/>
                </a:cxn>
                <a:cxn ang="0">
                  <a:pos x="T6" y="T7"/>
                </a:cxn>
                <a:cxn ang="0">
                  <a:pos x="T8" y="T9"/>
                </a:cxn>
              </a:cxnLst>
              <a:rect l="0" t="0" r="r" b="b"/>
              <a:pathLst>
                <a:path w="20" h="3">
                  <a:moveTo>
                    <a:pt x="19" y="0"/>
                  </a:moveTo>
                  <a:cubicBezTo>
                    <a:pt x="20" y="1"/>
                    <a:pt x="16" y="2"/>
                    <a:pt x="11" y="2"/>
                  </a:cubicBezTo>
                  <a:cubicBezTo>
                    <a:pt x="5" y="3"/>
                    <a:pt x="0" y="3"/>
                    <a:pt x="0" y="2"/>
                  </a:cubicBezTo>
                  <a:cubicBezTo>
                    <a:pt x="0" y="2"/>
                    <a:pt x="3" y="1"/>
                    <a:pt x="8" y="1"/>
                  </a:cubicBezTo>
                  <a:cubicBezTo>
                    <a:pt x="13" y="0"/>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1" name="Freeform 1943">
              <a:extLst>
                <a:ext uri="{FF2B5EF4-FFF2-40B4-BE49-F238E27FC236}">
                  <a16:creationId xmlns:a16="http://schemas.microsoft.com/office/drawing/2014/main" id="{3B94912F-04C6-3651-4389-E3D4F6E7F072}"/>
                </a:ext>
              </a:extLst>
            </p:cNvPr>
            <p:cNvSpPr>
              <a:spLocks/>
            </p:cNvSpPr>
            <p:nvPr/>
          </p:nvSpPr>
          <p:spPr bwMode="auto">
            <a:xfrm rot="5094805">
              <a:off x="671463" y="2815100"/>
              <a:ext cx="52554" cy="9140"/>
            </a:xfrm>
            <a:custGeom>
              <a:avLst/>
              <a:gdLst>
                <a:gd name="T0" fmla="*/ 11 w 21"/>
                <a:gd name="T1" fmla="*/ 3 h 4"/>
                <a:gd name="T2" fmla="*/ 1 w 21"/>
                <a:gd name="T3" fmla="*/ 4 h 4"/>
                <a:gd name="T4" fmla="*/ 9 w 21"/>
                <a:gd name="T5" fmla="*/ 1 h 4"/>
                <a:gd name="T6" fmla="*/ 20 w 21"/>
                <a:gd name="T7" fmla="*/ 0 h 4"/>
                <a:gd name="T8" fmla="*/ 11 w 21"/>
                <a:gd name="T9" fmla="*/ 3 h 4"/>
              </a:gdLst>
              <a:ahLst/>
              <a:cxnLst>
                <a:cxn ang="0">
                  <a:pos x="T0" y="T1"/>
                </a:cxn>
                <a:cxn ang="0">
                  <a:pos x="T2" y="T3"/>
                </a:cxn>
                <a:cxn ang="0">
                  <a:pos x="T4" y="T5"/>
                </a:cxn>
                <a:cxn ang="0">
                  <a:pos x="T6" y="T7"/>
                </a:cxn>
                <a:cxn ang="0">
                  <a:pos x="T8" y="T9"/>
                </a:cxn>
              </a:cxnLst>
              <a:rect l="0" t="0" r="r" b="b"/>
              <a:pathLst>
                <a:path w="21" h="4">
                  <a:moveTo>
                    <a:pt x="11" y="3"/>
                  </a:moveTo>
                  <a:cubicBezTo>
                    <a:pt x="6" y="4"/>
                    <a:pt x="1" y="4"/>
                    <a:pt x="1" y="4"/>
                  </a:cubicBezTo>
                  <a:cubicBezTo>
                    <a:pt x="0" y="3"/>
                    <a:pt x="4" y="2"/>
                    <a:pt x="9" y="1"/>
                  </a:cubicBezTo>
                  <a:cubicBezTo>
                    <a:pt x="14" y="0"/>
                    <a:pt x="19" y="0"/>
                    <a:pt x="20" y="0"/>
                  </a:cubicBezTo>
                  <a:cubicBezTo>
                    <a:pt x="21" y="1"/>
                    <a:pt x="16"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2" name="Freeform 1944">
              <a:extLst>
                <a:ext uri="{FF2B5EF4-FFF2-40B4-BE49-F238E27FC236}">
                  <a16:creationId xmlns:a16="http://schemas.microsoft.com/office/drawing/2014/main" id="{BF3981A5-5CE4-3066-84C1-0B7EC26BACB3}"/>
                </a:ext>
              </a:extLst>
            </p:cNvPr>
            <p:cNvSpPr>
              <a:spLocks/>
            </p:cNvSpPr>
            <p:nvPr/>
          </p:nvSpPr>
          <p:spPr bwMode="auto">
            <a:xfrm rot="5094805">
              <a:off x="730691" y="3001489"/>
              <a:ext cx="50269" cy="13710"/>
            </a:xfrm>
            <a:custGeom>
              <a:avLst/>
              <a:gdLst>
                <a:gd name="T0" fmla="*/ 19 w 20"/>
                <a:gd name="T1" fmla="*/ 1 h 6"/>
                <a:gd name="T2" fmla="*/ 10 w 20"/>
                <a:gd name="T3" fmla="*/ 4 h 6"/>
                <a:gd name="T4" fmla="*/ 0 w 20"/>
                <a:gd name="T5" fmla="*/ 5 h 6"/>
                <a:gd name="T6" fmla="*/ 9 w 20"/>
                <a:gd name="T7" fmla="*/ 2 h 6"/>
                <a:gd name="T8" fmla="*/ 19 w 20"/>
                <a:gd name="T9" fmla="*/ 1 h 6"/>
              </a:gdLst>
              <a:ahLst/>
              <a:cxnLst>
                <a:cxn ang="0">
                  <a:pos x="T0" y="T1"/>
                </a:cxn>
                <a:cxn ang="0">
                  <a:pos x="T2" y="T3"/>
                </a:cxn>
                <a:cxn ang="0">
                  <a:pos x="T4" y="T5"/>
                </a:cxn>
                <a:cxn ang="0">
                  <a:pos x="T6" y="T7"/>
                </a:cxn>
                <a:cxn ang="0">
                  <a:pos x="T8" y="T9"/>
                </a:cxn>
              </a:cxnLst>
              <a:rect l="0" t="0" r="r" b="b"/>
              <a:pathLst>
                <a:path w="20" h="6">
                  <a:moveTo>
                    <a:pt x="19" y="1"/>
                  </a:moveTo>
                  <a:cubicBezTo>
                    <a:pt x="20" y="1"/>
                    <a:pt x="15" y="3"/>
                    <a:pt x="10" y="4"/>
                  </a:cubicBezTo>
                  <a:cubicBezTo>
                    <a:pt x="4" y="5"/>
                    <a:pt x="0" y="6"/>
                    <a:pt x="0" y="5"/>
                  </a:cubicBezTo>
                  <a:cubicBezTo>
                    <a:pt x="0" y="5"/>
                    <a:pt x="4" y="3"/>
                    <a:pt x="9" y="2"/>
                  </a:cubicBezTo>
                  <a:cubicBezTo>
                    <a:pt x="14"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3" name="Freeform 1945">
              <a:extLst>
                <a:ext uri="{FF2B5EF4-FFF2-40B4-BE49-F238E27FC236}">
                  <a16:creationId xmlns:a16="http://schemas.microsoft.com/office/drawing/2014/main" id="{C9CAA057-E39B-F865-1F55-90432C8A3A89}"/>
                </a:ext>
              </a:extLst>
            </p:cNvPr>
            <p:cNvSpPr>
              <a:spLocks/>
            </p:cNvSpPr>
            <p:nvPr/>
          </p:nvSpPr>
          <p:spPr bwMode="auto">
            <a:xfrm rot="5094805">
              <a:off x="802438" y="3187906"/>
              <a:ext cx="47985" cy="15995"/>
            </a:xfrm>
            <a:custGeom>
              <a:avLst/>
              <a:gdLst>
                <a:gd name="T0" fmla="*/ 19 w 20"/>
                <a:gd name="T1" fmla="*/ 1 h 7"/>
                <a:gd name="T2" fmla="*/ 10 w 20"/>
                <a:gd name="T3" fmla="*/ 4 h 7"/>
                <a:gd name="T4" fmla="*/ 0 w 20"/>
                <a:gd name="T5" fmla="*/ 6 h 7"/>
                <a:gd name="T6" fmla="*/ 9 w 20"/>
                <a:gd name="T7" fmla="*/ 3 h 7"/>
                <a:gd name="T8" fmla="*/ 19 w 20"/>
                <a:gd name="T9" fmla="*/ 1 h 7"/>
              </a:gdLst>
              <a:ahLst/>
              <a:cxnLst>
                <a:cxn ang="0">
                  <a:pos x="T0" y="T1"/>
                </a:cxn>
                <a:cxn ang="0">
                  <a:pos x="T2" y="T3"/>
                </a:cxn>
                <a:cxn ang="0">
                  <a:pos x="T4" y="T5"/>
                </a:cxn>
                <a:cxn ang="0">
                  <a:pos x="T6" y="T7"/>
                </a:cxn>
                <a:cxn ang="0">
                  <a:pos x="T8" y="T9"/>
                </a:cxn>
              </a:cxnLst>
              <a:rect l="0" t="0" r="r" b="b"/>
              <a:pathLst>
                <a:path w="20" h="7">
                  <a:moveTo>
                    <a:pt x="19" y="1"/>
                  </a:moveTo>
                  <a:cubicBezTo>
                    <a:pt x="20" y="1"/>
                    <a:pt x="15" y="3"/>
                    <a:pt x="10" y="4"/>
                  </a:cubicBezTo>
                  <a:cubicBezTo>
                    <a:pt x="5" y="6"/>
                    <a:pt x="0" y="7"/>
                    <a:pt x="0" y="6"/>
                  </a:cubicBezTo>
                  <a:cubicBezTo>
                    <a:pt x="0" y="6"/>
                    <a:pt x="4" y="4"/>
                    <a:pt x="9" y="3"/>
                  </a:cubicBezTo>
                  <a:cubicBezTo>
                    <a:pt x="14"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4" name="Freeform 1946">
              <a:extLst>
                <a:ext uri="{FF2B5EF4-FFF2-40B4-BE49-F238E27FC236}">
                  <a16:creationId xmlns:a16="http://schemas.microsoft.com/office/drawing/2014/main" id="{9F051E33-1D61-EA7C-AE27-E845074D779E}"/>
                </a:ext>
              </a:extLst>
            </p:cNvPr>
            <p:cNvSpPr>
              <a:spLocks/>
            </p:cNvSpPr>
            <p:nvPr/>
          </p:nvSpPr>
          <p:spPr bwMode="auto">
            <a:xfrm rot="5094805">
              <a:off x="880898" y="3373416"/>
              <a:ext cx="52554" cy="15995"/>
            </a:xfrm>
            <a:custGeom>
              <a:avLst/>
              <a:gdLst>
                <a:gd name="T0" fmla="*/ 9 w 21"/>
                <a:gd name="T1" fmla="*/ 3 h 7"/>
                <a:gd name="T2" fmla="*/ 20 w 21"/>
                <a:gd name="T3" fmla="*/ 0 h 7"/>
                <a:gd name="T4" fmla="*/ 12 w 21"/>
                <a:gd name="T5" fmla="*/ 4 h 7"/>
                <a:gd name="T6" fmla="*/ 1 w 21"/>
                <a:gd name="T7" fmla="*/ 7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15" y="1"/>
                    <a:pt x="20" y="0"/>
                    <a:pt x="20" y="0"/>
                  </a:cubicBezTo>
                  <a:cubicBezTo>
                    <a:pt x="21" y="1"/>
                    <a:pt x="17" y="3"/>
                    <a:pt x="12" y="4"/>
                  </a:cubicBezTo>
                  <a:cubicBezTo>
                    <a:pt x="7" y="6"/>
                    <a:pt x="2" y="7"/>
                    <a:pt x="1" y="7"/>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5" name="Freeform 1947">
              <a:extLst>
                <a:ext uri="{FF2B5EF4-FFF2-40B4-BE49-F238E27FC236}">
                  <a16:creationId xmlns:a16="http://schemas.microsoft.com/office/drawing/2014/main" id="{0A3D0E3D-A687-76A2-7E3D-8D0D116FA1C5}"/>
                </a:ext>
              </a:extLst>
            </p:cNvPr>
            <p:cNvSpPr>
              <a:spLocks/>
            </p:cNvSpPr>
            <p:nvPr/>
          </p:nvSpPr>
          <p:spPr bwMode="auto">
            <a:xfrm rot="5094805">
              <a:off x="970852" y="3555927"/>
              <a:ext cx="50269" cy="22850"/>
            </a:xfrm>
            <a:custGeom>
              <a:avLst/>
              <a:gdLst>
                <a:gd name="T0" fmla="*/ 19 w 20"/>
                <a:gd name="T1" fmla="*/ 1 h 9"/>
                <a:gd name="T2" fmla="*/ 11 w 20"/>
                <a:gd name="T3" fmla="*/ 5 h 9"/>
                <a:gd name="T4" fmla="*/ 0 w 20"/>
                <a:gd name="T5" fmla="*/ 8 h 9"/>
                <a:gd name="T6" fmla="*/ 8 w 20"/>
                <a:gd name="T7" fmla="*/ 4 h 9"/>
                <a:gd name="T8" fmla="*/ 19 w 20"/>
                <a:gd name="T9" fmla="*/ 1 h 9"/>
              </a:gdLst>
              <a:ahLst/>
              <a:cxnLst>
                <a:cxn ang="0">
                  <a:pos x="T0" y="T1"/>
                </a:cxn>
                <a:cxn ang="0">
                  <a:pos x="T2" y="T3"/>
                </a:cxn>
                <a:cxn ang="0">
                  <a:pos x="T4" y="T5"/>
                </a:cxn>
                <a:cxn ang="0">
                  <a:pos x="T6" y="T7"/>
                </a:cxn>
                <a:cxn ang="0">
                  <a:pos x="T8" y="T9"/>
                </a:cxn>
              </a:cxnLst>
              <a:rect l="0" t="0" r="r" b="b"/>
              <a:pathLst>
                <a:path w="20" h="9">
                  <a:moveTo>
                    <a:pt x="19" y="1"/>
                  </a:moveTo>
                  <a:cubicBezTo>
                    <a:pt x="20" y="1"/>
                    <a:pt x="16" y="3"/>
                    <a:pt x="11" y="5"/>
                  </a:cubicBezTo>
                  <a:cubicBezTo>
                    <a:pt x="5" y="7"/>
                    <a:pt x="1" y="9"/>
                    <a:pt x="0" y="8"/>
                  </a:cubicBezTo>
                  <a:cubicBezTo>
                    <a:pt x="0" y="8"/>
                    <a:pt x="3" y="6"/>
                    <a:pt x="8" y="4"/>
                  </a:cubicBezTo>
                  <a:cubicBezTo>
                    <a:pt x="13" y="2"/>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6" name="Freeform 1948">
              <a:extLst>
                <a:ext uri="{FF2B5EF4-FFF2-40B4-BE49-F238E27FC236}">
                  <a16:creationId xmlns:a16="http://schemas.microsoft.com/office/drawing/2014/main" id="{B09F2010-240F-9CD9-7543-B574850D888A}"/>
                </a:ext>
              </a:extLst>
            </p:cNvPr>
            <p:cNvSpPr>
              <a:spLocks/>
            </p:cNvSpPr>
            <p:nvPr/>
          </p:nvSpPr>
          <p:spPr bwMode="auto">
            <a:xfrm rot="5094805">
              <a:off x="1068676" y="3741262"/>
              <a:ext cx="45700" cy="20565"/>
            </a:xfrm>
            <a:custGeom>
              <a:avLst/>
              <a:gdLst>
                <a:gd name="T0" fmla="*/ 19 w 19"/>
                <a:gd name="T1" fmla="*/ 1 h 9"/>
                <a:gd name="T2" fmla="*/ 10 w 19"/>
                <a:gd name="T3" fmla="*/ 6 h 9"/>
                <a:gd name="T4" fmla="*/ 0 w 19"/>
                <a:gd name="T5" fmla="*/ 9 h 9"/>
                <a:gd name="T6" fmla="*/ 9 w 19"/>
                <a:gd name="T7" fmla="*/ 4 h 9"/>
                <a:gd name="T8" fmla="*/ 19 w 19"/>
                <a:gd name="T9" fmla="*/ 1 h 9"/>
              </a:gdLst>
              <a:ahLst/>
              <a:cxnLst>
                <a:cxn ang="0">
                  <a:pos x="T0" y="T1"/>
                </a:cxn>
                <a:cxn ang="0">
                  <a:pos x="T2" y="T3"/>
                </a:cxn>
                <a:cxn ang="0">
                  <a:pos x="T4" y="T5"/>
                </a:cxn>
                <a:cxn ang="0">
                  <a:pos x="T6" y="T7"/>
                </a:cxn>
                <a:cxn ang="0">
                  <a:pos x="T8" y="T9"/>
                </a:cxn>
              </a:cxnLst>
              <a:rect l="0" t="0" r="r" b="b"/>
              <a:pathLst>
                <a:path w="19" h="9">
                  <a:moveTo>
                    <a:pt x="19" y="1"/>
                  </a:moveTo>
                  <a:cubicBezTo>
                    <a:pt x="19" y="1"/>
                    <a:pt x="15" y="3"/>
                    <a:pt x="10" y="6"/>
                  </a:cubicBezTo>
                  <a:cubicBezTo>
                    <a:pt x="4" y="8"/>
                    <a:pt x="0" y="9"/>
                    <a:pt x="0" y="9"/>
                  </a:cubicBezTo>
                  <a:cubicBezTo>
                    <a:pt x="0" y="8"/>
                    <a:pt x="4" y="6"/>
                    <a:pt x="9" y="4"/>
                  </a:cubicBezTo>
                  <a:cubicBezTo>
                    <a:pt x="14" y="2"/>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7" name="Freeform 1949">
              <a:extLst>
                <a:ext uri="{FF2B5EF4-FFF2-40B4-BE49-F238E27FC236}">
                  <a16:creationId xmlns:a16="http://schemas.microsoft.com/office/drawing/2014/main" id="{63CBEB28-5455-6FFA-E55B-04AF77032CCF}"/>
                </a:ext>
              </a:extLst>
            </p:cNvPr>
            <p:cNvSpPr>
              <a:spLocks/>
            </p:cNvSpPr>
            <p:nvPr/>
          </p:nvSpPr>
          <p:spPr bwMode="auto">
            <a:xfrm rot="5094805">
              <a:off x="1166482" y="3923907"/>
              <a:ext cx="50269" cy="22850"/>
            </a:xfrm>
            <a:custGeom>
              <a:avLst/>
              <a:gdLst>
                <a:gd name="T0" fmla="*/ 12 w 21"/>
                <a:gd name="T1" fmla="*/ 5 h 9"/>
                <a:gd name="T2" fmla="*/ 1 w 21"/>
                <a:gd name="T3" fmla="*/ 9 h 9"/>
                <a:gd name="T4" fmla="*/ 8 w 21"/>
                <a:gd name="T5" fmla="*/ 5 h 9"/>
                <a:gd name="T6" fmla="*/ 20 w 21"/>
                <a:gd name="T7" fmla="*/ 0 h 9"/>
                <a:gd name="T8" fmla="*/ 12 w 21"/>
                <a:gd name="T9" fmla="*/ 5 h 9"/>
              </a:gdLst>
              <a:ahLst/>
              <a:cxnLst>
                <a:cxn ang="0">
                  <a:pos x="T0" y="T1"/>
                </a:cxn>
                <a:cxn ang="0">
                  <a:pos x="T2" y="T3"/>
                </a:cxn>
                <a:cxn ang="0">
                  <a:pos x="T4" y="T5"/>
                </a:cxn>
                <a:cxn ang="0">
                  <a:pos x="T6" y="T7"/>
                </a:cxn>
                <a:cxn ang="0">
                  <a:pos x="T8" y="T9"/>
                </a:cxn>
              </a:cxnLst>
              <a:rect l="0" t="0" r="r" b="b"/>
              <a:pathLst>
                <a:path w="21" h="9">
                  <a:moveTo>
                    <a:pt x="12" y="5"/>
                  </a:moveTo>
                  <a:cubicBezTo>
                    <a:pt x="6" y="8"/>
                    <a:pt x="1" y="9"/>
                    <a:pt x="1" y="9"/>
                  </a:cubicBezTo>
                  <a:cubicBezTo>
                    <a:pt x="0" y="9"/>
                    <a:pt x="3" y="7"/>
                    <a:pt x="8" y="5"/>
                  </a:cubicBezTo>
                  <a:cubicBezTo>
                    <a:pt x="13" y="2"/>
                    <a:pt x="19" y="0"/>
                    <a:pt x="20" y="0"/>
                  </a:cubicBezTo>
                  <a:cubicBezTo>
                    <a:pt x="21" y="0"/>
                    <a:pt x="17"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8" name="Freeform 1950">
              <a:extLst>
                <a:ext uri="{FF2B5EF4-FFF2-40B4-BE49-F238E27FC236}">
                  <a16:creationId xmlns:a16="http://schemas.microsoft.com/office/drawing/2014/main" id="{F0BE2FE4-8DA3-A0DA-FB51-B316C1D8A530}"/>
                </a:ext>
              </a:extLst>
            </p:cNvPr>
            <p:cNvSpPr>
              <a:spLocks/>
            </p:cNvSpPr>
            <p:nvPr/>
          </p:nvSpPr>
          <p:spPr bwMode="auto">
            <a:xfrm rot="5094805">
              <a:off x="1268743" y="4106253"/>
              <a:ext cx="52554" cy="22850"/>
            </a:xfrm>
            <a:custGeom>
              <a:avLst/>
              <a:gdLst>
                <a:gd name="T0" fmla="*/ 20 w 21"/>
                <a:gd name="T1" fmla="*/ 0 h 9"/>
                <a:gd name="T2" fmla="*/ 12 w 21"/>
                <a:gd name="T3" fmla="*/ 5 h 9"/>
                <a:gd name="T4" fmla="*/ 2 w 21"/>
                <a:gd name="T5" fmla="*/ 9 h 9"/>
                <a:gd name="T6" fmla="*/ 9 w 21"/>
                <a:gd name="T7" fmla="*/ 4 h 9"/>
                <a:gd name="T8" fmla="*/ 20 w 21"/>
                <a:gd name="T9" fmla="*/ 0 h 9"/>
              </a:gdLst>
              <a:ahLst/>
              <a:cxnLst>
                <a:cxn ang="0">
                  <a:pos x="T0" y="T1"/>
                </a:cxn>
                <a:cxn ang="0">
                  <a:pos x="T2" y="T3"/>
                </a:cxn>
                <a:cxn ang="0">
                  <a:pos x="T4" y="T5"/>
                </a:cxn>
                <a:cxn ang="0">
                  <a:pos x="T6" y="T7"/>
                </a:cxn>
                <a:cxn ang="0">
                  <a:pos x="T8" y="T9"/>
                </a:cxn>
              </a:cxnLst>
              <a:rect l="0" t="0" r="r" b="b"/>
              <a:pathLst>
                <a:path w="21" h="9">
                  <a:moveTo>
                    <a:pt x="20" y="0"/>
                  </a:moveTo>
                  <a:cubicBezTo>
                    <a:pt x="21" y="0"/>
                    <a:pt x="17" y="3"/>
                    <a:pt x="12" y="5"/>
                  </a:cubicBezTo>
                  <a:cubicBezTo>
                    <a:pt x="7" y="7"/>
                    <a:pt x="3" y="9"/>
                    <a:pt x="2" y="9"/>
                  </a:cubicBezTo>
                  <a:cubicBezTo>
                    <a:pt x="0" y="9"/>
                    <a:pt x="4" y="7"/>
                    <a:pt x="9"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9" name="Freeform 1951">
              <a:extLst>
                <a:ext uri="{FF2B5EF4-FFF2-40B4-BE49-F238E27FC236}">
                  <a16:creationId xmlns:a16="http://schemas.microsoft.com/office/drawing/2014/main" id="{576BAF0D-2508-31CF-1AD1-117FB2671F37}"/>
                </a:ext>
              </a:extLst>
            </p:cNvPr>
            <p:cNvSpPr>
              <a:spLocks/>
            </p:cNvSpPr>
            <p:nvPr/>
          </p:nvSpPr>
          <p:spPr bwMode="auto">
            <a:xfrm rot="5094805">
              <a:off x="763552" y="1416875"/>
              <a:ext cx="50269" cy="29705"/>
            </a:xfrm>
            <a:custGeom>
              <a:avLst/>
              <a:gdLst>
                <a:gd name="T0" fmla="*/ 20 w 20"/>
                <a:gd name="T1" fmla="*/ 10 h 12"/>
                <a:gd name="T2" fmla="*/ 10 w 20"/>
                <a:gd name="T3" fmla="*/ 10 h 12"/>
                <a:gd name="T4" fmla="*/ 0 w 20"/>
                <a:gd name="T5" fmla="*/ 2 h 12"/>
                <a:gd name="T6" fmla="*/ 9 w 20"/>
                <a:gd name="T7" fmla="*/ 2 h 12"/>
                <a:gd name="T8" fmla="*/ 20 w 20"/>
                <a:gd name="T9" fmla="*/ 10 h 12"/>
              </a:gdLst>
              <a:ahLst/>
              <a:cxnLst>
                <a:cxn ang="0">
                  <a:pos x="T0" y="T1"/>
                </a:cxn>
                <a:cxn ang="0">
                  <a:pos x="T2" y="T3"/>
                </a:cxn>
                <a:cxn ang="0">
                  <a:pos x="T4" y="T5"/>
                </a:cxn>
                <a:cxn ang="0">
                  <a:pos x="T6" y="T7"/>
                </a:cxn>
                <a:cxn ang="0">
                  <a:pos x="T8" y="T9"/>
                </a:cxn>
              </a:cxnLst>
              <a:rect l="0" t="0" r="r" b="b"/>
              <a:pathLst>
                <a:path w="20" h="12">
                  <a:moveTo>
                    <a:pt x="20" y="10"/>
                  </a:moveTo>
                  <a:cubicBezTo>
                    <a:pt x="20" y="12"/>
                    <a:pt x="16" y="12"/>
                    <a:pt x="10" y="10"/>
                  </a:cubicBezTo>
                  <a:cubicBezTo>
                    <a:pt x="5" y="8"/>
                    <a:pt x="0" y="4"/>
                    <a:pt x="0" y="2"/>
                  </a:cubicBezTo>
                  <a:cubicBezTo>
                    <a:pt x="0" y="0"/>
                    <a:pt x="4" y="0"/>
                    <a:pt x="9" y="2"/>
                  </a:cubicBezTo>
                  <a:cubicBezTo>
                    <a:pt x="15" y="4"/>
                    <a:pt x="20" y="8"/>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0" name="Freeform 1952">
              <a:extLst>
                <a:ext uri="{FF2B5EF4-FFF2-40B4-BE49-F238E27FC236}">
                  <a16:creationId xmlns:a16="http://schemas.microsoft.com/office/drawing/2014/main" id="{F47AFA89-4677-3BF6-11F1-D7E75E0D12D9}"/>
                </a:ext>
              </a:extLst>
            </p:cNvPr>
            <p:cNvSpPr>
              <a:spLocks/>
            </p:cNvSpPr>
            <p:nvPr/>
          </p:nvSpPr>
          <p:spPr bwMode="auto">
            <a:xfrm rot="5094805">
              <a:off x="816782" y="1214755"/>
              <a:ext cx="52554" cy="31990"/>
            </a:xfrm>
            <a:custGeom>
              <a:avLst/>
              <a:gdLst>
                <a:gd name="T0" fmla="*/ 20 w 21"/>
                <a:gd name="T1" fmla="*/ 10 h 13"/>
                <a:gd name="T2" fmla="*/ 11 w 21"/>
                <a:gd name="T3" fmla="*/ 12 h 13"/>
                <a:gd name="T4" fmla="*/ 1 w 21"/>
                <a:gd name="T5" fmla="*/ 3 h 13"/>
                <a:gd name="T6" fmla="*/ 9 w 21"/>
                <a:gd name="T7" fmla="*/ 1 h 13"/>
                <a:gd name="T8" fmla="*/ 20 w 21"/>
                <a:gd name="T9" fmla="*/ 10 h 13"/>
              </a:gdLst>
              <a:ahLst/>
              <a:cxnLst>
                <a:cxn ang="0">
                  <a:pos x="T0" y="T1"/>
                </a:cxn>
                <a:cxn ang="0">
                  <a:pos x="T2" y="T3"/>
                </a:cxn>
                <a:cxn ang="0">
                  <a:pos x="T4" y="T5"/>
                </a:cxn>
                <a:cxn ang="0">
                  <a:pos x="T6" y="T7"/>
                </a:cxn>
                <a:cxn ang="0">
                  <a:pos x="T8" y="T9"/>
                </a:cxn>
              </a:cxnLst>
              <a:rect l="0" t="0" r="r" b="b"/>
              <a:pathLst>
                <a:path w="21" h="13">
                  <a:moveTo>
                    <a:pt x="20" y="10"/>
                  </a:moveTo>
                  <a:cubicBezTo>
                    <a:pt x="21" y="12"/>
                    <a:pt x="17" y="13"/>
                    <a:pt x="11" y="12"/>
                  </a:cubicBezTo>
                  <a:cubicBezTo>
                    <a:pt x="6" y="10"/>
                    <a:pt x="1" y="6"/>
                    <a:pt x="1" y="3"/>
                  </a:cubicBezTo>
                  <a:cubicBezTo>
                    <a:pt x="0" y="1"/>
                    <a:pt x="4" y="0"/>
                    <a:pt x="9" y="1"/>
                  </a:cubicBezTo>
                  <a:cubicBezTo>
                    <a:pt x="14" y="3"/>
                    <a:pt x="19" y="7"/>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1" name="Freeform 1953">
              <a:extLst>
                <a:ext uri="{FF2B5EF4-FFF2-40B4-BE49-F238E27FC236}">
                  <a16:creationId xmlns:a16="http://schemas.microsoft.com/office/drawing/2014/main" id="{3D224F0E-600F-1E98-A41D-5E65B3256204}"/>
                </a:ext>
              </a:extLst>
            </p:cNvPr>
            <p:cNvSpPr>
              <a:spLocks/>
            </p:cNvSpPr>
            <p:nvPr/>
          </p:nvSpPr>
          <p:spPr bwMode="auto">
            <a:xfrm rot="5094805">
              <a:off x="864233" y="1012307"/>
              <a:ext cx="47985" cy="34275"/>
            </a:xfrm>
            <a:custGeom>
              <a:avLst/>
              <a:gdLst>
                <a:gd name="T0" fmla="*/ 19 w 20"/>
                <a:gd name="T1" fmla="*/ 10 h 14"/>
                <a:gd name="T2" fmla="*/ 11 w 20"/>
                <a:gd name="T3" fmla="*/ 13 h 14"/>
                <a:gd name="T4" fmla="*/ 0 w 20"/>
                <a:gd name="T5" fmla="*/ 4 h 14"/>
                <a:gd name="T6" fmla="*/ 8 w 20"/>
                <a:gd name="T7" fmla="*/ 1 h 14"/>
                <a:gd name="T8" fmla="*/ 19 w 20"/>
                <a:gd name="T9" fmla="*/ 10 h 14"/>
              </a:gdLst>
              <a:ahLst/>
              <a:cxnLst>
                <a:cxn ang="0">
                  <a:pos x="T0" y="T1"/>
                </a:cxn>
                <a:cxn ang="0">
                  <a:pos x="T2" y="T3"/>
                </a:cxn>
                <a:cxn ang="0">
                  <a:pos x="T4" y="T5"/>
                </a:cxn>
                <a:cxn ang="0">
                  <a:pos x="T6" y="T7"/>
                </a:cxn>
                <a:cxn ang="0">
                  <a:pos x="T8" y="T9"/>
                </a:cxn>
              </a:cxnLst>
              <a:rect l="0" t="0" r="r" b="b"/>
              <a:pathLst>
                <a:path w="20" h="14">
                  <a:moveTo>
                    <a:pt x="19" y="10"/>
                  </a:moveTo>
                  <a:cubicBezTo>
                    <a:pt x="20" y="13"/>
                    <a:pt x="16" y="14"/>
                    <a:pt x="11" y="13"/>
                  </a:cubicBezTo>
                  <a:cubicBezTo>
                    <a:pt x="5" y="11"/>
                    <a:pt x="0" y="7"/>
                    <a:pt x="0" y="4"/>
                  </a:cubicBezTo>
                  <a:cubicBezTo>
                    <a:pt x="0" y="1"/>
                    <a:pt x="3" y="0"/>
                    <a:pt x="8" y="1"/>
                  </a:cubicBezTo>
                  <a:cubicBezTo>
                    <a:pt x="13" y="3"/>
                    <a:pt x="19" y="7"/>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2" name="Freeform 1954">
              <a:extLst>
                <a:ext uri="{FF2B5EF4-FFF2-40B4-BE49-F238E27FC236}">
                  <a16:creationId xmlns:a16="http://schemas.microsoft.com/office/drawing/2014/main" id="{35BF1D5A-F734-7FA9-881E-5DEF6DC810AB}"/>
                </a:ext>
              </a:extLst>
            </p:cNvPr>
            <p:cNvSpPr>
              <a:spLocks/>
            </p:cNvSpPr>
            <p:nvPr/>
          </p:nvSpPr>
          <p:spPr bwMode="auto">
            <a:xfrm rot="5094805">
              <a:off x="893459" y="811075"/>
              <a:ext cx="52554" cy="36560"/>
            </a:xfrm>
            <a:custGeom>
              <a:avLst/>
              <a:gdLst>
                <a:gd name="T0" fmla="*/ 11 w 21"/>
                <a:gd name="T1" fmla="*/ 14 h 15"/>
                <a:gd name="T2" fmla="*/ 0 w 21"/>
                <a:gd name="T3" fmla="*/ 5 h 15"/>
                <a:gd name="T4" fmla="*/ 9 w 21"/>
                <a:gd name="T5" fmla="*/ 1 h 15"/>
                <a:gd name="T6" fmla="*/ 20 w 21"/>
                <a:gd name="T7" fmla="*/ 10 h 15"/>
                <a:gd name="T8" fmla="*/ 11 w 21"/>
                <a:gd name="T9" fmla="*/ 14 h 15"/>
              </a:gdLst>
              <a:ahLst/>
              <a:cxnLst>
                <a:cxn ang="0">
                  <a:pos x="T0" y="T1"/>
                </a:cxn>
                <a:cxn ang="0">
                  <a:pos x="T2" y="T3"/>
                </a:cxn>
                <a:cxn ang="0">
                  <a:pos x="T4" y="T5"/>
                </a:cxn>
                <a:cxn ang="0">
                  <a:pos x="T6" y="T7"/>
                </a:cxn>
                <a:cxn ang="0">
                  <a:pos x="T8" y="T9"/>
                </a:cxn>
              </a:cxnLst>
              <a:rect l="0" t="0" r="r" b="b"/>
              <a:pathLst>
                <a:path w="21" h="15">
                  <a:moveTo>
                    <a:pt x="11" y="14"/>
                  </a:moveTo>
                  <a:cubicBezTo>
                    <a:pt x="6" y="13"/>
                    <a:pt x="1" y="9"/>
                    <a:pt x="0" y="5"/>
                  </a:cubicBezTo>
                  <a:cubicBezTo>
                    <a:pt x="0" y="2"/>
                    <a:pt x="4" y="0"/>
                    <a:pt x="9" y="1"/>
                  </a:cubicBezTo>
                  <a:cubicBezTo>
                    <a:pt x="14" y="2"/>
                    <a:pt x="19" y="6"/>
                    <a:pt x="20" y="10"/>
                  </a:cubicBezTo>
                  <a:cubicBezTo>
                    <a:pt x="21" y="13"/>
                    <a:pt x="16" y="15"/>
                    <a:pt x="1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3" name="Freeform 1955">
              <a:extLst>
                <a:ext uri="{FF2B5EF4-FFF2-40B4-BE49-F238E27FC236}">
                  <a16:creationId xmlns:a16="http://schemas.microsoft.com/office/drawing/2014/main" id="{CB20E34C-03F6-C9AC-5233-DAB39388B340}"/>
                </a:ext>
              </a:extLst>
            </p:cNvPr>
            <p:cNvSpPr>
              <a:spLocks/>
            </p:cNvSpPr>
            <p:nvPr/>
          </p:nvSpPr>
          <p:spPr bwMode="auto">
            <a:xfrm rot="5094805">
              <a:off x="910185" y="612505"/>
              <a:ext cx="47985" cy="36560"/>
            </a:xfrm>
            <a:custGeom>
              <a:avLst/>
              <a:gdLst>
                <a:gd name="T0" fmla="*/ 20 w 20"/>
                <a:gd name="T1" fmla="*/ 9 h 15"/>
                <a:gd name="T2" fmla="*/ 10 w 20"/>
                <a:gd name="T3" fmla="*/ 14 h 15"/>
                <a:gd name="T4" fmla="*/ 0 w 20"/>
                <a:gd name="T5" fmla="*/ 5 h 15"/>
                <a:gd name="T6" fmla="*/ 9 w 20"/>
                <a:gd name="T7" fmla="*/ 1 h 15"/>
                <a:gd name="T8" fmla="*/ 20 w 20"/>
                <a:gd name="T9" fmla="*/ 9 h 15"/>
              </a:gdLst>
              <a:ahLst/>
              <a:cxnLst>
                <a:cxn ang="0">
                  <a:pos x="T0" y="T1"/>
                </a:cxn>
                <a:cxn ang="0">
                  <a:pos x="T2" y="T3"/>
                </a:cxn>
                <a:cxn ang="0">
                  <a:pos x="T4" y="T5"/>
                </a:cxn>
                <a:cxn ang="0">
                  <a:pos x="T6" y="T7"/>
                </a:cxn>
                <a:cxn ang="0">
                  <a:pos x="T8" y="T9"/>
                </a:cxn>
              </a:cxnLst>
              <a:rect l="0" t="0" r="r" b="b"/>
              <a:pathLst>
                <a:path w="20" h="15">
                  <a:moveTo>
                    <a:pt x="20" y="9"/>
                  </a:moveTo>
                  <a:cubicBezTo>
                    <a:pt x="20" y="12"/>
                    <a:pt x="16" y="15"/>
                    <a:pt x="10" y="14"/>
                  </a:cubicBezTo>
                  <a:cubicBezTo>
                    <a:pt x="5" y="13"/>
                    <a:pt x="0" y="9"/>
                    <a:pt x="0" y="5"/>
                  </a:cubicBezTo>
                  <a:cubicBezTo>
                    <a:pt x="0" y="2"/>
                    <a:pt x="4" y="0"/>
                    <a:pt x="9" y="1"/>
                  </a:cubicBezTo>
                  <a:cubicBezTo>
                    <a:pt x="14" y="1"/>
                    <a:pt x="19" y="5"/>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4" name="Freeform 1956">
              <a:extLst>
                <a:ext uri="{FF2B5EF4-FFF2-40B4-BE49-F238E27FC236}">
                  <a16:creationId xmlns:a16="http://schemas.microsoft.com/office/drawing/2014/main" id="{F5073E3E-C6E2-1BEB-3F9D-2C5575839CA3}"/>
                </a:ext>
              </a:extLst>
            </p:cNvPr>
            <p:cNvSpPr>
              <a:spLocks/>
            </p:cNvSpPr>
            <p:nvPr/>
          </p:nvSpPr>
          <p:spPr bwMode="auto">
            <a:xfrm rot="5094805">
              <a:off x="904336" y="417831"/>
              <a:ext cx="52554" cy="36560"/>
            </a:xfrm>
            <a:custGeom>
              <a:avLst/>
              <a:gdLst>
                <a:gd name="T0" fmla="*/ 9 w 21"/>
                <a:gd name="T1" fmla="*/ 1 h 15"/>
                <a:gd name="T2" fmla="*/ 20 w 21"/>
                <a:gd name="T3" fmla="*/ 8 h 15"/>
                <a:gd name="T4" fmla="*/ 11 w 21"/>
                <a:gd name="T5" fmla="*/ 15 h 15"/>
                <a:gd name="T6" fmla="*/ 1 w 21"/>
                <a:gd name="T7" fmla="*/ 9 h 15"/>
                <a:gd name="T8" fmla="*/ 9 w 21"/>
                <a:gd name="T9" fmla="*/ 1 h 15"/>
              </a:gdLst>
              <a:ahLst/>
              <a:cxnLst>
                <a:cxn ang="0">
                  <a:pos x="T0" y="T1"/>
                </a:cxn>
                <a:cxn ang="0">
                  <a:pos x="T2" y="T3"/>
                </a:cxn>
                <a:cxn ang="0">
                  <a:pos x="T4" y="T5"/>
                </a:cxn>
                <a:cxn ang="0">
                  <a:pos x="T6" y="T7"/>
                </a:cxn>
                <a:cxn ang="0">
                  <a:pos x="T8" y="T9"/>
                </a:cxn>
              </a:cxnLst>
              <a:rect l="0" t="0" r="r" b="b"/>
              <a:pathLst>
                <a:path w="21" h="15">
                  <a:moveTo>
                    <a:pt x="9" y="1"/>
                  </a:moveTo>
                  <a:cubicBezTo>
                    <a:pt x="14" y="0"/>
                    <a:pt x="19" y="4"/>
                    <a:pt x="20" y="8"/>
                  </a:cubicBezTo>
                  <a:cubicBezTo>
                    <a:pt x="21" y="11"/>
                    <a:pt x="16" y="15"/>
                    <a:pt x="11" y="15"/>
                  </a:cubicBezTo>
                  <a:cubicBezTo>
                    <a:pt x="6" y="15"/>
                    <a:pt x="2" y="12"/>
                    <a:pt x="1" y="9"/>
                  </a:cubicBezTo>
                  <a:cubicBezTo>
                    <a:pt x="0" y="5"/>
                    <a:pt x="3" y="1"/>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5" name="Freeform 1957">
              <a:extLst>
                <a:ext uri="{FF2B5EF4-FFF2-40B4-BE49-F238E27FC236}">
                  <a16:creationId xmlns:a16="http://schemas.microsoft.com/office/drawing/2014/main" id="{D35CA387-3F08-200E-475F-0BDFFD0B00A5}"/>
                </a:ext>
              </a:extLst>
            </p:cNvPr>
            <p:cNvSpPr>
              <a:spLocks/>
            </p:cNvSpPr>
            <p:nvPr/>
          </p:nvSpPr>
          <p:spPr bwMode="auto">
            <a:xfrm rot="5094805">
              <a:off x="870249" y="227026"/>
              <a:ext cx="52554" cy="38845"/>
            </a:xfrm>
            <a:custGeom>
              <a:avLst/>
              <a:gdLst>
                <a:gd name="T0" fmla="*/ 11 w 21"/>
                <a:gd name="T1" fmla="*/ 15 h 16"/>
                <a:gd name="T2" fmla="*/ 0 w 21"/>
                <a:gd name="T3" fmla="*/ 10 h 16"/>
                <a:gd name="T4" fmla="*/ 8 w 21"/>
                <a:gd name="T5" fmla="*/ 1 h 16"/>
                <a:gd name="T6" fmla="*/ 19 w 21"/>
                <a:gd name="T7" fmla="*/ 6 h 16"/>
                <a:gd name="T8" fmla="*/ 11 w 21"/>
                <a:gd name="T9" fmla="*/ 15 h 16"/>
              </a:gdLst>
              <a:ahLst/>
              <a:cxnLst>
                <a:cxn ang="0">
                  <a:pos x="T0" y="T1"/>
                </a:cxn>
                <a:cxn ang="0">
                  <a:pos x="T2" y="T3"/>
                </a:cxn>
                <a:cxn ang="0">
                  <a:pos x="T4" y="T5"/>
                </a:cxn>
                <a:cxn ang="0">
                  <a:pos x="T6" y="T7"/>
                </a:cxn>
                <a:cxn ang="0">
                  <a:pos x="T8" y="T9"/>
                </a:cxn>
              </a:cxnLst>
              <a:rect l="0" t="0" r="r" b="b"/>
              <a:pathLst>
                <a:path w="21" h="16">
                  <a:moveTo>
                    <a:pt x="11" y="15"/>
                  </a:moveTo>
                  <a:cubicBezTo>
                    <a:pt x="6" y="16"/>
                    <a:pt x="1" y="14"/>
                    <a:pt x="0" y="10"/>
                  </a:cubicBezTo>
                  <a:cubicBezTo>
                    <a:pt x="0" y="6"/>
                    <a:pt x="3" y="2"/>
                    <a:pt x="8" y="1"/>
                  </a:cubicBezTo>
                  <a:cubicBezTo>
                    <a:pt x="13" y="0"/>
                    <a:pt x="18" y="2"/>
                    <a:pt x="19" y="6"/>
                  </a:cubicBezTo>
                  <a:cubicBezTo>
                    <a:pt x="21" y="10"/>
                    <a:pt x="17" y="14"/>
                    <a:pt x="1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6" name="Freeform 1958">
              <a:extLst>
                <a:ext uri="{FF2B5EF4-FFF2-40B4-BE49-F238E27FC236}">
                  <a16:creationId xmlns:a16="http://schemas.microsoft.com/office/drawing/2014/main" id="{FA583C14-B13B-4527-B2B8-047D120FD7EE}"/>
                </a:ext>
              </a:extLst>
            </p:cNvPr>
            <p:cNvSpPr>
              <a:spLocks/>
            </p:cNvSpPr>
            <p:nvPr/>
          </p:nvSpPr>
          <p:spPr bwMode="auto">
            <a:xfrm rot="5094805">
              <a:off x="810932" y="36376"/>
              <a:ext cx="47985" cy="41130"/>
            </a:xfrm>
            <a:custGeom>
              <a:avLst/>
              <a:gdLst>
                <a:gd name="T0" fmla="*/ 20 w 20"/>
                <a:gd name="T1" fmla="*/ 6 h 17"/>
                <a:gd name="T2" fmla="*/ 10 w 20"/>
                <a:gd name="T3" fmla="*/ 16 h 17"/>
                <a:gd name="T4" fmla="*/ 0 w 20"/>
                <a:gd name="T5" fmla="*/ 11 h 17"/>
                <a:gd name="T6" fmla="*/ 9 w 20"/>
                <a:gd name="T7" fmla="*/ 1 h 17"/>
                <a:gd name="T8" fmla="*/ 20 w 20"/>
                <a:gd name="T9" fmla="*/ 6 h 17"/>
              </a:gdLst>
              <a:ahLst/>
              <a:cxnLst>
                <a:cxn ang="0">
                  <a:pos x="T0" y="T1"/>
                </a:cxn>
                <a:cxn ang="0">
                  <a:pos x="T2" y="T3"/>
                </a:cxn>
                <a:cxn ang="0">
                  <a:pos x="T4" y="T5"/>
                </a:cxn>
                <a:cxn ang="0">
                  <a:pos x="T6" y="T7"/>
                </a:cxn>
                <a:cxn ang="0">
                  <a:pos x="T8" y="T9"/>
                </a:cxn>
              </a:cxnLst>
              <a:rect l="0" t="0" r="r" b="b"/>
              <a:pathLst>
                <a:path w="20" h="17">
                  <a:moveTo>
                    <a:pt x="20" y="6"/>
                  </a:moveTo>
                  <a:cubicBezTo>
                    <a:pt x="20" y="10"/>
                    <a:pt x="16" y="14"/>
                    <a:pt x="10" y="16"/>
                  </a:cubicBezTo>
                  <a:cubicBezTo>
                    <a:pt x="5" y="17"/>
                    <a:pt x="0" y="15"/>
                    <a:pt x="0" y="11"/>
                  </a:cubicBezTo>
                  <a:cubicBezTo>
                    <a:pt x="0" y="7"/>
                    <a:pt x="4" y="3"/>
                    <a:pt x="9" y="1"/>
                  </a:cubicBezTo>
                  <a:cubicBezTo>
                    <a:pt x="14" y="0"/>
                    <a:pt x="19" y="2"/>
                    <a:pt x="2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7" name="Freeform 1979">
              <a:extLst>
                <a:ext uri="{FF2B5EF4-FFF2-40B4-BE49-F238E27FC236}">
                  <a16:creationId xmlns:a16="http://schemas.microsoft.com/office/drawing/2014/main" id="{8951739D-19A3-C555-519D-694103A55640}"/>
                </a:ext>
              </a:extLst>
            </p:cNvPr>
            <p:cNvSpPr>
              <a:spLocks/>
            </p:cNvSpPr>
            <p:nvPr/>
          </p:nvSpPr>
          <p:spPr bwMode="auto">
            <a:xfrm rot="5094805">
              <a:off x="1374523" y="4289534"/>
              <a:ext cx="52554" cy="22850"/>
            </a:xfrm>
            <a:custGeom>
              <a:avLst/>
              <a:gdLst>
                <a:gd name="T0" fmla="*/ 9 w 21"/>
                <a:gd name="T1" fmla="*/ 4 h 9"/>
                <a:gd name="T2" fmla="*/ 20 w 21"/>
                <a:gd name="T3" fmla="*/ 0 h 9"/>
                <a:gd name="T4" fmla="*/ 11 w 21"/>
                <a:gd name="T5" fmla="*/ 5 h 9"/>
                <a:gd name="T6" fmla="*/ 1 w 21"/>
                <a:gd name="T7" fmla="*/ 9 h 9"/>
                <a:gd name="T8" fmla="*/ 9 w 21"/>
                <a:gd name="T9" fmla="*/ 4 h 9"/>
              </a:gdLst>
              <a:ahLst/>
              <a:cxnLst>
                <a:cxn ang="0">
                  <a:pos x="T0" y="T1"/>
                </a:cxn>
                <a:cxn ang="0">
                  <a:pos x="T2" y="T3"/>
                </a:cxn>
                <a:cxn ang="0">
                  <a:pos x="T4" y="T5"/>
                </a:cxn>
                <a:cxn ang="0">
                  <a:pos x="T6" y="T7"/>
                </a:cxn>
                <a:cxn ang="0">
                  <a:pos x="T8" y="T9"/>
                </a:cxn>
              </a:cxnLst>
              <a:rect l="0" t="0" r="r" b="b"/>
              <a:pathLst>
                <a:path w="21" h="9">
                  <a:moveTo>
                    <a:pt x="9" y="4"/>
                  </a:moveTo>
                  <a:cubicBezTo>
                    <a:pt x="15" y="2"/>
                    <a:pt x="20" y="0"/>
                    <a:pt x="20" y="0"/>
                  </a:cubicBezTo>
                  <a:cubicBezTo>
                    <a:pt x="21" y="0"/>
                    <a:pt x="16" y="3"/>
                    <a:pt x="11" y="5"/>
                  </a:cubicBezTo>
                  <a:cubicBezTo>
                    <a:pt x="7" y="7"/>
                    <a:pt x="2" y="9"/>
                    <a:pt x="1" y="9"/>
                  </a:cubicBezTo>
                  <a:cubicBezTo>
                    <a:pt x="0" y="9"/>
                    <a:pt x="4"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8" name="Freeform 1980">
              <a:extLst>
                <a:ext uri="{FF2B5EF4-FFF2-40B4-BE49-F238E27FC236}">
                  <a16:creationId xmlns:a16="http://schemas.microsoft.com/office/drawing/2014/main" id="{8D49ED25-C64F-7FA4-DEB7-62B7E3D51175}"/>
                </a:ext>
              </a:extLst>
            </p:cNvPr>
            <p:cNvSpPr>
              <a:spLocks/>
            </p:cNvSpPr>
            <p:nvPr/>
          </p:nvSpPr>
          <p:spPr bwMode="auto">
            <a:xfrm rot="5094805">
              <a:off x="1483832" y="4473953"/>
              <a:ext cx="45700" cy="22850"/>
            </a:xfrm>
            <a:custGeom>
              <a:avLst/>
              <a:gdLst>
                <a:gd name="T0" fmla="*/ 19 w 19"/>
                <a:gd name="T1" fmla="*/ 0 h 9"/>
                <a:gd name="T2" fmla="*/ 9 w 19"/>
                <a:gd name="T3" fmla="*/ 5 h 9"/>
                <a:gd name="T4" fmla="*/ 0 w 19"/>
                <a:gd name="T5" fmla="*/ 9 h 9"/>
                <a:gd name="T6" fmla="*/ 8 w 19"/>
                <a:gd name="T7" fmla="*/ 4 h 9"/>
                <a:gd name="T8" fmla="*/ 19 w 19"/>
                <a:gd name="T9" fmla="*/ 0 h 9"/>
              </a:gdLst>
              <a:ahLst/>
              <a:cxnLst>
                <a:cxn ang="0">
                  <a:pos x="T0" y="T1"/>
                </a:cxn>
                <a:cxn ang="0">
                  <a:pos x="T2" y="T3"/>
                </a:cxn>
                <a:cxn ang="0">
                  <a:pos x="T4" y="T5"/>
                </a:cxn>
                <a:cxn ang="0">
                  <a:pos x="T6" y="T7"/>
                </a:cxn>
                <a:cxn ang="0">
                  <a:pos x="T8" y="T9"/>
                </a:cxn>
              </a:cxnLst>
              <a:rect l="0" t="0" r="r" b="b"/>
              <a:pathLst>
                <a:path w="19" h="9">
                  <a:moveTo>
                    <a:pt x="19" y="0"/>
                  </a:moveTo>
                  <a:cubicBezTo>
                    <a:pt x="19" y="0"/>
                    <a:pt x="15" y="3"/>
                    <a:pt x="9" y="5"/>
                  </a:cubicBezTo>
                  <a:cubicBezTo>
                    <a:pt x="4" y="8"/>
                    <a:pt x="0" y="9"/>
                    <a:pt x="0" y="9"/>
                  </a:cubicBezTo>
                  <a:cubicBezTo>
                    <a:pt x="0" y="8"/>
                    <a:pt x="4" y="6"/>
                    <a:pt x="8" y="4"/>
                  </a:cubicBezTo>
                  <a:cubicBezTo>
                    <a:pt x="14"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9" name="Freeform 1981">
              <a:extLst>
                <a:ext uri="{FF2B5EF4-FFF2-40B4-BE49-F238E27FC236}">
                  <a16:creationId xmlns:a16="http://schemas.microsoft.com/office/drawing/2014/main" id="{C4A4BCDC-80E3-1EAA-1089-9DFF9CDA481A}"/>
                </a:ext>
              </a:extLst>
            </p:cNvPr>
            <p:cNvSpPr>
              <a:spLocks/>
            </p:cNvSpPr>
            <p:nvPr/>
          </p:nvSpPr>
          <p:spPr bwMode="auto">
            <a:xfrm rot="5094805">
              <a:off x="1586093" y="4656299"/>
              <a:ext cx="47985" cy="22850"/>
            </a:xfrm>
            <a:custGeom>
              <a:avLst/>
              <a:gdLst>
                <a:gd name="T0" fmla="*/ 9 w 20"/>
                <a:gd name="T1" fmla="*/ 4 h 10"/>
                <a:gd name="T2" fmla="*/ 20 w 20"/>
                <a:gd name="T3" fmla="*/ 1 h 10"/>
                <a:gd name="T4" fmla="*/ 10 w 20"/>
                <a:gd name="T5" fmla="*/ 6 h 10"/>
                <a:gd name="T6" fmla="*/ 1 w 20"/>
                <a:gd name="T7" fmla="*/ 9 h 10"/>
                <a:gd name="T8" fmla="*/ 9 w 20"/>
                <a:gd name="T9" fmla="*/ 4 h 10"/>
              </a:gdLst>
              <a:ahLst/>
              <a:cxnLst>
                <a:cxn ang="0">
                  <a:pos x="T0" y="T1"/>
                </a:cxn>
                <a:cxn ang="0">
                  <a:pos x="T2" y="T3"/>
                </a:cxn>
                <a:cxn ang="0">
                  <a:pos x="T4" y="T5"/>
                </a:cxn>
                <a:cxn ang="0">
                  <a:pos x="T6" y="T7"/>
                </a:cxn>
                <a:cxn ang="0">
                  <a:pos x="T8" y="T9"/>
                </a:cxn>
              </a:cxnLst>
              <a:rect l="0" t="0" r="r" b="b"/>
              <a:pathLst>
                <a:path w="20" h="10">
                  <a:moveTo>
                    <a:pt x="9" y="4"/>
                  </a:moveTo>
                  <a:cubicBezTo>
                    <a:pt x="15" y="2"/>
                    <a:pt x="20" y="0"/>
                    <a:pt x="20" y="1"/>
                  </a:cubicBezTo>
                  <a:cubicBezTo>
                    <a:pt x="20" y="1"/>
                    <a:pt x="15" y="4"/>
                    <a:pt x="10" y="6"/>
                  </a:cubicBezTo>
                  <a:cubicBezTo>
                    <a:pt x="5" y="8"/>
                    <a:pt x="1" y="10"/>
                    <a:pt x="1" y="9"/>
                  </a:cubicBezTo>
                  <a:cubicBezTo>
                    <a:pt x="0" y="9"/>
                    <a:pt x="4"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0" name="Freeform 1982">
              <a:extLst>
                <a:ext uri="{FF2B5EF4-FFF2-40B4-BE49-F238E27FC236}">
                  <a16:creationId xmlns:a16="http://schemas.microsoft.com/office/drawing/2014/main" id="{12D4DEEE-CF86-8518-6F37-9DDDFD887EB3}"/>
                </a:ext>
              </a:extLst>
            </p:cNvPr>
            <p:cNvSpPr>
              <a:spLocks/>
            </p:cNvSpPr>
            <p:nvPr/>
          </p:nvSpPr>
          <p:spPr bwMode="auto">
            <a:xfrm rot="5094805">
              <a:off x="1686281" y="4841123"/>
              <a:ext cx="50269" cy="22850"/>
            </a:xfrm>
            <a:custGeom>
              <a:avLst/>
              <a:gdLst>
                <a:gd name="T0" fmla="*/ 19 w 20"/>
                <a:gd name="T1" fmla="*/ 1 h 9"/>
                <a:gd name="T2" fmla="*/ 11 w 20"/>
                <a:gd name="T3" fmla="*/ 5 h 9"/>
                <a:gd name="T4" fmla="*/ 0 w 20"/>
                <a:gd name="T5" fmla="*/ 9 h 9"/>
                <a:gd name="T6" fmla="*/ 8 w 20"/>
                <a:gd name="T7" fmla="*/ 4 h 9"/>
                <a:gd name="T8" fmla="*/ 19 w 20"/>
                <a:gd name="T9" fmla="*/ 1 h 9"/>
              </a:gdLst>
              <a:ahLst/>
              <a:cxnLst>
                <a:cxn ang="0">
                  <a:pos x="T0" y="T1"/>
                </a:cxn>
                <a:cxn ang="0">
                  <a:pos x="T2" y="T3"/>
                </a:cxn>
                <a:cxn ang="0">
                  <a:pos x="T4" y="T5"/>
                </a:cxn>
                <a:cxn ang="0">
                  <a:pos x="T6" y="T7"/>
                </a:cxn>
                <a:cxn ang="0">
                  <a:pos x="T8" y="T9"/>
                </a:cxn>
              </a:cxnLst>
              <a:rect l="0" t="0" r="r" b="b"/>
              <a:pathLst>
                <a:path w="20" h="9">
                  <a:moveTo>
                    <a:pt x="19" y="1"/>
                  </a:moveTo>
                  <a:cubicBezTo>
                    <a:pt x="20" y="1"/>
                    <a:pt x="16" y="3"/>
                    <a:pt x="11" y="5"/>
                  </a:cubicBezTo>
                  <a:cubicBezTo>
                    <a:pt x="5" y="8"/>
                    <a:pt x="1" y="9"/>
                    <a:pt x="0" y="9"/>
                  </a:cubicBezTo>
                  <a:cubicBezTo>
                    <a:pt x="0" y="8"/>
                    <a:pt x="3" y="7"/>
                    <a:pt x="8" y="4"/>
                  </a:cubicBezTo>
                  <a:cubicBezTo>
                    <a:pt x="14" y="2"/>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1" name="Freeform 1983">
              <a:extLst>
                <a:ext uri="{FF2B5EF4-FFF2-40B4-BE49-F238E27FC236}">
                  <a16:creationId xmlns:a16="http://schemas.microsoft.com/office/drawing/2014/main" id="{9D9572A0-4B7B-FFE7-2917-7B7858B4CDDC}"/>
                </a:ext>
              </a:extLst>
            </p:cNvPr>
            <p:cNvSpPr>
              <a:spLocks/>
            </p:cNvSpPr>
            <p:nvPr/>
          </p:nvSpPr>
          <p:spPr bwMode="auto">
            <a:xfrm rot="5094805">
              <a:off x="1783998" y="5024077"/>
              <a:ext cx="47985" cy="22850"/>
            </a:xfrm>
            <a:custGeom>
              <a:avLst/>
              <a:gdLst>
                <a:gd name="T0" fmla="*/ 9 w 19"/>
                <a:gd name="T1" fmla="*/ 4 h 9"/>
                <a:gd name="T2" fmla="*/ 19 w 19"/>
                <a:gd name="T3" fmla="*/ 1 h 9"/>
                <a:gd name="T4" fmla="*/ 9 w 19"/>
                <a:gd name="T5" fmla="*/ 6 h 9"/>
                <a:gd name="T6" fmla="*/ 0 w 19"/>
                <a:gd name="T7" fmla="*/ 8 h 9"/>
                <a:gd name="T8" fmla="*/ 9 w 19"/>
                <a:gd name="T9" fmla="*/ 4 h 9"/>
              </a:gdLst>
              <a:ahLst/>
              <a:cxnLst>
                <a:cxn ang="0">
                  <a:pos x="T0" y="T1"/>
                </a:cxn>
                <a:cxn ang="0">
                  <a:pos x="T2" y="T3"/>
                </a:cxn>
                <a:cxn ang="0">
                  <a:pos x="T4" y="T5"/>
                </a:cxn>
                <a:cxn ang="0">
                  <a:pos x="T6" y="T7"/>
                </a:cxn>
                <a:cxn ang="0">
                  <a:pos x="T8" y="T9"/>
                </a:cxn>
              </a:cxnLst>
              <a:rect l="0" t="0" r="r" b="b"/>
              <a:pathLst>
                <a:path w="19" h="9">
                  <a:moveTo>
                    <a:pt x="9" y="4"/>
                  </a:moveTo>
                  <a:cubicBezTo>
                    <a:pt x="14" y="2"/>
                    <a:pt x="19" y="0"/>
                    <a:pt x="19" y="1"/>
                  </a:cubicBezTo>
                  <a:cubicBezTo>
                    <a:pt x="19" y="1"/>
                    <a:pt x="15" y="3"/>
                    <a:pt x="9" y="6"/>
                  </a:cubicBezTo>
                  <a:cubicBezTo>
                    <a:pt x="5" y="7"/>
                    <a:pt x="1" y="9"/>
                    <a:pt x="0" y="8"/>
                  </a:cubicBezTo>
                  <a:cubicBezTo>
                    <a:pt x="0" y="8"/>
                    <a:pt x="4" y="6"/>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2" name="Freeform 1984">
              <a:extLst>
                <a:ext uri="{FF2B5EF4-FFF2-40B4-BE49-F238E27FC236}">
                  <a16:creationId xmlns:a16="http://schemas.microsoft.com/office/drawing/2014/main" id="{51ED1068-43E9-1483-8652-BC5E6D0A030A}"/>
                </a:ext>
              </a:extLst>
            </p:cNvPr>
            <p:cNvSpPr>
              <a:spLocks/>
            </p:cNvSpPr>
            <p:nvPr/>
          </p:nvSpPr>
          <p:spPr bwMode="auto">
            <a:xfrm rot="5094805">
              <a:off x="1873944" y="5213241"/>
              <a:ext cx="50269" cy="15995"/>
            </a:xfrm>
            <a:custGeom>
              <a:avLst/>
              <a:gdLst>
                <a:gd name="T0" fmla="*/ 9 w 21"/>
                <a:gd name="T1" fmla="*/ 3 h 7"/>
                <a:gd name="T2" fmla="*/ 20 w 21"/>
                <a:gd name="T3" fmla="*/ 0 h 7"/>
                <a:gd name="T4" fmla="*/ 11 w 21"/>
                <a:gd name="T5" fmla="*/ 4 h 7"/>
                <a:gd name="T6" fmla="*/ 1 w 21"/>
                <a:gd name="T7" fmla="*/ 7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15" y="1"/>
                    <a:pt x="20" y="0"/>
                    <a:pt x="20" y="0"/>
                  </a:cubicBezTo>
                  <a:cubicBezTo>
                    <a:pt x="21" y="1"/>
                    <a:pt x="17" y="3"/>
                    <a:pt x="11" y="4"/>
                  </a:cubicBezTo>
                  <a:cubicBezTo>
                    <a:pt x="7" y="6"/>
                    <a:pt x="2" y="7"/>
                    <a:pt x="1" y="7"/>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3" name="Freeform 1985">
              <a:extLst>
                <a:ext uri="{FF2B5EF4-FFF2-40B4-BE49-F238E27FC236}">
                  <a16:creationId xmlns:a16="http://schemas.microsoft.com/office/drawing/2014/main" id="{45B493FE-D2AC-8642-A772-6D3F33F13027}"/>
                </a:ext>
              </a:extLst>
            </p:cNvPr>
            <p:cNvSpPr>
              <a:spLocks/>
            </p:cNvSpPr>
            <p:nvPr/>
          </p:nvSpPr>
          <p:spPr bwMode="auto">
            <a:xfrm rot="5094805">
              <a:off x="1955933" y="5399888"/>
              <a:ext cx="47985" cy="15995"/>
            </a:xfrm>
            <a:custGeom>
              <a:avLst/>
              <a:gdLst>
                <a:gd name="T0" fmla="*/ 19 w 20"/>
                <a:gd name="T1" fmla="*/ 0 h 7"/>
                <a:gd name="T2" fmla="*/ 11 w 20"/>
                <a:gd name="T3" fmla="*/ 4 h 7"/>
                <a:gd name="T4" fmla="*/ 0 w 20"/>
                <a:gd name="T5" fmla="*/ 6 h 7"/>
                <a:gd name="T6" fmla="*/ 8 w 20"/>
                <a:gd name="T7" fmla="*/ 3 h 7"/>
                <a:gd name="T8" fmla="*/ 19 w 20"/>
                <a:gd name="T9" fmla="*/ 0 h 7"/>
              </a:gdLst>
              <a:ahLst/>
              <a:cxnLst>
                <a:cxn ang="0">
                  <a:pos x="T0" y="T1"/>
                </a:cxn>
                <a:cxn ang="0">
                  <a:pos x="T2" y="T3"/>
                </a:cxn>
                <a:cxn ang="0">
                  <a:pos x="T4" y="T5"/>
                </a:cxn>
                <a:cxn ang="0">
                  <a:pos x="T6" y="T7"/>
                </a:cxn>
                <a:cxn ang="0">
                  <a:pos x="T8" y="T9"/>
                </a:cxn>
              </a:cxnLst>
              <a:rect l="0" t="0" r="r" b="b"/>
              <a:pathLst>
                <a:path w="20" h="7">
                  <a:moveTo>
                    <a:pt x="19" y="0"/>
                  </a:moveTo>
                  <a:cubicBezTo>
                    <a:pt x="20" y="1"/>
                    <a:pt x="16" y="2"/>
                    <a:pt x="11" y="4"/>
                  </a:cubicBezTo>
                  <a:cubicBezTo>
                    <a:pt x="5" y="6"/>
                    <a:pt x="0" y="7"/>
                    <a:pt x="0" y="6"/>
                  </a:cubicBezTo>
                  <a:cubicBezTo>
                    <a:pt x="0" y="6"/>
                    <a:pt x="3" y="4"/>
                    <a:pt x="8" y="3"/>
                  </a:cubicBezTo>
                  <a:cubicBezTo>
                    <a:pt x="14"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4" name="Freeform 1986">
              <a:extLst>
                <a:ext uri="{FF2B5EF4-FFF2-40B4-BE49-F238E27FC236}">
                  <a16:creationId xmlns:a16="http://schemas.microsoft.com/office/drawing/2014/main" id="{E6103537-138B-3FFB-DDFA-848B0FDDEDAB}"/>
                </a:ext>
              </a:extLst>
            </p:cNvPr>
            <p:cNvSpPr>
              <a:spLocks/>
            </p:cNvSpPr>
            <p:nvPr/>
          </p:nvSpPr>
          <p:spPr bwMode="auto">
            <a:xfrm rot="5094805">
              <a:off x="2026532" y="5587346"/>
              <a:ext cx="50269" cy="15995"/>
            </a:xfrm>
            <a:custGeom>
              <a:avLst/>
              <a:gdLst>
                <a:gd name="T0" fmla="*/ 11 w 20"/>
                <a:gd name="T1" fmla="*/ 3 h 6"/>
                <a:gd name="T2" fmla="*/ 0 w 20"/>
                <a:gd name="T3" fmla="*/ 5 h 6"/>
                <a:gd name="T4" fmla="*/ 9 w 20"/>
                <a:gd name="T5" fmla="*/ 2 h 6"/>
                <a:gd name="T6" fmla="*/ 20 w 20"/>
                <a:gd name="T7" fmla="*/ 0 h 6"/>
                <a:gd name="T8" fmla="*/ 11 w 20"/>
                <a:gd name="T9" fmla="*/ 3 h 6"/>
              </a:gdLst>
              <a:ahLst/>
              <a:cxnLst>
                <a:cxn ang="0">
                  <a:pos x="T0" y="T1"/>
                </a:cxn>
                <a:cxn ang="0">
                  <a:pos x="T2" y="T3"/>
                </a:cxn>
                <a:cxn ang="0">
                  <a:pos x="T4" y="T5"/>
                </a:cxn>
                <a:cxn ang="0">
                  <a:pos x="T6" y="T7"/>
                </a:cxn>
                <a:cxn ang="0">
                  <a:pos x="T8" y="T9"/>
                </a:cxn>
              </a:cxnLst>
              <a:rect l="0" t="0" r="r" b="b"/>
              <a:pathLst>
                <a:path w="20" h="6">
                  <a:moveTo>
                    <a:pt x="11" y="3"/>
                  </a:moveTo>
                  <a:cubicBezTo>
                    <a:pt x="5" y="5"/>
                    <a:pt x="1" y="6"/>
                    <a:pt x="0" y="5"/>
                  </a:cubicBezTo>
                  <a:cubicBezTo>
                    <a:pt x="0" y="5"/>
                    <a:pt x="4" y="3"/>
                    <a:pt x="9" y="2"/>
                  </a:cubicBezTo>
                  <a:cubicBezTo>
                    <a:pt x="14" y="0"/>
                    <a:pt x="19" y="0"/>
                    <a:pt x="20" y="0"/>
                  </a:cubicBezTo>
                  <a:cubicBezTo>
                    <a:pt x="20" y="0"/>
                    <a:pt x="16"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5" name="Freeform 1987">
              <a:extLst>
                <a:ext uri="{FF2B5EF4-FFF2-40B4-BE49-F238E27FC236}">
                  <a16:creationId xmlns:a16="http://schemas.microsoft.com/office/drawing/2014/main" id="{55486B56-002E-CAEE-36E7-68342C946ED5}"/>
                </a:ext>
              </a:extLst>
            </p:cNvPr>
            <p:cNvSpPr>
              <a:spLocks/>
            </p:cNvSpPr>
            <p:nvPr/>
          </p:nvSpPr>
          <p:spPr bwMode="auto">
            <a:xfrm rot="5094805">
              <a:off x="2090313" y="5777900"/>
              <a:ext cx="47985" cy="11425"/>
            </a:xfrm>
            <a:custGeom>
              <a:avLst/>
              <a:gdLst>
                <a:gd name="T0" fmla="*/ 19 w 19"/>
                <a:gd name="T1" fmla="*/ 1 h 5"/>
                <a:gd name="T2" fmla="*/ 9 w 19"/>
                <a:gd name="T3" fmla="*/ 3 h 5"/>
                <a:gd name="T4" fmla="*/ 0 w 19"/>
                <a:gd name="T5" fmla="*/ 4 h 5"/>
                <a:gd name="T6" fmla="*/ 9 w 19"/>
                <a:gd name="T7" fmla="*/ 1 h 5"/>
                <a:gd name="T8" fmla="*/ 19 w 19"/>
                <a:gd name="T9" fmla="*/ 1 h 5"/>
              </a:gdLst>
              <a:ahLst/>
              <a:cxnLst>
                <a:cxn ang="0">
                  <a:pos x="T0" y="T1"/>
                </a:cxn>
                <a:cxn ang="0">
                  <a:pos x="T2" y="T3"/>
                </a:cxn>
                <a:cxn ang="0">
                  <a:pos x="T4" y="T5"/>
                </a:cxn>
                <a:cxn ang="0">
                  <a:pos x="T6" y="T7"/>
                </a:cxn>
                <a:cxn ang="0">
                  <a:pos x="T8" y="T9"/>
                </a:cxn>
              </a:cxnLst>
              <a:rect l="0" t="0" r="r" b="b"/>
              <a:pathLst>
                <a:path w="19" h="5">
                  <a:moveTo>
                    <a:pt x="19" y="1"/>
                  </a:moveTo>
                  <a:cubicBezTo>
                    <a:pt x="19" y="1"/>
                    <a:pt x="15" y="2"/>
                    <a:pt x="9" y="3"/>
                  </a:cubicBezTo>
                  <a:cubicBezTo>
                    <a:pt x="4" y="4"/>
                    <a:pt x="0" y="5"/>
                    <a:pt x="0" y="4"/>
                  </a:cubicBezTo>
                  <a:cubicBezTo>
                    <a:pt x="0" y="4"/>
                    <a:pt x="4" y="2"/>
                    <a:pt x="9" y="1"/>
                  </a:cubicBezTo>
                  <a:cubicBezTo>
                    <a:pt x="14"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6" name="Freeform 1988">
              <a:extLst>
                <a:ext uri="{FF2B5EF4-FFF2-40B4-BE49-F238E27FC236}">
                  <a16:creationId xmlns:a16="http://schemas.microsoft.com/office/drawing/2014/main" id="{FB2ABD2D-C279-E5F2-5DEB-30281A54C28F}"/>
                </a:ext>
              </a:extLst>
            </p:cNvPr>
            <p:cNvSpPr>
              <a:spLocks/>
            </p:cNvSpPr>
            <p:nvPr/>
          </p:nvSpPr>
          <p:spPr bwMode="auto">
            <a:xfrm rot="5094805">
              <a:off x="2138356" y="5971944"/>
              <a:ext cx="50269" cy="6855"/>
            </a:xfrm>
            <a:custGeom>
              <a:avLst/>
              <a:gdLst>
                <a:gd name="T0" fmla="*/ 11 w 21"/>
                <a:gd name="T1" fmla="*/ 2 h 3"/>
                <a:gd name="T2" fmla="*/ 1 w 21"/>
                <a:gd name="T3" fmla="*/ 3 h 3"/>
                <a:gd name="T4" fmla="*/ 8 w 21"/>
                <a:gd name="T5" fmla="*/ 0 h 3"/>
                <a:gd name="T6" fmla="*/ 20 w 21"/>
                <a:gd name="T7" fmla="*/ 0 h 3"/>
                <a:gd name="T8" fmla="*/ 11 w 21"/>
                <a:gd name="T9" fmla="*/ 2 h 3"/>
              </a:gdLst>
              <a:ahLst/>
              <a:cxnLst>
                <a:cxn ang="0">
                  <a:pos x="T0" y="T1"/>
                </a:cxn>
                <a:cxn ang="0">
                  <a:pos x="T2" y="T3"/>
                </a:cxn>
                <a:cxn ang="0">
                  <a:pos x="T4" y="T5"/>
                </a:cxn>
                <a:cxn ang="0">
                  <a:pos x="T6" y="T7"/>
                </a:cxn>
                <a:cxn ang="0">
                  <a:pos x="T8" y="T9"/>
                </a:cxn>
              </a:cxnLst>
              <a:rect l="0" t="0" r="r" b="b"/>
              <a:pathLst>
                <a:path w="21" h="3">
                  <a:moveTo>
                    <a:pt x="11" y="2"/>
                  </a:moveTo>
                  <a:cubicBezTo>
                    <a:pt x="6" y="3"/>
                    <a:pt x="1" y="3"/>
                    <a:pt x="1" y="3"/>
                  </a:cubicBezTo>
                  <a:cubicBezTo>
                    <a:pt x="0" y="2"/>
                    <a:pt x="3" y="1"/>
                    <a:pt x="8" y="0"/>
                  </a:cubicBezTo>
                  <a:cubicBezTo>
                    <a:pt x="13" y="0"/>
                    <a:pt x="19" y="0"/>
                    <a:pt x="20" y="0"/>
                  </a:cubicBezTo>
                  <a:cubicBezTo>
                    <a:pt x="21" y="1"/>
                    <a:pt x="17" y="2"/>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7" name="Freeform 1989">
              <a:extLst>
                <a:ext uri="{FF2B5EF4-FFF2-40B4-BE49-F238E27FC236}">
                  <a16:creationId xmlns:a16="http://schemas.microsoft.com/office/drawing/2014/main" id="{B10B36B0-2A1D-5918-BC85-8B7033CDD95A}"/>
                </a:ext>
              </a:extLst>
            </p:cNvPr>
            <p:cNvSpPr>
              <a:spLocks/>
            </p:cNvSpPr>
            <p:nvPr/>
          </p:nvSpPr>
          <p:spPr bwMode="auto">
            <a:xfrm rot="5094805">
              <a:off x="2176059" y="6163579"/>
              <a:ext cx="50269" cy="6855"/>
            </a:xfrm>
            <a:custGeom>
              <a:avLst/>
              <a:gdLst>
                <a:gd name="T0" fmla="*/ 9 w 20"/>
                <a:gd name="T1" fmla="*/ 1 h 3"/>
                <a:gd name="T2" fmla="*/ 20 w 20"/>
                <a:gd name="T3" fmla="*/ 1 h 3"/>
                <a:gd name="T4" fmla="*/ 10 w 20"/>
                <a:gd name="T5" fmla="*/ 3 h 3"/>
                <a:gd name="T6" fmla="*/ 0 w 20"/>
                <a:gd name="T7" fmla="*/ 3 h 3"/>
                <a:gd name="T8" fmla="*/ 9 w 20"/>
                <a:gd name="T9" fmla="*/ 1 h 3"/>
              </a:gdLst>
              <a:ahLst/>
              <a:cxnLst>
                <a:cxn ang="0">
                  <a:pos x="T0" y="T1"/>
                </a:cxn>
                <a:cxn ang="0">
                  <a:pos x="T2" y="T3"/>
                </a:cxn>
                <a:cxn ang="0">
                  <a:pos x="T4" y="T5"/>
                </a:cxn>
                <a:cxn ang="0">
                  <a:pos x="T6" y="T7"/>
                </a:cxn>
                <a:cxn ang="0">
                  <a:pos x="T8" y="T9"/>
                </a:cxn>
              </a:cxnLst>
              <a:rect l="0" t="0" r="r" b="b"/>
              <a:pathLst>
                <a:path w="20" h="3">
                  <a:moveTo>
                    <a:pt x="9" y="1"/>
                  </a:moveTo>
                  <a:cubicBezTo>
                    <a:pt x="15" y="0"/>
                    <a:pt x="20" y="0"/>
                    <a:pt x="20" y="1"/>
                  </a:cubicBezTo>
                  <a:cubicBezTo>
                    <a:pt x="20" y="1"/>
                    <a:pt x="15" y="2"/>
                    <a:pt x="10" y="3"/>
                  </a:cubicBezTo>
                  <a:cubicBezTo>
                    <a:pt x="5" y="3"/>
                    <a:pt x="1" y="3"/>
                    <a:pt x="0" y="3"/>
                  </a:cubicBezTo>
                  <a:cubicBezTo>
                    <a:pt x="0" y="2"/>
                    <a:pt x="4" y="1"/>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8" name="Freeform 1990">
              <a:extLst>
                <a:ext uri="{FF2B5EF4-FFF2-40B4-BE49-F238E27FC236}">
                  <a16:creationId xmlns:a16="http://schemas.microsoft.com/office/drawing/2014/main" id="{CEEAD8C8-0E3B-9CC9-69A1-878FBF65DFD8}"/>
                </a:ext>
              </a:extLst>
            </p:cNvPr>
            <p:cNvSpPr>
              <a:spLocks/>
            </p:cNvSpPr>
            <p:nvPr/>
          </p:nvSpPr>
          <p:spPr bwMode="auto">
            <a:xfrm rot="5094805">
              <a:off x="2220389" y="6350045"/>
              <a:ext cx="50269" cy="11425"/>
            </a:xfrm>
            <a:custGeom>
              <a:avLst/>
              <a:gdLst>
                <a:gd name="T0" fmla="*/ 10 w 20"/>
                <a:gd name="T1" fmla="*/ 1 h 5"/>
                <a:gd name="T2" fmla="*/ 20 w 20"/>
                <a:gd name="T3" fmla="*/ 1 h 5"/>
                <a:gd name="T4" fmla="*/ 10 w 20"/>
                <a:gd name="T5" fmla="*/ 4 h 5"/>
                <a:gd name="T6" fmla="*/ 1 w 20"/>
                <a:gd name="T7" fmla="*/ 4 h 5"/>
                <a:gd name="T8" fmla="*/ 10 w 20"/>
                <a:gd name="T9" fmla="*/ 1 h 5"/>
              </a:gdLst>
              <a:ahLst/>
              <a:cxnLst>
                <a:cxn ang="0">
                  <a:pos x="T0" y="T1"/>
                </a:cxn>
                <a:cxn ang="0">
                  <a:pos x="T2" y="T3"/>
                </a:cxn>
                <a:cxn ang="0">
                  <a:pos x="T4" y="T5"/>
                </a:cxn>
                <a:cxn ang="0">
                  <a:pos x="T6" y="T7"/>
                </a:cxn>
                <a:cxn ang="0">
                  <a:pos x="T8" y="T9"/>
                </a:cxn>
              </a:cxnLst>
              <a:rect l="0" t="0" r="r" b="b"/>
              <a:pathLst>
                <a:path w="20" h="5">
                  <a:moveTo>
                    <a:pt x="10" y="1"/>
                  </a:moveTo>
                  <a:cubicBezTo>
                    <a:pt x="15" y="0"/>
                    <a:pt x="20" y="0"/>
                    <a:pt x="20" y="1"/>
                  </a:cubicBezTo>
                  <a:cubicBezTo>
                    <a:pt x="20" y="2"/>
                    <a:pt x="16" y="3"/>
                    <a:pt x="10" y="4"/>
                  </a:cubicBezTo>
                  <a:cubicBezTo>
                    <a:pt x="5" y="5"/>
                    <a:pt x="1" y="5"/>
                    <a:pt x="1" y="4"/>
                  </a:cubicBezTo>
                  <a:cubicBezTo>
                    <a:pt x="0" y="4"/>
                    <a:pt x="4"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9" name="Freeform 1991">
              <a:extLst>
                <a:ext uri="{FF2B5EF4-FFF2-40B4-BE49-F238E27FC236}">
                  <a16:creationId xmlns:a16="http://schemas.microsoft.com/office/drawing/2014/main" id="{2DB7E1BC-DDFF-F623-BCB5-895B7BCE9A8A}"/>
                </a:ext>
              </a:extLst>
            </p:cNvPr>
            <p:cNvSpPr>
              <a:spLocks/>
            </p:cNvSpPr>
            <p:nvPr/>
          </p:nvSpPr>
          <p:spPr bwMode="auto">
            <a:xfrm rot="5094805">
              <a:off x="2278682" y="6539954"/>
              <a:ext cx="47985" cy="13710"/>
            </a:xfrm>
            <a:custGeom>
              <a:avLst/>
              <a:gdLst>
                <a:gd name="T0" fmla="*/ 19 w 20"/>
                <a:gd name="T1" fmla="*/ 0 h 6"/>
                <a:gd name="T2" fmla="*/ 11 w 20"/>
                <a:gd name="T3" fmla="*/ 4 h 6"/>
                <a:gd name="T4" fmla="*/ 0 w 20"/>
                <a:gd name="T5" fmla="*/ 5 h 6"/>
                <a:gd name="T6" fmla="*/ 8 w 20"/>
                <a:gd name="T7" fmla="*/ 1 h 6"/>
                <a:gd name="T8" fmla="*/ 19 w 20"/>
                <a:gd name="T9" fmla="*/ 0 h 6"/>
              </a:gdLst>
              <a:ahLst/>
              <a:cxnLst>
                <a:cxn ang="0">
                  <a:pos x="T0" y="T1"/>
                </a:cxn>
                <a:cxn ang="0">
                  <a:pos x="T2" y="T3"/>
                </a:cxn>
                <a:cxn ang="0">
                  <a:pos x="T4" y="T5"/>
                </a:cxn>
                <a:cxn ang="0">
                  <a:pos x="T6" y="T7"/>
                </a:cxn>
                <a:cxn ang="0">
                  <a:pos x="T8" y="T9"/>
                </a:cxn>
              </a:cxnLst>
              <a:rect l="0" t="0" r="r" b="b"/>
              <a:pathLst>
                <a:path w="20" h="6">
                  <a:moveTo>
                    <a:pt x="19" y="0"/>
                  </a:moveTo>
                  <a:cubicBezTo>
                    <a:pt x="20" y="1"/>
                    <a:pt x="16" y="3"/>
                    <a:pt x="11" y="4"/>
                  </a:cubicBezTo>
                  <a:cubicBezTo>
                    <a:pt x="5" y="5"/>
                    <a:pt x="0" y="6"/>
                    <a:pt x="0" y="5"/>
                  </a:cubicBezTo>
                  <a:cubicBezTo>
                    <a:pt x="0" y="4"/>
                    <a:pt x="3" y="3"/>
                    <a:pt x="8" y="1"/>
                  </a:cubicBezTo>
                  <a:cubicBezTo>
                    <a:pt x="14" y="0"/>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0" name="Freeform 1992">
              <a:extLst>
                <a:ext uri="{FF2B5EF4-FFF2-40B4-BE49-F238E27FC236}">
                  <a16:creationId xmlns:a16="http://schemas.microsoft.com/office/drawing/2014/main" id="{72BB7AF5-E53A-01D9-DD83-77DE56B91208}"/>
                </a:ext>
              </a:extLst>
            </p:cNvPr>
            <p:cNvSpPr>
              <a:spLocks/>
            </p:cNvSpPr>
            <p:nvPr/>
          </p:nvSpPr>
          <p:spPr bwMode="auto">
            <a:xfrm rot="5094805">
              <a:off x="2348144" y="6724085"/>
              <a:ext cx="50269" cy="20565"/>
            </a:xfrm>
            <a:custGeom>
              <a:avLst/>
              <a:gdLst>
                <a:gd name="T0" fmla="*/ 9 w 20"/>
                <a:gd name="T1" fmla="*/ 2 h 8"/>
                <a:gd name="T2" fmla="*/ 20 w 20"/>
                <a:gd name="T3" fmla="*/ 1 h 8"/>
                <a:gd name="T4" fmla="*/ 10 w 20"/>
                <a:gd name="T5" fmla="*/ 6 h 8"/>
                <a:gd name="T6" fmla="*/ 0 w 20"/>
                <a:gd name="T7" fmla="*/ 7 h 8"/>
                <a:gd name="T8" fmla="*/ 9 w 20"/>
                <a:gd name="T9" fmla="*/ 2 h 8"/>
              </a:gdLst>
              <a:ahLst/>
              <a:cxnLst>
                <a:cxn ang="0">
                  <a:pos x="T0" y="T1"/>
                </a:cxn>
                <a:cxn ang="0">
                  <a:pos x="T2" y="T3"/>
                </a:cxn>
                <a:cxn ang="0">
                  <a:pos x="T4" y="T5"/>
                </a:cxn>
                <a:cxn ang="0">
                  <a:pos x="T6" y="T7"/>
                </a:cxn>
                <a:cxn ang="0">
                  <a:pos x="T8" y="T9"/>
                </a:cxn>
              </a:cxnLst>
              <a:rect l="0" t="0" r="r" b="b"/>
              <a:pathLst>
                <a:path w="20" h="8">
                  <a:moveTo>
                    <a:pt x="9" y="2"/>
                  </a:moveTo>
                  <a:cubicBezTo>
                    <a:pt x="15" y="1"/>
                    <a:pt x="20" y="0"/>
                    <a:pt x="20" y="1"/>
                  </a:cubicBezTo>
                  <a:cubicBezTo>
                    <a:pt x="20" y="2"/>
                    <a:pt x="15" y="5"/>
                    <a:pt x="10" y="6"/>
                  </a:cubicBezTo>
                  <a:cubicBezTo>
                    <a:pt x="5" y="7"/>
                    <a:pt x="1" y="8"/>
                    <a:pt x="0" y="7"/>
                  </a:cubicBezTo>
                  <a:cubicBezTo>
                    <a:pt x="0" y="6"/>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1" name="Freeform 1993">
              <a:extLst>
                <a:ext uri="{FF2B5EF4-FFF2-40B4-BE49-F238E27FC236}">
                  <a16:creationId xmlns:a16="http://schemas.microsoft.com/office/drawing/2014/main" id="{171A382B-F03B-92F4-A171-8ADA20554D4E}"/>
                </a:ext>
              </a:extLst>
            </p:cNvPr>
            <p:cNvSpPr>
              <a:spLocks/>
            </p:cNvSpPr>
            <p:nvPr/>
          </p:nvSpPr>
          <p:spPr bwMode="auto">
            <a:xfrm rot="5094805">
              <a:off x="2428889" y="6909595"/>
              <a:ext cx="50269" cy="20565"/>
            </a:xfrm>
            <a:custGeom>
              <a:avLst/>
              <a:gdLst>
                <a:gd name="T0" fmla="*/ 9 w 20"/>
                <a:gd name="T1" fmla="*/ 2 h 9"/>
                <a:gd name="T2" fmla="*/ 20 w 20"/>
                <a:gd name="T3" fmla="*/ 1 h 9"/>
                <a:gd name="T4" fmla="*/ 10 w 20"/>
                <a:gd name="T5" fmla="*/ 7 h 9"/>
                <a:gd name="T6" fmla="*/ 0 w 20"/>
                <a:gd name="T7" fmla="*/ 8 h 9"/>
                <a:gd name="T8" fmla="*/ 9 w 20"/>
                <a:gd name="T9" fmla="*/ 2 h 9"/>
              </a:gdLst>
              <a:ahLst/>
              <a:cxnLst>
                <a:cxn ang="0">
                  <a:pos x="T0" y="T1"/>
                </a:cxn>
                <a:cxn ang="0">
                  <a:pos x="T2" y="T3"/>
                </a:cxn>
                <a:cxn ang="0">
                  <a:pos x="T4" y="T5"/>
                </a:cxn>
                <a:cxn ang="0">
                  <a:pos x="T6" y="T7"/>
                </a:cxn>
                <a:cxn ang="0">
                  <a:pos x="T8" y="T9"/>
                </a:cxn>
              </a:cxnLst>
              <a:rect l="0" t="0" r="r" b="b"/>
              <a:pathLst>
                <a:path w="20" h="9">
                  <a:moveTo>
                    <a:pt x="9" y="2"/>
                  </a:moveTo>
                  <a:cubicBezTo>
                    <a:pt x="15" y="0"/>
                    <a:pt x="20" y="0"/>
                    <a:pt x="20" y="1"/>
                  </a:cubicBezTo>
                  <a:cubicBezTo>
                    <a:pt x="20" y="2"/>
                    <a:pt x="15" y="5"/>
                    <a:pt x="10" y="7"/>
                  </a:cubicBezTo>
                  <a:cubicBezTo>
                    <a:pt x="5" y="8"/>
                    <a:pt x="1" y="9"/>
                    <a:pt x="0" y="8"/>
                  </a:cubicBezTo>
                  <a:cubicBezTo>
                    <a:pt x="0" y="7"/>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2" name="Freeform 1994">
              <a:extLst>
                <a:ext uri="{FF2B5EF4-FFF2-40B4-BE49-F238E27FC236}">
                  <a16:creationId xmlns:a16="http://schemas.microsoft.com/office/drawing/2014/main" id="{86CDA8C7-4B18-A986-EC6A-D7F534AC01AF}"/>
                </a:ext>
              </a:extLst>
            </p:cNvPr>
            <p:cNvSpPr>
              <a:spLocks/>
            </p:cNvSpPr>
            <p:nvPr/>
          </p:nvSpPr>
          <p:spPr bwMode="auto">
            <a:xfrm rot="5094805">
              <a:off x="2395571" y="6702964"/>
              <a:ext cx="43415" cy="20565"/>
            </a:xfrm>
            <a:custGeom>
              <a:avLst/>
              <a:gdLst>
                <a:gd name="T0" fmla="*/ 8 w 18"/>
                <a:gd name="T1" fmla="*/ 2 h 8"/>
                <a:gd name="T2" fmla="*/ 17 w 18"/>
                <a:gd name="T3" fmla="*/ 1 h 8"/>
                <a:gd name="T4" fmla="*/ 9 w 18"/>
                <a:gd name="T5" fmla="*/ 7 h 8"/>
                <a:gd name="T6" fmla="*/ 0 w 18"/>
                <a:gd name="T7" fmla="*/ 7 h 8"/>
                <a:gd name="T8" fmla="*/ 8 w 18"/>
                <a:gd name="T9" fmla="*/ 2 h 8"/>
              </a:gdLst>
              <a:ahLst/>
              <a:cxnLst>
                <a:cxn ang="0">
                  <a:pos x="T0" y="T1"/>
                </a:cxn>
                <a:cxn ang="0">
                  <a:pos x="T2" y="T3"/>
                </a:cxn>
                <a:cxn ang="0">
                  <a:pos x="T4" y="T5"/>
                </a:cxn>
                <a:cxn ang="0">
                  <a:pos x="T6" y="T7"/>
                </a:cxn>
                <a:cxn ang="0">
                  <a:pos x="T8" y="T9"/>
                </a:cxn>
              </a:cxnLst>
              <a:rect l="0" t="0" r="r" b="b"/>
              <a:pathLst>
                <a:path w="18" h="8">
                  <a:moveTo>
                    <a:pt x="8" y="2"/>
                  </a:moveTo>
                  <a:cubicBezTo>
                    <a:pt x="12" y="0"/>
                    <a:pt x="17" y="0"/>
                    <a:pt x="17" y="1"/>
                  </a:cubicBezTo>
                  <a:cubicBezTo>
                    <a:pt x="18" y="2"/>
                    <a:pt x="14" y="5"/>
                    <a:pt x="9" y="7"/>
                  </a:cubicBezTo>
                  <a:cubicBezTo>
                    <a:pt x="4" y="8"/>
                    <a:pt x="0" y="8"/>
                    <a:pt x="0" y="7"/>
                  </a:cubicBezTo>
                  <a:cubicBezTo>
                    <a:pt x="0" y="5"/>
                    <a:pt x="3"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3" name="Freeform 1995">
              <a:extLst>
                <a:ext uri="{FF2B5EF4-FFF2-40B4-BE49-F238E27FC236}">
                  <a16:creationId xmlns:a16="http://schemas.microsoft.com/office/drawing/2014/main" id="{BD419D19-45DF-45F6-E7A0-E9BEABF993E7}"/>
                </a:ext>
              </a:extLst>
            </p:cNvPr>
            <p:cNvSpPr>
              <a:spLocks/>
            </p:cNvSpPr>
            <p:nvPr/>
          </p:nvSpPr>
          <p:spPr bwMode="auto">
            <a:xfrm rot="5094805">
              <a:off x="2319273" y="6516952"/>
              <a:ext cx="45700" cy="18280"/>
            </a:xfrm>
            <a:custGeom>
              <a:avLst/>
              <a:gdLst>
                <a:gd name="T0" fmla="*/ 8 w 18"/>
                <a:gd name="T1" fmla="*/ 1 h 7"/>
                <a:gd name="T2" fmla="*/ 18 w 18"/>
                <a:gd name="T3" fmla="*/ 1 h 7"/>
                <a:gd name="T4" fmla="*/ 9 w 18"/>
                <a:gd name="T5" fmla="*/ 6 h 7"/>
                <a:gd name="T6" fmla="*/ 0 w 18"/>
                <a:gd name="T7" fmla="*/ 6 h 7"/>
                <a:gd name="T8" fmla="*/ 8 w 18"/>
                <a:gd name="T9" fmla="*/ 1 h 7"/>
              </a:gdLst>
              <a:ahLst/>
              <a:cxnLst>
                <a:cxn ang="0">
                  <a:pos x="T0" y="T1"/>
                </a:cxn>
                <a:cxn ang="0">
                  <a:pos x="T2" y="T3"/>
                </a:cxn>
                <a:cxn ang="0">
                  <a:pos x="T4" y="T5"/>
                </a:cxn>
                <a:cxn ang="0">
                  <a:pos x="T6" y="T7"/>
                </a:cxn>
                <a:cxn ang="0">
                  <a:pos x="T8" y="T9"/>
                </a:cxn>
              </a:cxnLst>
              <a:rect l="0" t="0" r="r" b="b"/>
              <a:pathLst>
                <a:path w="18" h="7">
                  <a:moveTo>
                    <a:pt x="8" y="1"/>
                  </a:moveTo>
                  <a:cubicBezTo>
                    <a:pt x="12" y="0"/>
                    <a:pt x="17" y="0"/>
                    <a:pt x="18" y="1"/>
                  </a:cubicBezTo>
                  <a:cubicBezTo>
                    <a:pt x="18" y="2"/>
                    <a:pt x="14" y="5"/>
                    <a:pt x="9" y="6"/>
                  </a:cubicBezTo>
                  <a:cubicBezTo>
                    <a:pt x="4" y="7"/>
                    <a:pt x="0" y="7"/>
                    <a:pt x="0" y="6"/>
                  </a:cubicBezTo>
                  <a:cubicBezTo>
                    <a:pt x="0" y="4"/>
                    <a:pt x="3"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4" name="Freeform 1996">
              <a:extLst>
                <a:ext uri="{FF2B5EF4-FFF2-40B4-BE49-F238E27FC236}">
                  <a16:creationId xmlns:a16="http://schemas.microsoft.com/office/drawing/2014/main" id="{CC690FCB-8093-FF0A-42EB-4620AD318A50}"/>
                </a:ext>
              </a:extLst>
            </p:cNvPr>
            <p:cNvSpPr>
              <a:spLocks/>
            </p:cNvSpPr>
            <p:nvPr/>
          </p:nvSpPr>
          <p:spPr bwMode="auto">
            <a:xfrm rot="5094805">
              <a:off x="2257671" y="6328587"/>
              <a:ext cx="45700" cy="15995"/>
            </a:xfrm>
            <a:custGeom>
              <a:avLst/>
              <a:gdLst>
                <a:gd name="T0" fmla="*/ 18 w 19"/>
                <a:gd name="T1" fmla="*/ 2 h 7"/>
                <a:gd name="T2" fmla="*/ 11 w 19"/>
                <a:gd name="T3" fmla="*/ 6 h 7"/>
                <a:gd name="T4" fmla="*/ 1 w 19"/>
                <a:gd name="T5" fmla="*/ 5 h 7"/>
                <a:gd name="T6" fmla="*/ 9 w 19"/>
                <a:gd name="T7" fmla="*/ 1 h 7"/>
                <a:gd name="T8" fmla="*/ 18 w 19"/>
                <a:gd name="T9" fmla="*/ 2 h 7"/>
              </a:gdLst>
              <a:ahLst/>
              <a:cxnLst>
                <a:cxn ang="0">
                  <a:pos x="T0" y="T1"/>
                </a:cxn>
                <a:cxn ang="0">
                  <a:pos x="T2" y="T3"/>
                </a:cxn>
                <a:cxn ang="0">
                  <a:pos x="T4" y="T5"/>
                </a:cxn>
                <a:cxn ang="0">
                  <a:pos x="T6" y="T7"/>
                </a:cxn>
                <a:cxn ang="0">
                  <a:pos x="T8" y="T9"/>
                </a:cxn>
              </a:cxnLst>
              <a:rect l="0" t="0" r="r" b="b"/>
              <a:pathLst>
                <a:path w="19" h="7">
                  <a:moveTo>
                    <a:pt x="18" y="2"/>
                  </a:moveTo>
                  <a:cubicBezTo>
                    <a:pt x="19" y="3"/>
                    <a:pt x="15" y="5"/>
                    <a:pt x="11" y="6"/>
                  </a:cubicBezTo>
                  <a:cubicBezTo>
                    <a:pt x="6" y="7"/>
                    <a:pt x="2" y="7"/>
                    <a:pt x="1" y="5"/>
                  </a:cubicBezTo>
                  <a:cubicBezTo>
                    <a:pt x="0" y="4"/>
                    <a:pt x="3" y="2"/>
                    <a:pt x="9" y="1"/>
                  </a:cubicBezTo>
                  <a:cubicBezTo>
                    <a:pt x="13" y="0"/>
                    <a:pt x="18" y="0"/>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5" name="Freeform 1997">
              <a:extLst>
                <a:ext uri="{FF2B5EF4-FFF2-40B4-BE49-F238E27FC236}">
                  <a16:creationId xmlns:a16="http://schemas.microsoft.com/office/drawing/2014/main" id="{1C5FA4E5-BCB6-2D57-8BBF-944208098BD8}"/>
                </a:ext>
              </a:extLst>
            </p:cNvPr>
            <p:cNvSpPr>
              <a:spLocks/>
            </p:cNvSpPr>
            <p:nvPr/>
          </p:nvSpPr>
          <p:spPr bwMode="auto">
            <a:xfrm rot="5094805">
              <a:off x="2209822" y="6141186"/>
              <a:ext cx="47985" cy="11425"/>
            </a:xfrm>
            <a:custGeom>
              <a:avLst/>
              <a:gdLst>
                <a:gd name="T0" fmla="*/ 12 w 20"/>
                <a:gd name="T1" fmla="*/ 5 h 5"/>
                <a:gd name="T2" fmla="*/ 1 w 20"/>
                <a:gd name="T3" fmla="*/ 3 h 5"/>
                <a:gd name="T4" fmla="*/ 8 w 20"/>
                <a:gd name="T5" fmla="*/ 0 h 5"/>
                <a:gd name="T6" fmla="*/ 19 w 20"/>
                <a:gd name="T7" fmla="*/ 1 h 5"/>
                <a:gd name="T8" fmla="*/ 12 w 20"/>
                <a:gd name="T9" fmla="*/ 5 h 5"/>
              </a:gdLst>
              <a:ahLst/>
              <a:cxnLst>
                <a:cxn ang="0">
                  <a:pos x="T0" y="T1"/>
                </a:cxn>
                <a:cxn ang="0">
                  <a:pos x="T2" y="T3"/>
                </a:cxn>
                <a:cxn ang="0">
                  <a:pos x="T4" y="T5"/>
                </a:cxn>
                <a:cxn ang="0">
                  <a:pos x="T6" y="T7"/>
                </a:cxn>
                <a:cxn ang="0">
                  <a:pos x="T8" y="T9"/>
                </a:cxn>
              </a:cxnLst>
              <a:rect l="0" t="0" r="r" b="b"/>
              <a:pathLst>
                <a:path w="20" h="5">
                  <a:moveTo>
                    <a:pt x="12" y="5"/>
                  </a:moveTo>
                  <a:cubicBezTo>
                    <a:pt x="7" y="5"/>
                    <a:pt x="2" y="5"/>
                    <a:pt x="1" y="3"/>
                  </a:cubicBezTo>
                  <a:cubicBezTo>
                    <a:pt x="0" y="2"/>
                    <a:pt x="3" y="1"/>
                    <a:pt x="8" y="0"/>
                  </a:cubicBezTo>
                  <a:cubicBezTo>
                    <a:pt x="13" y="0"/>
                    <a:pt x="18" y="0"/>
                    <a:pt x="19" y="1"/>
                  </a:cubicBezTo>
                  <a:cubicBezTo>
                    <a:pt x="20" y="2"/>
                    <a:pt x="16" y="4"/>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6" name="Freeform 1998">
              <a:extLst>
                <a:ext uri="{FF2B5EF4-FFF2-40B4-BE49-F238E27FC236}">
                  <a16:creationId xmlns:a16="http://schemas.microsoft.com/office/drawing/2014/main" id="{414608F1-2AA8-D559-E8A6-0DF7372ABE99}"/>
                </a:ext>
              </a:extLst>
            </p:cNvPr>
            <p:cNvSpPr>
              <a:spLocks/>
            </p:cNvSpPr>
            <p:nvPr/>
          </p:nvSpPr>
          <p:spPr bwMode="auto">
            <a:xfrm rot="5094805">
              <a:off x="2173160" y="5946128"/>
              <a:ext cx="45700" cy="15995"/>
            </a:xfrm>
            <a:custGeom>
              <a:avLst/>
              <a:gdLst>
                <a:gd name="T0" fmla="*/ 18 w 18"/>
                <a:gd name="T1" fmla="*/ 2 h 6"/>
                <a:gd name="T2" fmla="*/ 10 w 18"/>
                <a:gd name="T3" fmla="*/ 5 h 6"/>
                <a:gd name="T4" fmla="*/ 0 w 18"/>
                <a:gd name="T5" fmla="*/ 4 h 6"/>
                <a:gd name="T6" fmla="*/ 9 w 18"/>
                <a:gd name="T7" fmla="*/ 1 h 6"/>
                <a:gd name="T8" fmla="*/ 18 w 18"/>
                <a:gd name="T9" fmla="*/ 2 h 6"/>
              </a:gdLst>
              <a:ahLst/>
              <a:cxnLst>
                <a:cxn ang="0">
                  <a:pos x="T0" y="T1"/>
                </a:cxn>
                <a:cxn ang="0">
                  <a:pos x="T2" y="T3"/>
                </a:cxn>
                <a:cxn ang="0">
                  <a:pos x="T4" y="T5"/>
                </a:cxn>
                <a:cxn ang="0">
                  <a:pos x="T6" y="T7"/>
                </a:cxn>
                <a:cxn ang="0">
                  <a:pos x="T8" y="T9"/>
                </a:cxn>
              </a:cxnLst>
              <a:rect l="0" t="0" r="r" b="b"/>
              <a:pathLst>
                <a:path w="18" h="6">
                  <a:moveTo>
                    <a:pt x="18" y="2"/>
                  </a:moveTo>
                  <a:cubicBezTo>
                    <a:pt x="18" y="3"/>
                    <a:pt x="15" y="5"/>
                    <a:pt x="10" y="5"/>
                  </a:cubicBezTo>
                  <a:cubicBezTo>
                    <a:pt x="5" y="6"/>
                    <a:pt x="0" y="5"/>
                    <a:pt x="0" y="4"/>
                  </a:cubicBezTo>
                  <a:cubicBezTo>
                    <a:pt x="0" y="3"/>
                    <a:pt x="4" y="1"/>
                    <a:pt x="9" y="1"/>
                  </a:cubicBezTo>
                  <a:cubicBezTo>
                    <a:pt x="14" y="0"/>
                    <a:pt x="18" y="1"/>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7" name="Freeform 1999">
              <a:extLst>
                <a:ext uri="{FF2B5EF4-FFF2-40B4-BE49-F238E27FC236}">
                  <a16:creationId xmlns:a16="http://schemas.microsoft.com/office/drawing/2014/main" id="{19311A36-AF13-ECA0-1458-959538B8FCDE}"/>
                </a:ext>
              </a:extLst>
            </p:cNvPr>
            <p:cNvSpPr>
              <a:spLocks/>
            </p:cNvSpPr>
            <p:nvPr/>
          </p:nvSpPr>
          <p:spPr bwMode="auto">
            <a:xfrm rot="5094805">
              <a:off x="2120662" y="5756952"/>
              <a:ext cx="45700" cy="13710"/>
            </a:xfrm>
            <a:custGeom>
              <a:avLst/>
              <a:gdLst>
                <a:gd name="T0" fmla="*/ 19 w 19"/>
                <a:gd name="T1" fmla="*/ 1 h 6"/>
                <a:gd name="T2" fmla="*/ 11 w 19"/>
                <a:gd name="T3" fmla="*/ 5 h 6"/>
                <a:gd name="T4" fmla="*/ 1 w 19"/>
                <a:gd name="T5" fmla="*/ 5 h 6"/>
                <a:gd name="T6" fmla="*/ 9 w 19"/>
                <a:gd name="T7" fmla="*/ 1 h 6"/>
                <a:gd name="T8" fmla="*/ 19 w 19"/>
                <a:gd name="T9" fmla="*/ 1 h 6"/>
              </a:gdLst>
              <a:ahLst/>
              <a:cxnLst>
                <a:cxn ang="0">
                  <a:pos x="T0" y="T1"/>
                </a:cxn>
                <a:cxn ang="0">
                  <a:pos x="T2" y="T3"/>
                </a:cxn>
                <a:cxn ang="0">
                  <a:pos x="T4" y="T5"/>
                </a:cxn>
                <a:cxn ang="0">
                  <a:pos x="T6" y="T7"/>
                </a:cxn>
                <a:cxn ang="0">
                  <a:pos x="T8" y="T9"/>
                </a:cxn>
              </a:cxnLst>
              <a:rect l="0" t="0" r="r" b="b"/>
              <a:pathLst>
                <a:path w="19" h="6">
                  <a:moveTo>
                    <a:pt x="19" y="1"/>
                  </a:moveTo>
                  <a:cubicBezTo>
                    <a:pt x="19" y="2"/>
                    <a:pt x="16" y="4"/>
                    <a:pt x="11" y="5"/>
                  </a:cubicBezTo>
                  <a:cubicBezTo>
                    <a:pt x="7" y="6"/>
                    <a:pt x="2" y="6"/>
                    <a:pt x="1" y="5"/>
                  </a:cubicBezTo>
                  <a:cubicBezTo>
                    <a:pt x="0" y="4"/>
                    <a:pt x="3" y="2"/>
                    <a:pt x="9" y="1"/>
                  </a:cubicBezTo>
                  <a:cubicBezTo>
                    <a:pt x="13" y="0"/>
                    <a:pt x="18"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8" name="Freeform 2000">
              <a:extLst>
                <a:ext uri="{FF2B5EF4-FFF2-40B4-BE49-F238E27FC236}">
                  <a16:creationId xmlns:a16="http://schemas.microsoft.com/office/drawing/2014/main" id="{7ED81137-D50B-3927-EAF4-46499142BAD8}"/>
                </a:ext>
              </a:extLst>
            </p:cNvPr>
            <p:cNvSpPr>
              <a:spLocks/>
            </p:cNvSpPr>
            <p:nvPr/>
          </p:nvSpPr>
          <p:spPr bwMode="auto">
            <a:xfrm rot="5094805">
              <a:off x="2055849" y="5567739"/>
              <a:ext cx="45700" cy="18280"/>
            </a:xfrm>
            <a:custGeom>
              <a:avLst/>
              <a:gdLst>
                <a:gd name="T0" fmla="*/ 11 w 19"/>
                <a:gd name="T1" fmla="*/ 5 h 7"/>
                <a:gd name="T2" fmla="*/ 0 w 19"/>
                <a:gd name="T3" fmla="*/ 6 h 7"/>
                <a:gd name="T4" fmla="*/ 7 w 19"/>
                <a:gd name="T5" fmla="*/ 2 h 7"/>
                <a:gd name="T6" fmla="*/ 18 w 19"/>
                <a:gd name="T7" fmla="*/ 1 h 7"/>
                <a:gd name="T8" fmla="*/ 11 w 19"/>
                <a:gd name="T9" fmla="*/ 5 h 7"/>
              </a:gdLst>
              <a:ahLst/>
              <a:cxnLst>
                <a:cxn ang="0">
                  <a:pos x="T0" y="T1"/>
                </a:cxn>
                <a:cxn ang="0">
                  <a:pos x="T2" y="T3"/>
                </a:cxn>
                <a:cxn ang="0">
                  <a:pos x="T4" y="T5"/>
                </a:cxn>
                <a:cxn ang="0">
                  <a:pos x="T6" y="T7"/>
                </a:cxn>
                <a:cxn ang="0">
                  <a:pos x="T8" y="T9"/>
                </a:cxn>
              </a:cxnLst>
              <a:rect l="0" t="0" r="r" b="b"/>
              <a:pathLst>
                <a:path w="19" h="7">
                  <a:moveTo>
                    <a:pt x="11" y="5"/>
                  </a:moveTo>
                  <a:cubicBezTo>
                    <a:pt x="6" y="6"/>
                    <a:pt x="1" y="7"/>
                    <a:pt x="0" y="6"/>
                  </a:cubicBezTo>
                  <a:cubicBezTo>
                    <a:pt x="0" y="5"/>
                    <a:pt x="2" y="3"/>
                    <a:pt x="7" y="2"/>
                  </a:cubicBezTo>
                  <a:cubicBezTo>
                    <a:pt x="12" y="0"/>
                    <a:pt x="17" y="0"/>
                    <a:pt x="18" y="1"/>
                  </a:cubicBezTo>
                  <a:cubicBezTo>
                    <a:pt x="19" y="2"/>
                    <a:pt x="15" y="4"/>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9" name="Freeform 2001">
              <a:extLst>
                <a:ext uri="{FF2B5EF4-FFF2-40B4-BE49-F238E27FC236}">
                  <a16:creationId xmlns:a16="http://schemas.microsoft.com/office/drawing/2014/main" id="{67DDD611-C25A-B81C-2F25-CAFED9306164}"/>
                </a:ext>
              </a:extLst>
            </p:cNvPr>
            <p:cNvSpPr>
              <a:spLocks/>
            </p:cNvSpPr>
            <p:nvPr/>
          </p:nvSpPr>
          <p:spPr bwMode="auto">
            <a:xfrm rot="5094805">
              <a:off x="1980591" y="5378305"/>
              <a:ext cx="45700" cy="20565"/>
            </a:xfrm>
            <a:custGeom>
              <a:avLst/>
              <a:gdLst>
                <a:gd name="T0" fmla="*/ 18 w 18"/>
                <a:gd name="T1" fmla="*/ 1 h 8"/>
                <a:gd name="T2" fmla="*/ 10 w 18"/>
                <a:gd name="T3" fmla="*/ 5 h 8"/>
                <a:gd name="T4" fmla="*/ 0 w 18"/>
                <a:gd name="T5" fmla="*/ 6 h 8"/>
                <a:gd name="T6" fmla="*/ 9 w 18"/>
                <a:gd name="T7" fmla="*/ 2 h 8"/>
                <a:gd name="T8" fmla="*/ 18 w 18"/>
                <a:gd name="T9" fmla="*/ 1 h 8"/>
              </a:gdLst>
              <a:ahLst/>
              <a:cxnLst>
                <a:cxn ang="0">
                  <a:pos x="T0" y="T1"/>
                </a:cxn>
                <a:cxn ang="0">
                  <a:pos x="T2" y="T3"/>
                </a:cxn>
                <a:cxn ang="0">
                  <a:pos x="T4" y="T5"/>
                </a:cxn>
                <a:cxn ang="0">
                  <a:pos x="T6" y="T7"/>
                </a:cxn>
                <a:cxn ang="0">
                  <a:pos x="T8" y="T9"/>
                </a:cxn>
              </a:cxnLst>
              <a:rect l="0" t="0" r="r" b="b"/>
              <a:pathLst>
                <a:path w="18" h="8">
                  <a:moveTo>
                    <a:pt x="18" y="1"/>
                  </a:moveTo>
                  <a:cubicBezTo>
                    <a:pt x="18" y="2"/>
                    <a:pt x="14" y="4"/>
                    <a:pt x="10" y="5"/>
                  </a:cubicBezTo>
                  <a:cubicBezTo>
                    <a:pt x="4" y="7"/>
                    <a:pt x="0" y="8"/>
                    <a:pt x="0" y="6"/>
                  </a:cubicBezTo>
                  <a:cubicBezTo>
                    <a:pt x="0" y="5"/>
                    <a:pt x="4" y="3"/>
                    <a:pt x="9" y="2"/>
                  </a:cubicBezTo>
                  <a:cubicBezTo>
                    <a:pt x="14" y="0"/>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0" name="Freeform 2002">
              <a:extLst>
                <a:ext uri="{FF2B5EF4-FFF2-40B4-BE49-F238E27FC236}">
                  <a16:creationId xmlns:a16="http://schemas.microsoft.com/office/drawing/2014/main" id="{7FA51692-7188-78FF-7DD6-E35A3BBCB2EF}"/>
                </a:ext>
              </a:extLst>
            </p:cNvPr>
            <p:cNvSpPr>
              <a:spLocks/>
            </p:cNvSpPr>
            <p:nvPr/>
          </p:nvSpPr>
          <p:spPr bwMode="auto">
            <a:xfrm rot="5094805">
              <a:off x="1897571" y="5192998"/>
              <a:ext cx="45700" cy="20565"/>
            </a:xfrm>
            <a:custGeom>
              <a:avLst/>
              <a:gdLst>
                <a:gd name="T0" fmla="*/ 8 w 18"/>
                <a:gd name="T1" fmla="*/ 2 h 8"/>
                <a:gd name="T2" fmla="*/ 18 w 18"/>
                <a:gd name="T3" fmla="*/ 1 h 8"/>
                <a:gd name="T4" fmla="*/ 8 w 18"/>
                <a:gd name="T5" fmla="*/ 6 h 8"/>
                <a:gd name="T6" fmla="*/ 0 w 18"/>
                <a:gd name="T7" fmla="*/ 7 h 8"/>
                <a:gd name="T8" fmla="*/ 8 w 18"/>
                <a:gd name="T9" fmla="*/ 2 h 8"/>
              </a:gdLst>
              <a:ahLst/>
              <a:cxnLst>
                <a:cxn ang="0">
                  <a:pos x="T0" y="T1"/>
                </a:cxn>
                <a:cxn ang="0">
                  <a:pos x="T2" y="T3"/>
                </a:cxn>
                <a:cxn ang="0">
                  <a:pos x="T4" y="T5"/>
                </a:cxn>
                <a:cxn ang="0">
                  <a:pos x="T6" y="T7"/>
                </a:cxn>
                <a:cxn ang="0">
                  <a:pos x="T8" y="T9"/>
                </a:cxn>
              </a:cxnLst>
              <a:rect l="0" t="0" r="r" b="b"/>
              <a:pathLst>
                <a:path w="18" h="8">
                  <a:moveTo>
                    <a:pt x="8" y="2"/>
                  </a:moveTo>
                  <a:cubicBezTo>
                    <a:pt x="13" y="0"/>
                    <a:pt x="17" y="0"/>
                    <a:pt x="18" y="1"/>
                  </a:cubicBezTo>
                  <a:cubicBezTo>
                    <a:pt x="18" y="2"/>
                    <a:pt x="13" y="4"/>
                    <a:pt x="8" y="6"/>
                  </a:cubicBezTo>
                  <a:cubicBezTo>
                    <a:pt x="4" y="8"/>
                    <a:pt x="0" y="8"/>
                    <a:pt x="0" y="7"/>
                  </a:cubicBezTo>
                  <a:cubicBezTo>
                    <a:pt x="0" y="6"/>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1" name="Freeform 2003">
              <a:extLst>
                <a:ext uri="{FF2B5EF4-FFF2-40B4-BE49-F238E27FC236}">
                  <a16:creationId xmlns:a16="http://schemas.microsoft.com/office/drawing/2014/main" id="{60894772-F128-1564-4DA6-B353D877ABAD}"/>
                </a:ext>
              </a:extLst>
            </p:cNvPr>
            <p:cNvSpPr>
              <a:spLocks/>
            </p:cNvSpPr>
            <p:nvPr/>
          </p:nvSpPr>
          <p:spPr bwMode="auto">
            <a:xfrm rot="5094805">
              <a:off x="1806381" y="5007266"/>
              <a:ext cx="45700" cy="18280"/>
            </a:xfrm>
            <a:custGeom>
              <a:avLst/>
              <a:gdLst>
                <a:gd name="T0" fmla="*/ 19 w 19"/>
                <a:gd name="T1" fmla="*/ 0 h 8"/>
                <a:gd name="T2" fmla="*/ 11 w 19"/>
                <a:gd name="T3" fmla="*/ 5 h 8"/>
                <a:gd name="T4" fmla="*/ 1 w 19"/>
                <a:gd name="T5" fmla="*/ 8 h 8"/>
                <a:gd name="T6" fmla="*/ 9 w 19"/>
                <a:gd name="T7" fmla="*/ 2 h 8"/>
                <a:gd name="T8" fmla="*/ 19 w 19"/>
                <a:gd name="T9" fmla="*/ 0 h 8"/>
              </a:gdLst>
              <a:ahLst/>
              <a:cxnLst>
                <a:cxn ang="0">
                  <a:pos x="T0" y="T1"/>
                </a:cxn>
                <a:cxn ang="0">
                  <a:pos x="T2" y="T3"/>
                </a:cxn>
                <a:cxn ang="0">
                  <a:pos x="T4" y="T5"/>
                </a:cxn>
                <a:cxn ang="0">
                  <a:pos x="T6" y="T7"/>
                </a:cxn>
                <a:cxn ang="0">
                  <a:pos x="T8" y="T9"/>
                </a:cxn>
              </a:cxnLst>
              <a:rect l="0" t="0" r="r" b="b"/>
              <a:pathLst>
                <a:path w="19" h="8">
                  <a:moveTo>
                    <a:pt x="19" y="0"/>
                  </a:moveTo>
                  <a:cubicBezTo>
                    <a:pt x="19" y="1"/>
                    <a:pt x="16" y="3"/>
                    <a:pt x="11" y="5"/>
                  </a:cubicBezTo>
                  <a:cubicBezTo>
                    <a:pt x="7" y="7"/>
                    <a:pt x="2" y="8"/>
                    <a:pt x="1" y="8"/>
                  </a:cubicBezTo>
                  <a:cubicBezTo>
                    <a:pt x="0" y="7"/>
                    <a:pt x="4" y="5"/>
                    <a:pt x="9" y="2"/>
                  </a:cubicBezTo>
                  <a:cubicBezTo>
                    <a:pt x="14" y="1"/>
                    <a:pt x="18"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2" name="Freeform 2004">
              <a:extLst>
                <a:ext uri="{FF2B5EF4-FFF2-40B4-BE49-F238E27FC236}">
                  <a16:creationId xmlns:a16="http://schemas.microsoft.com/office/drawing/2014/main" id="{97A80303-B74A-85D2-CB6A-E78B4EFB9B34}"/>
                </a:ext>
              </a:extLst>
            </p:cNvPr>
            <p:cNvSpPr>
              <a:spLocks/>
            </p:cNvSpPr>
            <p:nvPr/>
          </p:nvSpPr>
          <p:spPr bwMode="auto">
            <a:xfrm rot="5094805">
              <a:off x="1710948" y="4822028"/>
              <a:ext cx="43415" cy="22850"/>
            </a:xfrm>
            <a:custGeom>
              <a:avLst/>
              <a:gdLst>
                <a:gd name="T0" fmla="*/ 9 w 18"/>
                <a:gd name="T1" fmla="*/ 3 h 9"/>
                <a:gd name="T2" fmla="*/ 18 w 18"/>
                <a:gd name="T3" fmla="*/ 1 h 9"/>
                <a:gd name="T4" fmla="*/ 8 w 18"/>
                <a:gd name="T5" fmla="*/ 7 h 9"/>
                <a:gd name="T6" fmla="*/ 0 w 18"/>
                <a:gd name="T7" fmla="*/ 8 h 9"/>
                <a:gd name="T8" fmla="*/ 9 w 18"/>
                <a:gd name="T9" fmla="*/ 3 h 9"/>
              </a:gdLst>
              <a:ahLst/>
              <a:cxnLst>
                <a:cxn ang="0">
                  <a:pos x="T0" y="T1"/>
                </a:cxn>
                <a:cxn ang="0">
                  <a:pos x="T2" y="T3"/>
                </a:cxn>
                <a:cxn ang="0">
                  <a:pos x="T4" y="T5"/>
                </a:cxn>
                <a:cxn ang="0">
                  <a:pos x="T6" y="T7"/>
                </a:cxn>
                <a:cxn ang="0">
                  <a:pos x="T8" y="T9"/>
                </a:cxn>
              </a:cxnLst>
              <a:rect l="0" t="0" r="r" b="b"/>
              <a:pathLst>
                <a:path w="18" h="9">
                  <a:moveTo>
                    <a:pt x="9" y="3"/>
                  </a:moveTo>
                  <a:cubicBezTo>
                    <a:pt x="13" y="1"/>
                    <a:pt x="17" y="0"/>
                    <a:pt x="18" y="1"/>
                  </a:cubicBezTo>
                  <a:cubicBezTo>
                    <a:pt x="18" y="2"/>
                    <a:pt x="13" y="5"/>
                    <a:pt x="8" y="7"/>
                  </a:cubicBezTo>
                  <a:cubicBezTo>
                    <a:pt x="4" y="9"/>
                    <a:pt x="0" y="9"/>
                    <a:pt x="0" y="8"/>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3" name="Freeform 2005">
              <a:extLst>
                <a:ext uri="{FF2B5EF4-FFF2-40B4-BE49-F238E27FC236}">
                  <a16:creationId xmlns:a16="http://schemas.microsoft.com/office/drawing/2014/main" id="{B743C271-1E38-F529-FB74-F3E1DF8C1648}"/>
                </a:ext>
              </a:extLst>
            </p:cNvPr>
            <p:cNvSpPr>
              <a:spLocks/>
            </p:cNvSpPr>
            <p:nvPr/>
          </p:nvSpPr>
          <p:spPr bwMode="auto">
            <a:xfrm rot="5094805">
              <a:off x="1607338" y="4636162"/>
              <a:ext cx="45700" cy="25135"/>
            </a:xfrm>
            <a:custGeom>
              <a:avLst/>
              <a:gdLst>
                <a:gd name="T0" fmla="*/ 18 w 18"/>
                <a:gd name="T1" fmla="*/ 1 h 10"/>
                <a:gd name="T2" fmla="*/ 10 w 18"/>
                <a:gd name="T3" fmla="*/ 7 h 10"/>
                <a:gd name="T4" fmla="*/ 0 w 18"/>
                <a:gd name="T5" fmla="*/ 9 h 10"/>
                <a:gd name="T6" fmla="*/ 9 w 18"/>
                <a:gd name="T7" fmla="*/ 3 h 10"/>
                <a:gd name="T8" fmla="*/ 18 w 18"/>
                <a:gd name="T9" fmla="*/ 1 h 10"/>
              </a:gdLst>
              <a:ahLst/>
              <a:cxnLst>
                <a:cxn ang="0">
                  <a:pos x="T0" y="T1"/>
                </a:cxn>
                <a:cxn ang="0">
                  <a:pos x="T2" y="T3"/>
                </a:cxn>
                <a:cxn ang="0">
                  <a:pos x="T4" y="T5"/>
                </a:cxn>
                <a:cxn ang="0">
                  <a:pos x="T6" y="T7"/>
                </a:cxn>
                <a:cxn ang="0">
                  <a:pos x="T8" y="T9"/>
                </a:cxn>
              </a:cxnLst>
              <a:rect l="0" t="0" r="r" b="b"/>
              <a:pathLst>
                <a:path w="18" h="10">
                  <a:moveTo>
                    <a:pt x="18" y="1"/>
                  </a:moveTo>
                  <a:cubicBezTo>
                    <a:pt x="18" y="2"/>
                    <a:pt x="14" y="5"/>
                    <a:pt x="10" y="7"/>
                  </a:cubicBezTo>
                  <a:cubicBezTo>
                    <a:pt x="5" y="9"/>
                    <a:pt x="0" y="10"/>
                    <a:pt x="0" y="9"/>
                  </a:cubicBezTo>
                  <a:cubicBezTo>
                    <a:pt x="0" y="8"/>
                    <a:pt x="4" y="5"/>
                    <a:pt x="9"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4" name="Freeform 2006">
              <a:extLst>
                <a:ext uri="{FF2B5EF4-FFF2-40B4-BE49-F238E27FC236}">
                  <a16:creationId xmlns:a16="http://schemas.microsoft.com/office/drawing/2014/main" id="{952BE39C-8F89-F413-947A-9ACDEC7160A3}"/>
                </a:ext>
              </a:extLst>
            </p:cNvPr>
            <p:cNvSpPr>
              <a:spLocks/>
            </p:cNvSpPr>
            <p:nvPr/>
          </p:nvSpPr>
          <p:spPr bwMode="auto">
            <a:xfrm rot="5094805">
              <a:off x="1499273" y="4452881"/>
              <a:ext cx="50269" cy="25135"/>
            </a:xfrm>
            <a:custGeom>
              <a:avLst/>
              <a:gdLst>
                <a:gd name="T0" fmla="*/ 19 w 20"/>
                <a:gd name="T1" fmla="*/ 1 h 10"/>
                <a:gd name="T2" fmla="*/ 12 w 20"/>
                <a:gd name="T3" fmla="*/ 6 h 10"/>
                <a:gd name="T4" fmla="*/ 2 w 20"/>
                <a:gd name="T5" fmla="*/ 9 h 10"/>
                <a:gd name="T6" fmla="*/ 9 w 20"/>
                <a:gd name="T7" fmla="*/ 3 h 10"/>
                <a:gd name="T8" fmla="*/ 19 w 20"/>
                <a:gd name="T9" fmla="*/ 1 h 10"/>
              </a:gdLst>
              <a:ahLst/>
              <a:cxnLst>
                <a:cxn ang="0">
                  <a:pos x="T0" y="T1"/>
                </a:cxn>
                <a:cxn ang="0">
                  <a:pos x="T2" y="T3"/>
                </a:cxn>
                <a:cxn ang="0">
                  <a:pos x="T4" y="T5"/>
                </a:cxn>
                <a:cxn ang="0">
                  <a:pos x="T6" y="T7"/>
                </a:cxn>
                <a:cxn ang="0">
                  <a:pos x="T8" y="T9"/>
                </a:cxn>
              </a:cxnLst>
              <a:rect l="0" t="0" r="r" b="b"/>
              <a:pathLst>
                <a:path w="20" h="10">
                  <a:moveTo>
                    <a:pt x="19" y="1"/>
                  </a:moveTo>
                  <a:cubicBezTo>
                    <a:pt x="20" y="1"/>
                    <a:pt x="16" y="4"/>
                    <a:pt x="12" y="6"/>
                  </a:cubicBezTo>
                  <a:cubicBezTo>
                    <a:pt x="7" y="8"/>
                    <a:pt x="3" y="10"/>
                    <a:pt x="2" y="9"/>
                  </a:cubicBezTo>
                  <a:cubicBezTo>
                    <a:pt x="0" y="9"/>
                    <a:pt x="4" y="6"/>
                    <a:pt x="9" y="3"/>
                  </a:cubicBezTo>
                  <a:cubicBezTo>
                    <a:pt x="14" y="1"/>
                    <a:pt x="18"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5" name="Freeform 2007">
              <a:extLst>
                <a:ext uri="{FF2B5EF4-FFF2-40B4-BE49-F238E27FC236}">
                  <a16:creationId xmlns:a16="http://schemas.microsoft.com/office/drawing/2014/main" id="{62F56D64-6047-CCDA-0C55-BCD1ABF4C202}"/>
                </a:ext>
              </a:extLst>
            </p:cNvPr>
            <p:cNvSpPr>
              <a:spLocks/>
            </p:cNvSpPr>
            <p:nvPr/>
          </p:nvSpPr>
          <p:spPr bwMode="auto">
            <a:xfrm rot="5094805">
              <a:off x="1397956" y="4269503"/>
              <a:ext cx="43415" cy="22850"/>
            </a:xfrm>
            <a:custGeom>
              <a:avLst/>
              <a:gdLst>
                <a:gd name="T0" fmla="*/ 10 w 18"/>
                <a:gd name="T1" fmla="*/ 6 h 10"/>
                <a:gd name="T2" fmla="*/ 1 w 18"/>
                <a:gd name="T3" fmla="*/ 9 h 10"/>
                <a:gd name="T4" fmla="*/ 8 w 18"/>
                <a:gd name="T5" fmla="*/ 4 h 10"/>
                <a:gd name="T6" fmla="*/ 18 w 18"/>
                <a:gd name="T7" fmla="*/ 1 h 10"/>
                <a:gd name="T8" fmla="*/ 10 w 18"/>
                <a:gd name="T9" fmla="*/ 6 h 10"/>
              </a:gdLst>
              <a:ahLst/>
              <a:cxnLst>
                <a:cxn ang="0">
                  <a:pos x="T0" y="T1"/>
                </a:cxn>
                <a:cxn ang="0">
                  <a:pos x="T2" y="T3"/>
                </a:cxn>
                <a:cxn ang="0">
                  <a:pos x="T4" y="T5"/>
                </a:cxn>
                <a:cxn ang="0">
                  <a:pos x="T6" y="T7"/>
                </a:cxn>
                <a:cxn ang="0">
                  <a:pos x="T8" y="T9"/>
                </a:cxn>
              </a:cxnLst>
              <a:rect l="0" t="0" r="r" b="b"/>
              <a:pathLst>
                <a:path w="18" h="10">
                  <a:moveTo>
                    <a:pt x="10" y="6"/>
                  </a:moveTo>
                  <a:cubicBezTo>
                    <a:pt x="5" y="9"/>
                    <a:pt x="1" y="10"/>
                    <a:pt x="1" y="9"/>
                  </a:cubicBezTo>
                  <a:cubicBezTo>
                    <a:pt x="0" y="8"/>
                    <a:pt x="3" y="6"/>
                    <a:pt x="8" y="4"/>
                  </a:cubicBezTo>
                  <a:cubicBezTo>
                    <a:pt x="13" y="1"/>
                    <a:pt x="18" y="0"/>
                    <a:pt x="18" y="1"/>
                  </a:cubicBezTo>
                  <a:cubicBezTo>
                    <a:pt x="18" y="2"/>
                    <a:pt x="15"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6" name="Freeform 2008">
              <a:extLst>
                <a:ext uri="{FF2B5EF4-FFF2-40B4-BE49-F238E27FC236}">
                  <a16:creationId xmlns:a16="http://schemas.microsoft.com/office/drawing/2014/main" id="{DF56A8E5-2084-F61D-4869-DCBEAFA97878}"/>
                </a:ext>
              </a:extLst>
            </p:cNvPr>
            <p:cNvSpPr>
              <a:spLocks/>
            </p:cNvSpPr>
            <p:nvPr/>
          </p:nvSpPr>
          <p:spPr bwMode="auto">
            <a:xfrm rot="5094805">
              <a:off x="2479624" y="6884645"/>
              <a:ext cx="45700" cy="25135"/>
            </a:xfrm>
            <a:custGeom>
              <a:avLst/>
              <a:gdLst>
                <a:gd name="T0" fmla="*/ 8 w 19"/>
                <a:gd name="T1" fmla="*/ 3 h 10"/>
                <a:gd name="T2" fmla="*/ 18 w 19"/>
                <a:gd name="T3" fmla="*/ 2 h 10"/>
                <a:gd name="T4" fmla="*/ 10 w 19"/>
                <a:gd name="T5" fmla="*/ 8 h 10"/>
                <a:gd name="T6" fmla="*/ 1 w 19"/>
                <a:gd name="T7" fmla="*/ 9 h 10"/>
                <a:gd name="T8" fmla="*/ 8 w 19"/>
                <a:gd name="T9" fmla="*/ 3 h 10"/>
              </a:gdLst>
              <a:ahLst/>
              <a:cxnLst>
                <a:cxn ang="0">
                  <a:pos x="T0" y="T1"/>
                </a:cxn>
                <a:cxn ang="0">
                  <a:pos x="T2" y="T3"/>
                </a:cxn>
                <a:cxn ang="0">
                  <a:pos x="T4" y="T5"/>
                </a:cxn>
                <a:cxn ang="0">
                  <a:pos x="T6" y="T7"/>
                </a:cxn>
                <a:cxn ang="0">
                  <a:pos x="T8" y="T9"/>
                </a:cxn>
              </a:cxnLst>
              <a:rect l="0" t="0" r="r" b="b"/>
              <a:pathLst>
                <a:path w="19" h="10">
                  <a:moveTo>
                    <a:pt x="8" y="3"/>
                  </a:moveTo>
                  <a:cubicBezTo>
                    <a:pt x="13" y="1"/>
                    <a:pt x="17" y="0"/>
                    <a:pt x="18" y="2"/>
                  </a:cubicBezTo>
                  <a:cubicBezTo>
                    <a:pt x="19" y="3"/>
                    <a:pt x="15" y="7"/>
                    <a:pt x="10" y="8"/>
                  </a:cubicBezTo>
                  <a:cubicBezTo>
                    <a:pt x="5" y="10"/>
                    <a:pt x="1" y="10"/>
                    <a:pt x="1" y="9"/>
                  </a:cubicBezTo>
                  <a:cubicBezTo>
                    <a:pt x="0" y="7"/>
                    <a:pt x="4" y="4"/>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7" name="Freeform 2029">
              <a:extLst>
                <a:ext uri="{FF2B5EF4-FFF2-40B4-BE49-F238E27FC236}">
                  <a16:creationId xmlns:a16="http://schemas.microsoft.com/office/drawing/2014/main" id="{E391950F-E6C0-98E5-E97A-EDDAD7E04CA9}"/>
                </a:ext>
              </a:extLst>
            </p:cNvPr>
            <p:cNvSpPr>
              <a:spLocks/>
            </p:cNvSpPr>
            <p:nvPr/>
          </p:nvSpPr>
          <p:spPr bwMode="auto">
            <a:xfrm rot="5094805">
              <a:off x="951358" y="2088"/>
              <a:ext cx="47985" cy="43415"/>
            </a:xfrm>
            <a:custGeom>
              <a:avLst/>
              <a:gdLst>
                <a:gd name="T0" fmla="*/ 8 w 19"/>
                <a:gd name="T1" fmla="*/ 1 h 17"/>
                <a:gd name="T2" fmla="*/ 18 w 19"/>
                <a:gd name="T3" fmla="*/ 5 h 17"/>
                <a:gd name="T4" fmla="*/ 9 w 19"/>
                <a:gd name="T5" fmla="*/ 15 h 17"/>
                <a:gd name="T6" fmla="*/ 0 w 19"/>
                <a:gd name="T7" fmla="*/ 11 h 17"/>
                <a:gd name="T8" fmla="*/ 8 w 19"/>
                <a:gd name="T9" fmla="*/ 1 h 17"/>
              </a:gdLst>
              <a:ahLst/>
              <a:cxnLst>
                <a:cxn ang="0">
                  <a:pos x="T0" y="T1"/>
                </a:cxn>
                <a:cxn ang="0">
                  <a:pos x="T2" y="T3"/>
                </a:cxn>
                <a:cxn ang="0">
                  <a:pos x="T4" y="T5"/>
                </a:cxn>
                <a:cxn ang="0">
                  <a:pos x="T6" y="T7"/>
                </a:cxn>
                <a:cxn ang="0">
                  <a:pos x="T8" y="T9"/>
                </a:cxn>
              </a:cxnLst>
              <a:rect l="0" t="0" r="r" b="b"/>
              <a:pathLst>
                <a:path w="19" h="17">
                  <a:moveTo>
                    <a:pt x="8" y="1"/>
                  </a:moveTo>
                  <a:cubicBezTo>
                    <a:pt x="13" y="0"/>
                    <a:pt x="17" y="2"/>
                    <a:pt x="18" y="5"/>
                  </a:cubicBezTo>
                  <a:cubicBezTo>
                    <a:pt x="19" y="9"/>
                    <a:pt x="14" y="14"/>
                    <a:pt x="9" y="15"/>
                  </a:cubicBezTo>
                  <a:cubicBezTo>
                    <a:pt x="4" y="17"/>
                    <a:pt x="1" y="15"/>
                    <a:pt x="0" y="11"/>
                  </a:cubicBezTo>
                  <a:cubicBezTo>
                    <a:pt x="0" y="7"/>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8" name="Freeform 2030">
              <a:extLst>
                <a:ext uri="{FF2B5EF4-FFF2-40B4-BE49-F238E27FC236}">
                  <a16:creationId xmlns:a16="http://schemas.microsoft.com/office/drawing/2014/main" id="{0C679F8A-64C2-3B72-4989-F5D42A91607C}"/>
                </a:ext>
              </a:extLst>
            </p:cNvPr>
            <p:cNvSpPr>
              <a:spLocks/>
            </p:cNvSpPr>
            <p:nvPr/>
          </p:nvSpPr>
          <p:spPr bwMode="auto">
            <a:xfrm rot="5094805">
              <a:off x="1019594" y="192342"/>
              <a:ext cx="43415" cy="36560"/>
            </a:xfrm>
            <a:custGeom>
              <a:avLst/>
              <a:gdLst>
                <a:gd name="T0" fmla="*/ 18 w 18"/>
                <a:gd name="T1" fmla="*/ 6 h 15"/>
                <a:gd name="T2" fmla="*/ 10 w 18"/>
                <a:gd name="T3" fmla="*/ 14 h 15"/>
                <a:gd name="T4" fmla="*/ 0 w 18"/>
                <a:gd name="T5" fmla="*/ 8 h 15"/>
                <a:gd name="T6" fmla="*/ 9 w 18"/>
                <a:gd name="T7" fmla="*/ 0 h 15"/>
                <a:gd name="T8" fmla="*/ 18 w 18"/>
                <a:gd name="T9" fmla="*/ 6 h 15"/>
              </a:gdLst>
              <a:ahLst/>
              <a:cxnLst>
                <a:cxn ang="0">
                  <a:pos x="T0" y="T1"/>
                </a:cxn>
                <a:cxn ang="0">
                  <a:pos x="T2" y="T3"/>
                </a:cxn>
                <a:cxn ang="0">
                  <a:pos x="T4" y="T5"/>
                </a:cxn>
                <a:cxn ang="0">
                  <a:pos x="T6" y="T7"/>
                </a:cxn>
                <a:cxn ang="0">
                  <a:pos x="T8" y="T9"/>
                </a:cxn>
              </a:cxnLst>
              <a:rect l="0" t="0" r="r" b="b"/>
              <a:pathLst>
                <a:path w="18" h="15">
                  <a:moveTo>
                    <a:pt x="18" y="6"/>
                  </a:moveTo>
                  <a:cubicBezTo>
                    <a:pt x="18" y="10"/>
                    <a:pt x="14" y="14"/>
                    <a:pt x="10" y="14"/>
                  </a:cubicBezTo>
                  <a:cubicBezTo>
                    <a:pt x="4" y="15"/>
                    <a:pt x="0" y="12"/>
                    <a:pt x="0" y="8"/>
                  </a:cubicBezTo>
                  <a:cubicBezTo>
                    <a:pt x="0" y="4"/>
                    <a:pt x="4" y="1"/>
                    <a:pt x="9" y="0"/>
                  </a:cubicBezTo>
                  <a:cubicBezTo>
                    <a:pt x="13" y="0"/>
                    <a:pt x="18" y="3"/>
                    <a:pt x="1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9" name="Freeform 2031">
              <a:extLst>
                <a:ext uri="{FF2B5EF4-FFF2-40B4-BE49-F238E27FC236}">
                  <a16:creationId xmlns:a16="http://schemas.microsoft.com/office/drawing/2014/main" id="{274CC194-50AC-0B00-0A97-40686A50FE6F}"/>
                </a:ext>
              </a:extLst>
            </p:cNvPr>
            <p:cNvSpPr>
              <a:spLocks/>
            </p:cNvSpPr>
            <p:nvPr/>
          </p:nvSpPr>
          <p:spPr bwMode="auto">
            <a:xfrm rot="5094805">
              <a:off x="1049129" y="383552"/>
              <a:ext cx="43415" cy="34275"/>
            </a:xfrm>
            <a:custGeom>
              <a:avLst/>
              <a:gdLst>
                <a:gd name="T0" fmla="*/ 10 w 18"/>
                <a:gd name="T1" fmla="*/ 14 h 14"/>
                <a:gd name="T2" fmla="*/ 0 w 18"/>
                <a:gd name="T3" fmla="*/ 7 h 14"/>
                <a:gd name="T4" fmla="*/ 7 w 18"/>
                <a:gd name="T5" fmla="*/ 0 h 14"/>
                <a:gd name="T6" fmla="*/ 18 w 18"/>
                <a:gd name="T7" fmla="*/ 7 h 14"/>
                <a:gd name="T8" fmla="*/ 10 w 18"/>
                <a:gd name="T9" fmla="*/ 14 h 14"/>
              </a:gdLst>
              <a:ahLst/>
              <a:cxnLst>
                <a:cxn ang="0">
                  <a:pos x="T0" y="T1"/>
                </a:cxn>
                <a:cxn ang="0">
                  <a:pos x="T2" y="T3"/>
                </a:cxn>
                <a:cxn ang="0">
                  <a:pos x="T4" y="T5"/>
                </a:cxn>
                <a:cxn ang="0">
                  <a:pos x="T6" y="T7"/>
                </a:cxn>
                <a:cxn ang="0">
                  <a:pos x="T8" y="T9"/>
                </a:cxn>
              </a:cxnLst>
              <a:rect l="0" t="0" r="r" b="b"/>
              <a:pathLst>
                <a:path w="18" h="14">
                  <a:moveTo>
                    <a:pt x="10" y="14"/>
                  </a:moveTo>
                  <a:cubicBezTo>
                    <a:pt x="5" y="14"/>
                    <a:pt x="1" y="11"/>
                    <a:pt x="0" y="7"/>
                  </a:cubicBezTo>
                  <a:cubicBezTo>
                    <a:pt x="0" y="3"/>
                    <a:pt x="3" y="0"/>
                    <a:pt x="7" y="0"/>
                  </a:cubicBezTo>
                  <a:cubicBezTo>
                    <a:pt x="13" y="0"/>
                    <a:pt x="18" y="3"/>
                    <a:pt x="18" y="7"/>
                  </a:cubicBezTo>
                  <a:cubicBezTo>
                    <a:pt x="18" y="11"/>
                    <a:pt x="15" y="14"/>
                    <a:pt x="1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0" name="Freeform 2032">
              <a:extLst>
                <a:ext uri="{FF2B5EF4-FFF2-40B4-BE49-F238E27FC236}">
                  <a16:creationId xmlns:a16="http://schemas.microsoft.com/office/drawing/2014/main" id="{F3E86FB5-331A-3ABB-615E-1292A97EC14E}"/>
                </a:ext>
              </a:extLst>
            </p:cNvPr>
            <p:cNvSpPr>
              <a:spLocks/>
            </p:cNvSpPr>
            <p:nvPr/>
          </p:nvSpPr>
          <p:spPr bwMode="auto">
            <a:xfrm rot="5094805">
              <a:off x="1050514" y="578323"/>
              <a:ext cx="45700" cy="36560"/>
            </a:xfrm>
            <a:custGeom>
              <a:avLst/>
              <a:gdLst>
                <a:gd name="T0" fmla="*/ 18 w 18"/>
                <a:gd name="T1" fmla="*/ 10 h 15"/>
                <a:gd name="T2" fmla="*/ 10 w 18"/>
                <a:gd name="T3" fmla="*/ 14 h 15"/>
                <a:gd name="T4" fmla="*/ 0 w 18"/>
                <a:gd name="T5" fmla="*/ 5 h 15"/>
                <a:gd name="T6" fmla="*/ 9 w 18"/>
                <a:gd name="T7" fmla="*/ 1 h 15"/>
                <a:gd name="T8" fmla="*/ 18 w 18"/>
                <a:gd name="T9" fmla="*/ 10 h 15"/>
              </a:gdLst>
              <a:ahLst/>
              <a:cxnLst>
                <a:cxn ang="0">
                  <a:pos x="T0" y="T1"/>
                </a:cxn>
                <a:cxn ang="0">
                  <a:pos x="T2" y="T3"/>
                </a:cxn>
                <a:cxn ang="0">
                  <a:pos x="T4" y="T5"/>
                </a:cxn>
                <a:cxn ang="0">
                  <a:pos x="T6" y="T7"/>
                </a:cxn>
                <a:cxn ang="0">
                  <a:pos x="T8" y="T9"/>
                </a:cxn>
              </a:cxnLst>
              <a:rect l="0" t="0" r="r" b="b"/>
              <a:pathLst>
                <a:path w="18" h="15">
                  <a:moveTo>
                    <a:pt x="18" y="10"/>
                  </a:moveTo>
                  <a:cubicBezTo>
                    <a:pt x="18" y="13"/>
                    <a:pt x="14" y="15"/>
                    <a:pt x="10" y="14"/>
                  </a:cubicBezTo>
                  <a:cubicBezTo>
                    <a:pt x="5" y="14"/>
                    <a:pt x="0" y="9"/>
                    <a:pt x="0" y="5"/>
                  </a:cubicBezTo>
                  <a:cubicBezTo>
                    <a:pt x="0" y="2"/>
                    <a:pt x="4" y="0"/>
                    <a:pt x="9" y="1"/>
                  </a:cubicBezTo>
                  <a:cubicBezTo>
                    <a:pt x="13" y="2"/>
                    <a:pt x="18" y="6"/>
                    <a:pt x="1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1" name="Freeform 2033">
              <a:extLst>
                <a:ext uri="{FF2B5EF4-FFF2-40B4-BE49-F238E27FC236}">
                  <a16:creationId xmlns:a16="http://schemas.microsoft.com/office/drawing/2014/main" id="{E10810CD-6C0B-48DF-0E74-4B03CDCE1130}"/>
                </a:ext>
              </a:extLst>
            </p:cNvPr>
            <p:cNvSpPr>
              <a:spLocks/>
            </p:cNvSpPr>
            <p:nvPr/>
          </p:nvSpPr>
          <p:spPr bwMode="auto">
            <a:xfrm rot="5094805">
              <a:off x="1023449" y="774483"/>
              <a:ext cx="47985" cy="41130"/>
            </a:xfrm>
            <a:custGeom>
              <a:avLst/>
              <a:gdLst>
                <a:gd name="T0" fmla="*/ 9 w 19"/>
                <a:gd name="T1" fmla="*/ 2 h 16"/>
                <a:gd name="T2" fmla="*/ 18 w 19"/>
                <a:gd name="T3" fmla="*/ 11 h 16"/>
                <a:gd name="T4" fmla="*/ 9 w 19"/>
                <a:gd name="T5" fmla="*/ 14 h 16"/>
                <a:gd name="T6" fmla="*/ 0 w 19"/>
                <a:gd name="T7" fmla="*/ 5 h 16"/>
                <a:gd name="T8" fmla="*/ 9 w 19"/>
                <a:gd name="T9" fmla="*/ 2 h 16"/>
              </a:gdLst>
              <a:ahLst/>
              <a:cxnLst>
                <a:cxn ang="0">
                  <a:pos x="T0" y="T1"/>
                </a:cxn>
                <a:cxn ang="0">
                  <a:pos x="T2" y="T3"/>
                </a:cxn>
                <a:cxn ang="0">
                  <a:pos x="T4" y="T5"/>
                </a:cxn>
                <a:cxn ang="0">
                  <a:pos x="T6" y="T7"/>
                </a:cxn>
                <a:cxn ang="0">
                  <a:pos x="T8" y="T9"/>
                </a:cxn>
              </a:cxnLst>
              <a:rect l="0" t="0" r="r" b="b"/>
              <a:pathLst>
                <a:path w="19" h="16">
                  <a:moveTo>
                    <a:pt x="9" y="2"/>
                  </a:moveTo>
                  <a:cubicBezTo>
                    <a:pt x="13" y="4"/>
                    <a:pt x="18" y="8"/>
                    <a:pt x="18" y="11"/>
                  </a:cubicBezTo>
                  <a:cubicBezTo>
                    <a:pt x="19" y="14"/>
                    <a:pt x="14" y="16"/>
                    <a:pt x="9" y="14"/>
                  </a:cubicBezTo>
                  <a:cubicBezTo>
                    <a:pt x="4" y="12"/>
                    <a:pt x="0" y="8"/>
                    <a:pt x="0" y="5"/>
                  </a:cubicBezTo>
                  <a:cubicBezTo>
                    <a:pt x="0" y="2"/>
                    <a:pt x="4" y="0"/>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2" name="Freeform 2034">
              <a:extLst>
                <a:ext uri="{FF2B5EF4-FFF2-40B4-BE49-F238E27FC236}">
                  <a16:creationId xmlns:a16="http://schemas.microsoft.com/office/drawing/2014/main" id="{9E411A2F-21B8-C20B-6AA0-C714B711FE5C}"/>
                </a:ext>
              </a:extLst>
            </p:cNvPr>
            <p:cNvSpPr>
              <a:spLocks/>
            </p:cNvSpPr>
            <p:nvPr/>
          </p:nvSpPr>
          <p:spPr bwMode="auto">
            <a:xfrm rot="5094805">
              <a:off x="980567" y="976931"/>
              <a:ext cx="43415" cy="38845"/>
            </a:xfrm>
            <a:custGeom>
              <a:avLst/>
              <a:gdLst>
                <a:gd name="T0" fmla="*/ 18 w 18"/>
                <a:gd name="T1" fmla="*/ 11 h 15"/>
                <a:gd name="T2" fmla="*/ 10 w 18"/>
                <a:gd name="T3" fmla="*/ 13 h 15"/>
                <a:gd name="T4" fmla="*/ 0 w 18"/>
                <a:gd name="T5" fmla="*/ 3 h 15"/>
                <a:gd name="T6" fmla="*/ 8 w 18"/>
                <a:gd name="T7" fmla="*/ 2 h 15"/>
                <a:gd name="T8" fmla="*/ 18 w 18"/>
                <a:gd name="T9" fmla="*/ 11 h 15"/>
              </a:gdLst>
              <a:ahLst/>
              <a:cxnLst>
                <a:cxn ang="0">
                  <a:pos x="T0" y="T1"/>
                </a:cxn>
                <a:cxn ang="0">
                  <a:pos x="T2" y="T3"/>
                </a:cxn>
                <a:cxn ang="0">
                  <a:pos x="T4" y="T5"/>
                </a:cxn>
                <a:cxn ang="0">
                  <a:pos x="T6" y="T7"/>
                </a:cxn>
                <a:cxn ang="0">
                  <a:pos x="T8" y="T9"/>
                </a:cxn>
              </a:cxnLst>
              <a:rect l="0" t="0" r="r" b="b"/>
              <a:pathLst>
                <a:path w="18" h="15">
                  <a:moveTo>
                    <a:pt x="18" y="11"/>
                  </a:moveTo>
                  <a:cubicBezTo>
                    <a:pt x="18" y="14"/>
                    <a:pt x="14" y="15"/>
                    <a:pt x="10" y="13"/>
                  </a:cubicBezTo>
                  <a:cubicBezTo>
                    <a:pt x="4" y="11"/>
                    <a:pt x="0" y="7"/>
                    <a:pt x="0" y="3"/>
                  </a:cubicBezTo>
                  <a:cubicBezTo>
                    <a:pt x="0" y="1"/>
                    <a:pt x="4" y="0"/>
                    <a:pt x="8" y="2"/>
                  </a:cubicBezTo>
                  <a:cubicBezTo>
                    <a:pt x="13" y="4"/>
                    <a:pt x="18" y="8"/>
                    <a:pt x="1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3" name="Freeform 2035">
              <a:extLst>
                <a:ext uri="{FF2B5EF4-FFF2-40B4-BE49-F238E27FC236}">
                  <a16:creationId xmlns:a16="http://schemas.microsoft.com/office/drawing/2014/main" id="{EF6524AB-A295-6654-E287-C5487EFEED24}"/>
                </a:ext>
              </a:extLst>
            </p:cNvPr>
            <p:cNvSpPr>
              <a:spLocks/>
            </p:cNvSpPr>
            <p:nvPr/>
          </p:nvSpPr>
          <p:spPr bwMode="auto">
            <a:xfrm rot="5094805">
              <a:off x="919557" y="1182773"/>
              <a:ext cx="50269" cy="34275"/>
            </a:xfrm>
            <a:custGeom>
              <a:avLst/>
              <a:gdLst>
                <a:gd name="T0" fmla="*/ 11 w 20"/>
                <a:gd name="T1" fmla="*/ 13 h 14"/>
                <a:gd name="T2" fmla="*/ 1 w 20"/>
                <a:gd name="T3" fmla="*/ 4 h 14"/>
                <a:gd name="T4" fmla="*/ 7 w 20"/>
                <a:gd name="T5" fmla="*/ 2 h 14"/>
                <a:gd name="T6" fmla="*/ 19 w 20"/>
                <a:gd name="T7" fmla="*/ 11 h 14"/>
                <a:gd name="T8" fmla="*/ 11 w 20"/>
                <a:gd name="T9" fmla="*/ 13 h 14"/>
              </a:gdLst>
              <a:ahLst/>
              <a:cxnLst>
                <a:cxn ang="0">
                  <a:pos x="T0" y="T1"/>
                </a:cxn>
                <a:cxn ang="0">
                  <a:pos x="T2" y="T3"/>
                </a:cxn>
                <a:cxn ang="0">
                  <a:pos x="T4" y="T5"/>
                </a:cxn>
                <a:cxn ang="0">
                  <a:pos x="T6" y="T7"/>
                </a:cxn>
                <a:cxn ang="0">
                  <a:pos x="T8" y="T9"/>
                </a:cxn>
              </a:cxnLst>
              <a:rect l="0" t="0" r="r" b="b"/>
              <a:pathLst>
                <a:path w="20" h="14">
                  <a:moveTo>
                    <a:pt x="11" y="13"/>
                  </a:moveTo>
                  <a:cubicBezTo>
                    <a:pt x="7" y="11"/>
                    <a:pt x="2" y="7"/>
                    <a:pt x="1" y="4"/>
                  </a:cubicBezTo>
                  <a:cubicBezTo>
                    <a:pt x="0" y="1"/>
                    <a:pt x="3" y="0"/>
                    <a:pt x="7" y="2"/>
                  </a:cubicBezTo>
                  <a:cubicBezTo>
                    <a:pt x="12" y="4"/>
                    <a:pt x="18" y="8"/>
                    <a:pt x="19" y="11"/>
                  </a:cubicBezTo>
                  <a:cubicBezTo>
                    <a:pt x="20" y="14"/>
                    <a:pt x="16" y="14"/>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4" name="Freeform 2036">
              <a:extLst>
                <a:ext uri="{FF2B5EF4-FFF2-40B4-BE49-F238E27FC236}">
                  <a16:creationId xmlns:a16="http://schemas.microsoft.com/office/drawing/2014/main" id="{6B778B84-600F-E39A-59FE-86FB5860F09F}"/>
                </a:ext>
              </a:extLst>
            </p:cNvPr>
            <p:cNvSpPr>
              <a:spLocks/>
            </p:cNvSpPr>
            <p:nvPr/>
          </p:nvSpPr>
          <p:spPr bwMode="auto">
            <a:xfrm rot="5094805">
              <a:off x="855159" y="1388385"/>
              <a:ext cx="43415" cy="31990"/>
            </a:xfrm>
            <a:custGeom>
              <a:avLst/>
              <a:gdLst>
                <a:gd name="T0" fmla="*/ 18 w 18"/>
                <a:gd name="T1" fmla="*/ 11 h 13"/>
                <a:gd name="T2" fmla="*/ 10 w 18"/>
                <a:gd name="T3" fmla="*/ 11 h 13"/>
                <a:gd name="T4" fmla="*/ 0 w 18"/>
                <a:gd name="T5" fmla="*/ 2 h 13"/>
                <a:gd name="T6" fmla="*/ 9 w 18"/>
                <a:gd name="T7" fmla="*/ 3 h 13"/>
                <a:gd name="T8" fmla="*/ 18 w 18"/>
                <a:gd name="T9" fmla="*/ 11 h 13"/>
              </a:gdLst>
              <a:ahLst/>
              <a:cxnLst>
                <a:cxn ang="0">
                  <a:pos x="T0" y="T1"/>
                </a:cxn>
                <a:cxn ang="0">
                  <a:pos x="T2" y="T3"/>
                </a:cxn>
                <a:cxn ang="0">
                  <a:pos x="T4" y="T5"/>
                </a:cxn>
                <a:cxn ang="0">
                  <a:pos x="T6" y="T7"/>
                </a:cxn>
                <a:cxn ang="0">
                  <a:pos x="T8" y="T9"/>
                </a:cxn>
              </a:cxnLst>
              <a:rect l="0" t="0" r="r" b="b"/>
              <a:pathLst>
                <a:path w="18" h="13">
                  <a:moveTo>
                    <a:pt x="18" y="11"/>
                  </a:moveTo>
                  <a:cubicBezTo>
                    <a:pt x="18" y="13"/>
                    <a:pt x="14" y="13"/>
                    <a:pt x="10" y="11"/>
                  </a:cubicBezTo>
                  <a:cubicBezTo>
                    <a:pt x="4" y="9"/>
                    <a:pt x="0" y="5"/>
                    <a:pt x="0" y="2"/>
                  </a:cubicBezTo>
                  <a:cubicBezTo>
                    <a:pt x="0" y="0"/>
                    <a:pt x="4" y="0"/>
                    <a:pt x="9" y="3"/>
                  </a:cubicBezTo>
                  <a:cubicBezTo>
                    <a:pt x="13" y="5"/>
                    <a:pt x="18" y="9"/>
                    <a:pt x="1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5" name="Freeform 2037">
              <a:extLst>
                <a:ext uri="{FF2B5EF4-FFF2-40B4-BE49-F238E27FC236}">
                  <a16:creationId xmlns:a16="http://schemas.microsoft.com/office/drawing/2014/main" id="{FB52DDFB-E85B-563E-BD0F-B86AE6DED420}"/>
                </a:ext>
              </a:extLst>
            </p:cNvPr>
            <p:cNvSpPr>
              <a:spLocks/>
            </p:cNvSpPr>
            <p:nvPr/>
          </p:nvSpPr>
          <p:spPr bwMode="auto">
            <a:xfrm rot="5094805">
              <a:off x="781630" y="1594199"/>
              <a:ext cx="50269" cy="29705"/>
            </a:xfrm>
            <a:custGeom>
              <a:avLst/>
              <a:gdLst>
                <a:gd name="T0" fmla="*/ 12 w 20"/>
                <a:gd name="T1" fmla="*/ 10 h 12"/>
                <a:gd name="T2" fmla="*/ 1 w 20"/>
                <a:gd name="T3" fmla="*/ 2 h 12"/>
                <a:gd name="T4" fmla="*/ 7 w 20"/>
                <a:gd name="T5" fmla="*/ 2 h 12"/>
                <a:gd name="T6" fmla="*/ 19 w 20"/>
                <a:gd name="T7" fmla="*/ 10 h 12"/>
                <a:gd name="T8" fmla="*/ 12 w 20"/>
                <a:gd name="T9" fmla="*/ 10 h 12"/>
              </a:gdLst>
              <a:ahLst/>
              <a:cxnLst>
                <a:cxn ang="0">
                  <a:pos x="T0" y="T1"/>
                </a:cxn>
                <a:cxn ang="0">
                  <a:pos x="T2" y="T3"/>
                </a:cxn>
                <a:cxn ang="0">
                  <a:pos x="T4" y="T5"/>
                </a:cxn>
                <a:cxn ang="0">
                  <a:pos x="T6" y="T7"/>
                </a:cxn>
                <a:cxn ang="0">
                  <a:pos x="T8" y="T9"/>
                </a:cxn>
              </a:cxnLst>
              <a:rect l="0" t="0" r="r" b="b"/>
              <a:pathLst>
                <a:path w="20" h="12">
                  <a:moveTo>
                    <a:pt x="12" y="10"/>
                  </a:moveTo>
                  <a:cubicBezTo>
                    <a:pt x="7" y="8"/>
                    <a:pt x="2" y="5"/>
                    <a:pt x="1" y="2"/>
                  </a:cubicBezTo>
                  <a:cubicBezTo>
                    <a:pt x="0" y="0"/>
                    <a:pt x="3" y="0"/>
                    <a:pt x="7" y="2"/>
                  </a:cubicBezTo>
                  <a:cubicBezTo>
                    <a:pt x="13" y="4"/>
                    <a:pt x="18" y="8"/>
                    <a:pt x="19" y="10"/>
                  </a:cubicBezTo>
                  <a:cubicBezTo>
                    <a:pt x="20" y="12"/>
                    <a:pt x="16" y="12"/>
                    <a:pt x="1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6" name="Freeform 2038">
              <a:extLst>
                <a:ext uri="{FF2B5EF4-FFF2-40B4-BE49-F238E27FC236}">
                  <a16:creationId xmlns:a16="http://schemas.microsoft.com/office/drawing/2014/main" id="{D60A5973-8C8A-5454-20B6-F5A539A23FFC}"/>
                </a:ext>
              </a:extLst>
            </p:cNvPr>
            <p:cNvSpPr>
              <a:spLocks/>
            </p:cNvSpPr>
            <p:nvPr/>
          </p:nvSpPr>
          <p:spPr bwMode="auto">
            <a:xfrm rot="5094805">
              <a:off x="720637" y="1800447"/>
              <a:ext cx="47985" cy="25135"/>
            </a:xfrm>
            <a:custGeom>
              <a:avLst/>
              <a:gdLst>
                <a:gd name="T0" fmla="*/ 12 w 20"/>
                <a:gd name="T1" fmla="*/ 8 h 10"/>
                <a:gd name="T2" fmla="*/ 1 w 20"/>
                <a:gd name="T3" fmla="*/ 2 h 10"/>
                <a:gd name="T4" fmla="*/ 8 w 20"/>
                <a:gd name="T5" fmla="*/ 1 h 10"/>
                <a:gd name="T6" fmla="*/ 19 w 20"/>
                <a:gd name="T7" fmla="*/ 9 h 10"/>
                <a:gd name="T8" fmla="*/ 12 w 20"/>
                <a:gd name="T9" fmla="*/ 8 h 10"/>
              </a:gdLst>
              <a:ahLst/>
              <a:cxnLst>
                <a:cxn ang="0">
                  <a:pos x="T0" y="T1"/>
                </a:cxn>
                <a:cxn ang="0">
                  <a:pos x="T2" y="T3"/>
                </a:cxn>
                <a:cxn ang="0">
                  <a:pos x="T4" y="T5"/>
                </a:cxn>
                <a:cxn ang="0">
                  <a:pos x="T6" y="T7"/>
                </a:cxn>
                <a:cxn ang="0">
                  <a:pos x="T8" y="T9"/>
                </a:cxn>
              </a:cxnLst>
              <a:rect l="0" t="0" r="r" b="b"/>
              <a:pathLst>
                <a:path w="20" h="10">
                  <a:moveTo>
                    <a:pt x="12" y="8"/>
                  </a:moveTo>
                  <a:cubicBezTo>
                    <a:pt x="7" y="7"/>
                    <a:pt x="2" y="4"/>
                    <a:pt x="1" y="2"/>
                  </a:cubicBezTo>
                  <a:cubicBezTo>
                    <a:pt x="0" y="0"/>
                    <a:pt x="3" y="0"/>
                    <a:pt x="8" y="1"/>
                  </a:cubicBezTo>
                  <a:cubicBezTo>
                    <a:pt x="13" y="3"/>
                    <a:pt x="18" y="7"/>
                    <a:pt x="19" y="9"/>
                  </a:cubicBezTo>
                  <a:cubicBezTo>
                    <a:pt x="20" y="10"/>
                    <a:pt x="16" y="10"/>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7" name="Freeform 2039">
              <a:extLst>
                <a:ext uri="{FF2B5EF4-FFF2-40B4-BE49-F238E27FC236}">
                  <a16:creationId xmlns:a16="http://schemas.microsoft.com/office/drawing/2014/main" id="{D23970C4-3EC5-3747-E879-D10DDB8A72A4}"/>
                </a:ext>
              </a:extLst>
            </p:cNvPr>
            <p:cNvSpPr>
              <a:spLocks/>
            </p:cNvSpPr>
            <p:nvPr/>
          </p:nvSpPr>
          <p:spPr bwMode="auto">
            <a:xfrm rot="5094805">
              <a:off x="666463" y="2005884"/>
              <a:ext cx="50269" cy="20565"/>
            </a:xfrm>
            <a:custGeom>
              <a:avLst/>
              <a:gdLst>
                <a:gd name="T0" fmla="*/ 19 w 20"/>
                <a:gd name="T1" fmla="*/ 7 h 9"/>
                <a:gd name="T2" fmla="*/ 12 w 20"/>
                <a:gd name="T3" fmla="*/ 7 h 9"/>
                <a:gd name="T4" fmla="*/ 1 w 20"/>
                <a:gd name="T5" fmla="*/ 2 h 9"/>
                <a:gd name="T6" fmla="*/ 9 w 20"/>
                <a:gd name="T7" fmla="*/ 2 h 9"/>
                <a:gd name="T8" fmla="*/ 19 w 20"/>
                <a:gd name="T9" fmla="*/ 7 h 9"/>
              </a:gdLst>
              <a:ahLst/>
              <a:cxnLst>
                <a:cxn ang="0">
                  <a:pos x="T0" y="T1"/>
                </a:cxn>
                <a:cxn ang="0">
                  <a:pos x="T2" y="T3"/>
                </a:cxn>
                <a:cxn ang="0">
                  <a:pos x="T4" y="T5"/>
                </a:cxn>
                <a:cxn ang="0">
                  <a:pos x="T6" y="T7"/>
                </a:cxn>
                <a:cxn ang="0">
                  <a:pos x="T8" y="T9"/>
                </a:cxn>
              </a:cxnLst>
              <a:rect l="0" t="0" r="r" b="b"/>
              <a:pathLst>
                <a:path w="20" h="9">
                  <a:moveTo>
                    <a:pt x="19" y="7"/>
                  </a:moveTo>
                  <a:cubicBezTo>
                    <a:pt x="20" y="8"/>
                    <a:pt x="16" y="9"/>
                    <a:pt x="12" y="7"/>
                  </a:cubicBezTo>
                  <a:cubicBezTo>
                    <a:pt x="7" y="6"/>
                    <a:pt x="2" y="4"/>
                    <a:pt x="1" y="2"/>
                  </a:cubicBezTo>
                  <a:cubicBezTo>
                    <a:pt x="0" y="0"/>
                    <a:pt x="3" y="0"/>
                    <a:pt x="9" y="2"/>
                  </a:cubicBezTo>
                  <a:cubicBezTo>
                    <a:pt x="14" y="4"/>
                    <a:pt x="18" y="6"/>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8" name="Freeform 2040">
              <a:extLst>
                <a:ext uri="{FF2B5EF4-FFF2-40B4-BE49-F238E27FC236}">
                  <a16:creationId xmlns:a16="http://schemas.microsoft.com/office/drawing/2014/main" id="{5D8D060F-996F-5206-505D-A8658C3AB045}"/>
                </a:ext>
              </a:extLst>
            </p:cNvPr>
            <p:cNvSpPr>
              <a:spLocks/>
            </p:cNvSpPr>
            <p:nvPr/>
          </p:nvSpPr>
          <p:spPr bwMode="auto">
            <a:xfrm rot="5094805">
              <a:off x="633814" y="2208360"/>
              <a:ext cx="50269" cy="15995"/>
            </a:xfrm>
            <a:custGeom>
              <a:avLst/>
              <a:gdLst>
                <a:gd name="T0" fmla="*/ 19 w 20"/>
                <a:gd name="T1" fmla="*/ 5 h 6"/>
                <a:gd name="T2" fmla="*/ 11 w 20"/>
                <a:gd name="T3" fmla="*/ 6 h 6"/>
                <a:gd name="T4" fmla="*/ 1 w 20"/>
                <a:gd name="T5" fmla="*/ 2 h 6"/>
                <a:gd name="T6" fmla="*/ 9 w 20"/>
                <a:gd name="T7" fmla="*/ 2 h 6"/>
                <a:gd name="T8" fmla="*/ 19 w 20"/>
                <a:gd name="T9" fmla="*/ 5 h 6"/>
              </a:gdLst>
              <a:ahLst/>
              <a:cxnLst>
                <a:cxn ang="0">
                  <a:pos x="T0" y="T1"/>
                </a:cxn>
                <a:cxn ang="0">
                  <a:pos x="T2" y="T3"/>
                </a:cxn>
                <a:cxn ang="0">
                  <a:pos x="T4" y="T5"/>
                </a:cxn>
                <a:cxn ang="0">
                  <a:pos x="T6" y="T7"/>
                </a:cxn>
                <a:cxn ang="0">
                  <a:pos x="T8" y="T9"/>
                </a:cxn>
              </a:cxnLst>
              <a:rect l="0" t="0" r="r" b="b"/>
              <a:pathLst>
                <a:path w="20" h="6">
                  <a:moveTo>
                    <a:pt x="19" y="5"/>
                  </a:moveTo>
                  <a:cubicBezTo>
                    <a:pt x="20" y="6"/>
                    <a:pt x="16" y="6"/>
                    <a:pt x="11" y="6"/>
                  </a:cubicBezTo>
                  <a:cubicBezTo>
                    <a:pt x="7" y="5"/>
                    <a:pt x="2" y="3"/>
                    <a:pt x="1" y="2"/>
                  </a:cubicBezTo>
                  <a:cubicBezTo>
                    <a:pt x="0" y="1"/>
                    <a:pt x="3" y="0"/>
                    <a:pt x="9" y="2"/>
                  </a:cubicBezTo>
                  <a:cubicBezTo>
                    <a:pt x="13" y="2"/>
                    <a:pt x="18" y="4"/>
                    <a:pt x="1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9" name="Freeform 2041">
              <a:extLst>
                <a:ext uri="{FF2B5EF4-FFF2-40B4-BE49-F238E27FC236}">
                  <a16:creationId xmlns:a16="http://schemas.microsoft.com/office/drawing/2014/main" id="{818C9F5F-EA93-9AD1-CD08-E6B0D6AC7182}"/>
                </a:ext>
              </a:extLst>
            </p:cNvPr>
            <p:cNvSpPr>
              <a:spLocks/>
            </p:cNvSpPr>
            <p:nvPr/>
          </p:nvSpPr>
          <p:spPr bwMode="auto">
            <a:xfrm rot="5094805">
              <a:off x="627251" y="2407672"/>
              <a:ext cx="43415" cy="11425"/>
            </a:xfrm>
            <a:custGeom>
              <a:avLst/>
              <a:gdLst>
                <a:gd name="T0" fmla="*/ 18 w 18"/>
                <a:gd name="T1" fmla="*/ 2 h 4"/>
                <a:gd name="T2" fmla="*/ 10 w 18"/>
                <a:gd name="T3" fmla="*/ 3 h 4"/>
                <a:gd name="T4" fmla="*/ 0 w 18"/>
                <a:gd name="T5" fmla="*/ 1 h 4"/>
                <a:gd name="T6" fmla="*/ 9 w 18"/>
                <a:gd name="T7" fmla="*/ 0 h 4"/>
                <a:gd name="T8" fmla="*/ 18 w 18"/>
                <a:gd name="T9" fmla="*/ 2 h 4"/>
              </a:gdLst>
              <a:ahLst/>
              <a:cxnLst>
                <a:cxn ang="0">
                  <a:pos x="T0" y="T1"/>
                </a:cxn>
                <a:cxn ang="0">
                  <a:pos x="T2" y="T3"/>
                </a:cxn>
                <a:cxn ang="0">
                  <a:pos x="T4" y="T5"/>
                </a:cxn>
                <a:cxn ang="0">
                  <a:pos x="T6" y="T7"/>
                </a:cxn>
                <a:cxn ang="0">
                  <a:pos x="T8" y="T9"/>
                </a:cxn>
              </a:cxnLst>
              <a:rect l="0" t="0" r="r" b="b"/>
              <a:pathLst>
                <a:path w="18" h="4">
                  <a:moveTo>
                    <a:pt x="18" y="2"/>
                  </a:moveTo>
                  <a:cubicBezTo>
                    <a:pt x="18" y="3"/>
                    <a:pt x="14" y="4"/>
                    <a:pt x="10" y="3"/>
                  </a:cubicBezTo>
                  <a:cubicBezTo>
                    <a:pt x="4" y="3"/>
                    <a:pt x="0" y="2"/>
                    <a:pt x="0" y="1"/>
                  </a:cubicBezTo>
                  <a:cubicBezTo>
                    <a:pt x="0" y="0"/>
                    <a:pt x="4" y="0"/>
                    <a:pt x="9" y="0"/>
                  </a:cubicBezTo>
                  <a:cubicBezTo>
                    <a:pt x="14" y="1"/>
                    <a:pt x="18" y="2"/>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0" name="Freeform 2042">
              <a:extLst>
                <a:ext uri="{FF2B5EF4-FFF2-40B4-BE49-F238E27FC236}">
                  <a16:creationId xmlns:a16="http://schemas.microsoft.com/office/drawing/2014/main" id="{F04D3DEC-1209-AE3E-475C-F0788975E740}"/>
                </a:ext>
              </a:extLst>
            </p:cNvPr>
            <p:cNvSpPr>
              <a:spLocks/>
            </p:cNvSpPr>
            <p:nvPr/>
          </p:nvSpPr>
          <p:spPr bwMode="auto">
            <a:xfrm rot="5094805">
              <a:off x="650258" y="2601661"/>
              <a:ext cx="45700" cy="11425"/>
            </a:xfrm>
            <a:custGeom>
              <a:avLst/>
              <a:gdLst>
                <a:gd name="T0" fmla="*/ 18 w 18"/>
                <a:gd name="T1" fmla="*/ 1 h 4"/>
                <a:gd name="T2" fmla="*/ 10 w 18"/>
                <a:gd name="T3" fmla="*/ 3 h 4"/>
                <a:gd name="T4" fmla="*/ 0 w 18"/>
                <a:gd name="T5" fmla="*/ 2 h 4"/>
                <a:gd name="T6" fmla="*/ 9 w 18"/>
                <a:gd name="T7" fmla="*/ 0 h 4"/>
                <a:gd name="T8" fmla="*/ 18 w 18"/>
                <a:gd name="T9" fmla="*/ 1 h 4"/>
              </a:gdLst>
              <a:ahLst/>
              <a:cxnLst>
                <a:cxn ang="0">
                  <a:pos x="T0" y="T1"/>
                </a:cxn>
                <a:cxn ang="0">
                  <a:pos x="T2" y="T3"/>
                </a:cxn>
                <a:cxn ang="0">
                  <a:pos x="T4" y="T5"/>
                </a:cxn>
                <a:cxn ang="0">
                  <a:pos x="T6" y="T7"/>
                </a:cxn>
                <a:cxn ang="0">
                  <a:pos x="T8" y="T9"/>
                </a:cxn>
              </a:cxnLst>
              <a:rect l="0" t="0" r="r" b="b"/>
              <a:pathLst>
                <a:path w="18" h="4">
                  <a:moveTo>
                    <a:pt x="18" y="1"/>
                  </a:moveTo>
                  <a:cubicBezTo>
                    <a:pt x="18" y="2"/>
                    <a:pt x="14" y="3"/>
                    <a:pt x="10" y="3"/>
                  </a:cubicBezTo>
                  <a:cubicBezTo>
                    <a:pt x="4" y="4"/>
                    <a:pt x="0" y="3"/>
                    <a:pt x="0" y="2"/>
                  </a:cubicBezTo>
                  <a:cubicBezTo>
                    <a:pt x="0" y="2"/>
                    <a:pt x="4" y="1"/>
                    <a:pt x="9" y="0"/>
                  </a:cubicBezTo>
                  <a:cubicBezTo>
                    <a:pt x="14" y="0"/>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1" name="Freeform 2043">
              <a:extLst>
                <a:ext uri="{FF2B5EF4-FFF2-40B4-BE49-F238E27FC236}">
                  <a16:creationId xmlns:a16="http://schemas.microsoft.com/office/drawing/2014/main" id="{2386B835-4636-30D8-F204-688F835CDD44}"/>
                </a:ext>
              </a:extLst>
            </p:cNvPr>
            <p:cNvSpPr>
              <a:spLocks/>
            </p:cNvSpPr>
            <p:nvPr/>
          </p:nvSpPr>
          <p:spPr bwMode="auto">
            <a:xfrm rot="5094805">
              <a:off x="695928" y="2791444"/>
              <a:ext cx="45700" cy="13710"/>
            </a:xfrm>
            <a:custGeom>
              <a:avLst/>
              <a:gdLst>
                <a:gd name="T0" fmla="*/ 9 w 19"/>
                <a:gd name="T1" fmla="*/ 1 h 5"/>
                <a:gd name="T2" fmla="*/ 19 w 19"/>
                <a:gd name="T3" fmla="*/ 1 h 5"/>
                <a:gd name="T4" fmla="*/ 10 w 19"/>
                <a:gd name="T5" fmla="*/ 4 h 5"/>
                <a:gd name="T6" fmla="*/ 1 w 19"/>
                <a:gd name="T7" fmla="*/ 4 h 5"/>
                <a:gd name="T8" fmla="*/ 9 w 19"/>
                <a:gd name="T9" fmla="*/ 1 h 5"/>
              </a:gdLst>
              <a:ahLst/>
              <a:cxnLst>
                <a:cxn ang="0">
                  <a:pos x="T0" y="T1"/>
                </a:cxn>
                <a:cxn ang="0">
                  <a:pos x="T2" y="T3"/>
                </a:cxn>
                <a:cxn ang="0">
                  <a:pos x="T4" y="T5"/>
                </a:cxn>
                <a:cxn ang="0">
                  <a:pos x="T6" y="T7"/>
                </a:cxn>
                <a:cxn ang="0">
                  <a:pos x="T8" y="T9"/>
                </a:cxn>
              </a:cxnLst>
              <a:rect l="0" t="0" r="r" b="b"/>
              <a:pathLst>
                <a:path w="19" h="5">
                  <a:moveTo>
                    <a:pt x="9" y="1"/>
                  </a:moveTo>
                  <a:cubicBezTo>
                    <a:pt x="13" y="0"/>
                    <a:pt x="18" y="0"/>
                    <a:pt x="19" y="1"/>
                  </a:cubicBezTo>
                  <a:cubicBezTo>
                    <a:pt x="19" y="2"/>
                    <a:pt x="15" y="3"/>
                    <a:pt x="10" y="4"/>
                  </a:cubicBezTo>
                  <a:cubicBezTo>
                    <a:pt x="5" y="5"/>
                    <a:pt x="1" y="5"/>
                    <a:pt x="1" y="4"/>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2" name="Freeform 2044">
              <a:extLst>
                <a:ext uri="{FF2B5EF4-FFF2-40B4-BE49-F238E27FC236}">
                  <a16:creationId xmlns:a16="http://schemas.microsoft.com/office/drawing/2014/main" id="{6D49B901-A60D-C8F7-2781-AE02452D3507}"/>
                </a:ext>
              </a:extLst>
            </p:cNvPr>
            <p:cNvSpPr>
              <a:spLocks/>
            </p:cNvSpPr>
            <p:nvPr/>
          </p:nvSpPr>
          <p:spPr bwMode="auto">
            <a:xfrm rot="5094805">
              <a:off x="755157" y="2980118"/>
              <a:ext cx="43415" cy="13710"/>
            </a:xfrm>
            <a:custGeom>
              <a:avLst/>
              <a:gdLst>
                <a:gd name="T0" fmla="*/ 8 w 18"/>
                <a:gd name="T1" fmla="*/ 1 h 6"/>
                <a:gd name="T2" fmla="*/ 18 w 18"/>
                <a:gd name="T3" fmla="*/ 1 h 6"/>
                <a:gd name="T4" fmla="*/ 9 w 18"/>
                <a:gd name="T5" fmla="*/ 4 h 6"/>
                <a:gd name="T6" fmla="*/ 0 w 18"/>
                <a:gd name="T7" fmla="*/ 5 h 6"/>
                <a:gd name="T8" fmla="*/ 8 w 18"/>
                <a:gd name="T9" fmla="*/ 1 h 6"/>
              </a:gdLst>
              <a:ahLst/>
              <a:cxnLst>
                <a:cxn ang="0">
                  <a:pos x="T0" y="T1"/>
                </a:cxn>
                <a:cxn ang="0">
                  <a:pos x="T2" y="T3"/>
                </a:cxn>
                <a:cxn ang="0">
                  <a:pos x="T4" y="T5"/>
                </a:cxn>
                <a:cxn ang="0">
                  <a:pos x="T6" y="T7"/>
                </a:cxn>
                <a:cxn ang="0">
                  <a:pos x="T8" y="T9"/>
                </a:cxn>
              </a:cxnLst>
              <a:rect l="0" t="0" r="r" b="b"/>
              <a:pathLst>
                <a:path w="18" h="6">
                  <a:moveTo>
                    <a:pt x="8" y="1"/>
                  </a:moveTo>
                  <a:cubicBezTo>
                    <a:pt x="13" y="0"/>
                    <a:pt x="17" y="0"/>
                    <a:pt x="18" y="1"/>
                  </a:cubicBezTo>
                  <a:cubicBezTo>
                    <a:pt x="18" y="1"/>
                    <a:pt x="14" y="3"/>
                    <a:pt x="9" y="4"/>
                  </a:cubicBezTo>
                  <a:cubicBezTo>
                    <a:pt x="4" y="6"/>
                    <a:pt x="0" y="6"/>
                    <a:pt x="0" y="5"/>
                  </a:cubicBezTo>
                  <a:cubicBezTo>
                    <a:pt x="0" y="4"/>
                    <a:pt x="4"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3" name="Freeform 2045">
              <a:extLst>
                <a:ext uri="{FF2B5EF4-FFF2-40B4-BE49-F238E27FC236}">
                  <a16:creationId xmlns:a16="http://schemas.microsoft.com/office/drawing/2014/main" id="{5D692F53-23DE-B645-A890-46273A7627A2}"/>
                </a:ext>
              </a:extLst>
            </p:cNvPr>
            <p:cNvSpPr>
              <a:spLocks/>
            </p:cNvSpPr>
            <p:nvPr/>
          </p:nvSpPr>
          <p:spPr bwMode="auto">
            <a:xfrm rot="5094805">
              <a:off x="823481" y="3165493"/>
              <a:ext cx="45700" cy="18280"/>
            </a:xfrm>
            <a:custGeom>
              <a:avLst/>
              <a:gdLst>
                <a:gd name="T0" fmla="*/ 10 w 18"/>
                <a:gd name="T1" fmla="*/ 5 h 7"/>
                <a:gd name="T2" fmla="*/ 0 w 18"/>
                <a:gd name="T3" fmla="*/ 6 h 7"/>
                <a:gd name="T4" fmla="*/ 8 w 18"/>
                <a:gd name="T5" fmla="*/ 2 h 7"/>
                <a:gd name="T6" fmla="*/ 18 w 18"/>
                <a:gd name="T7" fmla="*/ 1 h 7"/>
                <a:gd name="T8" fmla="*/ 10 w 18"/>
                <a:gd name="T9" fmla="*/ 5 h 7"/>
              </a:gdLst>
              <a:ahLst/>
              <a:cxnLst>
                <a:cxn ang="0">
                  <a:pos x="T0" y="T1"/>
                </a:cxn>
                <a:cxn ang="0">
                  <a:pos x="T2" y="T3"/>
                </a:cxn>
                <a:cxn ang="0">
                  <a:pos x="T4" y="T5"/>
                </a:cxn>
                <a:cxn ang="0">
                  <a:pos x="T6" y="T7"/>
                </a:cxn>
                <a:cxn ang="0">
                  <a:pos x="T8" y="T9"/>
                </a:cxn>
              </a:cxnLst>
              <a:rect l="0" t="0" r="r" b="b"/>
              <a:pathLst>
                <a:path w="18" h="7">
                  <a:moveTo>
                    <a:pt x="10" y="5"/>
                  </a:moveTo>
                  <a:cubicBezTo>
                    <a:pt x="5" y="6"/>
                    <a:pt x="1" y="7"/>
                    <a:pt x="0" y="6"/>
                  </a:cubicBezTo>
                  <a:cubicBezTo>
                    <a:pt x="0" y="5"/>
                    <a:pt x="3" y="4"/>
                    <a:pt x="8" y="2"/>
                  </a:cubicBezTo>
                  <a:cubicBezTo>
                    <a:pt x="13" y="0"/>
                    <a:pt x="18" y="0"/>
                    <a:pt x="18" y="1"/>
                  </a:cubicBezTo>
                  <a:cubicBezTo>
                    <a:pt x="18" y="2"/>
                    <a:pt x="15" y="3"/>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4" name="Freeform 2046">
              <a:extLst>
                <a:ext uri="{FF2B5EF4-FFF2-40B4-BE49-F238E27FC236}">
                  <a16:creationId xmlns:a16="http://schemas.microsoft.com/office/drawing/2014/main" id="{B6882853-489B-C6D3-F097-31FFE7044653}"/>
                </a:ext>
              </a:extLst>
            </p:cNvPr>
            <p:cNvSpPr>
              <a:spLocks/>
            </p:cNvSpPr>
            <p:nvPr/>
          </p:nvSpPr>
          <p:spPr bwMode="auto">
            <a:xfrm rot="5094805">
              <a:off x="902046" y="3351100"/>
              <a:ext cx="47985" cy="20565"/>
            </a:xfrm>
            <a:custGeom>
              <a:avLst/>
              <a:gdLst>
                <a:gd name="T0" fmla="*/ 9 w 19"/>
                <a:gd name="T1" fmla="*/ 2 h 8"/>
                <a:gd name="T2" fmla="*/ 18 w 19"/>
                <a:gd name="T3" fmla="*/ 1 h 8"/>
                <a:gd name="T4" fmla="*/ 9 w 19"/>
                <a:gd name="T5" fmla="*/ 6 h 8"/>
                <a:gd name="T6" fmla="*/ 1 w 19"/>
                <a:gd name="T7" fmla="*/ 7 h 8"/>
                <a:gd name="T8" fmla="*/ 9 w 19"/>
                <a:gd name="T9" fmla="*/ 2 h 8"/>
              </a:gdLst>
              <a:ahLst/>
              <a:cxnLst>
                <a:cxn ang="0">
                  <a:pos x="T0" y="T1"/>
                </a:cxn>
                <a:cxn ang="0">
                  <a:pos x="T2" y="T3"/>
                </a:cxn>
                <a:cxn ang="0">
                  <a:pos x="T4" y="T5"/>
                </a:cxn>
                <a:cxn ang="0">
                  <a:pos x="T6" y="T7"/>
                </a:cxn>
                <a:cxn ang="0">
                  <a:pos x="T8" y="T9"/>
                </a:cxn>
              </a:cxnLst>
              <a:rect l="0" t="0" r="r" b="b"/>
              <a:pathLst>
                <a:path w="19" h="8">
                  <a:moveTo>
                    <a:pt x="9" y="2"/>
                  </a:moveTo>
                  <a:cubicBezTo>
                    <a:pt x="13" y="1"/>
                    <a:pt x="18" y="0"/>
                    <a:pt x="18" y="1"/>
                  </a:cubicBezTo>
                  <a:cubicBezTo>
                    <a:pt x="19" y="1"/>
                    <a:pt x="14" y="4"/>
                    <a:pt x="9" y="6"/>
                  </a:cubicBezTo>
                  <a:cubicBezTo>
                    <a:pt x="5" y="7"/>
                    <a:pt x="1" y="8"/>
                    <a:pt x="1" y="7"/>
                  </a:cubicBezTo>
                  <a:cubicBezTo>
                    <a:pt x="0" y="6"/>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5" name="Freeform 2047">
              <a:extLst>
                <a:ext uri="{FF2B5EF4-FFF2-40B4-BE49-F238E27FC236}">
                  <a16:creationId xmlns:a16="http://schemas.microsoft.com/office/drawing/2014/main" id="{64CFC385-FF3F-0420-31BE-52386648FC01}"/>
                </a:ext>
              </a:extLst>
            </p:cNvPr>
            <p:cNvSpPr>
              <a:spLocks/>
            </p:cNvSpPr>
            <p:nvPr/>
          </p:nvSpPr>
          <p:spPr bwMode="auto">
            <a:xfrm rot="5094805">
              <a:off x="994180" y="3535799"/>
              <a:ext cx="43415" cy="20565"/>
            </a:xfrm>
            <a:custGeom>
              <a:avLst/>
              <a:gdLst>
                <a:gd name="T0" fmla="*/ 10 w 18"/>
                <a:gd name="T1" fmla="*/ 6 h 9"/>
                <a:gd name="T2" fmla="*/ 1 w 18"/>
                <a:gd name="T3" fmla="*/ 8 h 9"/>
                <a:gd name="T4" fmla="*/ 8 w 18"/>
                <a:gd name="T5" fmla="*/ 4 h 9"/>
                <a:gd name="T6" fmla="*/ 18 w 18"/>
                <a:gd name="T7" fmla="*/ 1 h 9"/>
                <a:gd name="T8" fmla="*/ 10 w 18"/>
                <a:gd name="T9" fmla="*/ 6 h 9"/>
              </a:gdLst>
              <a:ahLst/>
              <a:cxnLst>
                <a:cxn ang="0">
                  <a:pos x="T0" y="T1"/>
                </a:cxn>
                <a:cxn ang="0">
                  <a:pos x="T2" y="T3"/>
                </a:cxn>
                <a:cxn ang="0">
                  <a:pos x="T4" y="T5"/>
                </a:cxn>
                <a:cxn ang="0">
                  <a:pos x="T6" y="T7"/>
                </a:cxn>
                <a:cxn ang="0">
                  <a:pos x="T8" y="T9"/>
                </a:cxn>
              </a:cxnLst>
              <a:rect l="0" t="0" r="r" b="b"/>
              <a:pathLst>
                <a:path w="18" h="9">
                  <a:moveTo>
                    <a:pt x="10" y="6"/>
                  </a:moveTo>
                  <a:cubicBezTo>
                    <a:pt x="5" y="8"/>
                    <a:pt x="1" y="9"/>
                    <a:pt x="1" y="8"/>
                  </a:cubicBezTo>
                  <a:cubicBezTo>
                    <a:pt x="0" y="8"/>
                    <a:pt x="3" y="6"/>
                    <a:pt x="8" y="4"/>
                  </a:cubicBezTo>
                  <a:cubicBezTo>
                    <a:pt x="13" y="2"/>
                    <a:pt x="18" y="0"/>
                    <a:pt x="18" y="1"/>
                  </a:cubicBezTo>
                  <a:cubicBezTo>
                    <a:pt x="18" y="2"/>
                    <a:pt x="15"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6" name="Freeform 2048">
              <a:extLst>
                <a:ext uri="{FF2B5EF4-FFF2-40B4-BE49-F238E27FC236}">
                  <a16:creationId xmlns:a16="http://schemas.microsoft.com/office/drawing/2014/main" id="{08CB841F-7BA2-3ED4-D2CC-D883DAB7BE50}"/>
                </a:ext>
              </a:extLst>
            </p:cNvPr>
            <p:cNvSpPr>
              <a:spLocks/>
            </p:cNvSpPr>
            <p:nvPr/>
          </p:nvSpPr>
          <p:spPr bwMode="auto">
            <a:xfrm rot="5094805">
              <a:off x="1086498" y="3722369"/>
              <a:ext cx="47985" cy="20565"/>
            </a:xfrm>
            <a:custGeom>
              <a:avLst/>
              <a:gdLst>
                <a:gd name="T0" fmla="*/ 11 w 19"/>
                <a:gd name="T1" fmla="*/ 5 h 8"/>
                <a:gd name="T2" fmla="*/ 1 w 19"/>
                <a:gd name="T3" fmla="*/ 8 h 8"/>
                <a:gd name="T4" fmla="*/ 7 w 19"/>
                <a:gd name="T5" fmla="*/ 3 h 8"/>
                <a:gd name="T6" fmla="*/ 18 w 19"/>
                <a:gd name="T7" fmla="*/ 0 h 8"/>
                <a:gd name="T8" fmla="*/ 11 w 19"/>
                <a:gd name="T9" fmla="*/ 5 h 8"/>
              </a:gdLst>
              <a:ahLst/>
              <a:cxnLst>
                <a:cxn ang="0">
                  <a:pos x="T0" y="T1"/>
                </a:cxn>
                <a:cxn ang="0">
                  <a:pos x="T2" y="T3"/>
                </a:cxn>
                <a:cxn ang="0">
                  <a:pos x="T4" y="T5"/>
                </a:cxn>
                <a:cxn ang="0">
                  <a:pos x="T6" y="T7"/>
                </a:cxn>
                <a:cxn ang="0">
                  <a:pos x="T8" y="T9"/>
                </a:cxn>
              </a:cxnLst>
              <a:rect l="0" t="0" r="r" b="b"/>
              <a:pathLst>
                <a:path w="19" h="8">
                  <a:moveTo>
                    <a:pt x="11" y="5"/>
                  </a:moveTo>
                  <a:cubicBezTo>
                    <a:pt x="6" y="7"/>
                    <a:pt x="1" y="8"/>
                    <a:pt x="1" y="8"/>
                  </a:cubicBezTo>
                  <a:cubicBezTo>
                    <a:pt x="0" y="7"/>
                    <a:pt x="2" y="5"/>
                    <a:pt x="7" y="3"/>
                  </a:cubicBezTo>
                  <a:cubicBezTo>
                    <a:pt x="12" y="1"/>
                    <a:pt x="17" y="0"/>
                    <a:pt x="18" y="0"/>
                  </a:cubicBezTo>
                  <a:cubicBezTo>
                    <a:pt x="19" y="1"/>
                    <a:pt x="15"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7" name="Freeform 2049">
              <a:extLst>
                <a:ext uri="{FF2B5EF4-FFF2-40B4-BE49-F238E27FC236}">
                  <a16:creationId xmlns:a16="http://schemas.microsoft.com/office/drawing/2014/main" id="{B637AC3A-EFFE-76DA-8559-3C83EE3D5AA6}"/>
                </a:ext>
              </a:extLst>
            </p:cNvPr>
            <p:cNvSpPr>
              <a:spLocks/>
            </p:cNvSpPr>
            <p:nvPr/>
          </p:nvSpPr>
          <p:spPr bwMode="auto">
            <a:xfrm rot="5094805">
              <a:off x="1188768" y="3902633"/>
              <a:ext cx="45700" cy="25135"/>
            </a:xfrm>
            <a:custGeom>
              <a:avLst/>
              <a:gdLst>
                <a:gd name="T0" fmla="*/ 18 w 18"/>
                <a:gd name="T1" fmla="*/ 1 h 10"/>
                <a:gd name="T2" fmla="*/ 10 w 18"/>
                <a:gd name="T3" fmla="*/ 7 h 10"/>
                <a:gd name="T4" fmla="*/ 0 w 18"/>
                <a:gd name="T5" fmla="*/ 9 h 10"/>
                <a:gd name="T6" fmla="*/ 9 w 18"/>
                <a:gd name="T7" fmla="*/ 3 h 10"/>
                <a:gd name="T8" fmla="*/ 18 w 18"/>
                <a:gd name="T9" fmla="*/ 1 h 10"/>
              </a:gdLst>
              <a:ahLst/>
              <a:cxnLst>
                <a:cxn ang="0">
                  <a:pos x="T0" y="T1"/>
                </a:cxn>
                <a:cxn ang="0">
                  <a:pos x="T2" y="T3"/>
                </a:cxn>
                <a:cxn ang="0">
                  <a:pos x="T4" y="T5"/>
                </a:cxn>
                <a:cxn ang="0">
                  <a:pos x="T6" y="T7"/>
                </a:cxn>
                <a:cxn ang="0">
                  <a:pos x="T8" y="T9"/>
                </a:cxn>
              </a:cxnLst>
              <a:rect l="0" t="0" r="r" b="b"/>
              <a:pathLst>
                <a:path w="18" h="10">
                  <a:moveTo>
                    <a:pt x="18" y="1"/>
                  </a:moveTo>
                  <a:cubicBezTo>
                    <a:pt x="18" y="2"/>
                    <a:pt x="14" y="5"/>
                    <a:pt x="10" y="7"/>
                  </a:cubicBezTo>
                  <a:cubicBezTo>
                    <a:pt x="4" y="9"/>
                    <a:pt x="0" y="10"/>
                    <a:pt x="0" y="9"/>
                  </a:cubicBezTo>
                  <a:cubicBezTo>
                    <a:pt x="0" y="8"/>
                    <a:pt x="4" y="5"/>
                    <a:pt x="9"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8" name="Freeform 2050">
              <a:extLst>
                <a:ext uri="{FF2B5EF4-FFF2-40B4-BE49-F238E27FC236}">
                  <a16:creationId xmlns:a16="http://schemas.microsoft.com/office/drawing/2014/main" id="{A29AD617-F8D4-F64F-C40D-49FF7DF00D06}"/>
                </a:ext>
              </a:extLst>
            </p:cNvPr>
            <p:cNvSpPr>
              <a:spLocks/>
            </p:cNvSpPr>
            <p:nvPr/>
          </p:nvSpPr>
          <p:spPr bwMode="auto">
            <a:xfrm rot="5094805">
              <a:off x="1292378" y="4088498"/>
              <a:ext cx="43415" cy="22850"/>
            </a:xfrm>
            <a:custGeom>
              <a:avLst/>
              <a:gdLst>
                <a:gd name="T0" fmla="*/ 8 w 18"/>
                <a:gd name="T1" fmla="*/ 3 h 10"/>
                <a:gd name="T2" fmla="*/ 18 w 18"/>
                <a:gd name="T3" fmla="*/ 1 h 10"/>
                <a:gd name="T4" fmla="*/ 8 w 18"/>
                <a:gd name="T5" fmla="*/ 7 h 10"/>
                <a:gd name="T6" fmla="*/ 0 w 18"/>
                <a:gd name="T7" fmla="*/ 9 h 10"/>
                <a:gd name="T8" fmla="*/ 8 w 18"/>
                <a:gd name="T9" fmla="*/ 3 h 10"/>
              </a:gdLst>
              <a:ahLst/>
              <a:cxnLst>
                <a:cxn ang="0">
                  <a:pos x="T0" y="T1"/>
                </a:cxn>
                <a:cxn ang="0">
                  <a:pos x="T2" y="T3"/>
                </a:cxn>
                <a:cxn ang="0">
                  <a:pos x="T4" y="T5"/>
                </a:cxn>
                <a:cxn ang="0">
                  <a:pos x="T6" y="T7"/>
                </a:cxn>
                <a:cxn ang="0">
                  <a:pos x="T8" y="T9"/>
                </a:cxn>
              </a:cxnLst>
              <a:rect l="0" t="0" r="r" b="b"/>
              <a:pathLst>
                <a:path w="18" h="10">
                  <a:moveTo>
                    <a:pt x="8" y="3"/>
                  </a:moveTo>
                  <a:cubicBezTo>
                    <a:pt x="13" y="1"/>
                    <a:pt x="17" y="0"/>
                    <a:pt x="18" y="1"/>
                  </a:cubicBezTo>
                  <a:cubicBezTo>
                    <a:pt x="18" y="2"/>
                    <a:pt x="13" y="5"/>
                    <a:pt x="8" y="7"/>
                  </a:cubicBezTo>
                  <a:cubicBezTo>
                    <a:pt x="4" y="9"/>
                    <a:pt x="0" y="10"/>
                    <a:pt x="0" y="9"/>
                  </a:cubicBezTo>
                  <a:cubicBezTo>
                    <a:pt x="0" y="8"/>
                    <a:pt x="4"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9" name="Freeform 2051">
              <a:extLst>
                <a:ext uri="{FF2B5EF4-FFF2-40B4-BE49-F238E27FC236}">
                  <a16:creationId xmlns:a16="http://schemas.microsoft.com/office/drawing/2014/main" id="{F2ED8393-6666-91B4-7ED4-5E89EB2ED9ED}"/>
                </a:ext>
              </a:extLst>
            </p:cNvPr>
            <p:cNvSpPr>
              <a:spLocks/>
            </p:cNvSpPr>
            <p:nvPr/>
          </p:nvSpPr>
          <p:spPr bwMode="auto">
            <a:xfrm rot="5094805">
              <a:off x="1436854" y="4371362"/>
              <a:ext cx="47985" cy="22850"/>
            </a:xfrm>
            <a:custGeom>
              <a:avLst/>
              <a:gdLst>
                <a:gd name="T0" fmla="*/ 10 w 19"/>
                <a:gd name="T1" fmla="*/ 4 h 10"/>
                <a:gd name="T2" fmla="*/ 19 w 19"/>
                <a:gd name="T3" fmla="*/ 1 h 10"/>
                <a:gd name="T4" fmla="*/ 9 w 19"/>
                <a:gd name="T5" fmla="*/ 7 h 10"/>
                <a:gd name="T6" fmla="*/ 1 w 19"/>
                <a:gd name="T7" fmla="*/ 9 h 10"/>
                <a:gd name="T8" fmla="*/ 10 w 19"/>
                <a:gd name="T9" fmla="*/ 4 h 10"/>
              </a:gdLst>
              <a:ahLst/>
              <a:cxnLst>
                <a:cxn ang="0">
                  <a:pos x="T0" y="T1"/>
                </a:cxn>
                <a:cxn ang="0">
                  <a:pos x="T2" y="T3"/>
                </a:cxn>
                <a:cxn ang="0">
                  <a:pos x="T4" y="T5"/>
                </a:cxn>
                <a:cxn ang="0">
                  <a:pos x="T6" y="T7"/>
                </a:cxn>
                <a:cxn ang="0">
                  <a:pos x="T8" y="T9"/>
                </a:cxn>
              </a:cxnLst>
              <a:rect l="0" t="0" r="r" b="b"/>
              <a:pathLst>
                <a:path w="19" h="10">
                  <a:moveTo>
                    <a:pt x="10" y="4"/>
                  </a:moveTo>
                  <a:cubicBezTo>
                    <a:pt x="14" y="2"/>
                    <a:pt x="19" y="0"/>
                    <a:pt x="19" y="1"/>
                  </a:cubicBezTo>
                  <a:cubicBezTo>
                    <a:pt x="19" y="2"/>
                    <a:pt x="15" y="4"/>
                    <a:pt x="9" y="7"/>
                  </a:cubicBezTo>
                  <a:cubicBezTo>
                    <a:pt x="4" y="9"/>
                    <a:pt x="0" y="10"/>
                    <a:pt x="1" y="9"/>
                  </a:cubicBezTo>
                  <a:cubicBezTo>
                    <a:pt x="1" y="8"/>
                    <a:pt x="5"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0" name="Freeform 2052">
              <a:extLst>
                <a:ext uri="{FF2B5EF4-FFF2-40B4-BE49-F238E27FC236}">
                  <a16:creationId xmlns:a16="http://schemas.microsoft.com/office/drawing/2014/main" id="{173B1F38-0E13-9312-9C66-5AA474B8D40D}"/>
                </a:ext>
              </a:extLst>
            </p:cNvPr>
            <p:cNvSpPr>
              <a:spLocks/>
            </p:cNvSpPr>
            <p:nvPr/>
          </p:nvSpPr>
          <p:spPr bwMode="auto">
            <a:xfrm rot="5094805">
              <a:off x="1541497" y="4555887"/>
              <a:ext cx="47985" cy="20565"/>
            </a:xfrm>
            <a:custGeom>
              <a:avLst/>
              <a:gdLst>
                <a:gd name="T0" fmla="*/ 10 w 19"/>
                <a:gd name="T1" fmla="*/ 3 h 9"/>
                <a:gd name="T2" fmla="*/ 19 w 19"/>
                <a:gd name="T3" fmla="*/ 0 h 9"/>
                <a:gd name="T4" fmla="*/ 9 w 19"/>
                <a:gd name="T5" fmla="*/ 6 h 9"/>
                <a:gd name="T6" fmla="*/ 0 w 19"/>
                <a:gd name="T7" fmla="*/ 8 h 9"/>
                <a:gd name="T8" fmla="*/ 10 w 19"/>
                <a:gd name="T9" fmla="*/ 3 h 9"/>
              </a:gdLst>
              <a:ahLst/>
              <a:cxnLst>
                <a:cxn ang="0">
                  <a:pos x="T0" y="T1"/>
                </a:cxn>
                <a:cxn ang="0">
                  <a:pos x="T2" y="T3"/>
                </a:cxn>
                <a:cxn ang="0">
                  <a:pos x="T4" y="T5"/>
                </a:cxn>
                <a:cxn ang="0">
                  <a:pos x="T6" y="T7"/>
                </a:cxn>
                <a:cxn ang="0">
                  <a:pos x="T8" y="T9"/>
                </a:cxn>
              </a:cxnLst>
              <a:rect l="0" t="0" r="r" b="b"/>
              <a:pathLst>
                <a:path w="19" h="9">
                  <a:moveTo>
                    <a:pt x="10" y="3"/>
                  </a:moveTo>
                  <a:cubicBezTo>
                    <a:pt x="14" y="1"/>
                    <a:pt x="18" y="0"/>
                    <a:pt x="19" y="0"/>
                  </a:cubicBezTo>
                  <a:cubicBezTo>
                    <a:pt x="19" y="1"/>
                    <a:pt x="15" y="3"/>
                    <a:pt x="9" y="6"/>
                  </a:cubicBezTo>
                  <a:cubicBezTo>
                    <a:pt x="4" y="8"/>
                    <a:pt x="0" y="9"/>
                    <a:pt x="0" y="8"/>
                  </a:cubicBezTo>
                  <a:cubicBezTo>
                    <a:pt x="1" y="8"/>
                    <a:pt x="5" y="5"/>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1" name="Freeform 2053">
              <a:extLst>
                <a:ext uri="{FF2B5EF4-FFF2-40B4-BE49-F238E27FC236}">
                  <a16:creationId xmlns:a16="http://schemas.microsoft.com/office/drawing/2014/main" id="{B7AE5747-389C-EB87-6744-E37A362807A2}"/>
                </a:ext>
              </a:extLst>
            </p:cNvPr>
            <p:cNvSpPr>
              <a:spLocks/>
            </p:cNvSpPr>
            <p:nvPr/>
          </p:nvSpPr>
          <p:spPr bwMode="auto">
            <a:xfrm rot="5094805">
              <a:off x="1643863" y="4738330"/>
              <a:ext cx="47985" cy="22850"/>
            </a:xfrm>
            <a:custGeom>
              <a:avLst/>
              <a:gdLst>
                <a:gd name="T0" fmla="*/ 19 w 20"/>
                <a:gd name="T1" fmla="*/ 0 h 9"/>
                <a:gd name="T2" fmla="*/ 11 w 20"/>
                <a:gd name="T3" fmla="*/ 5 h 9"/>
                <a:gd name="T4" fmla="*/ 1 w 20"/>
                <a:gd name="T5" fmla="*/ 9 h 9"/>
                <a:gd name="T6" fmla="*/ 10 w 20"/>
                <a:gd name="T7" fmla="*/ 3 h 9"/>
                <a:gd name="T8" fmla="*/ 19 w 20"/>
                <a:gd name="T9" fmla="*/ 0 h 9"/>
              </a:gdLst>
              <a:ahLst/>
              <a:cxnLst>
                <a:cxn ang="0">
                  <a:pos x="T0" y="T1"/>
                </a:cxn>
                <a:cxn ang="0">
                  <a:pos x="T2" y="T3"/>
                </a:cxn>
                <a:cxn ang="0">
                  <a:pos x="T4" y="T5"/>
                </a:cxn>
                <a:cxn ang="0">
                  <a:pos x="T6" y="T7"/>
                </a:cxn>
                <a:cxn ang="0">
                  <a:pos x="T8" y="T9"/>
                </a:cxn>
              </a:cxnLst>
              <a:rect l="0" t="0" r="r" b="b"/>
              <a:pathLst>
                <a:path w="20" h="9">
                  <a:moveTo>
                    <a:pt x="19" y="0"/>
                  </a:moveTo>
                  <a:cubicBezTo>
                    <a:pt x="20" y="1"/>
                    <a:pt x="16" y="3"/>
                    <a:pt x="11" y="5"/>
                  </a:cubicBezTo>
                  <a:cubicBezTo>
                    <a:pt x="7" y="7"/>
                    <a:pt x="2" y="9"/>
                    <a:pt x="1" y="9"/>
                  </a:cubicBezTo>
                  <a:cubicBezTo>
                    <a:pt x="0" y="8"/>
                    <a:pt x="5" y="5"/>
                    <a:pt x="10" y="3"/>
                  </a:cubicBezTo>
                  <a:cubicBezTo>
                    <a:pt x="15"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2" name="Freeform 2054">
              <a:extLst>
                <a:ext uri="{FF2B5EF4-FFF2-40B4-BE49-F238E27FC236}">
                  <a16:creationId xmlns:a16="http://schemas.microsoft.com/office/drawing/2014/main" id="{AC2CDA35-6DB3-D851-BB30-17422C11CCDA}"/>
                </a:ext>
              </a:extLst>
            </p:cNvPr>
            <p:cNvSpPr>
              <a:spLocks/>
            </p:cNvSpPr>
            <p:nvPr/>
          </p:nvSpPr>
          <p:spPr bwMode="auto">
            <a:xfrm rot="5094805">
              <a:off x="1743954" y="4923260"/>
              <a:ext cx="47985" cy="20565"/>
            </a:xfrm>
            <a:custGeom>
              <a:avLst/>
              <a:gdLst>
                <a:gd name="T0" fmla="*/ 12 w 20"/>
                <a:gd name="T1" fmla="*/ 5 h 8"/>
                <a:gd name="T2" fmla="*/ 1 w 20"/>
                <a:gd name="T3" fmla="*/ 8 h 8"/>
                <a:gd name="T4" fmla="*/ 9 w 20"/>
                <a:gd name="T5" fmla="*/ 3 h 8"/>
                <a:gd name="T6" fmla="*/ 19 w 20"/>
                <a:gd name="T7" fmla="*/ 0 h 8"/>
                <a:gd name="T8" fmla="*/ 12 w 20"/>
                <a:gd name="T9" fmla="*/ 5 h 8"/>
              </a:gdLst>
              <a:ahLst/>
              <a:cxnLst>
                <a:cxn ang="0">
                  <a:pos x="T0" y="T1"/>
                </a:cxn>
                <a:cxn ang="0">
                  <a:pos x="T2" y="T3"/>
                </a:cxn>
                <a:cxn ang="0">
                  <a:pos x="T4" y="T5"/>
                </a:cxn>
                <a:cxn ang="0">
                  <a:pos x="T6" y="T7"/>
                </a:cxn>
                <a:cxn ang="0">
                  <a:pos x="T8" y="T9"/>
                </a:cxn>
              </a:cxnLst>
              <a:rect l="0" t="0" r="r" b="b"/>
              <a:pathLst>
                <a:path w="20" h="8">
                  <a:moveTo>
                    <a:pt x="12" y="5"/>
                  </a:moveTo>
                  <a:cubicBezTo>
                    <a:pt x="7" y="7"/>
                    <a:pt x="2" y="8"/>
                    <a:pt x="1" y="8"/>
                  </a:cubicBezTo>
                  <a:cubicBezTo>
                    <a:pt x="0" y="8"/>
                    <a:pt x="4" y="5"/>
                    <a:pt x="9" y="3"/>
                  </a:cubicBezTo>
                  <a:cubicBezTo>
                    <a:pt x="14" y="1"/>
                    <a:pt x="18" y="0"/>
                    <a:pt x="19" y="0"/>
                  </a:cubicBezTo>
                  <a:cubicBezTo>
                    <a:pt x="20" y="1"/>
                    <a:pt x="17"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3" name="Freeform 2055">
              <a:extLst>
                <a:ext uri="{FF2B5EF4-FFF2-40B4-BE49-F238E27FC236}">
                  <a16:creationId xmlns:a16="http://schemas.microsoft.com/office/drawing/2014/main" id="{24691659-B120-3156-C5A9-713B9A9F2276}"/>
                </a:ext>
              </a:extLst>
            </p:cNvPr>
            <p:cNvSpPr>
              <a:spLocks/>
            </p:cNvSpPr>
            <p:nvPr/>
          </p:nvSpPr>
          <p:spPr bwMode="auto">
            <a:xfrm rot="5094805">
              <a:off x="1837419" y="5111074"/>
              <a:ext cx="47985" cy="18280"/>
            </a:xfrm>
            <a:custGeom>
              <a:avLst/>
              <a:gdLst>
                <a:gd name="T0" fmla="*/ 8 w 19"/>
                <a:gd name="T1" fmla="*/ 2 h 8"/>
                <a:gd name="T2" fmla="*/ 18 w 19"/>
                <a:gd name="T3" fmla="*/ 0 h 8"/>
                <a:gd name="T4" fmla="*/ 11 w 19"/>
                <a:gd name="T5" fmla="*/ 4 h 8"/>
                <a:gd name="T6" fmla="*/ 0 w 19"/>
                <a:gd name="T7" fmla="*/ 7 h 8"/>
                <a:gd name="T8" fmla="*/ 8 w 19"/>
                <a:gd name="T9" fmla="*/ 2 h 8"/>
              </a:gdLst>
              <a:ahLst/>
              <a:cxnLst>
                <a:cxn ang="0">
                  <a:pos x="T0" y="T1"/>
                </a:cxn>
                <a:cxn ang="0">
                  <a:pos x="T2" y="T3"/>
                </a:cxn>
                <a:cxn ang="0">
                  <a:pos x="T4" y="T5"/>
                </a:cxn>
                <a:cxn ang="0">
                  <a:pos x="T6" y="T7"/>
                </a:cxn>
                <a:cxn ang="0">
                  <a:pos x="T8" y="T9"/>
                </a:cxn>
              </a:cxnLst>
              <a:rect l="0" t="0" r="r" b="b"/>
              <a:pathLst>
                <a:path w="19" h="8">
                  <a:moveTo>
                    <a:pt x="8" y="2"/>
                  </a:moveTo>
                  <a:cubicBezTo>
                    <a:pt x="13" y="1"/>
                    <a:pt x="18" y="0"/>
                    <a:pt x="18" y="0"/>
                  </a:cubicBezTo>
                  <a:cubicBezTo>
                    <a:pt x="19" y="1"/>
                    <a:pt x="16" y="2"/>
                    <a:pt x="11" y="4"/>
                  </a:cubicBezTo>
                  <a:cubicBezTo>
                    <a:pt x="5" y="7"/>
                    <a:pt x="0" y="8"/>
                    <a:pt x="0" y="7"/>
                  </a:cubicBezTo>
                  <a:cubicBezTo>
                    <a:pt x="0" y="6"/>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4" name="Freeform 2056">
              <a:extLst>
                <a:ext uri="{FF2B5EF4-FFF2-40B4-BE49-F238E27FC236}">
                  <a16:creationId xmlns:a16="http://schemas.microsoft.com/office/drawing/2014/main" id="{0521F06F-31A5-6D1A-34EB-B8FA5D6F20FB}"/>
                </a:ext>
              </a:extLst>
            </p:cNvPr>
            <p:cNvSpPr>
              <a:spLocks/>
            </p:cNvSpPr>
            <p:nvPr/>
          </p:nvSpPr>
          <p:spPr bwMode="auto">
            <a:xfrm rot="5094805">
              <a:off x="1927171" y="5293594"/>
              <a:ext cx="45700" cy="20565"/>
            </a:xfrm>
            <a:custGeom>
              <a:avLst/>
              <a:gdLst>
                <a:gd name="T0" fmla="*/ 18 w 18"/>
                <a:gd name="T1" fmla="*/ 1 h 8"/>
                <a:gd name="T2" fmla="*/ 10 w 18"/>
                <a:gd name="T3" fmla="*/ 5 h 8"/>
                <a:gd name="T4" fmla="*/ 0 w 18"/>
                <a:gd name="T5" fmla="*/ 7 h 8"/>
                <a:gd name="T6" fmla="*/ 10 w 18"/>
                <a:gd name="T7" fmla="*/ 3 h 8"/>
                <a:gd name="T8" fmla="*/ 18 w 18"/>
                <a:gd name="T9" fmla="*/ 1 h 8"/>
              </a:gdLst>
              <a:ahLst/>
              <a:cxnLst>
                <a:cxn ang="0">
                  <a:pos x="T0" y="T1"/>
                </a:cxn>
                <a:cxn ang="0">
                  <a:pos x="T2" y="T3"/>
                </a:cxn>
                <a:cxn ang="0">
                  <a:pos x="T4" y="T5"/>
                </a:cxn>
                <a:cxn ang="0">
                  <a:pos x="T6" y="T7"/>
                </a:cxn>
                <a:cxn ang="0">
                  <a:pos x="T8" y="T9"/>
                </a:cxn>
              </a:cxnLst>
              <a:rect l="0" t="0" r="r" b="b"/>
              <a:pathLst>
                <a:path w="18" h="8">
                  <a:moveTo>
                    <a:pt x="18" y="1"/>
                  </a:moveTo>
                  <a:cubicBezTo>
                    <a:pt x="18" y="2"/>
                    <a:pt x="15" y="4"/>
                    <a:pt x="10" y="5"/>
                  </a:cubicBezTo>
                  <a:cubicBezTo>
                    <a:pt x="5" y="7"/>
                    <a:pt x="0" y="8"/>
                    <a:pt x="0" y="7"/>
                  </a:cubicBezTo>
                  <a:cubicBezTo>
                    <a:pt x="0" y="7"/>
                    <a:pt x="4" y="4"/>
                    <a:pt x="10"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5" name="Freeform 2057">
              <a:extLst>
                <a:ext uri="{FF2B5EF4-FFF2-40B4-BE49-F238E27FC236}">
                  <a16:creationId xmlns:a16="http://schemas.microsoft.com/office/drawing/2014/main" id="{78AF81DC-02AC-B4C4-75B7-C99BCF8282F6}"/>
                </a:ext>
              </a:extLst>
            </p:cNvPr>
            <p:cNvSpPr>
              <a:spLocks/>
            </p:cNvSpPr>
            <p:nvPr/>
          </p:nvSpPr>
          <p:spPr bwMode="auto">
            <a:xfrm rot="5094805">
              <a:off x="2003567" y="5484070"/>
              <a:ext cx="45700" cy="15995"/>
            </a:xfrm>
            <a:custGeom>
              <a:avLst/>
              <a:gdLst>
                <a:gd name="T0" fmla="*/ 9 w 19"/>
                <a:gd name="T1" fmla="*/ 2 h 7"/>
                <a:gd name="T2" fmla="*/ 18 w 19"/>
                <a:gd name="T3" fmla="*/ 1 h 7"/>
                <a:gd name="T4" fmla="*/ 11 w 19"/>
                <a:gd name="T5" fmla="*/ 4 h 7"/>
                <a:gd name="T6" fmla="*/ 0 w 19"/>
                <a:gd name="T7" fmla="*/ 6 h 7"/>
                <a:gd name="T8" fmla="*/ 9 w 19"/>
                <a:gd name="T9" fmla="*/ 2 h 7"/>
              </a:gdLst>
              <a:ahLst/>
              <a:cxnLst>
                <a:cxn ang="0">
                  <a:pos x="T0" y="T1"/>
                </a:cxn>
                <a:cxn ang="0">
                  <a:pos x="T2" y="T3"/>
                </a:cxn>
                <a:cxn ang="0">
                  <a:pos x="T4" y="T5"/>
                </a:cxn>
                <a:cxn ang="0">
                  <a:pos x="T6" y="T7"/>
                </a:cxn>
                <a:cxn ang="0">
                  <a:pos x="T8" y="T9"/>
                </a:cxn>
              </a:cxnLst>
              <a:rect l="0" t="0" r="r" b="b"/>
              <a:pathLst>
                <a:path w="19" h="7">
                  <a:moveTo>
                    <a:pt x="9" y="2"/>
                  </a:moveTo>
                  <a:cubicBezTo>
                    <a:pt x="13" y="0"/>
                    <a:pt x="18" y="0"/>
                    <a:pt x="18" y="1"/>
                  </a:cubicBezTo>
                  <a:cubicBezTo>
                    <a:pt x="19" y="1"/>
                    <a:pt x="16" y="3"/>
                    <a:pt x="11" y="4"/>
                  </a:cubicBezTo>
                  <a:cubicBezTo>
                    <a:pt x="5" y="6"/>
                    <a:pt x="0" y="7"/>
                    <a:pt x="0" y="6"/>
                  </a:cubicBezTo>
                  <a:cubicBezTo>
                    <a:pt x="0" y="5"/>
                    <a:pt x="4" y="3"/>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6" name="Freeform 2058">
              <a:extLst>
                <a:ext uri="{FF2B5EF4-FFF2-40B4-BE49-F238E27FC236}">
                  <a16:creationId xmlns:a16="http://schemas.microsoft.com/office/drawing/2014/main" id="{42299381-1E44-671A-797F-BAD1A60825B3}"/>
                </a:ext>
              </a:extLst>
            </p:cNvPr>
            <p:cNvSpPr>
              <a:spLocks/>
            </p:cNvSpPr>
            <p:nvPr/>
          </p:nvSpPr>
          <p:spPr bwMode="auto">
            <a:xfrm rot="5094805">
              <a:off x="2073028" y="5672772"/>
              <a:ext cx="47985" cy="13710"/>
            </a:xfrm>
            <a:custGeom>
              <a:avLst/>
              <a:gdLst>
                <a:gd name="T0" fmla="*/ 11 w 19"/>
                <a:gd name="T1" fmla="*/ 4 h 6"/>
                <a:gd name="T2" fmla="*/ 1 w 19"/>
                <a:gd name="T3" fmla="*/ 6 h 6"/>
                <a:gd name="T4" fmla="*/ 9 w 19"/>
                <a:gd name="T5" fmla="*/ 2 h 6"/>
                <a:gd name="T6" fmla="*/ 19 w 19"/>
                <a:gd name="T7" fmla="*/ 1 h 6"/>
                <a:gd name="T8" fmla="*/ 11 w 19"/>
                <a:gd name="T9" fmla="*/ 4 h 6"/>
              </a:gdLst>
              <a:ahLst/>
              <a:cxnLst>
                <a:cxn ang="0">
                  <a:pos x="T0" y="T1"/>
                </a:cxn>
                <a:cxn ang="0">
                  <a:pos x="T2" y="T3"/>
                </a:cxn>
                <a:cxn ang="0">
                  <a:pos x="T4" y="T5"/>
                </a:cxn>
                <a:cxn ang="0">
                  <a:pos x="T6" y="T7"/>
                </a:cxn>
                <a:cxn ang="0">
                  <a:pos x="T8" y="T9"/>
                </a:cxn>
              </a:cxnLst>
              <a:rect l="0" t="0" r="r" b="b"/>
              <a:pathLst>
                <a:path w="19" h="6">
                  <a:moveTo>
                    <a:pt x="11" y="4"/>
                  </a:moveTo>
                  <a:cubicBezTo>
                    <a:pt x="6" y="6"/>
                    <a:pt x="1" y="6"/>
                    <a:pt x="1" y="6"/>
                  </a:cubicBezTo>
                  <a:cubicBezTo>
                    <a:pt x="0" y="5"/>
                    <a:pt x="4" y="3"/>
                    <a:pt x="9" y="2"/>
                  </a:cubicBezTo>
                  <a:cubicBezTo>
                    <a:pt x="14" y="1"/>
                    <a:pt x="18" y="0"/>
                    <a:pt x="19" y="1"/>
                  </a:cubicBezTo>
                  <a:cubicBezTo>
                    <a:pt x="19" y="2"/>
                    <a:pt x="16" y="3"/>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7" name="Freeform 2059">
              <a:extLst>
                <a:ext uri="{FF2B5EF4-FFF2-40B4-BE49-F238E27FC236}">
                  <a16:creationId xmlns:a16="http://schemas.microsoft.com/office/drawing/2014/main" id="{B0F5C889-458A-C0F9-3EB3-15CD40F8E6DF}"/>
                </a:ext>
              </a:extLst>
            </p:cNvPr>
            <p:cNvSpPr>
              <a:spLocks/>
            </p:cNvSpPr>
            <p:nvPr/>
          </p:nvSpPr>
          <p:spPr bwMode="auto">
            <a:xfrm rot="5094805">
              <a:off x="2127802" y="5864030"/>
              <a:ext cx="47985" cy="11425"/>
            </a:xfrm>
            <a:custGeom>
              <a:avLst/>
              <a:gdLst>
                <a:gd name="T0" fmla="*/ 0 w 19"/>
                <a:gd name="T1" fmla="*/ 4 h 5"/>
                <a:gd name="T2" fmla="*/ 8 w 19"/>
                <a:gd name="T3" fmla="*/ 1 h 5"/>
                <a:gd name="T4" fmla="*/ 19 w 19"/>
                <a:gd name="T5" fmla="*/ 1 h 5"/>
                <a:gd name="T6" fmla="*/ 10 w 19"/>
                <a:gd name="T7" fmla="*/ 4 h 5"/>
                <a:gd name="T8" fmla="*/ 0 w 19"/>
                <a:gd name="T9" fmla="*/ 4 h 5"/>
              </a:gdLst>
              <a:ahLst/>
              <a:cxnLst>
                <a:cxn ang="0">
                  <a:pos x="T0" y="T1"/>
                </a:cxn>
                <a:cxn ang="0">
                  <a:pos x="T2" y="T3"/>
                </a:cxn>
                <a:cxn ang="0">
                  <a:pos x="T4" y="T5"/>
                </a:cxn>
                <a:cxn ang="0">
                  <a:pos x="T6" y="T7"/>
                </a:cxn>
                <a:cxn ang="0">
                  <a:pos x="T8" y="T9"/>
                </a:cxn>
              </a:cxnLst>
              <a:rect l="0" t="0" r="r" b="b"/>
              <a:pathLst>
                <a:path w="19" h="5">
                  <a:moveTo>
                    <a:pt x="0" y="4"/>
                  </a:moveTo>
                  <a:cubicBezTo>
                    <a:pt x="0" y="3"/>
                    <a:pt x="3" y="2"/>
                    <a:pt x="8" y="1"/>
                  </a:cubicBezTo>
                  <a:cubicBezTo>
                    <a:pt x="13" y="0"/>
                    <a:pt x="18" y="0"/>
                    <a:pt x="19" y="1"/>
                  </a:cubicBezTo>
                  <a:cubicBezTo>
                    <a:pt x="19" y="2"/>
                    <a:pt x="15" y="3"/>
                    <a:pt x="10" y="4"/>
                  </a:cubicBezTo>
                  <a:cubicBezTo>
                    <a:pt x="5" y="4"/>
                    <a:pt x="0" y="5"/>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8" name="Freeform 2060">
              <a:extLst>
                <a:ext uri="{FF2B5EF4-FFF2-40B4-BE49-F238E27FC236}">
                  <a16:creationId xmlns:a16="http://schemas.microsoft.com/office/drawing/2014/main" id="{B76137BE-0B99-0176-7DB1-1DE1DC0A7220}"/>
                </a:ext>
              </a:extLst>
            </p:cNvPr>
            <p:cNvSpPr>
              <a:spLocks/>
            </p:cNvSpPr>
            <p:nvPr/>
          </p:nvSpPr>
          <p:spPr bwMode="auto">
            <a:xfrm rot="5094805">
              <a:off x="2173472" y="6056098"/>
              <a:ext cx="47985" cy="9140"/>
            </a:xfrm>
            <a:custGeom>
              <a:avLst/>
              <a:gdLst>
                <a:gd name="T0" fmla="*/ 10 w 20"/>
                <a:gd name="T1" fmla="*/ 1 h 4"/>
                <a:gd name="T2" fmla="*/ 19 w 20"/>
                <a:gd name="T3" fmla="*/ 2 h 4"/>
                <a:gd name="T4" fmla="*/ 9 w 20"/>
                <a:gd name="T5" fmla="*/ 4 h 4"/>
                <a:gd name="T6" fmla="*/ 1 w 20"/>
                <a:gd name="T7" fmla="*/ 3 h 4"/>
                <a:gd name="T8" fmla="*/ 10 w 20"/>
                <a:gd name="T9" fmla="*/ 1 h 4"/>
              </a:gdLst>
              <a:ahLst/>
              <a:cxnLst>
                <a:cxn ang="0">
                  <a:pos x="T0" y="T1"/>
                </a:cxn>
                <a:cxn ang="0">
                  <a:pos x="T2" y="T3"/>
                </a:cxn>
                <a:cxn ang="0">
                  <a:pos x="T4" y="T5"/>
                </a:cxn>
                <a:cxn ang="0">
                  <a:pos x="T6" y="T7"/>
                </a:cxn>
                <a:cxn ang="0">
                  <a:pos x="T8" y="T9"/>
                </a:cxn>
              </a:cxnLst>
              <a:rect l="0" t="0" r="r" b="b"/>
              <a:pathLst>
                <a:path w="20" h="4">
                  <a:moveTo>
                    <a:pt x="10" y="1"/>
                  </a:moveTo>
                  <a:cubicBezTo>
                    <a:pt x="15" y="0"/>
                    <a:pt x="19" y="1"/>
                    <a:pt x="19" y="2"/>
                  </a:cubicBezTo>
                  <a:cubicBezTo>
                    <a:pt x="20" y="3"/>
                    <a:pt x="15" y="4"/>
                    <a:pt x="9" y="4"/>
                  </a:cubicBezTo>
                  <a:cubicBezTo>
                    <a:pt x="4" y="4"/>
                    <a:pt x="0" y="4"/>
                    <a:pt x="1" y="3"/>
                  </a:cubicBezTo>
                  <a:cubicBezTo>
                    <a:pt x="1" y="2"/>
                    <a:pt x="5"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9" name="Freeform 2061">
              <a:extLst>
                <a:ext uri="{FF2B5EF4-FFF2-40B4-BE49-F238E27FC236}">
                  <a16:creationId xmlns:a16="http://schemas.microsoft.com/office/drawing/2014/main" id="{878A922B-6F44-FF16-ABF7-F7878BE767B1}"/>
                </a:ext>
              </a:extLst>
            </p:cNvPr>
            <p:cNvSpPr>
              <a:spLocks/>
            </p:cNvSpPr>
            <p:nvPr/>
          </p:nvSpPr>
          <p:spPr bwMode="auto">
            <a:xfrm rot="5094805">
              <a:off x="2212314" y="6246489"/>
              <a:ext cx="47985" cy="11425"/>
            </a:xfrm>
            <a:custGeom>
              <a:avLst/>
              <a:gdLst>
                <a:gd name="T0" fmla="*/ 9 w 19"/>
                <a:gd name="T1" fmla="*/ 1 h 5"/>
                <a:gd name="T2" fmla="*/ 19 w 19"/>
                <a:gd name="T3" fmla="*/ 1 h 5"/>
                <a:gd name="T4" fmla="*/ 11 w 19"/>
                <a:gd name="T5" fmla="*/ 4 h 5"/>
                <a:gd name="T6" fmla="*/ 0 w 19"/>
                <a:gd name="T7" fmla="*/ 4 h 5"/>
                <a:gd name="T8" fmla="*/ 9 w 19"/>
                <a:gd name="T9" fmla="*/ 1 h 5"/>
              </a:gdLst>
              <a:ahLst/>
              <a:cxnLst>
                <a:cxn ang="0">
                  <a:pos x="T0" y="T1"/>
                </a:cxn>
                <a:cxn ang="0">
                  <a:pos x="T2" y="T3"/>
                </a:cxn>
                <a:cxn ang="0">
                  <a:pos x="T4" y="T5"/>
                </a:cxn>
                <a:cxn ang="0">
                  <a:pos x="T6" y="T7"/>
                </a:cxn>
                <a:cxn ang="0">
                  <a:pos x="T8" y="T9"/>
                </a:cxn>
              </a:cxnLst>
              <a:rect l="0" t="0" r="r" b="b"/>
              <a:pathLst>
                <a:path w="19" h="5">
                  <a:moveTo>
                    <a:pt x="9" y="1"/>
                  </a:moveTo>
                  <a:cubicBezTo>
                    <a:pt x="14" y="0"/>
                    <a:pt x="18" y="1"/>
                    <a:pt x="19" y="1"/>
                  </a:cubicBezTo>
                  <a:cubicBezTo>
                    <a:pt x="19" y="2"/>
                    <a:pt x="16" y="4"/>
                    <a:pt x="11" y="4"/>
                  </a:cubicBezTo>
                  <a:cubicBezTo>
                    <a:pt x="6" y="5"/>
                    <a:pt x="1" y="5"/>
                    <a:pt x="0" y="4"/>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0" name="Freeform 2062">
              <a:extLst>
                <a:ext uri="{FF2B5EF4-FFF2-40B4-BE49-F238E27FC236}">
                  <a16:creationId xmlns:a16="http://schemas.microsoft.com/office/drawing/2014/main" id="{2D6E7E66-7EB3-75C9-EE33-D2A2FDE0C710}"/>
                </a:ext>
              </a:extLst>
            </p:cNvPr>
            <p:cNvSpPr>
              <a:spLocks/>
            </p:cNvSpPr>
            <p:nvPr/>
          </p:nvSpPr>
          <p:spPr bwMode="auto">
            <a:xfrm rot="5094805">
              <a:off x="2263568" y="6434526"/>
              <a:ext cx="50269" cy="13710"/>
            </a:xfrm>
            <a:custGeom>
              <a:avLst/>
              <a:gdLst>
                <a:gd name="T0" fmla="*/ 10 w 20"/>
                <a:gd name="T1" fmla="*/ 1 h 6"/>
                <a:gd name="T2" fmla="*/ 19 w 20"/>
                <a:gd name="T3" fmla="*/ 1 h 6"/>
                <a:gd name="T4" fmla="*/ 9 w 20"/>
                <a:gd name="T5" fmla="*/ 5 h 6"/>
                <a:gd name="T6" fmla="*/ 1 w 20"/>
                <a:gd name="T7" fmla="*/ 5 h 6"/>
                <a:gd name="T8" fmla="*/ 10 w 20"/>
                <a:gd name="T9" fmla="*/ 1 h 6"/>
              </a:gdLst>
              <a:ahLst/>
              <a:cxnLst>
                <a:cxn ang="0">
                  <a:pos x="T0" y="T1"/>
                </a:cxn>
                <a:cxn ang="0">
                  <a:pos x="T2" y="T3"/>
                </a:cxn>
                <a:cxn ang="0">
                  <a:pos x="T4" y="T5"/>
                </a:cxn>
                <a:cxn ang="0">
                  <a:pos x="T6" y="T7"/>
                </a:cxn>
                <a:cxn ang="0">
                  <a:pos x="T8" y="T9"/>
                </a:cxn>
              </a:cxnLst>
              <a:rect l="0" t="0" r="r" b="b"/>
              <a:pathLst>
                <a:path w="20" h="6">
                  <a:moveTo>
                    <a:pt x="10" y="1"/>
                  </a:moveTo>
                  <a:cubicBezTo>
                    <a:pt x="15" y="0"/>
                    <a:pt x="19" y="0"/>
                    <a:pt x="19" y="1"/>
                  </a:cubicBezTo>
                  <a:cubicBezTo>
                    <a:pt x="20" y="2"/>
                    <a:pt x="15" y="4"/>
                    <a:pt x="9" y="5"/>
                  </a:cubicBezTo>
                  <a:cubicBezTo>
                    <a:pt x="4" y="6"/>
                    <a:pt x="0" y="6"/>
                    <a:pt x="1" y="5"/>
                  </a:cubicBezTo>
                  <a:cubicBezTo>
                    <a:pt x="1" y="4"/>
                    <a:pt x="5"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1" name="Freeform 2063">
              <a:extLst>
                <a:ext uri="{FF2B5EF4-FFF2-40B4-BE49-F238E27FC236}">
                  <a16:creationId xmlns:a16="http://schemas.microsoft.com/office/drawing/2014/main" id="{4C255830-EE7B-269A-7E8A-B7CF202C6984}"/>
                </a:ext>
              </a:extLst>
            </p:cNvPr>
            <p:cNvSpPr>
              <a:spLocks/>
            </p:cNvSpPr>
            <p:nvPr/>
          </p:nvSpPr>
          <p:spPr bwMode="auto">
            <a:xfrm rot="5094805">
              <a:off x="2330762" y="6619063"/>
              <a:ext cx="47985" cy="20565"/>
            </a:xfrm>
            <a:custGeom>
              <a:avLst/>
              <a:gdLst>
                <a:gd name="T0" fmla="*/ 12 w 20"/>
                <a:gd name="T1" fmla="*/ 6 h 8"/>
                <a:gd name="T2" fmla="*/ 1 w 20"/>
                <a:gd name="T3" fmla="*/ 7 h 8"/>
                <a:gd name="T4" fmla="*/ 10 w 20"/>
                <a:gd name="T5" fmla="*/ 2 h 8"/>
                <a:gd name="T6" fmla="*/ 19 w 20"/>
                <a:gd name="T7" fmla="*/ 1 h 8"/>
                <a:gd name="T8" fmla="*/ 12 w 20"/>
                <a:gd name="T9" fmla="*/ 6 h 8"/>
              </a:gdLst>
              <a:ahLst/>
              <a:cxnLst>
                <a:cxn ang="0">
                  <a:pos x="T0" y="T1"/>
                </a:cxn>
                <a:cxn ang="0">
                  <a:pos x="T2" y="T3"/>
                </a:cxn>
                <a:cxn ang="0">
                  <a:pos x="T4" y="T5"/>
                </a:cxn>
                <a:cxn ang="0">
                  <a:pos x="T6" y="T7"/>
                </a:cxn>
                <a:cxn ang="0">
                  <a:pos x="T8" y="T9"/>
                </a:cxn>
              </a:cxnLst>
              <a:rect l="0" t="0" r="r" b="b"/>
              <a:pathLst>
                <a:path w="20" h="8">
                  <a:moveTo>
                    <a:pt x="12" y="6"/>
                  </a:moveTo>
                  <a:cubicBezTo>
                    <a:pt x="7" y="7"/>
                    <a:pt x="2" y="8"/>
                    <a:pt x="1" y="7"/>
                  </a:cubicBezTo>
                  <a:cubicBezTo>
                    <a:pt x="0" y="6"/>
                    <a:pt x="4" y="4"/>
                    <a:pt x="10" y="2"/>
                  </a:cubicBezTo>
                  <a:cubicBezTo>
                    <a:pt x="14" y="1"/>
                    <a:pt x="19" y="0"/>
                    <a:pt x="19" y="1"/>
                  </a:cubicBezTo>
                  <a:cubicBezTo>
                    <a:pt x="20" y="3"/>
                    <a:pt x="17" y="4"/>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2" name="Freeform 2064">
              <a:extLst>
                <a:ext uri="{FF2B5EF4-FFF2-40B4-BE49-F238E27FC236}">
                  <a16:creationId xmlns:a16="http://schemas.microsoft.com/office/drawing/2014/main" id="{04D014AE-C155-85A0-EFFA-48A74D3BF69F}"/>
                </a:ext>
              </a:extLst>
            </p:cNvPr>
            <p:cNvSpPr>
              <a:spLocks/>
            </p:cNvSpPr>
            <p:nvPr/>
          </p:nvSpPr>
          <p:spPr bwMode="auto">
            <a:xfrm rot="5094805">
              <a:off x="2408093" y="6803735"/>
              <a:ext cx="47985" cy="22850"/>
            </a:xfrm>
            <a:custGeom>
              <a:avLst/>
              <a:gdLst>
                <a:gd name="T0" fmla="*/ 19 w 20"/>
                <a:gd name="T1" fmla="*/ 1 h 9"/>
                <a:gd name="T2" fmla="*/ 11 w 20"/>
                <a:gd name="T3" fmla="*/ 6 h 9"/>
                <a:gd name="T4" fmla="*/ 1 w 20"/>
                <a:gd name="T5" fmla="*/ 8 h 9"/>
                <a:gd name="T6" fmla="*/ 10 w 20"/>
                <a:gd name="T7" fmla="*/ 2 h 9"/>
                <a:gd name="T8" fmla="*/ 19 w 20"/>
                <a:gd name="T9" fmla="*/ 1 h 9"/>
              </a:gdLst>
              <a:ahLst/>
              <a:cxnLst>
                <a:cxn ang="0">
                  <a:pos x="T0" y="T1"/>
                </a:cxn>
                <a:cxn ang="0">
                  <a:pos x="T2" y="T3"/>
                </a:cxn>
                <a:cxn ang="0">
                  <a:pos x="T4" y="T5"/>
                </a:cxn>
                <a:cxn ang="0">
                  <a:pos x="T6" y="T7"/>
                </a:cxn>
                <a:cxn ang="0">
                  <a:pos x="T8" y="T9"/>
                </a:cxn>
              </a:cxnLst>
              <a:rect l="0" t="0" r="r" b="b"/>
              <a:pathLst>
                <a:path w="20" h="9">
                  <a:moveTo>
                    <a:pt x="19" y="1"/>
                  </a:moveTo>
                  <a:cubicBezTo>
                    <a:pt x="20" y="2"/>
                    <a:pt x="16" y="5"/>
                    <a:pt x="11" y="6"/>
                  </a:cubicBezTo>
                  <a:cubicBezTo>
                    <a:pt x="7" y="8"/>
                    <a:pt x="2" y="9"/>
                    <a:pt x="1" y="8"/>
                  </a:cubicBezTo>
                  <a:cubicBezTo>
                    <a:pt x="0" y="7"/>
                    <a:pt x="4" y="4"/>
                    <a:pt x="10" y="2"/>
                  </a:cubicBezTo>
                  <a:cubicBezTo>
                    <a:pt x="14"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3" name="Freeform 2085">
              <a:extLst>
                <a:ext uri="{FF2B5EF4-FFF2-40B4-BE49-F238E27FC236}">
                  <a16:creationId xmlns:a16="http://schemas.microsoft.com/office/drawing/2014/main" id="{9EC7AE84-674F-255F-8946-56607E82F80E}"/>
                </a:ext>
              </a:extLst>
            </p:cNvPr>
            <p:cNvSpPr>
              <a:spLocks/>
            </p:cNvSpPr>
            <p:nvPr/>
          </p:nvSpPr>
          <p:spPr bwMode="auto">
            <a:xfrm rot="5094805">
              <a:off x="835551" y="-73634"/>
              <a:ext cx="47985" cy="41130"/>
            </a:xfrm>
            <a:custGeom>
              <a:avLst/>
              <a:gdLst>
                <a:gd name="T0" fmla="*/ 11 w 19"/>
                <a:gd name="T1" fmla="*/ 15 h 17"/>
                <a:gd name="T2" fmla="*/ 1 w 19"/>
                <a:gd name="T3" fmla="*/ 13 h 17"/>
                <a:gd name="T4" fmla="*/ 9 w 19"/>
                <a:gd name="T5" fmla="*/ 2 h 17"/>
                <a:gd name="T6" fmla="*/ 19 w 19"/>
                <a:gd name="T7" fmla="*/ 5 h 17"/>
                <a:gd name="T8" fmla="*/ 11 w 19"/>
                <a:gd name="T9" fmla="*/ 15 h 17"/>
              </a:gdLst>
              <a:ahLst/>
              <a:cxnLst>
                <a:cxn ang="0">
                  <a:pos x="T0" y="T1"/>
                </a:cxn>
                <a:cxn ang="0">
                  <a:pos x="T2" y="T3"/>
                </a:cxn>
                <a:cxn ang="0">
                  <a:pos x="T4" y="T5"/>
                </a:cxn>
                <a:cxn ang="0">
                  <a:pos x="T6" y="T7"/>
                </a:cxn>
                <a:cxn ang="0">
                  <a:pos x="T8" y="T9"/>
                </a:cxn>
              </a:cxnLst>
              <a:rect l="0" t="0" r="r" b="b"/>
              <a:pathLst>
                <a:path w="19" h="17">
                  <a:moveTo>
                    <a:pt x="11" y="15"/>
                  </a:moveTo>
                  <a:cubicBezTo>
                    <a:pt x="6" y="17"/>
                    <a:pt x="2" y="16"/>
                    <a:pt x="1" y="13"/>
                  </a:cubicBezTo>
                  <a:cubicBezTo>
                    <a:pt x="0" y="9"/>
                    <a:pt x="4" y="4"/>
                    <a:pt x="9" y="2"/>
                  </a:cubicBezTo>
                  <a:cubicBezTo>
                    <a:pt x="14" y="0"/>
                    <a:pt x="18" y="1"/>
                    <a:pt x="19" y="5"/>
                  </a:cubicBezTo>
                  <a:cubicBezTo>
                    <a:pt x="19" y="8"/>
                    <a:pt x="16" y="13"/>
                    <a:pt x="1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4" name="Freeform 2086">
              <a:extLst>
                <a:ext uri="{FF2B5EF4-FFF2-40B4-BE49-F238E27FC236}">
                  <a16:creationId xmlns:a16="http://schemas.microsoft.com/office/drawing/2014/main" id="{5B294D66-710B-8217-6046-AB6EE378754A}"/>
                </a:ext>
              </a:extLst>
            </p:cNvPr>
            <p:cNvSpPr>
              <a:spLocks/>
            </p:cNvSpPr>
            <p:nvPr/>
          </p:nvSpPr>
          <p:spPr bwMode="auto">
            <a:xfrm rot="5094805">
              <a:off x="918677" y="114055"/>
              <a:ext cx="45700" cy="38845"/>
            </a:xfrm>
            <a:custGeom>
              <a:avLst/>
              <a:gdLst>
                <a:gd name="T0" fmla="*/ 18 w 19"/>
                <a:gd name="T1" fmla="*/ 6 h 16"/>
                <a:gd name="T2" fmla="*/ 10 w 19"/>
                <a:gd name="T3" fmla="*/ 15 h 16"/>
                <a:gd name="T4" fmla="*/ 0 w 19"/>
                <a:gd name="T5" fmla="*/ 10 h 16"/>
                <a:gd name="T6" fmla="*/ 9 w 19"/>
                <a:gd name="T7" fmla="*/ 1 h 16"/>
                <a:gd name="T8" fmla="*/ 18 w 19"/>
                <a:gd name="T9" fmla="*/ 6 h 16"/>
              </a:gdLst>
              <a:ahLst/>
              <a:cxnLst>
                <a:cxn ang="0">
                  <a:pos x="T0" y="T1"/>
                </a:cxn>
                <a:cxn ang="0">
                  <a:pos x="T2" y="T3"/>
                </a:cxn>
                <a:cxn ang="0">
                  <a:pos x="T4" y="T5"/>
                </a:cxn>
                <a:cxn ang="0">
                  <a:pos x="T6" y="T7"/>
                </a:cxn>
                <a:cxn ang="0">
                  <a:pos x="T8" y="T9"/>
                </a:cxn>
              </a:cxnLst>
              <a:rect l="0" t="0" r="r" b="b"/>
              <a:pathLst>
                <a:path w="19" h="16">
                  <a:moveTo>
                    <a:pt x="18" y="6"/>
                  </a:moveTo>
                  <a:cubicBezTo>
                    <a:pt x="19" y="10"/>
                    <a:pt x="15" y="14"/>
                    <a:pt x="10" y="15"/>
                  </a:cubicBezTo>
                  <a:cubicBezTo>
                    <a:pt x="5" y="16"/>
                    <a:pt x="1" y="14"/>
                    <a:pt x="0" y="10"/>
                  </a:cubicBezTo>
                  <a:cubicBezTo>
                    <a:pt x="0" y="6"/>
                    <a:pt x="4" y="1"/>
                    <a:pt x="9" y="1"/>
                  </a:cubicBezTo>
                  <a:cubicBezTo>
                    <a:pt x="14" y="0"/>
                    <a:pt x="18" y="3"/>
                    <a:pt x="1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5" name="Freeform 2087">
              <a:extLst>
                <a:ext uri="{FF2B5EF4-FFF2-40B4-BE49-F238E27FC236}">
                  <a16:creationId xmlns:a16="http://schemas.microsoft.com/office/drawing/2014/main" id="{99A44873-85B5-A1E4-523C-FF207120231B}"/>
                </a:ext>
              </a:extLst>
            </p:cNvPr>
            <p:cNvSpPr>
              <a:spLocks/>
            </p:cNvSpPr>
            <p:nvPr/>
          </p:nvSpPr>
          <p:spPr bwMode="auto">
            <a:xfrm rot="5094805">
              <a:off x="962997" y="304889"/>
              <a:ext cx="50269" cy="34275"/>
            </a:xfrm>
            <a:custGeom>
              <a:avLst/>
              <a:gdLst>
                <a:gd name="T0" fmla="*/ 12 w 20"/>
                <a:gd name="T1" fmla="*/ 13 h 14"/>
                <a:gd name="T2" fmla="*/ 1 w 20"/>
                <a:gd name="T3" fmla="*/ 8 h 14"/>
                <a:gd name="T4" fmla="*/ 10 w 20"/>
                <a:gd name="T5" fmla="*/ 0 h 14"/>
                <a:gd name="T6" fmla="*/ 19 w 20"/>
                <a:gd name="T7" fmla="*/ 6 h 14"/>
                <a:gd name="T8" fmla="*/ 12 w 20"/>
                <a:gd name="T9" fmla="*/ 13 h 14"/>
              </a:gdLst>
              <a:ahLst/>
              <a:cxnLst>
                <a:cxn ang="0">
                  <a:pos x="T0" y="T1"/>
                </a:cxn>
                <a:cxn ang="0">
                  <a:pos x="T2" y="T3"/>
                </a:cxn>
                <a:cxn ang="0">
                  <a:pos x="T4" y="T5"/>
                </a:cxn>
                <a:cxn ang="0">
                  <a:pos x="T6" y="T7"/>
                </a:cxn>
                <a:cxn ang="0">
                  <a:pos x="T8" y="T9"/>
                </a:cxn>
              </a:cxnLst>
              <a:rect l="0" t="0" r="r" b="b"/>
              <a:pathLst>
                <a:path w="20" h="14">
                  <a:moveTo>
                    <a:pt x="12" y="13"/>
                  </a:moveTo>
                  <a:cubicBezTo>
                    <a:pt x="7" y="14"/>
                    <a:pt x="2" y="11"/>
                    <a:pt x="1" y="8"/>
                  </a:cubicBezTo>
                  <a:cubicBezTo>
                    <a:pt x="0" y="4"/>
                    <a:pt x="5" y="0"/>
                    <a:pt x="10" y="0"/>
                  </a:cubicBezTo>
                  <a:cubicBezTo>
                    <a:pt x="15" y="0"/>
                    <a:pt x="19" y="3"/>
                    <a:pt x="19" y="6"/>
                  </a:cubicBezTo>
                  <a:cubicBezTo>
                    <a:pt x="20" y="10"/>
                    <a:pt x="17" y="13"/>
                    <a:pt x="1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6" name="Freeform 2088">
              <a:extLst>
                <a:ext uri="{FF2B5EF4-FFF2-40B4-BE49-F238E27FC236}">
                  <a16:creationId xmlns:a16="http://schemas.microsoft.com/office/drawing/2014/main" id="{31FC9450-1E62-60DB-2FAC-DDA0DE1EE808}"/>
                </a:ext>
              </a:extLst>
            </p:cNvPr>
            <p:cNvSpPr>
              <a:spLocks/>
            </p:cNvSpPr>
            <p:nvPr/>
          </p:nvSpPr>
          <p:spPr bwMode="auto">
            <a:xfrm rot="5094805">
              <a:off x="982397" y="495965"/>
              <a:ext cx="47985" cy="36560"/>
            </a:xfrm>
            <a:custGeom>
              <a:avLst/>
              <a:gdLst>
                <a:gd name="T0" fmla="*/ 19 w 19"/>
                <a:gd name="T1" fmla="*/ 9 h 15"/>
                <a:gd name="T2" fmla="*/ 11 w 19"/>
                <a:gd name="T3" fmla="*/ 14 h 15"/>
                <a:gd name="T4" fmla="*/ 1 w 19"/>
                <a:gd name="T5" fmla="*/ 7 h 15"/>
                <a:gd name="T6" fmla="*/ 10 w 19"/>
                <a:gd name="T7" fmla="*/ 1 h 15"/>
                <a:gd name="T8" fmla="*/ 19 w 19"/>
                <a:gd name="T9" fmla="*/ 9 h 15"/>
              </a:gdLst>
              <a:ahLst/>
              <a:cxnLst>
                <a:cxn ang="0">
                  <a:pos x="T0" y="T1"/>
                </a:cxn>
                <a:cxn ang="0">
                  <a:pos x="T2" y="T3"/>
                </a:cxn>
                <a:cxn ang="0">
                  <a:pos x="T4" y="T5"/>
                </a:cxn>
                <a:cxn ang="0">
                  <a:pos x="T6" y="T7"/>
                </a:cxn>
                <a:cxn ang="0">
                  <a:pos x="T8" y="T9"/>
                </a:cxn>
              </a:cxnLst>
              <a:rect l="0" t="0" r="r" b="b"/>
              <a:pathLst>
                <a:path w="19" h="15">
                  <a:moveTo>
                    <a:pt x="19" y="9"/>
                  </a:moveTo>
                  <a:cubicBezTo>
                    <a:pt x="19" y="13"/>
                    <a:pt x="16" y="15"/>
                    <a:pt x="11" y="14"/>
                  </a:cubicBezTo>
                  <a:cubicBezTo>
                    <a:pt x="6" y="14"/>
                    <a:pt x="1" y="11"/>
                    <a:pt x="1" y="7"/>
                  </a:cubicBezTo>
                  <a:cubicBezTo>
                    <a:pt x="0" y="3"/>
                    <a:pt x="5" y="0"/>
                    <a:pt x="10" y="1"/>
                  </a:cubicBezTo>
                  <a:cubicBezTo>
                    <a:pt x="15" y="2"/>
                    <a:pt x="19" y="6"/>
                    <a:pt x="1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7" name="Freeform 2089">
              <a:extLst>
                <a:ext uri="{FF2B5EF4-FFF2-40B4-BE49-F238E27FC236}">
                  <a16:creationId xmlns:a16="http://schemas.microsoft.com/office/drawing/2014/main" id="{A2B7AD85-B7EA-4963-3176-273B2C91401F}"/>
                </a:ext>
              </a:extLst>
            </p:cNvPr>
            <p:cNvSpPr>
              <a:spLocks/>
            </p:cNvSpPr>
            <p:nvPr/>
          </p:nvSpPr>
          <p:spPr bwMode="auto">
            <a:xfrm rot="5094805">
              <a:off x="973549" y="692992"/>
              <a:ext cx="45700" cy="36560"/>
            </a:xfrm>
            <a:custGeom>
              <a:avLst/>
              <a:gdLst>
                <a:gd name="T0" fmla="*/ 19 w 19"/>
                <a:gd name="T1" fmla="*/ 10 h 15"/>
                <a:gd name="T2" fmla="*/ 11 w 19"/>
                <a:gd name="T3" fmla="*/ 14 h 15"/>
                <a:gd name="T4" fmla="*/ 1 w 19"/>
                <a:gd name="T5" fmla="*/ 6 h 15"/>
                <a:gd name="T6" fmla="*/ 10 w 19"/>
                <a:gd name="T7" fmla="*/ 2 h 15"/>
                <a:gd name="T8" fmla="*/ 19 w 19"/>
                <a:gd name="T9" fmla="*/ 10 h 15"/>
              </a:gdLst>
              <a:ahLst/>
              <a:cxnLst>
                <a:cxn ang="0">
                  <a:pos x="T0" y="T1"/>
                </a:cxn>
                <a:cxn ang="0">
                  <a:pos x="T2" y="T3"/>
                </a:cxn>
                <a:cxn ang="0">
                  <a:pos x="T4" y="T5"/>
                </a:cxn>
                <a:cxn ang="0">
                  <a:pos x="T6" y="T7"/>
                </a:cxn>
                <a:cxn ang="0">
                  <a:pos x="T8" y="T9"/>
                </a:cxn>
              </a:cxnLst>
              <a:rect l="0" t="0" r="r" b="b"/>
              <a:pathLst>
                <a:path w="19" h="15">
                  <a:moveTo>
                    <a:pt x="19" y="10"/>
                  </a:moveTo>
                  <a:cubicBezTo>
                    <a:pt x="19" y="13"/>
                    <a:pt x="16" y="15"/>
                    <a:pt x="11" y="14"/>
                  </a:cubicBezTo>
                  <a:cubicBezTo>
                    <a:pt x="6" y="13"/>
                    <a:pt x="1" y="9"/>
                    <a:pt x="1" y="6"/>
                  </a:cubicBezTo>
                  <a:cubicBezTo>
                    <a:pt x="0" y="2"/>
                    <a:pt x="5" y="0"/>
                    <a:pt x="10" y="2"/>
                  </a:cubicBezTo>
                  <a:cubicBezTo>
                    <a:pt x="15" y="3"/>
                    <a:pt x="19" y="7"/>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8" name="Freeform 2090">
              <a:extLst>
                <a:ext uri="{FF2B5EF4-FFF2-40B4-BE49-F238E27FC236}">
                  <a16:creationId xmlns:a16="http://schemas.microsoft.com/office/drawing/2014/main" id="{39A8822E-7E6C-98B2-2EE1-BF811FE65F59}"/>
                </a:ext>
              </a:extLst>
            </p:cNvPr>
            <p:cNvSpPr>
              <a:spLocks/>
            </p:cNvSpPr>
            <p:nvPr/>
          </p:nvSpPr>
          <p:spPr bwMode="auto">
            <a:xfrm rot="5094805">
              <a:off x="940891" y="892981"/>
              <a:ext cx="50269" cy="36560"/>
            </a:xfrm>
            <a:custGeom>
              <a:avLst/>
              <a:gdLst>
                <a:gd name="T0" fmla="*/ 12 w 20"/>
                <a:gd name="T1" fmla="*/ 13 h 14"/>
                <a:gd name="T2" fmla="*/ 1 w 20"/>
                <a:gd name="T3" fmla="*/ 5 h 14"/>
                <a:gd name="T4" fmla="*/ 9 w 20"/>
                <a:gd name="T5" fmla="*/ 1 h 14"/>
                <a:gd name="T6" fmla="*/ 19 w 20"/>
                <a:gd name="T7" fmla="*/ 10 h 14"/>
                <a:gd name="T8" fmla="*/ 12 w 20"/>
                <a:gd name="T9" fmla="*/ 13 h 14"/>
              </a:gdLst>
              <a:ahLst/>
              <a:cxnLst>
                <a:cxn ang="0">
                  <a:pos x="T0" y="T1"/>
                </a:cxn>
                <a:cxn ang="0">
                  <a:pos x="T2" y="T3"/>
                </a:cxn>
                <a:cxn ang="0">
                  <a:pos x="T4" y="T5"/>
                </a:cxn>
                <a:cxn ang="0">
                  <a:pos x="T6" y="T7"/>
                </a:cxn>
                <a:cxn ang="0">
                  <a:pos x="T8" y="T9"/>
                </a:cxn>
              </a:cxnLst>
              <a:rect l="0" t="0" r="r" b="b"/>
              <a:pathLst>
                <a:path w="20" h="14">
                  <a:moveTo>
                    <a:pt x="12" y="13"/>
                  </a:moveTo>
                  <a:cubicBezTo>
                    <a:pt x="7" y="12"/>
                    <a:pt x="2" y="9"/>
                    <a:pt x="1" y="5"/>
                  </a:cubicBezTo>
                  <a:cubicBezTo>
                    <a:pt x="0" y="2"/>
                    <a:pt x="4" y="0"/>
                    <a:pt x="9" y="1"/>
                  </a:cubicBezTo>
                  <a:cubicBezTo>
                    <a:pt x="14" y="3"/>
                    <a:pt x="19" y="6"/>
                    <a:pt x="19" y="10"/>
                  </a:cubicBezTo>
                  <a:cubicBezTo>
                    <a:pt x="20" y="13"/>
                    <a:pt x="17" y="14"/>
                    <a:pt x="1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9" name="Freeform 2091">
              <a:extLst>
                <a:ext uri="{FF2B5EF4-FFF2-40B4-BE49-F238E27FC236}">
                  <a16:creationId xmlns:a16="http://schemas.microsoft.com/office/drawing/2014/main" id="{557CEC57-1AEF-E621-96F5-4E64787F0624}"/>
                </a:ext>
              </a:extLst>
            </p:cNvPr>
            <p:cNvSpPr>
              <a:spLocks/>
            </p:cNvSpPr>
            <p:nvPr/>
          </p:nvSpPr>
          <p:spPr bwMode="auto">
            <a:xfrm rot="5094805">
              <a:off x="893448" y="1095631"/>
              <a:ext cx="50269" cy="34275"/>
            </a:xfrm>
            <a:custGeom>
              <a:avLst/>
              <a:gdLst>
                <a:gd name="T0" fmla="*/ 19 w 20"/>
                <a:gd name="T1" fmla="*/ 10 h 14"/>
                <a:gd name="T2" fmla="*/ 12 w 20"/>
                <a:gd name="T3" fmla="*/ 12 h 14"/>
                <a:gd name="T4" fmla="*/ 1 w 20"/>
                <a:gd name="T5" fmla="*/ 4 h 14"/>
                <a:gd name="T6" fmla="*/ 9 w 20"/>
                <a:gd name="T7" fmla="*/ 2 h 14"/>
                <a:gd name="T8" fmla="*/ 19 w 20"/>
                <a:gd name="T9" fmla="*/ 10 h 14"/>
              </a:gdLst>
              <a:ahLst/>
              <a:cxnLst>
                <a:cxn ang="0">
                  <a:pos x="T0" y="T1"/>
                </a:cxn>
                <a:cxn ang="0">
                  <a:pos x="T2" y="T3"/>
                </a:cxn>
                <a:cxn ang="0">
                  <a:pos x="T4" y="T5"/>
                </a:cxn>
                <a:cxn ang="0">
                  <a:pos x="T6" y="T7"/>
                </a:cxn>
                <a:cxn ang="0">
                  <a:pos x="T8" y="T9"/>
                </a:cxn>
              </a:cxnLst>
              <a:rect l="0" t="0" r="r" b="b"/>
              <a:pathLst>
                <a:path w="20" h="14">
                  <a:moveTo>
                    <a:pt x="19" y="10"/>
                  </a:moveTo>
                  <a:cubicBezTo>
                    <a:pt x="20" y="13"/>
                    <a:pt x="17" y="14"/>
                    <a:pt x="12" y="12"/>
                  </a:cubicBezTo>
                  <a:cubicBezTo>
                    <a:pt x="7" y="11"/>
                    <a:pt x="2" y="7"/>
                    <a:pt x="1" y="4"/>
                  </a:cubicBezTo>
                  <a:cubicBezTo>
                    <a:pt x="0" y="1"/>
                    <a:pt x="4" y="0"/>
                    <a:pt x="9" y="2"/>
                  </a:cubicBezTo>
                  <a:cubicBezTo>
                    <a:pt x="14" y="4"/>
                    <a:pt x="19" y="8"/>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0" name="Freeform 2092">
              <a:extLst>
                <a:ext uri="{FF2B5EF4-FFF2-40B4-BE49-F238E27FC236}">
                  <a16:creationId xmlns:a16="http://schemas.microsoft.com/office/drawing/2014/main" id="{595563B2-EF99-1533-E8F8-78A195A04FD0}"/>
                </a:ext>
              </a:extLst>
            </p:cNvPr>
            <p:cNvSpPr>
              <a:spLocks/>
            </p:cNvSpPr>
            <p:nvPr/>
          </p:nvSpPr>
          <p:spPr bwMode="auto">
            <a:xfrm rot="5094805">
              <a:off x="836901" y="1299092"/>
              <a:ext cx="50269" cy="31990"/>
            </a:xfrm>
            <a:custGeom>
              <a:avLst/>
              <a:gdLst>
                <a:gd name="T0" fmla="*/ 20 w 21"/>
                <a:gd name="T1" fmla="*/ 10 h 13"/>
                <a:gd name="T2" fmla="*/ 12 w 21"/>
                <a:gd name="T3" fmla="*/ 11 h 13"/>
                <a:gd name="T4" fmla="*/ 2 w 21"/>
                <a:gd name="T5" fmla="*/ 3 h 13"/>
                <a:gd name="T6" fmla="*/ 10 w 21"/>
                <a:gd name="T7" fmla="*/ 2 h 13"/>
                <a:gd name="T8" fmla="*/ 20 w 21"/>
                <a:gd name="T9" fmla="*/ 10 h 13"/>
              </a:gdLst>
              <a:ahLst/>
              <a:cxnLst>
                <a:cxn ang="0">
                  <a:pos x="T0" y="T1"/>
                </a:cxn>
                <a:cxn ang="0">
                  <a:pos x="T2" y="T3"/>
                </a:cxn>
                <a:cxn ang="0">
                  <a:pos x="T4" y="T5"/>
                </a:cxn>
                <a:cxn ang="0">
                  <a:pos x="T6" y="T7"/>
                </a:cxn>
                <a:cxn ang="0">
                  <a:pos x="T8" y="T9"/>
                </a:cxn>
              </a:cxnLst>
              <a:rect l="0" t="0" r="r" b="b"/>
              <a:pathLst>
                <a:path w="21" h="13">
                  <a:moveTo>
                    <a:pt x="20" y="10"/>
                  </a:moveTo>
                  <a:cubicBezTo>
                    <a:pt x="21" y="12"/>
                    <a:pt x="18" y="13"/>
                    <a:pt x="12" y="11"/>
                  </a:cubicBezTo>
                  <a:cubicBezTo>
                    <a:pt x="7" y="9"/>
                    <a:pt x="3" y="5"/>
                    <a:pt x="2" y="3"/>
                  </a:cubicBezTo>
                  <a:cubicBezTo>
                    <a:pt x="0" y="0"/>
                    <a:pt x="5" y="0"/>
                    <a:pt x="10" y="2"/>
                  </a:cubicBezTo>
                  <a:cubicBezTo>
                    <a:pt x="15" y="4"/>
                    <a:pt x="20" y="7"/>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1" name="Freeform 2093">
              <a:extLst>
                <a:ext uri="{FF2B5EF4-FFF2-40B4-BE49-F238E27FC236}">
                  <a16:creationId xmlns:a16="http://schemas.microsoft.com/office/drawing/2014/main" id="{8558E8CD-E4C0-8960-614F-E11935DEE0E6}"/>
                </a:ext>
              </a:extLst>
            </p:cNvPr>
            <p:cNvSpPr>
              <a:spLocks/>
            </p:cNvSpPr>
            <p:nvPr/>
          </p:nvSpPr>
          <p:spPr bwMode="auto">
            <a:xfrm rot="5094805">
              <a:off x="1331179" y="4190463"/>
              <a:ext cx="45700" cy="20565"/>
            </a:xfrm>
            <a:custGeom>
              <a:avLst/>
              <a:gdLst>
                <a:gd name="T0" fmla="*/ 8 w 19"/>
                <a:gd name="T1" fmla="*/ 3 h 9"/>
                <a:gd name="T2" fmla="*/ 18 w 19"/>
                <a:gd name="T3" fmla="*/ 0 h 9"/>
                <a:gd name="T4" fmla="*/ 11 w 19"/>
                <a:gd name="T5" fmla="*/ 5 h 9"/>
                <a:gd name="T6" fmla="*/ 0 w 19"/>
                <a:gd name="T7" fmla="*/ 8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13" y="1"/>
                    <a:pt x="17" y="0"/>
                    <a:pt x="18" y="0"/>
                  </a:cubicBezTo>
                  <a:cubicBezTo>
                    <a:pt x="19" y="1"/>
                    <a:pt x="16" y="3"/>
                    <a:pt x="11" y="5"/>
                  </a:cubicBezTo>
                  <a:cubicBezTo>
                    <a:pt x="5" y="7"/>
                    <a:pt x="0" y="9"/>
                    <a:pt x="0" y="8"/>
                  </a:cubicBezTo>
                  <a:cubicBezTo>
                    <a:pt x="0" y="8"/>
                    <a:pt x="4"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2" name="Freeform 2094">
              <a:extLst>
                <a:ext uri="{FF2B5EF4-FFF2-40B4-BE49-F238E27FC236}">
                  <a16:creationId xmlns:a16="http://schemas.microsoft.com/office/drawing/2014/main" id="{9F21332C-5140-BABB-8484-A9257B289622}"/>
                </a:ext>
              </a:extLst>
            </p:cNvPr>
            <p:cNvSpPr>
              <a:spLocks/>
            </p:cNvSpPr>
            <p:nvPr/>
          </p:nvSpPr>
          <p:spPr bwMode="auto">
            <a:xfrm rot="5094805">
              <a:off x="1227675" y="4004694"/>
              <a:ext cx="45700" cy="25135"/>
            </a:xfrm>
            <a:custGeom>
              <a:avLst/>
              <a:gdLst>
                <a:gd name="T0" fmla="*/ 0 w 19"/>
                <a:gd name="T1" fmla="*/ 9 h 10"/>
                <a:gd name="T2" fmla="*/ 8 w 19"/>
                <a:gd name="T3" fmla="*/ 4 h 10"/>
                <a:gd name="T4" fmla="*/ 19 w 19"/>
                <a:gd name="T5" fmla="*/ 1 h 10"/>
                <a:gd name="T6" fmla="*/ 10 w 19"/>
                <a:gd name="T7" fmla="*/ 6 h 10"/>
                <a:gd name="T8" fmla="*/ 0 w 19"/>
                <a:gd name="T9" fmla="*/ 9 h 10"/>
              </a:gdLst>
              <a:ahLst/>
              <a:cxnLst>
                <a:cxn ang="0">
                  <a:pos x="T0" y="T1"/>
                </a:cxn>
                <a:cxn ang="0">
                  <a:pos x="T2" y="T3"/>
                </a:cxn>
                <a:cxn ang="0">
                  <a:pos x="T4" y="T5"/>
                </a:cxn>
                <a:cxn ang="0">
                  <a:pos x="T6" y="T7"/>
                </a:cxn>
                <a:cxn ang="0">
                  <a:pos x="T8" y="T9"/>
                </a:cxn>
              </a:cxnLst>
              <a:rect l="0" t="0" r="r" b="b"/>
              <a:pathLst>
                <a:path w="19" h="10">
                  <a:moveTo>
                    <a:pt x="0" y="9"/>
                  </a:moveTo>
                  <a:cubicBezTo>
                    <a:pt x="0" y="9"/>
                    <a:pt x="3" y="6"/>
                    <a:pt x="8" y="4"/>
                  </a:cubicBezTo>
                  <a:cubicBezTo>
                    <a:pt x="13" y="2"/>
                    <a:pt x="18" y="0"/>
                    <a:pt x="19" y="1"/>
                  </a:cubicBezTo>
                  <a:cubicBezTo>
                    <a:pt x="19" y="2"/>
                    <a:pt x="15" y="4"/>
                    <a:pt x="10" y="6"/>
                  </a:cubicBezTo>
                  <a:cubicBezTo>
                    <a:pt x="5" y="8"/>
                    <a:pt x="1" y="10"/>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3" name="Freeform 2095">
              <a:extLst>
                <a:ext uri="{FF2B5EF4-FFF2-40B4-BE49-F238E27FC236}">
                  <a16:creationId xmlns:a16="http://schemas.microsoft.com/office/drawing/2014/main" id="{AE008B58-9093-1C2B-6C97-50563586D3D7}"/>
                </a:ext>
              </a:extLst>
            </p:cNvPr>
            <p:cNvSpPr>
              <a:spLocks/>
            </p:cNvSpPr>
            <p:nvPr/>
          </p:nvSpPr>
          <p:spPr bwMode="auto">
            <a:xfrm rot="5094805">
              <a:off x="1124064" y="3821113"/>
              <a:ext cx="47985" cy="22850"/>
            </a:xfrm>
            <a:custGeom>
              <a:avLst/>
              <a:gdLst>
                <a:gd name="T0" fmla="*/ 19 w 19"/>
                <a:gd name="T1" fmla="*/ 1 h 9"/>
                <a:gd name="T2" fmla="*/ 10 w 19"/>
                <a:gd name="T3" fmla="*/ 6 h 9"/>
                <a:gd name="T4" fmla="*/ 0 w 19"/>
                <a:gd name="T5" fmla="*/ 9 h 9"/>
                <a:gd name="T6" fmla="*/ 10 w 19"/>
                <a:gd name="T7" fmla="*/ 3 h 9"/>
                <a:gd name="T8" fmla="*/ 19 w 19"/>
                <a:gd name="T9" fmla="*/ 1 h 9"/>
              </a:gdLst>
              <a:ahLst/>
              <a:cxnLst>
                <a:cxn ang="0">
                  <a:pos x="T0" y="T1"/>
                </a:cxn>
                <a:cxn ang="0">
                  <a:pos x="T2" y="T3"/>
                </a:cxn>
                <a:cxn ang="0">
                  <a:pos x="T4" y="T5"/>
                </a:cxn>
                <a:cxn ang="0">
                  <a:pos x="T6" y="T7"/>
                </a:cxn>
                <a:cxn ang="0">
                  <a:pos x="T8" y="T9"/>
                </a:cxn>
              </a:cxnLst>
              <a:rect l="0" t="0" r="r" b="b"/>
              <a:pathLst>
                <a:path w="19" h="9">
                  <a:moveTo>
                    <a:pt x="19" y="1"/>
                  </a:moveTo>
                  <a:cubicBezTo>
                    <a:pt x="19" y="1"/>
                    <a:pt x="15" y="3"/>
                    <a:pt x="10" y="6"/>
                  </a:cubicBezTo>
                  <a:cubicBezTo>
                    <a:pt x="5" y="8"/>
                    <a:pt x="1" y="9"/>
                    <a:pt x="0" y="9"/>
                  </a:cubicBezTo>
                  <a:cubicBezTo>
                    <a:pt x="0" y="8"/>
                    <a:pt x="5" y="5"/>
                    <a:pt x="10" y="3"/>
                  </a:cubicBezTo>
                  <a:cubicBezTo>
                    <a:pt x="14"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4" name="Freeform 2096">
              <a:extLst>
                <a:ext uri="{FF2B5EF4-FFF2-40B4-BE49-F238E27FC236}">
                  <a16:creationId xmlns:a16="http://schemas.microsoft.com/office/drawing/2014/main" id="{4E4BDDFE-13F2-51A8-84CE-2292E585A61E}"/>
                </a:ext>
              </a:extLst>
            </p:cNvPr>
            <p:cNvSpPr>
              <a:spLocks/>
            </p:cNvSpPr>
            <p:nvPr/>
          </p:nvSpPr>
          <p:spPr bwMode="auto">
            <a:xfrm rot="5094805">
              <a:off x="1025112" y="3637224"/>
              <a:ext cx="47985" cy="22850"/>
            </a:xfrm>
            <a:custGeom>
              <a:avLst/>
              <a:gdLst>
                <a:gd name="T0" fmla="*/ 19 w 19"/>
                <a:gd name="T1" fmla="*/ 1 h 9"/>
                <a:gd name="T2" fmla="*/ 10 w 19"/>
                <a:gd name="T3" fmla="*/ 6 h 9"/>
                <a:gd name="T4" fmla="*/ 1 w 19"/>
                <a:gd name="T5" fmla="*/ 8 h 9"/>
                <a:gd name="T6" fmla="*/ 10 w 19"/>
                <a:gd name="T7" fmla="*/ 3 h 9"/>
                <a:gd name="T8" fmla="*/ 19 w 19"/>
                <a:gd name="T9" fmla="*/ 1 h 9"/>
              </a:gdLst>
              <a:ahLst/>
              <a:cxnLst>
                <a:cxn ang="0">
                  <a:pos x="T0" y="T1"/>
                </a:cxn>
                <a:cxn ang="0">
                  <a:pos x="T2" y="T3"/>
                </a:cxn>
                <a:cxn ang="0">
                  <a:pos x="T4" y="T5"/>
                </a:cxn>
                <a:cxn ang="0">
                  <a:pos x="T6" y="T7"/>
                </a:cxn>
                <a:cxn ang="0">
                  <a:pos x="T8" y="T9"/>
                </a:cxn>
              </a:cxnLst>
              <a:rect l="0" t="0" r="r" b="b"/>
              <a:pathLst>
                <a:path w="19" h="9">
                  <a:moveTo>
                    <a:pt x="19" y="1"/>
                  </a:moveTo>
                  <a:cubicBezTo>
                    <a:pt x="19" y="1"/>
                    <a:pt x="15" y="3"/>
                    <a:pt x="10" y="6"/>
                  </a:cubicBezTo>
                  <a:cubicBezTo>
                    <a:pt x="5" y="8"/>
                    <a:pt x="1" y="9"/>
                    <a:pt x="1" y="8"/>
                  </a:cubicBezTo>
                  <a:cubicBezTo>
                    <a:pt x="0" y="8"/>
                    <a:pt x="5" y="5"/>
                    <a:pt x="10" y="3"/>
                  </a:cubicBezTo>
                  <a:cubicBezTo>
                    <a:pt x="15"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5" name="Freeform 2097">
              <a:extLst>
                <a:ext uri="{FF2B5EF4-FFF2-40B4-BE49-F238E27FC236}">
                  <a16:creationId xmlns:a16="http://schemas.microsoft.com/office/drawing/2014/main" id="{CA762288-7664-AC61-F5E6-5524BDDB42A7}"/>
                </a:ext>
              </a:extLst>
            </p:cNvPr>
            <p:cNvSpPr>
              <a:spLocks/>
            </p:cNvSpPr>
            <p:nvPr/>
          </p:nvSpPr>
          <p:spPr bwMode="auto">
            <a:xfrm rot="5094805">
              <a:off x="935166" y="3452631"/>
              <a:ext cx="45700" cy="20565"/>
            </a:xfrm>
            <a:custGeom>
              <a:avLst/>
              <a:gdLst>
                <a:gd name="T0" fmla="*/ 19 w 19"/>
                <a:gd name="T1" fmla="*/ 1 h 8"/>
                <a:gd name="T2" fmla="*/ 11 w 19"/>
                <a:gd name="T3" fmla="*/ 5 h 8"/>
                <a:gd name="T4" fmla="*/ 1 w 19"/>
                <a:gd name="T5" fmla="*/ 7 h 8"/>
                <a:gd name="T6" fmla="*/ 10 w 19"/>
                <a:gd name="T7" fmla="*/ 2 h 8"/>
                <a:gd name="T8" fmla="*/ 19 w 19"/>
                <a:gd name="T9" fmla="*/ 1 h 8"/>
              </a:gdLst>
              <a:ahLst/>
              <a:cxnLst>
                <a:cxn ang="0">
                  <a:pos x="T0" y="T1"/>
                </a:cxn>
                <a:cxn ang="0">
                  <a:pos x="T2" y="T3"/>
                </a:cxn>
                <a:cxn ang="0">
                  <a:pos x="T4" y="T5"/>
                </a:cxn>
                <a:cxn ang="0">
                  <a:pos x="T6" y="T7"/>
                </a:cxn>
                <a:cxn ang="0">
                  <a:pos x="T8" y="T9"/>
                </a:cxn>
              </a:cxnLst>
              <a:rect l="0" t="0" r="r" b="b"/>
              <a:pathLst>
                <a:path w="19" h="8">
                  <a:moveTo>
                    <a:pt x="19" y="1"/>
                  </a:moveTo>
                  <a:cubicBezTo>
                    <a:pt x="19" y="1"/>
                    <a:pt x="16" y="3"/>
                    <a:pt x="11" y="5"/>
                  </a:cubicBezTo>
                  <a:cubicBezTo>
                    <a:pt x="5" y="7"/>
                    <a:pt x="1" y="8"/>
                    <a:pt x="1" y="7"/>
                  </a:cubicBezTo>
                  <a:cubicBezTo>
                    <a:pt x="0" y="7"/>
                    <a:pt x="5" y="4"/>
                    <a:pt x="10" y="2"/>
                  </a:cubicBezTo>
                  <a:cubicBezTo>
                    <a:pt x="15"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6" name="Freeform 2098">
              <a:extLst>
                <a:ext uri="{FF2B5EF4-FFF2-40B4-BE49-F238E27FC236}">
                  <a16:creationId xmlns:a16="http://schemas.microsoft.com/office/drawing/2014/main" id="{38BF348E-1840-45D7-5B38-B8D2B1945FDB}"/>
                </a:ext>
              </a:extLst>
            </p:cNvPr>
            <p:cNvSpPr>
              <a:spLocks/>
            </p:cNvSpPr>
            <p:nvPr/>
          </p:nvSpPr>
          <p:spPr bwMode="auto">
            <a:xfrm rot="5094805">
              <a:off x="848828" y="3270949"/>
              <a:ext cx="47985" cy="15995"/>
            </a:xfrm>
            <a:custGeom>
              <a:avLst/>
              <a:gdLst>
                <a:gd name="T0" fmla="*/ 19 w 20"/>
                <a:gd name="T1" fmla="*/ 0 h 7"/>
                <a:gd name="T2" fmla="*/ 11 w 20"/>
                <a:gd name="T3" fmla="*/ 4 h 7"/>
                <a:gd name="T4" fmla="*/ 1 w 20"/>
                <a:gd name="T5" fmla="*/ 6 h 7"/>
                <a:gd name="T6" fmla="*/ 10 w 20"/>
                <a:gd name="T7" fmla="*/ 2 h 7"/>
                <a:gd name="T8" fmla="*/ 19 w 20"/>
                <a:gd name="T9" fmla="*/ 0 h 7"/>
              </a:gdLst>
              <a:ahLst/>
              <a:cxnLst>
                <a:cxn ang="0">
                  <a:pos x="T0" y="T1"/>
                </a:cxn>
                <a:cxn ang="0">
                  <a:pos x="T2" y="T3"/>
                </a:cxn>
                <a:cxn ang="0">
                  <a:pos x="T4" y="T5"/>
                </a:cxn>
                <a:cxn ang="0">
                  <a:pos x="T6" y="T7"/>
                </a:cxn>
                <a:cxn ang="0">
                  <a:pos x="T8" y="T9"/>
                </a:cxn>
              </a:cxnLst>
              <a:rect l="0" t="0" r="r" b="b"/>
              <a:pathLst>
                <a:path w="20" h="7">
                  <a:moveTo>
                    <a:pt x="19" y="0"/>
                  </a:moveTo>
                  <a:cubicBezTo>
                    <a:pt x="20" y="1"/>
                    <a:pt x="16" y="3"/>
                    <a:pt x="11" y="4"/>
                  </a:cubicBezTo>
                  <a:cubicBezTo>
                    <a:pt x="6" y="6"/>
                    <a:pt x="2" y="7"/>
                    <a:pt x="1" y="6"/>
                  </a:cubicBezTo>
                  <a:cubicBezTo>
                    <a:pt x="0" y="6"/>
                    <a:pt x="4" y="4"/>
                    <a:pt x="10" y="2"/>
                  </a:cubicBezTo>
                  <a:cubicBezTo>
                    <a:pt x="14"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7" name="Freeform 2099">
              <a:extLst>
                <a:ext uri="{FF2B5EF4-FFF2-40B4-BE49-F238E27FC236}">
                  <a16:creationId xmlns:a16="http://schemas.microsoft.com/office/drawing/2014/main" id="{CC26C9A7-2569-F4DF-9A0C-58C2637C6342}"/>
                </a:ext>
              </a:extLst>
            </p:cNvPr>
            <p:cNvSpPr>
              <a:spLocks/>
            </p:cNvSpPr>
            <p:nvPr/>
          </p:nvSpPr>
          <p:spPr bwMode="auto">
            <a:xfrm rot="5094805">
              <a:off x="773668" y="3083694"/>
              <a:ext cx="50269" cy="15995"/>
            </a:xfrm>
            <a:custGeom>
              <a:avLst/>
              <a:gdLst>
                <a:gd name="T0" fmla="*/ 8 w 20"/>
                <a:gd name="T1" fmla="*/ 2 h 6"/>
                <a:gd name="T2" fmla="*/ 19 w 20"/>
                <a:gd name="T3" fmla="*/ 0 h 6"/>
                <a:gd name="T4" fmla="*/ 12 w 20"/>
                <a:gd name="T5" fmla="*/ 4 h 6"/>
                <a:gd name="T6" fmla="*/ 1 w 20"/>
                <a:gd name="T7" fmla="*/ 6 h 6"/>
                <a:gd name="T8" fmla="*/ 8 w 20"/>
                <a:gd name="T9" fmla="*/ 2 h 6"/>
              </a:gdLst>
              <a:ahLst/>
              <a:cxnLst>
                <a:cxn ang="0">
                  <a:pos x="T0" y="T1"/>
                </a:cxn>
                <a:cxn ang="0">
                  <a:pos x="T2" y="T3"/>
                </a:cxn>
                <a:cxn ang="0">
                  <a:pos x="T4" y="T5"/>
                </a:cxn>
                <a:cxn ang="0">
                  <a:pos x="T6" y="T7"/>
                </a:cxn>
                <a:cxn ang="0">
                  <a:pos x="T8" y="T9"/>
                </a:cxn>
              </a:cxnLst>
              <a:rect l="0" t="0" r="r" b="b"/>
              <a:pathLst>
                <a:path w="20" h="6">
                  <a:moveTo>
                    <a:pt x="8" y="2"/>
                  </a:moveTo>
                  <a:cubicBezTo>
                    <a:pt x="13" y="1"/>
                    <a:pt x="18" y="0"/>
                    <a:pt x="19" y="0"/>
                  </a:cubicBezTo>
                  <a:cubicBezTo>
                    <a:pt x="20" y="1"/>
                    <a:pt x="17" y="2"/>
                    <a:pt x="12" y="4"/>
                  </a:cubicBezTo>
                  <a:cubicBezTo>
                    <a:pt x="7" y="5"/>
                    <a:pt x="1" y="6"/>
                    <a:pt x="1" y="6"/>
                  </a:cubicBezTo>
                  <a:cubicBezTo>
                    <a:pt x="0" y="5"/>
                    <a:pt x="4"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8" name="Freeform 2100">
              <a:extLst>
                <a:ext uri="{FF2B5EF4-FFF2-40B4-BE49-F238E27FC236}">
                  <a16:creationId xmlns:a16="http://schemas.microsoft.com/office/drawing/2014/main" id="{A9C05ABF-BFF0-53E9-A7FE-8B6354CB11AA}"/>
                </a:ext>
              </a:extLst>
            </p:cNvPr>
            <p:cNvSpPr>
              <a:spLocks/>
            </p:cNvSpPr>
            <p:nvPr/>
          </p:nvSpPr>
          <p:spPr bwMode="auto">
            <a:xfrm rot="5094805">
              <a:off x="709896" y="2897913"/>
              <a:ext cx="47985" cy="11425"/>
            </a:xfrm>
            <a:custGeom>
              <a:avLst/>
              <a:gdLst>
                <a:gd name="T0" fmla="*/ 19 w 19"/>
                <a:gd name="T1" fmla="*/ 0 h 5"/>
                <a:gd name="T2" fmla="*/ 10 w 19"/>
                <a:gd name="T3" fmla="*/ 3 h 5"/>
                <a:gd name="T4" fmla="*/ 0 w 19"/>
                <a:gd name="T5" fmla="*/ 4 h 5"/>
                <a:gd name="T6" fmla="*/ 10 w 19"/>
                <a:gd name="T7" fmla="*/ 1 h 5"/>
                <a:gd name="T8" fmla="*/ 19 w 19"/>
                <a:gd name="T9" fmla="*/ 0 h 5"/>
              </a:gdLst>
              <a:ahLst/>
              <a:cxnLst>
                <a:cxn ang="0">
                  <a:pos x="T0" y="T1"/>
                </a:cxn>
                <a:cxn ang="0">
                  <a:pos x="T2" y="T3"/>
                </a:cxn>
                <a:cxn ang="0">
                  <a:pos x="T4" y="T5"/>
                </a:cxn>
                <a:cxn ang="0">
                  <a:pos x="T6" y="T7"/>
                </a:cxn>
                <a:cxn ang="0">
                  <a:pos x="T8" y="T9"/>
                </a:cxn>
              </a:cxnLst>
              <a:rect l="0" t="0" r="r" b="b"/>
              <a:pathLst>
                <a:path w="19" h="5">
                  <a:moveTo>
                    <a:pt x="19" y="0"/>
                  </a:moveTo>
                  <a:cubicBezTo>
                    <a:pt x="19" y="1"/>
                    <a:pt x="15" y="2"/>
                    <a:pt x="10" y="3"/>
                  </a:cubicBezTo>
                  <a:cubicBezTo>
                    <a:pt x="5" y="4"/>
                    <a:pt x="1" y="5"/>
                    <a:pt x="0" y="4"/>
                  </a:cubicBezTo>
                  <a:cubicBezTo>
                    <a:pt x="0" y="4"/>
                    <a:pt x="5" y="2"/>
                    <a:pt x="10" y="1"/>
                  </a:cubicBezTo>
                  <a:cubicBezTo>
                    <a:pt x="14" y="0"/>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9" name="Freeform 2101">
              <a:extLst>
                <a:ext uri="{FF2B5EF4-FFF2-40B4-BE49-F238E27FC236}">
                  <a16:creationId xmlns:a16="http://schemas.microsoft.com/office/drawing/2014/main" id="{433E7021-9A60-B409-8009-315324DACF61}"/>
                </a:ext>
              </a:extLst>
            </p:cNvPr>
            <p:cNvSpPr>
              <a:spLocks/>
            </p:cNvSpPr>
            <p:nvPr/>
          </p:nvSpPr>
          <p:spPr bwMode="auto">
            <a:xfrm rot="5094805">
              <a:off x="658536" y="2707494"/>
              <a:ext cx="47985" cy="11425"/>
            </a:xfrm>
            <a:custGeom>
              <a:avLst/>
              <a:gdLst>
                <a:gd name="T0" fmla="*/ 19 w 20"/>
                <a:gd name="T1" fmla="*/ 1 h 4"/>
                <a:gd name="T2" fmla="*/ 11 w 20"/>
                <a:gd name="T3" fmla="*/ 3 h 4"/>
                <a:gd name="T4" fmla="*/ 1 w 20"/>
                <a:gd name="T5" fmla="*/ 4 h 4"/>
                <a:gd name="T6" fmla="*/ 9 w 20"/>
                <a:gd name="T7" fmla="*/ 1 h 4"/>
                <a:gd name="T8" fmla="*/ 19 w 20"/>
                <a:gd name="T9" fmla="*/ 1 h 4"/>
              </a:gdLst>
              <a:ahLst/>
              <a:cxnLst>
                <a:cxn ang="0">
                  <a:pos x="T0" y="T1"/>
                </a:cxn>
                <a:cxn ang="0">
                  <a:pos x="T2" y="T3"/>
                </a:cxn>
                <a:cxn ang="0">
                  <a:pos x="T4" y="T5"/>
                </a:cxn>
                <a:cxn ang="0">
                  <a:pos x="T6" y="T7"/>
                </a:cxn>
                <a:cxn ang="0">
                  <a:pos x="T8" y="T9"/>
                </a:cxn>
              </a:cxnLst>
              <a:rect l="0" t="0" r="r" b="b"/>
              <a:pathLst>
                <a:path w="20" h="4">
                  <a:moveTo>
                    <a:pt x="19" y="1"/>
                  </a:moveTo>
                  <a:cubicBezTo>
                    <a:pt x="20" y="2"/>
                    <a:pt x="16" y="3"/>
                    <a:pt x="11" y="3"/>
                  </a:cubicBezTo>
                  <a:cubicBezTo>
                    <a:pt x="7" y="4"/>
                    <a:pt x="2" y="4"/>
                    <a:pt x="1" y="4"/>
                  </a:cubicBezTo>
                  <a:cubicBezTo>
                    <a:pt x="0" y="3"/>
                    <a:pt x="4" y="2"/>
                    <a:pt x="9" y="1"/>
                  </a:cubicBezTo>
                  <a:cubicBezTo>
                    <a:pt x="14"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0" name="Freeform 2102">
              <a:extLst>
                <a:ext uri="{FF2B5EF4-FFF2-40B4-BE49-F238E27FC236}">
                  <a16:creationId xmlns:a16="http://schemas.microsoft.com/office/drawing/2014/main" id="{3B92E1BC-D465-64A6-9B66-BBA75570596A}"/>
                </a:ext>
              </a:extLst>
            </p:cNvPr>
            <p:cNvSpPr>
              <a:spLocks/>
            </p:cNvSpPr>
            <p:nvPr/>
          </p:nvSpPr>
          <p:spPr bwMode="auto">
            <a:xfrm rot="5094805">
              <a:off x="619588" y="2517006"/>
              <a:ext cx="50269" cy="6855"/>
            </a:xfrm>
            <a:custGeom>
              <a:avLst/>
              <a:gdLst>
                <a:gd name="T0" fmla="*/ 19 w 20"/>
                <a:gd name="T1" fmla="*/ 1 h 3"/>
                <a:gd name="T2" fmla="*/ 12 w 20"/>
                <a:gd name="T3" fmla="*/ 3 h 3"/>
                <a:gd name="T4" fmla="*/ 1 w 20"/>
                <a:gd name="T5" fmla="*/ 2 h 3"/>
                <a:gd name="T6" fmla="*/ 10 w 20"/>
                <a:gd name="T7" fmla="*/ 1 h 3"/>
                <a:gd name="T8" fmla="*/ 19 w 20"/>
                <a:gd name="T9" fmla="*/ 1 h 3"/>
              </a:gdLst>
              <a:ahLst/>
              <a:cxnLst>
                <a:cxn ang="0">
                  <a:pos x="T0" y="T1"/>
                </a:cxn>
                <a:cxn ang="0">
                  <a:pos x="T2" y="T3"/>
                </a:cxn>
                <a:cxn ang="0">
                  <a:pos x="T4" y="T5"/>
                </a:cxn>
                <a:cxn ang="0">
                  <a:pos x="T6" y="T7"/>
                </a:cxn>
                <a:cxn ang="0">
                  <a:pos x="T8" y="T9"/>
                </a:cxn>
              </a:cxnLst>
              <a:rect l="0" t="0" r="r" b="b"/>
              <a:pathLst>
                <a:path w="20" h="3">
                  <a:moveTo>
                    <a:pt x="19" y="1"/>
                  </a:moveTo>
                  <a:cubicBezTo>
                    <a:pt x="20" y="2"/>
                    <a:pt x="17" y="2"/>
                    <a:pt x="12" y="3"/>
                  </a:cubicBezTo>
                  <a:cubicBezTo>
                    <a:pt x="7" y="3"/>
                    <a:pt x="2" y="3"/>
                    <a:pt x="1" y="2"/>
                  </a:cubicBezTo>
                  <a:cubicBezTo>
                    <a:pt x="0" y="2"/>
                    <a:pt x="4" y="1"/>
                    <a:pt x="10" y="1"/>
                  </a:cubicBezTo>
                  <a:cubicBezTo>
                    <a:pt x="15"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1" name="Freeform 2103">
              <a:extLst>
                <a:ext uri="{FF2B5EF4-FFF2-40B4-BE49-F238E27FC236}">
                  <a16:creationId xmlns:a16="http://schemas.microsoft.com/office/drawing/2014/main" id="{1586ED69-0DFF-03E0-4F00-8BC2770C7DC0}"/>
                </a:ext>
              </a:extLst>
            </p:cNvPr>
            <p:cNvSpPr>
              <a:spLocks/>
            </p:cNvSpPr>
            <p:nvPr/>
          </p:nvSpPr>
          <p:spPr bwMode="auto">
            <a:xfrm rot="5094805">
              <a:off x="608058" y="2321899"/>
              <a:ext cx="50269" cy="9140"/>
            </a:xfrm>
            <a:custGeom>
              <a:avLst/>
              <a:gdLst>
                <a:gd name="T0" fmla="*/ 20 w 20"/>
                <a:gd name="T1" fmla="*/ 3 h 4"/>
                <a:gd name="T2" fmla="*/ 11 w 20"/>
                <a:gd name="T3" fmla="*/ 3 h 4"/>
                <a:gd name="T4" fmla="*/ 1 w 20"/>
                <a:gd name="T5" fmla="*/ 1 h 4"/>
                <a:gd name="T6" fmla="*/ 10 w 20"/>
                <a:gd name="T7" fmla="*/ 1 h 4"/>
                <a:gd name="T8" fmla="*/ 20 w 20"/>
                <a:gd name="T9" fmla="*/ 3 h 4"/>
              </a:gdLst>
              <a:ahLst/>
              <a:cxnLst>
                <a:cxn ang="0">
                  <a:pos x="T0" y="T1"/>
                </a:cxn>
                <a:cxn ang="0">
                  <a:pos x="T2" y="T3"/>
                </a:cxn>
                <a:cxn ang="0">
                  <a:pos x="T4" y="T5"/>
                </a:cxn>
                <a:cxn ang="0">
                  <a:pos x="T6" y="T7"/>
                </a:cxn>
                <a:cxn ang="0">
                  <a:pos x="T8" y="T9"/>
                </a:cxn>
              </a:cxnLst>
              <a:rect l="0" t="0" r="r" b="b"/>
              <a:pathLst>
                <a:path w="20" h="4">
                  <a:moveTo>
                    <a:pt x="20" y="3"/>
                  </a:moveTo>
                  <a:cubicBezTo>
                    <a:pt x="20" y="4"/>
                    <a:pt x="16" y="4"/>
                    <a:pt x="11" y="3"/>
                  </a:cubicBezTo>
                  <a:cubicBezTo>
                    <a:pt x="6" y="3"/>
                    <a:pt x="1" y="2"/>
                    <a:pt x="1" y="1"/>
                  </a:cubicBezTo>
                  <a:cubicBezTo>
                    <a:pt x="0" y="0"/>
                    <a:pt x="5" y="0"/>
                    <a:pt x="10" y="1"/>
                  </a:cubicBezTo>
                  <a:cubicBezTo>
                    <a:pt x="15" y="1"/>
                    <a:pt x="19" y="2"/>
                    <a:pt x="2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2" name="Freeform 2104">
              <a:extLst>
                <a:ext uri="{FF2B5EF4-FFF2-40B4-BE49-F238E27FC236}">
                  <a16:creationId xmlns:a16="http://schemas.microsoft.com/office/drawing/2014/main" id="{F5818EC4-39B0-C55D-2917-126EADA85BEB}"/>
                </a:ext>
              </a:extLst>
            </p:cNvPr>
            <p:cNvSpPr>
              <a:spLocks/>
            </p:cNvSpPr>
            <p:nvPr/>
          </p:nvSpPr>
          <p:spPr bwMode="auto">
            <a:xfrm rot="5094805">
              <a:off x="625808" y="2117215"/>
              <a:ext cx="52554" cy="18280"/>
            </a:xfrm>
            <a:custGeom>
              <a:avLst/>
              <a:gdLst>
                <a:gd name="T0" fmla="*/ 20 w 21"/>
                <a:gd name="T1" fmla="*/ 6 h 7"/>
                <a:gd name="T2" fmla="*/ 12 w 21"/>
                <a:gd name="T3" fmla="*/ 6 h 7"/>
                <a:gd name="T4" fmla="*/ 1 w 21"/>
                <a:gd name="T5" fmla="*/ 2 h 7"/>
                <a:gd name="T6" fmla="*/ 10 w 21"/>
                <a:gd name="T7" fmla="*/ 2 h 7"/>
                <a:gd name="T8" fmla="*/ 20 w 21"/>
                <a:gd name="T9" fmla="*/ 6 h 7"/>
              </a:gdLst>
              <a:ahLst/>
              <a:cxnLst>
                <a:cxn ang="0">
                  <a:pos x="T0" y="T1"/>
                </a:cxn>
                <a:cxn ang="0">
                  <a:pos x="T2" y="T3"/>
                </a:cxn>
                <a:cxn ang="0">
                  <a:pos x="T4" y="T5"/>
                </a:cxn>
                <a:cxn ang="0">
                  <a:pos x="T6" y="T7"/>
                </a:cxn>
                <a:cxn ang="0">
                  <a:pos x="T8" y="T9"/>
                </a:cxn>
              </a:cxnLst>
              <a:rect l="0" t="0" r="r" b="b"/>
              <a:pathLst>
                <a:path w="21" h="7">
                  <a:moveTo>
                    <a:pt x="20" y="6"/>
                  </a:moveTo>
                  <a:cubicBezTo>
                    <a:pt x="21" y="7"/>
                    <a:pt x="17" y="7"/>
                    <a:pt x="12" y="6"/>
                  </a:cubicBezTo>
                  <a:cubicBezTo>
                    <a:pt x="7" y="5"/>
                    <a:pt x="2" y="3"/>
                    <a:pt x="1" y="2"/>
                  </a:cubicBezTo>
                  <a:cubicBezTo>
                    <a:pt x="0" y="0"/>
                    <a:pt x="5" y="1"/>
                    <a:pt x="10" y="2"/>
                  </a:cubicBezTo>
                  <a:cubicBezTo>
                    <a:pt x="15" y="3"/>
                    <a:pt x="19" y="5"/>
                    <a:pt x="2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3" name="Freeform 2105">
              <a:extLst>
                <a:ext uri="{FF2B5EF4-FFF2-40B4-BE49-F238E27FC236}">
                  <a16:creationId xmlns:a16="http://schemas.microsoft.com/office/drawing/2014/main" id="{720446AE-691F-0A71-B8F2-F73D4A0E8199}"/>
                </a:ext>
              </a:extLst>
            </p:cNvPr>
            <p:cNvSpPr>
              <a:spLocks/>
            </p:cNvSpPr>
            <p:nvPr/>
          </p:nvSpPr>
          <p:spPr bwMode="auto">
            <a:xfrm rot="5094805">
              <a:off x="664252" y="1917757"/>
              <a:ext cx="50269" cy="18280"/>
            </a:xfrm>
            <a:custGeom>
              <a:avLst/>
              <a:gdLst>
                <a:gd name="T0" fmla="*/ 19 w 20"/>
                <a:gd name="T1" fmla="*/ 7 h 8"/>
                <a:gd name="T2" fmla="*/ 11 w 20"/>
                <a:gd name="T3" fmla="*/ 6 h 8"/>
                <a:gd name="T4" fmla="*/ 1 w 20"/>
                <a:gd name="T5" fmla="*/ 1 h 8"/>
                <a:gd name="T6" fmla="*/ 10 w 20"/>
                <a:gd name="T7" fmla="*/ 2 h 8"/>
                <a:gd name="T8" fmla="*/ 19 w 20"/>
                <a:gd name="T9" fmla="*/ 7 h 8"/>
              </a:gdLst>
              <a:ahLst/>
              <a:cxnLst>
                <a:cxn ang="0">
                  <a:pos x="T0" y="T1"/>
                </a:cxn>
                <a:cxn ang="0">
                  <a:pos x="T2" y="T3"/>
                </a:cxn>
                <a:cxn ang="0">
                  <a:pos x="T4" y="T5"/>
                </a:cxn>
                <a:cxn ang="0">
                  <a:pos x="T6" y="T7"/>
                </a:cxn>
                <a:cxn ang="0">
                  <a:pos x="T8" y="T9"/>
                </a:cxn>
              </a:cxnLst>
              <a:rect l="0" t="0" r="r" b="b"/>
              <a:pathLst>
                <a:path w="20" h="8">
                  <a:moveTo>
                    <a:pt x="19" y="7"/>
                  </a:moveTo>
                  <a:cubicBezTo>
                    <a:pt x="20" y="8"/>
                    <a:pt x="16" y="8"/>
                    <a:pt x="11" y="6"/>
                  </a:cubicBezTo>
                  <a:cubicBezTo>
                    <a:pt x="5" y="5"/>
                    <a:pt x="1" y="2"/>
                    <a:pt x="1" y="1"/>
                  </a:cubicBezTo>
                  <a:cubicBezTo>
                    <a:pt x="0" y="0"/>
                    <a:pt x="5" y="0"/>
                    <a:pt x="10" y="2"/>
                  </a:cubicBezTo>
                  <a:cubicBezTo>
                    <a:pt x="15" y="4"/>
                    <a:pt x="19" y="6"/>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4" name="Freeform 2106">
              <a:extLst>
                <a:ext uri="{FF2B5EF4-FFF2-40B4-BE49-F238E27FC236}">
                  <a16:creationId xmlns:a16="http://schemas.microsoft.com/office/drawing/2014/main" id="{4DF74163-8060-6209-E44F-6CC20EDCF188}"/>
                </a:ext>
              </a:extLst>
            </p:cNvPr>
            <p:cNvSpPr>
              <a:spLocks/>
            </p:cNvSpPr>
            <p:nvPr/>
          </p:nvSpPr>
          <p:spPr bwMode="auto">
            <a:xfrm rot="5094805">
              <a:off x="718426" y="1710035"/>
              <a:ext cx="47985" cy="27420"/>
            </a:xfrm>
            <a:custGeom>
              <a:avLst/>
              <a:gdLst>
                <a:gd name="T0" fmla="*/ 9 w 20"/>
                <a:gd name="T1" fmla="*/ 3 h 11"/>
                <a:gd name="T2" fmla="*/ 19 w 20"/>
                <a:gd name="T3" fmla="*/ 9 h 11"/>
                <a:gd name="T4" fmla="*/ 12 w 20"/>
                <a:gd name="T5" fmla="*/ 9 h 11"/>
                <a:gd name="T6" fmla="*/ 1 w 20"/>
                <a:gd name="T7" fmla="*/ 2 h 11"/>
                <a:gd name="T8" fmla="*/ 9 w 20"/>
                <a:gd name="T9" fmla="*/ 3 h 11"/>
              </a:gdLst>
              <a:ahLst/>
              <a:cxnLst>
                <a:cxn ang="0">
                  <a:pos x="T0" y="T1"/>
                </a:cxn>
                <a:cxn ang="0">
                  <a:pos x="T2" y="T3"/>
                </a:cxn>
                <a:cxn ang="0">
                  <a:pos x="T4" y="T5"/>
                </a:cxn>
                <a:cxn ang="0">
                  <a:pos x="T6" y="T7"/>
                </a:cxn>
                <a:cxn ang="0">
                  <a:pos x="T8" y="T9"/>
                </a:cxn>
              </a:cxnLst>
              <a:rect l="0" t="0" r="r" b="b"/>
              <a:pathLst>
                <a:path w="20" h="11">
                  <a:moveTo>
                    <a:pt x="9" y="3"/>
                  </a:moveTo>
                  <a:cubicBezTo>
                    <a:pt x="14" y="5"/>
                    <a:pt x="19" y="7"/>
                    <a:pt x="19" y="9"/>
                  </a:cubicBezTo>
                  <a:cubicBezTo>
                    <a:pt x="20" y="11"/>
                    <a:pt x="17" y="11"/>
                    <a:pt x="12" y="9"/>
                  </a:cubicBezTo>
                  <a:cubicBezTo>
                    <a:pt x="6" y="7"/>
                    <a:pt x="1" y="4"/>
                    <a:pt x="1" y="2"/>
                  </a:cubicBezTo>
                  <a:cubicBezTo>
                    <a:pt x="0" y="0"/>
                    <a:pt x="4" y="1"/>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5" name="Freeform 2107">
              <a:extLst>
                <a:ext uri="{FF2B5EF4-FFF2-40B4-BE49-F238E27FC236}">
                  <a16:creationId xmlns:a16="http://schemas.microsoft.com/office/drawing/2014/main" id="{7851CB24-F136-6152-E840-E23122FF566E}"/>
                </a:ext>
              </a:extLst>
            </p:cNvPr>
            <p:cNvSpPr>
              <a:spLocks/>
            </p:cNvSpPr>
            <p:nvPr/>
          </p:nvSpPr>
          <p:spPr bwMode="auto">
            <a:xfrm rot="5094805">
              <a:off x="776005" y="1505234"/>
              <a:ext cx="50269" cy="29705"/>
            </a:xfrm>
            <a:custGeom>
              <a:avLst/>
              <a:gdLst>
                <a:gd name="T0" fmla="*/ 19 w 20"/>
                <a:gd name="T1" fmla="*/ 10 h 12"/>
                <a:gd name="T2" fmla="*/ 11 w 20"/>
                <a:gd name="T3" fmla="*/ 10 h 12"/>
                <a:gd name="T4" fmla="*/ 1 w 20"/>
                <a:gd name="T5" fmla="*/ 2 h 12"/>
                <a:gd name="T6" fmla="*/ 10 w 20"/>
                <a:gd name="T7" fmla="*/ 3 h 12"/>
                <a:gd name="T8" fmla="*/ 19 w 20"/>
                <a:gd name="T9" fmla="*/ 10 h 12"/>
              </a:gdLst>
              <a:ahLst/>
              <a:cxnLst>
                <a:cxn ang="0">
                  <a:pos x="T0" y="T1"/>
                </a:cxn>
                <a:cxn ang="0">
                  <a:pos x="T2" y="T3"/>
                </a:cxn>
                <a:cxn ang="0">
                  <a:pos x="T4" y="T5"/>
                </a:cxn>
                <a:cxn ang="0">
                  <a:pos x="T6" y="T7"/>
                </a:cxn>
                <a:cxn ang="0">
                  <a:pos x="T8" y="T9"/>
                </a:cxn>
              </a:cxnLst>
              <a:rect l="0" t="0" r="r" b="b"/>
              <a:pathLst>
                <a:path w="20" h="12">
                  <a:moveTo>
                    <a:pt x="19" y="10"/>
                  </a:moveTo>
                  <a:cubicBezTo>
                    <a:pt x="20" y="12"/>
                    <a:pt x="16" y="12"/>
                    <a:pt x="11" y="10"/>
                  </a:cubicBezTo>
                  <a:cubicBezTo>
                    <a:pt x="5" y="8"/>
                    <a:pt x="1" y="5"/>
                    <a:pt x="1" y="2"/>
                  </a:cubicBezTo>
                  <a:cubicBezTo>
                    <a:pt x="0" y="0"/>
                    <a:pt x="5" y="0"/>
                    <a:pt x="10" y="3"/>
                  </a:cubicBezTo>
                  <a:cubicBezTo>
                    <a:pt x="15" y="5"/>
                    <a:pt x="19" y="8"/>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6" name="Freeform 2108">
              <a:extLst>
                <a:ext uri="{FF2B5EF4-FFF2-40B4-BE49-F238E27FC236}">
                  <a16:creationId xmlns:a16="http://schemas.microsoft.com/office/drawing/2014/main" id="{8D26DA27-4768-2849-56F3-6EAD005BC70B}"/>
                </a:ext>
              </a:extLst>
            </p:cNvPr>
            <p:cNvSpPr>
              <a:spLocks/>
            </p:cNvSpPr>
            <p:nvPr/>
          </p:nvSpPr>
          <p:spPr bwMode="auto">
            <a:xfrm rot="5094805">
              <a:off x="787264" y="1683368"/>
              <a:ext cx="45700" cy="29705"/>
            </a:xfrm>
            <a:custGeom>
              <a:avLst/>
              <a:gdLst>
                <a:gd name="T0" fmla="*/ 18 w 18"/>
                <a:gd name="T1" fmla="*/ 10 h 12"/>
                <a:gd name="T2" fmla="*/ 10 w 18"/>
                <a:gd name="T3" fmla="*/ 9 h 12"/>
                <a:gd name="T4" fmla="*/ 0 w 18"/>
                <a:gd name="T5" fmla="*/ 2 h 12"/>
                <a:gd name="T6" fmla="*/ 7 w 18"/>
                <a:gd name="T7" fmla="*/ 2 h 12"/>
                <a:gd name="T8" fmla="*/ 18 w 18"/>
                <a:gd name="T9" fmla="*/ 10 h 12"/>
              </a:gdLst>
              <a:ahLst/>
              <a:cxnLst>
                <a:cxn ang="0">
                  <a:pos x="T0" y="T1"/>
                </a:cxn>
                <a:cxn ang="0">
                  <a:pos x="T2" y="T3"/>
                </a:cxn>
                <a:cxn ang="0">
                  <a:pos x="T4" y="T5"/>
                </a:cxn>
                <a:cxn ang="0">
                  <a:pos x="T6" y="T7"/>
                </a:cxn>
                <a:cxn ang="0">
                  <a:pos x="T8" y="T9"/>
                </a:cxn>
              </a:cxnLst>
              <a:rect l="0" t="0" r="r" b="b"/>
              <a:pathLst>
                <a:path w="18" h="12">
                  <a:moveTo>
                    <a:pt x="18" y="10"/>
                  </a:moveTo>
                  <a:cubicBezTo>
                    <a:pt x="18" y="12"/>
                    <a:pt x="15" y="11"/>
                    <a:pt x="10" y="9"/>
                  </a:cubicBezTo>
                  <a:cubicBezTo>
                    <a:pt x="5" y="7"/>
                    <a:pt x="0" y="3"/>
                    <a:pt x="0" y="2"/>
                  </a:cubicBezTo>
                  <a:cubicBezTo>
                    <a:pt x="0" y="0"/>
                    <a:pt x="3" y="0"/>
                    <a:pt x="7" y="2"/>
                  </a:cubicBezTo>
                  <a:cubicBezTo>
                    <a:pt x="12" y="4"/>
                    <a:pt x="17" y="8"/>
                    <a:pt x="1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7" name="Freeform 2109">
              <a:extLst>
                <a:ext uri="{FF2B5EF4-FFF2-40B4-BE49-F238E27FC236}">
                  <a16:creationId xmlns:a16="http://schemas.microsoft.com/office/drawing/2014/main" id="{81535DF8-33B0-4D16-5898-0BB71619A5EB}"/>
                </a:ext>
              </a:extLst>
            </p:cNvPr>
            <p:cNvSpPr>
              <a:spLocks/>
            </p:cNvSpPr>
            <p:nvPr/>
          </p:nvSpPr>
          <p:spPr bwMode="auto">
            <a:xfrm rot="5094805">
              <a:off x="722857" y="1891062"/>
              <a:ext cx="43415" cy="22850"/>
            </a:xfrm>
            <a:custGeom>
              <a:avLst/>
              <a:gdLst>
                <a:gd name="T0" fmla="*/ 18 w 18"/>
                <a:gd name="T1" fmla="*/ 8 h 10"/>
                <a:gd name="T2" fmla="*/ 10 w 18"/>
                <a:gd name="T3" fmla="*/ 8 h 10"/>
                <a:gd name="T4" fmla="*/ 0 w 18"/>
                <a:gd name="T5" fmla="*/ 1 h 10"/>
                <a:gd name="T6" fmla="*/ 7 w 18"/>
                <a:gd name="T7" fmla="*/ 1 h 10"/>
                <a:gd name="T8" fmla="*/ 18 w 18"/>
                <a:gd name="T9" fmla="*/ 8 h 10"/>
              </a:gdLst>
              <a:ahLst/>
              <a:cxnLst>
                <a:cxn ang="0">
                  <a:pos x="T0" y="T1"/>
                </a:cxn>
                <a:cxn ang="0">
                  <a:pos x="T2" y="T3"/>
                </a:cxn>
                <a:cxn ang="0">
                  <a:pos x="T4" y="T5"/>
                </a:cxn>
                <a:cxn ang="0">
                  <a:pos x="T6" y="T7"/>
                </a:cxn>
                <a:cxn ang="0">
                  <a:pos x="T8" y="T9"/>
                </a:cxn>
              </a:cxnLst>
              <a:rect l="0" t="0" r="r" b="b"/>
              <a:pathLst>
                <a:path w="18" h="10">
                  <a:moveTo>
                    <a:pt x="18" y="8"/>
                  </a:moveTo>
                  <a:cubicBezTo>
                    <a:pt x="18" y="10"/>
                    <a:pt x="15" y="9"/>
                    <a:pt x="10" y="8"/>
                  </a:cubicBezTo>
                  <a:cubicBezTo>
                    <a:pt x="5" y="6"/>
                    <a:pt x="0" y="3"/>
                    <a:pt x="0" y="1"/>
                  </a:cubicBezTo>
                  <a:cubicBezTo>
                    <a:pt x="0" y="0"/>
                    <a:pt x="3" y="0"/>
                    <a:pt x="7" y="1"/>
                  </a:cubicBezTo>
                  <a:cubicBezTo>
                    <a:pt x="12" y="3"/>
                    <a:pt x="17" y="6"/>
                    <a:pt x="1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8" name="Freeform 2110">
              <a:extLst>
                <a:ext uri="{FF2B5EF4-FFF2-40B4-BE49-F238E27FC236}">
                  <a16:creationId xmlns:a16="http://schemas.microsoft.com/office/drawing/2014/main" id="{448DE196-D1C8-5CFF-7CCE-B42C17ADFE17}"/>
                </a:ext>
              </a:extLst>
            </p:cNvPr>
            <p:cNvSpPr>
              <a:spLocks/>
            </p:cNvSpPr>
            <p:nvPr/>
          </p:nvSpPr>
          <p:spPr bwMode="auto">
            <a:xfrm rot="5094805">
              <a:off x="673139" y="2093915"/>
              <a:ext cx="43415" cy="20565"/>
            </a:xfrm>
            <a:custGeom>
              <a:avLst/>
              <a:gdLst>
                <a:gd name="T0" fmla="*/ 9 w 18"/>
                <a:gd name="T1" fmla="*/ 6 h 8"/>
                <a:gd name="T2" fmla="*/ 0 w 18"/>
                <a:gd name="T3" fmla="*/ 1 h 8"/>
                <a:gd name="T4" fmla="*/ 8 w 18"/>
                <a:gd name="T5" fmla="*/ 2 h 8"/>
                <a:gd name="T6" fmla="*/ 18 w 18"/>
                <a:gd name="T7" fmla="*/ 7 h 8"/>
                <a:gd name="T8" fmla="*/ 9 w 18"/>
                <a:gd name="T9" fmla="*/ 6 h 8"/>
              </a:gdLst>
              <a:ahLst/>
              <a:cxnLst>
                <a:cxn ang="0">
                  <a:pos x="T0" y="T1"/>
                </a:cxn>
                <a:cxn ang="0">
                  <a:pos x="T2" y="T3"/>
                </a:cxn>
                <a:cxn ang="0">
                  <a:pos x="T4" y="T5"/>
                </a:cxn>
                <a:cxn ang="0">
                  <a:pos x="T6" y="T7"/>
                </a:cxn>
                <a:cxn ang="0">
                  <a:pos x="T8" y="T9"/>
                </a:cxn>
              </a:cxnLst>
              <a:rect l="0" t="0" r="r" b="b"/>
              <a:pathLst>
                <a:path w="18" h="8">
                  <a:moveTo>
                    <a:pt x="9" y="6"/>
                  </a:moveTo>
                  <a:cubicBezTo>
                    <a:pt x="4" y="5"/>
                    <a:pt x="0" y="2"/>
                    <a:pt x="0" y="1"/>
                  </a:cubicBezTo>
                  <a:cubicBezTo>
                    <a:pt x="0" y="0"/>
                    <a:pt x="4" y="0"/>
                    <a:pt x="8" y="2"/>
                  </a:cubicBezTo>
                  <a:cubicBezTo>
                    <a:pt x="13" y="3"/>
                    <a:pt x="17" y="5"/>
                    <a:pt x="18" y="7"/>
                  </a:cubicBezTo>
                  <a:cubicBezTo>
                    <a:pt x="18" y="8"/>
                    <a:pt x="14" y="8"/>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9" name="Freeform 2111">
              <a:extLst>
                <a:ext uri="{FF2B5EF4-FFF2-40B4-BE49-F238E27FC236}">
                  <a16:creationId xmlns:a16="http://schemas.microsoft.com/office/drawing/2014/main" id="{25CCE908-1DB8-1D51-6491-AB0ECA46B9C7}"/>
                </a:ext>
              </a:extLst>
            </p:cNvPr>
            <p:cNvSpPr>
              <a:spLocks/>
            </p:cNvSpPr>
            <p:nvPr/>
          </p:nvSpPr>
          <p:spPr bwMode="auto">
            <a:xfrm rot="5094805">
              <a:off x="645033" y="2295783"/>
              <a:ext cx="47985" cy="15995"/>
            </a:xfrm>
            <a:custGeom>
              <a:avLst/>
              <a:gdLst>
                <a:gd name="T0" fmla="*/ 18 w 19"/>
                <a:gd name="T1" fmla="*/ 4 h 6"/>
                <a:gd name="T2" fmla="*/ 11 w 19"/>
                <a:gd name="T3" fmla="*/ 5 h 6"/>
                <a:gd name="T4" fmla="*/ 1 w 19"/>
                <a:gd name="T5" fmla="*/ 1 h 6"/>
                <a:gd name="T6" fmla="*/ 8 w 19"/>
                <a:gd name="T7" fmla="*/ 1 h 6"/>
                <a:gd name="T8" fmla="*/ 18 w 19"/>
                <a:gd name="T9" fmla="*/ 4 h 6"/>
              </a:gdLst>
              <a:ahLst/>
              <a:cxnLst>
                <a:cxn ang="0">
                  <a:pos x="T0" y="T1"/>
                </a:cxn>
                <a:cxn ang="0">
                  <a:pos x="T2" y="T3"/>
                </a:cxn>
                <a:cxn ang="0">
                  <a:pos x="T4" y="T5"/>
                </a:cxn>
                <a:cxn ang="0">
                  <a:pos x="T6" y="T7"/>
                </a:cxn>
                <a:cxn ang="0">
                  <a:pos x="T8" y="T9"/>
                </a:cxn>
              </a:cxnLst>
              <a:rect l="0" t="0" r="r" b="b"/>
              <a:pathLst>
                <a:path w="19" h="6">
                  <a:moveTo>
                    <a:pt x="18" y="4"/>
                  </a:moveTo>
                  <a:cubicBezTo>
                    <a:pt x="19" y="5"/>
                    <a:pt x="16" y="6"/>
                    <a:pt x="11" y="5"/>
                  </a:cubicBezTo>
                  <a:cubicBezTo>
                    <a:pt x="6" y="4"/>
                    <a:pt x="1" y="3"/>
                    <a:pt x="1" y="1"/>
                  </a:cubicBezTo>
                  <a:cubicBezTo>
                    <a:pt x="0" y="1"/>
                    <a:pt x="4" y="0"/>
                    <a:pt x="8" y="1"/>
                  </a:cubicBezTo>
                  <a:cubicBezTo>
                    <a:pt x="13" y="1"/>
                    <a:pt x="17" y="3"/>
                    <a:pt x="1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0" name="Freeform 2112">
              <a:extLst>
                <a:ext uri="{FF2B5EF4-FFF2-40B4-BE49-F238E27FC236}">
                  <a16:creationId xmlns:a16="http://schemas.microsoft.com/office/drawing/2014/main" id="{CD4586EF-DD78-4AD6-1820-0F57996C6B06}"/>
                </a:ext>
              </a:extLst>
            </p:cNvPr>
            <p:cNvSpPr>
              <a:spLocks/>
            </p:cNvSpPr>
            <p:nvPr/>
          </p:nvSpPr>
          <p:spPr bwMode="auto">
            <a:xfrm rot="5094805">
              <a:off x="650978" y="2494921"/>
              <a:ext cx="45700" cy="9140"/>
            </a:xfrm>
            <a:custGeom>
              <a:avLst/>
              <a:gdLst>
                <a:gd name="T0" fmla="*/ 8 w 19"/>
                <a:gd name="T1" fmla="*/ 0 h 4"/>
                <a:gd name="T2" fmla="*/ 18 w 19"/>
                <a:gd name="T3" fmla="*/ 1 h 4"/>
                <a:gd name="T4" fmla="*/ 10 w 19"/>
                <a:gd name="T5" fmla="*/ 4 h 4"/>
                <a:gd name="T6" fmla="*/ 1 w 19"/>
                <a:gd name="T7" fmla="*/ 2 h 4"/>
                <a:gd name="T8" fmla="*/ 8 w 19"/>
                <a:gd name="T9" fmla="*/ 0 h 4"/>
              </a:gdLst>
              <a:ahLst/>
              <a:cxnLst>
                <a:cxn ang="0">
                  <a:pos x="T0" y="T1"/>
                </a:cxn>
                <a:cxn ang="0">
                  <a:pos x="T2" y="T3"/>
                </a:cxn>
                <a:cxn ang="0">
                  <a:pos x="T4" y="T5"/>
                </a:cxn>
                <a:cxn ang="0">
                  <a:pos x="T6" y="T7"/>
                </a:cxn>
                <a:cxn ang="0">
                  <a:pos x="T8" y="T9"/>
                </a:cxn>
              </a:cxnLst>
              <a:rect l="0" t="0" r="r" b="b"/>
              <a:pathLst>
                <a:path w="19" h="4">
                  <a:moveTo>
                    <a:pt x="8" y="0"/>
                  </a:moveTo>
                  <a:cubicBezTo>
                    <a:pt x="13" y="0"/>
                    <a:pt x="18" y="0"/>
                    <a:pt x="18" y="1"/>
                  </a:cubicBezTo>
                  <a:cubicBezTo>
                    <a:pt x="19" y="2"/>
                    <a:pt x="15" y="3"/>
                    <a:pt x="10" y="4"/>
                  </a:cubicBezTo>
                  <a:cubicBezTo>
                    <a:pt x="6" y="4"/>
                    <a:pt x="2" y="3"/>
                    <a:pt x="1" y="2"/>
                  </a:cubicBezTo>
                  <a:cubicBezTo>
                    <a:pt x="0" y="1"/>
                    <a:pt x="3"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1" name="Freeform 2113">
              <a:extLst>
                <a:ext uri="{FF2B5EF4-FFF2-40B4-BE49-F238E27FC236}">
                  <a16:creationId xmlns:a16="http://schemas.microsoft.com/office/drawing/2014/main" id="{4D34CBD2-C969-DB1F-F5FD-4824E7AB70D2}"/>
                </a:ext>
              </a:extLst>
            </p:cNvPr>
            <p:cNvSpPr>
              <a:spLocks/>
            </p:cNvSpPr>
            <p:nvPr/>
          </p:nvSpPr>
          <p:spPr bwMode="auto">
            <a:xfrm rot="5094805">
              <a:off x="689926" y="2685409"/>
              <a:ext cx="43415" cy="13710"/>
            </a:xfrm>
            <a:custGeom>
              <a:avLst/>
              <a:gdLst>
                <a:gd name="T0" fmla="*/ 17 w 17"/>
                <a:gd name="T1" fmla="*/ 1 h 5"/>
                <a:gd name="T2" fmla="*/ 8 w 17"/>
                <a:gd name="T3" fmla="*/ 4 h 5"/>
                <a:gd name="T4" fmla="*/ 0 w 17"/>
                <a:gd name="T5" fmla="*/ 4 h 5"/>
                <a:gd name="T6" fmla="*/ 7 w 17"/>
                <a:gd name="T7" fmla="*/ 1 h 5"/>
                <a:gd name="T8" fmla="*/ 17 w 17"/>
                <a:gd name="T9" fmla="*/ 1 h 5"/>
              </a:gdLst>
              <a:ahLst/>
              <a:cxnLst>
                <a:cxn ang="0">
                  <a:pos x="T0" y="T1"/>
                </a:cxn>
                <a:cxn ang="0">
                  <a:pos x="T2" y="T3"/>
                </a:cxn>
                <a:cxn ang="0">
                  <a:pos x="T4" y="T5"/>
                </a:cxn>
                <a:cxn ang="0">
                  <a:pos x="T6" y="T7"/>
                </a:cxn>
                <a:cxn ang="0">
                  <a:pos x="T8" y="T9"/>
                </a:cxn>
              </a:cxnLst>
              <a:rect l="0" t="0" r="r" b="b"/>
              <a:pathLst>
                <a:path w="17" h="5">
                  <a:moveTo>
                    <a:pt x="17" y="1"/>
                  </a:moveTo>
                  <a:cubicBezTo>
                    <a:pt x="17" y="3"/>
                    <a:pt x="13" y="4"/>
                    <a:pt x="8" y="4"/>
                  </a:cubicBezTo>
                  <a:cubicBezTo>
                    <a:pt x="4" y="5"/>
                    <a:pt x="0" y="5"/>
                    <a:pt x="0" y="4"/>
                  </a:cubicBezTo>
                  <a:cubicBezTo>
                    <a:pt x="0" y="3"/>
                    <a:pt x="3" y="2"/>
                    <a:pt x="7" y="1"/>
                  </a:cubicBezTo>
                  <a:cubicBezTo>
                    <a:pt x="12" y="0"/>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2" name="Freeform 2114">
              <a:extLst>
                <a:ext uri="{FF2B5EF4-FFF2-40B4-BE49-F238E27FC236}">
                  <a16:creationId xmlns:a16="http://schemas.microsoft.com/office/drawing/2014/main" id="{2EA08097-5C2B-E386-E1AB-8BDECF942057}"/>
                </a:ext>
              </a:extLst>
            </p:cNvPr>
            <p:cNvSpPr>
              <a:spLocks/>
            </p:cNvSpPr>
            <p:nvPr/>
          </p:nvSpPr>
          <p:spPr bwMode="auto">
            <a:xfrm rot="5094805">
              <a:off x="741180" y="2875731"/>
              <a:ext cx="45700" cy="11425"/>
            </a:xfrm>
            <a:custGeom>
              <a:avLst/>
              <a:gdLst>
                <a:gd name="T0" fmla="*/ 9 w 18"/>
                <a:gd name="T1" fmla="*/ 4 h 5"/>
                <a:gd name="T2" fmla="*/ 0 w 18"/>
                <a:gd name="T3" fmla="*/ 4 h 5"/>
                <a:gd name="T4" fmla="*/ 8 w 18"/>
                <a:gd name="T5" fmla="*/ 1 h 5"/>
                <a:gd name="T6" fmla="*/ 18 w 18"/>
                <a:gd name="T7" fmla="*/ 1 h 5"/>
                <a:gd name="T8" fmla="*/ 9 w 18"/>
                <a:gd name="T9" fmla="*/ 4 h 5"/>
              </a:gdLst>
              <a:ahLst/>
              <a:cxnLst>
                <a:cxn ang="0">
                  <a:pos x="T0" y="T1"/>
                </a:cxn>
                <a:cxn ang="0">
                  <a:pos x="T2" y="T3"/>
                </a:cxn>
                <a:cxn ang="0">
                  <a:pos x="T4" y="T5"/>
                </a:cxn>
                <a:cxn ang="0">
                  <a:pos x="T6" y="T7"/>
                </a:cxn>
                <a:cxn ang="0">
                  <a:pos x="T8" y="T9"/>
                </a:cxn>
              </a:cxnLst>
              <a:rect l="0" t="0" r="r" b="b"/>
              <a:pathLst>
                <a:path w="18" h="5">
                  <a:moveTo>
                    <a:pt x="9" y="4"/>
                  </a:moveTo>
                  <a:cubicBezTo>
                    <a:pt x="4" y="5"/>
                    <a:pt x="0" y="5"/>
                    <a:pt x="0" y="4"/>
                  </a:cubicBezTo>
                  <a:cubicBezTo>
                    <a:pt x="0" y="3"/>
                    <a:pt x="4" y="2"/>
                    <a:pt x="8" y="1"/>
                  </a:cubicBezTo>
                  <a:cubicBezTo>
                    <a:pt x="13" y="0"/>
                    <a:pt x="17" y="0"/>
                    <a:pt x="18" y="1"/>
                  </a:cubicBezTo>
                  <a:cubicBezTo>
                    <a:pt x="18" y="2"/>
                    <a:pt x="14" y="4"/>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3" name="Freeform 2115">
              <a:extLst>
                <a:ext uri="{FF2B5EF4-FFF2-40B4-BE49-F238E27FC236}">
                  <a16:creationId xmlns:a16="http://schemas.microsoft.com/office/drawing/2014/main" id="{D52D9DC6-3EBD-C634-B6AF-1321CBF60820}"/>
                </a:ext>
              </a:extLst>
            </p:cNvPr>
            <p:cNvSpPr>
              <a:spLocks/>
            </p:cNvSpPr>
            <p:nvPr/>
          </p:nvSpPr>
          <p:spPr bwMode="auto">
            <a:xfrm rot="5094805">
              <a:off x="806099" y="3060471"/>
              <a:ext cx="43415" cy="18280"/>
            </a:xfrm>
            <a:custGeom>
              <a:avLst/>
              <a:gdLst>
                <a:gd name="T0" fmla="*/ 8 w 18"/>
                <a:gd name="T1" fmla="*/ 2 h 7"/>
                <a:gd name="T2" fmla="*/ 18 w 18"/>
                <a:gd name="T3" fmla="*/ 1 h 7"/>
                <a:gd name="T4" fmla="*/ 10 w 18"/>
                <a:gd name="T5" fmla="*/ 5 h 7"/>
                <a:gd name="T6" fmla="*/ 1 w 18"/>
                <a:gd name="T7" fmla="*/ 6 h 7"/>
                <a:gd name="T8" fmla="*/ 8 w 18"/>
                <a:gd name="T9" fmla="*/ 2 h 7"/>
              </a:gdLst>
              <a:ahLst/>
              <a:cxnLst>
                <a:cxn ang="0">
                  <a:pos x="T0" y="T1"/>
                </a:cxn>
                <a:cxn ang="0">
                  <a:pos x="T2" y="T3"/>
                </a:cxn>
                <a:cxn ang="0">
                  <a:pos x="T4" y="T5"/>
                </a:cxn>
                <a:cxn ang="0">
                  <a:pos x="T6" y="T7"/>
                </a:cxn>
                <a:cxn ang="0">
                  <a:pos x="T8" y="T9"/>
                </a:cxn>
              </a:cxnLst>
              <a:rect l="0" t="0" r="r" b="b"/>
              <a:pathLst>
                <a:path w="18" h="7">
                  <a:moveTo>
                    <a:pt x="8" y="2"/>
                  </a:moveTo>
                  <a:cubicBezTo>
                    <a:pt x="13" y="0"/>
                    <a:pt x="17" y="0"/>
                    <a:pt x="18" y="1"/>
                  </a:cubicBezTo>
                  <a:cubicBezTo>
                    <a:pt x="18" y="2"/>
                    <a:pt x="15" y="4"/>
                    <a:pt x="10" y="5"/>
                  </a:cubicBezTo>
                  <a:cubicBezTo>
                    <a:pt x="5" y="6"/>
                    <a:pt x="2" y="7"/>
                    <a:pt x="1" y="6"/>
                  </a:cubicBezTo>
                  <a:cubicBezTo>
                    <a:pt x="0" y="5"/>
                    <a:pt x="3"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4" name="Freeform 2116">
              <a:extLst>
                <a:ext uri="{FF2B5EF4-FFF2-40B4-BE49-F238E27FC236}">
                  <a16:creationId xmlns:a16="http://schemas.microsoft.com/office/drawing/2014/main" id="{55272713-603D-D1F1-9CD5-A3A67FB0B609}"/>
                </a:ext>
              </a:extLst>
            </p:cNvPr>
            <p:cNvSpPr>
              <a:spLocks/>
            </p:cNvSpPr>
            <p:nvPr/>
          </p:nvSpPr>
          <p:spPr bwMode="auto">
            <a:xfrm rot="5094805">
              <a:off x="879177" y="3250002"/>
              <a:ext cx="45700" cy="18280"/>
            </a:xfrm>
            <a:custGeom>
              <a:avLst/>
              <a:gdLst>
                <a:gd name="T0" fmla="*/ 17 w 18"/>
                <a:gd name="T1" fmla="*/ 1 h 8"/>
                <a:gd name="T2" fmla="*/ 9 w 18"/>
                <a:gd name="T3" fmla="*/ 6 h 8"/>
                <a:gd name="T4" fmla="*/ 0 w 18"/>
                <a:gd name="T5" fmla="*/ 7 h 8"/>
                <a:gd name="T6" fmla="*/ 7 w 18"/>
                <a:gd name="T7" fmla="*/ 2 h 8"/>
                <a:gd name="T8" fmla="*/ 17 w 18"/>
                <a:gd name="T9" fmla="*/ 1 h 8"/>
              </a:gdLst>
              <a:ahLst/>
              <a:cxnLst>
                <a:cxn ang="0">
                  <a:pos x="T0" y="T1"/>
                </a:cxn>
                <a:cxn ang="0">
                  <a:pos x="T2" y="T3"/>
                </a:cxn>
                <a:cxn ang="0">
                  <a:pos x="T4" y="T5"/>
                </a:cxn>
                <a:cxn ang="0">
                  <a:pos x="T6" y="T7"/>
                </a:cxn>
                <a:cxn ang="0">
                  <a:pos x="T8" y="T9"/>
                </a:cxn>
              </a:cxnLst>
              <a:rect l="0" t="0" r="r" b="b"/>
              <a:pathLst>
                <a:path w="18" h="8">
                  <a:moveTo>
                    <a:pt x="17" y="1"/>
                  </a:moveTo>
                  <a:cubicBezTo>
                    <a:pt x="18" y="2"/>
                    <a:pt x="14" y="4"/>
                    <a:pt x="9" y="6"/>
                  </a:cubicBezTo>
                  <a:cubicBezTo>
                    <a:pt x="4" y="7"/>
                    <a:pt x="0" y="8"/>
                    <a:pt x="0" y="7"/>
                  </a:cubicBezTo>
                  <a:cubicBezTo>
                    <a:pt x="0" y="6"/>
                    <a:pt x="3" y="4"/>
                    <a:pt x="7" y="2"/>
                  </a:cubicBezTo>
                  <a:cubicBezTo>
                    <a:pt x="12" y="1"/>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5" name="Freeform 2117">
              <a:extLst>
                <a:ext uri="{FF2B5EF4-FFF2-40B4-BE49-F238E27FC236}">
                  <a16:creationId xmlns:a16="http://schemas.microsoft.com/office/drawing/2014/main" id="{231A2E7C-DEA1-0DDB-A07C-612B62B66BBE}"/>
                </a:ext>
              </a:extLst>
            </p:cNvPr>
            <p:cNvSpPr>
              <a:spLocks/>
            </p:cNvSpPr>
            <p:nvPr/>
          </p:nvSpPr>
          <p:spPr bwMode="auto">
            <a:xfrm rot="5094805">
              <a:off x="963230" y="3431684"/>
              <a:ext cx="47985" cy="22850"/>
            </a:xfrm>
            <a:custGeom>
              <a:avLst/>
              <a:gdLst>
                <a:gd name="T0" fmla="*/ 8 w 19"/>
                <a:gd name="T1" fmla="*/ 3 h 9"/>
                <a:gd name="T2" fmla="*/ 18 w 19"/>
                <a:gd name="T3" fmla="*/ 1 h 9"/>
                <a:gd name="T4" fmla="*/ 10 w 19"/>
                <a:gd name="T5" fmla="*/ 6 h 9"/>
                <a:gd name="T6" fmla="*/ 1 w 19"/>
                <a:gd name="T7" fmla="*/ 8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13" y="1"/>
                    <a:pt x="17" y="0"/>
                    <a:pt x="18" y="1"/>
                  </a:cubicBezTo>
                  <a:cubicBezTo>
                    <a:pt x="19" y="2"/>
                    <a:pt x="15" y="4"/>
                    <a:pt x="10" y="6"/>
                  </a:cubicBezTo>
                  <a:cubicBezTo>
                    <a:pt x="6" y="8"/>
                    <a:pt x="2" y="9"/>
                    <a:pt x="1" y="8"/>
                  </a:cubicBezTo>
                  <a:cubicBezTo>
                    <a:pt x="0" y="7"/>
                    <a:pt x="3"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6" name="Freeform 2118">
              <a:extLst>
                <a:ext uri="{FF2B5EF4-FFF2-40B4-BE49-F238E27FC236}">
                  <a16:creationId xmlns:a16="http://schemas.microsoft.com/office/drawing/2014/main" id="{3AF9A54C-61DE-1EE3-C98B-63E3EF4F8DD6}"/>
                </a:ext>
              </a:extLst>
            </p:cNvPr>
            <p:cNvSpPr>
              <a:spLocks/>
            </p:cNvSpPr>
            <p:nvPr/>
          </p:nvSpPr>
          <p:spPr bwMode="auto">
            <a:xfrm rot="5094805">
              <a:off x="1057640" y="3618465"/>
              <a:ext cx="43415" cy="18280"/>
            </a:xfrm>
            <a:custGeom>
              <a:avLst/>
              <a:gdLst>
                <a:gd name="T0" fmla="*/ 9 w 18"/>
                <a:gd name="T1" fmla="*/ 2 h 8"/>
                <a:gd name="T2" fmla="*/ 18 w 18"/>
                <a:gd name="T3" fmla="*/ 1 h 8"/>
                <a:gd name="T4" fmla="*/ 9 w 18"/>
                <a:gd name="T5" fmla="*/ 6 h 8"/>
                <a:gd name="T6" fmla="*/ 1 w 18"/>
                <a:gd name="T7" fmla="*/ 8 h 8"/>
                <a:gd name="T8" fmla="*/ 9 w 18"/>
                <a:gd name="T9" fmla="*/ 2 h 8"/>
              </a:gdLst>
              <a:ahLst/>
              <a:cxnLst>
                <a:cxn ang="0">
                  <a:pos x="T0" y="T1"/>
                </a:cxn>
                <a:cxn ang="0">
                  <a:pos x="T2" y="T3"/>
                </a:cxn>
                <a:cxn ang="0">
                  <a:pos x="T4" y="T5"/>
                </a:cxn>
                <a:cxn ang="0">
                  <a:pos x="T6" y="T7"/>
                </a:cxn>
                <a:cxn ang="0">
                  <a:pos x="T8" y="T9"/>
                </a:cxn>
              </a:cxnLst>
              <a:rect l="0" t="0" r="r" b="b"/>
              <a:pathLst>
                <a:path w="18" h="8">
                  <a:moveTo>
                    <a:pt x="9" y="2"/>
                  </a:moveTo>
                  <a:cubicBezTo>
                    <a:pt x="14" y="0"/>
                    <a:pt x="18" y="0"/>
                    <a:pt x="18" y="1"/>
                  </a:cubicBezTo>
                  <a:cubicBezTo>
                    <a:pt x="18" y="2"/>
                    <a:pt x="14" y="4"/>
                    <a:pt x="9" y="6"/>
                  </a:cubicBezTo>
                  <a:cubicBezTo>
                    <a:pt x="5" y="8"/>
                    <a:pt x="1" y="8"/>
                    <a:pt x="1" y="8"/>
                  </a:cubicBezTo>
                  <a:cubicBezTo>
                    <a:pt x="0" y="7"/>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7" name="Freeform 2119">
              <a:extLst>
                <a:ext uri="{FF2B5EF4-FFF2-40B4-BE49-F238E27FC236}">
                  <a16:creationId xmlns:a16="http://schemas.microsoft.com/office/drawing/2014/main" id="{0646445E-CEFC-5CAB-6533-D1ADACAEEDC2}"/>
                </a:ext>
              </a:extLst>
            </p:cNvPr>
            <p:cNvSpPr>
              <a:spLocks/>
            </p:cNvSpPr>
            <p:nvPr/>
          </p:nvSpPr>
          <p:spPr bwMode="auto">
            <a:xfrm rot="5094805">
              <a:off x="1154413" y="3800166"/>
              <a:ext cx="45700" cy="25135"/>
            </a:xfrm>
            <a:custGeom>
              <a:avLst/>
              <a:gdLst>
                <a:gd name="T0" fmla="*/ 11 w 19"/>
                <a:gd name="T1" fmla="*/ 7 h 10"/>
                <a:gd name="T2" fmla="*/ 1 w 19"/>
                <a:gd name="T3" fmla="*/ 9 h 10"/>
                <a:gd name="T4" fmla="*/ 7 w 19"/>
                <a:gd name="T5" fmla="*/ 4 h 10"/>
                <a:gd name="T6" fmla="*/ 18 w 19"/>
                <a:gd name="T7" fmla="*/ 1 h 10"/>
                <a:gd name="T8" fmla="*/ 11 w 19"/>
                <a:gd name="T9" fmla="*/ 7 h 10"/>
              </a:gdLst>
              <a:ahLst/>
              <a:cxnLst>
                <a:cxn ang="0">
                  <a:pos x="T0" y="T1"/>
                </a:cxn>
                <a:cxn ang="0">
                  <a:pos x="T2" y="T3"/>
                </a:cxn>
                <a:cxn ang="0">
                  <a:pos x="T4" y="T5"/>
                </a:cxn>
                <a:cxn ang="0">
                  <a:pos x="T6" y="T7"/>
                </a:cxn>
                <a:cxn ang="0">
                  <a:pos x="T8" y="T9"/>
                </a:cxn>
              </a:cxnLst>
              <a:rect l="0" t="0" r="r" b="b"/>
              <a:pathLst>
                <a:path w="19" h="10">
                  <a:moveTo>
                    <a:pt x="11" y="7"/>
                  </a:moveTo>
                  <a:cubicBezTo>
                    <a:pt x="6" y="9"/>
                    <a:pt x="1" y="10"/>
                    <a:pt x="1" y="9"/>
                  </a:cubicBezTo>
                  <a:cubicBezTo>
                    <a:pt x="0" y="8"/>
                    <a:pt x="3" y="6"/>
                    <a:pt x="7" y="4"/>
                  </a:cubicBezTo>
                  <a:cubicBezTo>
                    <a:pt x="12" y="2"/>
                    <a:pt x="17" y="0"/>
                    <a:pt x="18" y="1"/>
                  </a:cubicBezTo>
                  <a:cubicBezTo>
                    <a:pt x="19" y="2"/>
                    <a:pt x="15" y="4"/>
                    <a:pt x="1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8" name="Freeform 2120">
              <a:extLst>
                <a:ext uri="{FF2B5EF4-FFF2-40B4-BE49-F238E27FC236}">
                  <a16:creationId xmlns:a16="http://schemas.microsoft.com/office/drawing/2014/main" id="{8A8C37E6-2A0B-979A-C366-4DF6F886A0CB}"/>
                </a:ext>
              </a:extLst>
            </p:cNvPr>
            <p:cNvSpPr>
              <a:spLocks/>
            </p:cNvSpPr>
            <p:nvPr/>
          </p:nvSpPr>
          <p:spPr bwMode="auto">
            <a:xfrm rot="5094805">
              <a:off x="1256780" y="3984894"/>
              <a:ext cx="45700" cy="22850"/>
            </a:xfrm>
            <a:custGeom>
              <a:avLst/>
              <a:gdLst>
                <a:gd name="T0" fmla="*/ 10 w 18"/>
                <a:gd name="T1" fmla="*/ 6 h 9"/>
                <a:gd name="T2" fmla="*/ 0 w 18"/>
                <a:gd name="T3" fmla="*/ 8 h 9"/>
                <a:gd name="T4" fmla="*/ 7 w 18"/>
                <a:gd name="T5" fmla="*/ 3 h 9"/>
                <a:gd name="T6" fmla="*/ 18 w 18"/>
                <a:gd name="T7" fmla="*/ 0 h 9"/>
                <a:gd name="T8" fmla="*/ 10 w 18"/>
                <a:gd name="T9" fmla="*/ 6 h 9"/>
              </a:gdLst>
              <a:ahLst/>
              <a:cxnLst>
                <a:cxn ang="0">
                  <a:pos x="T0" y="T1"/>
                </a:cxn>
                <a:cxn ang="0">
                  <a:pos x="T2" y="T3"/>
                </a:cxn>
                <a:cxn ang="0">
                  <a:pos x="T4" y="T5"/>
                </a:cxn>
                <a:cxn ang="0">
                  <a:pos x="T6" y="T7"/>
                </a:cxn>
                <a:cxn ang="0">
                  <a:pos x="T8" y="T9"/>
                </a:cxn>
              </a:cxnLst>
              <a:rect l="0" t="0" r="r" b="b"/>
              <a:pathLst>
                <a:path w="18" h="9">
                  <a:moveTo>
                    <a:pt x="10" y="6"/>
                  </a:moveTo>
                  <a:cubicBezTo>
                    <a:pt x="5" y="8"/>
                    <a:pt x="1" y="9"/>
                    <a:pt x="0" y="8"/>
                  </a:cubicBezTo>
                  <a:cubicBezTo>
                    <a:pt x="0" y="7"/>
                    <a:pt x="3" y="5"/>
                    <a:pt x="7" y="3"/>
                  </a:cubicBezTo>
                  <a:cubicBezTo>
                    <a:pt x="12" y="1"/>
                    <a:pt x="17" y="0"/>
                    <a:pt x="18" y="0"/>
                  </a:cubicBezTo>
                  <a:cubicBezTo>
                    <a:pt x="18" y="1"/>
                    <a:pt x="15"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9" name="Freeform 2121">
              <a:extLst>
                <a:ext uri="{FF2B5EF4-FFF2-40B4-BE49-F238E27FC236}">
                  <a16:creationId xmlns:a16="http://schemas.microsoft.com/office/drawing/2014/main" id="{3D798F5D-9E7E-9F62-B8D5-BC3668574495}"/>
                </a:ext>
              </a:extLst>
            </p:cNvPr>
            <p:cNvSpPr>
              <a:spLocks/>
            </p:cNvSpPr>
            <p:nvPr/>
          </p:nvSpPr>
          <p:spPr bwMode="auto">
            <a:xfrm rot="5094805">
              <a:off x="1360179" y="4168281"/>
              <a:ext cx="47985" cy="20565"/>
            </a:xfrm>
            <a:custGeom>
              <a:avLst/>
              <a:gdLst>
                <a:gd name="T0" fmla="*/ 8 w 19"/>
                <a:gd name="T1" fmla="*/ 3 h 9"/>
                <a:gd name="T2" fmla="*/ 18 w 19"/>
                <a:gd name="T3" fmla="*/ 1 h 9"/>
                <a:gd name="T4" fmla="*/ 11 w 19"/>
                <a:gd name="T5" fmla="*/ 6 h 9"/>
                <a:gd name="T6" fmla="*/ 1 w 19"/>
                <a:gd name="T7" fmla="*/ 9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13" y="1"/>
                    <a:pt x="18" y="0"/>
                    <a:pt x="18" y="1"/>
                  </a:cubicBezTo>
                  <a:cubicBezTo>
                    <a:pt x="19" y="2"/>
                    <a:pt x="16" y="4"/>
                    <a:pt x="11" y="6"/>
                  </a:cubicBezTo>
                  <a:cubicBezTo>
                    <a:pt x="6" y="8"/>
                    <a:pt x="3" y="9"/>
                    <a:pt x="1" y="9"/>
                  </a:cubicBezTo>
                  <a:cubicBezTo>
                    <a:pt x="0" y="8"/>
                    <a:pt x="3"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0" name="Freeform 2122">
              <a:extLst>
                <a:ext uri="{FF2B5EF4-FFF2-40B4-BE49-F238E27FC236}">
                  <a16:creationId xmlns:a16="http://schemas.microsoft.com/office/drawing/2014/main" id="{B64CD5FD-9DC8-3950-DBE7-4CF494E3BBA1}"/>
                </a:ext>
              </a:extLst>
            </p:cNvPr>
            <p:cNvSpPr>
              <a:spLocks/>
            </p:cNvSpPr>
            <p:nvPr/>
          </p:nvSpPr>
          <p:spPr bwMode="auto">
            <a:xfrm rot="5094805">
              <a:off x="862857" y="1474872"/>
              <a:ext cx="43415" cy="31990"/>
            </a:xfrm>
            <a:custGeom>
              <a:avLst/>
              <a:gdLst>
                <a:gd name="T0" fmla="*/ 9 w 18"/>
                <a:gd name="T1" fmla="*/ 3 h 13"/>
                <a:gd name="T2" fmla="*/ 18 w 18"/>
                <a:gd name="T3" fmla="*/ 11 h 13"/>
                <a:gd name="T4" fmla="*/ 9 w 18"/>
                <a:gd name="T5" fmla="*/ 10 h 13"/>
                <a:gd name="T6" fmla="*/ 1 w 18"/>
                <a:gd name="T7" fmla="*/ 2 h 13"/>
                <a:gd name="T8" fmla="*/ 9 w 18"/>
                <a:gd name="T9" fmla="*/ 3 h 13"/>
              </a:gdLst>
              <a:ahLst/>
              <a:cxnLst>
                <a:cxn ang="0">
                  <a:pos x="T0" y="T1"/>
                </a:cxn>
                <a:cxn ang="0">
                  <a:pos x="T2" y="T3"/>
                </a:cxn>
                <a:cxn ang="0">
                  <a:pos x="T4" y="T5"/>
                </a:cxn>
                <a:cxn ang="0">
                  <a:pos x="T6" y="T7"/>
                </a:cxn>
                <a:cxn ang="0">
                  <a:pos x="T8" y="T9"/>
                </a:cxn>
              </a:cxnLst>
              <a:rect l="0" t="0" r="r" b="b"/>
              <a:pathLst>
                <a:path w="18" h="13">
                  <a:moveTo>
                    <a:pt x="9" y="3"/>
                  </a:moveTo>
                  <a:cubicBezTo>
                    <a:pt x="14" y="5"/>
                    <a:pt x="18" y="9"/>
                    <a:pt x="18" y="11"/>
                  </a:cubicBezTo>
                  <a:cubicBezTo>
                    <a:pt x="18" y="13"/>
                    <a:pt x="14" y="12"/>
                    <a:pt x="9" y="10"/>
                  </a:cubicBezTo>
                  <a:cubicBezTo>
                    <a:pt x="5" y="8"/>
                    <a:pt x="1" y="4"/>
                    <a:pt x="1" y="2"/>
                  </a:cubicBezTo>
                  <a:cubicBezTo>
                    <a:pt x="0" y="0"/>
                    <a:pt x="4" y="0"/>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1" name="Freeform 2123">
              <a:extLst>
                <a:ext uri="{FF2B5EF4-FFF2-40B4-BE49-F238E27FC236}">
                  <a16:creationId xmlns:a16="http://schemas.microsoft.com/office/drawing/2014/main" id="{BB984348-171B-7B35-E78A-4E53751A2B7E}"/>
                </a:ext>
              </a:extLst>
            </p:cNvPr>
            <p:cNvSpPr>
              <a:spLocks/>
            </p:cNvSpPr>
            <p:nvPr/>
          </p:nvSpPr>
          <p:spPr bwMode="auto">
            <a:xfrm rot="5094805">
              <a:off x="936465" y="1270832"/>
              <a:ext cx="47985" cy="31990"/>
            </a:xfrm>
            <a:custGeom>
              <a:avLst/>
              <a:gdLst>
                <a:gd name="T0" fmla="*/ 11 w 19"/>
                <a:gd name="T1" fmla="*/ 11 h 13"/>
                <a:gd name="T2" fmla="*/ 0 w 19"/>
                <a:gd name="T3" fmla="*/ 2 h 13"/>
                <a:gd name="T4" fmla="*/ 7 w 19"/>
                <a:gd name="T5" fmla="*/ 1 h 13"/>
                <a:gd name="T6" fmla="*/ 18 w 19"/>
                <a:gd name="T7" fmla="*/ 10 h 13"/>
                <a:gd name="T8" fmla="*/ 11 w 19"/>
                <a:gd name="T9" fmla="*/ 11 h 13"/>
              </a:gdLst>
              <a:ahLst/>
              <a:cxnLst>
                <a:cxn ang="0">
                  <a:pos x="T0" y="T1"/>
                </a:cxn>
                <a:cxn ang="0">
                  <a:pos x="T2" y="T3"/>
                </a:cxn>
                <a:cxn ang="0">
                  <a:pos x="T4" y="T5"/>
                </a:cxn>
                <a:cxn ang="0">
                  <a:pos x="T6" y="T7"/>
                </a:cxn>
                <a:cxn ang="0">
                  <a:pos x="T8" y="T9"/>
                </a:cxn>
              </a:cxnLst>
              <a:rect l="0" t="0" r="r" b="b"/>
              <a:pathLst>
                <a:path w="19" h="13">
                  <a:moveTo>
                    <a:pt x="11" y="11"/>
                  </a:moveTo>
                  <a:cubicBezTo>
                    <a:pt x="6" y="9"/>
                    <a:pt x="1" y="5"/>
                    <a:pt x="0" y="2"/>
                  </a:cubicBezTo>
                  <a:cubicBezTo>
                    <a:pt x="0" y="0"/>
                    <a:pt x="3" y="0"/>
                    <a:pt x="7" y="1"/>
                  </a:cubicBezTo>
                  <a:cubicBezTo>
                    <a:pt x="12" y="3"/>
                    <a:pt x="17" y="7"/>
                    <a:pt x="18" y="10"/>
                  </a:cubicBezTo>
                  <a:cubicBezTo>
                    <a:pt x="19" y="13"/>
                    <a:pt x="16" y="13"/>
                    <a:pt x="1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2" name="Freeform 2124">
              <a:extLst>
                <a:ext uri="{FF2B5EF4-FFF2-40B4-BE49-F238E27FC236}">
                  <a16:creationId xmlns:a16="http://schemas.microsoft.com/office/drawing/2014/main" id="{8EFFE117-EA0C-CC49-0B86-E00E9216B1CD}"/>
                </a:ext>
              </a:extLst>
            </p:cNvPr>
            <p:cNvSpPr>
              <a:spLocks/>
            </p:cNvSpPr>
            <p:nvPr/>
          </p:nvSpPr>
          <p:spPr bwMode="auto">
            <a:xfrm rot="5094805">
              <a:off x="1008750" y="1063880"/>
              <a:ext cx="43415" cy="34275"/>
            </a:xfrm>
            <a:custGeom>
              <a:avLst/>
              <a:gdLst>
                <a:gd name="T0" fmla="*/ 9 w 18"/>
                <a:gd name="T1" fmla="*/ 2 h 14"/>
                <a:gd name="T2" fmla="*/ 18 w 18"/>
                <a:gd name="T3" fmla="*/ 11 h 14"/>
                <a:gd name="T4" fmla="*/ 9 w 18"/>
                <a:gd name="T5" fmla="*/ 11 h 14"/>
                <a:gd name="T6" fmla="*/ 0 w 18"/>
                <a:gd name="T7" fmla="*/ 3 h 14"/>
                <a:gd name="T8" fmla="*/ 9 w 18"/>
                <a:gd name="T9" fmla="*/ 2 h 14"/>
              </a:gdLst>
              <a:ahLst/>
              <a:cxnLst>
                <a:cxn ang="0">
                  <a:pos x="T0" y="T1"/>
                </a:cxn>
                <a:cxn ang="0">
                  <a:pos x="T2" y="T3"/>
                </a:cxn>
                <a:cxn ang="0">
                  <a:pos x="T4" y="T5"/>
                </a:cxn>
                <a:cxn ang="0">
                  <a:pos x="T6" y="T7"/>
                </a:cxn>
                <a:cxn ang="0">
                  <a:pos x="T8" y="T9"/>
                </a:cxn>
              </a:cxnLst>
              <a:rect l="0" t="0" r="r" b="b"/>
              <a:pathLst>
                <a:path w="18" h="14">
                  <a:moveTo>
                    <a:pt x="9" y="2"/>
                  </a:moveTo>
                  <a:cubicBezTo>
                    <a:pt x="14" y="4"/>
                    <a:pt x="18" y="8"/>
                    <a:pt x="18" y="11"/>
                  </a:cubicBezTo>
                  <a:cubicBezTo>
                    <a:pt x="18" y="14"/>
                    <a:pt x="14" y="14"/>
                    <a:pt x="9" y="11"/>
                  </a:cubicBezTo>
                  <a:cubicBezTo>
                    <a:pt x="5" y="9"/>
                    <a:pt x="1" y="5"/>
                    <a:pt x="0" y="3"/>
                  </a:cubicBezTo>
                  <a:cubicBezTo>
                    <a:pt x="0" y="0"/>
                    <a:pt x="4" y="0"/>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3" name="Freeform 2125">
              <a:extLst>
                <a:ext uri="{FF2B5EF4-FFF2-40B4-BE49-F238E27FC236}">
                  <a16:creationId xmlns:a16="http://schemas.microsoft.com/office/drawing/2014/main" id="{865987E3-B508-ECBA-0AB4-F950BBFD9748}"/>
                </a:ext>
              </a:extLst>
            </p:cNvPr>
            <p:cNvSpPr>
              <a:spLocks/>
            </p:cNvSpPr>
            <p:nvPr/>
          </p:nvSpPr>
          <p:spPr bwMode="auto">
            <a:xfrm rot="5094805">
              <a:off x="1067467" y="860120"/>
              <a:ext cx="45700" cy="34275"/>
            </a:xfrm>
            <a:custGeom>
              <a:avLst/>
              <a:gdLst>
                <a:gd name="T0" fmla="*/ 18 w 18"/>
                <a:gd name="T1" fmla="*/ 10 h 14"/>
                <a:gd name="T2" fmla="*/ 9 w 18"/>
                <a:gd name="T3" fmla="*/ 12 h 14"/>
                <a:gd name="T4" fmla="*/ 1 w 18"/>
                <a:gd name="T5" fmla="*/ 3 h 14"/>
                <a:gd name="T6" fmla="*/ 9 w 18"/>
                <a:gd name="T7" fmla="*/ 1 h 14"/>
                <a:gd name="T8" fmla="*/ 18 w 18"/>
                <a:gd name="T9" fmla="*/ 10 h 14"/>
              </a:gdLst>
              <a:ahLst/>
              <a:cxnLst>
                <a:cxn ang="0">
                  <a:pos x="T0" y="T1"/>
                </a:cxn>
                <a:cxn ang="0">
                  <a:pos x="T2" y="T3"/>
                </a:cxn>
                <a:cxn ang="0">
                  <a:pos x="T4" y="T5"/>
                </a:cxn>
                <a:cxn ang="0">
                  <a:pos x="T6" y="T7"/>
                </a:cxn>
                <a:cxn ang="0">
                  <a:pos x="T8" y="T9"/>
                </a:cxn>
              </a:cxnLst>
              <a:rect l="0" t="0" r="r" b="b"/>
              <a:pathLst>
                <a:path w="18" h="14">
                  <a:moveTo>
                    <a:pt x="18" y="10"/>
                  </a:moveTo>
                  <a:cubicBezTo>
                    <a:pt x="18" y="13"/>
                    <a:pt x="14" y="14"/>
                    <a:pt x="9" y="12"/>
                  </a:cubicBezTo>
                  <a:cubicBezTo>
                    <a:pt x="4" y="10"/>
                    <a:pt x="0" y="6"/>
                    <a:pt x="1" y="3"/>
                  </a:cubicBezTo>
                  <a:cubicBezTo>
                    <a:pt x="1" y="0"/>
                    <a:pt x="4" y="0"/>
                    <a:pt x="9" y="1"/>
                  </a:cubicBezTo>
                  <a:cubicBezTo>
                    <a:pt x="14" y="3"/>
                    <a:pt x="18" y="7"/>
                    <a:pt x="1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4" name="Freeform 2126">
              <a:extLst>
                <a:ext uri="{FF2B5EF4-FFF2-40B4-BE49-F238E27FC236}">
                  <a16:creationId xmlns:a16="http://schemas.microsoft.com/office/drawing/2014/main" id="{64C6BE0D-7278-7694-1278-A086B53D20F1}"/>
                </a:ext>
              </a:extLst>
            </p:cNvPr>
            <p:cNvSpPr>
              <a:spLocks/>
            </p:cNvSpPr>
            <p:nvPr/>
          </p:nvSpPr>
          <p:spPr bwMode="auto">
            <a:xfrm rot="5094805">
              <a:off x="1108081" y="658077"/>
              <a:ext cx="45700" cy="36560"/>
            </a:xfrm>
            <a:custGeom>
              <a:avLst/>
              <a:gdLst>
                <a:gd name="T0" fmla="*/ 9 w 19"/>
                <a:gd name="T1" fmla="*/ 1 h 14"/>
                <a:gd name="T2" fmla="*/ 19 w 19"/>
                <a:gd name="T3" fmla="*/ 10 h 14"/>
                <a:gd name="T4" fmla="*/ 10 w 19"/>
                <a:gd name="T5" fmla="*/ 13 h 14"/>
                <a:gd name="T6" fmla="*/ 1 w 19"/>
                <a:gd name="T7" fmla="*/ 5 h 14"/>
                <a:gd name="T8" fmla="*/ 9 w 19"/>
                <a:gd name="T9" fmla="*/ 1 h 14"/>
              </a:gdLst>
              <a:ahLst/>
              <a:cxnLst>
                <a:cxn ang="0">
                  <a:pos x="T0" y="T1"/>
                </a:cxn>
                <a:cxn ang="0">
                  <a:pos x="T2" y="T3"/>
                </a:cxn>
                <a:cxn ang="0">
                  <a:pos x="T4" y="T5"/>
                </a:cxn>
                <a:cxn ang="0">
                  <a:pos x="T6" y="T7"/>
                </a:cxn>
                <a:cxn ang="0">
                  <a:pos x="T8" y="T9"/>
                </a:cxn>
              </a:cxnLst>
              <a:rect l="0" t="0" r="r" b="b"/>
              <a:pathLst>
                <a:path w="19" h="14">
                  <a:moveTo>
                    <a:pt x="9" y="1"/>
                  </a:moveTo>
                  <a:cubicBezTo>
                    <a:pt x="14" y="2"/>
                    <a:pt x="18" y="6"/>
                    <a:pt x="19" y="10"/>
                  </a:cubicBezTo>
                  <a:cubicBezTo>
                    <a:pt x="19" y="13"/>
                    <a:pt x="15" y="14"/>
                    <a:pt x="10" y="13"/>
                  </a:cubicBezTo>
                  <a:cubicBezTo>
                    <a:pt x="6" y="12"/>
                    <a:pt x="2" y="8"/>
                    <a:pt x="1" y="5"/>
                  </a:cubicBezTo>
                  <a:cubicBezTo>
                    <a:pt x="0" y="2"/>
                    <a:pt x="4"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5" name="Freeform 2127">
              <a:extLst>
                <a:ext uri="{FF2B5EF4-FFF2-40B4-BE49-F238E27FC236}">
                  <a16:creationId xmlns:a16="http://schemas.microsoft.com/office/drawing/2014/main" id="{C2598775-30CC-0D24-768D-E469C06B2EC6}"/>
                </a:ext>
              </a:extLst>
            </p:cNvPr>
            <p:cNvSpPr>
              <a:spLocks/>
            </p:cNvSpPr>
            <p:nvPr/>
          </p:nvSpPr>
          <p:spPr bwMode="auto">
            <a:xfrm rot="5094805">
              <a:off x="1126245" y="465003"/>
              <a:ext cx="43415" cy="31990"/>
            </a:xfrm>
            <a:custGeom>
              <a:avLst/>
              <a:gdLst>
                <a:gd name="T0" fmla="*/ 17 w 18"/>
                <a:gd name="T1" fmla="*/ 7 h 13"/>
                <a:gd name="T2" fmla="*/ 10 w 18"/>
                <a:gd name="T3" fmla="*/ 13 h 13"/>
                <a:gd name="T4" fmla="*/ 0 w 18"/>
                <a:gd name="T5" fmla="*/ 5 h 13"/>
                <a:gd name="T6" fmla="*/ 7 w 18"/>
                <a:gd name="T7" fmla="*/ 0 h 13"/>
                <a:gd name="T8" fmla="*/ 17 w 18"/>
                <a:gd name="T9" fmla="*/ 7 h 13"/>
              </a:gdLst>
              <a:ahLst/>
              <a:cxnLst>
                <a:cxn ang="0">
                  <a:pos x="T0" y="T1"/>
                </a:cxn>
                <a:cxn ang="0">
                  <a:pos x="T2" y="T3"/>
                </a:cxn>
                <a:cxn ang="0">
                  <a:pos x="T4" y="T5"/>
                </a:cxn>
                <a:cxn ang="0">
                  <a:pos x="T6" y="T7"/>
                </a:cxn>
                <a:cxn ang="0">
                  <a:pos x="T8" y="T9"/>
                </a:cxn>
              </a:cxnLst>
              <a:rect l="0" t="0" r="r" b="b"/>
              <a:pathLst>
                <a:path w="18" h="13">
                  <a:moveTo>
                    <a:pt x="17" y="7"/>
                  </a:moveTo>
                  <a:cubicBezTo>
                    <a:pt x="18" y="10"/>
                    <a:pt x="15" y="13"/>
                    <a:pt x="10" y="13"/>
                  </a:cubicBezTo>
                  <a:cubicBezTo>
                    <a:pt x="5" y="12"/>
                    <a:pt x="1" y="9"/>
                    <a:pt x="0" y="5"/>
                  </a:cubicBezTo>
                  <a:cubicBezTo>
                    <a:pt x="0" y="3"/>
                    <a:pt x="3" y="0"/>
                    <a:pt x="7" y="0"/>
                  </a:cubicBezTo>
                  <a:cubicBezTo>
                    <a:pt x="12" y="0"/>
                    <a:pt x="16" y="3"/>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6" name="Freeform 2128">
              <a:extLst>
                <a:ext uri="{FF2B5EF4-FFF2-40B4-BE49-F238E27FC236}">
                  <a16:creationId xmlns:a16="http://schemas.microsoft.com/office/drawing/2014/main" id="{427DDE12-C0E0-D1DB-56FB-3C8E5B99E00F}"/>
                </a:ext>
              </a:extLst>
            </p:cNvPr>
            <p:cNvSpPr>
              <a:spLocks/>
            </p:cNvSpPr>
            <p:nvPr/>
          </p:nvSpPr>
          <p:spPr bwMode="auto">
            <a:xfrm rot="5094805">
              <a:off x="1111292" y="271140"/>
              <a:ext cx="47985" cy="31990"/>
            </a:xfrm>
            <a:custGeom>
              <a:avLst/>
              <a:gdLst>
                <a:gd name="T0" fmla="*/ 8 w 19"/>
                <a:gd name="T1" fmla="*/ 0 h 13"/>
                <a:gd name="T2" fmla="*/ 18 w 19"/>
                <a:gd name="T3" fmla="*/ 6 h 13"/>
                <a:gd name="T4" fmla="*/ 10 w 19"/>
                <a:gd name="T5" fmla="*/ 13 h 13"/>
                <a:gd name="T6" fmla="*/ 1 w 19"/>
                <a:gd name="T7" fmla="*/ 8 h 13"/>
                <a:gd name="T8" fmla="*/ 8 w 19"/>
                <a:gd name="T9" fmla="*/ 0 h 13"/>
              </a:gdLst>
              <a:ahLst/>
              <a:cxnLst>
                <a:cxn ang="0">
                  <a:pos x="T0" y="T1"/>
                </a:cxn>
                <a:cxn ang="0">
                  <a:pos x="T2" y="T3"/>
                </a:cxn>
                <a:cxn ang="0">
                  <a:pos x="T4" y="T5"/>
                </a:cxn>
                <a:cxn ang="0">
                  <a:pos x="T6" y="T7"/>
                </a:cxn>
                <a:cxn ang="0">
                  <a:pos x="T8" y="T9"/>
                </a:cxn>
              </a:cxnLst>
              <a:rect l="0" t="0" r="r" b="b"/>
              <a:pathLst>
                <a:path w="19" h="13">
                  <a:moveTo>
                    <a:pt x="8" y="0"/>
                  </a:moveTo>
                  <a:cubicBezTo>
                    <a:pt x="13" y="0"/>
                    <a:pt x="17" y="3"/>
                    <a:pt x="18" y="6"/>
                  </a:cubicBezTo>
                  <a:cubicBezTo>
                    <a:pt x="19" y="10"/>
                    <a:pt x="15" y="13"/>
                    <a:pt x="10" y="13"/>
                  </a:cubicBezTo>
                  <a:cubicBezTo>
                    <a:pt x="6" y="13"/>
                    <a:pt x="2" y="11"/>
                    <a:pt x="1" y="8"/>
                  </a:cubicBezTo>
                  <a:cubicBezTo>
                    <a:pt x="0" y="5"/>
                    <a:pt x="3" y="1"/>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7" name="Freeform 2129">
              <a:extLst>
                <a:ext uri="{FF2B5EF4-FFF2-40B4-BE49-F238E27FC236}">
                  <a16:creationId xmlns:a16="http://schemas.microsoft.com/office/drawing/2014/main" id="{F982029F-A3D8-C79F-EDE2-1FFB3166141B}"/>
                </a:ext>
              </a:extLst>
            </p:cNvPr>
            <p:cNvSpPr>
              <a:spLocks/>
            </p:cNvSpPr>
            <p:nvPr/>
          </p:nvSpPr>
          <p:spPr bwMode="auto">
            <a:xfrm rot="5094805">
              <a:off x="1063654" y="81647"/>
              <a:ext cx="45700" cy="36560"/>
            </a:xfrm>
            <a:custGeom>
              <a:avLst/>
              <a:gdLst>
                <a:gd name="T0" fmla="*/ 17 w 18"/>
                <a:gd name="T1" fmla="*/ 5 h 15"/>
                <a:gd name="T2" fmla="*/ 9 w 18"/>
                <a:gd name="T3" fmla="*/ 14 h 15"/>
                <a:gd name="T4" fmla="*/ 0 w 18"/>
                <a:gd name="T5" fmla="*/ 10 h 15"/>
                <a:gd name="T6" fmla="*/ 7 w 18"/>
                <a:gd name="T7" fmla="*/ 2 h 15"/>
                <a:gd name="T8" fmla="*/ 17 w 18"/>
                <a:gd name="T9" fmla="*/ 5 h 15"/>
              </a:gdLst>
              <a:ahLst/>
              <a:cxnLst>
                <a:cxn ang="0">
                  <a:pos x="T0" y="T1"/>
                </a:cxn>
                <a:cxn ang="0">
                  <a:pos x="T2" y="T3"/>
                </a:cxn>
                <a:cxn ang="0">
                  <a:pos x="T4" y="T5"/>
                </a:cxn>
                <a:cxn ang="0">
                  <a:pos x="T6" y="T7"/>
                </a:cxn>
                <a:cxn ang="0">
                  <a:pos x="T8" y="T9"/>
                </a:cxn>
              </a:cxnLst>
              <a:rect l="0" t="0" r="r" b="b"/>
              <a:pathLst>
                <a:path w="18" h="15">
                  <a:moveTo>
                    <a:pt x="17" y="5"/>
                  </a:moveTo>
                  <a:cubicBezTo>
                    <a:pt x="18" y="9"/>
                    <a:pt x="14" y="13"/>
                    <a:pt x="9" y="14"/>
                  </a:cubicBezTo>
                  <a:cubicBezTo>
                    <a:pt x="5" y="15"/>
                    <a:pt x="0" y="13"/>
                    <a:pt x="0" y="10"/>
                  </a:cubicBezTo>
                  <a:cubicBezTo>
                    <a:pt x="0" y="7"/>
                    <a:pt x="3" y="3"/>
                    <a:pt x="7" y="2"/>
                  </a:cubicBezTo>
                  <a:cubicBezTo>
                    <a:pt x="12" y="0"/>
                    <a:pt x="16" y="2"/>
                    <a:pt x="1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8" name="Freeform 2150">
              <a:extLst>
                <a:ext uri="{FF2B5EF4-FFF2-40B4-BE49-F238E27FC236}">
                  <a16:creationId xmlns:a16="http://schemas.microsoft.com/office/drawing/2014/main" id="{F840ED3B-FD6F-C766-D36E-CDD403D13E9E}"/>
                </a:ext>
              </a:extLst>
            </p:cNvPr>
            <p:cNvSpPr>
              <a:spLocks/>
            </p:cNvSpPr>
            <p:nvPr/>
          </p:nvSpPr>
          <p:spPr bwMode="auto">
            <a:xfrm rot="5094805">
              <a:off x="1470626" y="4351456"/>
              <a:ext cx="41130" cy="22850"/>
            </a:xfrm>
            <a:custGeom>
              <a:avLst/>
              <a:gdLst>
                <a:gd name="T0" fmla="*/ 17 w 17"/>
                <a:gd name="T1" fmla="*/ 1 h 10"/>
                <a:gd name="T2" fmla="*/ 9 w 17"/>
                <a:gd name="T3" fmla="*/ 7 h 10"/>
                <a:gd name="T4" fmla="*/ 0 w 17"/>
                <a:gd name="T5" fmla="*/ 9 h 10"/>
                <a:gd name="T6" fmla="*/ 8 w 17"/>
                <a:gd name="T7" fmla="*/ 3 h 10"/>
                <a:gd name="T8" fmla="*/ 17 w 17"/>
                <a:gd name="T9" fmla="*/ 1 h 10"/>
              </a:gdLst>
              <a:ahLst/>
              <a:cxnLst>
                <a:cxn ang="0">
                  <a:pos x="T0" y="T1"/>
                </a:cxn>
                <a:cxn ang="0">
                  <a:pos x="T2" y="T3"/>
                </a:cxn>
                <a:cxn ang="0">
                  <a:pos x="T4" y="T5"/>
                </a:cxn>
                <a:cxn ang="0">
                  <a:pos x="T6" y="T7"/>
                </a:cxn>
                <a:cxn ang="0">
                  <a:pos x="T8" y="T9"/>
                </a:cxn>
              </a:cxnLst>
              <a:rect l="0" t="0" r="r" b="b"/>
              <a:pathLst>
                <a:path w="17" h="10">
                  <a:moveTo>
                    <a:pt x="17" y="1"/>
                  </a:moveTo>
                  <a:cubicBezTo>
                    <a:pt x="17" y="3"/>
                    <a:pt x="14" y="5"/>
                    <a:pt x="9" y="7"/>
                  </a:cubicBezTo>
                  <a:cubicBezTo>
                    <a:pt x="4" y="10"/>
                    <a:pt x="0" y="10"/>
                    <a:pt x="0" y="9"/>
                  </a:cubicBezTo>
                  <a:cubicBezTo>
                    <a:pt x="0" y="8"/>
                    <a:pt x="3" y="5"/>
                    <a:pt x="8" y="3"/>
                  </a:cubicBezTo>
                  <a:cubicBezTo>
                    <a:pt x="13" y="1"/>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9" name="Freeform 2151">
              <a:extLst>
                <a:ext uri="{FF2B5EF4-FFF2-40B4-BE49-F238E27FC236}">
                  <a16:creationId xmlns:a16="http://schemas.microsoft.com/office/drawing/2014/main" id="{40D156EA-0ED7-E562-E514-A236CA6A5BC7}"/>
                </a:ext>
              </a:extLst>
            </p:cNvPr>
            <p:cNvSpPr>
              <a:spLocks/>
            </p:cNvSpPr>
            <p:nvPr/>
          </p:nvSpPr>
          <p:spPr bwMode="auto">
            <a:xfrm rot="5094805">
              <a:off x="1575163" y="4533599"/>
              <a:ext cx="43415" cy="22850"/>
            </a:xfrm>
            <a:custGeom>
              <a:avLst/>
              <a:gdLst>
                <a:gd name="T0" fmla="*/ 18 w 18"/>
                <a:gd name="T1" fmla="*/ 1 h 10"/>
                <a:gd name="T2" fmla="*/ 9 w 18"/>
                <a:gd name="T3" fmla="*/ 8 h 10"/>
                <a:gd name="T4" fmla="*/ 1 w 18"/>
                <a:gd name="T5" fmla="*/ 9 h 10"/>
                <a:gd name="T6" fmla="*/ 9 w 18"/>
                <a:gd name="T7" fmla="*/ 3 h 10"/>
                <a:gd name="T8" fmla="*/ 18 w 18"/>
                <a:gd name="T9" fmla="*/ 1 h 10"/>
              </a:gdLst>
              <a:ahLst/>
              <a:cxnLst>
                <a:cxn ang="0">
                  <a:pos x="T0" y="T1"/>
                </a:cxn>
                <a:cxn ang="0">
                  <a:pos x="T2" y="T3"/>
                </a:cxn>
                <a:cxn ang="0">
                  <a:pos x="T4" y="T5"/>
                </a:cxn>
                <a:cxn ang="0">
                  <a:pos x="T6" y="T7"/>
                </a:cxn>
                <a:cxn ang="0">
                  <a:pos x="T8" y="T9"/>
                </a:cxn>
              </a:cxnLst>
              <a:rect l="0" t="0" r="r" b="b"/>
              <a:pathLst>
                <a:path w="18" h="10">
                  <a:moveTo>
                    <a:pt x="18" y="1"/>
                  </a:moveTo>
                  <a:cubicBezTo>
                    <a:pt x="18" y="3"/>
                    <a:pt x="14" y="5"/>
                    <a:pt x="9" y="8"/>
                  </a:cubicBezTo>
                  <a:cubicBezTo>
                    <a:pt x="4" y="10"/>
                    <a:pt x="0" y="10"/>
                    <a:pt x="1" y="9"/>
                  </a:cubicBezTo>
                  <a:cubicBezTo>
                    <a:pt x="1" y="7"/>
                    <a:pt x="5" y="5"/>
                    <a:pt x="9"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0" name="Freeform 2152">
              <a:extLst>
                <a:ext uri="{FF2B5EF4-FFF2-40B4-BE49-F238E27FC236}">
                  <a16:creationId xmlns:a16="http://schemas.microsoft.com/office/drawing/2014/main" id="{01262153-D815-8302-DBC1-A8DDCCD7B0F8}"/>
                </a:ext>
              </a:extLst>
            </p:cNvPr>
            <p:cNvSpPr>
              <a:spLocks/>
            </p:cNvSpPr>
            <p:nvPr/>
          </p:nvSpPr>
          <p:spPr bwMode="auto">
            <a:xfrm rot="5094805">
              <a:off x="1677732" y="4718318"/>
              <a:ext cx="43415" cy="25135"/>
            </a:xfrm>
            <a:custGeom>
              <a:avLst/>
              <a:gdLst>
                <a:gd name="T0" fmla="*/ 17 w 17"/>
                <a:gd name="T1" fmla="*/ 1 h 10"/>
                <a:gd name="T2" fmla="*/ 8 w 17"/>
                <a:gd name="T3" fmla="*/ 7 h 10"/>
                <a:gd name="T4" fmla="*/ 0 w 17"/>
                <a:gd name="T5" fmla="*/ 8 h 10"/>
                <a:gd name="T6" fmla="*/ 7 w 17"/>
                <a:gd name="T7" fmla="*/ 3 h 10"/>
                <a:gd name="T8" fmla="*/ 17 w 17"/>
                <a:gd name="T9" fmla="*/ 1 h 10"/>
              </a:gdLst>
              <a:ahLst/>
              <a:cxnLst>
                <a:cxn ang="0">
                  <a:pos x="T0" y="T1"/>
                </a:cxn>
                <a:cxn ang="0">
                  <a:pos x="T2" y="T3"/>
                </a:cxn>
                <a:cxn ang="0">
                  <a:pos x="T4" y="T5"/>
                </a:cxn>
                <a:cxn ang="0">
                  <a:pos x="T6" y="T7"/>
                </a:cxn>
                <a:cxn ang="0">
                  <a:pos x="T8" y="T9"/>
                </a:cxn>
              </a:cxnLst>
              <a:rect l="0" t="0" r="r" b="b"/>
              <a:pathLst>
                <a:path w="17" h="10">
                  <a:moveTo>
                    <a:pt x="17" y="1"/>
                  </a:moveTo>
                  <a:cubicBezTo>
                    <a:pt x="17" y="2"/>
                    <a:pt x="13" y="5"/>
                    <a:pt x="8" y="7"/>
                  </a:cubicBezTo>
                  <a:cubicBezTo>
                    <a:pt x="4" y="9"/>
                    <a:pt x="0" y="10"/>
                    <a:pt x="0" y="8"/>
                  </a:cubicBezTo>
                  <a:cubicBezTo>
                    <a:pt x="0" y="7"/>
                    <a:pt x="3" y="5"/>
                    <a:pt x="7" y="3"/>
                  </a:cubicBezTo>
                  <a:cubicBezTo>
                    <a:pt x="12" y="1"/>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1" name="Freeform 2153">
              <a:extLst>
                <a:ext uri="{FF2B5EF4-FFF2-40B4-BE49-F238E27FC236}">
                  <a16:creationId xmlns:a16="http://schemas.microsoft.com/office/drawing/2014/main" id="{C98B3246-6EC0-B809-554B-773CC8EE3971}"/>
                </a:ext>
              </a:extLst>
            </p:cNvPr>
            <p:cNvSpPr>
              <a:spLocks/>
            </p:cNvSpPr>
            <p:nvPr/>
          </p:nvSpPr>
          <p:spPr bwMode="auto">
            <a:xfrm rot="5094805">
              <a:off x="1777717" y="4900866"/>
              <a:ext cx="45700" cy="25135"/>
            </a:xfrm>
            <a:custGeom>
              <a:avLst/>
              <a:gdLst>
                <a:gd name="T0" fmla="*/ 9 w 18"/>
                <a:gd name="T1" fmla="*/ 7 h 10"/>
                <a:gd name="T2" fmla="*/ 0 w 18"/>
                <a:gd name="T3" fmla="*/ 8 h 10"/>
                <a:gd name="T4" fmla="*/ 10 w 18"/>
                <a:gd name="T5" fmla="*/ 2 h 10"/>
                <a:gd name="T6" fmla="*/ 18 w 18"/>
                <a:gd name="T7" fmla="*/ 1 h 10"/>
                <a:gd name="T8" fmla="*/ 9 w 18"/>
                <a:gd name="T9" fmla="*/ 7 h 10"/>
              </a:gdLst>
              <a:ahLst/>
              <a:cxnLst>
                <a:cxn ang="0">
                  <a:pos x="T0" y="T1"/>
                </a:cxn>
                <a:cxn ang="0">
                  <a:pos x="T2" y="T3"/>
                </a:cxn>
                <a:cxn ang="0">
                  <a:pos x="T4" y="T5"/>
                </a:cxn>
                <a:cxn ang="0">
                  <a:pos x="T6" y="T7"/>
                </a:cxn>
                <a:cxn ang="0">
                  <a:pos x="T8" y="T9"/>
                </a:cxn>
              </a:cxnLst>
              <a:rect l="0" t="0" r="r" b="b"/>
              <a:pathLst>
                <a:path w="18" h="10">
                  <a:moveTo>
                    <a:pt x="9" y="7"/>
                  </a:moveTo>
                  <a:cubicBezTo>
                    <a:pt x="5" y="9"/>
                    <a:pt x="1" y="10"/>
                    <a:pt x="0" y="8"/>
                  </a:cubicBezTo>
                  <a:cubicBezTo>
                    <a:pt x="0" y="7"/>
                    <a:pt x="5" y="4"/>
                    <a:pt x="10" y="2"/>
                  </a:cubicBezTo>
                  <a:cubicBezTo>
                    <a:pt x="14" y="1"/>
                    <a:pt x="17" y="0"/>
                    <a:pt x="18" y="1"/>
                  </a:cubicBezTo>
                  <a:cubicBezTo>
                    <a:pt x="18" y="2"/>
                    <a:pt x="14" y="5"/>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2" name="Freeform 2154">
              <a:extLst>
                <a:ext uri="{FF2B5EF4-FFF2-40B4-BE49-F238E27FC236}">
                  <a16:creationId xmlns:a16="http://schemas.microsoft.com/office/drawing/2014/main" id="{C79C810C-C5FF-454E-276C-4F24184F3095}"/>
                </a:ext>
              </a:extLst>
            </p:cNvPr>
            <p:cNvSpPr>
              <a:spLocks/>
            </p:cNvSpPr>
            <p:nvPr/>
          </p:nvSpPr>
          <p:spPr bwMode="auto">
            <a:xfrm rot="5094805">
              <a:off x="1873361" y="5088583"/>
              <a:ext cx="43415" cy="20565"/>
            </a:xfrm>
            <a:custGeom>
              <a:avLst/>
              <a:gdLst>
                <a:gd name="T0" fmla="*/ 9 w 18"/>
                <a:gd name="T1" fmla="*/ 6 h 9"/>
                <a:gd name="T2" fmla="*/ 0 w 18"/>
                <a:gd name="T3" fmla="*/ 7 h 9"/>
                <a:gd name="T4" fmla="*/ 9 w 18"/>
                <a:gd name="T5" fmla="*/ 1 h 9"/>
                <a:gd name="T6" fmla="*/ 18 w 18"/>
                <a:gd name="T7" fmla="*/ 1 h 9"/>
                <a:gd name="T8" fmla="*/ 9 w 18"/>
                <a:gd name="T9" fmla="*/ 6 h 9"/>
              </a:gdLst>
              <a:ahLst/>
              <a:cxnLst>
                <a:cxn ang="0">
                  <a:pos x="T0" y="T1"/>
                </a:cxn>
                <a:cxn ang="0">
                  <a:pos x="T2" y="T3"/>
                </a:cxn>
                <a:cxn ang="0">
                  <a:pos x="T4" y="T5"/>
                </a:cxn>
                <a:cxn ang="0">
                  <a:pos x="T6" y="T7"/>
                </a:cxn>
                <a:cxn ang="0">
                  <a:pos x="T8" y="T9"/>
                </a:cxn>
              </a:cxnLst>
              <a:rect l="0" t="0" r="r" b="b"/>
              <a:pathLst>
                <a:path w="18" h="9">
                  <a:moveTo>
                    <a:pt x="9" y="6"/>
                  </a:moveTo>
                  <a:cubicBezTo>
                    <a:pt x="4" y="8"/>
                    <a:pt x="0" y="9"/>
                    <a:pt x="0" y="7"/>
                  </a:cubicBezTo>
                  <a:cubicBezTo>
                    <a:pt x="0" y="6"/>
                    <a:pt x="5" y="3"/>
                    <a:pt x="9" y="1"/>
                  </a:cubicBezTo>
                  <a:cubicBezTo>
                    <a:pt x="14" y="0"/>
                    <a:pt x="17" y="0"/>
                    <a:pt x="18" y="1"/>
                  </a:cubicBezTo>
                  <a:cubicBezTo>
                    <a:pt x="18" y="2"/>
                    <a:pt x="14" y="4"/>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3" name="Freeform 2155">
              <a:extLst>
                <a:ext uri="{FF2B5EF4-FFF2-40B4-BE49-F238E27FC236}">
                  <a16:creationId xmlns:a16="http://schemas.microsoft.com/office/drawing/2014/main" id="{1B8E990B-92F7-E45C-16C0-BBAABA11016B}"/>
                </a:ext>
              </a:extLst>
            </p:cNvPr>
            <p:cNvSpPr>
              <a:spLocks/>
            </p:cNvSpPr>
            <p:nvPr/>
          </p:nvSpPr>
          <p:spPr bwMode="auto">
            <a:xfrm rot="5094805">
              <a:off x="1964348" y="5272039"/>
              <a:ext cx="43415" cy="22850"/>
            </a:xfrm>
            <a:custGeom>
              <a:avLst/>
              <a:gdLst>
                <a:gd name="T0" fmla="*/ 9 w 18"/>
                <a:gd name="T1" fmla="*/ 7 h 9"/>
                <a:gd name="T2" fmla="*/ 1 w 18"/>
                <a:gd name="T3" fmla="*/ 8 h 9"/>
                <a:gd name="T4" fmla="*/ 8 w 18"/>
                <a:gd name="T5" fmla="*/ 2 h 9"/>
                <a:gd name="T6" fmla="*/ 18 w 18"/>
                <a:gd name="T7" fmla="*/ 2 h 9"/>
                <a:gd name="T8" fmla="*/ 9 w 18"/>
                <a:gd name="T9" fmla="*/ 7 h 9"/>
              </a:gdLst>
              <a:ahLst/>
              <a:cxnLst>
                <a:cxn ang="0">
                  <a:pos x="T0" y="T1"/>
                </a:cxn>
                <a:cxn ang="0">
                  <a:pos x="T2" y="T3"/>
                </a:cxn>
                <a:cxn ang="0">
                  <a:pos x="T4" y="T5"/>
                </a:cxn>
                <a:cxn ang="0">
                  <a:pos x="T6" y="T7"/>
                </a:cxn>
                <a:cxn ang="0">
                  <a:pos x="T8" y="T9"/>
                </a:cxn>
              </a:cxnLst>
              <a:rect l="0" t="0" r="r" b="b"/>
              <a:pathLst>
                <a:path w="18" h="9">
                  <a:moveTo>
                    <a:pt x="9" y="7"/>
                  </a:moveTo>
                  <a:cubicBezTo>
                    <a:pt x="4" y="9"/>
                    <a:pt x="0" y="9"/>
                    <a:pt x="1" y="8"/>
                  </a:cubicBezTo>
                  <a:cubicBezTo>
                    <a:pt x="1" y="6"/>
                    <a:pt x="4" y="4"/>
                    <a:pt x="8" y="2"/>
                  </a:cubicBezTo>
                  <a:cubicBezTo>
                    <a:pt x="13" y="1"/>
                    <a:pt x="18" y="0"/>
                    <a:pt x="18" y="2"/>
                  </a:cubicBezTo>
                  <a:cubicBezTo>
                    <a:pt x="18" y="3"/>
                    <a:pt x="14" y="6"/>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4" name="Freeform 2156">
              <a:extLst>
                <a:ext uri="{FF2B5EF4-FFF2-40B4-BE49-F238E27FC236}">
                  <a16:creationId xmlns:a16="http://schemas.microsoft.com/office/drawing/2014/main" id="{EC51256C-E4A1-4191-FD4D-E1AC9A4A6C07}"/>
                </a:ext>
              </a:extLst>
            </p:cNvPr>
            <p:cNvSpPr>
              <a:spLocks/>
            </p:cNvSpPr>
            <p:nvPr/>
          </p:nvSpPr>
          <p:spPr bwMode="auto">
            <a:xfrm rot="5094805">
              <a:off x="2044157" y="5461068"/>
              <a:ext cx="43415" cy="20565"/>
            </a:xfrm>
            <a:custGeom>
              <a:avLst/>
              <a:gdLst>
                <a:gd name="T0" fmla="*/ 8 w 17"/>
                <a:gd name="T1" fmla="*/ 6 h 8"/>
                <a:gd name="T2" fmla="*/ 0 w 17"/>
                <a:gd name="T3" fmla="*/ 6 h 8"/>
                <a:gd name="T4" fmla="*/ 8 w 17"/>
                <a:gd name="T5" fmla="*/ 2 h 8"/>
                <a:gd name="T6" fmla="*/ 17 w 17"/>
                <a:gd name="T7" fmla="*/ 1 h 8"/>
                <a:gd name="T8" fmla="*/ 8 w 17"/>
                <a:gd name="T9" fmla="*/ 6 h 8"/>
              </a:gdLst>
              <a:ahLst/>
              <a:cxnLst>
                <a:cxn ang="0">
                  <a:pos x="T0" y="T1"/>
                </a:cxn>
                <a:cxn ang="0">
                  <a:pos x="T2" y="T3"/>
                </a:cxn>
                <a:cxn ang="0">
                  <a:pos x="T4" y="T5"/>
                </a:cxn>
                <a:cxn ang="0">
                  <a:pos x="T6" y="T7"/>
                </a:cxn>
                <a:cxn ang="0">
                  <a:pos x="T8" y="T9"/>
                </a:cxn>
              </a:cxnLst>
              <a:rect l="0" t="0" r="r" b="b"/>
              <a:pathLst>
                <a:path w="17" h="8">
                  <a:moveTo>
                    <a:pt x="8" y="6"/>
                  </a:moveTo>
                  <a:cubicBezTo>
                    <a:pt x="4" y="8"/>
                    <a:pt x="0" y="8"/>
                    <a:pt x="0" y="6"/>
                  </a:cubicBezTo>
                  <a:cubicBezTo>
                    <a:pt x="0" y="5"/>
                    <a:pt x="3" y="3"/>
                    <a:pt x="8" y="2"/>
                  </a:cubicBezTo>
                  <a:cubicBezTo>
                    <a:pt x="13" y="0"/>
                    <a:pt x="17" y="0"/>
                    <a:pt x="17" y="1"/>
                  </a:cubicBezTo>
                  <a:cubicBezTo>
                    <a:pt x="17" y="3"/>
                    <a:pt x="13"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5" name="Freeform 2157">
              <a:extLst>
                <a:ext uri="{FF2B5EF4-FFF2-40B4-BE49-F238E27FC236}">
                  <a16:creationId xmlns:a16="http://schemas.microsoft.com/office/drawing/2014/main" id="{15BD84D2-3CE5-3F4B-3577-85AB0307B8D1}"/>
                </a:ext>
              </a:extLst>
            </p:cNvPr>
            <p:cNvSpPr>
              <a:spLocks/>
            </p:cNvSpPr>
            <p:nvPr/>
          </p:nvSpPr>
          <p:spPr bwMode="auto">
            <a:xfrm rot="5094805">
              <a:off x="2116001" y="5649664"/>
              <a:ext cx="43415" cy="20565"/>
            </a:xfrm>
            <a:custGeom>
              <a:avLst/>
              <a:gdLst>
                <a:gd name="T0" fmla="*/ 9 w 18"/>
                <a:gd name="T1" fmla="*/ 7 h 8"/>
                <a:gd name="T2" fmla="*/ 0 w 18"/>
                <a:gd name="T3" fmla="*/ 6 h 8"/>
                <a:gd name="T4" fmla="*/ 9 w 18"/>
                <a:gd name="T5" fmla="*/ 1 h 8"/>
                <a:gd name="T6" fmla="*/ 17 w 18"/>
                <a:gd name="T7" fmla="*/ 2 h 8"/>
                <a:gd name="T8" fmla="*/ 9 w 18"/>
                <a:gd name="T9" fmla="*/ 7 h 8"/>
              </a:gdLst>
              <a:ahLst/>
              <a:cxnLst>
                <a:cxn ang="0">
                  <a:pos x="T0" y="T1"/>
                </a:cxn>
                <a:cxn ang="0">
                  <a:pos x="T2" y="T3"/>
                </a:cxn>
                <a:cxn ang="0">
                  <a:pos x="T4" y="T5"/>
                </a:cxn>
                <a:cxn ang="0">
                  <a:pos x="T6" y="T7"/>
                </a:cxn>
                <a:cxn ang="0">
                  <a:pos x="T8" y="T9"/>
                </a:cxn>
              </a:cxnLst>
              <a:rect l="0" t="0" r="r" b="b"/>
              <a:pathLst>
                <a:path w="18" h="8">
                  <a:moveTo>
                    <a:pt x="9" y="7"/>
                  </a:moveTo>
                  <a:cubicBezTo>
                    <a:pt x="4" y="8"/>
                    <a:pt x="0" y="8"/>
                    <a:pt x="0" y="6"/>
                  </a:cubicBezTo>
                  <a:cubicBezTo>
                    <a:pt x="0" y="5"/>
                    <a:pt x="4" y="2"/>
                    <a:pt x="9" y="1"/>
                  </a:cubicBezTo>
                  <a:cubicBezTo>
                    <a:pt x="13" y="0"/>
                    <a:pt x="17" y="1"/>
                    <a:pt x="17" y="2"/>
                  </a:cubicBezTo>
                  <a:cubicBezTo>
                    <a:pt x="18" y="3"/>
                    <a:pt x="14" y="5"/>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6" name="Freeform 2158">
              <a:extLst>
                <a:ext uri="{FF2B5EF4-FFF2-40B4-BE49-F238E27FC236}">
                  <a16:creationId xmlns:a16="http://schemas.microsoft.com/office/drawing/2014/main" id="{9232A488-CE1B-DF9D-6427-2AA86A2626B3}"/>
                </a:ext>
              </a:extLst>
            </p:cNvPr>
            <p:cNvSpPr>
              <a:spLocks/>
            </p:cNvSpPr>
            <p:nvPr/>
          </p:nvSpPr>
          <p:spPr bwMode="auto">
            <a:xfrm rot="5094805">
              <a:off x="2175124" y="5838241"/>
              <a:ext cx="43415" cy="18280"/>
            </a:xfrm>
            <a:custGeom>
              <a:avLst/>
              <a:gdLst>
                <a:gd name="T0" fmla="*/ 18 w 18"/>
                <a:gd name="T1" fmla="*/ 2 h 7"/>
                <a:gd name="T2" fmla="*/ 9 w 18"/>
                <a:gd name="T3" fmla="*/ 6 h 7"/>
                <a:gd name="T4" fmla="*/ 1 w 18"/>
                <a:gd name="T5" fmla="*/ 5 h 7"/>
                <a:gd name="T6" fmla="*/ 9 w 18"/>
                <a:gd name="T7" fmla="*/ 1 h 7"/>
                <a:gd name="T8" fmla="*/ 18 w 18"/>
                <a:gd name="T9" fmla="*/ 2 h 7"/>
              </a:gdLst>
              <a:ahLst/>
              <a:cxnLst>
                <a:cxn ang="0">
                  <a:pos x="T0" y="T1"/>
                </a:cxn>
                <a:cxn ang="0">
                  <a:pos x="T2" y="T3"/>
                </a:cxn>
                <a:cxn ang="0">
                  <a:pos x="T4" y="T5"/>
                </a:cxn>
                <a:cxn ang="0">
                  <a:pos x="T6" y="T7"/>
                </a:cxn>
                <a:cxn ang="0">
                  <a:pos x="T8" y="T9"/>
                </a:cxn>
              </a:cxnLst>
              <a:rect l="0" t="0" r="r" b="b"/>
              <a:pathLst>
                <a:path w="18" h="7">
                  <a:moveTo>
                    <a:pt x="18" y="2"/>
                  </a:moveTo>
                  <a:cubicBezTo>
                    <a:pt x="18" y="4"/>
                    <a:pt x="14" y="6"/>
                    <a:pt x="9" y="6"/>
                  </a:cubicBezTo>
                  <a:cubicBezTo>
                    <a:pt x="4" y="7"/>
                    <a:pt x="0" y="7"/>
                    <a:pt x="1" y="5"/>
                  </a:cubicBezTo>
                  <a:cubicBezTo>
                    <a:pt x="1" y="3"/>
                    <a:pt x="4" y="2"/>
                    <a:pt x="9" y="1"/>
                  </a:cubicBezTo>
                  <a:cubicBezTo>
                    <a:pt x="14" y="0"/>
                    <a:pt x="18" y="1"/>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7" name="Freeform 2159">
              <a:extLst>
                <a:ext uri="{FF2B5EF4-FFF2-40B4-BE49-F238E27FC236}">
                  <a16:creationId xmlns:a16="http://schemas.microsoft.com/office/drawing/2014/main" id="{9232D56E-B238-A2E1-DCD5-E9818F139266}"/>
                </a:ext>
              </a:extLst>
            </p:cNvPr>
            <p:cNvSpPr>
              <a:spLocks/>
            </p:cNvSpPr>
            <p:nvPr/>
          </p:nvSpPr>
          <p:spPr bwMode="auto">
            <a:xfrm rot="5094805">
              <a:off x="2219647" y="6029066"/>
              <a:ext cx="47985" cy="18280"/>
            </a:xfrm>
            <a:custGeom>
              <a:avLst/>
              <a:gdLst>
                <a:gd name="T0" fmla="*/ 9 w 19"/>
                <a:gd name="T1" fmla="*/ 1 h 7"/>
                <a:gd name="T2" fmla="*/ 19 w 19"/>
                <a:gd name="T3" fmla="*/ 3 h 7"/>
                <a:gd name="T4" fmla="*/ 10 w 19"/>
                <a:gd name="T5" fmla="*/ 6 h 7"/>
                <a:gd name="T6" fmla="*/ 1 w 19"/>
                <a:gd name="T7" fmla="*/ 5 h 7"/>
                <a:gd name="T8" fmla="*/ 9 w 19"/>
                <a:gd name="T9" fmla="*/ 1 h 7"/>
              </a:gdLst>
              <a:ahLst/>
              <a:cxnLst>
                <a:cxn ang="0">
                  <a:pos x="T0" y="T1"/>
                </a:cxn>
                <a:cxn ang="0">
                  <a:pos x="T2" y="T3"/>
                </a:cxn>
                <a:cxn ang="0">
                  <a:pos x="T4" y="T5"/>
                </a:cxn>
                <a:cxn ang="0">
                  <a:pos x="T6" y="T7"/>
                </a:cxn>
                <a:cxn ang="0">
                  <a:pos x="T8" y="T9"/>
                </a:cxn>
              </a:cxnLst>
              <a:rect l="0" t="0" r="r" b="b"/>
              <a:pathLst>
                <a:path w="19" h="7">
                  <a:moveTo>
                    <a:pt x="9" y="1"/>
                  </a:moveTo>
                  <a:cubicBezTo>
                    <a:pt x="13" y="0"/>
                    <a:pt x="18" y="1"/>
                    <a:pt x="19" y="3"/>
                  </a:cubicBezTo>
                  <a:cubicBezTo>
                    <a:pt x="19" y="4"/>
                    <a:pt x="15" y="6"/>
                    <a:pt x="10" y="6"/>
                  </a:cubicBezTo>
                  <a:cubicBezTo>
                    <a:pt x="6" y="7"/>
                    <a:pt x="2" y="6"/>
                    <a:pt x="1" y="5"/>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8" name="Freeform 2160">
              <a:extLst>
                <a:ext uri="{FF2B5EF4-FFF2-40B4-BE49-F238E27FC236}">
                  <a16:creationId xmlns:a16="http://schemas.microsoft.com/office/drawing/2014/main" id="{B47BBE4F-C66E-23AB-A0C5-CBE5894DDEB7}"/>
                </a:ext>
              </a:extLst>
            </p:cNvPr>
            <p:cNvSpPr>
              <a:spLocks/>
            </p:cNvSpPr>
            <p:nvPr/>
          </p:nvSpPr>
          <p:spPr bwMode="auto">
            <a:xfrm rot="5094805">
              <a:off x="2259626" y="6220498"/>
              <a:ext cx="47985" cy="18280"/>
            </a:xfrm>
            <a:custGeom>
              <a:avLst/>
              <a:gdLst>
                <a:gd name="T0" fmla="*/ 8 w 19"/>
                <a:gd name="T1" fmla="*/ 1 h 7"/>
                <a:gd name="T2" fmla="*/ 18 w 19"/>
                <a:gd name="T3" fmla="*/ 2 h 7"/>
                <a:gd name="T4" fmla="*/ 10 w 19"/>
                <a:gd name="T5" fmla="*/ 6 h 7"/>
                <a:gd name="T6" fmla="*/ 1 w 19"/>
                <a:gd name="T7" fmla="*/ 5 h 7"/>
                <a:gd name="T8" fmla="*/ 8 w 19"/>
                <a:gd name="T9" fmla="*/ 1 h 7"/>
              </a:gdLst>
              <a:ahLst/>
              <a:cxnLst>
                <a:cxn ang="0">
                  <a:pos x="T0" y="T1"/>
                </a:cxn>
                <a:cxn ang="0">
                  <a:pos x="T2" y="T3"/>
                </a:cxn>
                <a:cxn ang="0">
                  <a:pos x="T4" y="T5"/>
                </a:cxn>
                <a:cxn ang="0">
                  <a:pos x="T6" y="T7"/>
                </a:cxn>
                <a:cxn ang="0">
                  <a:pos x="T8" y="T9"/>
                </a:cxn>
              </a:cxnLst>
              <a:rect l="0" t="0" r="r" b="b"/>
              <a:pathLst>
                <a:path w="19" h="7">
                  <a:moveTo>
                    <a:pt x="8" y="1"/>
                  </a:moveTo>
                  <a:cubicBezTo>
                    <a:pt x="13" y="0"/>
                    <a:pt x="17" y="0"/>
                    <a:pt x="18" y="2"/>
                  </a:cubicBezTo>
                  <a:cubicBezTo>
                    <a:pt x="19" y="4"/>
                    <a:pt x="15" y="6"/>
                    <a:pt x="10" y="6"/>
                  </a:cubicBezTo>
                  <a:cubicBezTo>
                    <a:pt x="6" y="7"/>
                    <a:pt x="2" y="7"/>
                    <a:pt x="1" y="5"/>
                  </a:cubicBezTo>
                  <a:cubicBezTo>
                    <a:pt x="0" y="4"/>
                    <a:pt x="3"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9" name="Freeform 2161">
              <a:extLst>
                <a:ext uri="{FF2B5EF4-FFF2-40B4-BE49-F238E27FC236}">
                  <a16:creationId xmlns:a16="http://schemas.microsoft.com/office/drawing/2014/main" id="{3BA4EA50-47FD-5CBB-4ED3-DC0048B22D54}"/>
                </a:ext>
              </a:extLst>
            </p:cNvPr>
            <p:cNvSpPr>
              <a:spLocks/>
            </p:cNvSpPr>
            <p:nvPr/>
          </p:nvSpPr>
          <p:spPr bwMode="auto">
            <a:xfrm rot="5094805">
              <a:off x="2315441" y="6408333"/>
              <a:ext cx="45700" cy="20565"/>
            </a:xfrm>
            <a:custGeom>
              <a:avLst/>
              <a:gdLst>
                <a:gd name="T0" fmla="*/ 8 w 19"/>
                <a:gd name="T1" fmla="*/ 1 h 8"/>
                <a:gd name="T2" fmla="*/ 18 w 19"/>
                <a:gd name="T3" fmla="*/ 2 h 8"/>
                <a:gd name="T4" fmla="*/ 10 w 19"/>
                <a:gd name="T5" fmla="*/ 7 h 8"/>
                <a:gd name="T6" fmla="*/ 1 w 19"/>
                <a:gd name="T7" fmla="*/ 6 h 8"/>
                <a:gd name="T8" fmla="*/ 8 w 19"/>
                <a:gd name="T9" fmla="*/ 1 h 8"/>
              </a:gdLst>
              <a:ahLst/>
              <a:cxnLst>
                <a:cxn ang="0">
                  <a:pos x="T0" y="T1"/>
                </a:cxn>
                <a:cxn ang="0">
                  <a:pos x="T2" y="T3"/>
                </a:cxn>
                <a:cxn ang="0">
                  <a:pos x="T4" y="T5"/>
                </a:cxn>
                <a:cxn ang="0">
                  <a:pos x="T6" y="T7"/>
                </a:cxn>
                <a:cxn ang="0">
                  <a:pos x="T8" y="T9"/>
                </a:cxn>
              </a:cxnLst>
              <a:rect l="0" t="0" r="r" b="b"/>
              <a:pathLst>
                <a:path w="19" h="8">
                  <a:moveTo>
                    <a:pt x="8" y="1"/>
                  </a:moveTo>
                  <a:cubicBezTo>
                    <a:pt x="13" y="0"/>
                    <a:pt x="18" y="0"/>
                    <a:pt x="18" y="2"/>
                  </a:cubicBezTo>
                  <a:cubicBezTo>
                    <a:pt x="19" y="4"/>
                    <a:pt x="15" y="6"/>
                    <a:pt x="10" y="7"/>
                  </a:cubicBezTo>
                  <a:cubicBezTo>
                    <a:pt x="6" y="8"/>
                    <a:pt x="2" y="8"/>
                    <a:pt x="1" y="6"/>
                  </a:cubicBezTo>
                  <a:cubicBezTo>
                    <a:pt x="0" y="5"/>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0" name="Freeform 2162">
              <a:extLst>
                <a:ext uri="{FF2B5EF4-FFF2-40B4-BE49-F238E27FC236}">
                  <a16:creationId xmlns:a16="http://schemas.microsoft.com/office/drawing/2014/main" id="{3B37FE9B-A8B5-6A12-141D-47EF2C8D1F04}"/>
                </a:ext>
              </a:extLst>
            </p:cNvPr>
            <p:cNvSpPr>
              <a:spLocks/>
            </p:cNvSpPr>
            <p:nvPr/>
          </p:nvSpPr>
          <p:spPr bwMode="auto">
            <a:xfrm rot="5094805">
              <a:off x="2385009" y="6597132"/>
              <a:ext cx="45700" cy="20565"/>
            </a:xfrm>
            <a:custGeom>
              <a:avLst/>
              <a:gdLst>
                <a:gd name="T0" fmla="*/ 17 w 18"/>
                <a:gd name="T1" fmla="*/ 1 h 8"/>
                <a:gd name="T2" fmla="*/ 10 w 18"/>
                <a:gd name="T3" fmla="*/ 7 h 8"/>
                <a:gd name="T4" fmla="*/ 0 w 18"/>
                <a:gd name="T5" fmla="*/ 6 h 8"/>
                <a:gd name="T6" fmla="*/ 7 w 18"/>
                <a:gd name="T7" fmla="*/ 1 h 8"/>
                <a:gd name="T8" fmla="*/ 17 w 18"/>
                <a:gd name="T9" fmla="*/ 1 h 8"/>
              </a:gdLst>
              <a:ahLst/>
              <a:cxnLst>
                <a:cxn ang="0">
                  <a:pos x="T0" y="T1"/>
                </a:cxn>
                <a:cxn ang="0">
                  <a:pos x="T2" y="T3"/>
                </a:cxn>
                <a:cxn ang="0">
                  <a:pos x="T4" y="T5"/>
                </a:cxn>
                <a:cxn ang="0">
                  <a:pos x="T6" y="T7"/>
                </a:cxn>
                <a:cxn ang="0">
                  <a:pos x="T8" y="T9"/>
                </a:cxn>
              </a:cxnLst>
              <a:rect l="0" t="0" r="r" b="b"/>
              <a:pathLst>
                <a:path w="18" h="8">
                  <a:moveTo>
                    <a:pt x="17" y="1"/>
                  </a:moveTo>
                  <a:cubicBezTo>
                    <a:pt x="18" y="3"/>
                    <a:pt x="14" y="5"/>
                    <a:pt x="10" y="7"/>
                  </a:cubicBezTo>
                  <a:cubicBezTo>
                    <a:pt x="5" y="8"/>
                    <a:pt x="0" y="8"/>
                    <a:pt x="0" y="6"/>
                  </a:cubicBezTo>
                  <a:cubicBezTo>
                    <a:pt x="0" y="5"/>
                    <a:pt x="3" y="3"/>
                    <a:pt x="7" y="1"/>
                  </a:cubicBezTo>
                  <a:cubicBezTo>
                    <a:pt x="12" y="0"/>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1" name="Freeform 2163">
              <a:extLst>
                <a:ext uri="{FF2B5EF4-FFF2-40B4-BE49-F238E27FC236}">
                  <a16:creationId xmlns:a16="http://schemas.microsoft.com/office/drawing/2014/main" id="{9A304C36-D4E0-56D2-3A3D-7C3FB2AD8BC0}"/>
                </a:ext>
              </a:extLst>
            </p:cNvPr>
            <p:cNvSpPr>
              <a:spLocks/>
            </p:cNvSpPr>
            <p:nvPr/>
          </p:nvSpPr>
          <p:spPr bwMode="auto">
            <a:xfrm rot="5094805">
              <a:off x="2465754" y="6780356"/>
              <a:ext cx="45700" cy="25135"/>
            </a:xfrm>
            <a:custGeom>
              <a:avLst/>
              <a:gdLst>
                <a:gd name="T0" fmla="*/ 17 w 18"/>
                <a:gd name="T1" fmla="*/ 1 h 10"/>
                <a:gd name="T2" fmla="*/ 10 w 18"/>
                <a:gd name="T3" fmla="*/ 8 h 10"/>
                <a:gd name="T4" fmla="*/ 0 w 18"/>
                <a:gd name="T5" fmla="*/ 8 h 10"/>
                <a:gd name="T6" fmla="*/ 7 w 18"/>
                <a:gd name="T7" fmla="*/ 2 h 10"/>
                <a:gd name="T8" fmla="*/ 17 w 18"/>
                <a:gd name="T9" fmla="*/ 1 h 10"/>
              </a:gdLst>
              <a:ahLst/>
              <a:cxnLst>
                <a:cxn ang="0">
                  <a:pos x="T0" y="T1"/>
                </a:cxn>
                <a:cxn ang="0">
                  <a:pos x="T2" y="T3"/>
                </a:cxn>
                <a:cxn ang="0">
                  <a:pos x="T4" y="T5"/>
                </a:cxn>
                <a:cxn ang="0">
                  <a:pos x="T6" y="T7"/>
                </a:cxn>
                <a:cxn ang="0">
                  <a:pos x="T8" y="T9"/>
                </a:cxn>
              </a:cxnLst>
              <a:rect l="0" t="0" r="r" b="b"/>
              <a:pathLst>
                <a:path w="18" h="10">
                  <a:moveTo>
                    <a:pt x="17" y="1"/>
                  </a:moveTo>
                  <a:cubicBezTo>
                    <a:pt x="18" y="3"/>
                    <a:pt x="15" y="6"/>
                    <a:pt x="10" y="8"/>
                  </a:cubicBezTo>
                  <a:cubicBezTo>
                    <a:pt x="5" y="9"/>
                    <a:pt x="0" y="10"/>
                    <a:pt x="0" y="8"/>
                  </a:cubicBezTo>
                  <a:cubicBezTo>
                    <a:pt x="0" y="6"/>
                    <a:pt x="3" y="4"/>
                    <a:pt x="7" y="2"/>
                  </a:cubicBezTo>
                  <a:cubicBezTo>
                    <a:pt x="12" y="0"/>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2" name="Freeform 2164">
              <a:extLst>
                <a:ext uri="{FF2B5EF4-FFF2-40B4-BE49-F238E27FC236}">
                  <a16:creationId xmlns:a16="http://schemas.microsoft.com/office/drawing/2014/main" id="{3D64315E-AE59-EBA1-F3E1-7289D02B6351}"/>
                </a:ext>
              </a:extLst>
            </p:cNvPr>
            <p:cNvSpPr>
              <a:spLocks/>
            </p:cNvSpPr>
            <p:nvPr/>
          </p:nvSpPr>
          <p:spPr bwMode="auto">
            <a:xfrm rot="5094805">
              <a:off x="868482" y="1563838"/>
              <a:ext cx="43415" cy="31990"/>
            </a:xfrm>
            <a:custGeom>
              <a:avLst/>
              <a:gdLst>
                <a:gd name="T0" fmla="*/ 11 w 18"/>
                <a:gd name="T1" fmla="*/ 11 h 13"/>
                <a:gd name="T2" fmla="*/ 1 w 18"/>
                <a:gd name="T3" fmla="*/ 2 h 13"/>
                <a:gd name="T4" fmla="*/ 8 w 18"/>
                <a:gd name="T5" fmla="*/ 2 h 13"/>
                <a:gd name="T6" fmla="*/ 18 w 18"/>
                <a:gd name="T7" fmla="*/ 11 h 13"/>
                <a:gd name="T8" fmla="*/ 11 w 18"/>
                <a:gd name="T9" fmla="*/ 11 h 13"/>
              </a:gdLst>
              <a:ahLst/>
              <a:cxnLst>
                <a:cxn ang="0">
                  <a:pos x="T0" y="T1"/>
                </a:cxn>
                <a:cxn ang="0">
                  <a:pos x="T2" y="T3"/>
                </a:cxn>
                <a:cxn ang="0">
                  <a:pos x="T4" y="T5"/>
                </a:cxn>
                <a:cxn ang="0">
                  <a:pos x="T6" y="T7"/>
                </a:cxn>
                <a:cxn ang="0">
                  <a:pos x="T8" y="T9"/>
                </a:cxn>
              </a:cxnLst>
              <a:rect l="0" t="0" r="r" b="b"/>
              <a:pathLst>
                <a:path w="18" h="13">
                  <a:moveTo>
                    <a:pt x="11" y="11"/>
                  </a:moveTo>
                  <a:cubicBezTo>
                    <a:pt x="6" y="9"/>
                    <a:pt x="1" y="5"/>
                    <a:pt x="1" y="2"/>
                  </a:cubicBezTo>
                  <a:cubicBezTo>
                    <a:pt x="0" y="0"/>
                    <a:pt x="3" y="0"/>
                    <a:pt x="8" y="2"/>
                  </a:cubicBezTo>
                  <a:cubicBezTo>
                    <a:pt x="12" y="4"/>
                    <a:pt x="17" y="8"/>
                    <a:pt x="18" y="11"/>
                  </a:cubicBezTo>
                  <a:cubicBezTo>
                    <a:pt x="18" y="13"/>
                    <a:pt x="15" y="13"/>
                    <a:pt x="1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3" name="Freeform 2165">
              <a:extLst>
                <a:ext uri="{FF2B5EF4-FFF2-40B4-BE49-F238E27FC236}">
                  <a16:creationId xmlns:a16="http://schemas.microsoft.com/office/drawing/2014/main" id="{CAB15F1D-09E7-D04D-A374-393D7907005F}"/>
                </a:ext>
              </a:extLst>
            </p:cNvPr>
            <p:cNvSpPr>
              <a:spLocks/>
            </p:cNvSpPr>
            <p:nvPr/>
          </p:nvSpPr>
          <p:spPr bwMode="auto">
            <a:xfrm rot="5094805">
              <a:off x="791557" y="1771504"/>
              <a:ext cx="41130" cy="27420"/>
            </a:xfrm>
            <a:custGeom>
              <a:avLst/>
              <a:gdLst>
                <a:gd name="T0" fmla="*/ 10 w 17"/>
                <a:gd name="T1" fmla="*/ 9 h 11"/>
                <a:gd name="T2" fmla="*/ 0 w 17"/>
                <a:gd name="T3" fmla="*/ 1 h 11"/>
                <a:gd name="T4" fmla="*/ 8 w 17"/>
                <a:gd name="T5" fmla="*/ 2 h 11"/>
                <a:gd name="T6" fmla="*/ 17 w 17"/>
                <a:gd name="T7" fmla="*/ 9 h 11"/>
                <a:gd name="T8" fmla="*/ 10 w 17"/>
                <a:gd name="T9" fmla="*/ 9 h 11"/>
              </a:gdLst>
              <a:ahLst/>
              <a:cxnLst>
                <a:cxn ang="0">
                  <a:pos x="T0" y="T1"/>
                </a:cxn>
                <a:cxn ang="0">
                  <a:pos x="T2" y="T3"/>
                </a:cxn>
                <a:cxn ang="0">
                  <a:pos x="T4" y="T5"/>
                </a:cxn>
                <a:cxn ang="0">
                  <a:pos x="T6" y="T7"/>
                </a:cxn>
                <a:cxn ang="0">
                  <a:pos x="T8" y="T9"/>
                </a:cxn>
              </a:cxnLst>
              <a:rect l="0" t="0" r="r" b="b"/>
              <a:pathLst>
                <a:path w="17" h="11">
                  <a:moveTo>
                    <a:pt x="10" y="9"/>
                  </a:moveTo>
                  <a:cubicBezTo>
                    <a:pt x="5" y="7"/>
                    <a:pt x="0" y="3"/>
                    <a:pt x="0" y="1"/>
                  </a:cubicBezTo>
                  <a:cubicBezTo>
                    <a:pt x="0" y="0"/>
                    <a:pt x="4" y="0"/>
                    <a:pt x="8" y="2"/>
                  </a:cubicBezTo>
                  <a:cubicBezTo>
                    <a:pt x="12" y="4"/>
                    <a:pt x="17" y="7"/>
                    <a:pt x="17" y="9"/>
                  </a:cubicBezTo>
                  <a:cubicBezTo>
                    <a:pt x="17" y="11"/>
                    <a:pt x="14" y="10"/>
                    <a:pt x="1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4" name="Freeform 2166">
              <a:extLst>
                <a:ext uri="{FF2B5EF4-FFF2-40B4-BE49-F238E27FC236}">
                  <a16:creationId xmlns:a16="http://schemas.microsoft.com/office/drawing/2014/main" id="{D637C050-55C2-0FE0-E5DD-E9BB2501406F}"/>
                </a:ext>
              </a:extLst>
            </p:cNvPr>
            <p:cNvSpPr>
              <a:spLocks/>
            </p:cNvSpPr>
            <p:nvPr/>
          </p:nvSpPr>
          <p:spPr bwMode="auto">
            <a:xfrm rot="5094805">
              <a:off x="724962" y="1979092"/>
              <a:ext cx="45700" cy="22850"/>
            </a:xfrm>
            <a:custGeom>
              <a:avLst/>
              <a:gdLst>
                <a:gd name="T0" fmla="*/ 17 w 18"/>
                <a:gd name="T1" fmla="*/ 7 h 9"/>
                <a:gd name="T2" fmla="*/ 11 w 18"/>
                <a:gd name="T3" fmla="*/ 8 h 9"/>
                <a:gd name="T4" fmla="*/ 0 w 18"/>
                <a:gd name="T5" fmla="*/ 2 h 9"/>
                <a:gd name="T6" fmla="*/ 8 w 18"/>
                <a:gd name="T7" fmla="*/ 2 h 9"/>
                <a:gd name="T8" fmla="*/ 17 w 18"/>
                <a:gd name="T9" fmla="*/ 7 h 9"/>
              </a:gdLst>
              <a:ahLst/>
              <a:cxnLst>
                <a:cxn ang="0">
                  <a:pos x="T0" y="T1"/>
                </a:cxn>
                <a:cxn ang="0">
                  <a:pos x="T2" y="T3"/>
                </a:cxn>
                <a:cxn ang="0">
                  <a:pos x="T4" y="T5"/>
                </a:cxn>
                <a:cxn ang="0">
                  <a:pos x="T6" y="T7"/>
                </a:cxn>
                <a:cxn ang="0">
                  <a:pos x="T8" y="T9"/>
                </a:cxn>
              </a:cxnLst>
              <a:rect l="0" t="0" r="r" b="b"/>
              <a:pathLst>
                <a:path w="18" h="9">
                  <a:moveTo>
                    <a:pt x="17" y="7"/>
                  </a:moveTo>
                  <a:cubicBezTo>
                    <a:pt x="18" y="9"/>
                    <a:pt x="15" y="9"/>
                    <a:pt x="11" y="8"/>
                  </a:cubicBezTo>
                  <a:cubicBezTo>
                    <a:pt x="6" y="6"/>
                    <a:pt x="1" y="3"/>
                    <a:pt x="0" y="2"/>
                  </a:cubicBezTo>
                  <a:cubicBezTo>
                    <a:pt x="0" y="0"/>
                    <a:pt x="3" y="0"/>
                    <a:pt x="8" y="2"/>
                  </a:cubicBezTo>
                  <a:cubicBezTo>
                    <a:pt x="12" y="3"/>
                    <a:pt x="16" y="6"/>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5" name="Freeform 2167">
              <a:extLst>
                <a:ext uri="{FF2B5EF4-FFF2-40B4-BE49-F238E27FC236}">
                  <a16:creationId xmlns:a16="http://schemas.microsoft.com/office/drawing/2014/main" id="{B0B85C9C-4203-9769-2C6B-F82093FA79F2}"/>
                </a:ext>
              </a:extLst>
            </p:cNvPr>
            <p:cNvSpPr>
              <a:spLocks/>
            </p:cNvSpPr>
            <p:nvPr/>
          </p:nvSpPr>
          <p:spPr bwMode="auto">
            <a:xfrm rot="5094805">
              <a:off x="684357" y="2183622"/>
              <a:ext cx="41130" cy="15995"/>
            </a:xfrm>
            <a:custGeom>
              <a:avLst/>
              <a:gdLst>
                <a:gd name="T0" fmla="*/ 9 w 17"/>
                <a:gd name="T1" fmla="*/ 1 h 7"/>
                <a:gd name="T2" fmla="*/ 17 w 17"/>
                <a:gd name="T3" fmla="*/ 6 h 7"/>
                <a:gd name="T4" fmla="*/ 9 w 17"/>
                <a:gd name="T5" fmla="*/ 6 h 7"/>
                <a:gd name="T6" fmla="*/ 0 w 17"/>
                <a:gd name="T7" fmla="*/ 1 h 7"/>
                <a:gd name="T8" fmla="*/ 9 w 17"/>
                <a:gd name="T9" fmla="*/ 1 h 7"/>
              </a:gdLst>
              <a:ahLst/>
              <a:cxnLst>
                <a:cxn ang="0">
                  <a:pos x="T0" y="T1"/>
                </a:cxn>
                <a:cxn ang="0">
                  <a:pos x="T2" y="T3"/>
                </a:cxn>
                <a:cxn ang="0">
                  <a:pos x="T4" y="T5"/>
                </a:cxn>
                <a:cxn ang="0">
                  <a:pos x="T6" y="T7"/>
                </a:cxn>
                <a:cxn ang="0">
                  <a:pos x="T8" y="T9"/>
                </a:cxn>
              </a:cxnLst>
              <a:rect l="0" t="0" r="r" b="b"/>
              <a:pathLst>
                <a:path w="17" h="7">
                  <a:moveTo>
                    <a:pt x="9" y="1"/>
                  </a:moveTo>
                  <a:cubicBezTo>
                    <a:pt x="13" y="2"/>
                    <a:pt x="17" y="5"/>
                    <a:pt x="17" y="6"/>
                  </a:cubicBezTo>
                  <a:cubicBezTo>
                    <a:pt x="17" y="7"/>
                    <a:pt x="13" y="7"/>
                    <a:pt x="9" y="6"/>
                  </a:cubicBezTo>
                  <a:cubicBezTo>
                    <a:pt x="4" y="4"/>
                    <a:pt x="1" y="3"/>
                    <a:pt x="0" y="1"/>
                  </a:cubicBezTo>
                  <a:cubicBezTo>
                    <a:pt x="0" y="0"/>
                    <a:pt x="4"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6" name="Freeform 2168">
              <a:extLst>
                <a:ext uri="{FF2B5EF4-FFF2-40B4-BE49-F238E27FC236}">
                  <a16:creationId xmlns:a16="http://schemas.microsoft.com/office/drawing/2014/main" id="{BB4A5689-F203-6092-4317-54B945614660}"/>
                </a:ext>
              </a:extLst>
            </p:cNvPr>
            <p:cNvSpPr>
              <a:spLocks/>
            </p:cNvSpPr>
            <p:nvPr/>
          </p:nvSpPr>
          <p:spPr bwMode="auto">
            <a:xfrm rot="5094805">
              <a:off x="667631" y="2384477"/>
              <a:ext cx="45700" cy="11425"/>
            </a:xfrm>
            <a:custGeom>
              <a:avLst/>
              <a:gdLst>
                <a:gd name="T0" fmla="*/ 9 w 18"/>
                <a:gd name="T1" fmla="*/ 0 h 5"/>
                <a:gd name="T2" fmla="*/ 17 w 18"/>
                <a:gd name="T3" fmla="*/ 4 h 5"/>
                <a:gd name="T4" fmla="*/ 9 w 18"/>
                <a:gd name="T5" fmla="*/ 5 h 5"/>
                <a:gd name="T6" fmla="*/ 1 w 18"/>
                <a:gd name="T7" fmla="*/ 2 h 5"/>
                <a:gd name="T8" fmla="*/ 9 w 18"/>
                <a:gd name="T9" fmla="*/ 0 h 5"/>
              </a:gdLst>
              <a:ahLst/>
              <a:cxnLst>
                <a:cxn ang="0">
                  <a:pos x="T0" y="T1"/>
                </a:cxn>
                <a:cxn ang="0">
                  <a:pos x="T2" y="T3"/>
                </a:cxn>
                <a:cxn ang="0">
                  <a:pos x="T4" y="T5"/>
                </a:cxn>
                <a:cxn ang="0">
                  <a:pos x="T6" y="T7"/>
                </a:cxn>
                <a:cxn ang="0">
                  <a:pos x="T8" y="T9"/>
                </a:cxn>
              </a:cxnLst>
              <a:rect l="0" t="0" r="r" b="b"/>
              <a:pathLst>
                <a:path w="18" h="5">
                  <a:moveTo>
                    <a:pt x="9" y="0"/>
                  </a:moveTo>
                  <a:cubicBezTo>
                    <a:pt x="14" y="1"/>
                    <a:pt x="18" y="2"/>
                    <a:pt x="17" y="4"/>
                  </a:cubicBezTo>
                  <a:cubicBezTo>
                    <a:pt x="17" y="5"/>
                    <a:pt x="13" y="5"/>
                    <a:pt x="9" y="5"/>
                  </a:cubicBezTo>
                  <a:cubicBezTo>
                    <a:pt x="5" y="4"/>
                    <a:pt x="1" y="3"/>
                    <a:pt x="1" y="2"/>
                  </a:cubicBezTo>
                  <a:cubicBezTo>
                    <a:pt x="0" y="0"/>
                    <a:pt x="4"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7" name="Freeform 2169">
              <a:extLst>
                <a:ext uri="{FF2B5EF4-FFF2-40B4-BE49-F238E27FC236}">
                  <a16:creationId xmlns:a16="http://schemas.microsoft.com/office/drawing/2014/main" id="{17347C6F-5D60-E8A5-EF8D-291E63A9B3AE}"/>
                </a:ext>
              </a:extLst>
            </p:cNvPr>
            <p:cNvSpPr>
              <a:spLocks/>
            </p:cNvSpPr>
            <p:nvPr/>
          </p:nvSpPr>
          <p:spPr bwMode="auto">
            <a:xfrm rot="5094805">
              <a:off x="690646" y="2578668"/>
              <a:ext cx="43415" cy="11425"/>
            </a:xfrm>
            <a:custGeom>
              <a:avLst/>
              <a:gdLst>
                <a:gd name="T0" fmla="*/ 11 w 18"/>
                <a:gd name="T1" fmla="*/ 4 h 5"/>
                <a:gd name="T2" fmla="*/ 1 w 18"/>
                <a:gd name="T3" fmla="*/ 3 h 5"/>
                <a:gd name="T4" fmla="*/ 7 w 18"/>
                <a:gd name="T5" fmla="*/ 0 h 5"/>
                <a:gd name="T6" fmla="*/ 17 w 18"/>
                <a:gd name="T7" fmla="*/ 1 h 5"/>
                <a:gd name="T8" fmla="*/ 11 w 18"/>
                <a:gd name="T9" fmla="*/ 4 h 5"/>
              </a:gdLst>
              <a:ahLst/>
              <a:cxnLst>
                <a:cxn ang="0">
                  <a:pos x="T0" y="T1"/>
                </a:cxn>
                <a:cxn ang="0">
                  <a:pos x="T2" y="T3"/>
                </a:cxn>
                <a:cxn ang="0">
                  <a:pos x="T4" y="T5"/>
                </a:cxn>
                <a:cxn ang="0">
                  <a:pos x="T6" y="T7"/>
                </a:cxn>
                <a:cxn ang="0">
                  <a:pos x="T8" y="T9"/>
                </a:cxn>
              </a:cxnLst>
              <a:rect l="0" t="0" r="r" b="b"/>
              <a:pathLst>
                <a:path w="18" h="5">
                  <a:moveTo>
                    <a:pt x="11" y="4"/>
                  </a:moveTo>
                  <a:cubicBezTo>
                    <a:pt x="6" y="5"/>
                    <a:pt x="1" y="5"/>
                    <a:pt x="1" y="3"/>
                  </a:cubicBezTo>
                  <a:cubicBezTo>
                    <a:pt x="0" y="2"/>
                    <a:pt x="3" y="1"/>
                    <a:pt x="7" y="0"/>
                  </a:cubicBezTo>
                  <a:cubicBezTo>
                    <a:pt x="12" y="0"/>
                    <a:pt x="17" y="0"/>
                    <a:pt x="17" y="1"/>
                  </a:cubicBezTo>
                  <a:cubicBezTo>
                    <a:pt x="18" y="3"/>
                    <a:pt x="15" y="4"/>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8" name="Freeform 2170">
              <a:extLst>
                <a:ext uri="{FF2B5EF4-FFF2-40B4-BE49-F238E27FC236}">
                  <a16:creationId xmlns:a16="http://schemas.microsoft.com/office/drawing/2014/main" id="{7031F677-46B2-FC93-FC42-41D98272196D}"/>
                </a:ext>
              </a:extLst>
            </p:cNvPr>
            <p:cNvSpPr>
              <a:spLocks/>
            </p:cNvSpPr>
            <p:nvPr/>
          </p:nvSpPr>
          <p:spPr bwMode="auto">
            <a:xfrm rot="5094805">
              <a:off x="737357" y="2767314"/>
              <a:ext cx="41130" cy="13710"/>
            </a:xfrm>
            <a:custGeom>
              <a:avLst/>
              <a:gdLst>
                <a:gd name="T0" fmla="*/ 17 w 17"/>
                <a:gd name="T1" fmla="*/ 2 h 6"/>
                <a:gd name="T2" fmla="*/ 10 w 17"/>
                <a:gd name="T3" fmla="*/ 5 h 6"/>
                <a:gd name="T4" fmla="*/ 0 w 17"/>
                <a:gd name="T5" fmla="*/ 4 h 6"/>
                <a:gd name="T6" fmla="*/ 7 w 17"/>
                <a:gd name="T7" fmla="*/ 1 h 6"/>
                <a:gd name="T8" fmla="*/ 17 w 17"/>
                <a:gd name="T9" fmla="*/ 2 h 6"/>
              </a:gdLst>
              <a:ahLst/>
              <a:cxnLst>
                <a:cxn ang="0">
                  <a:pos x="T0" y="T1"/>
                </a:cxn>
                <a:cxn ang="0">
                  <a:pos x="T2" y="T3"/>
                </a:cxn>
                <a:cxn ang="0">
                  <a:pos x="T4" y="T5"/>
                </a:cxn>
                <a:cxn ang="0">
                  <a:pos x="T6" y="T7"/>
                </a:cxn>
                <a:cxn ang="0">
                  <a:pos x="T8" y="T9"/>
                </a:cxn>
              </a:cxnLst>
              <a:rect l="0" t="0" r="r" b="b"/>
              <a:pathLst>
                <a:path w="17" h="6">
                  <a:moveTo>
                    <a:pt x="17" y="2"/>
                  </a:moveTo>
                  <a:cubicBezTo>
                    <a:pt x="17" y="3"/>
                    <a:pt x="14" y="4"/>
                    <a:pt x="10" y="5"/>
                  </a:cubicBezTo>
                  <a:cubicBezTo>
                    <a:pt x="5" y="6"/>
                    <a:pt x="1" y="6"/>
                    <a:pt x="0" y="4"/>
                  </a:cubicBezTo>
                  <a:cubicBezTo>
                    <a:pt x="0" y="3"/>
                    <a:pt x="3" y="2"/>
                    <a:pt x="7"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9" name="Freeform 2171">
              <a:extLst>
                <a:ext uri="{FF2B5EF4-FFF2-40B4-BE49-F238E27FC236}">
                  <a16:creationId xmlns:a16="http://schemas.microsoft.com/office/drawing/2014/main" id="{C8B1D64F-F3D8-7B04-2C31-669E89E3B321}"/>
                </a:ext>
              </a:extLst>
            </p:cNvPr>
            <p:cNvSpPr>
              <a:spLocks/>
            </p:cNvSpPr>
            <p:nvPr/>
          </p:nvSpPr>
          <p:spPr bwMode="auto">
            <a:xfrm rot="5094805">
              <a:off x="794407" y="2956084"/>
              <a:ext cx="41130" cy="15995"/>
            </a:xfrm>
            <a:custGeom>
              <a:avLst/>
              <a:gdLst>
                <a:gd name="T0" fmla="*/ 9 w 16"/>
                <a:gd name="T1" fmla="*/ 5 h 7"/>
                <a:gd name="T2" fmla="*/ 0 w 16"/>
                <a:gd name="T3" fmla="*/ 5 h 7"/>
                <a:gd name="T4" fmla="*/ 7 w 16"/>
                <a:gd name="T5" fmla="*/ 1 h 7"/>
                <a:gd name="T6" fmla="*/ 16 w 16"/>
                <a:gd name="T7" fmla="*/ 1 h 7"/>
                <a:gd name="T8" fmla="*/ 9 w 16"/>
                <a:gd name="T9" fmla="*/ 5 h 7"/>
              </a:gdLst>
              <a:ahLst/>
              <a:cxnLst>
                <a:cxn ang="0">
                  <a:pos x="T0" y="T1"/>
                </a:cxn>
                <a:cxn ang="0">
                  <a:pos x="T2" y="T3"/>
                </a:cxn>
                <a:cxn ang="0">
                  <a:pos x="T4" y="T5"/>
                </a:cxn>
                <a:cxn ang="0">
                  <a:pos x="T6" y="T7"/>
                </a:cxn>
                <a:cxn ang="0">
                  <a:pos x="T8" y="T9"/>
                </a:cxn>
              </a:cxnLst>
              <a:rect l="0" t="0" r="r" b="b"/>
              <a:pathLst>
                <a:path w="16" h="7">
                  <a:moveTo>
                    <a:pt x="9" y="5"/>
                  </a:moveTo>
                  <a:cubicBezTo>
                    <a:pt x="5" y="7"/>
                    <a:pt x="0" y="7"/>
                    <a:pt x="0" y="5"/>
                  </a:cubicBezTo>
                  <a:cubicBezTo>
                    <a:pt x="0" y="4"/>
                    <a:pt x="3" y="2"/>
                    <a:pt x="7" y="1"/>
                  </a:cubicBezTo>
                  <a:cubicBezTo>
                    <a:pt x="11" y="0"/>
                    <a:pt x="16" y="0"/>
                    <a:pt x="16" y="1"/>
                  </a:cubicBezTo>
                  <a:cubicBezTo>
                    <a:pt x="16" y="3"/>
                    <a:pt x="13" y="4"/>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0" name="Freeform 2172">
              <a:extLst>
                <a:ext uri="{FF2B5EF4-FFF2-40B4-BE49-F238E27FC236}">
                  <a16:creationId xmlns:a16="http://schemas.microsoft.com/office/drawing/2014/main" id="{95F32FAD-E00C-4824-A947-68732A41F5AD}"/>
                </a:ext>
              </a:extLst>
            </p:cNvPr>
            <p:cNvSpPr>
              <a:spLocks/>
            </p:cNvSpPr>
            <p:nvPr/>
          </p:nvSpPr>
          <p:spPr bwMode="auto">
            <a:xfrm rot="5094805">
              <a:off x="865007" y="3143542"/>
              <a:ext cx="43415" cy="15995"/>
            </a:xfrm>
            <a:custGeom>
              <a:avLst/>
              <a:gdLst>
                <a:gd name="T0" fmla="*/ 8 w 18"/>
                <a:gd name="T1" fmla="*/ 1 h 7"/>
                <a:gd name="T2" fmla="*/ 18 w 18"/>
                <a:gd name="T3" fmla="*/ 2 h 7"/>
                <a:gd name="T4" fmla="*/ 10 w 18"/>
                <a:gd name="T5" fmla="*/ 6 h 7"/>
                <a:gd name="T6" fmla="*/ 1 w 18"/>
                <a:gd name="T7" fmla="*/ 6 h 7"/>
                <a:gd name="T8" fmla="*/ 8 w 18"/>
                <a:gd name="T9" fmla="*/ 1 h 7"/>
              </a:gdLst>
              <a:ahLst/>
              <a:cxnLst>
                <a:cxn ang="0">
                  <a:pos x="T0" y="T1"/>
                </a:cxn>
                <a:cxn ang="0">
                  <a:pos x="T2" y="T3"/>
                </a:cxn>
                <a:cxn ang="0">
                  <a:pos x="T4" y="T5"/>
                </a:cxn>
                <a:cxn ang="0">
                  <a:pos x="T6" y="T7"/>
                </a:cxn>
                <a:cxn ang="0">
                  <a:pos x="T8" y="T9"/>
                </a:cxn>
              </a:cxnLst>
              <a:rect l="0" t="0" r="r" b="b"/>
              <a:pathLst>
                <a:path w="18" h="7">
                  <a:moveTo>
                    <a:pt x="8" y="1"/>
                  </a:moveTo>
                  <a:cubicBezTo>
                    <a:pt x="13" y="0"/>
                    <a:pt x="17" y="0"/>
                    <a:pt x="18" y="2"/>
                  </a:cubicBezTo>
                  <a:cubicBezTo>
                    <a:pt x="18" y="3"/>
                    <a:pt x="14" y="5"/>
                    <a:pt x="10" y="6"/>
                  </a:cubicBezTo>
                  <a:cubicBezTo>
                    <a:pt x="6" y="7"/>
                    <a:pt x="2" y="7"/>
                    <a:pt x="1" y="6"/>
                  </a:cubicBezTo>
                  <a:cubicBezTo>
                    <a:pt x="0" y="5"/>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1" name="Freeform 2173">
              <a:extLst>
                <a:ext uri="{FF2B5EF4-FFF2-40B4-BE49-F238E27FC236}">
                  <a16:creationId xmlns:a16="http://schemas.microsoft.com/office/drawing/2014/main" id="{3B7E6C04-B4AD-13D9-CDA7-8E744CCB233A}"/>
                </a:ext>
              </a:extLst>
            </p:cNvPr>
            <p:cNvSpPr>
              <a:spLocks/>
            </p:cNvSpPr>
            <p:nvPr/>
          </p:nvSpPr>
          <p:spPr bwMode="auto">
            <a:xfrm rot="5094805">
              <a:off x="945857" y="3329149"/>
              <a:ext cx="41130" cy="18280"/>
            </a:xfrm>
            <a:custGeom>
              <a:avLst/>
              <a:gdLst>
                <a:gd name="T0" fmla="*/ 17 w 17"/>
                <a:gd name="T1" fmla="*/ 1 h 8"/>
                <a:gd name="T2" fmla="*/ 11 w 17"/>
                <a:gd name="T3" fmla="*/ 6 h 8"/>
                <a:gd name="T4" fmla="*/ 0 w 17"/>
                <a:gd name="T5" fmla="*/ 7 h 8"/>
                <a:gd name="T6" fmla="*/ 8 w 17"/>
                <a:gd name="T7" fmla="*/ 2 h 8"/>
                <a:gd name="T8" fmla="*/ 17 w 17"/>
                <a:gd name="T9" fmla="*/ 1 h 8"/>
              </a:gdLst>
              <a:ahLst/>
              <a:cxnLst>
                <a:cxn ang="0">
                  <a:pos x="T0" y="T1"/>
                </a:cxn>
                <a:cxn ang="0">
                  <a:pos x="T2" y="T3"/>
                </a:cxn>
                <a:cxn ang="0">
                  <a:pos x="T4" y="T5"/>
                </a:cxn>
                <a:cxn ang="0">
                  <a:pos x="T6" y="T7"/>
                </a:cxn>
                <a:cxn ang="0">
                  <a:pos x="T8" y="T9"/>
                </a:cxn>
              </a:cxnLst>
              <a:rect l="0" t="0" r="r" b="b"/>
              <a:pathLst>
                <a:path w="17" h="8">
                  <a:moveTo>
                    <a:pt x="17" y="1"/>
                  </a:moveTo>
                  <a:cubicBezTo>
                    <a:pt x="17" y="2"/>
                    <a:pt x="15" y="4"/>
                    <a:pt x="11" y="6"/>
                  </a:cubicBezTo>
                  <a:cubicBezTo>
                    <a:pt x="6" y="8"/>
                    <a:pt x="1" y="8"/>
                    <a:pt x="0" y="7"/>
                  </a:cubicBezTo>
                  <a:cubicBezTo>
                    <a:pt x="0" y="6"/>
                    <a:pt x="3" y="3"/>
                    <a:pt x="8" y="2"/>
                  </a:cubicBezTo>
                  <a:cubicBezTo>
                    <a:pt x="12" y="0"/>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2" name="Freeform 2174">
              <a:extLst>
                <a:ext uri="{FF2B5EF4-FFF2-40B4-BE49-F238E27FC236}">
                  <a16:creationId xmlns:a16="http://schemas.microsoft.com/office/drawing/2014/main" id="{79E69423-A83A-EBFE-831D-841F137A4132}"/>
                </a:ext>
              </a:extLst>
            </p:cNvPr>
            <p:cNvSpPr>
              <a:spLocks/>
            </p:cNvSpPr>
            <p:nvPr/>
          </p:nvSpPr>
          <p:spPr bwMode="auto">
            <a:xfrm rot="5094805">
              <a:off x="1032389" y="3512904"/>
              <a:ext cx="43415" cy="22850"/>
            </a:xfrm>
            <a:custGeom>
              <a:avLst/>
              <a:gdLst>
                <a:gd name="T0" fmla="*/ 17 w 17"/>
                <a:gd name="T1" fmla="*/ 1 h 9"/>
                <a:gd name="T2" fmla="*/ 11 w 17"/>
                <a:gd name="T3" fmla="*/ 6 h 9"/>
                <a:gd name="T4" fmla="*/ 0 w 17"/>
                <a:gd name="T5" fmla="*/ 7 h 9"/>
                <a:gd name="T6" fmla="*/ 8 w 17"/>
                <a:gd name="T7" fmla="*/ 2 h 9"/>
                <a:gd name="T8" fmla="*/ 17 w 17"/>
                <a:gd name="T9" fmla="*/ 1 h 9"/>
              </a:gdLst>
              <a:ahLst/>
              <a:cxnLst>
                <a:cxn ang="0">
                  <a:pos x="T0" y="T1"/>
                </a:cxn>
                <a:cxn ang="0">
                  <a:pos x="T2" y="T3"/>
                </a:cxn>
                <a:cxn ang="0">
                  <a:pos x="T4" y="T5"/>
                </a:cxn>
                <a:cxn ang="0">
                  <a:pos x="T6" y="T7"/>
                </a:cxn>
                <a:cxn ang="0">
                  <a:pos x="T8" y="T9"/>
                </a:cxn>
              </a:cxnLst>
              <a:rect l="0" t="0" r="r" b="b"/>
              <a:pathLst>
                <a:path w="17" h="9">
                  <a:moveTo>
                    <a:pt x="17" y="1"/>
                  </a:moveTo>
                  <a:cubicBezTo>
                    <a:pt x="17" y="2"/>
                    <a:pt x="15" y="4"/>
                    <a:pt x="11" y="6"/>
                  </a:cubicBezTo>
                  <a:cubicBezTo>
                    <a:pt x="6" y="8"/>
                    <a:pt x="1" y="9"/>
                    <a:pt x="0" y="7"/>
                  </a:cubicBezTo>
                  <a:cubicBezTo>
                    <a:pt x="0" y="6"/>
                    <a:pt x="3" y="3"/>
                    <a:pt x="8" y="2"/>
                  </a:cubicBezTo>
                  <a:cubicBezTo>
                    <a:pt x="12" y="0"/>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3" name="Freeform 2175">
              <a:extLst>
                <a:ext uri="{FF2B5EF4-FFF2-40B4-BE49-F238E27FC236}">
                  <a16:creationId xmlns:a16="http://schemas.microsoft.com/office/drawing/2014/main" id="{ADB70FE6-4AAD-7218-9E46-FC9F2FD21C4A}"/>
                </a:ext>
              </a:extLst>
            </p:cNvPr>
            <p:cNvSpPr>
              <a:spLocks/>
            </p:cNvSpPr>
            <p:nvPr/>
          </p:nvSpPr>
          <p:spPr bwMode="auto">
            <a:xfrm rot="5094805">
              <a:off x="1129065" y="3696995"/>
              <a:ext cx="43415" cy="22850"/>
            </a:xfrm>
            <a:custGeom>
              <a:avLst/>
              <a:gdLst>
                <a:gd name="T0" fmla="*/ 8 w 17"/>
                <a:gd name="T1" fmla="*/ 2 h 10"/>
                <a:gd name="T2" fmla="*/ 17 w 17"/>
                <a:gd name="T3" fmla="*/ 2 h 10"/>
                <a:gd name="T4" fmla="*/ 8 w 17"/>
                <a:gd name="T5" fmla="*/ 8 h 10"/>
                <a:gd name="T6" fmla="*/ 0 w 17"/>
                <a:gd name="T7" fmla="*/ 9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13" y="1"/>
                    <a:pt x="17" y="0"/>
                    <a:pt x="17" y="2"/>
                  </a:cubicBezTo>
                  <a:cubicBezTo>
                    <a:pt x="16" y="4"/>
                    <a:pt x="13" y="6"/>
                    <a:pt x="8" y="8"/>
                  </a:cubicBezTo>
                  <a:cubicBezTo>
                    <a:pt x="4" y="9"/>
                    <a:pt x="1" y="10"/>
                    <a:pt x="0" y="9"/>
                  </a:cubicBezTo>
                  <a:cubicBezTo>
                    <a:pt x="0" y="7"/>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4" name="Freeform 2176">
              <a:extLst>
                <a:ext uri="{FF2B5EF4-FFF2-40B4-BE49-F238E27FC236}">
                  <a16:creationId xmlns:a16="http://schemas.microsoft.com/office/drawing/2014/main" id="{90B0FA58-740E-A461-725E-F2ADC81719D5}"/>
                </a:ext>
              </a:extLst>
            </p:cNvPr>
            <p:cNvSpPr>
              <a:spLocks/>
            </p:cNvSpPr>
            <p:nvPr/>
          </p:nvSpPr>
          <p:spPr bwMode="auto">
            <a:xfrm rot="5094805">
              <a:off x="1230400" y="3880778"/>
              <a:ext cx="41130" cy="25135"/>
            </a:xfrm>
            <a:custGeom>
              <a:avLst/>
              <a:gdLst>
                <a:gd name="T0" fmla="*/ 16 w 17"/>
                <a:gd name="T1" fmla="*/ 1 h 10"/>
                <a:gd name="T2" fmla="*/ 10 w 17"/>
                <a:gd name="T3" fmla="*/ 7 h 10"/>
                <a:gd name="T4" fmla="*/ 0 w 17"/>
                <a:gd name="T5" fmla="*/ 9 h 10"/>
                <a:gd name="T6" fmla="*/ 8 w 17"/>
                <a:gd name="T7" fmla="*/ 2 h 10"/>
                <a:gd name="T8" fmla="*/ 16 w 17"/>
                <a:gd name="T9" fmla="*/ 1 h 10"/>
              </a:gdLst>
              <a:ahLst/>
              <a:cxnLst>
                <a:cxn ang="0">
                  <a:pos x="T0" y="T1"/>
                </a:cxn>
                <a:cxn ang="0">
                  <a:pos x="T2" y="T3"/>
                </a:cxn>
                <a:cxn ang="0">
                  <a:pos x="T4" y="T5"/>
                </a:cxn>
                <a:cxn ang="0">
                  <a:pos x="T6" y="T7"/>
                </a:cxn>
                <a:cxn ang="0">
                  <a:pos x="T8" y="T9"/>
                </a:cxn>
              </a:cxnLst>
              <a:rect l="0" t="0" r="r" b="b"/>
              <a:pathLst>
                <a:path w="17" h="10">
                  <a:moveTo>
                    <a:pt x="16" y="1"/>
                  </a:moveTo>
                  <a:cubicBezTo>
                    <a:pt x="17" y="3"/>
                    <a:pt x="14" y="5"/>
                    <a:pt x="10" y="7"/>
                  </a:cubicBezTo>
                  <a:cubicBezTo>
                    <a:pt x="5" y="9"/>
                    <a:pt x="1" y="10"/>
                    <a:pt x="0" y="9"/>
                  </a:cubicBezTo>
                  <a:cubicBezTo>
                    <a:pt x="0" y="7"/>
                    <a:pt x="3" y="4"/>
                    <a:pt x="8" y="2"/>
                  </a:cubicBezTo>
                  <a:cubicBezTo>
                    <a:pt x="12" y="1"/>
                    <a:pt x="16" y="0"/>
                    <a:pt x="1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5" name="Freeform 2177">
              <a:extLst>
                <a:ext uri="{FF2B5EF4-FFF2-40B4-BE49-F238E27FC236}">
                  <a16:creationId xmlns:a16="http://schemas.microsoft.com/office/drawing/2014/main" id="{554A6BF1-C9F3-ADCA-2659-DE40F689B4FE}"/>
                </a:ext>
              </a:extLst>
            </p:cNvPr>
            <p:cNvSpPr>
              <a:spLocks/>
            </p:cNvSpPr>
            <p:nvPr/>
          </p:nvSpPr>
          <p:spPr bwMode="auto">
            <a:xfrm rot="5094805">
              <a:off x="1334946" y="4063124"/>
              <a:ext cx="38845" cy="25135"/>
            </a:xfrm>
            <a:custGeom>
              <a:avLst/>
              <a:gdLst>
                <a:gd name="T0" fmla="*/ 16 w 16"/>
                <a:gd name="T1" fmla="*/ 1 h 10"/>
                <a:gd name="T2" fmla="*/ 9 w 16"/>
                <a:gd name="T3" fmla="*/ 7 h 10"/>
                <a:gd name="T4" fmla="*/ 0 w 16"/>
                <a:gd name="T5" fmla="*/ 8 h 10"/>
                <a:gd name="T6" fmla="*/ 7 w 16"/>
                <a:gd name="T7" fmla="*/ 2 h 10"/>
                <a:gd name="T8" fmla="*/ 16 w 16"/>
                <a:gd name="T9" fmla="*/ 1 h 10"/>
              </a:gdLst>
              <a:ahLst/>
              <a:cxnLst>
                <a:cxn ang="0">
                  <a:pos x="T0" y="T1"/>
                </a:cxn>
                <a:cxn ang="0">
                  <a:pos x="T2" y="T3"/>
                </a:cxn>
                <a:cxn ang="0">
                  <a:pos x="T4" y="T5"/>
                </a:cxn>
                <a:cxn ang="0">
                  <a:pos x="T6" y="T7"/>
                </a:cxn>
                <a:cxn ang="0">
                  <a:pos x="T8" y="T9"/>
                </a:cxn>
              </a:cxnLst>
              <a:rect l="0" t="0" r="r" b="b"/>
              <a:pathLst>
                <a:path w="16" h="10">
                  <a:moveTo>
                    <a:pt x="16" y="1"/>
                  </a:moveTo>
                  <a:cubicBezTo>
                    <a:pt x="16" y="2"/>
                    <a:pt x="13" y="5"/>
                    <a:pt x="9" y="7"/>
                  </a:cubicBezTo>
                  <a:cubicBezTo>
                    <a:pt x="4" y="9"/>
                    <a:pt x="0" y="10"/>
                    <a:pt x="0" y="8"/>
                  </a:cubicBezTo>
                  <a:cubicBezTo>
                    <a:pt x="0" y="7"/>
                    <a:pt x="3" y="4"/>
                    <a:pt x="7" y="2"/>
                  </a:cubicBezTo>
                  <a:cubicBezTo>
                    <a:pt x="12" y="0"/>
                    <a:pt x="16" y="0"/>
                    <a:pt x="1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6" name="Freeform 2178">
              <a:extLst>
                <a:ext uri="{FF2B5EF4-FFF2-40B4-BE49-F238E27FC236}">
                  <a16:creationId xmlns:a16="http://schemas.microsoft.com/office/drawing/2014/main" id="{D4FCA2FF-CA63-4AF8-8331-8806E10224D2}"/>
                </a:ext>
              </a:extLst>
            </p:cNvPr>
            <p:cNvSpPr>
              <a:spLocks/>
            </p:cNvSpPr>
            <p:nvPr/>
          </p:nvSpPr>
          <p:spPr bwMode="auto">
            <a:xfrm rot="5094805">
              <a:off x="950903" y="1354735"/>
              <a:ext cx="41130" cy="34275"/>
            </a:xfrm>
            <a:custGeom>
              <a:avLst/>
              <a:gdLst>
                <a:gd name="T0" fmla="*/ 9 w 17"/>
                <a:gd name="T1" fmla="*/ 11 h 14"/>
                <a:gd name="T2" fmla="*/ 1 w 17"/>
                <a:gd name="T3" fmla="*/ 2 h 14"/>
                <a:gd name="T4" fmla="*/ 9 w 17"/>
                <a:gd name="T5" fmla="*/ 3 h 14"/>
                <a:gd name="T6" fmla="*/ 17 w 17"/>
                <a:gd name="T7" fmla="*/ 12 h 14"/>
                <a:gd name="T8" fmla="*/ 9 w 17"/>
                <a:gd name="T9" fmla="*/ 11 h 14"/>
              </a:gdLst>
              <a:ahLst/>
              <a:cxnLst>
                <a:cxn ang="0">
                  <a:pos x="T0" y="T1"/>
                </a:cxn>
                <a:cxn ang="0">
                  <a:pos x="T2" y="T3"/>
                </a:cxn>
                <a:cxn ang="0">
                  <a:pos x="T4" y="T5"/>
                </a:cxn>
                <a:cxn ang="0">
                  <a:pos x="T6" y="T7"/>
                </a:cxn>
                <a:cxn ang="0">
                  <a:pos x="T8" y="T9"/>
                </a:cxn>
              </a:cxnLst>
              <a:rect l="0" t="0" r="r" b="b"/>
              <a:pathLst>
                <a:path w="17" h="14">
                  <a:moveTo>
                    <a:pt x="9" y="11"/>
                  </a:moveTo>
                  <a:cubicBezTo>
                    <a:pt x="4" y="8"/>
                    <a:pt x="0" y="4"/>
                    <a:pt x="1" y="2"/>
                  </a:cubicBezTo>
                  <a:cubicBezTo>
                    <a:pt x="1" y="0"/>
                    <a:pt x="5" y="0"/>
                    <a:pt x="9" y="3"/>
                  </a:cubicBezTo>
                  <a:cubicBezTo>
                    <a:pt x="13" y="5"/>
                    <a:pt x="17" y="9"/>
                    <a:pt x="17" y="12"/>
                  </a:cubicBezTo>
                  <a:cubicBezTo>
                    <a:pt x="17" y="14"/>
                    <a:pt x="13" y="13"/>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7" name="Freeform 2179">
              <a:extLst>
                <a:ext uri="{FF2B5EF4-FFF2-40B4-BE49-F238E27FC236}">
                  <a16:creationId xmlns:a16="http://schemas.microsoft.com/office/drawing/2014/main" id="{65CE77DE-A169-8E51-EFD3-F5812125E511}"/>
                </a:ext>
              </a:extLst>
            </p:cNvPr>
            <p:cNvSpPr>
              <a:spLocks/>
            </p:cNvSpPr>
            <p:nvPr/>
          </p:nvSpPr>
          <p:spPr bwMode="auto">
            <a:xfrm rot="5094805">
              <a:off x="1032582" y="1151225"/>
              <a:ext cx="43415" cy="34275"/>
            </a:xfrm>
            <a:custGeom>
              <a:avLst/>
              <a:gdLst>
                <a:gd name="T0" fmla="*/ 17 w 18"/>
                <a:gd name="T1" fmla="*/ 11 h 14"/>
                <a:gd name="T2" fmla="*/ 10 w 18"/>
                <a:gd name="T3" fmla="*/ 12 h 14"/>
                <a:gd name="T4" fmla="*/ 0 w 18"/>
                <a:gd name="T5" fmla="*/ 3 h 14"/>
                <a:gd name="T6" fmla="*/ 9 w 18"/>
                <a:gd name="T7" fmla="*/ 2 h 14"/>
                <a:gd name="T8" fmla="*/ 17 w 18"/>
                <a:gd name="T9" fmla="*/ 11 h 14"/>
              </a:gdLst>
              <a:ahLst/>
              <a:cxnLst>
                <a:cxn ang="0">
                  <a:pos x="T0" y="T1"/>
                </a:cxn>
                <a:cxn ang="0">
                  <a:pos x="T2" y="T3"/>
                </a:cxn>
                <a:cxn ang="0">
                  <a:pos x="T4" y="T5"/>
                </a:cxn>
                <a:cxn ang="0">
                  <a:pos x="T6" y="T7"/>
                </a:cxn>
                <a:cxn ang="0">
                  <a:pos x="T8" y="T9"/>
                </a:cxn>
              </a:cxnLst>
              <a:rect l="0" t="0" r="r" b="b"/>
              <a:pathLst>
                <a:path w="18" h="14">
                  <a:moveTo>
                    <a:pt x="17" y="11"/>
                  </a:moveTo>
                  <a:cubicBezTo>
                    <a:pt x="18" y="14"/>
                    <a:pt x="15" y="14"/>
                    <a:pt x="10" y="12"/>
                  </a:cubicBezTo>
                  <a:cubicBezTo>
                    <a:pt x="6" y="10"/>
                    <a:pt x="1" y="6"/>
                    <a:pt x="0" y="3"/>
                  </a:cubicBezTo>
                  <a:cubicBezTo>
                    <a:pt x="0" y="0"/>
                    <a:pt x="4" y="0"/>
                    <a:pt x="9" y="2"/>
                  </a:cubicBezTo>
                  <a:cubicBezTo>
                    <a:pt x="13" y="4"/>
                    <a:pt x="16" y="8"/>
                    <a:pt x="1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8" name="Freeform 2180">
              <a:extLst>
                <a:ext uri="{FF2B5EF4-FFF2-40B4-BE49-F238E27FC236}">
                  <a16:creationId xmlns:a16="http://schemas.microsoft.com/office/drawing/2014/main" id="{73CE67B4-78D5-2010-6909-9788650F9C6A}"/>
                </a:ext>
              </a:extLst>
            </p:cNvPr>
            <p:cNvSpPr>
              <a:spLocks/>
            </p:cNvSpPr>
            <p:nvPr/>
          </p:nvSpPr>
          <p:spPr bwMode="auto">
            <a:xfrm rot="5094805">
              <a:off x="1103720" y="943029"/>
              <a:ext cx="43415" cy="38845"/>
            </a:xfrm>
            <a:custGeom>
              <a:avLst/>
              <a:gdLst>
                <a:gd name="T0" fmla="*/ 9 w 17"/>
                <a:gd name="T1" fmla="*/ 13 h 15"/>
                <a:gd name="T2" fmla="*/ 0 w 17"/>
                <a:gd name="T3" fmla="*/ 3 h 15"/>
                <a:gd name="T4" fmla="*/ 8 w 17"/>
                <a:gd name="T5" fmla="*/ 2 h 15"/>
                <a:gd name="T6" fmla="*/ 17 w 17"/>
                <a:gd name="T7" fmla="*/ 12 h 15"/>
                <a:gd name="T8" fmla="*/ 9 w 17"/>
                <a:gd name="T9" fmla="*/ 13 h 15"/>
              </a:gdLst>
              <a:ahLst/>
              <a:cxnLst>
                <a:cxn ang="0">
                  <a:pos x="T0" y="T1"/>
                </a:cxn>
                <a:cxn ang="0">
                  <a:pos x="T2" y="T3"/>
                </a:cxn>
                <a:cxn ang="0">
                  <a:pos x="T4" y="T5"/>
                </a:cxn>
                <a:cxn ang="0">
                  <a:pos x="T6" y="T7"/>
                </a:cxn>
                <a:cxn ang="0">
                  <a:pos x="T8" y="T9"/>
                </a:cxn>
              </a:cxnLst>
              <a:rect l="0" t="0" r="r" b="b"/>
              <a:pathLst>
                <a:path w="17" h="15">
                  <a:moveTo>
                    <a:pt x="9" y="13"/>
                  </a:moveTo>
                  <a:cubicBezTo>
                    <a:pt x="4" y="11"/>
                    <a:pt x="0" y="6"/>
                    <a:pt x="0" y="3"/>
                  </a:cubicBezTo>
                  <a:cubicBezTo>
                    <a:pt x="0" y="1"/>
                    <a:pt x="4" y="0"/>
                    <a:pt x="8" y="2"/>
                  </a:cubicBezTo>
                  <a:cubicBezTo>
                    <a:pt x="13" y="4"/>
                    <a:pt x="17" y="9"/>
                    <a:pt x="17" y="12"/>
                  </a:cubicBezTo>
                  <a:cubicBezTo>
                    <a:pt x="17" y="14"/>
                    <a:pt x="13" y="15"/>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9" name="Freeform 2181">
              <a:extLst>
                <a:ext uri="{FF2B5EF4-FFF2-40B4-BE49-F238E27FC236}">
                  <a16:creationId xmlns:a16="http://schemas.microsoft.com/office/drawing/2014/main" id="{814DA5F6-F0CD-934E-09C1-29AD651DB6CD}"/>
                </a:ext>
              </a:extLst>
            </p:cNvPr>
            <p:cNvSpPr>
              <a:spLocks/>
            </p:cNvSpPr>
            <p:nvPr/>
          </p:nvSpPr>
          <p:spPr bwMode="auto">
            <a:xfrm rot="5094805">
              <a:off x="1159129" y="743097"/>
              <a:ext cx="43415" cy="34275"/>
            </a:xfrm>
            <a:custGeom>
              <a:avLst/>
              <a:gdLst>
                <a:gd name="T0" fmla="*/ 11 w 18"/>
                <a:gd name="T1" fmla="*/ 13 h 14"/>
                <a:gd name="T2" fmla="*/ 1 w 18"/>
                <a:gd name="T3" fmla="*/ 4 h 14"/>
                <a:gd name="T4" fmla="*/ 7 w 18"/>
                <a:gd name="T5" fmla="*/ 1 h 14"/>
                <a:gd name="T6" fmla="*/ 17 w 18"/>
                <a:gd name="T7" fmla="*/ 10 h 14"/>
                <a:gd name="T8" fmla="*/ 11 w 18"/>
                <a:gd name="T9" fmla="*/ 13 h 14"/>
              </a:gdLst>
              <a:ahLst/>
              <a:cxnLst>
                <a:cxn ang="0">
                  <a:pos x="T0" y="T1"/>
                </a:cxn>
                <a:cxn ang="0">
                  <a:pos x="T2" y="T3"/>
                </a:cxn>
                <a:cxn ang="0">
                  <a:pos x="T4" y="T5"/>
                </a:cxn>
                <a:cxn ang="0">
                  <a:pos x="T6" y="T7"/>
                </a:cxn>
                <a:cxn ang="0">
                  <a:pos x="T8" y="T9"/>
                </a:cxn>
              </a:cxnLst>
              <a:rect l="0" t="0" r="r" b="b"/>
              <a:pathLst>
                <a:path w="18" h="14">
                  <a:moveTo>
                    <a:pt x="11" y="13"/>
                  </a:moveTo>
                  <a:cubicBezTo>
                    <a:pt x="6" y="12"/>
                    <a:pt x="1" y="8"/>
                    <a:pt x="1" y="4"/>
                  </a:cubicBezTo>
                  <a:cubicBezTo>
                    <a:pt x="0" y="1"/>
                    <a:pt x="3" y="0"/>
                    <a:pt x="7" y="1"/>
                  </a:cubicBezTo>
                  <a:cubicBezTo>
                    <a:pt x="12" y="2"/>
                    <a:pt x="17" y="6"/>
                    <a:pt x="17" y="10"/>
                  </a:cubicBezTo>
                  <a:cubicBezTo>
                    <a:pt x="18" y="13"/>
                    <a:pt x="15" y="14"/>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0" name="Freeform 2182">
              <a:extLst>
                <a:ext uri="{FF2B5EF4-FFF2-40B4-BE49-F238E27FC236}">
                  <a16:creationId xmlns:a16="http://schemas.microsoft.com/office/drawing/2014/main" id="{BE210E3A-D67A-31C1-F72F-8C6ED241FFFD}"/>
                </a:ext>
              </a:extLst>
            </p:cNvPr>
            <p:cNvSpPr>
              <a:spLocks/>
            </p:cNvSpPr>
            <p:nvPr/>
          </p:nvSpPr>
          <p:spPr bwMode="auto">
            <a:xfrm rot="5094805">
              <a:off x="1191778" y="540621"/>
              <a:ext cx="43415" cy="38845"/>
            </a:xfrm>
            <a:custGeom>
              <a:avLst/>
              <a:gdLst>
                <a:gd name="T0" fmla="*/ 17 w 17"/>
                <a:gd name="T1" fmla="*/ 9 h 15"/>
                <a:gd name="T2" fmla="*/ 10 w 17"/>
                <a:gd name="T3" fmla="*/ 14 h 15"/>
                <a:gd name="T4" fmla="*/ 0 w 17"/>
                <a:gd name="T5" fmla="*/ 6 h 15"/>
                <a:gd name="T6" fmla="*/ 7 w 17"/>
                <a:gd name="T7" fmla="*/ 1 h 15"/>
                <a:gd name="T8" fmla="*/ 17 w 17"/>
                <a:gd name="T9" fmla="*/ 9 h 15"/>
              </a:gdLst>
              <a:ahLst/>
              <a:cxnLst>
                <a:cxn ang="0">
                  <a:pos x="T0" y="T1"/>
                </a:cxn>
                <a:cxn ang="0">
                  <a:pos x="T2" y="T3"/>
                </a:cxn>
                <a:cxn ang="0">
                  <a:pos x="T4" y="T5"/>
                </a:cxn>
                <a:cxn ang="0">
                  <a:pos x="T6" y="T7"/>
                </a:cxn>
                <a:cxn ang="0">
                  <a:pos x="T8" y="T9"/>
                </a:cxn>
              </a:cxnLst>
              <a:rect l="0" t="0" r="r" b="b"/>
              <a:pathLst>
                <a:path w="17" h="15">
                  <a:moveTo>
                    <a:pt x="17" y="9"/>
                  </a:moveTo>
                  <a:cubicBezTo>
                    <a:pt x="17" y="13"/>
                    <a:pt x="14" y="15"/>
                    <a:pt x="10" y="14"/>
                  </a:cubicBezTo>
                  <a:cubicBezTo>
                    <a:pt x="5" y="13"/>
                    <a:pt x="1" y="9"/>
                    <a:pt x="0" y="6"/>
                  </a:cubicBezTo>
                  <a:cubicBezTo>
                    <a:pt x="0" y="2"/>
                    <a:pt x="3" y="0"/>
                    <a:pt x="7" y="1"/>
                  </a:cubicBezTo>
                  <a:cubicBezTo>
                    <a:pt x="12" y="2"/>
                    <a:pt x="17" y="6"/>
                    <a:pt x="1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1" name="Freeform 2183">
              <a:extLst>
                <a:ext uri="{FF2B5EF4-FFF2-40B4-BE49-F238E27FC236}">
                  <a16:creationId xmlns:a16="http://schemas.microsoft.com/office/drawing/2014/main" id="{A236C922-3F0B-6745-6765-81CCF68355D6}"/>
                </a:ext>
              </a:extLst>
            </p:cNvPr>
            <p:cNvSpPr>
              <a:spLocks/>
            </p:cNvSpPr>
            <p:nvPr/>
          </p:nvSpPr>
          <p:spPr bwMode="auto">
            <a:xfrm rot="5094805">
              <a:off x="1196083" y="346486"/>
              <a:ext cx="41130" cy="34275"/>
            </a:xfrm>
            <a:custGeom>
              <a:avLst/>
              <a:gdLst>
                <a:gd name="T0" fmla="*/ 9 w 17"/>
                <a:gd name="T1" fmla="*/ 13 h 14"/>
                <a:gd name="T2" fmla="*/ 1 w 17"/>
                <a:gd name="T3" fmla="*/ 6 h 14"/>
                <a:gd name="T4" fmla="*/ 8 w 17"/>
                <a:gd name="T5" fmla="*/ 0 h 14"/>
                <a:gd name="T6" fmla="*/ 17 w 17"/>
                <a:gd name="T7" fmla="*/ 8 h 14"/>
                <a:gd name="T8" fmla="*/ 9 w 17"/>
                <a:gd name="T9" fmla="*/ 13 h 14"/>
              </a:gdLst>
              <a:ahLst/>
              <a:cxnLst>
                <a:cxn ang="0">
                  <a:pos x="T0" y="T1"/>
                </a:cxn>
                <a:cxn ang="0">
                  <a:pos x="T2" y="T3"/>
                </a:cxn>
                <a:cxn ang="0">
                  <a:pos x="T4" y="T5"/>
                </a:cxn>
                <a:cxn ang="0">
                  <a:pos x="T6" y="T7"/>
                </a:cxn>
                <a:cxn ang="0">
                  <a:pos x="T8" y="T9"/>
                </a:cxn>
              </a:cxnLst>
              <a:rect l="0" t="0" r="r" b="b"/>
              <a:pathLst>
                <a:path w="17" h="14">
                  <a:moveTo>
                    <a:pt x="9" y="13"/>
                  </a:moveTo>
                  <a:cubicBezTo>
                    <a:pt x="4" y="13"/>
                    <a:pt x="0" y="9"/>
                    <a:pt x="1" y="6"/>
                  </a:cubicBezTo>
                  <a:cubicBezTo>
                    <a:pt x="1" y="2"/>
                    <a:pt x="4" y="0"/>
                    <a:pt x="8" y="0"/>
                  </a:cubicBezTo>
                  <a:cubicBezTo>
                    <a:pt x="13" y="1"/>
                    <a:pt x="17" y="4"/>
                    <a:pt x="17" y="8"/>
                  </a:cubicBezTo>
                  <a:cubicBezTo>
                    <a:pt x="17" y="11"/>
                    <a:pt x="13" y="14"/>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2" name="Freeform 2184">
              <a:extLst>
                <a:ext uri="{FF2B5EF4-FFF2-40B4-BE49-F238E27FC236}">
                  <a16:creationId xmlns:a16="http://schemas.microsoft.com/office/drawing/2014/main" id="{292D0E47-DB3E-AA6B-7AF9-466C96C6EB8A}"/>
                </a:ext>
              </a:extLst>
            </p:cNvPr>
            <p:cNvSpPr>
              <a:spLocks/>
            </p:cNvSpPr>
            <p:nvPr/>
          </p:nvSpPr>
          <p:spPr bwMode="auto">
            <a:xfrm rot="5094805">
              <a:off x="1166548" y="155276"/>
              <a:ext cx="41130" cy="36560"/>
            </a:xfrm>
            <a:custGeom>
              <a:avLst/>
              <a:gdLst>
                <a:gd name="T0" fmla="*/ 10 w 17"/>
                <a:gd name="T1" fmla="*/ 13 h 15"/>
                <a:gd name="T2" fmla="*/ 1 w 17"/>
                <a:gd name="T3" fmla="*/ 9 h 15"/>
                <a:gd name="T4" fmla="*/ 7 w 17"/>
                <a:gd name="T5" fmla="*/ 1 h 15"/>
                <a:gd name="T6" fmla="*/ 17 w 17"/>
                <a:gd name="T7" fmla="*/ 6 h 15"/>
                <a:gd name="T8" fmla="*/ 10 w 17"/>
                <a:gd name="T9" fmla="*/ 13 h 15"/>
              </a:gdLst>
              <a:ahLst/>
              <a:cxnLst>
                <a:cxn ang="0">
                  <a:pos x="T0" y="T1"/>
                </a:cxn>
                <a:cxn ang="0">
                  <a:pos x="T2" y="T3"/>
                </a:cxn>
                <a:cxn ang="0">
                  <a:pos x="T4" y="T5"/>
                </a:cxn>
                <a:cxn ang="0">
                  <a:pos x="T6" y="T7"/>
                </a:cxn>
                <a:cxn ang="0">
                  <a:pos x="T8" y="T9"/>
                </a:cxn>
              </a:cxnLst>
              <a:rect l="0" t="0" r="r" b="b"/>
              <a:pathLst>
                <a:path w="17" h="15">
                  <a:moveTo>
                    <a:pt x="10" y="13"/>
                  </a:moveTo>
                  <a:cubicBezTo>
                    <a:pt x="6" y="15"/>
                    <a:pt x="1" y="12"/>
                    <a:pt x="1" y="9"/>
                  </a:cubicBezTo>
                  <a:cubicBezTo>
                    <a:pt x="0" y="5"/>
                    <a:pt x="3" y="2"/>
                    <a:pt x="7" y="1"/>
                  </a:cubicBezTo>
                  <a:cubicBezTo>
                    <a:pt x="11" y="0"/>
                    <a:pt x="16" y="2"/>
                    <a:pt x="17" y="6"/>
                  </a:cubicBezTo>
                  <a:cubicBezTo>
                    <a:pt x="17" y="9"/>
                    <a:pt x="15" y="12"/>
                    <a:pt x="1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3" name="Freeform 2185">
              <a:extLst>
                <a:ext uri="{FF2B5EF4-FFF2-40B4-BE49-F238E27FC236}">
                  <a16:creationId xmlns:a16="http://schemas.microsoft.com/office/drawing/2014/main" id="{E52C4EFB-FFAE-F01A-7C14-0B23E2E08E1A}"/>
                </a:ext>
              </a:extLst>
            </p:cNvPr>
            <p:cNvSpPr>
              <a:spLocks/>
            </p:cNvSpPr>
            <p:nvPr/>
          </p:nvSpPr>
          <p:spPr bwMode="auto">
            <a:xfrm rot="5094805">
              <a:off x="1095004" y="-31150"/>
              <a:ext cx="43415" cy="38845"/>
            </a:xfrm>
            <a:custGeom>
              <a:avLst/>
              <a:gdLst>
                <a:gd name="T0" fmla="*/ 8 w 18"/>
                <a:gd name="T1" fmla="*/ 2 h 16"/>
                <a:gd name="T2" fmla="*/ 17 w 18"/>
                <a:gd name="T3" fmla="*/ 4 h 16"/>
                <a:gd name="T4" fmla="*/ 11 w 18"/>
                <a:gd name="T5" fmla="*/ 14 h 16"/>
                <a:gd name="T6" fmla="*/ 1 w 18"/>
                <a:gd name="T7" fmla="*/ 13 h 16"/>
                <a:gd name="T8" fmla="*/ 8 w 18"/>
                <a:gd name="T9" fmla="*/ 2 h 16"/>
              </a:gdLst>
              <a:ahLst/>
              <a:cxnLst>
                <a:cxn ang="0">
                  <a:pos x="T0" y="T1"/>
                </a:cxn>
                <a:cxn ang="0">
                  <a:pos x="T2" y="T3"/>
                </a:cxn>
                <a:cxn ang="0">
                  <a:pos x="T4" y="T5"/>
                </a:cxn>
                <a:cxn ang="0">
                  <a:pos x="T6" y="T7"/>
                </a:cxn>
                <a:cxn ang="0">
                  <a:pos x="T8" y="T9"/>
                </a:cxn>
              </a:cxnLst>
              <a:rect l="0" t="0" r="r" b="b"/>
              <a:pathLst>
                <a:path w="18" h="16">
                  <a:moveTo>
                    <a:pt x="8" y="2"/>
                  </a:moveTo>
                  <a:cubicBezTo>
                    <a:pt x="12" y="0"/>
                    <a:pt x="16" y="1"/>
                    <a:pt x="17" y="4"/>
                  </a:cubicBezTo>
                  <a:cubicBezTo>
                    <a:pt x="18" y="7"/>
                    <a:pt x="15" y="12"/>
                    <a:pt x="11" y="14"/>
                  </a:cubicBezTo>
                  <a:cubicBezTo>
                    <a:pt x="7" y="16"/>
                    <a:pt x="2" y="15"/>
                    <a:pt x="1" y="13"/>
                  </a:cubicBezTo>
                  <a:cubicBezTo>
                    <a:pt x="0" y="9"/>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4" name="Freeform 2206">
              <a:extLst>
                <a:ext uri="{FF2B5EF4-FFF2-40B4-BE49-F238E27FC236}">
                  <a16:creationId xmlns:a16="http://schemas.microsoft.com/office/drawing/2014/main" id="{50EBD6DD-3937-EDEE-1784-D68BCFD07DC5}"/>
                </a:ext>
              </a:extLst>
            </p:cNvPr>
            <p:cNvSpPr>
              <a:spLocks/>
            </p:cNvSpPr>
            <p:nvPr/>
          </p:nvSpPr>
          <p:spPr bwMode="auto">
            <a:xfrm rot="5094805">
              <a:off x="1441961" y="4247341"/>
              <a:ext cx="41130" cy="25135"/>
            </a:xfrm>
            <a:custGeom>
              <a:avLst/>
              <a:gdLst>
                <a:gd name="T0" fmla="*/ 16 w 16"/>
                <a:gd name="T1" fmla="*/ 2 h 10"/>
                <a:gd name="T2" fmla="*/ 9 w 16"/>
                <a:gd name="T3" fmla="*/ 8 h 10"/>
                <a:gd name="T4" fmla="*/ 0 w 16"/>
                <a:gd name="T5" fmla="*/ 9 h 10"/>
                <a:gd name="T6" fmla="*/ 7 w 16"/>
                <a:gd name="T7" fmla="*/ 3 h 10"/>
                <a:gd name="T8" fmla="*/ 16 w 16"/>
                <a:gd name="T9" fmla="*/ 2 h 10"/>
              </a:gdLst>
              <a:ahLst/>
              <a:cxnLst>
                <a:cxn ang="0">
                  <a:pos x="T0" y="T1"/>
                </a:cxn>
                <a:cxn ang="0">
                  <a:pos x="T2" y="T3"/>
                </a:cxn>
                <a:cxn ang="0">
                  <a:pos x="T4" y="T5"/>
                </a:cxn>
                <a:cxn ang="0">
                  <a:pos x="T6" y="T7"/>
                </a:cxn>
                <a:cxn ang="0">
                  <a:pos x="T8" y="T9"/>
                </a:cxn>
              </a:cxnLst>
              <a:rect l="0" t="0" r="r" b="b"/>
              <a:pathLst>
                <a:path w="16" h="10">
                  <a:moveTo>
                    <a:pt x="16" y="2"/>
                  </a:moveTo>
                  <a:cubicBezTo>
                    <a:pt x="16" y="3"/>
                    <a:pt x="13" y="6"/>
                    <a:pt x="9" y="8"/>
                  </a:cubicBezTo>
                  <a:cubicBezTo>
                    <a:pt x="5" y="10"/>
                    <a:pt x="0" y="10"/>
                    <a:pt x="0" y="9"/>
                  </a:cubicBezTo>
                  <a:cubicBezTo>
                    <a:pt x="0" y="8"/>
                    <a:pt x="3" y="5"/>
                    <a:pt x="7" y="3"/>
                  </a:cubicBezTo>
                  <a:cubicBezTo>
                    <a:pt x="11" y="1"/>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5" name="Freeform 2207">
              <a:extLst>
                <a:ext uri="{FF2B5EF4-FFF2-40B4-BE49-F238E27FC236}">
                  <a16:creationId xmlns:a16="http://schemas.microsoft.com/office/drawing/2014/main" id="{A594A72A-57BF-99C1-D920-AAF3EC0B9E7E}"/>
                </a:ext>
              </a:extLst>
            </p:cNvPr>
            <p:cNvSpPr>
              <a:spLocks/>
            </p:cNvSpPr>
            <p:nvPr/>
          </p:nvSpPr>
          <p:spPr bwMode="auto">
            <a:xfrm rot="5094805">
              <a:off x="1547636" y="4428240"/>
              <a:ext cx="43415" cy="27420"/>
            </a:xfrm>
            <a:custGeom>
              <a:avLst/>
              <a:gdLst>
                <a:gd name="T0" fmla="*/ 17 w 17"/>
                <a:gd name="T1" fmla="*/ 2 h 11"/>
                <a:gd name="T2" fmla="*/ 10 w 17"/>
                <a:gd name="T3" fmla="*/ 8 h 11"/>
                <a:gd name="T4" fmla="*/ 1 w 17"/>
                <a:gd name="T5" fmla="*/ 9 h 11"/>
                <a:gd name="T6" fmla="*/ 7 w 17"/>
                <a:gd name="T7" fmla="*/ 3 h 11"/>
                <a:gd name="T8" fmla="*/ 17 w 17"/>
                <a:gd name="T9" fmla="*/ 2 h 11"/>
              </a:gdLst>
              <a:ahLst/>
              <a:cxnLst>
                <a:cxn ang="0">
                  <a:pos x="T0" y="T1"/>
                </a:cxn>
                <a:cxn ang="0">
                  <a:pos x="T2" y="T3"/>
                </a:cxn>
                <a:cxn ang="0">
                  <a:pos x="T4" y="T5"/>
                </a:cxn>
                <a:cxn ang="0">
                  <a:pos x="T6" y="T7"/>
                </a:cxn>
                <a:cxn ang="0">
                  <a:pos x="T8" y="T9"/>
                </a:cxn>
              </a:cxnLst>
              <a:rect l="0" t="0" r="r" b="b"/>
              <a:pathLst>
                <a:path w="17" h="11">
                  <a:moveTo>
                    <a:pt x="17" y="2"/>
                  </a:moveTo>
                  <a:cubicBezTo>
                    <a:pt x="17" y="3"/>
                    <a:pt x="14" y="6"/>
                    <a:pt x="10" y="8"/>
                  </a:cubicBezTo>
                  <a:cubicBezTo>
                    <a:pt x="5" y="10"/>
                    <a:pt x="1" y="11"/>
                    <a:pt x="1" y="9"/>
                  </a:cubicBezTo>
                  <a:cubicBezTo>
                    <a:pt x="0" y="8"/>
                    <a:pt x="3" y="5"/>
                    <a:pt x="7" y="3"/>
                  </a:cubicBezTo>
                  <a:cubicBezTo>
                    <a:pt x="12" y="1"/>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6" name="Freeform 2208">
              <a:extLst>
                <a:ext uri="{FF2B5EF4-FFF2-40B4-BE49-F238E27FC236}">
                  <a16:creationId xmlns:a16="http://schemas.microsoft.com/office/drawing/2014/main" id="{FCB3D43C-BCEF-FB96-4C51-CFF9538276F3}"/>
                </a:ext>
              </a:extLst>
            </p:cNvPr>
            <p:cNvSpPr>
              <a:spLocks/>
            </p:cNvSpPr>
            <p:nvPr/>
          </p:nvSpPr>
          <p:spPr bwMode="auto">
            <a:xfrm rot="5094805">
              <a:off x="1654660" y="4612659"/>
              <a:ext cx="41130" cy="27420"/>
            </a:xfrm>
            <a:custGeom>
              <a:avLst/>
              <a:gdLst>
                <a:gd name="T0" fmla="*/ 9 w 17"/>
                <a:gd name="T1" fmla="*/ 8 h 11"/>
                <a:gd name="T2" fmla="*/ 0 w 17"/>
                <a:gd name="T3" fmla="*/ 9 h 11"/>
                <a:gd name="T4" fmla="*/ 8 w 17"/>
                <a:gd name="T5" fmla="*/ 3 h 11"/>
                <a:gd name="T6" fmla="*/ 17 w 17"/>
                <a:gd name="T7" fmla="*/ 2 h 11"/>
                <a:gd name="T8" fmla="*/ 9 w 17"/>
                <a:gd name="T9" fmla="*/ 8 h 11"/>
              </a:gdLst>
              <a:ahLst/>
              <a:cxnLst>
                <a:cxn ang="0">
                  <a:pos x="T0" y="T1"/>
                </a:cxn>
                <a:cxn ang="0">
                  <a:pos x="T2" y="T3"/>
                </a:cxn>
                <a:cxn ang="0">
                  <a:pos x="T4" y="T5"/>
                </a:cxn>
                <a:cxn ang="0">
                  <a:pos x="T6" y="T7"/>
                </a:cxn>
                <a:cxn ang="0">
                  <a:pos x="T8" y="T9"/>
                </a:cxn>
              </a:cxnLst>
              <a:rect l="0" t="0" r="r" b="b"/>
              <a:pathLst>
                <a:path w="17" h="11">
                  <a:moveTo>
                    <a:pt x="9" y="8"/>
                  </a:moveTo>
                  <a:cubicBezTo>
                    <a:pt x="5" y="10"/>
                    <a:pt x="0" y="11"/>
                    <a:pt x="0" y="9"/>
                  </a:cubicBezTo>
                  <a:cubicBezTo>
                    <a:pt x="0" y="8"/>
                    <a:pt x="4" y="5"/>
                    <a:pt x="8" y="3"/>
                  </a:cubicBezTo>
                  <a:cubicBezTo>
                    <a:pt x="12" y="1"/>
                    <a:pt x="16" y="0"/>
                    <a:pt x="17" y="2"/>
                  </a:cubicBezTo>
                  <a:cubicBezTo>
                    <a:pt x="17" y="3"/>
                    <a:pt x="13" y="6"/>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7" name="Freeform 2209">
              <a:extLst>
                <a:ext uri="{FF2B5EF4-FFF2-40B4-BE49-F238E27FC236}">
                  <a16:creationId xmlns:a16="http://schemas.microsoft.com/office/drawing/2014/main" id="{E13F45CC-7D47-4DA2-A372-20BF094B2395}"/>
                </a:ext>
              </a:extLst>
            </p:cNvPr>
            <p:cNvSpPr>
              <a:spLocks/>
            </p:cNvSpPr>
            <p:nvPr/>
          </p:nvSpPr>
          <p:spPr bwMode="auto">
            <a:xfrm rot="5094805">
              <a:off x="1758165" y="4798428"/>
              <a:ext cx="41130" cy="22850"/>
            </a:xfrm>
            <a:custGeom>
              <a:avLst/>
              <a:gdLst>
                <a:gd name="T0" fmla="*/ 8 w 17"/>
                <a:gd name="T1" fmla="*/ 3 h 10"/>
                <a:gd name="T2" fmla="*/ 17 w 17"/>
                <a:gd name="T3" fmla="*/ 2 h 10"/>
                <a:gd name="T4" fmla="*/ 9 w 17"/>
                <a:gd name="T5" fmla="*/ 8 h 10"/>
                <a:gd name="T6" fmla="*/ 0 w 17"/>
                <a:gd name="T7" fmla="*/ 9 h 10"/>
                <a:gd name="T8" fmla="*/ 8 w 17"/>
                <a:gd name="T9" fmla="*/ 3 h 10"/>
              </a:gdLst>
              <a:ahLst/>
              <a:cxnLst>
                <a:cxn ang="0">
                  <a:pos x="T0" y="T1"/>
                </a:cxn>
                <a:cxn ang="0">
                  <a:pos x="T2" y="T3"/>
                </a:cxn>
                <a:cxn ang="0">
                  <a:pos x="T4" y="T5"/>
                </a:cxn>
                <a:cxn ang="0">
                  <a:pos x="T6" y="T7"/>
                </a:cxn>
                <a:cxn ang="0">
                  <a:pos x="T8" y="T9"/>
                </a:cxn>
              </a:cxnLst>
              <a:rect l="0" t="0" r="r" b="b"/>
              <a:pathLst>
                <a:path w="17" h="10">
                  <a:moveTo>
                    <a:pt x="8" y="3"/>
                  </a:moveTo>
                  <a:cubicBezTo>
                    <a:pt x="12" y="1"/>
                    <a:pt x="17" y="0"/>
                    <a:pt x="17" y="2"/>
                  </a:cubicBezTo>
                  <a:cubicBezTo>
                    <a:pt x="17" y="4"/>
                    <a:pt x="13" y="7"/>
                    <a:pt x="9" y="8"/>
                  </a:cubicBezTo>
                  <a:cubicBezTo>
                    <a:pt x="5" y="10"/>
                    <a:pt x="1" y="10"/>
                    <a:pt x="0" y="9"/>
                  </a:cubicBezTo>
                  <a:cubicBezTo>
                    <a:pt x="0" y="8"/>
                    <a:pt x="3" y="4"/>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8" name="Freeform 2210">
              <a:extLst>
                <a:ext uri="{FF2B5EF4-FFF2-40B4-BE49-F238E27FC236}">
                  <a16:creationId xmlns:a16="http://schemas.microsoft.com/office/drawing/2014/main" id="{F655B967-7FA5-4F98-8775-6CD72AE0AC83}"/>
                </a:ext>
              </a:extLst>
            </p:cNvPr>
            <p:cNvSpPr>
              <a:spLocks/>
            </p:cNvSpPr>
            <p:nvPr/>
          </p:nvSpPr>
          <p:spPr bwMode="auto">
            <a:xfrm rot="5094805">
              <a:off x="1853694" y="4981276"/>
              <a:ext cx="45700" cy="25135"/>
            </a:xfrm>
            <a:custGeom>
              <a:avLst/>
              <a:gdLst>
                <a:gd name="T0" fmla="*/ 8 w 18"/>
                <a:gd name="T1" fmla="*/ 2 h 10"/>
                <a:gd name="T2" fmla="*/ 17 w 18"/>
                <a:gd name="T3" fmla="*/ 1 h 10"/>
                <a:gd name="T4" fmla="*/ 11 w 18"/>
                <a:gd name="T5" fmla="*/ 8 h 10"/>
                <a:gd name="T6" fmla="*/ 1 w 18"/>
                <a:gd name="T7" fmla="*/ 9 h 10"/>
                <a:gd name="T8" fmla="*/ 8 w 18"/>
                <a:gd name="T9" fmla="*/ 2 h 10"/>
              </a:gdLst>
              <a:ahLst/>
              <a:cxnLst>
                <a:cxn ang="0">
                  <a:pos x="T0" y="T1"/>
                </a:cxn>
                <a:cxn ang="0">
                  <a:pos x="T2" y="T3"/>
                </a:cxn>
                <a:cxn ang="0">
                  <a:pos x="T4" y="T5"/>
                </a:cxn>
                <a:cxn ang="0">
                  <a:pos x="T6" y="T7"/>
                </a:cxn>
                <a:cxn ang="0">
                  <a:pos x="T8" y="T9"/>
                </a:cxn>
              </a:cxnLst>
              <a:rect l="0" t="0" r="r" b="b"/>
              <a:pathLst>
                <a:path w="18" h="10">
                  <a:moveTo>
                    <a:pt x="8" y="2"/>
                  </a:moveTo>
                  <a:cubicBezTo>
                    <a:pt x="12" y="1"/>
                    <a:pt x="16" y="0"/>
                    <a:pt x="17" y="1"/>
                  </a:cubicBezTo>
                  <a:cubicBezTo>
                    <a:pt x="18" y="3"/>
                    <a:pt x="15" y="6"/>
                    <a:pt x="11" y="8"/>
                  </a:cubicBezTo>
                  <a:cubicBezTo>
                    <a:pt x="7" y="9"/>
                    <a:pt x="2" y="10"/>
                    <a:pt x="1" y="9"/>
                  </a:cubicBezTo>
                  <a:cubicBezTo>
                    <a:pt x="0" y="8"/>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9" name="Freeform 2211">
              <a:extLst>
                <a:ext uri="{FF2B5EF4-FFF2-40B4-BE49-F238E27FC236}">
                  <a16:creationId xmlns:a16="http://schemas.microsoft.com/office/drawing/2014/main" id="{76513173-7BE8-33E8-774C-CDC7AE7DBCDB}"/>
                </a:ext>
              </a:extLst>
            </p:cNvPr>
            <p:cNvSpPr>
              <a:spLocks/>
            </p:cNvSpPr>
            <p:nvPr/>
          </p:nvSpPr>
          <p:spPr bwMode="auto">
            <a:xfrm rot="5094805">
              <a:off x="1950583" y="5167846"/>
              <a:ext cx="41130" cy="25135"/>
            </a:xfrm>
            <a:custGeom>
              <a:avLst/>
              <a:gdLst>
                <a:gd name="T0" fmla="*/ 8 w 17"/>
                <a:gd name="T1" fmla="*/ 2 h 10"/>
                <a:gd name="T2" fmla="*/ 16 w 17"/>
                <a:gd name="T3" fmla="*/ 3 h 10"/>
                <a:gd name="T4" fmla="*/ 8 w 17"/>
                <a:gd name="T5" fmla="*/ 8 h 10"/>
                <a:gd name="T6" fmla="*/ 0 w 17"/>
                <a:gd name="T7" fmla="*/ 8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13" y="0"/>
                    <a:pt x="17" y="1"/>
                    <a:pt x="16" y="3"/>
                  </a:cubicBezTo>
                  <a:cubicBezTo>
                    <a:pt x="16" y="4"/>
                    <a:pt x="13" y="7"/>
                    <a:pt x="8" y="8"/>
                  </a:cubicBezTo>
                  <a:cubicBezTo>
                    <a:pt x="4" y="10"/>
                    <a:pt x="0" y="10"/>
                    <a:pt x="0" y="8"/>
                  </a:cubicBezTo>
                  <a:cubicBezTo>
                    <a:pt x="0" y="6"/>
                    <a:pt x="4"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0" name="Freeform 2212">
              <a:extLst>
                <a:ext uri="{FF2B5EF4-FFF2-40B4-BE49-F238E27FC236}">
                  <a16:creationId xmlns:a16="http://schemas.microsoft.com/office/drawing/2014/main" id="{51A03C00-A87E-AC95-477D-6B1D4B6F48B8}"/>
                </a:ext>
              </a:extLst>
            </p:cNvPr>
            <p:cNvSpPr>
              <a:spLocks/>
            </p:cNvSpPr>
            <p:nvPr/>
          </p:nvSpPr>
          <p:spPr bwMode="auto">
            <a:xfrm rot="5094805">
              <a:off x="2035879" y="5352950"/>
              <a:ext cx="41130" cy="25135"/>
            </a:xfrm>
            <a:custGeom>
              <a:avLst/>
              <a:gdLst>
                <a:gd name="T0" fmla="*/ 9 w 17"/>
                <a:gd name="T1" fmla="*/ 8 h 10"/>
                <a:gd name="T2" fmla="*/ 0 w 17"/>
                <a:gd name="T3" fmla="*/ 7 h 10"/>
                <a:gd name="T4" fmla="*/ 8 w 17"/>
                <a:gd name="T5" fmla="*/ 2 h 10"/>
                <a:gd name="T6" fmla="*/ 17 w 17"/>
                <a:gd name="T7" fmla="*/ 3 h 10"/>
                <a:gd name="T8" fmla="*/ 9 w 17"/>
                <a:gd name="T9" fmla="*/ 8 h 10"/>
              </a:gdLst>
              <a:ahLst/>
              <a:cxnLst>
                <a:cxn ang="0">
                  <a:pos x="T0" y="T1"/>
                </a:cxn>
                <a:cxn ang="0">
                  <a:pos x="T2" y="T3"/>
                </a:cxn>
                <a:cxn ang="0">
                  <a:pos x="T4" y="T5"/>
                </a:cxn>
                <a:cxn ang="0">
                  <a:pos x="T6" y="T7"/>
                </a:cxn>
                <a:cxn ang="0">
                  <a:pos x="T8" y="T9"/>
                </a:cxn>
              </a:cxnLst>
              <a:rect l="0" t="0" r="r" b="b"/>
              <a:pathLst>
                <a:path w="17" h="10">
                  <a:moveTo>
                    <a:pt x="9" y="8"/>
                  </a:moveTo>
                  <a:cubicBezTo>
                    <a:pt x="4" y="10"/>
                    <a:pt x="0" y="9"/>
                    <a:pt x="0" y="7"/>
                  </a:cubicBezTo>
                  <a:cubicBezTo>
                    <a:pt x="1" y="5"/>
                    <a:pt x="4" y="3"/>
                    <a:pt x="8" y="2"/>
                  </a:cubicBezTo>
                  <a:cubicBezTo>
                    <a:pt x="13" y="0"/>
                    <a:pt x="17" y="1"/>
                    <a:pt x="17" y="3"/>
                  </a:cubicBezTo>
                  <a:cubicBezTo>
                    <a:pt x="17" y="4"/>
                    <a:pt x="13"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1" name="Freeform 2213">
              <a:extLst>
                <a:ext uri="{FF2B5EF4-FFF2-40B4-BE49-F238E27FC236}">
                  <a16:creationId xmlns:a16="http://schemas.microsoft.com/office/drawing/2014/main" id="{57710691-5DF5-E66B-7D93-FEAFCA228F61}"/>
                </a:ext>
              </a:extLst>
            </p:cNvPr>
            <p:cNvSpPr>
              <a:spLocks/>
            </p:cNvSpPr>
            <p:nvPr/>
          </p:nvSpPr>
          <p:spPr bwMode="auto">
            <a:xfrm rot="5094805">
              <a:off x="2113210" y="5539907"/>
              <a:ext cx="41130" cy="22850"/>
            </a:xfrm>
            <a:custGeom>
              <a:avLst/>
              <a:gdLst>
                <a:gd name="T0" fmla="*/ 17 w 17"/>
                <a:gd name="T1" fmla="*/ 2 h 9"/>
                <a:gd name="T2" fmla="*/ 11 w 17"/>
                <a:gd name="T3" fmla="*/ 7 h 9"/>
                <a:gd name="T4" fmla="*/ 1 w 17"/>
                <a:gd name="T5" fmla="*/ 7 h 9"/>
                <a:gd name="T6" fmla="*/ 8 w 17"/>
                <a:gd name="T7" fmla="*/ 1 h 9"/>
                <a:gd name="T8" fmla="*/ 17 w 17"/>
                <a:gd name="T9" fmla="*/ 2 h 9"/>
              </a:gdLst>
              <a:ahLst/>
              <a:cxnLst>
                <a:cxn ang="0">
                  <a:pos x="T0" y="T1"/>
                </a:cxn>
                <a:cxn ang="0">
                  <a:pos x="T2" y="T3"/>
                </a:cxn>
                <a:cxn ang="0">
                  <a:pos x="T4" y="T5"/>
                </a:cxn>
                <a:cxn ang="0">
                  <a:pos x="T6" y="T7"/>
                </a:cxn>
                <a:cxn ang="0">
                  <a:pos x="T8" y="T9"/>
                </a:cxn>
              </a:cxnLst>
              <a:rect l="0" t="0" r="r" b="b"/>
              <a:pathLst>
                <a:path w="17" h="9">
                  <a:moveTo>
                    <a:pt x="17" y="2"/>
                  </a:moveTo>
                  <a:cubicBezTo>
                    <a:pt x="17" y="3"/>
                    <a:pt x="15" y="6"/>
                    <a:pt x="11" y="7"/>
                  </a:cubicBezTo>
                  <a:cubicBezTo>
                    <a:pt x="6" y="9"/>
                    <a:pt x="1" y="9"/>
                    <a:pt x="1" y="7"/>
                  </a:cubicBezTo>
                  <a:cubicBezTo>
                    <a:pt x="0" y="5"/>
                    <a:pt x="4" y="2"/>
                    <a:pt x="8"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2" name="Freeform 2214">
              <a:extLst>
                <a:ext uri="{FF2B5EF4-FFF2-40B4-BE49-F238E27FC236}">
                  <a16:creationId xmlns:a16="http://schemas.microsoft.com/office/drawing/2014/main" id="{65DA35A3-A9F9-D8FE-8F9E-FDAA2B830D6C}"/>
                </a:ext>
              </a:extLst>
            </p:cNvPr>
            <p:cNvSpPr>
              <a:spLocks/>
            </p:cNvSpPr>
            <p:nvPr/>
          </p:nvSpPr>
          <p:spPr bwMode="auto">
            <a:xfrm rot="5094805">
              <a:off x="2180396" y="5728811"/>
              <a:ext cx="43415" cy="20565"/>
            </a:xfrm>
            <a:custGeom>
              <a:avLst/>
              <a:gdLst>
                <a:gd name="T0" fmla="*/ 8 w 17"/>
                <a:gd name="T1" fmla="*/ 1 h 9"/>
                <a:gd name="T2" fmla="*/ 17 w 17"/>
                <a:gd name="T3" fmla="*/ 4 h 9"/>
                <a:gd name="T4" fmla="*/ 10 w 17"/>
                <a:gd name="T5" fmla="*/ 8 h 9"/>
                <a:gd name="T6" fmla="*/ 1 w 17"/>
                <a:gd name="T7" fmla="*/ 7 h 9"/>
                <a:gd name="T8" fmla="*/ 8 w 17"/>
                <a:gd name="T9" fmla="*/ 1 h 9"/>
              </a:gdLst>
              <a:ahLst/>
              <a:cxnLst>
                <a:cxn ang="0">
                  <a:pos x="T0" y="T1"/>
                </a:cxn>
                <a:cxn ang="0">
                  <a:pos x="T2" y="T3"/>
                </a:cxn>
                <a:cxn ang="0">
                  <a:pos x="T4" y="T5"/>
                </a:cxn>
                <a:cxn ang="0">
                  <a:pos x="T6" y="T7"/>
                </a:cxn>
                <a:cxn ang="0">
                  <a:pos x="T8" y="T9"/>
                </a:cxn>
              </a:cxnLst>
              <a:rect l="0" t="0" r="r" b="b"/>
              <a:pathLst>
                <a:path w="17" h="9">
                  <a:moveTo>
                    <a:pt x="8" y="1"/>
                  </a:moveTo>
                  <a:cubicBezTo>
                    <a:pt x="13" y="0"/>
                    <a:pt x="17" y="1"/>
                    <a:pt x="17" y="4"/>
                  </a:cubicBezTo>
                  <a:cubicBezTo>
                    <a:pt x="17" y="5"/>
                    <a:pt x="14" y="7"/>
                    <a:pt x="10" y="8"/>
                  </a:cubicBezTo>
                  <a:cubicBezTo>
                    <a:pt x="6" y="9"/>
                    <a:pt x="2" y="9"/>
                    <a:pt x="1" y="7"/>
                  </a:cubicBezTo>
                  <a:cubicBezTo>
                    <a:pt x="0" y="5"/>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3" name="Freeform 2216">
              <a:extLst>
                <a:ext uri="{FF2B5EF4-FFF2-40B4-BE49-F238E27FC236}">
                  <a16:creationId xmlns:a16="http://schemas.microsoft.com/office/drawing/2014/main" id="{D1BC4D2A-366A-B633-5C0C-61185ABB361E}"/>
                </a:ext>
              </a:extLst>
            </p:cNvPr>
            <p:cNvSpPr>
              <a:spLocks/>
            </p:cNvSpPr>
            <p:nvPr/>
          </p:nvSpPr>
          <p:spPr bwMode="auto">
            <a:xfrm rot="5094805">
              <a:off x="2236413" y="5918922"/>
              <a:ext cx="41130" cy="22850"/>
            </a:xfrm>
            <a:custGeom>
              <a:avLst/>
              <a:gdLst>
                <a:gd name="T0" fmla="*/ 10 w 17"/>
                <a:gd name="T1" fmla="*/ 8 h 9"/>
                <a:gd name="T2" fmla="*/ 0 w 17"/>
                <a:gd name="T3" fmla="*/ 6 h 9"/>
                <a:gd name="T4" fmla="*/ 8 w 17"/>
                <a:gd name="T5" fmla="*/ 1 h 9"/>
                <a:gd name="T6" fmla="*/ 17 w 17"/>
                <a:gd name="T7" fmla="*/ 3 h 9"/>
                <a:gd name="T8" fmla="*/ 10 w 17"/>
                <a:gd name="T9" fmla="*/ 8 h 9"/>
              </a:gdLst>
              <a:ahLst/>
              <a:cxnLst>
                <a:cxn ang="0">
                  <a:pos x="T0" y="T1"/>
                </a:cxn>
                <a:cxn ang="0">
                  <a:pos x="T2" y="T3"/>
                </a:cxn>
                <a:cxn ang="0">
                  <a:pos x="T4" y="T5"/>
                </a:cxn>
                <a:cxn ang="0">
                  <a:pos x="T6" y="T7"/>
                </a:cxn>
                <a:cxn ang="0">
                  <a:pos x="T8" y="T9"/>
                </a:cxn>
              </a:cxnLst>
              <a:rect l="0" t="0" r="r" b="b"/>
              <a:pathLst>
                <a:path w="17" h="9">
                  <a:moveTo>
                    <a:pt x="10" y="8"/>
                  </a:moveTo>
                  <a:cubicBezTo>
                    <a:pt x="5" y="9"/>
                    <a:pt x="0" y="8"/>
                    <a:pt x="0" y="6"/>
                  </a:cubicBezTo>
                  <a:cubicBezTo>
                    <a:pt x="0" y="4"/>
                    <a:pt x="4" y="2"/>
                    <a:pt x="8" y="1"/>
                  </a:cubicBezTo>
                  <a:cubicBezTo>
                    <a:pt x="12" y="0"/>
                    <a:pt x="17" y="1"/>
                    <a:pt x="17" y="3"/>
                  </a:cubicBezTo>
                  <a:cubicBezTo>
                    <a:pt x="17" y="5"/>
                    <a:pt x="14" y="7"/>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4" name="Freeform 2217">
              <a:extLst>
                <a:ext uri="{FF2B5EF4-FFF2-40B4-BE49-F238E27FC236}">
                  <a16:creationId xmlns:a16="http://schemas.microsoft.com/office/drawing/2014/main" id="{6E16A2DA-9E46-232B-BE0F-4A7636687F9D}"/>
                </a:ext>
              </a:extLst>
            </p:cNvPr>
            <p:cNvSpPr>
              <a:spLocks/>
            </p:cNvSpPr>
            <p:nvPr/>
          </p:nvSpPr>
          <p:spPr bwMode="auto">
            <a:xfrm rot="5094805">
              <a:off x="2278669" y="6112437"/>
              <a:ext cx="41130" cy="18280"/>
            </a:xfrm>
            <a:custGeom>
              <a:avLst/>
              <a:gdLst>
                <a:gd name="T0" fmla="*/ 10 w 17"/>
                <a:gd name="T1" fmla="*/ 8 h 8"/>
                <a:gd name="T2" fmla="*/ 0 w 17"/>
                <a:gd name="T3" fmla="*/ 5 h 8"/>
                <a:gd name="T4" fmla="*/ 7 w 17"/>
                <a:gd name="T5" fmla="*/ 1 h 8"/>
                <a:gd name="T6" fmla="*/ 17 w 17"/>
                <a:gd name="T7" fmla="*/ 4 h 8"/>
                <a:gd name="T8" fmla="*/ 10 w 17"/>
                <a:gd name="T9" fmla="*/ 8 h 8"/>
              </a:gdLst>
              <a:ahLst/>
              <a:cxnLst>
                <a:cxn ang="0">
                  <a:pos x="T0" y="T1"/>
                </a:cxn>
                <a:cxn ang="0">
                  <a:pos x="T2" y="T3"/>
                </a:cxn>
                <a:cxn ang="0">
                  <a:pos x="T4" y="T5"/>
                </a:cxn>
                <a:cxn ang="0">
                  <a:pos x="T6" y="T7"/>
                </a:cxn>
                <a:cxn ang="0">
                  <a:pos x="T8" y="T9"/>
                </a:cxn>
              </a:cxnLst>
              <a:rect l="0" t="0" r="r" b="b"/>
              <a:pathLst>
                <a:path w="17" h="8">
                  <a:moveTo>
                    <a:pt x="10" y="8"/>
                  </a:moveTo>
                  <a:cubicBezTo>
                    <a:pt x="5" y="8"/>
                    <a:pt x="1" y="7"/>
                    <a:pt x="0" y="5"/>
                  </a:cubicBezTo>
                  <a:cubicBezTo>
                    <a:pt x="0" y="3"/>
                    <a:pt x="3" y="1"/>
                    <a:pt x="7" y="1"/>
                  </a:cubicBezTo>
                  <a:cubicBezTo>
                    <a:pt x="11" y="0"/>
                    <a:pt x="16" y="1"/>
                    <a:pt x="17" y="4"/>
                  </a:cubicBezTo>
                  <a:cubicBezTo>
                    <a:pt x="17" y="5"/>
                    <a:pt x="14" y="7"/>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5" name="Freeform 2218">
              <a:extLst>
                <a:ext uri="{FF2B5EF4-FFF2-40B4-BE49-F238E27FC236}">
                  <a16:creationId xmlns:a16="http://schemas.microsoft.com/office/drawing/2014/main" id="{FB45C4C8-EAAC-2C81-2A05-375112E2F93B}"/>
                </a:ext>
              </a:extLst>
            </p:cNvPr>
            <p:cNvSpPr>
              <a:spLocks/>
            </p:cNvSpPr>
            <p:nvPr/>
          </p:nvSpPr>
          <p:spPr bwMode="auto">
            <a:xfrm rot="5094805">
              <a:off x="2322053" y="6302220"/>
              <a:ext cx="45700" cy="20565"/>
            </a:xfrm>
            <a:custGeom>
              <a:avLst/>
              <a:gdLst>
                <a:gd name="T0" fmla="*/ 17 w 18"/>
                <a:gd name="T1" fmla="*/ 3 h 9"/>
                <a:gd name="T2" fmla="*/ 11 w 18"/>
                <a:gd name="T3" fmla="*/ 8 h 9"/>
                <a:gd name="T4" fmla="*/ 1 w 18"/>
                <a:gd name="T5" fmla="*/ 6 h 9"/>
                <a:gd name="T6" fmla="*/ 8 w 18"/>
                <a:gd name="T7" fmla="*/ 1 h 9"/>
                <a:gd name="T8" fmla="*/ 17 w 18"/>
                <a:gd name="T9" fmla="*/ 3 h 9"/>
              </a:gdLst>
              <a:ahLst/>
              <a:cxnLst>
                <a:cxn ang="0">
                  <a:pos x="T0" y="T1"/>
                </a:cxn>
                <a:cxn ang="0">
                  <a:pos x="T2" y="T3"/>
                </a:cxn>
                <a:cxn ang="0">
                  <a:pos x="T4" y="T5"/>
                </a:cxn>
                <a:cxn ang="0">
                  <a:pos x="T6" y="T7"/>
                </a:cxn>
                <a:cxn ang="0">
                  <a:pos x="T8" y="T9"/>
                </a:cxn>
              </a:cxnLst>
              <a:rect l="0" t="0" r="r" b="b"/>
              <a:pathLst>
                <a:path w="18" h="9">
                  <a:moveTo>
                    <a:pt x="17" y="3"/>
                  </a:moveTo>
                  <a:cubicBezTo>
                    <a:pt x="18" y="4"/>
                    <a:pt x="15" y="7"/>
                    <a:pt x="11" y="8"/>
                  </a:cubicBezTo>
                  <a:cubicBezTo>
                    <a:pt x="6" y="9"/>
                    <a:pt x="1" y="8"/>
                    <a:pt x="1" y="6"/>
                  </a:cubicBezTo>
                  <a:cubicBezTo>
                    <a:pt x="0" y="4"/>
                    <a:pt x="4" y="1"/>
                    <a:pt x="8" y="1"/>
                  </a:cubicBezTo>
                  <a:cubicBezTo>
                    <a:pt x="12" y="0"/>
                    <a:pt x="16" y="1"/>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6" name="Freeform 2219">
              <a:extLst>
                <a:ext uri="{FF2B5EF4-FFF2-40B4-BE49-F238E27FC236}">
                  <a16:creationId xmlns:a16="http://schemas.microsoft.com/office/drawing/2014/main" id="{B57DAC73-9ABF-FA3C-8834-ECFF437698C2}"/>
                </a:ext>
              </a:extLst>
            </p:cNvPr>
            <p:cNvSpPr>
              <a:spLocks/>
            </p:cNvSpPr>
            <p:nvPr/>
          </p:nvSpPr>
          <p:spPr bwMode="auto">
            <a:xfrm rot="5094805">
              <a:off x="2386875" y="6487066"/>
              <a:ext cx="41130" cy="25135"/>
            </a:xfrm>
            <a:custGeom>
              <a:avLst/>
              <a:gdLst>
                <a:gd name="T0" fmla="*/ 9 w 17"/>
                <a:gd name="T1" fmla="*/ 9 h 10"/>
                <a:gd name="T2" fmla="*/ 1 w 17"/>
                <a:gd name="T3" fmla="*/ 7 h 10"/>
                <a:gd name="T4" fmla="*/ 8 w 17"/>
                <a:gd name="T5" fmla="*/ 1 h 10"/>
                <a:gd name="T6" fmla="*/ 17 w 17"/>
                <a:gd name="T7" fmla="*/ 3 h 10"/>
                <a:gd name="T8" fmla="*/ 9 w 17"/>
                <a:gd name="T9" fmla="*/ 9 h 10"/>
              </a:gdLst>
              <a:ahLst/>
              <a:cxnLst>
                <a:cxn ang="0">
                  <a:pos x="T0" y="T1"/>
                </a:cxn>
                <a:cxn ang="0">
                  <a:pos x="T2" y="T3"/>
                </a:cxn>
                <a:cxn ang="0">
                  <a:pos x="T4" y="T5"/>
                </a:cxn>
                <a:cxn ang="0">
                  <a:pos x="T6" y="T7"/>
                </a:cxn>
                <a:cxn ang="0">
                  <a:pos x="T8" y="T9"/>
                </a:cxn>
              </a:cxnLst>
              <a:rect l="0" t="0" r="r" b="b"/>
              <a:pathLst>
                <a:path w="17" h="10">
                  <a:moveTo>
                    <a:pt x="9" y="9"/>
                  </a:moveTo>
                  <a:cubicBezTo>
                    <a:pt x="5" y="10"/>
                    <a:pt x="0" y="9"/>
                    <a:pt x="1" y="7"/>
                  </a:cubicBezTo>
                  <a:cubicBezTo>
                    <a:pt x="1" y="5"/>
                    <a:pt x="5" y="2"/>
                    <a:pt x="8" y="1"/>
                  </a:cubicBezTo>
                  <a:cubicBezTo>
                    <a:pt x="13" y="0"/>
                    <a:pt x="17" y="1"/>
                    <a:pt x="17" y="3"/>
                  </a:cubicBezTo>
                  <a:cubicBezTo>
                    <a:pt x="17" y="5"/>
                    <a:pt x="13" y="8"/>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7" name="Freeform 2220">
              <a:extLst>
                <a:ext uri="{FF2B5EF4-FFF2-40B4-BE49-F238E27FC236}">
                  <a16:creationId xmlns:a16="http://schemas.microsoft.com/office/drawing/2014/main" id="{1C39566C-32F6-C59D-327E-C0C59B67D81E}"/>
                </a:ext>
              </a:extLst>
            </p:cNvPr>
            <p:cNvSpPr>
              <a:spLocks/>
            </p:cNvSpPr>
            <p:nvPr/>
          </p:nvSpPr>
          <p:spPr bwMode="auto">
            <a:xfrm rot="5094805">
              <a:off x="2464206" y="6671737"/>
              <a:ext cx="41130" cy="27420"/>
            </a:xfrm>
            <a:custGeom>
              <a:avLst/>
              <a:gdLst>
                <a:gd name="T0" fmla="*/ 17 w 17"/>
                <a:gd name="T1" fmla="*/ 3 h 11"/>
                <a:gd name="T2" fmla="*/ 10 w 17"/>
                <a:gd name="T3" fmla="*/ 9 h 11"/>
                <a:gd name="T4" fmla="*/ 1 w 17"/>
                <a:gd name="T5" fmla="*/ 8 h 11"/>
                <a:gd name="T6" fmla="*/ 9 w 17"/>
                <a:gd name="T7" fmla="*/ 2 h 11"/>
                <a:gd name="T8" fmla="*/ 17 w 17"/>
                <a:gd name="T9" fmla="*/ 3 h 11"/>
              </a:gdLst>
              <a:ahLst/>
              <a:cxnLst>
                <a:cxn ang="0">
                  <a:pos x="T0" y="T1"/>
                </a:cxn>
                <a:cxn ang="0">
                  <a:pos x="T2" y="T3"/>
                </a:cxn>
                <a:cxn ang="0">
                  <a:pos x="T4" y="T5"/>
                </a:cxn>
                <a:cxn ang="0">
                  <a:pos x="T6" y="T7"/>
                </a:cxn>
                <a:cxn ang="0">
                  <a:pos x="T8" y="T9"/>
                </a:cxn>
              </a:cxnLst>
              <a:rect l="0" t="0" r="r" b="b"/>
              <a:pathLst>
                <a:path w="17" h="11">
                  <a:moveTo>
                    <a:pt x="17" y="3"/>
                  </a:moveTo>
                  <a:cubicBezTo>
                    <a:pt x="17" y="5"/>
                    <a:pt x="15" y="7"/>
                    <a:pt x="10" y="9"/>
                  </a:cubicBezTo>
                  <a:cubicBezTo>
                    <a:pt x="6" y="11"/>
                    <a:pt x="1" y="11"/>
                    <a:pt x="1" y="8"/>
                  </a:cubicBezTo>
                  <a:cubicBezTo>
                    <a:pt x="0" y="6"/>
                    <a:pt x="4" y="3"/>
                    <a:pt x="9" y="2"/>
                  </a:cubicBezTo>
                  <a:cubicBezTo>
                    <a:pt x="13" y="0"/>
                    <a:pt x="16" y="1"/>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8" name="Freeform 2221">
              <a:extLst>
                <a:ext uri="{FF2B5EF4-FFF2-40B4-BE49-F238E27FC236}">
                  <a16:creationId xmlns:a16="http://schemas.microsoft.com/office/drawing/2014/main" id="{48E99960-E75C-3DB4-4496-2D6F2A6F565B}"/>
                </a:ext>
              </a:extLst>
            </p:cNvPr>
            <p:cNvSpPr>
              <a:spLocks/>
            </p:cNvSpPr>
            <p:nvPr/>
          </p:nvSpPr>
          <p:spPr bwMode="auto">
            <a:xfrm rot="5094805">
              <a:off x="2549494" y="6856638"/>
              <a:ext cx="45700" cy="27420"/>
            </a:xfrm>
            <a:custGeom>
              <a:avLst/>
              <a:gdLst>
                <a:gd name="T0" fmla="*/ 8 w 18"/>
                <a:gd name="T1" fmla="*/ 2 h 11"/>
                <a:gd name="T2" fmla="*/ 17 w 18"/>
                <a:gd name="T3" fmla="*/ 2 h 11"/>
                <a:gd name="T4" fmla="*/ 11 w 18"/>
                <a:gd name="T5" fmla="*/ 9 h 11"/>
                <a:gd name="T6" fmla="*/ 1 w 18"/>
                <a:gd name="T7" fmla="*/ 9 h 11"/>
                <a:gd name="T8" fmla="*/ 8 w 18"/>
                <a:gd name="T9" fmla="*/ 2 h 11"/>
              </a:gdLst>
              <a:ahLst/>
              <a:cxnLst>
                <a:cxn ang="0">
                  <a:pos x="T0" y="T1"/>
                </a:cxn>
                <a:cxn ang="0">
                  <a:pos x="T2" y="T3"/>
                </a:cxn>
                <a:cxn ang="0">
                  <a:pos x="T4" y="T5"/>
                </a:cxn>
                <a:cxn ang="0">
                  <a:pos x="T6" y="T7"/>
                </a:cxn>
                <a:cxn ang="0">
                  <a:pos x="T8" y="T9"/>
                </a:cxn>
              </a:cxnLst>
              <a:rect l="0" t="0" r="r" b="b"/>
              <a:pathLst>
                <a:path w="18" h="11">
                  <a:moveTo>
                    <a:pt x="8" y="2"/>
                  </a:moveTo>
                  <a:cubicBezTo>
                    <a:pt x="12" y="0"/>
                    <a:pt x="16" y="0"/>
                    <a:pt x="17" y="2"/>
                  </a:cubicBezTo>
                  <a:cubicBezTo>
                    <a:pt x="18" y="4"/>
                    <a:pt x="15" y="7"/>
                    <a:pt x="11" y="9"/>
                  </a:cubicBezTo>
                  <a:cubicBezTo>
                    <a:pt x="7" y="11"/>
                    <a:pt x="2" y="11"/>
                    <a:pt x="1" y="9"/>
                  </a:cubicBezTo>
                  <a:cubicBezTo>
                    <a:pt x="0" y="8"/>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9" name="Freeform 2222">
              <a:extLst>
                <a:ext uri="{FF2B5EF4-FFF2-40B4-BE49-F238E27FC236}">
                  <a16:creationId xmlns:a16="http://schemas.microsoft.com/office/drawing/2014/main" id="{E1ECA714-AFC0-1CDD-9CBC-B39C69176D0A}"/>
                </a:ext>
              </a:extLst>
            </p:cNvPr>
            <p:cNvSpPr>
              <a:spLocks/>
            </p:cNvSpPr>
            <p:nvPr/>
          </p:nvSpPr>
          <p:spPr bwMode="auto">
            <a:xfrm rot="5094805">
              <a:off x="872969" y="1654048"/>
              <a:ext cx="43415" cy="29705"/>
            </a:xfrm>
            <a:custGeom>
              <a:avLst/>
              <a:gdLst>
                <a:gd name="T0" fmla="*/ 7 w 17"/>
                <a:gd name="T1" fmla="*/ 2 h 12"/>
                <a:gd name="T2" fmla="*/ 16 w 17"/>
                <a:gd name="T3" fmla="*/ 10 h 12"/>
                <a:gd name="T4" fmla="*/ 10 w 17"/>
                <a:gd name="T5" fmla="*/ 10 h 12"/>
                <a:gd name="T6" fmla="*/ 0 w 17"/>
                <a:gd name="T7" fmla="*/ 2 h 12"/>
                <a:gd name="T8" fmla="*/ 7 w 17"/>
                <a:gd name="T9" fmla="*/ 2 h 12"/>
              </a:gdLst>
              <a:ahLst/>
              <a:cxnLst>
                <a:cxn ang="0">
                  <a:pos x="T0" y="T1"/>
                </a:cxn>
                <a:cxn ang="0">
                  <a:pos x="T2" y="T3"/>
                </a:cxn>
                <a:cxn ang="0">
                  <a:pos x="T4" y="T5"/>
                </a:cxn>
                <a:cxn ang="0">
                  <a:pos x="T6" y="T7"/>
                </a:cxn>
                <a:cxn ang="0">
                  <a:pos x="T8" y="T9"/>
                </a:cxn>
              </a:cxnLst>
              <a:rect l="0" t="0" r="r" b="b"/>
              <a:pathLst>
                <a:path w="17" h="12">
                  <a:moveTo>
                    <a:pt x="7" y="2"/>
                  </a:moveTo>
                  <a:cubicBezTo>
                    <a:pt x="11" y="4"/>
                    <a:pt x="16" y="8"/>
                    <a:pt x="16" y="10"/>
                  </a:cubicBezTo>
                  <a:cubicBezTo>
                    <a:pt x="17" y="12"/>
                    <a:pt x="14" y="12"/>
                    <a:pt x="10" y="10"/>
                  </a:cubicBezTo>
                  <a:cubicBezTo>
                    <a:pt x="6" y="8"/>
                    <a:pt x="1" y="5"/>
                    <a:pt x="0" y="2"/>
                  </a:cubicBezTo>
                  <a:cubicBezTo>
                    <a:pt x="0" y="0"/>
                    <a:pt x="2"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0" name="Freeform 2223">
              <a:extLst>
                <a:ext uri="{FF2B5EF4-FFF2-40B4-BE49-F238E27FC236}">
                  <a16:creationId xmlns:a16="http://schemas.microsoft.com/office/drawing/2014/main" id="{63586FB8-2FA1-38F7-51F6-0587A9AF14BA}"/>
                </a:ext>
              </a:extLst>
            </p:cNvPr>
            <p:cNvSpPr>
              <a:spLocks/>
            </p:cNvSpPr>
            <p:nvPr/>
          </p:nvSpPr>
          <p:spPr bwMode="auto">
            <a:xfrm rot="5094805">
              <a:off x="797182" y="1860470"/>
              <a:ext cx="41130" cy="27420"/>
            </a:xfrm>
            <a:custGeom>
              <a:avLst/>
              <a:gdLst>
                <a:gd name="T0" fmla="*/ 1 w 17"/>
                <a:gd name="T1" fmla="*/ 2 h 11"/>
                <a:gd name="T2" fmla="*/ 8 w 17"/>
                <a:gd name="T3" fmla="*/ 3 h 11"/>
                <a:gd name="T4" fmla="*/ 17 w 17"/>
                <a:gd name="T5" fmla="*/ 10 h 11"/>
                <a:gd name="T6" fmla="*/ 9 w 17"/>
                <a:gd name="T7" fmla="*/ 9 h 11"/>
                <a:gd name="T8" fmla="*/ 1 w 17"/>
                <a:gd name="T9" fmla="*/ 2 h 11"/>
              </a:gdLst>
              <a:ahLst/>
              <a:cxnLst>
                <a:cxn ang="0">
                  <a:pos x="T0" y="T1"/>
                </a:cxn>
                <a:cxn ang="0">
                  <a:pos x="T2" y="T3"/>
                </a:cxn>
                <a:cxn ang="0">
                  <a:pos x="T4" y="T5"/>
                </a:cxn>
                <a:cxn ang="0">
                  <a:pos x="T6" y="T7"/>
                </a:cxn>
                <a:cxn ang="0">
                  <a:pos x="T8" y="T9"/>
                </a:cxn>
              </a:cxnLst>
              <a:rect l="0" t="0" r="r" b="b"/>
              <a:pathLst>
                <a:path w="17" h="11">
                  <a:moveTo>
                    <a:pt x="1" y="2"/>
                  </a:moveTo>
                  <a:cubicBezTo>
                    <a:pt x="0" y="0"/>
                    <a:pt x="4" y="1"/>
                    <a:pt x="8" y="3"/>
                  </a:cubicBezTo>
                  <a:cubicBezTo>
                    <a:pt x="13" y="5"/>
                    <a:pt x="17" y="8"/>
                    <a:pt x="17" y="10"/>
                  </a:cubicBezTo>
                  <a:cubicBezTo>
                    <a:pt x="17" y="11"/>
                    <a:pt x="13" y="11"/>
                    <a:pt x="9" y="9"/>
                  </a:cubicBezTo>
                  <a:cubicBezTo>
                    <a:pt x="5" y="7"/>
                    <a:pt x="1" y="4"/>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1" name="Freeform 2224">
              <a:extLst>
                <a:ext uri="{FF2B5EF4-FFF2-40B4-BE49-F238E27FC236}">
                  <a16:creationId xmlns:a16="http://schemas.microsoft.com/office/drawing/2014/main" id="{7E2864D2-C86F-1470-4B2A-495EEE3FAB8F}"/>
                </a:ext>
              </a:extLst>
            </p:cNvPr>
            <p:cNvSpPr>
              <a:spLocks/>
            </p:cNvSpPr>
            <p:nvPr/>
          </p:nvSpPr>
          <p:spPr bwMode="auto">
            <a:xfrm rot="5094805">
              <a:off x="733904" y="2066718"/>
              <a:ext cx="43415" cy="22850"/>
            </a:xfrm>
            <a:custGeom>
              <a:avLst/>
              <a:gdLst>
                <a:gd name="T0" fmla="*/ 17 w 17"/>
                <a:gd name="T1" fmla="*/ 7 h 9"/>
                <a:gd name="T2" fmla="*/ 10 w 17"/>
                <a:gd name="T3" fmla="*/ 8 h 9"/>
                <a:gd name="T4" fmla="*/ 1 w 17"/>
                <a:gd name="T5" fmla="*/ 2 h 9"/>
                <a:gd name="T6" fmla="*/ 8 w 17"/>
                <a:gd name="T7" fmla="*/ 1 h 9"/>
                <a:gd name="T8" fmla="*/ 17 w 17"/>
                <a:gd name="T9" fmla="*/ 7 h 9"/>
              </a:gdLst>
              <a:ahLst/>
              <a:cxnLst>
                <a:cxn ang="0">
                  <a:pos x="T0" y="T1"/>
                </a:cxn>
                <a:cxn ang="0">
                  <a:pos x="T2" y="T3"/>
                </a:cxn>
                <a:cxn ang="0">
                  <a:pos x="T4" y="T5"/>
                </a:cxn>
                <a:cxn ang="0">
                  <a:pos x="T6" y="T7"/>
                </a:cxn>
                <a:cxn ang="0">
                  <a:pos x="T8" y="T9"/>
                </a:cxn>
              </a:cxnLst>
              <a:rect l="0" t="0" r="r" b="b"/>
              <a:pathLst>
                <a:path w="17" h="9">
                  <a:moveTo>
                    <a:pt x="17" y="7"/>
                  </a:moveTo>
                  <a:cubicBezTo>
                    <a:pt x="17" y="9"/>
                    <a:pt x="14" y="9"/>
                    <a:pt x="10" y="8"/>
                  </a:cubicBezTo>
                  <a:cubicBezTo>
                    <a:pt x="6" y="6"/>
                    <a:pt x="1" y="4"/>
                    <a:pt x="1" y="2"/>
                  </a:cubicBezTo>
                  <a:cubicBezTo>
                    <a:pt x="0" y="0"/>
                    <a:pt x="3" y="0"/>
                    <a:pt x="8" y="1"/>
                  </a:cubicBezTo>
                  <a:cubicBezTo>
                    <a:pt x="12" y="3"/>
                    <a:pt x="16" y="5"/>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2" name="Freeform 2225">
              <a:extLst>
                <a:ext uri="{FF2B5EF4-FFF2-40B4-BE49-F238E27FC236}">
                  <a16:creationId xmlns:a16="http://schemas.microsoft.com/office/drawing/2014/main" id="{CE6FADA7-5C84-D7E6-DCF1-CC5DC004F4E4}"/>
                </a:ext>
              </a:extLst>
            </p:cNvPr>
            <p:cNvSpPr>
              <a:spLocks/>
            </p:cNvSpPr>
            <p:nvPr/>
          </p:nvSpPr>
          <p:spPr bwMode="auto">
            <a:xfrm rot="5094805">
              <a:off x="701361" y="2271576"/>
              <a:ext cx="41130" cy="15995"/>
            </a:xfrm>
            <a:custGeom>
              <a:avLst/>
              <a:gdLst>
                <a:gd name="T0" fmla="*/ 16 w 17"/>
                <a:gd name="T1" fmla="*/ 5 h 7"/>
                <a:gd name="T2" fmla="*/ 9 w 17"/>
                <a:gd name="T3" fmla="*/ 6 h 7"/>
                <a:gd name="T4" fmla="*/ 0 w 17"/>
                <a:gd name="T5" fmla="*/ 2 h 7"/>
                <a:gd name="T6" fmla="*/ 8 w 17"/>
                <a:gd name="T7" fmla="*/ 1 h 7"/>
                <a:gd name="T8" fmla="*/ 16 w 17"/>
                <a:gd name="T9" fmla="*/ 5 h 7"/>
              </a:gdLst>
              <a:ahLst/>
              <a:cxnLst>
                <a:cxn ang="0">
                  <a:pos x="T0" y="T1"/>
                </a:cxn>
                <a:cxn ang="0">
                  <a:pos x="T2" y="T3"/>
                </a:cxn>
                <a:cxn ang="0">
                  <a:pos x="T4" y="T5"/>
                </a:cxn>
                <a:cxn ang="0">
                  <a:pos x="T6" y="T7"/>
                </a:cxn>
                <a:cxn ang="0">
                  <a:pos x="T8" y="T9"/>
                </a:cxn>
              </a:cxnLst>
              <a:rect l="0" t="0" r="r" b="b"/>
              <a:pathLst>
                <a:path w="17" h="7">
                  <a:moveTo>
                    <a:pt x="16" y="5"/>
                  </a:moveTo>
                  <a:cubicBezTo>
                    <a:pt x="16" y="6"/>
                    <a:pt x="13" y="7"/>
                    <a:pt x="9" y="6"/>
                  </a:cubicBezTo>
                  <a:cubicBezTo>
                    <a:pt x="4" y="5"/>
                    <a:pt x="1" y="3"/>
                    <a:pt x="0" y="2"/>
                  </a:cubicBezTo>
                  <a:cubicBezTo>
                    <a:pt x="0" y="0"/>
                    <a:pt x="4" y="0"/>
                    <a:pt x="8" y="1"/>
                  </a:cubicBezTo>
                  <a:cubicBezTo>
                    <a:pt x="13" y="2"/>
                    <a:pt x="17" y="4"/>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3" name="Freeform 2226">
              <a:extLst>
                <a:ext uri="{FF2B5EF4-FFF2-40B4-BE49-F238E27FC236}">
                  <a16:creationId xmlns:a16="http://schemas.microsoft.com/office/drawing/2014/main" id="{FD12A6DB-22A7-466A-E70F-B0BFAF381C34}"/>
                </a:ext>
              </a:extLst>
            </p:cNvPr>
            <p:cNvSpPr>
              <a:spLocks/>
            </p:cNvSpPr>
            <p:nvPr/>
          </p:nvSpPr>
          <p:spPr bwMode="auto">
            <a:xfrm rot="5094805">
              <a:off x="702852" y="2468728"/>
              <a:ext cx="41130" cy="15995"/>
            </a:xfrm>
            <a:custGeom>
              <a:avLst/>
              <a:gdLst>
                <a:gd name="T0" fmla="*/ 8 w 16"/>
                <a:gd name="T1" fmla="*/ 6 h 6"/>
                <a:gd name="T2" fmla="*/ 0 w 16"/>
                <a:gd name="T3" fmla="*/ 3 h 6"/>
                <a:gd name="T4" fmla="*/ 7 w 16"/>
                <a:gd name="T5" fmla="*/ 0 h 6"/>
                <a:gd name="T6" fmla="*/ 16 w 16"/>
                <a:gd name="T7" fmla="*/ 3 h 6"/>
                <a:gd name="T8" fmla="*/ 8 w 16"/>
                <a:gd name="T9" fmla="*/ 6 h 6"/>
              </a:gdLst>
              <a:ahLst/>
              <a:cxnLst>
                <a:cxn ang="0">
                  <a:pos x="T0" y="T1"/>
                </a:cxn>
                <a:cxn ang="0">
                  <a:pos x="T2" y="T3"/>
                </a:cxn>
                <a:cxn ang="0">
                  <a:pos x="T4" y="T5"/>
                </a:cxn>
                <a:cxn ang="0">
                  <a:pos x="T6" y="T7"/>
                </a:cxn>
                <a:cxn ang="0">
                  <a:pos x="T8" y="T9"/>
                </a:cxn>
              </a:cxnLst>
              <a:rect l="0" t="0" r="r" b="b"/>
              <a:pathLst>
                <a:path w="16" h="6">
                  <a:moveTo>
                    <a:pt x="8" y="6"/>
                  </a:moveTo>
                  <a:cubicBezTo>
                    <a:pt x="4" y="6"/>
                    <a:pt x="0" y="4"/>
                    <a:pt x="0" y="3"/>
                  </a:cubicBezTo>
                  <a:cubicBezTo>
                    <a:pt x="0" y="1"/>
                    <a:pt x="3" y="0"/>
                    <a:pt x="7" y="0"/>
                  </a:cubicBezTo>
                  <a:cubicBezTo>
                    <a:pt x="12" y="0"/>
                    <a:pt x="16" y="2"/>
                    <a:pt x="16" y="3"/>
                  </a:cubicBezTo>
                  <a:cubicBezTo>
                    <a:pt x="16" y="4"/>
                    <a:pt x="12" y="6"/>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4" name="Freeform 2227">
              <a:extLst>
                <a:ext uri="{FF2B5EF4-FFF2-40B4-BE49-F238E27FC236}">
                  <a16:creationId xmlns:a16="http://schemas.microsoft.com/office/drawing/2014/main" id="{21E8C7C0-CA67-1A4C-6770-C11D7FB5A957}"/>
                </a:ext>
              </a:extLst>
            </p:cNvPr>
            <p:cNvSpPr>
              <a:spLocks/>
            </p:cNvSpPr>
            <p:nvPr/>
          </p:nvSpPr>
          <p:spPr bwMode="auto">
            <a:xfrm rot="5094805">
              <a:off x="740556" y="2660363"/>
              <a:ext cx="41130" cy="15995"/>
            </a:xfrm>
            <a:custGeom>
              <a:avLst/>
              <a:gdLst>
                <a:gd name="T0" fmla="*/ 8 w 17"/>
                <a:gd name="T1" fmla="*/ 0 h 6"/>
                <a:gd name="T2" fmla="*/ 16 w 17"/>
                <a:gd name="T3" fmla="*/ 2 h 6"/>
                <a:gd name="T4" fmla="*/ 9 w 17"/>
                <a:gd name="T5" fmla="*/ 5 h 6"/>
                <a:gd name="T6" fmla="*/ 0 w 17"/>
                <a:gd name="T7" fmla="*/ 4 h 6"/>
                <a:gd name="T8" fmla="*/ 8 w 17"/>
                <a:gd name="T9" fmla="*/ 0 h 6"/>
              </a:gdLst>
              <a:ahLst/>
              <a:cxnLst>
                <a:cxn ang="0">
                  <a:pos x="T0" y="T1"/>
                </a:cxn>
                <a:cxn ang="0">
                  <a:pos x="T2" y="T3"/>
                </a:cxn>
                <a:cxn ang="0">
                  <a:pos x="T4" y="T5"/>
                </a:cxn>
                <a:cxn ang="0">
                  <a:pos x="T6" y="T7"/>
                </a:cxn>
                <a:cxn ang="0">
                  <a:pos x="T8" y="T9"/>
                </a:cxn>
              </a:cxnLst>
              <a:rect l="0" t="0" r="r" b="b"/>
              <a:pathLst>
                <a:path w="17" h="6">
                  <a:moveTo>
                    <a:pt x="8" y="0"/>
                  </a:moveTo>
                  <a:cubicBezTo>
                    <a:pt x="12" y="0"/>
                    <a:pt x="16" y="0"/>
                    <a:pt x="16" y="2"/>
                  </a:cubicBezTo>
                  <a:cubicBezTo>
                    <a:pt x="17" y="3"/>
                    <a:pt x="13" y="5"/>
                    <a:pt x="9" y="5"/>
                  </a:cubicBezTo>
                  <a:cubicBezTo>
                    <a:pt x="5" y="6"/>
                    <a:pt x="1" y="5"/>
                    <a:pt x="0" y="4"/>
                  </a:cubicBezTo>
                  <a:cubicBezTo>
                    <a:pt x="0" y="3"/>
                    <a:pt x="3" y="1"/>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5" name="Freeform 2228">
              <a:extLst>
                <a:ext uri="{FF2B5EF4-FFF2-40B4-BE49-F238E27FC236}">
                  <a16:creationId xmlns:a16="http://schemas.microsoft.com/office/drawing/2014/main" id="{69F29C08-1848-5A69-A9E8-9A66A2585BCF}"/>
                </a:ext>
              </a:extLst>
            </p:cNvPr>
            <p:cNvSpPr>
              <a:spLocks/>
            </p:cNvSpPr>
            <p:nvPr/>
          </p:nvSpPr>
          <p:spPr bwMode="auto">
            <a:xfrm rot="5094805">
              <a:off x="794095" y="2848400"/>
              <a:ext cx="38845" cy="18280"/>
            </a:xfrm>
            <a:custGeom>
              <a:avLst/>
              <a:gdLst>
                <a:gd name="T0" fmla="*/ 9 w 16"/>
                <a:gd name="T1" fmla="*/ 6 h 7"/>
                <a:gd name="T2" fmla="*/ 0 w 16"/>
                <a:gd name="T3" fmla="*/ 5 h 7"/>
                <a:gd name="T4" fmla="*/ 7 w 16"/>
                <a:gd name="T5" fmla="*/ 1 h 7"/>
                <a:gd name="T6" fmla="*/ 16 w 16"/>
                <a:gd name="T7" fmla="*/ 2 h 7"/>
                <a:gd name="T8" fmla="*/ 9 w 16"/>
                <a:gd name="T9" fmla="*/ 6 h 7"/>
              </a:gdLst>
              <a:ahLst/>
              <a:cxnLst>
                <a:cxn ang="0">
                  <a:pos x="T0" y="T1"/>
                </a:cxn>
                <a:cxn ang="0">
                  <a:pos x="T2" y="T3"/>
                </a:cxn>
                <a:cxn ang="0">
                  <a:pos x="T4" y="T5"/>
                </a:cxn>
                <a:cxn ang="0">
                  <a:pos x="T6" y="T7"/>
                </a:cxn>
                <a:cxn ang="0">
                  <a:pos x="T8" y="T9"/>
                </a:cxn>
              </a:cxnLst>
              <a:rect l="0" t="0" r="r" b="b"/>
              <a:pathLst>
                <a:path w="16" h="7">
                  <a:moveTo>
                    <a:pt x="9" y="6"/>
                  </a:moveTo>
                  <a:cubicBezTo>
                    <a:pt x="4" y="7"/>
                    <a:pt x="1" y="7"/>
                    <a:pt x="0" y="5"/>
                  </a:cubicBezTo>
                  <a:cubicBezTo>
                    <a:pt x="0" y="4"/>
                    <a:pt x="3" y="2"/>
                    <a:pt x="7" y="1"/>
                  </a:cubicBezTo>
                  <a:cubicBezTo>
                    <a:pt x="11" y="0"/>
                    <a:pt x="16" y="0"/>
                    <a:pt x="16" y="2"/>
                  </a:cubicBezTo>
                  <a:cubicBezTo>
                    <a:pt x="16" y="3"/>
                    <a:pt x="13" y="5"/>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6" name="Freeform 2229">
              <a:extLst>
                <a:ext uri="{FF2B5EF4-FFF2-40B4-BE49-F238E27FC236}">
                  <a16:creationId xmlns:a16="http://schemas.microsoft.com/office/drawing/2014/main" id="{61F56AF2-2C0E-F7E2-57DB-6FC5498429A9}"/>
                </a:ext>
              </a:extLst>
            </p:cNvPr>
            <p:cNvSpPr>
              <a:spLocks/>
            </p:cNvSpPr>
            <p:nvPr/>
          </p:nvSpPr>
          <p:spPr bwMode="auto">
            <a:xfrm rot="5094805">
              <a:off x="856825" y="3037604"/>
              <a:ext cx="43415" cy="18280"/>
            </a:xfrm>
            <a:custGeom>
              <a:avLst/>
              <a:gdLst>
                <a:gd name="T0" fmla="*/ 16 w 17"/>
                <a:gd name="T1" fmla="*/ 2 h 8"/>
                <a:gd name="T2" fmla="*/ 10 w 17"/>
                <a:gd name="T3" fmla="*/ 7 h 8"/>
                <a:gd name="T4" fmla="*/ 1 w 17"/>
                <a:gd name="T5" fmla="*/ 7 h 8"/>
                <a:gd name="T6" fmla="*/ 7 w 17"/>
                <a:gd name="T7" fmla="*/ 2 h 8"/>
                <a:gd name="T8" fmla="*/ 16 w 17"/>
                <a:gd name="T9" fmla="*/ 2 h 8"/>
              </a:gdLst>
              <a:ahLst/>
              <a:cxnLst>
                <a:cxn ang="0">
                  <a:pos x="T0" y="T1"/>
                </a:cxn>
                <a:cxn ang="0">
                  <a:pos x="T2" y="T3"/>
                </a:cxn>
                <a:cxn ang="0">
                  <a:pos x="T4" y="T5"/>
                </a:cxn>
                <a:cxn ang="0">
                  <a:pos x="T6" y="T7"/>
                </a:cxn>
                <a:cxn ang="0">
                  <a:pos x="T8" y="T9"/>
                </a:cxn>
              </a:cxnLst>
              <a:rect l="0" t="0" r="r" b="b"/>
              <a:pathLst>
                <a:path w="17" h="8">
                  <a:moveTo>
                    <a:pt x="16" y="2"/>
                  </a:moveTo>
                  <a:cubicBezTo>
                    <a:pt x="17" y="3"/>
                    <a:pt x="14" y="5"/>
                    <a:pt x="10" y="7"/>
                  </a:cubicBezTo>
                  <a:cubicBezTo>
                    <a:pt x="6" y="8"/>
                    <a:pt x="1" y="8"/>
                    <a:pt x="1" y="7"/>
                  </a:cubicBezTo>
                  <a:cubicBezTo>
                    <a:pt x="0" y="5"/>
                    <a:pt x="3" y="3"/>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7" name="Freeform 2230">
              <a:extLst>
                <a:ext uri="{FF2B5EF4-FFF2-40B4-BE49-F238E27FC236}">
                  <a16:creationId xmlns:a16="http://schemas.microsoft.com/office/drawing/2014/main" id="{F4743F0D-CC6A-63AC-27B2-61B5867CB1F0}"/>
                </a:ext>
              </a:extLst>
            </p:cNvPr>
            <p:cNvSpPr>
              <a:spLocks/>
            </p:cNvSpPr>
            <p:nvPr/>
          </p:nvSpPr>
          <p:spPr bwMode="auto">
            <a:xfrm rot="5094805">
              <a:off x="933018" y="3223519"/>
              <a:ext cx="43415" cy="18280"/>
            </a:xfrm>
            <a:custGeom>
              <a:avLst/>
              <a:gdLst>
                <a:gd name="T0" fmla="*/ 7 w 17"/>
                <a:gd name="T1" fmla="*/ 2 h 8"/>
                <a:gd name="T2" fmla="*/ 16 w 17"/>
                <a:gd name="T3" fmla="*/ 2 h 8"/>
                <a:gd name="T4" fmla="*/ 10 w 17"/>
                <a:gd name="T5" fmla="*/ 7 h 8"/>
                <a:gd name="T6" fmla="*/ 1 w 17"/>
                <a:gd name="T7" fmla="*/ 7 h 8"/>
                <a:gd name="T8" fmla="*/ 7 w 17"/>
                <a:gd name="T9" fmla="*/ 2 h 8"/>
              </a:gdLst>
              <a:ahLst/>
              <a:cxnLst>
                <a:cxn ang="0">
                  <a:pos x="T0" y="T1"/>
                </a:cxn>
                <a:cxn ang="0">
                  <a:pos x="T2" y="T3"/>
                </a:cxn>
                <a:cxn ang="0">
                  <a:pos x="T4" y="T5"/>
                </a:cxn>
                <a:cxn ang="0">
                  <a:pos x="T6" y="T7"/>
                </a:cxn>
                <a:cxn ang="0">
                  <a:pos x="T8" y="T9"/>
                </a:cxn>
              </a:cxnLst>
              <a:rect l="0" t="0" r="r" b="b"/>
              <a:pathLst>
                <a:path w="17" h="8">
                  <a:moveTo>
                    <a:pt x="7" y="2"/>
                  </a:moveTo>
                  <a:cubicBezTo>
                    <a:pt x="12" y="0"/>
                    <a:pt x="16" y="0"/>
                    <a:pt x="16" y="2"/>
                  </a:cubicBezTo>
                  <a:cubicBezTo>
                    <a:pt x="17" y="3"/>
                    <a:pt x="14" y="5"/>
                    <a:pt x="10" y="7"/>
                  </a:cubicBezTo>
                  <a:cubicBezTo>
                    <a:pt x="6" y="8"/>
                    <a:pt x="2" y="8"/>
                    <a:pt x="1" y="7"/>
                  </a:cubicBezTo>
                  <a:cubicBezTo>
                    <a:pt x="0" y="6"/>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8" name="Freeform 2231">
              <a:extLst>
                <a:ext uri="{FF2B5EF4-FFF2-40B4-BE49-F238E27FC236}">
                  <a16:creationId xmlns:a16="http://schemas.microsoft.com/office/drawing/2014/main" id="{CEDD6839-59F6-6A06-B67A-3BD2BEB79E7C}"/>
                </a:ext>
              </a:extLst>
            </p:cNvPr>
            <p:cNvSpPr>
              <a:spLocks/>
            </p:cNvSpPr>
            <p:nvPr/>
          </p:nvSpPr>
          <p:spPr bwMode="auto">
            <a:xfrm rot="5094805">
              <a:off x="1019559" y="3407476"/>
              <a:ext cx="41130" cy="22850"/>
            </a:xfrm>
            <a:custGeom>
              <a:avLst/>
              <a:gdLst>
                <a:gd name="T0" fmla="*/ 8 w 17"/>
                <a:gd name="T1" fmla="*/ 2 h 9"/>
                <a:gd name="T2" fmla="*/ 17 w 17"/>
                <a:gd name="T3" fmla="*/ 2 h 9"/>
                <a:gd name="T4" fmla="*/ 9 w 17"/>
                <a:gd name="T5" fmla="*/ 8 h 9"/>
                <a:gd name="T6" fmla="*/ 1 w 17"/>
                <a:gd name="T7" fmla="*/ 8 h 9"/>
                <a:gd name="T8" fmla="*/ 8 w 17"/>
                <a:gd name="T9" fmla="*/ 2 h 9"/>
              </a:gdLst>
              <a:ahLst/>
              <a:cxnLst>
                <a:cxn ang="0">
                  <a:pos x="T0" y="T1"/>
                </a:cxn>
                <a:cxn ang="0">
                  <a:pos x="T2" y="T3"/>
                </a:cxn>
                <a:cxn ang="0">
                  <a:pos x="T4" y="T5"/>
                </a:cxn>
                <a:cxn ang="0">
                  <a:pos x="T6" y="T7"/>
                </a:cxn>
                <a:cxn ang="0">
                  <a:pos x="T8" y="T9"/>
                </a:cxn>
              </a:cxnLst>
              <a:rect l="0" t="0" r="r" b="b"/>
              <a:pathLst>
                <a:path w="17" h="9">
                  <a:moveTo>
                    <a:pt x="8" y="2"/>
                  </a:moveTo>
                  <a:cubicBezTo>
                    <a:pt x="12" y="0"/>
                    <a:pt x="16" y="0"/>
                    <a:pt x="17" y="2"/>
                  </a:cubicBezTo>
                  <a:cubicBezTo>
                    <a:pt x="17" y="3"/>
                    <a:pt x="13" y="6"/>
                    <a:pt x="9" y="8"/>
                  </a:cubicBezTo>
                  <a:cubicBezTo>
                    <a:pt x="5" y="9"/>
                    <a:pt x="1" y="9"/>
                    <a:pt x="1" y="8"/>
                  </a:cubicBezTo>
                  <a:cubicBezTo>
                    <a:pt x="0" y="6"/>
                    <a:pt x="4"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9" name="Freeform 2232">
              <a:extLst>
                <a:ext uri="{FF2B5EF4-FFF2-40B4-BE49-F238E27FC236}">
                  <a16:creationId xmlns:a16="http://schemas.microsoft.com/office/drawing/2014/main" id="{A23AC442-3E92-EE0F-2EED-AA6E40D20D3F}"/>
                </a:ext>
              </a:extLst>
            </p:cNvPr>
            <p:cNvSpPr>
              <a:spLocks/>
            </p:cNvSpPr>
            <p:nvPr/>
          </p:nvSpPr>
          <p:spPr bwMode="auto">
            <a:xfrm rot="5094805">
              <a:off x="1110545" y="3590932"/>
              <a:ext cx="41130" cy="25135"/>
            </a:xfrm>
            <a:custGeom>
              <a:avLst/>
              <a:gdLst>
                <a:gd name="T0" fmla="*/ 10 w 17"/>
                <a:gd name="T1" fmla="*/ 8 h 10"/>
                <a:gd name="T2" fmla="*/ 1 w 17"/>
                <a:gd name="T3" fmla="*/ 8 h 10"/>
                <a:gd name="T4" fmla="*/ 8 w 17"/>
                <a:gd name="T5" fmla="*/ 2 h 10"/>
                <a:gd name="T6" fmla="*/ 16 w 17"/>
                <a:gd name="T7" fmla="*/ 2 h 10"/>
                <a:gd name="T8" fmla="*/ 10 w 17"/>
                <a:gd name="T9" fmla="*/ 8 h 10"/>
              </a:gdLst>
              <a:ahLst/>
              <a:cxnLst>
                <a:cxn ang="0">
                  <a:pos x="T0" y="T1"/>
                </a:cxn>
                <a:cxn ang="0">
                  <a:pos x="T2" y="T3"/>
                </a:cxn>
                <a:cxn ang="0">
                  <a:pos x="T4" y="T5"/>
                </a:cxn>
                <a:cxn ang="0">
                  <a:pos x="T6" y="T7"/>
                </a:cxn>
                <a:cxn ang="0">
                  <a:pos x="T8" y="T9"/>
                </a:cxn>
              </a:cxnLst>
              <a:rect l="0" t="0" r="r" b="b"/>
              <a:pathLst>
                <a:path w="17" h="10">
                  <a:moveTo>
                    <a:pt x="10" y="8"/>
                  </a:moveTo>
                  <a:cubicBezTo>
                    <a:pt x="5" y="9"/>
                    <a:pt x="1" y="10"/>
                    <a:pt x="1" y="8"/>
                  </a:cubicBezTo>
                  <a:cubicBezTo>
                    <a:pt x="0" y="7"/>
                    <a:pt x="3" y="4"/>
                    <a:pt x="8" y="2"/>
                  </a:cubicBezTo>
                  <a:cubicBezTo>
                    <a:pt x="12" y="0"/>
                    <a:pt x="16" y="0"/>
                    <a:pt x="16" y="2"/>
                  </a:cubicBezTo>
                  <a:cubicBezTo>
                    <a:pt x="17" y="3"/>
                    <a:pt x="14" y="6"/>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0" name="Freeform 2233">
              <a:extLst>
                <a:ext uri="{FF2B5EF4-FFF2-40B4-BE49-F238E27FC236}">
                  <a16:creationId xmlns:a16="http://schemas.microsoft.com/office/drawing/2014/main" id="{DE2F938A-691B-496C-AA8C-D3713091266C}"/>
                </a:ext>
              </a:extLst>
            </p:cNvPr>
            <p:cNvSpPr>
              <a:spLocks/>
            </p:cNvSpPr>
            <p:nvPr/>
          </p:nvSpPr>
          <p:spPr bwMode="auto">
            <a:xfrm rot="5094805">
              <a:off x="1209498" y="3774821"/>
              <a:ext cx="41130" cy="25135"/>
            </a:xfrm>
            <a:custGeom>
              <a:avLst/>
              <a:gdLst>
                <a:gd name="T0" fmla="*/ 1 w 16"/>
                <a:gd name="T1" fmla="*/ 8 h 10"/>
                <a:gd name="T2" fmla="*/ 8 w 16"/>
                <a:gd name="T3" fmla="*/ 2 h 10"/>
                <a:gd name="T4" fmla="*/ 16 w 16"/>
                <a:gd name="T5" fmla="*/ 1 h 10"/>
                <a:gd name="T6" fmla="*/ 9 w 16"/>
                <a:gd name="T7" fmla="*/ 8 h 10"/>
                <a:gd name="T8" fmla="*/ 1 w 16"/>
                <a:gd name="T9" fmla="*/ 8 h 10"/>
              </a:gdLst>
              <a:ahLst/>
              <a:cxnLst>
                <a:cxn ang="0">
                  <a:pos x="T0" y="T1"/>
                </a:cxn>
                <a:cxn ang="0">
                  <a:pos x="T2" y="T3"/>
                </a:cxn>
                <a:cxn ang="0">
                  <a:pos x="T4" y="T5"/>
                </a:cxn>
                <a:cxn ang="0">
                  <a:pos x="T6" y="T7"/>
                </a:cxn>
                <a:cxn ang="0">
                  <a:pos x="T8" y="T9"/>
                </a:cxn>
              </a:cxnLst>
              <a:rect l="0" t="0" r="r" b="b"/>
              <a:pathLst>
                <a:path w="16" h="10">
                  <a:moveTo>
                    <a:pt x="1" y="8"/>
                  </a:moveTo>
                  <a:cubicBezTo>
                    <a:pt x="0" y="6"/>
                    <a:pt x="4" y="3"/>
                    <a:pt x="8" y="2"/>
                  </a:cubicBezTo>
                  <a:cubicBezTo>
                    <a:pt x="12" y="0"/>
                    <a:pt x="16" y="0"/>
                    <a:pt x="16" y="1"/>
                  </a:cubicBezTo>
                  <a:cubicBezTo>
                    <a:pt x="16" y="3"/>
                    <a:pt x="13" y="6"/>
                    <a:pt x="9" y="8"/>
                  </a:cubicBezTo>
                  <a:cubicBezTo>
                    <a:pt x="5" y="9"/>
                    <a:pt x="1" y="10"/>
                    <a:pt x="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1" name="Freeform 2234">
              <a:extLst>
                <a:ext uri="{FF2B5EF4-FFF2-40B4-BE49-F238E27FC236}">
                  <a16:creationId xmlns:a16="http://schemas.microsoft.com/office/drawing/2014/main" id="{2C95BB7B-BE9D-4E17-DA4F-71B413A71AC5}"/>
                </a:ext>
              </a:extLst>
            </p:cNvPr>
            <p:cNvSpPr>
              <a:spLocks/>
            </p:cNvSpPr>
            <p:nvPr/>
          </p:nvSpPr>
          <p:spPr bwMode="auto">
            <a:xfrm rot="5094805">
              <a:off x="1314343" y="3959337"/>
              <a:ext cx="41130" cy="27420"/>
            </a:xfrm>
            <a:custGeom>
              <a:avLst/>
              <a:gdLst>
                <a:gd name="T0" fmla="*/ 9 w 17"/>
                <a:gd name="T1" fmla="*/ 8 h 11"/>
                <a:gd name="T2" fmla="*/ 1 w 17"/>
                <a:gd name="T3" fmla="*/ 9 h 11"/>
                <a:gd name="T4" fmla="*/ 8 w 17"/>
                <a:gd name="T5" fmla="*/ 3 h 11"/>
                <a:gd name="T6" fmla="*/ 16 w 17"/>
                <a:gd name="T7" fmla="*/ 2 h 11"/>
                <a:gd name="T8" fmla="*/ 9 w 17"/>
                <a:gd name="T9" fmla="*/ 8 h 11"/>
              </a:gdLst>
              <a:ahLst/>
              <a:cxnLst>
                <a:cxn ang="0">
                  <a:pos x="T0" y="T1"/>
                </a:cxn>
                <a:cxn ang="0">
                  <a:pos x="T2" y="T3"/>
                </a:cxn>
                <a:cxn ang="0">
                  <a:pos x="T4" y="T5"/>
                </a:cxn>
                <a:cxn ang="0">
                  <a:pos x="T6" y="T7"/>
                </a:cxn>
                <a:cxn ang="0">
                  <a:pos x="T8" y="T9"/>
                </a:cxn>
              </a:cxnLst>
              <a:rect l="0" t="0" r="r" b="b"/>
              <a:pathLst>
                <a:path w="17" h="11">
                  <a:moveTo>
                    <a:pt x="9" y="8"/>
                  </a:moveTo>
                  <a:cubicBezTo>
                    <a:pt x="5" y="10"/>
                    <a:pt x="1" y="11"/>
                    <a:pt x="1" y="9"/>
                  </a:cubicBezTo>
                  <a:cubicBezTo>
                    <a:pt x="0" y="8"/>
                    <a:pt x="3" y="5"/>
                    <a:pt x="8" y="3"/>
                  </a:cubicBezTo>
                  <a:cubicBezTo>
                    <a:pt x="12" y="1"/>
                    <a:pt x="16" y="0"/>
                    <a:pt x="16" y="2"/>
                  </a:cubicBezTo>
                  <a:cubicBezTo>
                    <a:pt x="17" y="3"/>
                    <a:pt x="13"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2" name="Freeform 2235">
              <a:extLst>
                <a:ext uri="{FF2B5EF4-FFF2-40B4-BE49-F238E27FC236}">
                  <a16:creationId xmlns:a16="http://schemas.microsoft.com/office/drawing/2014/main" id="{4DFE1C9D-30A4-0883-503B-B3ED3D3D6F68}"/>
                </a:ext>
              </a:extLst>
            </p:cNvPr>
            <p:cNvSpPr>
              <a:spLocks/>
            </p:cNvSpPr>
            <p:nvPr/>
          </p:nvSpPr>
          <p:spPr bwMode="auto">
            <a:xfrm rot="5094805">
              <a:off x="1421165" y="4143765"/>
              <a:ext cx="38845" cy="22850"/>
            </a:xfrm>
            <a:custGeom>
              <a:avLst/>
              <a:gdLst>
                <a:gd name="T0" fmla="*/ 16 w 16"/>
                <a:gd name="T1" fmla="*/ 2 h 10"/>
                <a:gd name="T2" fmla="*/ 8 w 16"/>
                <a:gd name="T3" fmla="*/ 8 h 10"/>
                <a:gd name="T4" fmla="*/ 0 w 16"/>
                <a:gd name="T5" fmla="*/ 9 h 10"/>
                <a:gd name="T6" fmla="*/ 8 w 16"/>
                <a:gd name="T7" fmla="*/ 2 h 10"/>
                <a:gd name="T8" fmla="*/ 16 w 16"/>
                <a:gd name="T9" fmla="*/ 2 h 10"/>
              </a:gdLst>
              <a:ahLst/>
              <a:cxnLst>
                <a:cxn ang="0">
                  <a:pos x="T0" y="T1"/>
                </a:cxn>
                <a:cxn ang="0">
                  <a:pos x="T2" y="T3"/>
                </a:cxn>
                <a:cxn ang="0">
                  <a:pos x="T4" y="T5"/>
                </a:cxn>
                <a:cxn ang="0">
                  <a:pos x="T6" y="T7"/>
                </a:cxn>
                <a:cxn ang="0">
                  <a:pos x="T8" y="T9"/>
                </a:cxn>
              </a:cxnLst>
              <a:rect l="0" t="0" r="r" b="b"/>
              <a:pathLst>
                <a:path w="16" h="10">
                  <a:moveTo>
                    <a:pt x="16" y="2"/>
                  </a:moveTo>
                  <a:cubicBezTo>
                    <a:pt x="16" y="3"/>
                    <a:pt x="13" y="7"/>
                    <a:pt x="8" y="8"/>
                  </a:cubicBezTo>
                  <a:cubicBezTo>
                    <a:pt x="4" y="10"/>
                    <a:pt x="1" y="10"/>
                    <a:pt x="0" y="9"/>
                  </a:cubicBezTo>
                  <a:cubicBezTo>
                    <a:pt x="0" y="7"/>
                    <a:pt x="3" y="4"/>
                    <a:pt x="8" y="2"/>
                  </a:cubicBezTo>
                  <a:cubicBezTo>
                    <a:pt x="12" y="0"/>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3" name="Freeform 2236">
              <a:extLst>
                <a:ext uri="{FF2B5EF4-FFF2-40B4-BE49-F238E27FC236}">
                  <a16:creationId xmlns:a16="http://schemas.microsoft.com/office/drawing/2014/main" id="{7C67A96F-0822-F601-5B08-0CE21CF22B10}"/>
                </a:ext>
              </a:extLst>
            </p:cNvPr>
            <p:cNvSpPr>
              <a:spLocks/>
            </p:cNvSpPr>
            <p:nvPr/>
          </p:nvSpPr>
          <p:spPr bwMode="auto">
            <a:xfrm rot="5094805">
              <a:off x="959942" y="1444540"/>
              <a:ext cx="41130" cy="31990"/>
            </a:xfrm>
            <a:custGeom>
              <a:avLst/>
              <a:gdLst>
                <a:gd name="T0" fmla="*/ 8 w 17"/>
                <a:gd name="T1" fmla="*/ 3 h 13"/>
                <a:gd name="T2" fmla="*/ 17 w 17"/>
                <a:gd name="T3" fmla="*/ 11 h 13"/>
                <a:gd name="T4" fmla="*/ 10 w 17"/>
                <a:gd name="T5" fmla="*/ 11 h 13"/>
                <a:gd name="T6" fmla="*/ 1 w 17"/>
                <a:gd name="T7" fmla="*/ 2 h 13"/>
                <a:gd name="T8" fmla="*/ 8 w 17"/>
                <a:gd name="T9" fmla="*/ 3 h 13"/>
              </a:gdLst>
              <a:ahLst/>
              <a:cxnLst>
                <a:cxn ang="0">
                  <a:pos x="T0" y="T1"/>
                </a:cxn>
                <a:cxn ang="0">
                  <a:pos x="T2" y="T3"/>
                </a:cxn>
                <a:cxn ang="0">
                  <a:pos x="T4" y="T5"/>
                </a:cxn>
                <a:cxn ang="0">
                  <a:pos x="T6" y="T7"/>
                </a:cxn>
                <a:cxn ang="0">
                  <a:pos x="T8" y="T9"/>
                </a:cxn>
              </a:cxnLst>
              <a:rect l="0" t="0" r="r" b="b"/>
              <a:pathLst>
                <a:path w="17" h="13">
                  <a:moveTo>
                    <a:pt x="8" y="3"/>
                  </a:moveTo>
                  <a:cubicBezTo>
                    <a:pt x="12" y="5"/>
                    <a:pt x="17" y="9"/>
                    <a:pt x="17" y="11"/>
                  </a:cubicBezTo>
                  <a:cubicBezTo>
                    <a:pt x="17" y="13"/>
                    <a:pt x="14" y="13"/>
                    <a:pt x="10" y="11"/>
                  </a:cubicBezTo>
                  <a:cubicBezTo>
                    <a:pt x="5" y="9"/>
                    <a:pt x="1" y="5"/>
                    <a:pt x="1" y="2"/>
                  </a:cubicBezTo>
                  <a:cubicBezTo>
                    <a:pt x="0" y="0"/>
                    <a:pt x="3" y="0"/>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4" name="Freeform 2237">
              <a:extLst>
                <a:ext uri="{FF2B5EF4-FFF2-40B4-BE49-F238E27FC236}">
                  <a16:creationId xmlns:a16="http://schemas.microsoft.com/office/drawing/2014/main" id="{DA401BA3-6DBC-063E-88E6-8DD00FF1301A}"/>
                </a:ext>
              </a:extLst>
            </p:cNvPr>
            <p:cNvSpPr>
              <a:spLocks/>
            </p:cNvSpPr>
            <p:nvPr/>
          </p:nvSpPr>
          <p:spPr bwMode="auto">
            <a:xfrm rot="5094805">
              <a:off x="1050628" y="1238041"/>
              <a:ext cx="41130" cy="34275"/>
            </a:xfrm>
            <a:custGeom>
              <a:avLst/>
              <a:gdLst>
                <a:gd name="T0" fmla="*/ 17 w 17"/>
                <a:gd name="T1" fmla="*/ 12 h 14"/>
                <a:gd name="T2" fmla="*/ 9 w 17"/>
                <a:gd name="T3" fmla="*/ 12 h 14"/>
                <a:gd name="T4" fmla="*/ 0 w 17"/>
                <a:gd name="T5" fmla="*/ 3 h 14"/>
                <a:gd name="T6" fmla="*/ 8 w 17"/>
                <a:gd name="T7" fmla="*/ 3 h 14"/>
                <a:gd name="T8" fmla="*/ 17 w 17"/>
                <a:gd name="T9" fmla="*/ 12 h 14"/>
              </a:gdLst>
              <a:ahLst/>
              <a:cxnLst>
                <a:cxn ang="0">
                  <a:pos x="T0" y="T1"/>
                </a:cxn>
                <a:cxn ang="0">
                  <a:pos x="T2" y="T3"/>
                </a:cxn>
                <a:cxn ang="0">
                  <a:pos x="T4" y="T5"/>
                </a:cxn>
                <a:cxn ang="0">
                  <a:pos x="T6" y="T7"/>
                </a:cxn>
                <a:cxn ang="0">
                  <a:pos x="T8" y="T9"/>
                </a:cxn>
              </a:cxnLst>
              <a:rect l="0" t="0" r="r" b="b"/>
              <a:pathLst>
                <a:path w="17" h="14">
                  <a:moveTo>
                    <a:pt x="17" y="12"/>
                  </a:moveTo>
                  <a:cubicBezTo>
                    <a:pt x="17" y="14"/>
                    <a:pt x="13" y="14"/>
                    <a:pt x="9" y="12"/>
                  </a:cubicBezTo>
                  <a:cubicBezTo>
                    <a:pt x="5" y="10"/>
                    <a:pt x="1" y="6"/>
                    <a:pt x="0" y="3"/>
                  </a:cubicBezTo>
                  <a:cubicBezTo>
                    <a:pt x="0" y="0"/>
                    <a:pt x="4" y="0"/>
                    <a:pt x="8" y="3"/>
                  </a:cubicBezTo>
                  <a:cubicBezTo>
                    <a:pt x="12" y="5"/>
                    <a:pt x="17" y="10"/>
                    <a:pt x="1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5" name="Freeform 2238">
              <a:extLst>
                <a:ext uri="{FF2B5EF4-FFF2-40B4-BE49-F238E27FC236}">
                  <a16:creationId xmlns:a16="http://schemas.microsoft.com/office/drawing/2014/main" id="{4F0F9097-3B68-DB6F-000E-D7F50E6B8799}"/>
                </a:ext>
              </a:extLst>
            </p:cNvPr>
            <p:cNvSpPr>
              <a:spLocks/>
            </p:cNvSpPr>
            <p:nvPr/>
          </p:nvSpPr>
          <p:spPr bwMode="auto">
            <a:xfrm rot="5094805">
              <a:off x="1132008" y="1030075"/>
              <a:ext cx="41130" cy="36560"/>
            </a:xfrm>
            <a:custGeom>
              <a:avLst/>
              <a:gdLst>
                <a:gd name="T0" fmla="*/ 16 w 17"/>
                <a:gd name="T1" fmla="*/ 11 h 15"/>
                <a:gd name="T2" fmla="*/ 9 w 17"/>
                <a:gd name="T3" fmla="*/ 13 h 15"/>
                <a:gd name="T4" fmla="*/ 0 w 17"/>
                <a:gd name="T5" fmla="*/ 4 h 15"/>
                <a:gd name="T6" fmla="*/ 7 w 17"/>
                <a:gd name="T7" fmla="*/ 2 h 15"/>
                <a:gd name="T8" fmla="*/ 16 w 17"/>
                <a:gd name="T9" fmla="*/ 11 h 15"/>
              </a:gdLst>
              <a:ahLst/>
              <a:cxnLst>
                <a:cxn ang="0">
                  <a:pos x="T0" y="T1"/>
                </a:cxn>
                <a:cxn ang="0">
                  <a:pos x="T2" y="T3"/>
                </a:cxn>
                <a:cxn ang="0">
                  <a:pos x="T4" y="T5"/>
                </a:cxn>
                <a:cxn ang="0">
                  <a:pos x="T6" y="T7"/>
                </a:cxn>
                <a:cxn ang="0">
                  <a:pos x="T8" y="T9"/>
                </a:cxn>
              </a:cxnLst>
              <a:rect l="0" t="0" r="r" b="b"/>
              <a:pathLst>
                <a:path w="17" h="15">
                  <a:moveTo>
                    <a:pt x="16" y="11"/>
                  </a:moveTo>
                  <a:cubicBezTo>
                    <a:pt x="17" y="14"/>
                    <a:pt x="14" y="15"/>
                    <a:pt x="9" y="13"/>
                  </a:cubicBezTo>
                  <a:cubicBezTo>
                    <a:pt x="5" y="11"/>
                    <a:pt x="1" y="7"/>
                    <a:pt x="0" y="4"/>
                  </a:cubicBezTo>
                  <a:cubicBezTo>
                    <a:pt x="0" y="1"/>
                    <a:pt x="3" y="0"/>
                    <a:pt x="7" y="2"/>
                  </a:cubicBezTo>
                  <a:cubicBezTo>
                    <a:pt x="12" y="4"/>
                    <a:pt x="16" y="9"/>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6" name="Freeform 2239">
              <a:extLst>
                <a:ext uri="{FF2B5EF4-FFF2-40B4-BE49-F238E27FC236}">
                  <a16:creationId xmlns:a16="http://schemas.microsoft.com/office/drawing/2014/main" id="{2F6053A6-2585-4AC9-C475-3C44AF7B4847}"/>
                </a:ext>
              </a:extLst>
            </p:cNvPr>
            <p:cNvSpPr>
              <a:spLocks/>
            </p:cNvSpPr>
            <p:nvPr/>
          </p:nvSpPr>
          <p:spPr bwMode="auto">
            <a:xfrm rot="5094805">
              <a:off x="1202211" y="827684"/>
              <a:ext cx="41130" cy="34275"/>
            </a:xfrm>
            <a:custGeom>
              <a:avLst/>
              <a:gdLst>
                <a:gd name="T0" fmla="*/ 16 w 17"/>
                <a:gd name="T1" fmla="*/ 11 h 14"/>
                <a:gd name="T2" fmla="*/ 9 w 17"/>
                <a:gd name="T3" fmla="*/ 13 h 14"/>
                <a:gd name="T4" fmla="*/ 0 w 17"/>
                <a:gd name="T5" fmla="*/ 4 h 14"/>
                <a:gd name="T6" fmla="*/ 8 w 17"/>
                <a:gd name="T7" fmla="*/ 2 h 14"/>
                <a:gd name="T8" fmla="*/ 16 w 17"/>
                <a:gd name="T9" fmla="*/ 11 h 14"/>
              </a:gdLst>
              <a:ahLst/>
              <a:cxnLst>
                <a:cxn ang="0">
                  <a:pos x="T0" y="T1"/>
                </a:cxn>
                <a:cxn ang="0">
                  <a:pos x="T2" y="T3"/>
                </a:cxn>
                <a:cxn ang="0">
                  <a:pos x="T4" y="T5"/>
                </a:cxn>
                <a:cxn ang="0">
                  <a:pos x="T6" y="T7"/>
                </a:cxn>
                <a:cxn ang="0">
                  <a:pos x="T8" y="T9"/>
                </a:cxn>
              </a:cxnLst>
              <a:rect l="0" t="0" r="r" b="b"/>
              <a:pathLst>
                <a:path w="17" h="14">
                  <a:moveTo>
                    <a:pt x="16" y="11"/>
                  </a:moveTo>
                  <a:cubicBezTo>
                    <a:pt x="17" y="14"/>
                    <a:pt x="13" y="14"/>
                    <a:pt x="9" y="13"/>
                  </a:cubicBezTo>
                  <a:cubicBezTo>
                    <a:pt x="4" y="11"/>
                    <a:pt x="1" y="7"/>
                    <a:pt x="0" y="4"/>
                  </a:cubicBezTo>
                  <a:cubicBezTo>
                    <a:pt x="0" y="1"/>
                    <a:pt x="3" y="0"/>
                    <a:pt x="8" y="2"/>
                  </a:cubicBezTo>
                  <a:cubicBezTo>
                    <a:pt x="12" y="4"/>
                    <a:pt x="16" y="8"/>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7" name="Freeform 2240">
              <a:extLst>
                <a:ext uri="{FF2B5EF4-FFF2-40B4-BE49-F238E27FC236}">
                  <a16:creationId xmlns:a16="http://schemas.microsoft.com/office/drawing/2014/main" id="{A8830985-8FF2-E4CF-5DCD-C3EBF07FB1BF}"/>
                </a:ext>
              </a:extLst>
            </p:cNvPr>
            <p:cNvSpPr>
              <a:spLocks/>
            </p:cNvSpPr>
            <p:nvPr/>
          </p:nvSpPr>
          <p:spPr bwMode="auto">
            <a:xfrm rot="5094805">
              <a:off x="1250791" y="626075"/>
              <a:ext cx="41130" cy="34275"/>
            </a:xfrm>
            <a:custGeom>
              <a:avLst/>
              <a:gdLst>
                <a:gd name="T0" fmla="*/ 16 w 16"/>
                <a:gd name="T1" fmla="*/ 10 h 14"/>
                <a:gd name="T2" fmla="*/ 8 w 16"/>
                <a:gd name="T3" fmla="*/ 13 h 14"/>
                <a:gd name="T4" fmla="*/ 0 w 16"/>
                <a:gd name="T5" fmla="*/ 5 h 14"/>
                <a:gd name="T6" fmla="*/ 7 w 16"/>
                <a:gd name="T7" fmla="*/ 1 h 14"/>
                <a:gd name="T8" fmla="*/ 16 w 16"/>
                <a:gd name="T9" fmla="*/ 10 h 14"/>
              </a:gdLst>
              <a:ahLst/>
              <a:cxnLst>
                <a:cxn ang="0">
                  <a:pos x="T0" y="T1"/>
                </a:cxn>
                <a:cxn ang="0">
                  <a:pos x="T2" y="T3"/>
                </a:cxn>
                <a:cxn ang="0">
                  <a:pos x="T4" y="T5"/>
                </a:cxn>
                <a:cxn ang="0">
                  <a:pos x="T6" y="T7"/>
                </a:cxn>
                <a:cxn ang="0">
                  <a:pos x="T8" y="T9"/>
                </a:cxn>
              </a:cxnLst>
              <a:rect l="0" t="0" r="r" b="b"/>
              <a:pathLst>
                <a:path w="16" h="14">
                  <a:moveTo>
                    <a:pt x="16" y="10"/>
                  </a:moveTo>
                  <a:cubicBezTo>
                    <a:pt x="16" y="13"/>
                    <a:pt x="12" y="14"/>
                    <a:pt x="8" y="13"/>
                  </a:cubicBezTo>
                  <a:cubicBezTo>
                    <a:pt x="4" y="11"/>
                    <a:pt x="0" y="8"/>
                    <a:pt x="0" y="5"/>
                  </a:cubicBezTo>
                  <a:cubicBezTo>
                    <a:pt x="0" y="1"/>
                    <a:pt x="3" y="0"/>
                    <a:pt x="7" y="1"/>
                  </a:cubicBezTo>
                  <a:cubicBezTo>
                    <a:pt x="12" y="3"/>
                    <a:pt x="16" y="7"/>
                    <a:pt x="1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8" name="Freeform 2241">
              <a:extLst>
                <a:ext uri="{FF2B5EF4-FFF2-40B4-BE49-F238E27FC236}">
                  <a16:creationId xmlns:a16="http://schemas.microsoft.com/office/drawing/2014/main" id="{A0044EF2-0E19-1D5B-4433-5D228B838361}"/>
                </a:ext>
              </a:extLst>
            </p:cNvPr>
            <p:cNvSpPr>
              <a:spLocks/>
            </p:cNvSpPr>
            <p:nvPr/>
          </p:nvSpPr>
          <p:spPr bwMode="auto">
            <a:xfrm rot="5094805">
              <a:off x="1273198" y="425653"/>
              <a:ext cx="41130" cy="36560"/>
            </a:xfrm>
            <a:custGeom>
              <a:avLst/>
              <a:gdLst>
                <a:gd name="T0" fmla="*/ 17 w 17"/>
                <a:gd name="T1" fmla="*/ 8 h 14"/>
                <a:gd name="T2" fmla="*/ 9 w 17"/>
                <a:gd name="T3" fmla="*/ 13 h 14"/>
                <a:gd name="T4" fmla="*/ 1 w 17"/>
                <a:gd name="T5" fmla="*/ 6 h 14"/>
                <a:gd name="T6" fmla="*/ 8 w 17"/>
                <a:gd name="T7" fmla="*/ 1 h 14"/>
                <a:gd name="T8" fmla="*/ 17 w 17"/>
                <a:gd name="T9" fmla="*/ 8 h 14"/>
              </a:gdLst>
              <a:ahLst/>
              <a:cxnLst>
                <a:cxn ang="0">
                  <a:pos x="T0" y="T1"/>
                </a:cxn>
                <a:cxn ang="0">
                  <a:pos x="T2" y="T3"/>
                </a:cxn>
                <a:cxn ang="0">
                  <a:pos x="T4" y="T5"/>
                </a:cxn>
                <a:cxn ang="0">
                  <a:pos x="T6" y="T7"/>
                </a:cxn>
                <a:cxn ang="0">
                  <a:pos x="T8" y="T9"/>
                </a:cxn>
              </a:cxnLst>
              <a:rect l="0" t="0" r="r" b="b"/>
              <a:pathLst>
                <a:path w="17" h="14">
                  <a:moveTo>
                    <a:pt x="17" y="8"/>
                  </a:moveTo>
                  <a:cubicBezTo>
                    <a:pt x="17" y="12"/>
                    <a:pt x="13" y="14"/>
                    <a:pt x="9" y="13"/>
                  </a:cubicBezTo>
                  <a:cubicBezTo>
                    <a:pt x="5" y="13"/>
                    <a:pt x="1" y="9"/>
                    <a:pt x="1" y="6"/>
                  </a:cubicBezTo>
                  <a:cubicBezTo>
                    <a:pt x="0" y="3"/>
                    <a:pt x="4" y="0"/>
                    <a:pt x="8" y="1"/>
                  </a:cubicBezTo>
                  <a:cubicBezTo>
                    <a:pt x="12" y="2"/>
                    <a:pt x="17" y="5"/>
                    <a:pt x="1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9" name="Freeform 2242">
              <a:extLst>
                <a:ext uri="{FF2B5EF4-FFF2-40B4-BE49-F238E27FC236}">
                  <a16:creationId xmlns:a16="http://schemas.microsoft.com/office/drawing/2014/main" id="{64F33AD7-6105-6C6E-AED6-3DD028271805}"/>
                </a:ext>
              </a:extLst>
            </p:cNvPr>
            <p:cNvSpPr>
              <a:spLocks/>
            </p:cNvSpPr>
            <p:nvPr/>
          </p:nvSpPr>
          <p:spPr bwMode="auto">
            <a:xfrm rot="5094805">
              <a:off x="1260733" y="236351"/>
              <a:ext cx="41130" cy="31990"/>
            </a:xfrm>
            <a:custGeom>
              <a:avLst/>
              <a:gdLst>
                <a:gd name="T0" fmla="*/ 9 w 17"/>
                <a:gd name="T1" fmla="*/ 12 h 13"/>
                <a:gd name="T2" fmla="*/ 0 w 17"/>
                <a:gd name="T3" fmla="*/ 7 h 13"/>
                <a:gd name="T4" fmla="*/ 7 w 17"/>
                <a:gd name="T5" fmla="*/ 0 h 13"/>
                <a:gd name="T6" fmla="*/ 16 w 17"/>
                <a:gd name="T7" fmla="*/ 5 h 13"/>
                <a:gd name="T8" fmla="*/ 9 w 17"/>
                <a:gd name="T9" fmla="*/ 12 h 13"/>
              </a:gdLst>
              <a:ahLst/>
              <a:cxnLst>
                <a:cxn ang="0">
                  <a:pos x="T0" y="T1"/>
                </a:cxn>
                <a:cxn ang="0">
                  <a:pos x="T2" y="T3"/>
                </a:cxn>
                <a:cxn ang="0">
                  <a:pos x="T4" y="T5"/>
                </a:cxn>
                <a:cxn ang="0">
                  <a:pos x="T6" y="T7"/>
                </a:cxn>
                <a:cxn ang="0">
                  <a:pos x="T8" y="T9"/>
                </a:cxn>
              </a:cxnLst>
              <a:rect l="0" t="0" r="r" b="b"/>
              <a:pathLst>
                <a:path w="17" h="13">
                  <a:moveTo>
                    <a:pt x="9" y="12"/>
                  </a:moveTo>
                  <a:cubicBezTo>
                    <a:pt x="5" y="13"/>
                    <a:pt x="1" y="10"/>
                    <a:pt x="0" y="7"/>
                  </a:cubicBezTo>
                  <a:cubicBezTo>
                    <a:pt x="0" y="3"/>
                    <a:pt x="3" y="0"/>
                    <a:pt x="7" y="0"/>
                  </a:cubicBezTo>
                  <a:cubicBezTo>
                    <a:pt x="11" y="0"/>
                    <a:pt x="16" y="2"/>
                    <a:pt x="16" y="5"/>
                  </a:cubicBezTo>
                  <a:cubicBezTo>
                    <a:pt x="17" y="9"/>
                    <a:pt x="13" y="12"/>
                    <a:pt x="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0" name="Freeform 2243">
              <a:extLst>
                <a:ext uri="{FF2B5EF4-FFF2-40B4-BE49-F238E27FC236}">
                  <a16:creationId xmlns:a16="http://schemas.microsoft.com/office/drawing/2014/main" id="{F167A61F-97B8-B10C-ED22-B9001A58B73D}"/>
                </a:ext>
              </a:extLst>
            </p:cNvPr>
            <p:cNvSpPr>
              <a:spLocks/>
            </p:cNvSpPr>
            <p:nvPr/>
          </p:nvSpPr>
          <p:spPr bwMode="auto">
            <a:xfrm rot="5094805">
              <a:off x="1208332" y="44784"/>
              <a:ext cx="43415" cy="36560"/>
            </a:xfrm>
            <a:custGeom>
              <a:avLst/>
              <a:gdLst>
                <a:gd name="T0" fmla="*/ 16 w 17"/>
                <a:gd name="T1" fmla="*/ 5 h 14"/>
                <a:gd name="T2" fmla="*/ 9 w 17"/>
                <a:gd name="T3" fmla="*/ 13 h 14"/>
                <a:gd name="T4" fmla="*/ 1 w 17"/>
                <a:gd name="T5" fmla="*/ 9 h 14"/>
                <a:gd name="T6" fmla="*/ 8 w 17"/>
                <a:gd name="T7" fmla="*/ 1 h 14"/>
                <a:gd name="T8" fmla="*/ 16 w 17"/>
                <a:gd name="T9" fmla="*/ 5 h 14"/>
              </a:gdLst>
              <a:ahLst/>
              <a:cxnLst>
                <a:cxn ang="0">
                  <a:pos x="T0" y="T1"/>
                </a:cxn>
                <a:cxn ang="0">
                  <a:pos x="T2" y="T3"/>
                </a:cxn>
                <a:cxn ang="0">
                  <a:pos x="T4" y="T5"/>
                </a:cxn>
                <a:cxn ang="0">
                  <a:pos x="T6" y="T7"/>
                </a:cxn>
                <a:cxn ang="0">
                  <a:pos x="T8" y="T9"/>
                </a:cxn>
              </a:cxnLst>
              <a:rect l="0" t="0" r="r" b="b"/>
              <a:pathLst>
                <a:path w="17" h="14">
                  <a:moveTo>
                    <a:pt x="16" y="5"/>
                  </a:moveTo>
                  <a:cubicBezTo>
                    <a:pt x="17" y="9"/>
                    <a:pt x="13" y="12"/>
                    <a:pt x="9" y="13"/>
                  </a:cubicBezTo>
                  <a:cubicBezTo>
                    <a:pt x="5" y="14"/>
                    <a:pt x="1" y="13"/>
                    <a:pt x="1" y="9"/>
                  </a:cubicBezTo>
                  <a:cubicBezTo>
                    <a:pt x="0" y="6"/>
                    <a:pt x="4" y="2"/>
                    <a:pt x="8" y="1"/>
                  </a:cubicBezTo>
                  <a:cubicBezTo>
                    <a:pt x="12" y="0"/>
                    <a:pt x="16" y="2"/>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1" name="Freeform 2264">
              <a:extLst>
                <a:ext uri="{FF2B5EF4-FFF2-40B4-BE49-F238E27FC236}">
                  <a16:creationId xmlns:a16="http://schemas.microsoft.com/office/drawing/2014/main" id="{D0CD3D34-529F-5FA1-AA08-00AF6099C788}"/>
                </a:ext>
              </a:extLst>
            </p:cNvPr>
            <p:cNvSpPr>
              <a:spLocks/>
            </p:cNvSpPr>
            <p:nvPr/>
          </p:nvSpPr>
          <p:spPr bwMode="auto">
            <a:xfrm rot="5094805">
              <a:off x="1528083" y="4325802"/>
              <a:ext cx="38845" cy="25135"/>
            </a:xfrm>
            <a:custGeom>
              <a:avLst/>
              <a:gdLst>
                <a:gd name="T0" fmla="*/ 8 w 16"/>
                <a:gd name="T1" fmla="*/ 9 h 11"/>
                <a:gd name="T2" fmla="*/ 0 w 16"/>
                <a:gd name="T3" fmla="*/ 9 h 11"/>
                <a:gd name="T4" fmla="*/ 8 w 16"/>
                <a:gd name="T5" fmla="*/ 2 h 11"/>
                <a:gd name="T6" fmla="*/ 16 w 16"/>
                <a:gd name="T7" fmla="*/ 2 h 11"/>
                <a:gd name="T8" fmla="*/ 8 w 16"/>
                <a:gd name="T9" fmla="*/ 9 h 11"/>
              </a:gdLst>
              <a:ahLst/>
              <a:cxnLst>
                <a:cxn ang="0">
                  <a:pos x="T0" y="T1"/>
                </a:cxn>
                <a:cxn ang="0">
                  <a:pos x="T2" y="T3"/>
                </a:cxn>
                <a:cxn ang="0">
                  <a:pos x="T4" y="T5"/>
                </a:cxn>
                <a:cxn ang="0">
                  <a:pos x="T6" y="T7"/>
                </a:cxn>
                <a:cxn ang="0">
                  <a:pos x="T8" y="T9"/>
                </a:cxn>
              </a:cxnLst>
              <a:rect l="0" t="0" r="r" b="b"/>
              <a:pathLst>
                <a:path w="16" h="11">
                  <a:moveTo>
                    <a:pt x="8" y="9"/>
                  </a:moveTo>
                  <a:cubicBezTo>
                    <a:pt x="4" y="11"/>
                    <a:pt x="0" y="11"/>
                    <a:pt x="0" y="9"/>
                  </a:cubicBezTo>
                  <a:cubicBezTo>
                    <a:pt x="0" y="7"/>
                    <a:pt x="3" y="4"/>
                    <a:pt x="8" y="2"/>
                  </a:cubicBezTo>
                  <a:cubicBezTo>
                    <a:pt x="12" y="0"/>
                    <a:pt x="16" y="0"/>
                    <a:pt x="16" y="2"/>
                  </a:cubicBezTo>
                  <a:cubicBezTo>
                    <a:pt x="16" y="4"/>
                    <a:pt x="12" y="7"/>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2" name="Freeform 2265">
              <a:extLst>
                <a:ext uri="{FF2B5EF4-FFF2-40B4-BE49-F238E27FC236}">
                  <a16:creationId xmlns:a16="http://schemas.microsoft.com/office/drawing/2014/main" id="{075E1005-C5A6-C15F-AA71-6FE1239B3B3C}"/>
                </a:ext>
              </a:extLst>
            </p:cNvPr>
            <p:cNvSpPr>
              <a:spLocks/>
            </p:cNvSpPr>
            <p:nvPr/>
          </p:nvSpPr>
          <p:spPr bwMode="auto">
            <a:xfrm rot="5094805">
              <a:off x="1632717" y="4507840"/>
              <a:ext cx="43415" cy="27420"/>
            </a:xfrm>
            <a:custGeom>
              <a:avLst/>
              <a:gdLst>
                <a:gd name="T0" fmla="*/ 8 w 17"/>
                <a:gd name="T1" fmla="*/ 3 h 11"/>
                <a:gd name="T2" fmla="*/ 17 w 17"/>
                <a:gd name="T3" fmla="*/ 2 h 11"/>
                <a:gd name="T4" fmla="*/ 10 w 17"/>
                <a:gd name="T5" fmla="*/ 9 h 11"/>
                <a:gd name="T6" fmla="*/ 1 w 17"/>
                <a:gd name="T7" fmla="*/ 9 h 11"/>
                <a:gd name="T8" fmla="*/ 8 w 17"/>
                <a:gd name="T9" fmla="*/ 3 h 11"/>
              </a:gdLst>
              <a:ahLst/>
              <a:cxnLst>
                <a:cxn ang="0">
                  <a:pos x="T0" y="T1"/>
                </a:cxn>
                <a:cxn ang="0">
                  <a:pos x="T2" y="T3"/>
                </a:cxn>
                <a:cxn ang="0">
                  <a:pos x="T4" y="T5"/>
                </a:cxn>
                <a:cxn ang="0">
                  <a:pos x="T6" y="T7"/>
                </a:cxn>
                <a:cxn ang="0">
                  <a:pos x="T8" y="T9"/>
                </a:cxn>
              </a:cxnLst>
              <a:rect l="0" t="0" r="r" b="b"/>
              <a:pathLst>
                <a:path w="17" h="11">
                  <a:moveTo>
                    <a:pt x="8" y="3"/>
                  </a:moveTo>
                  <a:cubicBezTo>
                    <a:pt x="12" y="1"/>
                    <a:pt x="16" y="0"/>
                    <a:pt x="17" y="2"/>
                  </a:cubicBezTo>
                  <a:cubicBezTo>
                    <a:pt x="17" y="3"/>
                    <a:pt x="14" y="7"/>
                    <a:pt x="10" y="9"/>
                  </a:cubicBezTo>
                  <a:cubicBezTo>
                    <a:pt x="6" y="11"/>
                    <a:pt x="2" y="11"/>
                    <a:pt x="1" y="9"/>
                  </a:cubicBezTo>
                  <a:cubicBezTo>
                    <a:pt x="0" y="8"/>
                    <a:pt x="3"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3" name="Freeform 2266">
              <a:extLst>
                <a:ext uri="{FF2B5EF4-FFF2-40B4-BE49-F238E27FC236}">
                  <a16:creationId xmlns:a16="http://schemas.microsoft.com/office/drawing/2014/main" id="{B751A92C-4CEC-06EA-FA68-29BB77E23404}"/>
                </a:ext>
              </a:extLst>
            </p:cNvPr>
            <p:cNvSpPr>
              <a:spLocks/>
            </p:cNvSpPr>
            <p:nvPr/>
          </p:nvSpPr>
          <p:spPr bwMode="auto">
            <a:xfrm rot="5094805">
              <a:off x="1739741" y="4692259"/>
              <a:ext cx="41130" cy="27420"/>
            </a:xfrm>
            <a:custGeom>
              <a:avLst/>
              <a:gdLst>
                <a:gd name="T0" fmla="*/ 8 w 17"/>
                <a:gd name="T1" fmla="*/ 2 h 11"/>
                <a:gd name="T2" fmla="*/ 17 w 17"/>
                <a:gd name="T3" fmla="*/ 2 h 11"/>
                <a:gd name="T4" fmla="*/ 9 w 17"/>
                <a:gd name="T5" fmla="*/ 9 h 11"/>
                <a:gd name="T6" fmla="*/ 1 w 17"/>
                <a:gd name="T7" fmla="*/ 9 h 11"/>
                <a:gd name="T8" fmla="*/ 8 w 17"/>
                <a:gd name="T9" fmla="*/ 2 h 11"/>
              </a:gdLst>
              <a:ahLst/>
              <a:cxnLst>
                <a:cxn ang="0">
                  <a:pos x="T0" y="T1"/>
                </a:cxn>
                <a:cxn ang="0">
                  <a:pos x="T2" y="T3"/>
                </a:cxn>
                <a:cxn ang="0">
                  <a:pos x="T4" y="T5"/>
                </a:cxn>
                <a:cxn ang="0">
                  <a:pos x="T6" y="T7"/>
                </a:cxn>
                <a:cxn ang="0">
                  <a:pos x="T8" y="T9"/>
                </a:cxn>
              </a:cxnLst>
              <a:rect l="0" t="0" r="r" b="b"/>
              <a:pathLst>
                <a:path w="17" h="11">
                  <a:moveTo>
                    <a:pt x="8" y="2"/>
                  </a:moveTo>
                  <a:cubicBezTo>
                    <a:pt x="12" y="0"/>
                    <a:pt x="16" y="0"/>
                    <a:pt x="17" y="2"/>
                  </a:cubicBezTo>
                  <a:cubicBezTo>
                    <a:pt x="17" y="4"/>
                    <a:pt x="13" y="7"/>
                    <a:pt x="9" y="9"/>
                  </a:cubicBezTo>
                  <a:cubicBezTo>
                    <a:pt x="5" y="11"/>
                    <a:pt x="1" y="11"/>
                    <a:pt x="1" y="9"/>
                  </a:cubicBezTo>
                  <a:cubicBezTo>
                    <a:pt x="0" y="7"/>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4" name="Freeform 2267">
              <a:extLst>
                <a:ext uri="{FF2B5EF4-FFF2-40B4-BE49-F238E27FC236}">
                  <a16:creationId xmlns:a16="http://schemas.microsoft.com/office/drawing/2014/main" id="{115C8DC9-910B-1EC8-7C46-85D987FCBA03}"/>
                </a:ext>
              </a:extLst>
            </p:cNvPr>
            <p:cNvSpPr>
              <a:spLocks/>
            </p:cNvSpPr>
            <p:nvPr/>
          </p:nvSpPr>
          <p:spPr bwMode="auto">
            <a:xfrm rot="5094805">
              <a:off x="1843246" y="4875743"/>
              <a:ext cx="41130" cy="27420"/>
            </a:xfrm>
            <a:custGeom>
              <a:avLst/>
              <a:gdLst>
                <a:gd name="T0" fmla="*/ 7 w 17"/>
                <a:gd name="T1" fmla="*/ 3 h 11"/>
                <a:gd name="T2" fmla="*/ 16 w 17"/>
                <a:gd name="T3" fmla="*/ 2 h 11"/>
                <a:gd name="T4" fmla="*/ 10 w 17"/>
                <a:gd name="T5" fmla="*/ 9 h 11"/>
                <a:gd name="T6" fmla="*/ 1 w 17"/>
                <a:gd name="T7" fmla="*/ 9 h 11"/>
                <a:gd name="T8" fmla="*/ 7 w 17"/>
                <a:gd name="T9" fmla="*/ 3 h 11"/>
              </a:gdLst>
              <a:ahLst/>
              <a:cxnLst>
                <a:cxn ang="0">
                  <a:pos x="T0" y="T1"/>
                </a:cxn>
                <a:cxn ang="0">
                  <a:pos x="T2" y="T3"/>
                </a:cxn>
                <a:cxn ang="0">
                  <a:pos x="T4" y="T5"/>
                </a:cxn>
                <a:cxn ang="0">
                  <a:pos x="T6" y="T7"/>
                </a:cxn>
                <a:cxn ang="0">
                  <a:pos x="T8" y="T9"/>
                </a:cxn>
              </a:cxnLst>
              <a:rect l="0" t="0" r="r" b="b"/>
              <a:pathLst>
                <a:path w="17" h="11">
                  <a:moveTo>
                    <a:pt x="7" y="3"/>
                  </a:moveTo>
                  <a:cubicBezTo>
                    <a:pt x="11" y="1"/>
                    <a:pt x="15" y="0"/>
                    <a:pt x="16" y="2"/>
                  </a:cubicBezTo>
                  <a:cubicBezTo>
                    <a:pt x="17" y="4"/>
                    <a:pt x="14" y="7"/>
                    <a:pt x="10" y="9"/>
                  </a:cubicBezTo>
                  <a:cubicBezTo>
                    <a:pt x="6" y="11"/>
                    <a:pt x="2" y="11"/>
                    <a:pt x="1" y="9"/>
                  </a:cubicBezTo>
                  <a:cubicBezTo>
                    <a:pt x="0" y="8"/>
                    <a:pt x="3" y="5"/>
                    <a:pt x="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5" name="Freeform 2268">
              <a:extLst>
                <a:ext uri="{FF2B5EF4-FFF2-40B4-BE49-F238E27FC236}">
                  <a16:creationId xmlns:a16="http://schemas.microsoft.com/office/drawing/2014/main" id="{CAD8F55F-32CA-31F2-F5FA-F92F627EE4C4}"/>
                </a:ext>
              </a:extLst>
            </p:cNvPr>
            <p:cNvSpPr>
              <a:spLocks/>
            </p:cNvSpPr>
            <p:nvPr/>
          </p:nvSpPr>
          <p:spPr bwMode="auto">
            <a:xfrm rot="5094805">
              <a:off x="1941061" y="5060876"/>
              <a:ext cx="41130" cy="25135"/>
            </a:xfrm>
            <a:custGeom>
              <a:avLst/>
              <a:gdLst>
                <a:gd name="T0" fmla="*/ 8 w 17"/>
                <a:gd name="T1" fmla="*/ 2 h 10"/>
                <a:gd name="T2" fmla="*/ 16 w 17"/>
                <a:gd name="T3" fmla="*/ 2 h 10"/>
                <a:gd name="T4" fmla="*/ 9 w 17"/>
                <a:gd name="T5" fmla="*/ 8 h 10"/>
                <a:gd name="T6" fmla="*/ 1 w 17"/>
                <a:gd name="T7" fmla="*/ 8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12" y="0"/>
                    <a:pt x="16" y="0"/>
                    <a:pt x="16" y="2"/>
                  </a:cubicBezTo>
                  <a:cubicBezTo>
                    <a:pt x="17" y="3"/>
                    <a:pt x="13" y="7"/>
                    <a:pt x="9" y="8"/>
                  </a:cubicBezTo>
                  <a:cubicBezTo>
                    <a:pt x="5" y="10"/>
                    <a:pt x="1" y="10"/>
                    <a:pt x="1" y="8"/>
                  </a:cubicBezTo>
                  <a:cubicBezTo>
                    <a:pt x="0" y="6"/>
                    <a:pt x="3"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6" name="Freeform 2269">
              <a:extLst>
                <a:ext uri="{FF2B5EF4-FFF2-40B4-BE49-F238E27FC236}">
                  <a16:creationId xmlns:a16="http://schemas.microsoft.com/office/drawing/2014/main" id="{DA39C184-553D-2C48-ED40-B81FEB7D1F83}"/>
                </a:ext>
              </a:extLst>
            </p:cNvPr>
            <p:cNvSpPr>
              <a:spLocks/>
            </p:cNvSpPr>
            <p:nvPr/>
          </p:nvSpPr>
          <p:spPr bwMode="auto">
            <a:xfrm rot="5094805">
              <a:off x="2029868" y="5246713"/>
              <a:ext cx="43415" cy="25135"/>
            </a:xfrm>
            <a:custGeom>
              <a:avLst/>
              <a:gdLst>
                <a:gd name="T0" fmla="*/ 9 w 17"/>
                <a:gd name="T1" fmla="*/ 8 h 10"/>
                <a:gd name="T2" fmla="*/ 1 w 17"/>
                <a:gd name="T3" fmla="*/ 8 h 10"/>
                <a:gd name="T4" fmla="*/ 8 w 17"/>
                <a:gd name="T5" fmla="*/ 1 h 10"/>
                <a:gd name="T6" fmla="*/ 17 w 17"/>
                <a:gd name="T7" fmla="*/ 2 h 10"/>
                <a:gd name="T8" fmla="*/ 9 w 17"/>
                <a:gd name="T9" fmla="*/ 8 h 10"/>
              </a:gdLst>
              <a:ahLst/>
              <a:cxnLst>
                <a:cxn ang="0">
                  <a:pos x="T0" y="T1"/>
                </a:cxn>
                <a:cxn ang="0">
                  <a:pos x="T2" y="T3"/>
                </a:cxn>
                <a:cxn ang="0">
                  <a:pos x="T4" y="T5"/>
                </a:cxn>
                <a:cxn ang="0">
                  <a:pos x="T6" y="T7"/>
                </a:cxn>
                <a:cxn ang="0">
                  <a:pos x="T8" y="T9"/>
                </a:cxn>
              </a:cxnLst>
              <a:rect l="0" t="0" r="r" b="b"/>
              <a:pathLst>
                <a:path w="17" h="10">
                  <a:moveTo>
                    <a:pt x="9" y="8"/>
                  </a:moveTo>
                  <a:cubicBezTo>
                    <a:pt x="5" y="10"/>
                    <a:pt x="1" y="10"/>
                    <a:pt x="1" y="8"/>
                  </a:cubicBezTo>
                  <a:cubicBezTo>
                    <a:pt x="0" y="6"/>
                    <a:pt x="3" y="3"/>
                    <a:pt x="8" y="1"/>
                  </a:cubicBezTo>
                  <a:cubicBezTo>
                    <a:pt x="12" y="0"/>
                    <a:pt x="16" y="0"/>
                    <a:pt x="17" y="2"/>
                  </a:cubicBezTo>
                  <a:cubicBezTo>
                    <a:pt x="17" y="4"/>
                    <a:pt x="13"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7" name="Freeform 2270">
              <a:extLst>
                <a:ext uri="{FF2B5EF4-FFF2-40B4-BE49-F238E27FC236}">
                  <a16:creationId xmlns:a16="http://schemas.microsoft.com/office/drawing/2014/main" id="{8CEB250B-0D5C-75D3-BC2E-6CD52953D55A}"/>
                </a:ext>
              </a:extLst>
            </p:cNvPr>
            <p:cNvSpPr>
              <a:spLocks/>
            </p:cNvSpPr>
            <p:nvPr/>
          </p:nvSpPr>
          <p:spPr bwMode="auto">
            <a:xfrm rot="5094805">
              <a:off x="2114133" y="5433158"/>
              <a:ext cx="41130" cy="25135"/>
            </a:xfrm>
            <a:custGeom>
              <a:avLst/>
              <a:gdLst>
                <a:gd name="T0" fmla="*/ 17 w 17"/>
                <a:gd name="T1" fmla="*/ 2 h 10"/>
                <a:gd name="T2" fmla="*/ 9 w 17"/>
                <a:gd name="T3" fmla="*/ 8 h 10"/>
                <a:gd name="T4" fmla="*/ 1 w 17"/>
                <a:gd name="T5" fmla="*/ 7 h 10"/>
                <a:gd name="T6" fmla="*/ 8 w 17"/>
                <a:gd name="T7" fmla="*/ 1 h 10"/>
                <a:gd name="T8" fmla="*/ 17 w 17"/>
                <a:gd name="T9" fmla="*/ 2 h 10"/>
              </a:gdLst>
              <a:ahLst/>
              <a:cxnLst>
                <a:cxn ang="0">
                  <a:pos x="T0" y="T1"/>
                </a:cxn>
                <a:cxn ang="0">
                  <a:pos x="T2" y="T3"/>
                </a:cxn>
                <a:cxn ang="0">
                  <a:pos x="T4" y="T5"/>
                </a:cxn>
                <a:cxn ang="0">
                  <a:pos x="T6" y="T7"/>
                </a:cxn>
                <a:cxn ang="0">
                  <a:pos x="T8" y="T9"/>
                </a:cxn>
              </a:cxnLst>
              <a:rect l="0" t="0" r="r" b="b"/>
              <a:pathLst>
                <a:path w="17" h="10">
                  <a:moveTo>
                    <a:pt x="17" y="2"/>
                  </a:moveTo>
                  <a:cubicBezTo>
                    <a:pt x="17" y="4"/>
                    <a:pt x="13" y="7"/>
                    <a:pt x="9" y="8"/>
                  </a:cubicBezTo>
                  <a:cubicBezTo>
                    <a:pt x="5" y="10"/>
                    <a:pt x="1" y="9"/>
                    <a:pt x="1" y="7"/>
                  </a:cubicBezTo>
                  <a:cubicBezTo>
                    <a:pt x="0" y="5"/>
                    <a:pt x="3" y="2"/>
                    <a:pt x="8"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8" name="Freeform 2271">
              <a:extLst>
                <a:ext uri="{FF2B5EF4-FFF2-40B4-BE49-F238E27FC236}">
                  <a16:creationId xmlns:a16="http://schemas.microsoft.com/office/drawing/2014/main" id="{A6E2789F-A4B7-9141-D4A0-FDB4A7B43E35}"/>
                </a:ext>
              </a:extLst>
            </p:cNvPr>
            <p:cNvSpPr>
              <a:spLocks/>
            </p:cNvSpPr>
            <p:nvPr/>
          </p:nvSpPr>
          <p:spPr bwMode="auto">
            <a:xfrm rot="5094805">
              <a:off x="2191569" y="5620211"/>
              <a:ext cx="38845" cy="25135"/>
            </a:xfrm>
            <a:custGeom>
              <a:avLst/>
              <a:gdLst>
                <a:gd name="T0" fmla="*/ 16 w 16"/>
                <a:gd name="T1" fmla="*/ 4 h 10"/>
                <a:gd name="T2" fmla="*/ 8 w 16"/>
                <a:gd name="T3" fmla="*/ 9 h 10"/>
                <a:gd name="T4" fmla="*/ 0 w 16"/>
                <a:gd name="T5" fmla="*/ 7 h 10"/>
                <a:gd name="T6" fmla="*/ 8 w 16"/>
                <a:gd name="T7" fmla="*/ 1 h 10"/>
                <a:gd name="T8" fmla="*/ 16 w 16"/>
                <a:gd name="T9" fmla="*/ 4 h 10"/>
              </a:gdLst>
              <a:ahLst/>
              <a:cxnLst>
                <a:cxn ang="0">
                  <a:pos x="T0" y="T1"/>
                </a:cxn>
                <a:cxn ang="0">
                  <a:pos x="T2" y="T3"/>
                </a:cxn>
                <a:cxn ang="0">
                  <a:pos x="T4" y="T5"/>
                </a:cxn>
                <a:cxn ang="0">
                  <a:pos x="T6" y="T7"/>
                </a:cxn>
                <a:cxn ang="0">
                  <a:pos x="T8" y="T9"/>
                </a:cxn>
              </a:cxnLst>
              <a:rect l="0" t="0" r="r" b="b"/>
              <a:pathLst>
                <a:path w="16" h="10">
                  <a:moveTo>
                    <a:pt x="16" y="4"/>
                  </a:moveTo>
                  <a:cubicBezTo>
                    <a:pt x="16" y="6"/>
                    <a:pt x="12" y="8"/>
                    <a:pt x="8" y="9"/>
                  </a:cubicBezTo>
                  <a:cubicBezTo>
                    <a:pt x="4" y="10"/>
                    <a:pt x="0" y="10"/>
                    <a:pt x="0" y="7"/>
                  </a:cubicBezTo>
                  <a:cubicBezTo>
                    <a:pt x="0" y="5"/>
                    <a:pt x="3" y="2"/>
                    <a:pt x="8" y="1"/>
                  </a:cubicBezTo>
                  <a:cubicBezTo>
                    <a:pt x="12" y="0"/>
                    <a:pt x="16" y="1"/>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9" name="Freeform 2272">
              <a:extLst>
                <a:ext uri="{FF2B5EF4-FFF2-40B4-BE49-F238E27FC236}">
                  <a16:creationId xmlns:a16="http://schemas.microsoft.com/office/drawing/2014/main" id="{FD19465C-B28C-1EC1-0859-52AE9E54D8DD}"/>
                </a:ext>
              </a:extLst>
            </p:cNvPr>
            <p:cNvSpPr>
              <a:spLocks/>
            </p:cNvSpPr>
            <p:nvPr/>
          </p:nvSpPr>
          <p:spPr bwMode="auto">
            <a:xfrm rot="5094805">
              <a:off x="2253162" y="5810658"/>
              <a:ext cx="43415" cy="22850"/>
            </a:xfrm>
            <a:custGeom>
              <a:avLst/>
              <a:gdLst>
                <a:gd name="T0" fmla="*/ 16 w 17"/>
                <a:gd name="T1" fmla="*/ 3 h 9"/>
                <a:gd name="T2" fmla="*/ 9 w 17"/>
                <a:gd name="T3" fmla="*/ 9 h 9"/>
                <a:gd name="T4" fmla="*/ 1 w 17"/>
                <a:gd name="T5" fmla="*/ 6 h 9"/>
                <a:gd name="T6" fmla="*/ 8 w 17"/>
                <a:gd name="T7" fmla="*/ 1 h 9"/>
                <a:gd name="T8" fmla="*/ 16 w 17"/>
                <a:gd name="T9" fmla="*/ 3 h 9"/>
              </a:gdLst>
              <a:ahLst/>
              <a:cxnLst>
                <a:cxn ang="0">
                  <a:pos x="T0" y="T1"/>
                </a:cxn>
                <a:cxn ang="0">
                  <a:pos x="T2" y="T3"/>
                </a:cxn>
                <a:cxn ang="0">
                  <a:pos x="T4" y="T5"/>
                </a:cxn>
                <a:cxn ang="0">
                  <a:pos x="T6" y="T7"/>
                </a:cxn>
                <a:cxn ang="0">
                  <a:pos x="T8" y="T9"/>
                </a:cxn>
              </a:cxnLst>
              <a:rect l="0" t="0" r="r" b="b"/>
              <a:pathLst>
                <a:path w="17" h="9">
                  <a:moveTo>
                    <a:pt x="16" y="3"/>
                  </a:moveTo>
                  <a:cubicBezTo>
                    <a:pt x="17" y="5"/>
                    <a:pt x="13" y="8"/>
                    <a:pt x="9" y="9"/>
                  </a:cubicBezTo>
                  <a:cubicBezTo>
                    <a:pt x="5" y="9"/>
                    <a:pt x="1" y="8"/>
                    <a:pt x="1" y="6"/>
                  </a:cubicBezTo>
                  <a:cubicBezTo>
                    <a:pt x="0" y="4"/>
                    <a:pt x="3" y="1"/>
                    <a:pt x="8" y="1"/>
                  </a:cubicBezTo>
                  <a:cubicBezTo>
                    <a:pt x="12" y="0"/>
                    <a:pt x="16"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0" name="Freeform 2273">
              <a:extLst>
                <a:ext uri="{FF2B5EF4-FFF2-40B4-BE49-F238E27FC236}">
                  <a16:creationId xmlns:a16="http://schemas.microsoft.com/office/drawing/2014/main" id="{D84E7442-19CE-B0E2-FA7D-FC3228C252F6}"/>
                </a:ext>
              </a:extLst>
            </p:cNvPr>
            <p:cNvSpPr>
              <a:spLocks/>
            </p:cNvSpPr>
            <p:nvPr/>
          </p:nvSpPr>
          <p:spPr bwMode="auto">
            <a:xfrm rot="5094805">
              <a:off x="2306806" y="6001078"/>
              <a:ext cx="38845" cy="22850"/>
            </a:xfrm>
            <a:custGeom>
              <a:avLst/>
              <a:gdLst>
                <a:gd name="T0" fmla="*/ 16 w 16"/>
                <a:gd name="T1" fmla="*/ 4 h 9"/>
                <a:gd name="T2" fmla="*/ 8 w 16"/>
                <a:gd name="T3" fmla="*/ 9 h 9"/>
                <a:gd name="T4" fmla="*/ 0 w 16"/>
                <a:gd name="T5" fmla="*/ 6 h 9"/>
                <a:gd name="T6" fmla="*/ 8 w 16"/>
                <a:gd name="T7" fmla="*/ 1 h 9"/>
                <a:gd name="T8" fmla="*/ 16 w 16"/>
                <a:gd name="T9" fmla="*/ 4 h 9"/>
              </a:gdLst>
              <a:ahLst/>
              <a:cxnLst>
                <a:cxn ang="0">
                  <a:pos x="T0" y="T1"/>
                </a:cxn>
                <a:cxn ang="0">
                  <a:pos x="T2" y="T3"/>
                </a:cxn>
                <a:cxn ang="0">
                  <a:pos x="T4" y="T5"/>
                </a:cxn>
                <a:cxn ang="0">
                  <a:pos x="T6" y="T7"/>
                </a:cxn>
                <a:cxn ang="0">
                  <a:pos x="T8" y="T9"/>
                </a:cxn>
              </a:cxnLst>
              <a:rect l="0" t="0" r="r" b="b"/>
              <a:pathLst>
                <a:path w="16" h="9">
                  <a:moveTo>
                    <a:pt x="16" y="4"/>
                  </a:moveTo>
                  <a:cubicBezTo>
                    <a:pt x="16" y="6"/>
                    <a:pt x="13" y="9"/>
                    <a:pt x="8" y="9"/>
                  </a:cubicBezTo>
                  <a:cubicBezTo>
                    <a:pt x="4" y="9"/>
                    <a:pt x="1" y="8"/>
                    <a:pt x="0" y="6"/>
                  </a:cubicBezTo>
                  <a:cubicBezTo>
                    <a:pt x="0" y="3"/>
                    <a:pt x="3" y="1"/>
                    <a:pt x="8" y="1"/>
                  </a:cubicBezTo>
                  <a:cubicBezTo>
                    <a:pt x="12" y="0"/>
                    <a:pt x="16" y="2"/>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1" name="Freeform 2274">
              <a:extLst>
                <a:ext uri="{FF2B5EF4-FFF2-40B4-BE49-F238E27FC236}">
                  <a16:creationId xmlns:a16="http://schemas.microsoft.com/office/drawing/2014/main" id="{59172F5F-ECB0-74F1-4CB0-B23464E9C14C}"/>
                </a:ext>
              </a:extLst>
            </p:cNvPr>
            <p:cNvSpPr>
              <a:spLocks/>
            </p:cNvSpPr>
            <p:nvPr/>
          </p:nvSpPr>
          <p:spPr bwMode="auto">
            <a:xfrm rot="5094805">
              <a:off x="2347924" y="6191266"/>
              <a:ext cx="38845" cy="25135"/>
            </a:xfrm>
            <a:custGeom>
              <a:avLst/>
              <a:gdLst>
                <a:gd name="T0" fmla="*/ 0 w 16"/>
                <a:gd name="T1" fmla="*/ 6 h 10"/>
                <a:gd name="T2" fmla="*/ 7 w 16"/>
                <a:gd name="T3" fmla="*/ 1 h 10"/>
                <a:gd name="T4" fmla="*/ 16 w 16"/>
                <a:gd name="T5" fmla="*/ 4 h 10"/>
                <a:gd name="T6" fmla="*/ 8 w 16"/>
                <a:gd name="T7" fmla="*/ 9 h 10"/>
                <a:gd name="T8" fmla="*/ 0 w 16"/>
                <a:gd name="T9" fmla="*/ 6 h 10"/>
              </a:gdLst>
              <a:ahLst/>
              <a:cxnLst>
                <a:cxn ang="0">
                  <a:pos x="T0" y="T1"/>
                </a:cxn>
                <a:cxn ang="0">
                  <a:pos x="T2" y="T3"/>
                </a:cxn>
                <a:cxn ang="0">
                  <a:pos x="T4" y="T5"/>
                </a:cxn>
                <a:cxn ang="0">
                  <a:pos x="T6" y="T7"/>
                </a:cxn>
                <a:cxn ang="0">
                  <a:pos x="T8" y="T9"/>
                </a:cxn>
              </a:cxnLst>
              <a:rect l="0" t="0" r="r" b="b"/>
              <a:pathLst>
                <a:path w="16" h="10">
                  <a:moveTo>
                    <a:pt x="0" y="6"/>
                  </a:moveTo>
                  <a:cubicBezTo>
                    <a:pt x="0" y="4"/>
                    <a:pt x="3" y="1"/>
                    <a:pt x="7" y="1"/>
                  </a:cubicBezTo>
                  <a:cubicBezTo>
                    <a:pt x="12" y="0"/>
                    <a:pt x="16" y="2"/>
                    <a:pt x="16" y="4"/>
                  </a:cubicBezTo>
                  <a:cubicBezTo>
                    <a:pt x="16" y="6"/>
                    <a:pt x="12" y="9"/>
                    <a:pt x="8" y="9"/>
                  </a:cubicBezTo>
                  <a:cubicBezTo>
                    <a:pt x="4" y="10"/>
                    <a:pt x="0"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2" name="Freeform 2275">
              <a:extLst>
                <a:ext uri="{FF2B5EF4-FFF2-40B4-BE49-F238E27FC236}">
                  <a16:creationId xmlns:a16="http://schemas.microsoft.com/office/drawing/2014/main" id="{411AB3EC-922B-A54A-3803-D89AE81F99EE}"/>
                </a:ext>
              </a:extLst>
            </p:cNvPr>
            <p:cNvSpPr>
              <a:spLocks/>
            </p:cNvSpPr>
            <p:nvPr/>
          </p:nvSpPr>
          <p:spPr bwMode="auto">
            <a:xfrm rot="5094805">
              <a:off x="2400316" y="6380345"/>
              <a:ext cx="41130" cy="25135"/>
            </a:xfrm>
            <a:custGeom>
              <a:avLst/>
              <a:gdLst>
                <a:gd name="T0" fmla="*/ 9 w 16"/>
                <a:gd name="T1" fmla="*/ 9 h 10"/>
                <a:gd name="T2" fmla="*/ 0 w 16"/>
                <a:gd name="T3" fmla="*/ 7 h 10"/>
                <a:gd name="T4" fmla="*/ 7 w 16"/>
                <a:gd name="T5" fmla="*/ 1 h 10"/>
                <a:gd name="T6" fmla="*/ 16 w 16"/>
                <a:gd name="T7" fmla="*/ 3 h 10"/>
                <a:gd name="T8" fmla="*/ 9 w 16"/>
                <a:gd name="T9" fmla="*/ 9 h 10"/>
              </a:gdLst>
              <a:ahLst/>
              <a:cxnLst>
                <a:cxn ang="0">
                  <a:pos x="T0" y="T1"/>
                </a:cxn>
                <a:cxn ang="0">
                  <a:pos x="T2" y="T3"/>
                </a:cxn>
                <a:cxn ang="0">
                  <a:pos x="T4" y="T5"/>
                </a:cxn>
                <a:cxn ang="0">
                  <a:pos x="T6" y="T7"/>
                </a:cxn>
                <a:cxn ang="0">
                  <a:pos x="T8" y="T9"/>
                </a:cxn>
              </a:cxnLst>
              <a:rect l="0" t="0" r="r" b="b"/>
              <a:pathLst>
                <a:path w="16" h="10">
                  <a:moveTo>
                    <a:pt x="9" y="9"/>
                  </a:moveTo>
                  <a:cubicBezTo>
                    <a:pt x="5" y="10"/>
                    <a:pt x="1" y="9"/>
                    <a:pt x="0" y="7"/>
                  </a:cubicBezTo>
                  <a:cubicBezTo>
                    <a:pt x="0" y="4"/>
                    <a:pt x="3" y="2"/>
                    <a:pt x="7" y="1"/>
                  </a:cubicBezTo>
                  <a:cubicBezTo>
                    <a:pt x="11" y="0"/>
                    <a:pt x="15" y="1"/>
                    <a:pt x="16" y="3"/>
                  </a:cubicBezTo>
                  <a:cubicBezTo>
                    <a:pt x="16" y="5"/>
                    <a:pt x="13" y="8"/>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3" name="Freeform 2276">
              <a:extLst>
                <a:ext uri="{FF2B5EF4-FFF2-40B4-BE49-F238E27FC236}">
                  <a16:creationId xmlns:a16="http://schemas.microsoft.com/office/drawing/2014/main" id="{37B10AB5-AA03-859A-ECE6-01D12A226A79}"/>
                </a:ext>
              </a:extLst>
            </p:cNvPr>
            <p:cNvSpPr>
              <a:spLocks/>
            </p:cNvSpPr>
            <p:nvPr/>
          </p:nvSpPr>
          <p:spPr bwMode="auto">
            <a:xfrm rot="5094805">
              <a:off x="2470925" y="6568005"/>
              <a:ext cx="38845" cy="25135"/>
            </a:xfrm>
            <a:custGeom>
              <a:avLst/>
              <a:gdLst>
                <a:gd name="T0" fmla="*/ 16 w 16"/>
                <a:gd name="T1" fmla="*/ 3 h 11"/>
                <a:gd name="T2" fmla="*/ 9 w 16"/>
                <a:gd name="T3" fmla="*/ 9 h 11"/>
                <a:gd name="T4" fmla="*/ 0 w 16"/>
                <a:gd name="T5" fmla="*/ 8 h 11"/>
                <a:gd name="T6" fmla="*/ 7 w 16"/>
                <a:gd name="T7" fmla="*/ 1 h 11"/>
                <a:gd name="T8" fmla="*/ 16 w 16"/>
                <a:gd name="T9" fmla="*/ 3 h 11"/>
              </a:gdLst>
              <a:ahLst/>
              <a:cxnLst>
                <a:cxn ang="0">
                  <a:pos x="T0" y="T1"/>
                </a:cxn>
                <a:cxn ang="0">
                  <a:pos x="T2" y="T3"/>
                </a:cxn>
                <a:cxn ang="0">
                  <a:pos x="T4" y="T5"/>
                </a:cxn>
                <a:cxn ang="0">
                  <a:pos x="T6" y="T7"/>
                </a:cxn>
                <a:cxn ang="0">
                  <a:pos x="T8" y="T9"/>
                </a:cxn>
              </a:cxnLst>
              <a:rect l="0" t="0" r="r" b="b"/>
              <a:pathLst>
                <a:path w="16" h="11">
                  <a:moveTo>
                    <a:pt x="16" y="3"/>
                  </a:moveTo>
                  <a:cubicBezTo>
                    <a:pt x="16" y="5"/>
                    <a:pt x="13" y="8"/>
                    <a:pt x="9" y="9"/>
                  </a:cubicBezTo>
                  <a:cubicBezTo>
                    <a:pt x="5" y="11"/>
                    <a:pt x="1" y="10"/>
                    <a:pt x="0" y="8"/>
                  </a:cubicBezTo>
                  <a:cubicBezTo>
                    <a:pt x="0" y="6"/>
                    <a:pt x="2" y="3"/>
                    <a:pt x="7" y="1"/>
                  </a:cubicBezTo>
                  <a:cubicBezTo>
                    <a:pt x="11" y="0"/>
                    <a:pt x="15" y="0"/>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4" name="Freeform 2277">
              <a:extLst>
                <a:ext uri="{FF2B5EF4-FFF2-40B4-BE49-F238E27FC236}">
                  <a16:creationId xmlns:a16="http://schemas.microsoft.com/office/drawing/2014/main" id="{7E470412-094E-F5C3-77C0-48AC9672AA61}"/>
                </a:ext>
              </a:extLst>
            </p:cNvPr>
            <p:cNvSpPr>
              <a:spLocks/>
            </p:cNvSpPr>
            <p:nvPr/>
          </p:nvSpPr>
          <p:spPr bwMode="auto">
            <a:xfrm rot="5094805">
              <a:off x="2553840" y="6750931"/>
              <a:ext cx="41130" cy="27420"/>
            </a:xfrm>
            <a:custGeom>
              <a:avLst/>
              <a:gdLst>
                <a:gd name="T0" fmla="*/ 17 w 17"/>
                <a:gd name="T1" fmla="*/ 2 h 11"/>
                <a:gd name="T2" fmla="*/ 10 w 17"/>
                <a:gd name="T3" fmla="*/ 9 h 11"/>
                <a:gd name="T4" fmla="*/ 1 w 17"/>
                <a:gd name="T5" fmla="*/ 8 h 11"/>
                <a:gd name="T6" fmla="*/ 8 w 17"/>
                <a:gd name="T7" fmla="*/ 1 h 11"/>
                <a:gd name="T8" fmla="*/ 17 w 17"/>
                <a:gd name="T9" fmla="*/ 2 h 11"/>
              </a:gdLst>
              <a:ahLst/>
              <a:cxnLst>
                <a:cxn ang="0">
                  <a:pos x="T0" y="T1"/>
                </a:cxn>
                <a:cxn ang="0">
                  <a:pos x="T2" y="T3"/>
                </a:cxn>
                <a:cxn ang="0">
                  <a:pos x="T4" y="T5"/>
                </a:cxn>
                <a:cxn ang="0">
                  <a:pos x="T6" y="T7"/>
                </a:cxn>
                <a:cxn ang="0">
                  <a:pos x="T8" y="T9"/>
                </a:cxn>
              </a:cxnLst>
              <a:rect l="0" t="0" r="r" b="b"/>
              <a:pathLst>
                <a:path w="17" h="11">
                  <a:moveTo>
                    <a:pt x="17" y="2"/>
                  </a:moveTo>
                  <a:cubicBezTo>
                    <a:pt x="17" y="4"/>
                    <a:pt x="14" y="8"/>
                    <a:pt x="10" y="9"/>
                  </a:cubicBezTo>
                  <a:cubicBezTo>
                    <a:pt x="5" y="11"/>
                    <a:pt x="2" y="11"/>
                    <a:pt x="1" y="8"/>
                  </a:cubicBezTo>
                  <a:cubicBezTo>
                    <a:pt x="0" y="6"/>
                    <a:pt x="3" y="3"/>
                    <a:pt x="8"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5" name="Freeform 2278">
              <a:extLst>
                <a:ext uri="{FF2B5EF4-FFF2-40B4-BE49-F238E27FC236}">
                  <a16:creationId xmlns:a16="http://schemas.microsoft.com/office/drawing/2014/main" id="{C33D0832-946D-A19A-7BAC-544774C95280}"/>
                </a:ext>
              </a:extLst>
            </p:cNvPr>
            <p:cNvSpPr>
              <a:spLocks/>
            </p:cNvSpPr>
            <p:nvPr/>
          </p:nvSpPr>
          <p:spPr bwMode="auto">
            <a:xfrm rot="5094805">
              <a:off x="966705" y="1532262"/>
              <a:ext cx="41130" cy="34275"/>
            </a:xfrm>
            <a:custGeom>
              <a:avLst/>
              <a:gdLst>
                <a:gd name="T0" fmla="*/ 16 w 17"/>
                <a:gd name="T1" fmla="*/ 12 h 14"/>
                <a:gd name="T2" fmla="*/ 9 w 17"/>
                <a:gd name="T3" fmla="*/ 11 h 14"/>
                <a:gd name="T4" fmla="*/ 1 w 17"/>
                <a:gd name="T5" fmla="*/ 3 h 14"/>
                <a:gd name="T6" fmla="*/ 8 w 17"/>
                <a:gd name="T7" fmla="*/ 3 h 14"/>
                <a:gd name="T8" fmla="*/ 16 w 17"/>
                <a:gd name="T9" fmla="*/ 12 h 14"/>
              </a:gdLst>
              <a:ahLst/>
              <a:cxnLst>
                <a:cxn ang="0">
                  <a:pos x="T0" y="T1"/>
                </a:cxn>
                <a:cxn ang="0">
                  <a:pos x="T2" y="T3"/>
                </a:cxn>
                <a:cxn ang="0">
                  <a:pos x="T4" y="T5"/>
                </a:cxn>
                <a:cxn ang="0">
                  <a:pos x="T6" y="T7"/>
                </a:cxn>
                <a:cxn ang="0">
                  <a:pos x="T8" y="T9"/>
                </a:cxn>
              </a:cxnLst>
              <a:rect l="0" t="0" r="r" b="b"/>
              <a:pathLst>
                <a:path w="17" h="14">
                  <a:moveTo>
                    <a:pt x="16" y="12"/>
                  </a:moveTo>
                  <a:cubicBezTo>
                    <a:pt x="17" y="14"/>
                    <a:pt x="13" y="14"/>
                    <a:pt x="9" y="11"/>
                  </a:cubicBezTo>
                  <a:cubicBezTo>
                    <a:pt x="5" y="8"/>
                    <a:pt x="1" y="5"/>
                    <a:pt x="1" y="3"/>
                  </a:cubicBezTo>
                  <a:cubicBezTo>
                    <a:pt x="0" y="0"/>
                    <a:pt x="4" y="0"/>
                    <a:pt x="8" y="3"/>
                  </a:cubicBezTo>
                  <a:cubicBezTo>
                    <a:pt x="12" y="5"/>
                    <a:pt x="16" y="9"/>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6" name="Freeform 2279">
              <a:extLst>
                <a:ext uri="{FF2B5EF4-FFF2-40B4-BE49-F238E27FC236}">
                  <a16:creationId xmlns:a16="http://schemas.microsoft.com/office/drawing/2014/main" id="{1342D039-11FF-6408-4297-21A59EE4C370}"/>
                </a:ext>
              </a:extLst>
            </p:cNvPr>
            <p:cNvSpPr>
              <a:spLocks/>
            </p:cNvSpPr>
            <p:nvPr/>
          </p:nvSpPr>
          <p:spPr bwMode="auto">
            <a:xfrm rot="5094805">
              <a:off x="878391" y="1740738"/>
              <a:ext cx="43415" cy="29705"/>
            </a:xfrm>
            <a:custGeom>
              <a:avLst/>
              <a:gdLst>
                <a:gd name="T0" fmla="*/ 17 w 17"/>
                <a:gd name="T1" fmla="*/ 10 h 12"/>
                <a:gd name="T2" fmla="*/ 10 w 17"/>
                <a:gd name="T3" fmla="*/ 10 h 12"/>
                <a:gd name="T4" fmla="*/ 1 w 17"/>
                <a:gd name="T5" fmla="*/ 3 h 12"/>
                <a:gd name="T6" fmla="*/ 8 w 17"/>
                <a:gd name="T7" fmla="*/ 2 h 12"/>
                <a:gd name="T8" fmla="*/ 17 w 17"/>
                <a:gd name="T9" fmla="*/ 10 h 12"/>
              </a:gdLst>
              <a:ahLst/>
              <a:cxnLst>
                <a:cxn ang="0">
                  <a:pos x="T0" y="T1"/>
                </a:cxn>
                <a:cxn ang="0">
                  <a:pos x="T2" y="T3"/>
                </a:cxn>
                <a:cxn ang="0">
                  <a:pos x="T4" y="T5"/>
                </a:cxn>
                <a:cxn ang="0">
                  <a:pos x="T6" y="T7"/>
                </a:cxn>
                <a:cxn ang="0">
                  <a:pos x="T8" y="T9"/>
                </a:cxn>
              </a:cxnLst>
              <a:rect l="0" t="0" r="r" b="b"/>
              <a:pathLst>
                <a:path w="17" h="12">
                  <a:moveTo>
                    <a:pt x="17" y="10"/>
                  </a:moveTo>
                  <a:cubicBezTo>
                    <a:pt x="17" y="12"/>
                    <a:pt x="14" y="12"/>
                    <a:pt x="10" y="10"/>
                  </a:cubicBezTo>
                  <a:cubicBezTo>
                    <a:pt x="6" y="8"/>
                    <a:pt x="2" y="5"/>
                    <a:pt x="1" y="3"/>
                  </a:cubicBezTo>
                  <a:cubicBezTo>
                    <a:pt x="0" y="1"/>
                    <a:pt x="3" y="0"/>
                    <a:pt x="8" y="2"/>
                  </a:cubicBezTo>
                  <a:cubicBezTo>
                    <a:pt x="12" y="4"/>
                    <a:pt x="16" y="8"/>
                    <a:pt x="1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7" name="Freeform 2280">
              <a:extLst>
                <a:ext uri="{FF2B5EF4-FFF2-40B4-BE49-F238E27FC236}">
                  <a16:creationId xmlns:a16="http://schemas.microsoft.com/office/drawing/2014/main" id="{641F498B-3B31-C0AA-473A-D1CB2C4AC8A7}"/>
                </a:ext>
              </a:extLst>
            </p:cNvPr>
            <p:cNvSpPr>
              <a:spLocks/>
            </p:cNvSpPr>
            <p:nvPr/>
          </p:nvSpPr>
          <p:spPr bwMode="auto">
            <a:xfrm rot="5094805">
              <a:off x="804986" y="1949339"/>
              <a:ext cx="38845" cy="25135"/>
            </a:xfrm>
            <a:custGeom>
              <a:avLst/>
              <a:gdLst>
                <a:gd name="T0" fmla="*/ 8 w 16"/>
                <a:gd name="T1" fmla="*/ 2 h 10"/>
                <a:gd name="T2" fmla="*/ 16 w 16"/>
                <a:gd name="T3" fmla="*/ 8 h 10"/>
                <a:gd name="T4" fmla="*/ 9 w 16"/>
                <a:gd name="T5" fmla="*/ 8 h 10"/>
                <a:gd name="T6" fmla="*/ 0 w 16"/>
                <a:gd name="T7" fmla="*/ 1 h 10"/>
                <a:gd name="T8" fmla="*/ 8 w 16"/>
                <a:gd name="T9" fmla="*/ 2 h 10"/>
              </a:gdLst>
              <a:ahLst/>
              <a:cxnLst>
                <a:cxn ang="0">
                  <a:pos x="T0" y="T1"/>
                </a:cxn>
                <a:cxn ang="0">
                  <a:pos x="T2" y="T3"/>
                </a:cxn>
                <a:cxn ang="0">
                  <a:pos x="T4" y="T5"/>
                </a:cxn>
                <a:cxn ang="0">
                  <a:pos x="T6" y="T7"/>
                </a:cxn>
                <a:cxn ang="0">
                  <a:pos x="T8" y="T9"/>
                </a:cxn>
              </a:cxnLst>
              <a:rect l="0" t="0" r="r" b="b"/>
              <a:pathLst>
                <a:path w="16" h="10">
                  <a:moveTo>
                    <a:pt x="8" y="2"/>
                  </a:moveTo>
                  <a:cubicBezTo>
                    <a:pt x="13" y="4"/>
                    <a:pt x="16" y="7"/>
                    <a:pt x="16" y="8"/>
                  </a:cubicBezTo>
                  <a:cubicBezTo>
                    <a:pt x="16" y="10"/>
                    <a:pt x="13" y="10"/>
                    <a:pt x="9" y="8"/>
                  </a:cubicBezTo>
                  <a:cubicBezTo>
                    <a:pt x="5" y="6"/>
                    <a:pt x="1" y="3"/>
                    <a:pt x="0" y="1"/>
                  </a:cubicBezTo>
                  <a:cubicBezTo>
                    <a:pt x="0" y="0"/>
                    <a:pt x="4"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8" name="Freeform 2281">
              <a:extLst>
                <a:ext uri="{FF2B5EF4-FFF2-40B4-BE49-F238E27FC236}">
                  <a16:creationId xmlns:a16="http://schemas.microsoft.com/office/drawing/2014/main" id="{1BE7E528-8730-FD6A-DD85-6A324E1F4EAB}"/>
                </a:ext>
              </a:extLst>
            </p:cNvPr>
            <p:cNvSpPr>
              <a:spLocks/>
            </p:cNvSpPr>
            <p:nvPr/>
          </p:nvSpPr>
          <p:spPr bwMode="auto">
            <a:xfrm rot="5094805">
              <a:off x="750909" y="2156956"/>
              <a:ext cx="43415" cy="18280"/>
            </a:xfrm>
            <a:custGeom>
              <a:avLst/>
              <a:gdLst>
                <a:gd name="T0" fmla="*/ 10 w 17"/>
                <a:gd name="T1" fmla="*/ 7 h 8"/>
                <a:gd name="T2" fmla="*/ 1 w 17"/>
                <a:gd name="T3" fmla="*/ 2 h 8"/>
                <a:gd name="T4" fmla="*/ 8 w 17"/>
                <a:gd name="T5" fmla="*/ 1 h 8"/>
                <a:gd name="T6" fmla="*/ 16 w 17"/>
                <a:gd name="T7" fmla="*/ 6 h 8"/>
                <a:gd name="T8" fmla="*/ 10 w 17"/>
                <a:gd name="T9" fmla="*/ 7 h 8"/>
              </a:gdLst>
              <a:ahLst/>
              <a:cxnLst>
                <a:cxn ang="0">
                  <a:pos x="T0" y="T1"/>
                </a:cxn>
                <a:cxn ang="0">
                  <a:pos x="T2" y="T3"/>
                </a:cxn>
                <a:cxn ang="0">
                  <a:pos x="T4" y="T5"/>
                </a:cxn>
                <a:cxn ang="0">
                  <a:pos x="T6" y="T7"/>
                </a:cxn>
                <a:cxn ang="0">
                  <a:pos x="T8" y="T9"/>
                </a:cxn>
              </a:cxnLst>
              <a:rect l="0" t="0" r="r" b="b"/>
              <a:pathLst>
                <a:path w="17" h="8">
                  <a:moveTo>
                    <a:pt x="10" y="7"/>
                  </a:moveTo>
                  <a:cubicBezTo>
                    <a:pt x="5" y="6"/>
                    <a:pt x="1" y="4"/>
                    <a:pt x="1" y="2"/>
                  </a:cubicBezTo>
                  <a:cubicBezTo>
                    <a:pt x="0" y="0"/>
                    <a:pt x="4" y="0"/>
                    <a:pt x="8" y="1"/>
                  </a:cubicBezTo>
                  <a:cubicBezTo>
                    <a:pt x="11" y="2"/>
                    <a:pt x="15" y="4"/>
                    <a:pt x="16" y="6"/>
                  </a:cubicBezTo>
                  <a:cubicBezTo>
                    <a:pt x="17" y="8"/>
                    <a:pt x="14" y="8"/>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9" name="Freeform 2282">
              <a:extLst>
                <a:ext uri="{FF2B5EF4-FFF2-40B4-BE49-F238E27FC236}">
                  <a16:creationId xmlns:a16="http://schemas.microsoft.com/office/drawing/2014/main" id="{365D624C-F5F3-D2CC-D72E-2DC855AAD417}"/>
                </a:ext>
              </a:extLst>
            </p:cNvPr>
            <p:cNvSpPr>
              <a:spLocks/>
            </p:cNvSpPr>
            <p:nvPr/>
          </p:nvSpPr>
          <p:spPr bwMode="auto">
            <a:xfrm rot="5094805">
              <a:off x="732957" y="2357078"/>
              <a:ext cx="41130" cy="13710"/>
            </a:xfrm>
            <a:custGeom>
              <a:avLst/>
              <a:gdLst>
                <a:gd name="T0" fmla="*/ 7 w 17"/>
                <a:gd name="T1" fmla="*/ 0 h 6"/>
                <a:gd name="T2" fmla="*/ 16 w 17"/>
                <a:gd name="T3" fmla="*/ 4 h 6"/>
                <a:gd name="T4" fmla="*/ 11 w 17"/>
                <a:gd name="T5" fmla="*/ 6 h 6"/>
                <a:gd name="T6" fmla="*/ 1 w 17"/>
                <a:gd name="T7" fmla="*/ 3 h 6"/>
                <a:gd name="T8" fmla="*/ 7 w 17"/>
                <a:gd name="T9" fmla="*/ 0 h 6"/>
              </a:gdLst>
              <a:ahLst/>
              <a:cxnLst>
                <a:cxn ang="0">
                  <a:pos x="T0" y="T1"/>
                </a:cxn>
                <a:cxn ang="0">
                  <a:pos x="T2" y="T3"/>
                </a:cxn>
                <a:cxn ang="0">
                  <a:pos x="T4" y="T5"/>
                </a:cxn>
                <a:cxn ang="0">
                  <a:pos x="T6" y="T7"/>
                </a:cxn>
                <a:cxn ang="0">
                  <a:pos x="T8" y="T9"/>
                </a:cxn>
              </a:cxnLst>
              <a:rect l="0" t="0" r="r" b="b"/>
              <a:pathLst>
                <a:path w="17" h="6">
                  <a:moveTo>
                    <a:pt x="7" y="0"/>
                  </a:moveTo>
                  <a:cubicBezTo>
                    <a:pt x="11" y="0"/>
                    <a:pt x="16" y="2"/>
                    <a:pt x="16" y="4"/>
                  </a:cubicBezTo>
                  <a:cubicBezTo>
                    <a:pt x="17" y="5"/>
                    <a:pt x="15" y="6"/>
                    <a:pt x="11" y="6"/>
                  </a:cubicBezTo>
                  <a:cubicBezTo>
                    <a:pt x="7" y="6"/>
                    <a:pt x="2" y="4"/>
                    <a:pt x="1" y="3"/>
                  </a:cubicBezTo>
                  <a:cubicBezTo>
                    <a:pt x="0" y="1"/>
                    <a:pt x="3"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0" name="Freeform 2283">
              <a:extLst>
                <a:ext uri="{FF2B5EF4-FFF2-40B4-BE49-F238E27FC236}">
                  <a16:creationId xmlns:a16="http://schemas.microsoft.com/office/drawing/2014/main" id="{12D209E0-2E09-D161-C752-5BDF846621A6}"/>
                </a:ext>
              </a:extLst>
            </p:cNvPr>
            <p:cNvSpPr>
              <a:spLocks/>
            </p:cNvSpPr>
            <p:nvPr/>
          </p:nvSpPr>
          <p:spPr bwMode="auto">
            <a:xfrm rot="5094805">
              <a:off x="753591" y="2549090"/>
              <a:ext cx="41130" cy="15995"/>
            </a:xfrm>
            <a:custGeom>
              <a:avLst/>
              <a:gdLst>
                <a:gd name="T0" fmla="*/ 16 w 17"/>
                <a:gd name="T1" fmla="*/ 2 h 7"/>
                <a:gd name="T2" fmla="*/ 10 w 17"/>
                <a:gd name="T3" fmla="*/ 6 h 7"/>
                <a:gd name="T4" fmla="*/ 1 w 17"/>
                <a:gd name="T5" fmla="*/ 5 h 7"/>
                <a:gd name="T6" fmla="*/ 7 w 17"/>
                <a:gd name="T7" fmla="*/ 1 h 7"/>
                <a:gd name="T8" fmla="*/ 16 w 17"/>
                <a:gd name="T9" fmla="*/ 2 h 7"/>
              </a:gdLst>
              <a:ahLst/>
              <a:cxnLst>
                <a:cxn ang="0">
                  <a:pos x="T0" y="T1"/>
                </a:cxn>
                <a:cxn ang="0">
                  <a:pos x="T2" y="T3"/>
                </a:cxn>
                <a:cxn ang="0">
                  <a:pos x="T4" y="T5"/>
                </a:cxn>
                <a:cxn ang="0">
                  <a:pos x="T6" y="T7"/>
                </a:cxn>
                <a:cxn ang="0">
                  <a:pos x="T8" y="T9"/>
                </a:cxn>
              </a:cxnLst>
              <a:rect l="0" t="0" r="r" b="b"/>
              <a:pathLst>
                <a:path w="17" h="7">
                  <a:moveTo>
                    <a:pt x="16" y="2"/>
                  </a:moveTo>
                  <a:cubicBezTo>
                    <a:pt x="17" y="4"/>
                    <a:pt x="14" y="6"/>
                    <a:pt x="10" y="6"/>
                  </a:cubicBezTo>
                  <a:cubicBezTo>
                    <a:pt x="6" y="7"/>
                    <a:pt x="2" y="6"/>
                    <a:pt x="1" y="5"/>
                  </a:cubicBezTo>
                  <a:cubicBezTo>
                    <a:pt x="0" y="3"/>
                    <a:pt x="3" y="1"/>
                    <a:pt x="7" y="1"/>
                  </a:cubicBezTo>
                  <a:cubicBezTo>
                    <a:pt x="11" y="0"/>
                    <a:pt x="15" y="1"/>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1" name="Freeform 2284">
              <a:extLst>
                <a:ext uri="{FF2B5EF4-FFF2-40B4-BE49-F238E27FC236}">
                  <a16:creationId xmlns:a16="http://schemas.microsoft.com/office/drawing/2014/main" id="{D6AAD957-8D85-E266-7128-5D6A7DB3942F}"/>
                </a:ext>
              </a:extLst>
            </p:cNvPr>
            <p:cNvSpPr>
              <a:spLocks/>
            </p:cNvSpPr>
            <p:nvPr/>
          </p:nvSpPr>
          <p:spPr bwMode="auto">
            <a:xfrm rot="5094805">
              <a:off x="798220" y="2740011"/>
              <a:ext cx="43415" cy="18280"/>
            </a:xfrm>
            <a:custGeom>
              <a:avLst/>
              <a:gdLst>
                <a:gd name="T0" fmla="*/ 10 w 17"/>
                <a:gd name="T1" fmla="*/ 7 h 8"/>
                <a:gd name="T2" fmla="*/ 1 w 17"/>
                <a:gd name="T3" fmla="*/ 5 h 8"/>
                <a:gd name="T4" fmla="*/ 8 w 17"/>
                <a:gd name="T5" fmla="*/ 1 h 8"/>
                <a:gd name="T6" fmla="*/ 16 w 17"/>
                <a:gd name="T7" fmla="*/ 2 h 8"/>
                <a:gd name="T8" fmla="*/ 10 w 17"/>
                <a:gd name="T9" fmla="*/ 7 h 8"/>
              </a:gdLst>
              <a:ahLst/>
              <a:cxnLst>
                <a:cxn ang="0">
                  <a:pos x="T0" y="T1"/>
                </a:cxn>
                <a:cxn ang="0">
                  <a:pos x="T2" y="T3"/>
                </a:cxn>
                <a:cxn ang="0">
                  <a:pos x="T4" y="T5"/>
                </a:cxn>
                <a:cxn ang="0">
                  <a:pos x="T6" y="T7"/>
                </a:cxn>
                <a:cxn ang="0">
                  <a:pos x="T8" y="T9"/>
                </a:cxn>
              </a:cxnLst>
              <a:rect l="0" t="0" r="r" b="b"/>
              <a:pathLst>
                <a:path w="17" h="8">
                  <a:moveTo>
                    <a:pt x="10" y="7"/>
                  </a:moveTo>
                  <a:cubicBezTo>
                    <a:pt x="5" y="8"/>
                    <a:pt x="1" y="7"/>
                    <a:pt x="1" y="5"/>
                  </a:cubicBezTo>
                  <a:cubicBezTo>
                    <a:pt x="0" y="4"/>
                    <a:pt x="4" y="1"/>
                    <a:pt x="8" y="1"/>
                  </a:cubicBezTo>
                  <a:cubicBezTo>
                    <a:pt x="11" y="0"/>
                    <a:pt x="15" y="1"/>
                    <a:pt x="16" y="2"/>
                  </a:cubicBezTo>
                  <a:cubicBezTo>
                    <a:pt x="17" y="4"/>
                    <a:pt x="14" y="6"/>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2" name="Freeform 2285">
              <a:extLst>
                <a:ext uri="{FF2B5EF4-FFF2-40B4-BE49-F238E27FC236}">
                  <a16:creationId xmlns:a16="http://schemas.microsoft.com/office/drawing/2014/main" id="{C6CA5631-833B-AB0E-9B0C-DFCD18B3D7E6}"/>
                </a:ext>
              </a:extLst>
            </p:cNvPr>
            <p:cNvSpPr>
              <a:spLocks/>
            </p:cNvSpPr>
            <p:nvPr/>
          </p:nvSpPr>
          <p:spPr bwMode="auto">
            <a:xfrm rot="5094805">
              <a:off x="859725" y="2926197"/>
              <a:ext cx="41130" cy="22850"/>
            </a:xfrm>
            <a:custGeom>
              <a:avLst/>
              <a:gdLst>
                <a:gd name="T0" fmla="*/ 16 w 17"/>
                <a:gd name="T1" fmla="*/ 3 h 9"/>
                <a:gd name="T2" fmla="*/ 10 w 17"/>
                <a:gd name="T3" fmla="*/ 8 h 9"/>
                <a:gd name="T4" fmla="*/ 1 w 17"/>
                <a:gd name="T5" fmla="*/ 7 h 9"/>
                <a:gd name="T6" fmla="*/ 7 w 17"/>
                <a:gd name="T7" fmla="*/ 2 h 9"/>
                <a:gd name="T8" fmla="*/ 16 w 17"/>
                <a:gd name="T9" fmla="*/ 3 h 9"/>
              </a:gdLst>
              <a:ahLst/>
              <a:cxnLst>
                <a:cxn ang="0">
                  <a:pos x="T0" y="T1"/>
                </a:cxn>
                <a:cxn ang="0">
                  <a:pos x="T2" y="T3"/>
                </a:cxn>
                <a:cxn ang="0">
                  <a:pos x="T4" y="T5"/>
                </a:cxn>
                <a:cxn ang="0">
                  <a:pos x="T6" y="T7"/>
                </a:cxn>
                <a:cxn ang="0">
                  <a:pos x="T8" y="T9"/>
                </a:cxn>
              </a:cxnLst>
              <a:rect l="0" t="0" r="r" b="b"/>
              <a:pathLst>
                <a:path w="17" h="9">
                  <a:moveTo>
                    <a:pt x="16" y="3"/>
                  </a:moveTo>
                  <a:cubicBezTo>
                    <a:pt x="17" y="4"/>
                    <a:pt x="14" y="7"/>
                    <a:pt x="10" y="8"/>
                  </a:cubicBezTo>
                  <a:cubicBezTo>
                    <a:pt x="6" y="9"/>
                    <a:pt x="2" y="8"/>
                    <a:pt x="1" y="7"/>
                  </a:cubicBezTo>
                  <a:cubicBezTo>
                    <a:pt x="0" y="6"/>
                    <a:pt x="3" y="3"/>
                    <a:pt x="7" y="2"/>
                  </a:cubicBezTo>
                  <a:cubicBezTo>
                    <a:pt x="11" y="0"/>
                    <a:pt x="16"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3" name="Freeform 2286">
              <a:extLst>
                <a:ext uri="{FF2B5EF4-FFF2-40B4-BE49-F238E27FC236}">
                  <a16:creationId xmlns:a16="http://schemas.microsoft.com/office/drawing/2014/main" id="{A2286D8D-31AA-98E6-84EB-4458B26B2406}"/>
                </a:ext>
              </a:extLst>
            </p:cNvPr>
            <p:cNvSpPr>
              <a:spLocks/>
            </p:cNvSpPr>
            <p:nvPr/>
          </p:nvSpPr>
          <p:spPr bwMode="auto">
            <a:xfrm rot="5094805">
              <a:off x="931471" y="3114899"/>
              <a:ext cx="38845" cy="20565"/>
            </a:xfrm>
            <a:custGeom>
              <a:avLst/>
              <a:gdLst>
                <a:gd name="T0" fmla="*/ 16 w 16"/>
                <a:gd name="T1" fmla="*/ 2 h 9"/>
                <a:gd name="T2" fmla="*/ 9 w 16"/>
                <a:gd name="T3" fmla="*/ 8 h 9"/>
                <a:gd name="T4" fmla="*/ 1 w 16"/>
                <a:gd name="T5" fmla="*/ 8 h 9"/>
                <a:gd name="T6" fmla="*/ 7 w 16"/>
                <a:gd name="T7" fmla="*/ 2 h 9"/>
                <a:gd name="T8" fmla="*/ 16 w 16"/>
                <a:gd name="T9" fmla="*/ 2 h 9"/>
              </a:gdLst>
              <a:ahLst/>
              <a:cxnLst>
                <a:cxn ang="0">
                  <a:pos x="T0" y="T1"/>
                </a:cxn>
                <a:cxn ang="0">
                  <a:pos x="T2" y="T3"/>
                </a:cxn>
                <a:cxn ang="0">
                  <a:pos x="T4" y="T5"/>
                </a:cxn>
                <a:cxn ang="0">
                  <a:pos x="T6" y="T7"/>
                </a:cxn>
                <a:cxn ang="0">
                  <a:pos x="T8" y="T9"/>
                </a:cxn>
              </a:cxnLst>
              <a:rect l="0" t="0" r="r" b="b"/>
              <a:pathLst>
                <a:path w="16" h="9">
                  <a:moveTo>
                    <a:pt x="16" y="2"/>
                  </a:moveTo>
                  <a:cubicBezTo>
                    <a:pt x="16" y="4"/>
                    <a:pt x="13" y="7"/>
                    <a:pt x="9" y="8"/>
                  </a:cubicBezTo>
                  <a:cubicBezTo>
                    <a:pt x="5" y="9"/>
                    <a:pt x="2" y="9"/>
                    <a:pt x="1" y="8"/>
                  </a:cubicBezTo>
                  <a:cubicBezTo>
                    <a:pt x="0" y="6"/>
                    <a:pt x="2" y="3"/>
                    <a:pt x="7" y="2"/>
                  </a:cubicBezTo>
                  <a:cubicBezTo>
                    <a:pt x="11" y="0"/>
                    <a:pt x="15" y="1"/>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4" name="Freeform 2287">
              <a:extLst>
                <a:ext uri="{FF2B5EF4-FFF2-40B4-BE49-F238E27FC236}">
                  <a16:creationId xmlns:a16="http://schemas.microsoft.com/office/drawing/2014/main" id="{D9B7ADBA-4281-FB7F-8348-210B6A67844E}"/>
                </a:ext>
              </a:extLst>
            </p:cNvPr>
            <p:cNvSpPr>
              <a:spLocks/>
            </p:cNvSpPr>
            <p:nvPr/>
          </p:nvSpPr>
          <p:spPr bwMode="auto">
            <a:xfrm rot="5094805">
              <a:off x="1012313" y="3300303"/>
              <a:ext cx="41130" cy="22850"/>
            </a:xfrm>
            <a:custGeom>
              <a:avLst/>
              <a:gdLst>
                <a:gd name="T0" fmla="*/ 16 w 16"/>
                <a:gd name="T1" fmla="*/ 2 h 9"/>
                <a:gd name="T2" fmla="*/ 9 w 16"/>
                <a:gd name="T3" fmla="*/ 8 h 9"/>
                <a:gd name="T4" fmla="*/ 1 w 16"/>
                <a:gd name="T5" fmla="*/ 8 h 9"/>
                <a:gd name="T6" fmla="*/ 7 w 16"/>
                <a:gd name="T7" fmla="*/ 2 h 9"/>
                <a:gd name="T8" fmla="*/ 16 w 16"/>
                <a:gd name="T9" fmla="*/ 2 h 9"/>
              </a:gdLst>
              <a:ahLst/>
              <a:cxnLst>
                <a:cxn ang="0">
                  <a:pos x="T0" y="T1"/>
                </a:cxn>
                <a:cxn ang="0">
                  <a:pos x="T2" y="T3"/>
                </a:cxn>
                <a:cxn ang="0">
                  <a:pos x="T4" y="T5"/>
                </a:cxn>
                <a:cxn ang="0">
                  <a:pos x="T6" y="T7"/>
                </a:cxn>
                <a:cxn ang="0">
                  <a:pos x="T8" y="T9"/>
                </a:cxn>
              </a:cxnLst>
              <a:rect l="0" t="0" r="r" b="b"/>
              <a:pathLst>
                <a:path w="16" h="9">
                  <a:moveTo>
                    <a:pt x="16" y="2"/>
                  </a:moveTo>
                  <a:cubicBezTo>
                    <a:pt x="16" y="4"/>
                    <a:pt x="14" y="6"/>
                    <a:pt x="9" y="8"/>
                  </a:cubicBezTo>
                  <a:cubicBezTo>
                    <a:pt x="6" y="9"/>
                    <a:pt x="2" y="9"/>
                    <a:pt x="1" y="8"/>
                  </a:cubicBezTo>
                  <a:cubicBezTo>
                    <a:pt x="0" y="7"/>
                    <a:pt x="2" y="4"/>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5" name="Freeform 2288">
              <a:extLst>
                <a:ext uri="{FF2B5EF4-FFF2-40B4-BE49-F238E27FC236}">
                  <a16:creationId xmlns:a16="http://schemas.microsoft.com/office/drawing/2014/main" id="{F4F5A0C3-1080-9095-C8E1-4B94647E6720}"/>
                </a:ext>
              </a:extLst>
            </p:cNvPr>
            <p:cNvSpPr>
              <a:spLocks/>
            </p:cNvSpPr>
            <p:nvPr/>
          </p:nvSpPr>
          <p:spPr bwMode="auto">
            <a:xfrm rot="5094805">
              <a:off x="1101226" y="3486237"/>
              <a:ext cx="41130" cy="25135"/>
            </a:xfrm>
            <a:custGeom>
              <a:avLst/>
              <a:gdLst>
                <a:gd name="T0" fmla="*/ 16 w 17"/>
                <a:gd name="T1" fmla="*/ 2 h 10"/>
                <a:gd name="T2" fmla="*/ 9 w 17"/>
                <a:gd name="T3" fmla="*/ 8 h 10"/>
                <a:gd name="T4" fmla="*/ 1 w 17"/>
                <a:gd name="T5" fmla="*/ 9 h 10"/>
                <a:gd name="T6" fmla="*/ 7 w 17"/>
                <a:gd name="T7" fmla="*/ 2 h 10"/>
                <a:gd name="T8" fmla="*/ 16 w 17"/>
                <a:gd name="T9" fmla="*/ 2 h 10"/>
              </a:gdLst>
              <a:ahLst/>
              <a:cxnLst>
                <a:cxn ang="0">
                  <a:pos x="T0" y="T1"/>
                </a:cxn>
                <a:cxn ang="0">
                  <a:pos x="T2" y="T3"/>
                </a:cxn>
                <a:cxn ang="0">
                  <a:pos x="T4" y="T5"/>
                </a:cxn>
                <a:cxn ang="0">
                  <a:pos x="T6" y="T7"/>
                </a:cxn>
                <a:cxn ang="0">
                  <a:pos x="T8" y="T9"/>
                </a:cxn>
              </a:cxnLst>
              <a:rect l="0" t="0" r="r" b="b"/>
              <a:pathLst>
                <a:path w="17" h="10">
                  <a:moveTo>
                    <a:pt x="16" y="2"/>
                  </a:moveTo>
                  <a:cubicBezTo>
                    <a:pt x="17" y="4"/>
                    <a:pt x="14" y="7"/>
                    <a:pt x="9" y="8"/>
                  </a:cubicBezTo>
                  <a:cubicBezTo>
                    <a:pt x="6" y="10"/>
                    <a:pt x="2" y="10"/>
                    <a:pt x="1" y="9"/>
                  </a:cubicBezTo>
                  <a:cubicBezTo>
                    <a:pt x="0" y="7"/>
                    <a:pt x="2" y="4"/>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6" name="Freeform 2289">
              <a:extLst>
                <a:ext uri="{FF2B5EF4-FFF2-40B4-BE49-F238E27FC236}">
                  <a16:creationId xmlns:a16="http://schemas.microsoft.com/office/drawing/2014/main" id="{FEB19632-2FDB-F062-5AD2-3ADB47DDC384}"/>
                </a:ext>
              </a:extLst>
            </p:cNvPr>
            <p:cNvSpPr>
              <a:spLocks/>
            </p:cNvSpPr>
            <p:nvPr/>
          </p:nvSpPr>
          <p:spPr bwMode="auto">
            <a:xfrm rot="5094805">
              <a:off x="1198944" y="3669191"/>
              <a:ext cx="38845" cy="25135"/>
            </a:xfrm>
            <a:custGeom>
              <a:avLst/>
              <a:gdLst>
                <a:gd name="T0" fmla="*/ 16 w 16"/>
                <a:gd name="T1" fmla="*/ 2 h 10"/>
                <a:gd name="T2" fmla="*/ 8 w 16"/>
                <a:gd name="T3" fmla="*/ 8 h 10"/>
                <a:gd name="T4" fmla="*/ 1 w 16"/>
                <a:gd name="T5" fmla="*/ 8 h 10"/>
                <a:gd name="T6" fmla="*/ 8 w 16"/>
                <a:gd name="T7" fmla="*/ 1 h 10"/>
                <a:gd name="T8" fmla="*/ 16 w 16"/>
                <a:gd name="T9" fmla="*/ 2 h 10"/>
              </a:gdLst>
              <a:ahLst/>
              <a:cxnLst>
                <a:cxn ang="0">
                  <a:pos x="T0" y="T1"/>
                </a:cxn>
                <a:cxn ang="0">
                  <a:pos x="T2" y="T3"/>
                </a:cxn>
                <a:cxn ang="0">
                  <a:pos x="T4" y="T5"/>
                </a:cxn>
                <a:cxn ang="0">
                  <a:pos x="T6" y="T7"/>
                </a:cxn>
                <a:cxn ang="0">
                  <a:pos x="T8" y="T9"/>
                </a:cxn>
              </a:cxnLst>
              <a:rect l="0" t="0" r="r" b="b"/>
              <a:pathLst>
                <a:path w="16" h="10">
                  <a:moveTo>
                    <a:pt x="16" y="2"/>
                  </a:moveTo>
                  <a:cubicBezTo>
                    <a:pt x="16" y="4"/>
                    <a:pt x="13" y="7"/>
                    <a:pt x="8" y="8"/>
                  </a:cubicBezTo>
                  <a:cubicBezTo>
                    <a:pt x="4" y="10"/>
                    <a:pt x="1" y="10"/>
                    <a:pt x="1" y="8"/>
                  </a:cubicBezTo>
                  <a:cubicBezTo>
                    <a:pt x="0" y="6"/>
                    <a:pt x="4" y="3"/>
                    <a:pt x="8" y="1"/>
                  </a:cubicBezTo>
                  <a:cubicBezTo>
                    <a:pt x="12" y="0"/>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7" name="Freeform 2290">
              <a:extLst>
                <a:ext uri="{FF2B5EF4-FFF2-40B4-BE49-F238E27FC236}">
                  <a16:creationId xmlns:a16="http://schemas.microsoft.com/office/drawing/2014/main" id="{5D29E414-1AAC-FBFB-C930-254A4DA2E648}"/>
                </a:ext>
              </a:extLst>
            </p:cNvPr>
            <p:cNvSpPr>
              <a:spLocks/>
            </p:cNvSpPr>
            <p:nvPr/>
          </p:nvSpPr>
          <p:spPr bwMode="auto">
            <a:xfrm rot="5094805">
              <a:off x="1299035" y="3851836"/>
              <a:ext cx="38845" cy="27420"/>
            </a:xfrm>
            <a:custGeom>
              <a:avLst/>
              <a:gdLst>
                <a:gd name="T0" fmla="*/ 9 w 16"/>
                <a:gd name="T1" fmla="*/ 8 h 11"/>
                <a:gd name="T2" fmla="*/ 1 w 16"/>
                <a:gd name="T3" fmla="*/ 9 h 11"/>
                <a:gd name="T4" fmla="*/ 8 w 16"/>
                <a:gd name="T5" fmla="*/ 2 h 11"/>
                <a:gd name="T6" fmla="*/ 15 w 16"/>
                <a:gd name="T7" fmla="*/ 1 h 11"/>
                <a:gd name="T8" fmla="*/ 9 w 16"/>
                <a:gd name="T9" fmla="*/ 8 h 11"/>
              </a:gdLst>
              <a:ahLst/>
              <a:cxnLst>
                <a:cxn ang="0">
                  <a:pos x="T0" y="T1"/>
                </a:cxn>
                <a:cxn ang="0">
                  <a:pos x="T2" y="T3"/>
                </a:cxn>
                <a:cxn ang="0">
                  <a:pos x="T4" y="T5"/>
                </a:cxn>
                <a:cxn ang="0">
                  <a:pos x="T6" y="T7"/>
                </a:cxn>
                <a:cxn ang="0">
                  <a:pos x="T8" y="T9"/>
                </a:cxn>
              </a:cxnLst>
              <a:rect l="0" t="0" r="r" b="b"/>
              <a:pathLst>
                <a:path w="16" h="11">
                  <a:moveTo>
                    <a:pt x="9" y="8"/>
                  </a:moveTo>
                  <a:cubicBezTo>
                    <a:pt x="5" y="10"/>
                    <a:pt x="1" y="11"/>
                    <a:pt x="1" y="9"/>
                  </a:cubicBezTo>
                  <a:cubicBezTo>
                    <a:pt x="0" y="7"/>
                    <a:pt x="4" y="3"/>
                    <a:pt x="8" y="2"/>
                  </a:cubicBezTo>
                  <a:cubicBezTo>
                    <a:pt x="11" y="0"/>
                    <a:pt x="15" y="0"/>
                    <a:pt x="15" y="1"/>
                  </a:cubicBezTo>
                  <a:cubicBezTo>
                    <a:pt x="16" y="3"/>
                    <a:pt x="14" y="6"/>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8" name="Freeform 2291">
              <a:extLst>
                <a:ext uri="{FF2B5EF4-FFF2-40B4-BE49-F238E27FC236}">
                  <a16:creationId xmlns:a16="http://schemas.microsoft.com/office/drawing/2014/main" id="{81C66529-DBC2-0F7C-FE29-8F7E6F883A18}"/>
                </a:ext>
              </a:extLst>
            </p:cNvPr>
            <p:cNvSpPr>
              <a:spLocks/>
            </p:cNvSpPr>
            <p:nvPr/>
          </p:nvSpPr>
          <p:spPr bwMode="auto">
            <a:xfrm rot="5094805">
              <a:off x="1403774" y="4036255"/>
              <a:ext cx="41130" cy="27420"/>
            </a:xfrm>
            <a:custGeom>
              <a:avLst/>
              <a:gdLst>
                <a:gd name="T0" fmla="*/ 15 w 16"/>
                <a:gd name="T1" fmla="*/ 1 h 11"/>
                <a:gd name="T2" fmla="*/ 9 w 16"/>
                <a:gd name="T3" fmla="*/ 8 h 11"/>
                <a:gd name="T4" fmla="*/ 1 w 16"/>
                <a:gd name="T5" fmla="*/ 9 h 11"/>
                <a:gd name="T6" fmla="*/ 6 w 16"/>
                <a:gd name="T7" fmla="*/ 2 h 11"/>
                <a:gd name="T8" fmla="*/ 15 w 16"/>
                <a:gd name="T9" fmla="*/ 1 h 11"/>
              </a:gdLst>
              <a:ahLst/>
              <a:cxnLst>
                <a:cxn ang="0">
                  <a:pos x="T0" y="T1"/>
                </a:cxn>
                <a:cxn ang="0">
                  <a:pos x="T2" y="T3"/>
                </a:cxn>
                <a:cxn ang="0">
                  <a:pos x="T4" y="T5"/>
                </a:cxn>
                <a:cxn ang="0">
                  <a:pos x="T6" y="T7"/>
                </a:cxn>
                <a:cxn ang="0">
                  <a:pos x="T8" y="T9"/>
                </a:cxn>
              </a:cxnLst>
              <a:rect l="0" t="0" r="r" b="b"/>
              <a:pathLst>
                <a:path w="16" h="11">
                  <a:moveTo>
                    <a:pt x="15" y="1"/>
                  </a:moveTo>
                  <a:cubicBezTo>
                    <a:pt x="16" y="3"/>
                    <a:pt x="13" y="6"/>
                    <a:pt x="9" y="8"/>
                  </a:cubicBezTo>
                  <a:cubicBezTo>
                    <a:pt x="5" y="10"/>
                    <a:pt x="2" y="11"/>
                    <a:pt x="1" y="9"/>
                  </a:cubicBezTo>
                  <a:cubicBezTo>
                    <a:pt x="0" y="8"/>
                    <a:pt x="2" y="4"/>
                    <a:pt x="6" y="2"/>
                  </a:cubicBezTo>
                  <a:cubicBezTo>
                    <a:pt x="10" y="0"/>
                    <a:pt x="15" y="0"/>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9" name="Freeform 2292">
              <a:extLst>
                <a:ext uri="{FF2B5EF4-FFF2-40B4-BE49-F238E27FC236}">
                  <a16:creationId xmlns:a16="http://schemas.microsoft.com/office/drawing/2014/main" id="{2943E375-EB91-0625-AD9E-5E155E3D4462}"/>
                </a:ext>
              </a:extLst>
            </p:cNvPr>
            <p:cNvSpPr>
              <a:spLocks/>
            </p:cNvSpPr>
            <p:nvPr/>
          </p:nvSpPr>
          <p:spPr bwMode="auto">
            <a:xfrm rot="5094805">
              <a:off x="1059455" y="1323081"/>
              <a:ext cx="45700" cy="36560"/>
            </a:xfrm>
            <a:custGeom>
              <a:avLst/>
              <a:gdLst>
                <a:gd name="T0" fmla="*/ 17 w 18"/>
                <a:gd name="T1" fmla="*/ 11 h 15"/>
                <a:gd name="T2" fmla="*/ 10 w 18"/>
                <a:gd name="T3" fmla="*/ 12 h 15"/>
                <a:gd name="T4" fmla="*/ 2 w 18"/>
                <a:gd name="T5" fmla="*/ 4 h 15"/>
                <a:gd name="T6" fmla="*/ 7 w 18"/>
                <a:gd name="T7" fmla="*/ 2 h 15"/>
                <a:gd name="T8" fmla="*/ 17 w 18"/>
                <a:gd name="T9" fmla="*/ 11 h 15"/>
              </a:gdLst>
              <a:ahLst/>
              <a:cxnLst>
                <a:cxn ang="0">
                  <a:pos x="T0" y="T1"/>
                </a:cxn>
                <a:cxn ang="0">
                  <a:pos x="T2" y="T3"/>
                </a:cxn>
                <a:cxn ang="0">
                  <a:pos x="T4" y="T5"/>
                </a:cxn>
                <a:cxn ang="0">
                  <a:pos x="T6" y="T7"/>
                </a:cxn>
                <a:cxn ang="0">
                  <a:pos x="T8" y="T9"/>
                </a:cxn>
              </a:cxnLst>
              <a:rect l="0" t="0" r="r" b="b"/>
              <a:pathLst>
                <a:path w="18" h="15">
                  <a:moveTo>
                    <a:pt x="17" y="11"/>
                  </a:moveTo>
                  <a:cubicBezTo>
                    <a:pt x="18" y="14"/>
                    <a:pt x="15" y="15"/>
                    <a:pt x="10" y="12"/>
                  </a:cubicBezTo>
                  <a:cubicBezTo>
                    <a:pt x="6" y="10"/>
                    <a:pt x="3" y="6"/>
                    <a:pt x="2" y="4"/>
                  </a:cubicBezTo>
                  <a:cubicBezTo>
                    <a:pt x="0" y="1"/>
                    <a:pt x="3" y="0"/>
                    <a:pt x="7" y="2"/>
                  </a:cubicBezTo>
                  <a:cubicBezTo>
                    <a:pt x="12" y="4"/>
                    <a:pt x="16" y="9"/>
                    <a:pt x="1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0" name="Freeform 2293">
              <a:extLst>
                <a:ext uri="{FF2B5EF4-FFF2-40B4-BE49-F238E27FC236}">
                  <a16:creationId xmlns:a16="http://schemas.microsoft.com/office/drawing/2014/main" id="{D54AA2D7-67BF-BD21-DF35-5DF4A05361B6}"/>
                </a:ext>
              </a:extLst>
            </p:cNvPr>
            <p:cNvSpPr>
              <a:spLocks/>
            </p:cNvSpPr>
            <p:nvPr/>
          </p:nvSpPr>
          <p:spPr bwMode="auto">
            <a:xfrm rot="5094805">
              <a:off x="1155638" y="1115144"/>
              <a:ext cx="41130" cy="36560"/>
            </a:xfrm>
            <a:custGeom>
              <a:avLst/>
              <a:gdLst>
                <a:gd name="T0" fmla="*/ 16 w 17"/>
                <a:gd name="T1" fmla="*/ 11 h 15"/>
                <a:gd name="T2" fmla="*/ 10 w 17"/>
                <a:gd name="T3" fmla="*/ 13 h 15"/>
                <a:gd name="T4" fmla="*/ 1 w 17"/>
                <a:gd name="T5" fmla="*/ 4 h 15"/>
                <a:gd name="T6" fmla="*/ 7 w 17"/>
                <a:gd name="T7" fmla="*/ 2 h 15"/>
                <a:gd name="T8" fmla="*/ 16 w 17"/>
                <a:gd name="T9" fmla="*/ 11 h 15"/>
              </a:gdLst>
              <a:ahLst/>
              <a:cxnLst>
                <a:cxn ang="0">
                  <a:pos x="T0" y="T1"/>
                </a:cxn>
                <a:cxn ang="0">
                  <a:pos x="T2" y="T3"/>
                </a:cxn>
                <a:cxn ang="0">
                  <a:pos x="T4" y="T5"/>
                </a:cxn>
                <a:cxn ang="0">
                  <a:pos x="T6" y="T7"/>
                </a:cxn>
                <a:cxn ang="0">
                  <a:pos x="T8" y="T9"/>
                </a:cxn>
              </a:cxnLst>
              <a:rect l="0" t="0" r="r" b="b"/>
              <a:pathLst>
                <a:path w="17" h="15">
                  <a:moveTo>
                    <a:pt x="16" y="11"/>
                  </a:moveTo>
                  <a:cubicBezTo>
                    <a:pt x="17" y="15"/>
                    <a:pt x="14" y="15"/>
                    <a:pt x="10" y="13"/>
                  </a:cubicBezTo>
                  <a:cubicBezTo>
                    <a:pt x="6" y="11"/>
                    <a:pt x="2" y="7"/>
                    <a:pt x="1" y="4"/>
                  </a:cubicBezTo>
                  <a:cubicBezTo>
                    <a:pt x="0" y="1"/>
                    <a:pt x="3" y="0"/>
                    <a:pt x="7" y="2"/>
                  </a:cubicBezTo>
                  <a:cubicBezTo>
                    <a:pt x="11" y="4"/>
                    <a:pt x="15" y="8"/>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1" name="Freeform 2294">
              <a:extLst>
                <a:ext uri="{FF2B5EF4-FFF2-40B4-BE49-F238E27FC236}">
                  <a16:creationId xmlns:a16="http://schemas.microsoft.com/office/drawing/2014/main" id="{2B36647D-14F9-8465-AE0C-3D46BCAEFE04}"/>
                </a:ext>
              </a:extLst>
            </p:cNvPr>
            <p:cNvSpPr>
              <a:spLocks/>
            </p:cNvSpPr>
            <p:nvPr/>
          </p:nvSpPr>
          <p:spPr bwMode="auto">
            <a:xfrm rot="5094805">
              <a:off x="1234839" y="909561"/>
              <a:ext cx="43415" cy="36560"/>
            </a:xfrm>
            <a:custGeom>
              <a:avLst/>
              <a:gdLst>
                <a:gd name="T0" fmla="*/ 10 w 17"/>
                <a:gd name="T1" fmla="*/ 13 h 15"/>
                <a:gd name="T2" fmla="*/ 1 w 17"/>
                <a:gd name="T3" fmla="*/ 4 h 15"/>
                <a:gd name="T4" fmla="*/ 8 w 17"/>
                <a:gd name="T5" fmla="*/ 2 h 15"/>
                <a:gd name="T6" fmla="*/ 16 w 17"/>
                <a:gd name="T7" fmla="*/ 10 h 15"/>
                <a:gd name="T8" fmla="*/ 10 w 17"/>
                <a:gd name="T9" fmla="*/ 13 h 15"/>
              </a:gdLst>
              <a:ahLst/>
              <a:cxnLst>
                <a:cxn ang="0">
                  <a:pos x="T0" y="T1"/>
                </a:cxn>
                <a:cxn ang="0">
                  <a:pos x="T2" y="T3"/>
                </a:cxn>
                <a:cxn ang="0">
                  <a:pos x="T4" y="T5"/>
                </a:cxn>
                <a:cxn ang="0">
                  <a:pos x="T6" y="T7"/>
                </a:cxn>
                <a:cxn ang="0">
                  <a:pos x="T8" y="T9"/>
                </a:cxn>
              </a:cxnLst>
              <a:rect l="0" t="0" r="r" b="b"/>
              <a:pathLst>
                <a:path w="17" h="15">
                  <a:moveTo>
                    <a:pt x="10" y="13"/>
                  </a:moveTo>
                  <a:cubicBezTo>
                    <a:pt x="5" y="11"/>
                    <a:pt x="1" y="7"/>
                    <a:pt x="1" y="4"/>
                  </a:cubicBezTo>
                  <a:cubicBezTo>
                    <a:pt x="0" y="1"/>
                    <a:pt x="4" y="0"/>
                    <a:pt x="8" y="2"/>
                  </a:cubicBezTo>
                  <a:cubicBezTo>
                    <a:pt x="11" y="3"/>
                    <a:pt x="15" y="7"/>
                    <a:pt x="16" y="10"/>
                  </a:cubicBezTo>
                  <a:cubicBezTo>
                    <a:pt x="17" y="14"/>
                    <a:pt x="14" y="15"/>
                    <a:pt x="1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2" name="Freeform 2295">
              <a:extLst>
                <a:ext uri="{FF2B5EF4-FFF2-40B4-BE49-F238E27FC236}">
                  <a16:creationId xmlns:a16="http://schemas.microsoft.com/office/drawing/2014/main" id="{B531FB95-99B8-6030-D142-F2DE5999EEA2}"/>
                </a:ext>
              </a:extLst>
            </p:cNvPr>
            <p:cNvSpPr>
              <a:spLocks/>
            </p:cNvSpPr>
            <p:nvPr/>
          </p:nvSpPr>
          <p:spPr bwMode="auto">
            <a:xfrm rot="5094805">
              <a:off x="1300393" y="705396"/>
              <a:ext cx="41130" cy="36560"/>
            </a:xfrm>
            <a:custGeom>
              <a:avLst/>
              <a:gdLst>
                <a:gd name="T0" fmla="*/ 16 w 17"/>
                <a:gd name="T1" fmla="*/ 9 h 14"/>
                <a:gd name="T2" fmla="*/ 10 w 17"/>
                <a:gd name="T3" fmla="*/ 13 h 14"/>
                <a:gd name="T4" fmla="*/ 1 w 17"/>
                <a:gd name="T5" fmla="*/ 5 h 14"/>
                <a:gd name="T6" fmla="*/ 7 w 17"/>
                <a:gd name="T7" fmla="*/ 1 h 14"/>
                <a:gd name="T8" fmla="*/ 16 w 17"/>
                <a:gd name="T9" fmla="*/ 9 h 14"/>
              </a:gdLst>
              <a:ahLst/>
              <a:cxnLst>
                <a:cxn ang="0">
                  <a:pos x="T0" y="T1"/>
                </a:cxn>
                <a:cxn ang="0">
                  <a:pos x="T2" y="T3"/>
                </a:cxn>
                <a:cxn ang="0">
                  <a:pos x="T4" y="T5"/>
                </a:cxn>
                <a:cxn ang="0">
                  <a:pos x="T6" y="T7"/>
                </a:cxn>
                <a:cxn ang="0">
                  <a:pos x="T8" y="T9"/>
                </a:cxn>
              </a:cxnLst>
              <a:rect l="0" t="0" r="r" b="b"/>
              <a:pathLst>
                <a:path w="17" h="14">
                  <a:moveTo>
                    <a:pt x="16" y="9"/>
                  </a:moveTo>
                  <a:cubicBezTo>
                    <a:pt x="17" y="13"/>
                    <a:pt x="14" y="14"/>
                    <a:pt x="10" y="13"/>
                  </a:cubicBezTo>
                  <a:cubicBezTo>
                    <a:pt x="6" y="11"/>
                    <a:pt x="2" y="8"/>
                    <a:pt x="1" y="5"/>
                  </a:cubicBezTo>
                  <a:cubicBezTo>
                    <a:pt x="0" y="2"/>
                    <a:pt x="3" y="0"/>
                    <a:pt x="7" y="1"/>
                  </a:cubicBezTo>
                  <a:cubicBezTo>
                    <a:pt x="11" y="2"/>
                    <a:pt x="15" y="6"/>
                    <a:pt x="1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3" name="Freeform 2296">
              <a:extLst>
                <a:ext uri="{FF2B5EF4-FFF2-40B4-BE49-F238E27FC236}">
                  <a16:creationId xmlns:a16="http://schemas.microsoft.com/office/drawing/2014/main" id="{8CDDFB2B-AC81-288B-9734-036B52CC347E}"/>
                </a:ext>
              </a:extLst>
            </p:cNvPr>
            <p:cNvSpPr>
              <a:spLocks/>
            </p:cNvSpPr>
            <p:nvPr/>
          </p:nvSpPr>
          <p:spPr bwMode="auto">
            <a:xfrm rot="5094805">
              <a:off x="1341219" y="508117"/>
              <a:ext cx="36560" cy="34275"/>
            </a:xfrm>
            <a:custGeom>
              <a:avLst/>
              <a:gdLst>
                <a:gd name="T0" fmla="*/ 15 w 15"/>
                <a:gd name="T1" fmla="*/ 10 h 14"/>
                <a:gd name="T2" fmla="*/ 7 w 15"/>
                <a:gd name="T3" fmla="*/ 12 h 14"/>
                <a:gd name="T4" fmla="*/ 0 w 15"/>
                <a:gd name="T5" fmla="*/ 5 h 14"/>
                <a:gd name="T6" fmla="*/ 7 w 15"/>
                <a:gd name="T7" fmla="*/ 1 h 14"/>
                <a:gd name="T8" fmla="*/ 15 w 15"/>
                <a:gd name="T9" fmla="*/ 10 h 14"/>
              </a:gdLst>
              <a:ahLst/>
              <a:cxnLst>
                <a:cxn ang="0">
                  <a:pos x="T0" y="T1"/>
                </a:cxn>
                <a:cxn ang="0">
                  <a:pos x="T2" y="T3"/>
                </a:cxn>
                <a:cxn ang="0">
                  <a:pos x="T4" y="T5"/>
                </a:cxn>
                <a:cxn ang="0">
                  <a:pos x="T6" y="T7"/>
                </a:cxn>
                <a:cxn ang="0">
                  <a:pos x="T8" y="T9"/>
                </a:cxn>
              </a:cxnLst>
              <a:rect l="0" t="0" r="r" b="b"/>
              <a:pathLst>
                <a:path w="15" h="14">
                  <a:moveTo>
                    <a:pt x="15" y="10"/>
                  </a:moveTo>
                  <a:cubicBezTo>
                    <a:pt x="15" y="13"/>
                    <a:pt x="11" y="14"/>
                    <a:pt x="7" y="12"/>
                  </a:cubicBezTo>
                  <a:cubicBezTo>
                    <a:pt x="3" y="11"/>
                    <a:pt x="0" y="8"/>
                    <a:pt x="0" y="5"/>
                  </a:cubicBezTo>
                  <a:cubicBezTo>
                    <a:pt x="0" y="2"/>
                    <a:pt x="3" y="0"/>
                    <a:pt x="7" y="1"/>
                  </a:cubicBezTo>
                  <a:cubicBezTo>
                    <a:pt x="12" y="3"/>
                    <a:pt x="15" y="6"/>
                    <a:pt x="1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4" name="Freeform 2297">
              <a:extLst>
                <a:ext uri="{FF2B5EF4-FFF2-40B4-BE49-F238E27FC236}">
                  <a16:creationId xmlns:a16="http://schemas.microsoft.com/office/drawing/2014/main" id="{AF19E1CB-BEAE-86A2-6456-39874D6B2170}"/>
                </a:ext>
              </a:extLst>
            </p:cNvPr>
            <p:cNvSpPr>
              <a:spLocks/>
            </p:cNvSpPr>
            <p:nvPr/>
          </p:nvSpPr>
          <p:spPr bwMode="auto">
            <a:xfrm rot="5094805">
              <a:off x="1345506" y="313577"/>
              <a:ext cx="43415" cy="29705"/>
            </a:xfrm>
            <a:custGeom>
              <a:avLst/>
              <a:gdLst>
                <a:gd name="T0" fmla="*/ 16 w 17"/>
                <a:gd name="T1" fmla="*/ 6 h 12"/>
                <a:gd name="T2" fmla="*/ 10 w 17"/>
                <a:gd name="T3" fmla="*/ 12 h 12"/>
                <a:gd name="T4" fmla="*/ 1 w 17"/>
                <a:gd name="T5" fmla="*/ 7 h 12"/>
                <a:gd name="T6" fmla="*/ 7 w 17"/>
                <a:gd name="T7" fmla="*/ 0 h 12"/>
                <a:gd name="T8" fmla="*/ 16 w 17"/>
                <a:gd name="T9" fmla="*/ 6 h 12"/>
              </a:gdLst>
              <a:ahLst/>
              <a:cxnLst>
                <a:cxn ang="0">
                  <a:pos x="T0" y="T1"/>
                </a:cxn>
                <a:cxn ang="0">
                  <a:pos x="T2" y="T3"/>
                </a:cxn>
                <a:cxn ang="0">
                  <a:pos x="T4" y="T5"/>
                </a:cxn>
                <a:cxn ang="0">
                  <a:pos x="T6" y="T7"/>
                </a:cxn>
                <a:cxn ang="0">
                  <a:pos x="T8" y="T9"/>
                </a:cxn>
              </a:cxnLst>
              <a:rect l="0" t="0" r="r" b="b"/>
              <a:pathLst>
                <a:path w="17" h="12">
                  <a:moveTo>
                    <a:pt x="16" y="6"/>
                  </a:moveTo>
                  <a:cubicBezTo>
                    <a:pt x="17" y="10"/>
                    <a:pt x="14" y="12"/>
                    <a:pt x="10" y="12"/>
                  </a:cubicBezTo>
                  <a:cubicBezTo>
                    <a:pt x="6" y="12"/>
                    <a:pt x="2" y="10"/>
                    <a:pt x="1" y="7"/>
                  </a:cubicBezTo>
                  <a:cubicBezTo>
                    <a:pt x="0" y="4"/>
                    <a:pt x="3" y="1"/>
                    <a:pt x="7" y="0"/>
                  </a:cubicBezTo>
                  <a:cubicBezTo>
                    <a:pt x="11" y="0"/>
                    <a:pt x="15" y="3"/>
                    <a:pt x="1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5" name="Freeform 2298">
              <a:extLst>
                <a:ext uri="{FF2B5EF4-FFF2-40B4-BE49-F238E27FC236}">
                  <a16:creationId xmlns:a16="http://schemas.microsoft.com/office/drawing/2014/main" id="{8BDAB96F-8C36-F4F1-9611-35FFE0530032}"/>
                </a:ext>
              </a:extLst>
            </p:cNvPr>
            <p:cNvSpPr>
              <a:spLocks/>
            </p:cNvSpPr>
            <p:nvPr/>
          </p:nvSpPr>
          <p:spPr bwMode="auto">
            <a:xfrm rot="5094805">
              <a:off x="1314736" y="121431"/>
              <a:ext cx="41130" cy="31990"/>
            </a:xfrm>
            <a:custGeom>
              <a:avLst/>
              <a:gdLst>
                <a:gd name="T0" fmla="*/ 7 w 17"/>
                <a:gd name="T1" fmla="*/ 1 h 13"/>
                <a:gd name="T2" fmla="*/ 16 w 17"/>
                <a:gd name="T3" fmla="*/ 5 h 13"/>
                <a:gd name="T4" fmla="*/ 11 w 17"/>
                <a:gd name="T5" fmla="*/ 12 h 13"/>
                <a:gd name="T6" fmla="*/ 1 w 17"/>
                <a:gd name="T7" fmla="*/ 9 h 13"/>
                <a:gd name="T8" fmla="*/ 7 w 17"/>
                <a:gd name="T9" fmla="*/ 1 h 13"/>
              </a:gdLst>
              <a:ahLst/>
              <a:cxnLst>
                <a:cxn ang="0">
                  <a:pos x="T0" y="T1"/>
                </a:cxn>
                <a:cxn ang="0">
                  <a:pos x="T2" y="T3"/>
                </a:cxn>
                <a:cxn ang="0">
                  <a:pos x="T4" y="T5"/>
                </a:cxn>
                <a:cxn ang="0">
                  <a:pos x="T6" y="T7"/>
                </a:cxn>
                <a:cxn ang="0">
                  <a:pos x="T8" y="T9"/>
                </a:cxn>
              </a:cxnLst>
              <a:rect l="0" t="0" r="r" b="b"/>
              <a:pathLst>
                <a:path w="17" h="13">
                  <a:moveTo>
                    <a:pt x="7" y="1"/>
                  </a:moveTo>
                  <a:cubicBezTo>
                    <a:pt x="11" y="0"/>
                    <a:pt x="15" y="2"/>
                    <a:pt x="16" y="5"/>
                  </a:cubicBezTo>
                  <a:cubicBezTo>
                    <a:pt x="17" y="8"/>
                    <a:pt x="14" y="11"/>
                    <a:pt x="11" y="12"/>
                  </a:cubicBezTo>
                  <a:cubicBezTo>
                    <a:pt x="7" y="13"/>
                    <a:pt x="2" y="12"/>
                    <a:pt x="1" y="9"/>
                  </a:cubicBezTo>
                  <a:cubicBezTo>
                    <a:pt x="0" y="6"/>
                    <a:pt x="3"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6" name="Freeform 2299">
              <a:extLst>
                <a:ext uri="{FF2B5EF4-FFF2-40B4-BE49-F238E27FC236}">
                  <a16:creationId xmlns:a16="http://schemas.microsoft.com/office/drawing/2014/main" id="{12B31B3C-4E02-7759-6A78-ED7663DEB2D7}"/>
                </a:ext>
              </a:extLst>
            </p:cNvPr>
            <p:cNvSpPr>
              <a:spLocks/>
            </p:cNvSpPr>
            <p:nvPr/>
          </p:nvSpPr>
          <p:spPr bwMode="auto">
            <a:xfrm rot="5094805">
              <a:off x="1237511" y="-65428"/>
              <a:ext cx="38845" cy="36560"/>
            </a:xfrm>
            <a:custGeom>
              <a:avLst/>
              <a:gdLst>
                <a:gd name="T0" fmla="*/ 8 w 16"/>
                <a:gd name="T1" fmla="*/ 2 h 15"/>
                <a:gd name="T2" fmla="*/ 16 w 16"/>
                <a:gd name="T3" fmla="*/ 5 h 15"/>
                <a:gd name="T4" fmla="*/ 10 w 16"/>
                <a:gd name="T5" fmla="*/ 13 h 15"/>
                <a:gd name="T6" fmla="*/ 1 w 16"/>
                <a:gd name="T7" fmla="*/ 11 h 15"/>
                <a:gd name="T8" fmla="*/ 8 w 16"/>
                <a:gd name="T9" fmla="*/ 2 h 15"/>
              </a:gdLst>
              <a:ahLst/>
              <a:cxnLst>
                <a:cxn ang="0">
                  <a:pos x="T0" y="T1"/>
                </a:cxn>
                <a:cxn ang="0">
                  <a:pos x="T2" y="T3"/>
                </a:cxn>
                <a:cxn ang="0">
                  <a:pos x="T4" y="T5"/>
                </a:cxn>
                <a:cxn ang="0">
                  <a:pos x="T6" y="T7"/>
                </a:cxn>
                <a:cxn ang="0">
                  <a:pos x="T8" y="T9"/>
                </a:cxn>
              </a:cxnLst>
              <a:rect l="0" t="0" r="r" b="b"/>
              <a:pathLst>
                <a:path w="16" h="15">
                  <a:moveTo>
                    <a:pt x="8" y="2"/>
                  </a:moveTo>
                  <a:cubicBezTo>
                    <a:pt x="12" y="0"/>
                    <a:pt x="16" y="2"/>
                    <a:pt x="16" y="5"/>
                  </a:cubicBezTo>
                  <a:cubicBezTo>
                    <a:pt x="16" y="8"/>
                    <a:pt x="13" y="11"/>
                    <a:pt x="10" y="13"/>
                  </a:cubicBezTo>
                  <a:cubicBezTo>
                    <a:pt x="5" y="15"/>
                    <a:pt x="1" y="14"/>
                    <a:pt x="1" y="11"/>
                  </a:cubicBezTo>
                  <a:cubicBezTo>
                    <a:pt x="0" y="8"/>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7" name="Freeform 2320">
              <a:extLst>
                <a:ext uri="{FF2B5EF4-FFF2-40B4-BE49-F238E27FC236}">
                  <a16:creationId xmlns:a16="http://schemas.microsoft.com/office/drawing/2014/main" id="{D97BECBC-41A6-56C3-CB44-6AF7B4792C98}"/>
                </a:ext>
              </a:extLst>
            </p:cNvPr>
            <p:cNvSpPr>
              <a:spLocks/>
            </p:cNvSpPr>
            <p:nvPr/>
          </p:nvSpPr>
          <p:spPr bwMode="auto">
            <a:xfrm rot="5094805">
              <a:off x="1512969" y="4218090"/>
              <a:ext cx="41130" cy="29705"/>
            </a:xfrm>
            <a:custGeom>
              <a:avLst/>
              <a:gdLst>
                <a:gd name="T0" fmla="*/ 16 w 17"/>
                <a:gd name="T1" fmla="*/ 2 h 12"/>
                <a:gd name="T2" fmla="*/ 10 w 17"/>
                <a:gd name="T3" fmla="*/ 10 h 12"/>
                <a:gd name="T4" fmla="*/ 1 w 17"/>
                <a:gd name="T5" fmla="*/ 10 h 12"/>
                <a:gd name="T6" fmla="*/ 7 w 17"/>
                <a:gd name="T7" fmla="*/ 3 h 12"/>
                <a:gd name="T8" fmla="*/ 16 w 17"/>
                <a:gd name="T9" fmla="*/ 2 h 12"/>
              </a:gdLst>
              <a:ahLst/>
              <a:cxnLst>
                <a:cxn ang="0">
                  <a:pos x="T0" y="T1"/>
                </a:cxn>
                <a:cxn ang="0">
                  <a:pos x="T2" y="T3"/>
                </a:cxn>
                <a:cxn ang="0">
                  <a:pos x="T4" y="T5"/>
                </a:cxn>
                <a:cxn ang="0">
                  <a:pos x="T6" y="T7"/>
                </a:cxn>
                <a:cxn ang="0">
                  <a:pos x="T8" y="T9"/>
                </a:cxn>
              </a:cxnLst>
              <a:rect l="0" t="0" r="r" b="b"/>
              <a:pathLst>
                <a:path w="17" h="12">
                  <a:moveTo>
                    <a:pt x="16" y="2"/>
                  </a:moveTo>
                  <a:cubicBezTo>
                    <a:pt x="17" y="4"/>
                    <a:pt x="14" y="8"/>
                    <a:pt x="10" y="10"/>
                  </a:cubicBezTo>
                  <a:cubicBezTo>
                    <a:pt x="6" y="11"/>
                    <a:pt x="2" y="12"/>
                    <a:pt x="1" y="10"/>
                  </a:cubicBezTo>
                  <a:cubicBezTo>
                    <a:pt x="0" y="9"/>
                    <a:pt x="3" y="5"/>
                    <a:pt x="7" y="3"/>
                  </a:cubicBezTo>
                  <a:cubicBezTo>
                    <a:pt x="11" y="1"/>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8" name="Freeform 2321">
              <a:extLst>
                <a:ext uri="{FF2B5EF4-FFF2-40B4-BE49-F238E27FC236}">
                  <a16:creationId xmlns:a16="http://schemas.microsoft.com/office/drawing/2014/main" id="{809879E0-5B6F-EAA0-44F2-59EB0C86DC9A}"/>
                </a:ext>
              </a:extLst>
            </p:cNvPr>
            <p:cNvSpPr>
              <a:spLocks/>
            </p:cNvSpPr>
            <p:nvPr/>
          </p:nvSpPr>
          <p:spPr bwMode="auto">
            <a:xfrm rot="5094805">
              <a:off x="1622163" y="4402209"/>
              <a:ext cx="41130" cy="27420"/>
            </a:xfrm>
            <a:custGeom>
              <a:avLst/>
              <a:gdLst>
                <a:gd name="T0" fmla="*/ 16 w 17"/>
                <a:gd name="T1" fmla="*/ 2 h 11"/>
                <a:gd name="T2" fmla="*/ 9 w 17"/>
                <a:gd name="T3" fmla="*/ 9 h 11"/>
                <a:gd name="T4" fmla="*/ 1 w 17"/>
                <a:gd name="T5" fmla="*/ 10 h 11"/>
                <a:gd name="T6" fmla="*/ 7 w 17"/>
                <a:gd name="T7" fmla="*/ 2 h 11"/>
                <a:gd name="T8" fmla="*/ 16 w 17"/>
                <a:gd name="T9" fmla="*/ 2 h 11"/>
              </a:gdLst>
              <a:ahLst/>
              <a:cxnLst>
                <a:cxn ang="0">
                  <a:pos x="T0" y="T1"/>
                </a:cxn>
                <a:cxn ang="0">
                  <a:pos x="T2" y="T3"/>
                </a:cxn>
                <a:cxn ang="0">
                  <a:pos x="T4" y="T5"/>
                </a:cxn>
                <a:cxn ang="0">
                  <a:pos x="T6" y="T7"/>
                </a:cxn>
                <a:cxn ang="0">
                  <a:pos x="T8" y="T9"/>
                </a:cxn>
              </a:cxnLst>
              <a:rect l="0" t="0" r="r" b="b"/>
              <a:pathLst>
                <a:path w="17" h="11">
                  <a:moveTo>
                    <a:pt x="16" y="2"/>
                  </a:moveTo>
                  <a:cubicBezTo>
                    <a:pt x="17" y="4"/>
                    <a:pt x="14" y="7"/>
                    <a:pt x="9" y="9"/>
                  </a:cubicBezTo>
                  <a:cubicBezTo>
                    <a:pt x="6" y="11"/>
                    <a:pt x="2" y="11"/>
                    <a:pt x="1" y="10"/>
                  </a:cubicBezTo>
                  <a:cubicBezTo>
                    <a:pt x="0" y="8"/>
                    <a:pt x="3" y="5"/>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9" name="Freeform 2322">
              <a:extLst>
                <a:ext uri="{FF2B5EF4-FFF2-40B4-BE49-F238E27FC236}">
                  <a16:creationId xmlns:a16="http://schemas.microsoft.com/office/drawing/2014/main" id="{B2397C6C-EA03-C572-41A5-F2375FEEAC79}"/>
                </a:ext>
              </a:extLst>
            </p:cNvPr>
            <p:cNvSpPr>
              <a:spLocks/>
            </p:cNvSpPr>
            <p:nvPr/>
          </p:nvSpPr>
          <p:spPr bwMode="auto">
            <a:xfrm rot="5094805">
              <a:off x="1731463" y="4586426"/>
              <a:ext cx="38845" cy="27420"/>
            </a:xfrm>
            <a:custGeom>
              <a:avLst/>
              <a:gdLst>
                <a:gd name="T0" fmla="*/ 9 w 16"/>
                <a:gd name="T1" fmla="*/ 9 h 11"/>
                <a:gd name="T2" fmla="*/ 0 w 16"/>
                <a:gd name="T3" fmla="*/ 9 h 11"/>
                <a:gd name="T4" fmla="*/ 7 w 16"/>
                <a:gd name="T5" fmla="*/ 2 h 11"/>
                <a:gd name="T6" fmla="*/ 15 w 16"/>
                <a:gd name="T7" fmla="*/ 2 h 11"/>
                <a:gd name="T8" fmla="*/ 9 w 16"/>
                <a:gd name="T9" fmla="*/ 9 h 11"/>
              </a:gdLst>
              <a:ahLst/>
              <a:cxnLst>
                <a:cxn ang="0">
                  <a:pos x="T0" y="T1"/>
                </a:cxn>
                <a:cxn ang="0">
                  <a:pos x="T2" y="T3"/>
                </a:cxn>
                <a:cxn ang="0">
                  <a:pos x="T4" y="T5"/>
                </a:cxn>
                <a:cxn ang="0">
                  <a:pos x="T6" y="T7"/>
                </a:cxn>
                <a:cxn ang="0">
                  <a:pos x="T8" y="T9"/>
                </a:cxn>
              </a:cxnLst>
              <a:rect l="0" t="0" r="r" b="b"/>
              <a:pathLst>
                <a:path w="16" h="11">
                  <a:moveTo>
                    <a:pt x="9" y="9"/>
                  </a:moveTo>
                  <a:cubicBezTo>
                    <a:pt x="4" y="11"/>
                    <a:pt x="0" y="11"/>
                    <a:pt x="0" y="9"/>
                  </a:cubicBezTo>
                  <a:cubicBezTo>
                    <a:pt x="0" y="7"/>
                    <a:pt x="3" y="3"/>
                    <a:pt x="7" y="2"/>
                  </a:cubicBezTo>
                  <a:cubicBezTo>
                    <a:pt x="11" y="0"/>
                    <a:pt x="14" y="0"/>
                    <a:pt x="15" y="2"/>
                  </a:cubicBezTo>
                  <a:cubicBezTo>
                    <a:pt x="16" y="4"/>
                    <a:pt x="13" y="7"/>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0" name="Freeform 2323">
              <a:extLst>
                <a:ext uri="{FF2B5EF4-FFF2-40B4-BE49-F238E27FC236}">
                  <a16:creationId xmlns:a16="http://schemas.microsoft.com/office/drawing/2014/main" id="{77518ADF-D2A1-BED6-CCF1-C4F4F447FA8F}"/>
                </a:ext>
              </a:extLst>
            </p:cNvPr>
            <p:cNvSpPr>
              <a:spLocks/>
            </p:cNvSpPr>
            <p:nvPr/>
          </p:nvSpPr>
          <p:spPr bwMode="auto">
            <a:xfrm rot="5094805">
              <a:off x="1836000" y="4768569"/>
              <a:ext cx="41130" cy="27420"/>
            </a:xfrm>
            <a:custGeom>
              <a:avLst/>
              <a:gdLst>
                <a:gd name="T0" fmla="*/ 16 w 16"/>
                <a:gd name="T1" fmla="*/ 2 h 11"/>
                <a:gd name="T2" fmla="*/ 9 w 16"/>
                <a:gd name="T3" fmla="*/ 10 h 11"/>
                <a:gd name="T4" fmla="*/ 1 w 16"/>
                <a:gd name="T5" fmla="*/ 10 h 11"/>
                <a:gd name="T6" fmla="*/ 7 w 16"/>
                <a:gd name="T7" fmla="*/ 2 h 11"/>
                <a:gd name="T8" fmla="*/ 16 w 16"/>
                <a:gd name="T9" fmla="*/ 2 h 11"/>
              </a:gdLst>
              <a:ahLst/>
              <a:cxnLst>
                <a:cxn ang="0">
                  <a:pos x="T0" y="T1"/>
                </a:cxn>
                <a:cxn ang="0">
                  <a:pos x="T2" y="T3"/>
                </a:cxn>
                <a:cxn ang="0">
                  <a:pos x="T4" y="T5"/>
                </a:cxn>
                <a:cxn ang="0">
                  <a:pos x="T6" y="T7"/>
                </a:cxn>
                <a:cxn ang="0">
                  <a:pos x="T8" y="T9"/>
                </a:cxn>
              </a:cxnLst>
              <a:rect l="0" t="0" r="r" b="b"/>
              <a:pathLst>
                <a:path w="16" h="11">
                  <a:moveTo>
                    <a:pt x="16" y="2"/>
                  </a:moveTo>
                  <a:cubicBezTo>
                    <a:pt x="16" y="4"/>
                    <a:pt x="13" y="8"/>
                    <a:pt x="9" y="10"/>
                  </a:cubicBezTo>
                  <a:cubicBezTo>
                    <a:pt x="5" y="11"/>
                    <a:pt x="2" y="11"/>
                    <a:pt x="1" y="10"/>
                  </a:cubicBezTo>
                  <a:cubicBezTo>
                    <a:pt x="0" y="8"/>
                    <a:pt x="3" y="4"/>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1" name="Freeform 2324">
              <a:extLst>
                <a:ext uri="{FF2B5EF4-FFF2-40B4-BE49-F238E27FC236}">
                  <a16:creationId xmlns:a16="http://schemas.microsoft.com/office/drawing/2014/main" id="{A96848B6-5CD4-CB1B-83EE-FEEDF3AA578B}"/>
                </a:ext>
              </a:extLst>
            </p:cNvPr>
            <p:cNvSpPr>
              <a:spLocks/>
            </p:cNvSpPr>
            <p:nvPr/>
          </p:nvSpPr>
          <p:spPr bwMode="auto">
            <a:xfrm rot="5094805">
              <a:off x="1939611" y="4952150"/>
              <a:ext cx="38845" cy="29705"/>
            </a:xfrm>
            <a:custGeom>
              <a:avLst/>
              <a:gdLst>
                <a:gd name="T0" fmla="*/ 16 w 16"/>
                <a:gd name="T1" fmla="*/ 3 h 12"/>
                <a:gd name="T2" fmla="*/ 9 w 16"/>
                <a:gd name="T3" fmla="*/ 10 h 12"/>
                <a:gd name="T4" fmla="*/ 1 w 16"/>
                <a:gd name="T5" fmla="*/ 10 h 12"/>
                <a:gd name="T6" fmla="*/ 7 w 16"/>
                <a:gd name="T7" fmla="*/ 3 h 12"/>
                <a:gd name="T8" fmla="*/ 16 w 16"/>
                <a:gd name="T9" fmla="*/ 3 h 12"/>
              </a:gdLst>
              <a:ahLst/>
              <a:cxnLst>
                <a:cxn ang="0">
                  <a:pos x="T0" y="T1"/>
                </a:cxn>
                <a:cxn ang="0">
                  <a:pos x="T2" y="T3"/>
                </a:cxn>
                <a:cxn ang="0">
                  <a:pos x="T4" y="T5"/>
                </a:cxn>
                <a:cxn ang="0">
                  <a:pos x="T6" y="T7"/>
                </a:cxn>
                <a:cxn ang="0">
                  <a:pos x="T8" y="T9"/>
                </a:cxn>
              </a:cxnLst>
              <a:rect l="0" t="0" r="r" b="b"/>
              <a:pathLst>
                <a:path w="16" h="12">
                  <a:moveTo>
                    <a:pt x="16" y="3"/>
                  </a:moveTo>
                  <a:cubicBezTo>
                    <a:pt x="16" y="5"/>
                    <a:pt x="13" y="8"/>
                    <a:pt x="9" y="10"/>
                  </a:cubicBezTo>
                  <a:cubicBezTo>
                    <a:pt x="5" y="12"/>
                    <a:pt x="2" y="12"/>
                    <a:pt x="1" y="10"/>
                  </a:cubicBezTo>
                  <a:cubicBezTo>
                    <a:pt x="0" y="8"/>
                    <a:pt x="3" y="5"/>
                    <a:pt x="7" y="3"/>
                  </a:cubicBezTo>
                  <a:cubicBezTo>
                    <a:pt x="11" y="0"/>
                    <a:pt x="15"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2" name="Freeform 2325">
              <a:extLst>
                <a:ext uri="{FF2B5EF4-FFF2-40B4-BE49-F238E27FC236}">
                  <a16:creationId xmlns:a16="http://schemas.microsoft.com/office/drawing/2014/main" id="{52F1C9B5-B5EB-5580-1B02-AB085286062E}"/>
                </a:ext>
              </a:extLst>
            </p:cNvPr>
            <p:cNvSpPr>
              <a:spLocks/>
            </p:cNvSpPr>
            <p:nvPr/>
          </p:nvSpPr>
          <p:spPr bwMode="auto">
            <a:xfrm rot="5094805">
              <a:off x="2036287" y="5136241"/>
              <a:ext cx="38845" cy="29705"/>
            </a:xfrm>
            <a:custGeom>
              <a:avLst/>
              <a:gdLst>
                <a:gd name="T0" fmla="*/ 16 w 16"/>
                <a:gd name="T1" fmla="*/ 3 h 12"/>
                <a:gd name="T2" fmla="*/ 8 w 16"/>
                <a:gd name="T3" fmla="*/ 10 h 12"/>
                <a:gd name="T4" fmla="*/ 1 w 16"/>
                <a:gd name="T5" fmla="*/ 9 h 12"/>
                <a:gd name="T6" fmla="*/ 7 w 16"/>
                <a:gd name="T7" fmla="*/ 2 h 12"/>
                <a:gd name="T8" fmla="*/ 16 w 16"/>
                <a:gd name="T9" fmla="*/ 3 h 12"/>
              </a:gdLst>
              <a:ahLst/>
              <a:cxnLst>
                <a:cxn ang="0">
                  <a:pos x="T0" y="T1"/>
                </a:cxn>
                <a:cxn ang="0">
                  <a:pos x="T2" y="T3"/>
                </a:cxn>
                <a:cxn ang="0">
                  <a:pos x="T4" y="T5"/>
                </a:cxn>
                <a:cxn ang="0">
                  <a:pos x="T6" y="T7"/>
                </a:cxn>
                <a:cxn ang="0">
                  <a:pos x="T8" y="T9"/>
                </a:cxn>
              </a:cxnLst>
              <a:rect l="0" t="0" r="r" b="b"/>
              <a:pathLst>
                <a:path w="16" h="12">
                  <a:moveTo>
                    <a:pt x="16" y="3"/>
                  </a:moveTo>
                  <a:cubicBezTo>
                    <a:pt x="16" y="6"/>
                    <a:pt x="13" y="9"/>
                    <a:pt x="8" y="10"/>
                  </a:cubicBezTo>
                  <a:cubicBezTo>
                    <a:pt x="5" y="12"/>
                    <a:pt x="1" y="11"/>
                    <a:pt x="1" y="9"/>
                  </a:cubicBezTo>
                  <a:cubicBezTo>
                    <a:pt x="0" y="7"/>
                    <a:pt x="3" y="3"/>
                    <a:pt x="7" y="2"/>
                  </a:cubicBezTo>
                  <a:cubicBezTo>
                    <a:pt x="11" y="0"/>
                    <a:pt x="15"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3" name="Freeform 2326">
              <a:extLst>
                <a:ext uri="{FF2B5EF4-FFF2-40B4-BE49-F238E27FC236}">
                  <a16:creationId xmlns:a16="http://schemas.microsoft.com/office/drawing/2014/main" id="{F3AC5575-3D61-8A4B-8805-C8645C359BED}"/>
                </a:ext>
              </a:extLst>
            </p:cNvPr>
            <p:cNvSpPr>
              <a:spLocks/>
            </p:cNvSpPr>
            <p:nvPr/>
          </p:nvSpPr>
          <p:spPr bwMode="auto">
            <a:xfrm rot="5094805">
              <a:off x="2124998" y="5322184"/>
              <a:ext cx="38845" cy="27420"/>
            </a:xfrm>
            <a:custGeom>
              <a:avLst/>
              <a:gdLst>
                <a:gd name="T0" fmla="*/ 8 w 16"/>
                <a:gd name="T1" fmla="*/ 1 h 11"/>
                <a:gd name="T2" fmla="*/ 16 w 16"/>
                <a:gd name="T3" fmla="*/ 3 h 11"/>
                <a:gd name="T4" fmla="*/ 10 w 16"/>
                <a:gd name="T5" fmla="*/ 10 h 11"/>
                <a:gd name="T6" fmla="*/ 1 w 16"/>
                <a:gd name="T7" fmla="*/ 8 h 11"/>
                <a:gd name="T8" fmla="*/ 8 w 16"/>
                <a:gd name="T9" fmla="*/ 1 h 11"/>
              </a:gdLst>
              <a:ahLst/>
              <a:cxnLst>
                <a:cxn ang="0">
                  <a:pos x="T0" y="T1"/>
                </a:cxn>
                <a:cxn ang="0">
                  <a:pos x="T2" y="T3"/>
                </a:cxn>
                <a:cxn ang="0">
                  <a:pos x="T4" y="T5"/>
                </a:cxn>
                <a:cxn ang="0">
                  <a:pos x="T6" y="T7"/>
                </a:cxn>
                <a:cxn ang="0">
                  <a:pos x="T8" y="T9"/>
                </a:cxn>
              </a:cxnLst>
              <a:rect l="0" t="0" r="r" b="b"/>
              <a:pathLst>
                <a:path w="16" h="11">
                  <a:moveTo>
                    <a:pt x="8" y="1"/>
                  </a:moveTo>
                  <a:cubicBezTo>
                    <a:pt x="12" y="0"/>
                    <a:pt x="16" y="1"/>
                    <a:pt x="16" y="3"/>
                  </a:cubicBezTo>
                  <a:cubicBezTo>
                    <a:pt x="16" y="6"/>
                    <a:pt x="13" y="8"/>
                    <a:pt x="10" y="10"/>
                  </a:cubicBezTo>
                  <a:cubicBezTo>
                    <a:pt x="5" y="11"/>
                    <a:pt x="1" y="11"/>
                    <a:pt x="1" y="8"/>
                  </a:cubicBezTo>
                  <a:cubicBezTo>
                    <a:pt x="0" y="6"/>
                    <a:pt x="4"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4" name="Freeform 2327">
              <a:extLst>
                <a:ext uri="{FF2B5EF4-FFF2-40B4-BE49-F238E27FC236}">
                  <a16:creationId xmlns:a16="http://schemas.microsoft.com/office/drawing/2014/main" id="{BB6F5022-6F59-0189-0D23-10DE2A74E720}"/>
                </a:ext>
              </a:extLst>
            </p:cNvPr>
            <p:cNvSpPr>
              <a:spLocks/>
            </p:cNvSpPr>
            <p:nvPr/>
          </p:nvSpPr>
          <p:spPr bwMode="auto">
            <a:xfrm rot="5094805">
              <a:off x="2204702" y="5508832"/>
              <a:ext cx="41130" cy="27420"/>
            </a:xfrm>
            <a:custGeom>
              <a:avLst/>
              <a:gdLst>
                <a:gd name="T0" fmla="*/ 16 w 16"/>
                <a:gd name="T1" fmla="*/ 4 h 11"/>
                <a:gd name="T2" fmla="*/ 8 w 16"/>
                <a:gd name="T3" fmla="*/ 10 h 11"/>
                <a:gd name="T4" fmla="*/ 1 w 16"/>
                <a:gd name="T5" fmla="*/ 8 h 11"/>
                <a:gd name="T6" fmla="*/ 8 w 16"/>
                <a:gd name="T7" fmla="*/ 1 h 11"/>
                <a:gd name="T8" fmla="*/ 16 w 16"/>
                <a:gd name="T9" fmla="*/ 4 h 11"/>
              </a:gdLst>
              <a:ahLst/>
              <a:cxnLst>
                <a:cxn ang="0">
                  <a:pos x="T0" y="T1"/>
                </a:cxn>
                <a:cxn ang="0">
                  <a:pos x="T2" y="T3"/>
                </a:cxn>
                <a:cxn ang="0">
                  <a:pos x="T4" y="T5"/>
                </a:cxn>
                <a:cxn ang="0">
                  <a:pos x="T6" y="T7"/>
                </a:cxn>
                <a:cxn ang="0">
                  <a:pos x="T8" y="T9"/>
                </a:cxn>
              </a:cxnLst>
              <a:rect l="0" t="0" r="r" b="b"/>
              <a:pathLst>
                <a:path w="16" h="11">
                  <a:moveTo>
                    <a:pt x="16" y="4"/>
                  </a:moveTo>
                  <a:cubicBezTo>
                    <a:pt x="16" y="6"/>
                    <a:pt x="13" y="9"/>
                    <a:pt x="8" y="10"/>
                  </a:cubicBezTo>
                  <a:cubicBezTo>
                    <a:pt x="5" y="11"/>
                    <a:pt x="1" y="10"/>
                    <a:pt x="1" y="8"/>
                  </a:cubicBezTo>
                  <a:cubicBezTo>
                    <a:pt x="0" y="6"/>
                    <a:pt x="4" y="2"/>
                    <a:pt x="8" y="1"/>
                  </a:cubicBezTo>
                  <a:cubicBezTo>
                    <a:pt x="12" y="0"/>
                    <a:pt x="16" y="1"/>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5" name="Freeform 2328">
              <a:extLst>
                <a:ext uri="{FF2B5EF4-FFF2-40B4-BE49-F238E27FC236}">
                  <a16:creationId xmlns:a16="http://schemas.microsoft.com/office/drawing/2014/main" id="{DAEE09F0-BA13-DA34-049E-98EDF4387D50}"/>
                </a:ext>
              </a:extLst>
            </p:cNvPr>
            <p:cNvSpPr>
              <a:spLocks/>
            </p:cNvSpPr>
            <p:nvPr/>
          </p:nvSpPr>
          <p:spPr bwMode="auto">
            <a:xfrm rot="5094805">
              <a:off x="2277789" y="5698566"/>
              <a:ext cx="38845" cy="27420"/>
            </a:xfrm>
            <a:custGeom>
              <a:avLst/>
              <a:gdLst>
                <a:gd name="T0" fmla="*/ 15 w 16"/>
                <a:gd name="T1" fmla="*/ 4 h 11"/>
                <a:gd name="T2" fmla="*/ 8 w 16"/>
                <a:gd name="T3" fmla="*/ 10 h 11"/>
                <a:gd name="T4" fmla="*/ 0 w 16"/>
                <a:gd name="T5" fmla="*/ 8 h 11"/>
                <a:gd name="T6" fmla="*/ 7 w 16"/>
                <a:gd name="T7" fmla="*/ 1 h 11"/>
                <a:gd name="T8" fmla="*/ 15 w 16"/>
                <a:gd name="T9" fmla="*/ 4 h 11"/>
              </a:gdLst>
              <a:ahLst/>
              <a:cxnLst>
                <a:cxn ang="0">
                  <a:pos x="T0" y="T1"/>
                </a:cxn>
                <a:cxn ang="0">
                  <a:pos x="T2" y="T3"/>
                </a:cxn>
                <a:cxn ang="0">
                  <a:pos x="T4" y="T5"/>
                </a:cxn>
                <a:cxn ang="0">
                  <a:pos x="T6" y="T7"/>
                </a:cxn>
                <a:cxn ang="0">
                  <a:pos x="T8" y="T9"/>
                </a:cxn>
              </a:cxnLst>
              <a:rect l="0" t="0" r="r" b="b"/>
              <a:pathLst>
                <a:path w="16" h="11">
                  <a:moveTo>
                    <a:pt x="15" y="4"/>
                  </a:moveTo>
                  <a:cubicBezTo>
                    <a:pt x="16" y="6"/>
                    <a:pt x="13" y="9"/>
                    <a:pt x="8" y="10"/>
                  </a:cubicBezTo>
                  <a:cubicBezTo>
                    <a:pt x="4" y="11"/>
                    <a:pt x="1" y="10"/>
                    <a:pt x="0" y="8"/>
                  </a:cubicBezTo>
                  <a:cubicBezTo>
                    <a:pt x="0" y="6"/>
                    <a:pt x="3" y="2"/>
                    <a:pt x="7" y="1"/>
                  </a:cubicBezTo>
                  <a:cubicBezTo>
                    <a:pt x="11" y="0"/>
                    <a:pt x="15" y="1"/>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6" name="Freeform 2329">
              <a:extLst>
                <a:ext uri="{FF2B5EF4-FFF2-40B4-BE49-F238E27FC236}">
                  <a16:creationId xmlns:a16="http://schemas.microsoft.com/office/drawing/2014/main" id="{DDB4CA74-531D-CA49-9B01-6EB337F91B8B}"/>
                </a:ext>
              </a:extLst>
            </p:cNvPr>
            <p:cNvSpPr>
              <a:spLocks/>
            </p:cNvSpPr>
            <p:nvPr/>
          </p:nvSpPr>
          <p:spPr bwMode="auto">
            <a:xfrm rot="5094805">
              <a:off x="2335871" y="5885996"/>
              <a:ext cx="41130" cy="29705"/>
            </a:xfrm>
            <a:custGeom>
              <a:avLst/>
              <a:gdLst>
                <a:gd name="T0" fmla="*/ 16 w 17"/>
                <a:gd name="T1" fmla="*/ 5 h 12"/>
                <a:gd name="T2" fmla="*/ 9 w 17"/>
                <a:gd name="T3" fmla="*/ 11 h 12"/>
                <a:gd name="T4" fmla="*/ 1 w 17"/>
                <a:gd name="T5" fmla="*/ 9 h 12"/>
                <a:gd name="T6" fmla="*/ 7 w 17"/>
                <a:gd name="T7" fmla="*/ 2 h 12"/>
                <a:gd name="T8" fmla="*/ 16 w 17"/>
                <a:gd name="T9" fmla="*/ 5 h 12"/>
              </a:gdLst>
              <a:ahLst/>
              <a:cxnLst>
                <a:cxn ang="0">
                  <a:pos x="T0" y="T1"/>
                </a:cxn>
                <a:cxn ang="0">
                  <a:pos x="T2" y="T3"/>
                </a:cxn>
                <a:cxn ang="0">
                  <a:pos x="T4" y="T5"/>
                </a:cxn>
                <a:cxn ang="0">
                  <a:pos x="T6" y="T7"/>
                </a:cxn>
                <a:cxn ang="0">
                  <a:pos x="T8" y="T9"/>
                </a:cxn>
              </a:cxnLst>
              <a:rect l="0" t="0" r="r" b="b"/>
              <a:pathLst>
                <a:path w="17" h="12">
                  <a:moveTo>
                    <a:pt x="16" y="5"/>
                  </a:moveTo>
                  <a:cubicBezTo>
                    <a:pt x="17" y="7"/>
                    <a:pt x="14" y="10"/>
                    <a:pt x="9" y="11"/>
                  </a:cubicBezTo>
                  <a:cubicBezTo>
                    <a:pt x="6" y="12"/>
                    <a:pt x="2" y="11"/>
                    <a:pt x="1" y="9"/>
                  </a:cubicBezTo>
                  <a:cubicBezTo>
                    <a:pt x="0" y="6"/>
                    <a:pt x="2" y="3"/>
                    <a:pt x="7" y="2"/>
                  </a:cubicBezTo>
                  <a:cubicBezTo>
                    <a:pt x="11" y="0"/>
                    <a:pt x="15" y="2"/>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7" name="Freeform 2330">
              <a:extLst>
                <a:ext uri="{FF2B5EF4-FFF2-40B4-BE49-F238E27FC236}">
                  <a16:creationId xmlns:a16="http://schemas.microsoft.com/office/drawing/2014/main" id="{84770DE3-B36A-B42F-567B-26BCA9BBB54F}"/>
                </a:ext>
              </a:extLst>
            </p:cNvPr>
            <p:cNvSpPr>
              <a:spLocks/>
            </p:cNvSpPr>
            <p:nvPr/>
          </p:nvSpPr>
          <p:spPr bwMode="auto">
            <a:xfrm rot="5094805">
              <a:off x="2381540" y="6078064"/>
              <a:ext cx="41130" cy="27420"/>
            </a:xfrm>
            <a:custGeom>
              <a:avLst/>
              <a:gdLst>
                <a:gd name="T0" fmla="*/ 7 w 16"/>
                <a:gd name="T1" fmla="*/ 0 h 11"/>
                <a:gd name="T2" fmla="*/ 16 w 16"/>
                <a:gd name="T3" fmla="*/ 5 h 11"/>
                <a:gd name="T4" fmla="*/ 9 w 16"/>
                <a:gd name="T5" fmla="*/ 10 h 11"/>
                <a:gd name="T6" fmla="*/ 0 w 16"/>
                <a:gd name="T7" fmla="*/ 6 h 11"/>
                <a:gd name="T8" fmla="*/ 7 w 16"/>
                <a:gd name="T9" fmla="*/ 0 h 11"/>
              </a:gdLst>
              <a:ahLst/>
              <a:cxnLst>
                <a:cxn ang="0">
                  <a:pos x="T0" y="T1"/>
                </a:cxn>
                <a:cxn ang="0">
                  <a:pos x="T2" y="T3"/>
                </a:cxn>
                <a:cxn ang="0">
                  <a:pos x="T4" y="T5"/>
                </a:cxn>
                <a:cxn ang="0">
                  <a:pos x="T6" y="T7"/>
                </a:cxn>
                <a:cxn ang="0">
                  <a:pos x="T8" y="T9"/>
                </a:cxn>
              </a:cxnLst>
              <a:rect l="0" t="0" r="r" b="b"/>
              <a:pathLst>
                <a:path w="16" h="11">
                  <a:moveTo>
                    <a:pt x="7" y="0"/>
                  </a:moveTo>
                  <a:cubicBezTo>
                    <a:pt x="11" y="0"/>
                    <a:pt x="15" y="2"/>
                    <a:pt x="16" y="5"/>
                  </a:cubicBezTo>
                  <a:cubicBezTo>
                    <a:pt x="16" y="7"/>
                    <a:pt x="13" y="9"/>
                    <a:pt x="9" y="10"/>
                  </a:cubicBezTo>
                  <a:cubicBezTo>
                    <a:pt x="5" y="11"/>
                    <a:pt x="1" y="9"/>
                    <a:pt x="0" y="6"/>
                  </a:cubicBezTo>
                  <a:cubicBezTo>
                    <a:pt x="0" y="4"/>
                    <a:pt x="3"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8" name="Freeform 2331">
              <a:extLst>
                <a:ext uri="{FF2B5EF4-FFF2-40B4-BE49-F238E27FC236}">
                  <a16:creationId xmlns:a16="http://schemas.microsoft.com/office/drawing/2014/main" id="{1732A74F-0EF0-1424-8126-21132566B82B}"/>
                </a:ext>
              </a:extLst>
            </p:cNvPr>
            <p:cNvSpPr>
              <a:spLocks/>
            </p:cNvSpPr>
            <p:nvPr/>
          </p:nvSpPr>
          <p:spPr bwMode="auto">
            <a:xfrm rot="5094805">
              <a:off x="2430633" y="6268889"/>
              <a:ext cx="36560" cy="27420"/>
            </a:xfrm>
            <a:custGeom>
              <a:avLst/>
              <a:gdLst>
                <a:gd name="T0" fmla="*/ 15 w 15"/>
                <a:gd name="T1" fmla="*/ 5 h 11"/>
                <a:gd name="T2" fmla="*/ 7 w 15"/>
                <a:gd name="T3" fmla="*/ 11 h 11"/>
                <a:gd name="T4" fmla="*/ 0 w 15"/>
                <a:gd name="T5" fmla="*/ 7 h 11"/>
                <a:gd name="T6" fmla="*/ 8 w 15"/>
                <a:gd name="T7" fmla="*/ 1 h 11"/>
                <a:gd name="T8" fmla="*/ 15 w 15"/>
                <a:gd name="T9" fmla="*/ 5 h 11"/>
              </a:gdLst>
              <a:ahLst/>
              <a:cxnLst>
                <a:cxn ang="0">
                  <a:pos x="T0" y="T1"/>
                </a:cxn>
                <a:cxn ang="0">
                  <a:pos x="T2" y="T3"/>
                </a:cxn>
                <a:cxn ang="0">
                  <a:pos x="T4" y="T5"/>
                </a:cxn>
                <a:cxn ang="0">
                  <a:pos x="T6" y="T7"/>
                </a:cxn>
                <a:cxn ang="0">
                  <a:pos x="T8" y="T9"/>
                </a:cxn>
              </a:cxnLst>
              <a:rect l="0" t="0" r="r" b="b"/>
              <a:pathLst>
                <a:path w="15" h="11">
                  <a:moveTo>
                    <a:pt x="15" y="5"/>
                  </a:moveTo>
                  <a:cubicBezTo>
                    <a:pt x="15" y="8"/>
                    <a:pt x="11" y="11"/>
                    <a:pt x="7" y="11"/>
                  </a:cubicBezTo>
                  <a:cubicBezTo>
                    <a:pt x="3" y="11"/>
                    <a:pt x="0" y="9"/>
                    <a:pt x="0" y="7"/>
                  </a:cubicBezTo>
                  <a:cubicBezTo>
                    <a:pt x="0" y="4"/>
                    <a:pt x="3" y="1"/>
                    <a:pt x="8" y="1"/>
                  </a:cubicBezTo>
                  <a:cubicBezTo>
                    <a:pt x="12" y="0"/>
                    <a:pt x="15" y="2"/>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9" name="Freeform 2332">
              <a:extLst>
                <a:ext uri="{FF2B5EF4-FFF2-40B4-BE49-F238E27FC236}">
                  <a16:creationId xmlns:a16="http://schemas.microsoft.com/office/drawing/2014/main" id="{3A1C13EA-84D9-598D-45CA-7E6C24B66391}"/>
                </a:ext>
              </a:extLst>
            </p:cNvPr>
            <p:cNvSpPr>
              <a:spLocks/>
            </p:cNvSpPr>
            <p:nvPr/>
          </p:nvSpPr>
          <p:spPr bwMode="auto">
            <a:xfrm rot="5094805">
              <a:off x="2492023" y="6454775"/>
              <a:ext cx="41130" cy="29705"/>
            </a:xfrm>
            <a:custGeom>
              <a:avLst/>
              <a:gdLst>
                <a:gd name="T0" fmla="*/ 16 w 17"/>
                <a:gd name="T1" fmla="*/ 4 h 12"/>
                <a:gd name="T2" fmla="*/ 10 w 17"/>
                <a:gd name="T3" fmla="*/ 11 h 12"/>
                <a:gd name="T4" fmla="*/ 1 w 17"/>
                <a:gd name="T5" fmla="*/ 9 h 12"/>
                <a:gd name="T6" fmla="*/ 7 w 17"/>
                <a:gd name="T7" fmla="*/ 2 h 12"/>
                <a:gd name="T8" fmla="*/ 16 w 17"/>
                <a:gd name="T9" fmla="*/ 4 h 12"/>
              </a:gdLst>
              <a:ahLst/>
              <a:cxnLst>
                <a:cxn ang="0">
                  <a:pos x="T0" y="T1"/>
                </a:cxn>
                <a:cxn ang="0">
                  <a:pos x="T2" y="T3"/>
                </a:cxn>
                <a:cxn ang="0">
                  <a:pos x="T4" y="T5"/>
                </a:cxn>
                <a:cxn ang="0">
                  <a:pos x="T6" y="T7"/>
                </a:cxn>
                <a:cxn ang="0">
                  <a:pos x="T8" y="T9"/>
                </a:cxn>
              </a:cxnLst>
              <a:rect l="0" t="0" r="r" b="b"/>
              <a:pathLst>
                <a:path w="17" h="12">
                  <a:moveTo>
                    <a:pt x="16" y="4"/>
                  </a:moveTo>
                  <a:cubicBezTo>
                    <a:pt x="17" y="7"/>
                    <a:pt x="14" y="10"/>
                    <a:pt x="10" y="11"/>
                  </a:cubicBezTo>
                  <a:cubicBezTo>
                    <a:pt x="6" y="12"/>
                    <a:pt x="2" y="12"/>
                    <a:pt x="1" y="9"/>
                  </a:cubicBezTo>
                  <a:cubicBezTo>
                    <a:pt x="0" y="7"/>
                    <a:pt x="3" y="3"/>
                    <a:pt x="7" y="2"/>
                  </a:cubicBezTo>
                  <a:cubicBezTo>
                    <a:pt x="11" y="0"/>
                    <a:pt x="15" y="2"/>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0" name="Freeform 2333">
              <a:extLst>
                <a:ext uri="{FF2B5EF4-FFF2-40B4-BE49-F238E27FC236}">
                  <a16:creationId xmlns:a16="http://schemas.microsoft.com/office/drawing/2014/main" id="{4C77201F-1043-9173-1840-5A03BCE38C76}"/>
                </a:ext>
              </a:extLst>
            </p:cNvPr>
            <p:cNvSpPr>
              <a:spLocks/>
            </p:cNvSpPr>
            <p:nvPr/>
          </p:nvSpPr>
          <p:spPr bwMode="auto">
            <a:xfrm rot="5094805">
              <a:off x="2564899" y="6642031"/>
              <a:ext cx="43415" cy="29705"/>
            </a:xfrm>
            <a:custGeom>
              <a:avLst/>
              <a:gdLst>
                <a:gd name="T0" fmla="*/ 16 w 17"/>
                <a:gd name="T1" fmla="*/ 3 h 12"/>
                <a:gd name="T2" fmla="*/ 10 w 17"/>
                <a:gd name="T3" fmla="*/ 11 h 12"/>
                <a:gd name="T4" fmla="*/ 1 w 17"/>
                <a:gd name="T5" fmla="*/ 10 h 12"/>
                <a:gd name="T6" fmla="*/ 7 w 17"/>
                <a:gd name="T7" fmla="*/ 1 h 12"/>
                <a:gd name="T8" fmla="*/ 16 w 17"/>
                <a:gd name="T9" fmla="*/ 3 h 12"/>
              </a:gdLst>
              <a:ahLst/>
              <a:cxnLst>
                <a:cxn ang="0">
                  <a:pos x="T0" y="T1"/>
                </a:cxn>
                <a:cxn ang="0">
                  <a:pos x="T2" y="T3"/>
                </a:cxn>
                <a:cxn ang="0">
                  <a:pos x="T4" y="T5"/>
                </a:cxn>
                <a:cxn ang="0">
                  <a:pos x="T6" y="T7"/>
                </a:cxn>
                <a:cxn ang="0">
                  <a:pos x="T8" y="T9"/>
                </a:cxn>
              </a:cxnLst>
              <a:rect l="0" t="0" r="r" b="b"/>
              <a:pathLst>
                <a:path w="17" h="12">
                  <a:moveTo>
                    <a:pt x="16" y="3"/>
                  </a:moveTo>
                  <a:cubicBezTo>
                    <a:pt x="17" y="6"/>
                    <a:pt x="14" y="10"/>
                    <a:pt x="10" y="11"/>
                  </a:cubicBezTo>
                  <a:cubicBezTo>
                    <a:pt x="6" y="12"/>
                    <a:pt x="2" y="12"/>
                    <a:pt x="1" y="10"/>
                  </a:cubicBezTo>
                  <a:cubicBezTo>
                    <a:pt x="0" y="8"/>
                    <a:pt x="3" y="3"/>
                    <a:pt x="7" y="1"/>
                  </a:cubicBezTo>
                  <a:cubicBezTo>
                    <a:pt x="11" y="0"/>
                    <a:pt x="15" y="0"/>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1" name="Freeform 2334">
              <a:extLst>
                <a:ext uri="{FF2B5EF4-FFF2-40B4-BE49-F238E27FC236}">
                  <a16:creationId xmlns:a16="http://schemas.microsoft.com/office/drawing/2014/main" id="{A00FE1DE-784C-0731-52F8-81B0BE175B16}"/>
                </a:ext>
              </a:extLst>
            </p:cNvPr>
            <p:cNvSpPr>
              <a:spLocks/>
            </p:cNvSpPr>
            <p:nvPr/>
          </p:nvSpPr>
          <p:spPr bwMode="auto">
            <a:xfrm rot="5094805">
              <a:off x="2658170" y="6825486"/>
              <a:ext cx="38845" cy="31990"/>
            </a:xfrm>
            <a:custGeom>
              <a:avLst/>
              <a:gdLst>
                <a:gd name="T0" fmla="*/ 16 w 16"/>
                <a:gd name="T1" fmla="*/ 4 h 13"/>
                <a:gd name="T2" fmla="*/ 7 w 16"/>
                <a:gd name="T3" fmla="*/ 12 h 13"/>
                <a:gd name="T4" fmla="*/ 0 w 16"/>
                <a:gd name="T5" fmla="*/ 9 h 13"/>
                <a:gd name="T6" fmla="*/ 8 w 16"/>
                <a:gd name="T7" fmla="*/ 1 h 13"/>
                <a:gd name="T8" fmla="*/ 16 w 16"/>
                <a:gd name="T9" fmla="*/ 4 h 13"/>
              </a:gdLst>
              <a:ahLst/>
              <a:cxnLst>
                <a:cxn ang="0">
                  <a:pos x="T0" y="T1"/>
                </a:cxn>
                <a:cxn ang="0">
                  <a:pos x="T2" y="T3"/>
                </a:cxn>
                <a:cxn ang="0">
                  <a:pos x="T4" y="T5"/>
                </a:cxn>
                <a:cxn ang="0">
                  <a:pos x="T6" y="T7"/>
                </a:cxn>
                <a:cxn ang="0">
                  <a:pos x="T8" y="T9"/>
                </a:cxn>
              </a:cxnLst>
              <a:rect l="0" t="0" r="r" b="b"/>
              <a:pathLst>
                <a:path w="16" h="13">
                  <a:moveTo>
                    <a:pt x="16" y="4"/>
                  </a:moveTo>
                  <a:cubicBezTo>
                    <a:pt x="15" y="8"/>
                    <a:pt x="12" y="11"/>
                    <a:pt x="7" y="12"/>
                  </a:cubicBezTo>
                  <a:cubicBezTo>
                    <a:pt x="3" y="13"/>
                    <a:pt x="0" y="12"/>
                    <a:pt x="0" y="9"/>
                  </a:cubicBezTo>
                  <a:cubicBezTo>
                    <a:pt x="0" y="6"/>
                    <a:pt x="4" y="2"/>
                    <a:pt x="8" y="1"/>
                  </a:cubicBezTo>
                  <a:cubicBezTo>
                    <a:pt x="12" y="0"/>
                    <a:pt x="16" y="1"/>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2" name="Freeform 2335">
              <a:extLst>
                <a:ext uri="{FF2B5EF4-FFF2-40B4-BE49-F238E27FC236}">
                  <a16:creationId xmlns:a16="http://schemas.microsoft.com/office/drawing/2014/main" id="{44DBA0A5-CD8E-FD11-FA2C-3E63EB85D1CF}"/>
                </a:ext>
              </a:extLst>
            </p:cNvPr>
            <p:cNvSpPr>
              <a:spLocks/>
            </p:cNvSpPr>
            <p:nvPr/>
          </p:nvSpPr>
          <p:spPr bwMode="auto">
            <a:xfrm rot="5094805">
              <a:off x="974606" y="1621025"/>
              <a:ext cx="41130" cy="34275"/>
            </a:xfrm>
            <a:custGeom>
              <a:avLst/>
              <a:gdLst>
                <a:gd name="T0" fmla="*/ 16 w 17"/>
                <a:gd name="T1" fmla="*/ 11 h 14"/>
                <a:gd name="T2" fmla="*/ 9 w 17"/>
                <a:gd name="T3" fmla="*/ 12 h 14"/>
                <a:gd name="T4" fmla="*/ 1 w 17"/>
                <a:gd name="T5" fmla="*/ 3 h 14"/>
                <a:gd name="T6" fmla="*/ 8 w 17"/>
                <a:gd name="T7" fmla="*/ 3 h 14"/>
                <a:gd name="T8" fmla="*/ 16 w 17"/>
                <a:gd name="T9" fmla="*/ 11 h 14"/>
              </a:gdLst>
              <a:ahLst/>
              <a:cxnLst>
                <a:cxn ang="0">
                  <a:pos x="T0" y="T1"/>
                </a:cxn>
                <a:cxn ang="0">
                  <a:pos x="T2" y="T3"/>
                </a:cxn>
                <a:cxn ang="0">
                  <a:pos x="T4" y="T5"/>
                </a:cxn>
                <a:cxn ang="0">
                  <a:pos x="T6" y="T7"/>
                </a:cxn>
                <a:cxn ang="0">
                  <a:pos x="T8" y="T9"/>
                </a:cxn>
              </a:cxnLst>
              <a:rect l="0" t="0" r="r" b="b"/>
              <a:pathLst>
                <a:path w="17" h="14">
                  <a:moveTo>
                    <a:pt x="16" y="11"/>
                  </a:moveTo>
                  <a:cubicBezTo>
                    <a:pt x="17" y="14"/>
                    <a:pt x="13" y="14"/>
                    <a:pt x="9" y="12"/>
                  </a:cubicBezTo>
                  <a:cubicBezTo>
                    <a:pt x="6" y="10"/>
                    <a:pt x="2" y="6"/>
                    <a:pt x="1" y="3"/>
                  </a:cubicBezTo>
                  <a:cubicBezTo>
                    <a:pt x="0" y="1"/>
                    <a:pt x="3" y="0"/>
                    <a:pt x="8" y="3"/>
                  </a:cubicBezTo>
                  <a:cubicBezTo>
                    <a:pt x="11" y="5"/>
                    <a:pt x="15" y="9"/>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3" name="Freeform 2336">
              <a:extLst>
                <a:ext uri="{FF2B5EF4-FFF2-40B4-BE49-F238E27FC236}">
                  <a16:creationId xmlns:a16="http://schemas.microsoft.com/office/drawing/2014/main" id="{B5FC7122-672C-63D6-D6D2-BBC128C1BCD4}"/>
                </a:ext>
              </a:extLst>
            </p:cNvPr>
            <p:cNvSpPr>
              <a:spLocks/>
            </p:cNvSpPr>
            <p:nvPr/>
          </p:nvSpPr>
          <p:spPr bwMode="auto">
            <a:xfrm rot="5094805">
              <a:off x="887536" y="1830639"/>
              <a:ext cx="41130" cy="29705"/>
            </a:xfrm>
            <a:custGeom>
              <a:avLst/>
              <a:gdLst>
                <a:gd name="T0" fmla="*/ 8 w 16"/>
                <a:gd name="T1" fmla="*/ 10 h 12"/>
                <a:gd name="T2" fmla="*/ 1 w 16"/>
                <a:gd name="T3" fmla="*/ 2 h 12"/>
                <a:gd name="T4" fmla="*/ 8 w 16"/>
                <a:gd name="T5" fmla="*/ 2 h 12"/>
                <a:gd name="T6" fmla="*/ 16 w 16"/>
                <a:gd name="T7" fmla="*/ 10 h 12"/>
                <a:gd name="T8" fmla="*/ 8 w 16"/>
                <a:gd name="T9" fmla="*/ 10 h 12"/>
              </a:gdLst>
              <a:ahLst/>
              <a:cxnLst>
                <a:cxn ang="0">
                  <a:pos x="T0" y="T1"/>
                </a:cxn>
                <a:cxn ang="0">
                  <a:pos x="T2" y="T3"/>
                </a:cxn>
                <a:cxn ang="0">
                  <a:pos x="T4" y="T5"/>
                </a:cxn>
                <a:cxn ang="0">
                  <a:pos x="T6" y="T7"/>
                </a:cxn>
                <a:cxn ang="0">
                  <a:pos x="T8" y="T9"/>
                </a:cxn>
              </a:cxnLst>
              <a:rect l="0" t="0" r="r" b="b"/>
              <a:pathLst>
                <a:path w="16" h="12">
                  <a:moveTo>
                    <a:pt x="8" y="10"/>
                  </a:moveTo>
                  <a:cubicBezTo>
                    <a:pt x="4" y="7"/>
                    <a:pt x="0" y="3"/>
                    <a:pt x="1" y="2"/>
                  </a:cubicBezTo>
                  <a:cubicBezTo>
                    <a:pt x="1" y="0"/>
                    <a:pt x="4" y="0"/>
                    <a:pt x="8" y="2"/>
                  </a:cubicBezTo>
                  <a:cubicBezTo>
                    <a:pt x="12" y="4"/>
                    <a:pt x="15" y="8"/>
                    <a:pt x="16" y="10"/>
                  </a:cubicBezTo>
                  <a:cubicBezTo>
                    <a:pt x="16" y="12"/>
                    <a:pt x="12" y="12"/>
                    <a:pt x="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4" name="Freeform 2337">
              <a:extLst>
                <a:ext uri="{FF2B5EF4-FFF2-40B4-BE49-F238E27FC236}">
                  <a16:creationId xmlns:a16="http://schemas.microsoft.com/office/drawing/2014/main" id="{8BEDC644-467D-F383-BF95-609DFBE63402}"/>
                </a:ext>
              </a:extLst>
            </p:cNvPr>
            <p:cNvSpPr>
              <a:spLocks/>
            </p:cNvSpPr>
            <p:nvPr/>
          </p:nvSpPr>
          <p:spPr bwMode="auto">
            <a:xfrm rot="5094805">
              <a:off x="822097" y="2037389"/>
              <a:ext cx="36560" cy="27420"/>
            </a:xfrm>
            <a:custGeom>
              <a:avLst/>
              <a:gdLst>
                <a:gd name="T0" fmla="*/ 6 w 15"/>
                <a:gd name="T1" fmla="*/ 2 h 11"/>
                <a:gd name="T2" fmla="*/ 15 w 15"/>
                <a:gd name="T3" fmla="*/ 9 h 11"/>
                <a:gd name="T4" fmla="*/ 8 w 15"/>
                <a:gd name="T5" fmla="*/ 9 h 11"/>
                <a:gd name="T6" fmla="*/ 0 w 15"/>
                <a:gd name="T7" fmla="*/ 3 h 11"/>
                <a:gd name="T8" fmla="*/ 6 w 15"/>
                <a:gd name="T9" fmla="*/ 2 h 11"/>
              </a:gdLst>
              <a:ahLst/>
              <a:cxnLst>
                <a:cxn ang="0">
                  <a:pos x="T0" y="T1"/>
                </a:cxn>
                <a:cxn ang="0">
                  <a:pos x="T2" y="T3"/>
                </a:cxn>
                <a:cxn ang="0">
                  <a:pos x="T4" y="T5"/>
                </a:cxn>
                <a:cxn ang="0">
                  <a:pos x="T6" y="T7"/>
                </a:cxn>
                <a:cxn ang="0">
                  <a:pos x="T8" y="T9"/>
                </a:cxn>
              </a:cxnLst>
              <a:rect l="0" t="0" r="r" b="b"/>
              <a:pathLst>
                <a:path w="15" h="11">
                  <a:moveTo>
                    <a:pt x="6" y="2"/>
                  </a:moveTo>
                  <a:cubicBezTo>
                    <a:pt x="11" y="3"/>
                    <a:pt x="15" y="7"/>
                    <a:pt x="15" y="9"/>
                  </a:cubicBezTo>
                  <a:cubicBezTo>
                    <a:pt x="15" y="10"/>
                    <a:pt x="11" y="11"/>
                    <a:pt x="8" y="9"/>
                  </a:cubicBezTo>
                  <a:cubicBezTo>
                    <a:pt x="4" y="8"/>
                    <a:pt x="0" y="5"/>
                    <a:pt x="0" y="3"/>
                  </a:cubicBezTo>
                  <a:cubicBezTo>
                    <a:pt x="0" y="1"/>
                    <a:pt x="3" y="0"/>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5" name="Freeform 2338">
              <a:extLst>
                <a:ext uri="{FF2B5EF4-FFF2-40B4-BE49-F238E27FC236}">
                  <a16:creationId xmlns:a16="http://schemas.microsoft.com/office/drawing/2014/main" id="{37BBA0AB-5915-59E1-13C8-0B94144F3841}"/>
                </a:ext>
              </a:extLst>
            </p:cNvPr>
            <p:cNvSpPr>
              <a:spLocks/>
            </p:cNvSpPr>
            <p:nvPr/>
          </p:nvSpPr>
          <p:spPr bwMode="auto">
            <a:xfrm rot="5094805">
              <a:off x="781376" y="2239335"/>
              <a:ext cx="38845" cy="22850"/>
            </a:xfrm>
            <a:custGeom>
              <a:avLst/>
              <a:gdLst>
                <a:gd name="T0" fmla="*/ 9 w 16"/>
                <a:gd name="T1" fmla="*/ 8 h 9"/>
                <a:gd name="T2" fmla="*/ 1 w 16"/>
                <a:gd name="T3" fmla="*/ 4 h 9"/>
                <a:gd name="T4" fmla="*/ 7 w 16"/>
                <a:gd name="T5" fmla="*/ 1 h 9"/>
                <a:gd name="T6" fmla="*/ 15 w 16"/>
                <a:gd name="T7" fmla="*/ 6 h 9"/>
                <a:gd name="T8" fmla="*/ 9 w 16"/>
                <a:gd name="T9" fmla="*/ 8 h 9"/>
              </a:gdLst>
              <a:ahLst/>
              <a:cxnLst>
                <a:cxn ang="0">
                  <a:pos x="T0" y="T1"/>
                </a:cxn>
                <a:cxn ang="0">
                  <a:pos x="T2" y="T3"/>
                </a:cxn>
                <a:cxn ang="0">
                  <a:pos x="T4" y="T5"/>
                </a:cxn>
                <a:cxn ang="0">
                  <a:pos x="T6" y="T7"/>
                </a:cxn>
                <a:cxn ang="0">
                  <a:pos x="T8" y="T9"/>
                </a:cxn>
              </a:cxnLst>
              <a:rect l="0" t="0" r="r" b="b"/>
              <a:pathLst>
                <a:path w="16" h="9">
                  <a:moveTo>
                    <a:pt x="9" y="8"/>
                  </a:moveTo>
                  <a:cubicBezTo>
                    <a:pt x="5" y="8"/>
                    <a:pt x="2" y="6"/>
                    <a:pt x="1" y="4"/>
                  </a:cubicBezTo>
                  <a:cubicBezTo>
                    <a:pt x="0" y="1"/>
                    <a:pt x="3" y="0"/>
                    <a:pt x="7" y="1"/>
                  </a:cubicBezTo>
                  <a:cubicBezTo>
                    <a:pt x="11" y="2"/>
                    <a:pt x="15" y="4"/>
                    <a:pt x="15" y="6"/>
                  </a:cubicBezTo>
                  <a:cubicBezTo>
                    <a:pt x="16" y="8"/>
                    <a:pt x="13" y="9"/>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6" name="Freeform 2339">
              <a:extLst>
                <a:ext uri="{FF2B5EF4-FFF2-40B4-BE49-F238E27FC236}">
                  <a16:creationId xmlns:a16="http://schemas.microsoft.com/office/drawing/2014/main" id="{A1BFE1D9-7629-B9A0-930C-0667B96F537D}"/>
                </a:ext>
              </a:extLst>
            </p:cNvPr>
            <p:cNvSpPr>
              <a:spLocks/>
            </p:cNvSpPr>
            <p:nvPr/>
          </p:nvSpPr>
          <p:spPr bwMode="auto">
            <a:xfrm rot="5094805">
              <a:off x="782973" y="2438869"/>
              <a:ext cx="36560" cy="20565"/>
            </a:xfrm>
            <a:custGeom>
              <a:avLst/>
              <a:gdLst>
                <a:gd name="T0" fmla="*/ 15 w 15"/>
                <a:gd name="T1" fmla="*/ 4 h 8"/>
                <a:gd name="T2" fmla="*/ 7 w 15"/>
                <a:gd name="T3" fmla="*/ 8 h 8"/>
                <a:gd name="T4" fmla="*/ 0 w 15"/>
                <a:gd name="T5" fmla="*/ 4 h 8"/>
                <a:gd name="T6" fmla="*/ 6 w 15"/>
                <a:gd name="T7" fmla="*/ 1 h 8"/>
                <a:gd name="T8" fmla="*/ 15 w 15"/>
                <a:gd name="T9" fmla="*/ 4 h 8"/>
              </a:gdLst>
              <a:ahLst/>
              <a:cxnLst>
                <a:cxn ang="0">
                  <a:pos x="T0" y="T1"/>
                </a:cxn>
                <a:cxn ang="0">
                  <a:pos x="T2" y="T3"/>
                </a:cxn>
                <a:cxn ang="0">
                  <a:pos x="T4" y="T5"/>
                </a:cxn>
                <a:cxn ang="0">
                  <a:pos x="T6" y="T7"/>
                </a:cxn>
                <a:cxn ang="0">
                  <a:pos x="T8" y="T9"/>
                </a:cxn>
              </a:cxnLst>
              <a:rect l="0" t="0" r="r" b="b"/>
              <a:pathLst>
                <a:path w="15" h="8">
                  <a:moveTo>
                    <a:pt x="15" y="4"/>
                  </a:moveTo>
                  <a:cubicBezTo>
                    <a:pt x="15" y="6"/>
                    <a:pt x="11" y="8"/>
                    <a:pt x="7" y="8"/>
                  </a:cubicBezTo>
                  <a:cubicBezTo>
                    <a:pt x="4" y="8"/>
                    <a:pt x="0" y="6"/>
                    <a:pt x="0" y="4"/>
                  </a:cubicBezTo>
                  <a:cubicBezTo>
                    <a:pt x="0" y="2"/>
                    <a:pt x="2" y="1"/>
                    <a:pt x="6" y="1"/>
                  </a:cubicBezTo>
                  <a:cubicBezTo>
                    <a:pt x="10" y="0"/>
                    <a:pt x="14" y="2"/>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7" name="Freeform 2340">
              <a:extLst>
                <a:ext uri="{FF2B5EF4-FFF2-40B4-BE49-F238E27FC236}">
                  <a16:creationId xmlns:a16="http://schemas.microsoft.com/office/drawing/2014/main" id="{4DC1937B-198F-7224-2776-CE13468EF705}"/>
                </a:ext>
              </a:extLst>
            </p:cNvPr>
            <p:cNvSpPr>
              <a:spLocks/>
            </p:cNvSpPr>
            <p:nvPr/>
          </p:nvSpPr>
          <p:spPr bwMode="auto">
            <a:xfrm rot="5094805">
              <a:off x="820580" y="2630609"/>
              <a:ext cx="34275" cy="18280"/>
            </a:xfrm>
            <a:custGeom>
              <a:avLst/>
              <a:gdLst>
                <a:gd name="T0" fmla="*/ 6 w 14"/>
                <a:gd name="T1" fmla="*/ 0 h 8"/>
                <a:gd name="T2" fmla="*/ 14 w 14"/>
                <a:gd name="T3" fmla="*/ 3 h 8"/>
                <a:gd name="T4" fmla="*/ 8 w 14"/>
                <a:gd name="T5" fmla="*/ 7 h 8"/>
                <a:gd name="T6" fmla="*/ 0 w 14"/>
                <a:gd name="T7" fmla="*/ 5 h 8"/>
                <a:gd name="T8" fmla="*/ 6 w 14"/>
                <a:gd name="T9" fmla="*/ 0 h 8"/>
              </a:gdLst>
              <a:ahLst/>
              <a:cxnLst>
                <a:cxn ang="0">
                  <a:pos x="T0" y="T1"/>
                </a:cxn>
                <a:cxn ang="0">
                  <a:pos x="T2" y="T3"/>
                </a:cxn>
                <a:cxn ang="0">
                  <a:pos x="T4" y="T5"/>
                </a:cxn>
                <a:cxn ang="0">
                  <a:pos x="T6" y="T7"/>
                </a:cxn>
                <a:cxn ang="0">
                  <a:pos x="T8" y="T9"/>
                </a:cxn>
              </a:cxnLst>
              <a:rect l="0" t="0" r="r" b="b"/>
              <a:pathLst>
                <a:path w="14" h="8">
                  <a:moveTo>
                    <a:pt x="6" y="0"/>
                  </a:moveTo>
                  <a:cubicBezTo>
                    <a:pt x="10" y="0"/>
                    <a:pt x="14" y="1"/>
                    <a:pt x="14" y="3"/>
                  </a:cubicBezTo>
                  <a:cubicBezTo>
                    <a:pt x="14" y="5"/>
                    <a:pt x="11" y="7"/>
                    <a:pt x="8" y="7"/>
                  </a:cubicBezTo>
                  <a:cubicBezTo>
                    <a:pt x="4" y="8"/>
                    <a:pt x="0" y="7"/>
                    <a:pt x="0" y="5"/>
                  </a:cubicBezTo>
                  <a:cubicBezTo>
                    <a:pt x="0" y="3"/>
                    <a:pt x="2"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8" name="Freeform 2341">
              <a:extLst>
                <a:ext uri="{FF2B5EF4-FFF2-40B4-BE49-F238E27FC236}">
                  <a16:creationId xmlns:a16="http://schemas.microsoft.com/office/drawing/2014/main" id="{F112F717-D162-BE30-F9A0-F1C1BE955C43}"/>
                </a:ext>
              </a:extLst>
            </p:cNvPr>
            <p:cNvSpPr>
              <a:spLocks/>
            </p:cNvSpPr>
            <p:nvPr/>
          </p:nvSpPr>
          <p:spPr bwMode="auto">
            <a:xfrm rot="5094805">
              <a:off x="872972" y="2817403"/>
              <a:ext cx="36560" cy="22850"/>
            </a:xfrm>
            <a:custGeom>
              <a:avLst/>
              <a:gdLst>
                <a:gd name="T0" fmla="*/ 0 w 15"/>
                <a:gd name="T1" fmla="*/ 6 h 10"/>
                <a:gd name="T2" fmla="*/ 7 w 15"/>
                <a:gd name="T3" fmla="*/ 1 h 10"/>
                <a:gd name="T4" fmla="*/ 15 w 15"/>
                <a:gd name="T5" fmla="*/ 4 h 10"/>
                <a:gd name="T6" fmla="*/ 8 w 15"/>
                <a:gd name="T7" fmla="*/ 9 h 10"/>
                <a:gd name="T8" fmla="*/ 0 w 15"/>
                <a:gd name="T9" fmla="*/ 6 h 10"/>
              </a:gdLst>
              <a:ahLst/>
              <a:cxnLst>
                <a:cxn ang="0">
                  <a:pos x="T0" y="T1"/>
                </a:cxn>
                <a:cxn ang="0">
                  <a:pos x="T2" y="T3"/>
                </a:cxn>
                <a:cxn ang="0">
                  <a:pos x="T4" y="T5"/>
                </a:cxn>
                <a:cxn ang="0">
                  <a:pos x="T6" y="T7"/>
                </a:cxn>
                <a:cxn ang="0">
                  <a:pos x="T8" y="T9"/>
                </a:cxn>
              </a:cxnLst>
              <a:rect l="0" t="0" r="r" b="b"/>
              <a:pathLst>
                <a:path w="15" h="10">
                  <a:moveTo>
                    <a:pt x="0" y="6"/>
                  </a:moveTo>
                  <a:cubicBezTo>
                    <a:pt x="0" y="4"/>
                    <a:pt x="3" y="2"/>
                    <a:pt x="7" y="1"/>
                  </a:cubicBezTo>
                  <a:cubicBezTo>
                    <a:pt x="11" y="0"/>
                    <a:pt x="15" y="2"/>
                    <a:pt x="15" y="4"/>
                  </a:cubicBezTo>
                  <a:cubicBezTo>
                    <a:pt x="15" y="6"/>
                    <a:pt x="12" y="8"/>
                    <a:pt x="8" y="9"/>
                  </a:cubicBezTo>
                  <a:cubicBezTo>
                    <a:pt x="4" y="10"/>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9" name="Freeform 2342">
              <a:extLst>
                <a:ext uri="{FF2B5EF4-FFF2-40B4-BE49-F238E27FC236}">
                  <a16:creationId xmlns:a16="http://schemas.microsoft.com/office/drawing/2014/main" id="{C2BCEAA2-B9CE-FD93-5C5E-50C155AD965C}"/>
                </a:ext>
              </a:extLst>
            </p:cNvPr>
            <p:cNvSpPr>
              <a:spLocks/>
            </p:cNvSpPr>
            <p:nvPr/>
          </p:nvSpPr>
          <p:spPr bwMode="auto">
            <a:xfrm rot="5094805">
              <a:off x="936840" y="3005363"/>
              <a:ext cx="41130" cy="25135"/>
            </a:xfrm>
            <a:custGeom>
              <a:avLst/>
              <a:gdLst>
                <a:gd name="T0" fmla="*/ 15 w 16"/>
                <a:gd name="T1" fmla="*/ 3 h 10"/>
                <a:gd name="T2" fmla="*/ 8 w 16"/>
                <a:gd name="T3" fmla="*/ 9 h 10"/>
                <a:gd name="T4" fmla="*/ 1 w 16"/>
                <a:gd name="T5" fmla="*/ 7 h 10"/>
                <a:gd name="T6" fmla="*/ 6 w 16"/>
                <a:gd name="T7" fmla="*/ 2 h 10"/>
                <a:gd name="T8" fmla="*/ 15 w 16"/>
                <a:gd name="T9" fmla="*/ 3 h 10"/>
              </a:gdLst>
              <a:ahLst/>
              <a:cxnLst>
                <a:cxn ang="0">
                  <a:pos x="T0" y="T1"/>
                </a:cxn>
                <a:cxn ang="0">
                  <a:pos x="T2" y="T3"/>
                </a:cxn>
                <a:cxn ang="0">
                  <a:pos x="T4" y="T5"/>
                </a:cxn>
                <a:cxn ang="0">
                  <a:pos x="T6" y="T7"/>
                </a:cxn>
                <a:cxn ang="0">
                  <a:pos x="T8" y="T9"/>
                </a:cxn>
              </a:cxnLst>
              <a:rect l="0" t="0" r="r" b="b"/>
              <a:pathLst>
                <a:path w="16" h="10">
                  <a:moveTo>
                    <a:pt x="15" y="3"/>
                  </a:moveTo>
                  <a:cubicBezTo>
                    <a:pt x="16" y="5"/>
                    <a:pt x="12" y="8"/>
                    <a:pt x="8" y="9"/>
                  </a:cubicBezTo>
                  <a:cubicBezTo>
                    <a:pt x="4" y="10"/>
                    <a:pt x="1" y="9"/>
                    <a:pt x="1" y="7"/>
                  </a:cubicBezTo>
                  <a:cubicBezTo>
                    <a:pt x="0" y="5"/>
                    <a:pt x="3" y="3"/>
                    <a:pt x="6" y="2"/>
                  </a:cubicBezTo>
                  <a:cubicBezTo>
                    <a:pt x="11" y="0"/>
                    <a:pt x="15"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0" name="Freeform 2343">
              <a:extLst>
                <a:ext uri="{FF2B5EF4-FFF2-40B4-BE49-F238E27FC236}">
                  <a16:creationId xmlns:a16="http://schemas.microsoft.com/office/drawing/2014/main" id="{9A206B4B-6A43-1ACF-2C25-DC76BCD755F7}"/>
                </a:ext>
              </a:extLst>
            </p:cNvPr>
            <p:cNvSpPr>
              <a:spLocks/>
            </p:cNvSpPr>
            <p:nvPr/>
          </p:nvSpPr>
          <p:spPr bwMode="auto">
            <a:xfrm rot="5094805">
              <a:off x="1017700" y="3191172"/>
              <a:ext cx="34275" cy="27420"/>
            </a:xfrm>
            <a:custGeom>
              <a:avLst/>
              <a:gdLst>
                <a:gd name="T0" fmla="*/ 6 w 14"/>
                <a:gd name="T1" fmla="*/ 2 h 11"/>
                <a:gd name="T2" fmla="*/ 14 w 14"/>
                <a:gd name="T3" fmla="*/ 4 h 11"/>
                <a:gd name="T4" fmla="*/ 8 w 14"/>
                <a:gd name="T5" fmla="*/ 10 h 11"/>
                <a:gd name="T6" fmla="*/ 0 w 14"/>
                <a:gd name="T7" fmla="*/ 8 h 11"/>
                <a:gd name="T8" fmla="*/ 6 w 14"/>
                <a:gd name="T9" fmla="*/ 2 h 11"/>
              </a:gdLst>
              <a:ahLst/>
              <a:cxnLst>
                <a:cxn ang="0">
                  <a:pos x="T0" y="T1"/>
                </a:cxn>
                <a:cxn ang="0">
                  <a:pos x="T2" y="T3"/>
                </a:cxn>
                <a:cxn ang="0">
                  <a:pos x="T4" y="T5"/>
                </a:cxn>
                <a:cxn ang="0">
                  <a:pos x="T6" y="T7"/>
                </a:cxn>
                <a:cxn ang="0">
                  <a:pos x="T8" y="T9"/>
                </a:cxn>
              </a:cxnLst>
              <a:rect l="0" t="0" r="r" b="b"/>
              <a:pathLst>
                <a:path w="14" h="11">
                  <a:moveTo>
                    <a:pt x="6" y="2"/>
                  </a:moveTo>
                  <a:cubicBezTo>
                    <a:pt x="10" y="0"/>
                    <a:pt x="14" y="1"/>
                    <a:pt x="14" y="4"/>
                  </a:cubicBezTo>
                  <a:cubicBezTo>
                    <a:pt x="14" y="6"/>
                    <a:pt x="11" y="8"/>
                    <a:pt x="8" y="10"/>
                  </a:cubicBezTo>
                  <a:cubicBezTo>
                    <a:pt x="4" y="11"/>
                    <a:pt x="0" y="10"/>
                    <a:pt x="0" y="8"/>
                  </a:cubicBezTo>
                  <a:cubicBezTo>
                    <a:pt x="0" y="6"/>
                    <a:pt x="3"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1" name="Freeform 2344">
              <a:extLst>
                <a:ext uri="{FF2B5EF4-FFF2-40B4-BE49-F238E27FC236}">
                  <a16:creationId xmlns:a16="http://schemas.microsoft.com/office/drawing/2014/main" id="{2F1F8B09-B144-C6BA-650C-5B0F34CF20A4}"/>
                </a:ext>
              </a:extLst>
            </p:cNvPr>
            <p:cNvSpPr>
              <a:spLocks/>
            </p:cNvSpPr>
            <p:nvPr/>
          </p:nvSpPr>
          <p:spPr bwMode="auto">
            <a:xfrm rot="5094805">
              <a:off x="1101955" y="3377414"/>
              <a:ext cx="36560" cy="27420"/>
            </a:xfrm>
            <a:custGeom>
              <a:avLst/>
              <a:gdLst>
                <a:gd name="T0" fmla="*/ 15 w 15"/>
                <a:gd name="T1" fmla="*/ 3 h 11"/>
                <a:gd name="T2" fmla="*/ 7 w 15"/>
                <a:gd name="T3" fmla="*/ 10 h 11"/>
                <a:gd name="T4" fmla="*/ 0 w 15"/>
                <a:gd name="T5" fmla="*/ 8 h 11"/>
                <a:gd name="T6" fmla="*/ 6 w 15"/>
                <a:gd name="T7" fmla="*/ 2 h 11"/>
                <a:gd name="T8" fmla="*/ 15 w 15"/>
                <a:gd name="T9" fmla="*/ 3 h 11"/>
              </a:gdLst>
              <a:ahLst/>
              <a:cxnLst>
                <a:cxn ang="0">
                  <a:pos x="T0" y="T1"/>
                </a:cxn>
                <a:cxn ang="0">
                  <a:pos x="T2" y="T3"/>
                </a:cxn>
                <a:cxn ang="0">
                  <a:pos x="T4" y="T5"/>
                </a:cxn>
                <a:cxn ang="0">
                  <a:pos x="T6" y="T7"/>
                </a:cxn>
                <a:cxn ang="0">
                  <a:pos x="T8" y="T9"/>
                </a:cxn>
              </a:cxnLst>
              <a:rect l="0" t="0" r="r" b="b"/>
              <a:pathLst>
                <a:path w="15" h="11">
                  <a:moveTo>
                    <a:pt x="15" y="3"/>
                  </a:moveTo>
                  <a:cubicBezTo>
                    <a:pt x="15" y="5"/>
                    <a:pt x="11" y="8"/>
                    <a:pt x="7" y="10"/>
                  </a:cubicBezTo>
                  <a:cubicBezTo>
                    <a:pt x="4" y="11"/>
                    <a:pt x="0" y="10"/>
                    <a:pt x="0" y="8"/>
                  </a:cubicBezTo>
                  <a:cubicBezTo>
                    <a:pt x="0" y="6"/>
                    <a:pt x="2" y="3"/>
                    <a:pt x="6" y="2"/>
                  </a:cubicBezTo>
                  <a:cubicBezTo>
                    <a:pt x="10"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2" name="Freeform 2345">
              <a:extLst>
                <a:ext uri="{FF2B5EF4-FFF2-40B4-BE49-F238E27FC236}">
                  <a16:creationId xmlns:a16="http://schemas.microsoft.com/office/drawing/2014/main" id="{2A91839D-842D-0A78-41DF-42B0E855E1F5}"/>
                </a:ext>
              </a:extLst>
            </p:cNvPr>
            <p:cNvSpPr>
              <a:spLocks/>
            </p:cNvSpPr>
            <p:nvPr/>
          </p:nvSpPr>
          <p:spPr bwMode="auto">
            <a:xfrm rot="5094805">
              <a:off x="1194071" y="3561709"/>
              <a:ext cx="41130" cy="27420"/>
            </a:xfrm>
            <a:custGeom>
              <a:avLst/>
              <a:gdLst>
                <a:gd name="T0" fmla="*/ 15 w 16"/>
                <a:gd name="T1" fmla="*/ 2 h 11"/>
                <a:gd name="T2" fmla="*/ 9 w 16"/>
                <a:gd name="T3" fmla="*/ 9 h 11"/>
                <a:gd name="T4" fmla="*/ 1 w 16"/>
                <a:gd name="T5" fmla="*/ 8 h 11"/>
                <a:gd name="T6" fmla="*/ 7 w 16"/>
                <a:gd name="T7" fmla="*/ 1 h 11"/>
                <a:gd name="T8" fmla="*/ 15 w 16"/>
                <a:gd name="T9" fmla="*/ 2 h 11"/>
              </a:gdLst>
              <a:ahLst/>
              <a:cxnLst>
                <a:cxn ang="0">
                  <a:pos x="T0" y="T1"/>
                </a:cxn>
                <a:cxn ang="0">
                  <a:pos x="T2" y="T3"/>
                </a:cxn>
                <a:cxn ang="0">
                  <a:pos x="T4" y="T5"/>
                </a:cxn>
                <a:cxn ang="0">
                  <a:pos x="T6" y="T7"/>
                </a:cxn>
                <a:cxn ang="0">
                  <a:pos x="T8" y="T9"/>
                </a:cxn>
              </a:cxnLst>
              <a:rect l="0" t="0" r="r" b="b"/>
              <a:pathLst>
                <a:path w="16" h="11">
                  <a:moveTo>
                    <a:pt x="15" y="2"/>
                  </a:moveTo>
                  <a:cubicBezTo>
                    <a:pt x="16" y="4"/>
                    <a:pt x="13" y="7"/>
                    <a:pt x="9" y="9"/>
                  </a:cubicBezTo>
                  <a:cubicBezTo>
                    <a:pt x="5" y="11"/>
                    <a:pt x="2" y="10"/>
                    <a:pt x="1" y="8"/>
                  </a:cubicBezTo>
                  <a:cubicBezTo>
                    <a:pt x="0" y="6"/>
                    <a:pt x="3" y="3"/>
                    <a:pt x="7" y="1"/>
                  </a:cubicBezTo>
                  <a:cubicBezTo>
                    <a:pt x="11" y="0"/>
                    <a:pt x="15" y="0"/>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3" name="Freeform 2346">
              <a:extLst>
                <a:ext uri="{FF2B5EF4-FFF2-40B4-BE49-F238E27FC236}">
                  <a16:creationId xmlns:a16="http://schemas.microsoft.com/office/drawing/2014/main" id="{6CEA28ED-22EC-08E7-08CF-FFB7D0D6744C}"/>
                </a:ext>
              </a:extLst>
            </p:cNvPr>
            <p:cNvSpPr>
              <a:spLocks/>
            </p:cNvSpPr>
            <p:nvPr/>
          </p:nvSpPr>
          <p:spPr bwMode="auto">
            <a:xfrm rot="5094805">
              <a:off x="1298925" y="3746427"/>
              <a:ext cx="36560" cy="29705"/>
            </a:xfrm>
            <a:custGeom>
              <a:avLst/>
              <a:gdLst>
                <a:gd name="T0" fmla="*/ 7 w 15"/>
                <a:gd name="T1" fmla="*/ 11 h 12"/>
                <a:gd name="T2" fmla="*/ 0 w 15"/>
                <a:gd name="T3" fmla="*/ 9 h 12"/>
                <a:gd name="T4" fmla="*/ 7 w 15"/>
                <a:gd name="T5" fmla="*/ 2 h 12"/>
                <a:gd name="T6" fmla="*/ 14 w 15"/>
                <a:gd name="T7" fmla="*/ 3 h 12"/>
                <a:gd name="T8" fmla="*/ 7 w 15"/>
                <a:gd name="T9" fmla="*/ 11 h 12"/>
              </a:gdLst>
              <a:ahLst/>
              <a:cxnLst>
                <a:cxn ang="0">
                  <a:pos x="T0" y="T1"/>
                </a:cxn>
                <a:cxn ang="0">
                  <a:pos x="T2" y="T3"/>
                </a:cxn>
                <a:cxn ang="0">
                  <a:pos x="T4" y="T5"/>
                </a:cxn>
                <a:cxn ang="0">
                  <a:pos x="T6" y="T7"/>
                </a:cxn>
                <a:cxn ang="0">
                  <a:pos x="T8" y="T9"/>
                </a:cxn>
              </a:cxnLst>
              <a:rect l="0" t="0" r="r" b="b"/>
              <a:pathLst>
                <a:path w="15" h="12">
                  <a:moveTo>
                    <a:pt x="7" y="11"/>
                  </a:moveTo>
                  <a:cubicBezTo>
                    <a:pt x="3" y="12"/>
                    <a:pt x="0" y="11"/>
                    <a:pt x="0" y="9"/>
                  </a:cubicBezTo>
                  <a:cubicBezTo>
                    <a:pt x="0" y="6"/>
                    <a:pt x="3" y="3"/>
                    <a:pt x="7" y="2"/>
                  </a:cubicBezTo>
                  <a:cubicBezTo>
                    <a:pt x="11" y="0"/>
                    <a:pt x="14" y="1"/>
                    <a:pt x="14" y="3"/>
                  </a:cubicBezTo>
                  <a:cubicBezTo>
                    <a:pt x="15" y="5"/>
                    <a:pt x="11" y="9"/>
                    <a:pt x="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4" name="Freeform 2347">
              <a:extLst>
                <a:ext uri="{FF2B5EF4-FFF2-40B4-BE49-F238E27FC236}">
                  <a16:creationId xmlns:a16="http://schemas.microsoft.com/office/drawing/2014/main" id="{26EB23B8-1E31-184F-618D-C094851FF234}"/>
                </a:ext>
              </a:extLst>
            </p:cNvPr>
            <p:cNvSpPr>
              <a:spLocks/>
            </p:cNvSpPr>
            <p:nvPr/>
          </p:nvSpPr>
          <p:spPr bwMode="auto">
            <a:xfrm rot="5094805">
              <a:off x="1401186" y="3926488"/>
              <a:ext cx="38845" cy="34275"/>
            </a:xfrm>
            <a:custGeom>
              <a:avLst/>
              <a:gdLst>
                <a:gd name="T0" fmla="*/ 8 w 16"/>
                <a:gd name="T1" fmla="*/ 11 h 13"/>
                <a:gd name="T2" fmla="*/ 1 w 16"/>
                <a:gd name="T3" fmla="*/ 9 h 13"/>
                <a:gd name="T4" fmla="*/ 8 w 16"/>
                <a:gd name="T5" fmla="*/ 2 h 13"/>
                <a:gd name="T6" fmla="*/ 15 w 16"/>
                <a:gd name="T7" fmla="*/ 3 h 13"/>
                <a:gd name="T8" fmla="*/ 8 w 16"/>
                <a:gd name="T9" fmla="*/ 11 h 13"/>
              </a:gdLst>
              <a:ahLst/>
              <a:cxnLst>
                <a:cxn ang="0">
                  <a:pos x="T0" y="T1"/>
                </a:cxn>
                <a:cxn ang="0">
                  <a:pos x="T2" y="T3"/>
                </a:cxn>
                <a:cxn ang="0">
                  <a:pos x="T4" y="T5"/>
                </a:cxn>
                <a:cxn ang="0">
                  <a:pos x="T6" y="T7"/>
                </a:cxn>
                <a:cxn ang="0">
                  <a:pos x="T8" y="T9"/>
                </a:cxn>
              </a:cxnLst>
              <a:rect l="0" t="0" r="r" b="b"/>
              <a:pathLst>
                <a:path w="16" h="13">
                  <a:moveTo>
                    <a:pt x="8" y="11"/>
                  </a:moveTo>
                  <a:cubicBezTo>
                    <a:pt x="4" y="13"/>
                    <a:pt x="0" y="12"/>
                    <a:pt x="1" y="9"/>
                  </a:cubicBezTo>
                  <a:cubicBezTo>
                    <a:pt x="1" y="6"/>
                    <a:pt x="4" y="3"/>
                    <a:pt x="8" y="2"/>
                  </a:cubicBezTo>
                  <a:cubicBezTo>
                    <a:pt x="11" y="0"/>
                    <a:pt x="15" y="1"/>
                    <a:pt x="15" y="3"/>
                  </a:cubicBezTo>
                  <a:cubicBezTo>
                    <a:pt x="16" y="5"/>
                    <a:pt x="12" y="9"/>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5" name="Freeform 2348">
              <a:extLst>
                <a:ext uri="{FF2B5EF4-FFF2-40B4-BE49-F238E27FC236}">
                  <a16:creationId xmlns:a16="http://schemas.microsoft.com/office/drawing/2014/main" id="{A72BFBD0-F0E5-F5C2-7178-3E70E8120B33}"/>
                </a:ext>
              </a:extLst>
            </p:cNvPr>
            <p:cNvSpPr>
              <a:spLocks/>
            </p:cNvSpPr>
            <p:nvPr/>
          </p:nvSpPr>
          <p:spPr bwMode="auto">
            <a:xfrm rot="5094805">
              <a:off x="1511422" y="4111755"/>
              <a:ext cx="36560" cy="27420"/>
            </a:xfrm>
            <a:custGeom>
              <a:avLst/>
              <a:gdLst>
                <a:gd name="T0" fmla="*/ 15 w 15"/>
                <a:gd name="T1" fmla="*/ 3 h 12"/>
                <a:gd name="T2" fmla="*/ 8 w 15"/>
                <a:gd name="T3" fmla="*/ 11 h 12"/>
                <a:gd name="T4" fmla="*/ 1 w 15"/>
                <a:gd name="T5" fmla="*/ 10 h 12"/>
                <a:gd name="T6" fmla="*/ 6 w 15"/>
                <a:gd name="T7" fmla="*/ 2 h 12"/>
                <a:gd name="T8" fmla="*/ 15 w 15"/>
                <a:gd name="T9" fmla="*/ 3 h 12"/>
              </a:gdLst>
              <a:ahLst/>
              <a:cxnLst>
                <a:cxn ang="0">
                  <a:pos x="T0" y="T1"/>
                </a:cxn>
                <a:cxn ang="0">
                  <a:pos x="T2" y="T3"/>
                </a:cxn>
                <a:cxn ang="0">
                  <a:pos x="T4" y="T5"/>
                </a:cxn>
                <a:cxn ang="0">
                  <a:pos x="T6" y="T7"/>
                </a:cxn>
                <a:cxn ang="0">
                  <a:pos x="T8" y="T9"/>
                </a:cxn>
              </a:cxnLst>
              <a:rect l="0" t="0" r="r" b="b"/>
              <a:pathLst>
                <a:path w="15" h="12">
                  <a:moveTo>
                    <a:pt x="15" y="3"/>
                  </a:moveTo>
                  <a:cubicBezTo>
                    <a:pt x="15" y="5"/>
                    <a:pt x="12" y="9"/>
                    <a:pt x="8" y="11"/>
                  </a:cubicBezTo>
                  <a:cubicBezTo>
                    <a:pt x="4" y="12"/>
                    <a:pt x="1" y="12"/>
                    <a:pt x="1" y="10"/>
                  </a:cubicBezTo>
                  <a:cubicBezTo>
                    <a:pt x="0" y="7"/>
                    <a:pt x="3" y="4"/>
                    <a:pt x="6" y="2"/>
                  </a:cubicBezTo>
                  <a:cubicBezTo>
                    <a:pt x="11" y="0"/>
                    <a:pt x="15"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6" name="Freeform 2349">
              <a:extLst>
                <a:ext uri="{FF2B5EF4-FFF2-40B4-BE49-F238E27FC236}">
                  <a16:creationId xmlns:a16="http://schemas.microsoft.com/office/drawing/2014/main" id="{B1EB1084-E531-7798-721A-0A0DC32B9781}"/>
                </a:ext>
              </a:extLst>
            </p:cNvPr>
            <p:cNvSpPr>
              <a:spLocks/>
            </p:cNvSpPr>
            <p:nvPr/>
          </p:nvSpPr>
          <p:spPr bwMode="auto">
            <a:xfrm rot="5094805">
              <a:off x="1073055" y="1412683"/>
              <a:ext cx="41130" cy="34275"/>
            </a:xfrm>
            <a:custGeom>
              <a:avLst/>
              <a:gdLst>
                <a:gd name="T0" fmla="*/ 9 w 16"/>
                <a:gd name="T1" fmla="*/ 12 h 14"/>
                <a:gd name="T2" fmla="*/ 1 w 16"/>
                <a:gd name="T3" fmla="*/ 3 h 14"/>
                <a:gd name="T4" fmla="*/ 7 w 16"/>
                <a:gd name="T5" fmla="*/ 3 h 14"/>
                <a:gd name="T6" fmla="*/ 15 w 16"/>
                <a:gd name="T7" fmla="*/ 11 h 14"/>
                <a:gd name="T8" fmla="*/ 9 w 16"/>
                <a:gd name="T9" fmla="*/ 12 h 14"/>
              </a:gdLst>
              <a:ahLst/>
              <a:cxnLst>
                <a:cxn ang="0">
                  <a:pos x="T0" y="T1"/>
                </a:cxn>
                <a:cxn ang="0">
                  <a:pos x="T2" y="T3"/>
                </a:cxn>
                <a:cxn ang="0">
                  <a:pos x="T4" y="T5"/>
                </a:cxn>
                <a:cxn ang="0">
                  <a:pos x="T6" y="T7"/>
                </a:cxn>
                <a:cxn ang="0">
                  <a:pos x="T8" y="T9"/>
                </a:cxn>
              </a:cxnLst>
              <a:rect l="0" t="0" r="r" b="b"/>
              <a:pathLst>
                <a:path w="16" h="14">
                  <a:moveTo>
                    <a:pt x="9" y="12"/>
                  </a:moveTo>
                  <a:cubicBezTo>
                    <a:pt x="5" y="10"/>
                    <a:pt x="1" y="6"/>
                    <a:pt x="1" y="3"/>
                  </a:cubicBezTo>
                  <a:cubicBezTo>
                    <a:pt x="0" y="0"/>
                    <a:pt x="3" y="0"/>
                    <a:pt x="7" y="3"/>
                  </a:cubicBezTo>
                  <a:cubicBezTo>
                    <a:pt x="11" y="5"/>
                    <a:pt x="15" y="9"/>
                    <a:pt x="15" y="11"/>
                  </a:cubicBezTo>
                  <a:cubicBezTo>
                    <a:pt x="16" y="14"/>
                    <a:pt x="13" y="14"/>
                    <a:pt x="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7" name="Freeform 2350">
              <a:extLst>
                <a:ext uri="{FF2B5EF4-FFF2-40B4-BE49-F238E27FC236}">
                  <a16:creationId xmlns:a16="http://schemas.microsoft.com/office/drawing/2014/main" id="{A90217A7-8366-D3CB-32F2-33B551C5D586}"/>
                </a:ext>
              </a:extLst>
            </p:cNvPr>
            <p:cNvSpPr>
              <a:spLocks/>
            </p:cNvSpPr>
            <p:nvPr/>
          </p:nvSpPr>
          <p:spPr bwMode="auto">
            <a:xfrm rot="5094805">
              <a:off x="1174928" y="1203097"/>
              <a:ext cx="36560" cy="36560"/>
            </a:xfrm>
            <a:custGeom>
              <a:avLst/>
              <a:gdLst>
                <a:gd name="T0" fmla="*/ 15 w 15"/>
                <a:gd name="T1" fmla="*/ 12 h 15"/>
                <a:gd name="T2" fmla="*/ 7 w 15"/>
                <a:gd name="T3" fmla="*/ 12 h 15"/>
                <a:gd name="T4" fmla="*/ 0 w 15"/>
                <a:gd name="T5" fmla="*/ 3 h 15"/>
                <a:gd name="T6" fmla="*/ 6 w 15"/>
                <a:gd name="T7" fmla="*/ 2 h 15"/>
                <a:gd name="T8" fmla="*/ 15 w 15"/>
                <a:gd name="T9" fmla="*/ 12 h 15"/>
              </a:gdLst>
              <a:ahLst/>
              <a:cxnLst>
                <a:cxn ang="0">
                  <a:pos x="T0" y="T1"/>
                </a:cxn>
                <a:cxn ang="0">
                  <a:pos x="T2" y="T3"/>
                </a:cxn>
                <a:cxn ang="0">
                  <a:pos x="T4" y="T5"/>
                </a:cxn>
                <a:cxn ang="0">
                  <a:pos x="T6" y="T7"/>
                </a:cxn>
                <a:cxn ang="0">
                  <a:pos x="T8" y="T9"/>
                </a:cxn>
              </a:cxnLst>
              <a:rect l="0" t="0" r="r" b="b"/>
              <a:pathLst>
                <a:path w="15" h="15">
                  <a:moveTo>
                    <a:pt x="15" y="12"/>
                  </a:moveTo>
                  <a:cubicBezTo>
                    <a:pt x="15" y="15"/>
                    <a:pt x="11" y="15"/>
                    <a:pt x="7" y="12"/>
                  </a:cubicBezTo>
                  <a:cubicBezTo>
                    <a:pt x="4" y="10"/>
                    <a:pt x="0" y="6"/>
                    <a:pt x="0" y="3"/>
                  </a:cubicBezTo>
                  <a:cubicBezTo>
                    <a:pt x="0" y="1"/>
                    <a:pt x="2" y="0"/>
                    <a:pt x="6" y="2"/>
                  </a:cubicBezTo>
                  <a:cubicBezTo>
                    <a:pt x="10" y="5"/>
                    <a:pt x="15" y="9"/>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8" name="Freeform 2351">
              <a:extLst>
                <a:ext uri="{FF2B5EF4-FFF2-40B4-BE49-F238E27FC236}">
                  <a16:creationId xmlns:a16="http://schemas.microsoft.com/office/drawing/2014/main" id="{70730D75-58D2-CD94-E321-0854DB0E65A9}"/>
                </a:ext>
              </a:extLst>
            </p:cNvPr>
            <p:cNvSpPr>
              <a:spLocks/>
            </p:cNvSpPr>
            <p:nvPr/>
          </p:nvSpPr>
          <p:spPr bwMode="auto">
            <a:xfrm rot="5094805">
              <a:off x="1265403" y="994119"/>
              <a:ext cx="41130" cy="38845"/>
            </a:xfrm>
            <a:custGeom>
              <a:avLst/>
              <a:gdLst>
                <a:gd name="T0" fmla="*/ 6 w 16"/>
                <a:gd name="T1" fmla="*/ 2 h 15"/>
                <a:gd name="T2" fmla="*/ 16 w 16"/>
                <a:gd name="T3" fmla="*/ 12 h 15"/>
                <a:gd name="T4" fmla="*/ 10 w 16"/>
                <a:gd name="T5" fmla="*/ 13 h 15"/>
                <a:gd name="T6" fmla="*/ 1 w 16"/>
                <a:gd name="T7" fmla="*/ 4 h 15"/>
                <a:gd name="T8" fmla="*/ 6 w 16"/>
                <a:gd name="T9" fmla="*/ 2 h 15"/>
              </a:gdLst>
              <a:ahLst/>
              <a:cxnLst>
                <a:cxn ang="0">
                  <a:pos x="T0" y="T1"/>
                </a:cxn>
                <a:cxn ang="0">
                  <a:pos x="T2" y="T3"/>
                </a:cxn>
                <a:cxn ang="0">
                  <a:pos x="T4" y="T5"/>
                </a:cxn>
                <a:cxn ang="0">
                  <a:pos x="T6" y="T7"/>
                </a:cxn>
                <a:cxn ang="0">
                  <a:pos x="T8" y="T9"/>
                </a:cxn>
              </a:cxnLst>
              <a:rect l="0" t="0" r="r" b="b"/>
              <a:pathLst>
                <a:path w="16" h="15">
                  <a:moveTo>
                    <a:pt x="6" y="2"/>
                  </a:moveTo>
                  <a:cubicBezTo>
                    <a:pt x="11" y="4"/>
                    <a:pt x="15" y="9"/>
                    <a:pt x="16" y="12"/>
                  </a:cubicBezTo>
                  <a:cubicBezTo>
                    <a:pt x="16" y="14"/>
                    <a:pt x="13" y="15"/>
                    <a:pt x="10" y="13"/>
                  </a:cubicBezTo>
                  <a:cubicBezTo>
                    <a:pt x="6" y="12"/>
                    <a:pt x="1" y="7"/>
                    <a:pt x="1" y="4"/>
                  </a:cubicBezTo>
                  <a:cubicBezTo>
                    <a:pt x="0" y="1"/>
                    <a:pt x="3" y="0"/>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9" name="Freeform 2352">
              <a:extLst>
                <a:ext uri="{FF2B5EF4-FFF2-40B4-BE49-F238E27FC236}">
                  <a16:creationId xmlns:a16="http://schemas.microsoft.com/office/drawing/2014/main" id="{3729FC67-57C9-2B73-02D7-5733DC459303}"/>
                </a:ext>
              </a:extLst>
            </p:cNvPr>
            <p:cNvSpPr>
              <a:spLocks/>
            </p:cNvSpPr>
            <p:nvPr/>
          </p:nvSpPr>
          <p:spPr bwMode="auto">
            <a:xfrm rot="5094805">
              <a:off x="1345750" y="789780"/>
              <a:ext cx="38845" cy="36560"/>
            </a:xfrm>
            <a:custGeom>
              <a:avLst/>
              <a:gdLst>
                <a:gd name="T0" fmla="*/ 16 w 16"/>
                <a:gd name="T1" fmla="*/ 11 h 15"/>
                <a:gd name="T2" fmla="*/ 8 w 16"/>
                <a:gd name="T3" fmla="*/ 13 h 15"/>
                <a:gd name="T4" fmla="*/ 1 w 16"/>
                <a:gd name="T5" fmla="*/ 4 h 15"/>
                <a:gd name="T6" fmla="*/ 7 w 16"/>
                <a:gd name="T7" fmla="*/ 2 h 15"/>
                <a:gd name="T8" fmla="*/ 16 w 16"/>
                <a:gd name="T9" fmla="*/ 11 h 15"/>
              </a:gdLst>
              <a:ahLst/>
              <a:cxnLst>
                <a:cxn ang="0">
                  <a:pos x="T0" y="T1"/>
                </a:cxn>
                <a:cxn ang="0">
                  <a:pos x="T2" y="T3"/>
                </a:cxn>
                <a:cxn ang="0">
                  <a:pos x="T4" y="T5"/>
                </a:cxn>
                <a:cxn ang="0">
                  <a:pos x="T6" y="T7"/>
                </a:cxn>
                <a:cxn ang="0">
                  <a:pos x="T8" y="T9"/>
                </a:cxn>
              </a:cxnLst>
              <a:rect l="0" t="0" r="r" b="b"/>
              <a:pathLst>
                <a:path w="16" h="15">
                  <a:moveTo>
                    <a:pt x="16" y="11"/>
                  </a:moveTo>
                  <a:cubicBezTo>
                    <a:pt x="16" y="14"/>
                    <a:pt x="12" y="15"/>
                    <a:pt x="8" y="13"/>
                  </a:cubicBezTo>
                  <a:cubicBezTo>
                    <a:pt x="4" y="11"/>
                    <a:pt x="1" y="7"/>
                    <a:pt x="1" y="4"/>
                  </a:cubicBezTo>
                  <a:cubicBezTo>
                    <a:pt x="0" y="1"/>
                    <a:pt x="3" y="0"/>
                    <a:pt x="7" y="2"/>
                  </a:cubicBezTo>
                  <a:cubicBezTo>
                    <a:pt x="11" y="3"/>
                    <a:pt x="15" y="8"/>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0" name="Freeform 2353">
              <a:extLst>
                <a:ext uri="{FF2B5EF4-FFF2-40B4-BE49-F238E27FC236}">
                  <a16:creationId xmlns:a16="http://schemas.microsoft.com/office/drawing/2014/main" id="{5379AD44-0422-4FD1-A3D9-85DD476E9E13}"/>
                </a:ext>
              </a:extLst>
            </p:cNvPr>
            <p:cNvSpPr>
              <a:spLocks/>
            </p:cNvSpPr>
            <p:nvPr/>
          </p:nvSpPr>
          <p:spPr bwMode="auto">
            <a:xfrm rot="5094805">
              <a:off x="1398980" y="589944"/>
              <a:ext cx="41130" cy="34275"/>
            </a:xfrm>
            <a:custGeom>
              <a:avLst/>
              <a:gdLst>
                <a:gd name="T0" fmla="*/ 16 w 17"/>
                <a:gd name="T1" fmla="*/ 9 h 14"/>
                <a:gd name="T2" fmla="*/ 9 w 17"/>
                <a:gd name="T3" fmla="*/ 13 h 14"/>
                <a:gd name="T4" fmla="*/ 1 w 17"/>
                <a:gd name="T5" fmla="*/ 5 h 14"/>
                <a:gd name="T6" fmla="*/ 8 w 17"/>
                <a:gd name="T7" fmla="*/ 1 h 14"/>
                <a:gd name="T8" fmla="*/ 16 w 17"/>
                <a:gd name="T9" fmla="*/ 9 h 14"/>
              </a:gdLst>
              <a:ahLst/>
              <a:cxnLst>
                <a:cxn ang="0">
                  <a:pos x="T0" y="T1"/>
                </a:cxn>
                <a:cxn ang="0">
                  <a:pos x="T2" y="T3"/>
                </a:cxn>
                <a:cxn ang="0">
                  <a:pos x="T4" y="T5"/>
                </a:cxn>
                <a:cxn ang="0">
                  <a:pos x="T6" y="T7"/>
                </a:cxn>
                <a:cxn ang="0">
                  <a:pos x="T8" y="T9"/>
                </a:cxn>
              </a:cxnLst>
              <a:rect l="0" t="0" r="r" b="b"/>
              <a:pathLst>
                <a:path w="17" h="14">
                  <a:moveTo>
                    <a:pt x="16" y="9"/>
                  </a:moveTo>
                  <a:cubicBezTo>
                    <a:pt x="17" y="12"/>
                    <a:pt x="13" y="14"/>
                    <a:pt x="9" y="13"/>
                  </a:cubicBezTo>
                  <a:cubicBezTo>
                    <a:pt x="6" y="12"/>
                    <a:pt x="2" y="9"/>
                    <a:pt x="1" y="5"/>
                  </a:cubicBezTo>
                  <a:cubicBezTo>
                    <a:pt x="0" y="2"/>
                    <a:pt x="3" y="0"/>
                    <a:pt x="8" y="1"/>
                  </a:cubicBezTo>
                  <a:cubicBezTo>
                    <a:pt x="11" y="2"/>
                    <a:pt x="15" y="6"/>
                    <a:pt x="1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1" name="Freeform 2354">
              <a:extLst>
                <a:ext uri="{FF2B5EF4-FFF2-40B4-BE49-F238E27FC236}">
                  <a16:creationId xmlns:a16="http://schemas.microsoft.com/office/drawing/2014/main" id="{64950FA3-3F64-A2D5-92CB-37BBA1E106B2}"/>
                </a:ext>
              </a:extLst>
            </p:cNvPr>
            <p:cNvSpPr>
              <a:spLocks/>
            </p:cNvSpPr>
            <p:nvPr/>
          </p:nvSpPr>
          <p:spPr bwMode="auto">
            <a:xfrm rot="5094805">
              <a:off x="1425842" y="389223"/>
              <a:ext cx="38845" cy="34275"/>
            </a:xfrm>
            <a:custGeom>
              <a:avLst/>
              <a:gdLst>
                <a:gd name="T0" fmla="*/ 16 w 16"/>
                <a:gd name="T1" fmla="*/ 7 h 13"/>
                <a:gd name="T2" fmla="*/ 9 w 16"/>
                <a:gd name="T3" fmla="*/ 13 h 13"/>
                <a:gd name="T4" fmla="*/ 1 w 16"/>
                <a:gd name="T5" fmla="*/ 7 h 13"/>
                <a:gd name="T6" fmla="*/ 8 w 16"/>
                <a:gd name="T7" fmla="*/ 1 h 13"/>
                <a:gd name="T8" fmla="*/ 16 w 16"/>
                <a:gd name="T9" fmla="*/ 7 h 13"/>
              </a:gdLst>
              <a:ahLst/>
              <a:cxnLst>
                <a:cxn ang="0">
                  <a:pos x="T0" y="T1"/>
                </a:cxn>
                <a:cxn ang="0">
                  <a:pos x="T2" y="T3"/>
                </a:cxn>
                <a:cxn ang="0">
                  <a:pos x="T4" y="T5"/>
                </a:cxn>
                <a:cxn ang="0">
                  <a:pos x="T6" y="T7"/>
                </a:cxn>
                <a:cxn ang="0">
                  <a:pos x="T8" y="T9"/>
                </a:cxn>
              </a:cxnLst>
              <a:rect l="0" t="0" r="r" b="b"/>
              <a:pathLst>
                <a:path w="16" h="13">
                  <a:moveTo>
                    <a:pt x="16" y="7"/>
                  </a:moveTo>
                  <a:cubicBezTo>
                    <a:pt x="16" y="11"/>
                    <a:pt x="13" y="13"/>
                    <a:pt x="9" y="13"/>
                  </a:cubicBezTo>
                  <a:cubicBezTo>
                    <a:pt x="6" y="13"/>
                    <a:pt x="2" y="10"/>
                    <a:pt x="1" y="7"/>
                  </a:cubicBezTo>
                  <a:cubicBezTo>
                    <a:pt x="0" y="3"/>
                    <a:pt x="3" y="0"/>
                    <a:pt x="8" y="1"/>
                  </a:cubicBezTo>
                  <a:cubicBezTo>
                    <a:pt x="11" y="1"/>
                    <a:pt x="15" y="5"/>
                    <a:pt x="1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2" name="Freeform 2355">
              <a:extLst>
                <a:ext uri="{FF2B5EF4-FFF2-40B4-BE49-F238E27FC236}">
                  <a16:creationId xmlns:a16="http://schemas.microsoft.com/office/drawing/2014/main" id="{0AF3C5E9-4170-A41E-05E2-9C6BA1C35603}"/>
                </a:ext>
              </a:extLst>
            </p:cNvPr>
            <p:cNvSpPr>
              <a:spLocks/>
            </p:cNvSpPr>
            <p:nvPr/>
          </p:nvSpPr>
          <p:spPr bwMode="auto">
            <a:xfrm rot="5094805">
              <a:off x="1414524" y="198880"/>
              <a:ext cx="34275" cy="31990"/>
            </a:xfrm>
            <a:custGeom>
              <a:avLst/>
              <a:gdLst>
                <a:gd name="T0" fmla="*/ 6 w 14"/>
                <a:gd name="T1" fmla="*/ 0 h 13"/>
                <a:gd name="T2" fmla="*/ 14 w 14"/>
                <a:gd name="T3" fmla="*/ 6 h 13"/>
                <a:gd name="T4" fmla="*/ 8 w 14"/>
                <a:gd name="T5" fmla="*/ 12 h 13"/>
                <a:gd name="T6" fmla="*/ 0 w 14"/>
                <a:gd name="T7" fmla="*/ 6 h 13"/>
                <a:gd name="T8" fmla="*/ 6 w 14"/>
                <a:gd name="T9" fmla="*/ 0 h 13"/>
              </a:gdLst>
              <a:ahLst/>
              <a:cxnLst>
                <a:cxn ang="0">
                  <a:pos x="T0" y="T1"/>
                </a:cxn>
                <a:cxn ang="0">
                  <a:pos x="T2" y="T3"/>
                </a:cxn>
                <a:cxn ang="0">
                  <a:pos x="T4" y="T5"/>
                </a:cxn>
                <a:cxn ang="0">
                  <a:pos x="T6" y="T7"/>
                </a:cxn>
                <a:cxn ang="0">
                  <a:pos x="T8" y="T9"/>
                </a:cxn>
              </a:cxnLst>
              <a:rect l="0" t="0" r="r" b="b"/>
              <a:pathLst>
                <a:path w="14" h="13">
                  <a:moveTo>
                    <a:pt x="6" y="0"/>
                  </a:moveTo>
                  <a:cubicBezTo>
                    <a:pt x="10" y="0"/>
                    <a:pt x="14" y="3"/>
                    <a:pt x="14" y="6"/>
                  </a:cubicBezTo>
                  <a:cubicBezTo>
                    <a:pt x="14" y="9"/>
                    <a:pt x="11" y="12"/>
                    <a:pt x="8" y="12"/>
                  </a:cubicBezTo>
                  <a:cubicBezTo>
                    <a:pt x="4" y="13"/>
                    <a:pt x="0" y="10"/>
                    <a:pt x="0" y="6"/>
                  </a:cubicBezTo>
                  <a:cubicBezTo>
                    <a:pt x="0" y="3"/>
                    <a:pt x="2"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3" name="Freeform 2356">
              <a:extLst>
                <a:ext uri="{FF2B5EF4-FFF2-40B4-BE49-F238E27FC236}">
                  <a16:creationId xmlns:a16="http://schemas.microsoft.com/office/drawing/2014/main" id="{CC73310A-5B76-E67C-B690-D49979772040}"/>
                </a:ext>
              </a:extLst>
            </p:cNvPr>
            <p:cNvSpPr>
              <a:spLocks/>
            </p:cNvSpPr>
            <p:nvPr/>
          </p:nvSpPr>
          <p:spPr bwMode="auto">
            <a:xfrm rot="5094805">
              <a:off x="1354359" y="11441"/>
              <a:ext cx="36560" cy="34275"/>
            </a:xfrm>
            <a:custGeom>
              <a:avLst/>
              <a:gdLst>
                <a:gd name="T0" fmla="*/ 6 w 15"/>
                <a:gd name="T1" fmla="*/ 1 h 14"/>
                <a:gd name="T2" fmla="*/ 15 w 15"/>
                <a:gd name="T3" fmla="*/ 5 h 14"/>
                <a:gd name="T4" fmla="*/ 8 w 15"/>
                <a:gd name="T5" fmla="*/ 13 h 14"/>
                <a:gd name="T6" fmla="*/ 0 w 15"/>
                <a:gd name="T7" fmla="*/ 9 h 14"/>
                <a:gd name="T8" fmla="*/ 6 w 15"/>
                <a:gd name="T9" fmla="*/ 1 h 14"/>
              </a:gdLst>
              <a:ahLst/>
              <a:cxnLst>
                <a:cxn ang="0">
                  <a:pos x="T0" y="T1"/>
                </a:cxn>
                <a:cxn ang="0">
                  <a:pos x="T2" y="T3"/>
                </a:cxn>
                <a:cxn ang="0">
                  <a:pos x="T4" y="T5"/>
                </a:cxn>
                <a:cxn ang="0">
                  <a:pos x="T6" y="T7"/>
                </a:cxn>
                <a:cxn ang="0">
                  <a:pos x="T8" y="T9"/>
                </a:cxn>
              </a:cxnLst>
              <a:rect l="0" t="0" r="r" b="b"/>
              <a:pathLst>
                <a:path w="15" h="14">
                  <a:moveTo>
                    <a:pt x="6" y="1"/>
                  </a:moveTo>
                  <a:cubicBezTo>
                    <a:pt x="11" y="0"/>
                    <a:pt x="15" y="2"/>
                    <a:pt x="15" y="5"/>
                  </a:cubicBezTo>
                  <a:cubicBezTo>
                    <a:pt x="15" y="8"/>
                    <a:pt x="12" y="11"/>
                    <a:pt x="8" y="13"/>
                  </a:cubicBezTo>
                  <a:cubicBezTo>
                    <a:pt x="4" y="14"/>
                    <a:pt x="0" y="12"/>
                    <a:pt x="0" y="9"/>
                  </a:cubicBezTo>
                  <a:cubicBezTo>
                    <a:pt x="0" y="6"/>
                    <a:pt x="3"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4" name="Freeform 2376">
              <a:extLst>
                <a:ext uri="{FF2B5EF4-FFF2-40B4-BE49-F238E27FC236}">
                  <a16:creationId xmlns:a16="http://schemas.microsoft.com/office/drawing/2014/main" id="{5EE319F2-F034-85EF-6D11-80473C0F3820}"/>
                </a:ext>
              </a:extLst>
            </p:cNvPr>
            <p:cNvSpPr>
              <a:spLocks/>
            </p:cNvSpPr>
            <p:nvPr/>
          </p:nvSpPr>
          <p:spPr bwMode="auto">
            <a:xfrm rot="5094805">
              <a:off x="2766947" y="6901825"/>
              <a:ext cx="38845" cy="29705"/>
            </a:xfrm>
            <a:custGeom>
              <a:avLst/>
              <a:gdLst>
                <a:gd name="T0" fmla="*/ 0 w 15"/>
                <a:gd name="T1" fmla="*/ 9 h 12"/>
                <a:gd name="T2" fmla="*/ 7 w 15"/>
                <a:gd name="T3" fmla="*/ 2 h 12"/>
                <a:gd name="T4" fmla="*/ 15 w 15"/>
                <a:gd name="T5" fmla="*/ 4 h 12"/>
                <a:gd name="T6" fmla="*/ 8 w 15"/>
                <a:gd name="T7" fmla="*/ 11 h 12"/>
                <a:gd name="T8" fmla="*/ 0 w 15"/>
                <a:gd name="T9" fmla="*/ 9 h 12"/>
              </a:gdLst>
              <a:ahLst/>
              <a:cxnLst>
                <a:cxn ang="0">
                  <a:pos x="T0" y="T1"/>
                </a:cxn>
                <a:cxn ang="0">
                  <a:pos x="T2" y="T3"/>
                </a:cxn>
                <a:cxn ang="0">
                  <a:pos x="T4" y="T5"/>
                </a:cxn>
                <a:cxn ang="0">
                  <a:pos x="T6" y="T7"/>
                </a:cxn>
                <a:cxn ang="0">
                  <a:pos x="T8" y="T9"/>
                </a:cxn>
              </a:cxnLst>
              <a:rect l="0" t="0" r="r" b="b"/>
              <a:pathLst>
                <a:path w="15" h="12">
                  <a:moveTo>
                    <a:pt x="0" y="9"/>
                  </a:moveTo>
                  <a:cubicBezTo>
                    <a:pt x="0" y="6"/>
                    <a:pt x="3" y="4"/>
                    <a:pt x="7" y="2"/>
                  </a:cubicBezTo>
                  <a:cubicBezTo>
                    <a:pt x="11" y="0"/>
                    <a:pt x="15" y="1"/>
                    <a:pt x="15" y="4"/>
                  </a:cubicBezTo>
                  <a:cubicBezTo>
                    <a:pt x="15" y="6"/>
                    <a:pt x="12" y="9"/>
                    <a:pt x="8" y="11"/>
                  </a:cubicBezTo>
                  <a:cubicBezTo>
                    <a:pt x="4" y="12"/>
                    <a:pt x="0" y="11"/>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5" name="Freeform 2377">
              <a:extLst>
                <a:ext uri="{FF2B5EF4-FFF2-40B4-BE49-F238E27FC236}">
                  <a16:creationId xmlns:a16="http://schemas.microsoft.com/office/drawing/2014/main" id="{5E7931CC-A797-790F-A981-2CB8E15EAAAD}"/>
                </a:ext>
              </a:extLst>
            </p:cNvPr>
            <p:cNvSpPr>
              <a:spLocks/>
            </p:cNvSpPr>
            <p:nvPr/>
          </p:nvSpPr>
          <p:spPr bwMode="auto">
            <a:xfrm rot="5094805">
              <a:off x="1618534" y="4293581"/>
              <a:ext cx="41130" cy="34275"/>
            </a:xfrm>
            <a:custGeom>
              <a:avLst/>
              <a:gdLst>
                <a:gd name="T0" fmla="*/ 15 w 16"/>
                <a:gd name="T1" fmla="*/ 3 h 13"/>
                <a:gd name="T2" fmla="*/ 8 w 16"/>
                <a:gd name="T3" fmla="*/ 11 h 13"/>
                <a:gd name="T4" fmla="*/ 1 w 16"/>
                <a:gd name="T5" fmla="*/ 10 h 13"/>
                <a:gd name="T6" fmla="*/ 7 w 16"/>
                <a:gd name="T7" fmla="*/ 2 h 13"/>
                <a:gd name="T8" fmla="*/ 15 w 16"/>
                <a:gd name="T9" fmla="*/ 3 h 13"/>
              </a:gdLst>
              <a:ahLst/>
              <a:cxnLst>
                <a:cxn ang="0">
                  <a:pos x="T0" y="T1"/>
                </a:cxn>
                <a:cxn ang="0">
                  <a:pos x="T2" y="T3"/>
                </a:cxn>
                <a:cxn ang="0">
                  <a:pos x="T4" y="T5"/>
                </a:cxn>
                <a:cxn ang="0">
                  <a:pos x="T6" y="T7"/>
                </a:cxn>
                <a:cxn ang="0">
                  <a:pos x="T8" y="T9"/>
                </a:cxn>
              </a:cxnLst>
              <a:rect l="0" t="0" r="r" b="b"/>
              <a:pathLst>
                <a:path w="16" h="13">
                  <a:moveTo>
                    <a:pt x="15" y="3"/>
                  </a:moveTo>
                  <a:cubicBezTo>
                    <a:pt x="16" y="5"/>
                    <a:pt x="12" y="9"/>
                    <a:pt x="8" y="11"/>
                  </a:cubicBezTo>
                  <a:cubicBezTo>
                    <a:pt x="5" y="13"/>
                    <a:pt x="1" y="12"/>
                    <a:pt x="1" y="10"/>
                  </a:cubicBezTo>
                  <a:cubicBezTo>
                    <a:pt x="0" y="8"/>
                    <a:pt x="3" y="4"/>
                    <a:pt x="7" y="2"/>
                  </a:cubicBezTo>
                  <a:cubicBezTo>
                    <a:pt x="10"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6" name="Freeform 2378">
              <a:extLst>
                <a:ext uri="{FF2B5EF4-FFF2-40B4-BE49-F238E27FC236}">
                  <a16:creationId xmlns:a16="http://schemas.microsoft.com/office/drawing/2014/main" id="{7AA2F886-2C9F-5DBA-3483-33E090EB29B3}"/>
                </a:ext>
              </a:extLst>
            </p:cNvPr>
            <p:cNvSpPr>
              <a:spLocks/>
            </p:cNvSpPr>
            <p:nvPr/>
          </p:nvSpPr>
          <p:spPr bwMode="auto">
            <a:xfrm rot="5094805">
              <a:off x="1728770" y="4478847"/>
              <a:ext cx="38845" cy="27420"/>
            </a:xfrm>
            <a:custGeom>
              <a:avLst/>
              <a:gdLst>
                <a:gd name="T0" fmla="*/ 9 w 16"/>
                <a:gd name="T1" fmla="*/ 10 h 12"/>
                <a:gd name="T2" fmla="*/ 1 w 16"/>
                <a:gd name="T3" fmla="*/ 10 h 12"/>
                <a:gd name="T4" fmla="*/ 8 w 16"/>
                <a:gd name="T5" fmla="*/ 1 h 12"/>
                <a:gd name="T6" fmla="*/ 16 w 16"/>
                <a:gd name="T7" fmla="*/ 2 h 12"/>
                <a:gd name="T8" fmla="*/ 9 w 16"/>
                <a:gd name="T9" fmla="*/ 10 h 12"/>
              </a:gdLst>
              <a:ahLst/>
              <a:cxnLst>
                <a:cxn ang="0">
                  <a:pos x="T0" y="T1"/>
                </a:cxn>
                <a:cxn ang="0">
                  <a:pos x="T2" y="T3"/>
                </a:cxn>
                <a:cxn ang="0">
                  <a:pos x="T4" y="T5"/>
                </a:cxn>
                <a:cxn ang="0">
                  <a:pos x="T6" y="T7"/>
                </a:cxn>
                <a:cxn ang="0">
                  <a:pos x="T8" y="T9"/>
                </a:cxn>
              </a:cxnLst>
              <a:rect l="0" t="0" r="r" b="b"/>
              <a:pathLst>
                <a:path w="16" h="12">
                  <a:moveTo>
                    <a:pt x="9" y="10"/>
                  </a:moveTo>
                  <a:cubicBezTo>
                    <a:pt x="6" y="12"/>
                    <a:pt x="2" y="12"/>
                    <a:pt x="1" y="10"/>
                  </a:cubicBezTo>
                  <a:cubicBezTo>
                    <a:pt x="0" y="7"/>
                    <a:pt x="3" y="3"/>
                    <a:pt x="8" y="1"/>
                  </a:cubicBezTo>
                  <a:cubicBezTo>
                    <a:pt x="11" y="0"/>
                    <a:pt x="15" y="0"/>
                    <a:pt x="16" y="2"/>
                  </a:cubicBezTo>
                  <a:cubicBezTo>
                    <a:pt x="16" y="4"/>
                    <a:pt x="13" y="8"/>
                    <a:pt x="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7" name="Freeform 2379">
              <a:extLst>
                <a:ext uri="{FF2B5EF4-FFF2-40B4-BE49-F238E27FC236}">
                  <a16:creationId xmlns:a16="http://schemas.microsoft.com/office/drawing/2014/main" id="{4B037DB0-52EA-EBE6-7974-4B0519B93B87}"/>
                </a:ext>
              </a:extLst>
            </p:cNvPr>
            <p:cNvSpPr>
              <a:spLocks/>
            </p:cNvSpPr>
            <p:nvPr/>
          </p:nvSpPr>
          <p:spPr bwMode="auto">
            <a:xfrm rot="5094805">
              <a:off x="1839102" y="4659438"/>
              <a:ext cx="38845" cy="31990"/>
            </a:xfrm>
            <a:custGeom>
              <a:avLst/>
              <a:gdLst>
                <a:gd name="T0" fmla="*/ 9 w 16"/>
                <a:gd name="T1" fmla="*/ 11 h 13"/>
                <a:gd name="T2" fmla="*/ 1 w 16"/>
                <a:gd name="T3" fmla="*/ 10 h 13"/>
                <a:gd name="T4" fmla="*/ 7 w 16"/>
                <a:gd name="T5" fmla="*/ 2 h 13"/>
                <a:gd name="T6" fmla="*/ 15 w 16"/>
                <a:gd name="T7" fmla="*/ 3 h 13"/>
                <a:gd name="T8" fmla="*/ 9 w 16"/>
                <a:gd name="T9" fmla="*/ 11 h 13"/>
              </a:gdLst>
              <a:ahLst/>
              <a:cxnLst>
                <a:cxn ang="0">
                  <a:pos x="T0" y="T1"/>
                </a:cxn>
                <a:cxn ang="0">
                  <a:pos x="T2" y="T3"/>
                </a:cxn>
                <a:cxn ang="0">
                  <a:pos x="T4" y="T5"/>
                </a:cxn>
                <a:cxn ang="0">
                  <a:pos x="T6" y="T7"/>
                </a:cxn>
                <a:cxn ang="0">
                  <a:pos x="T8" y="T9"/>
                </a:cxn>
              </a:cxnLst>
              <a:rect l="0" t="0" r="r" b="b"/>
              <a:pathLst>
                <a:path w="16" h="13">
                  <a:moveTo>
                    <a:pt x="9" y="11"/>
                  </a:moveTo>
                  <a:cubicBezTo>
                    <a:pt x="6" y="13"/>
                    <a:pt x="2" y="12"/>
                    <a:pt x="1" y="10"/>
                  </a:cubicBezTo>
                  <a:cubicBezTo>
                    <a:pt x="0" y="8"/>
                    <a:pt x="3" y="4"/>
                    <a:pt x="7" y="2"/>
                  </a:cubicBezTo>
                  <a:cubicBezTo>
                    <a:pt x="11" y="0"/>
                    <a:pt x="15" y="1"/>
                    <a:pt x="15" y="3"/>
                  </a:cubicBezTo>
                  <a:cubicBezTo>
                    <a:pt x="16" y="5"/>
                    <a:pt x="13" y="9"/>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8" name="Freeform 2380">
              <a:extLst>
                <a:ext uri="{FF2B5EF4-FFF2-40B4-BE49-F238E27FC236}">
                  <a16:creationId xmlns:a16="http://schemas.microsoft.com/office/drawing/2014/main" id="{702EFB37-3D8B-3536-C5F5-2D47F69AB1F9}"/>
                </a:ext>
              </a:extLst>
            </p:cNvPr>
            <p:cNvSpPr>
              <a:spLocks/>
            </p:cNvSpPr>
            <p:nvPr/>
          </p:nvSpPr>
          <p:spPr bwMode="auto">
            <a:xfrm rot="5094805">
              <a:off x="1942607" y="4842922"/>
              <a:ext cx="38845" cy="31990"/>
            </a:xfrm>
            <a:custGeom>
              <a:avLst/>
              <a:gdLst>
                <a:gd name="T0" fmla="*/ 9 w 16"/>
                <a:gd name="T1" fmla="*/ 11 h 13"/>
                <a:gd name="T2" fmla="*/ 1 w 16"/>
                <a:gd name="T3" fmla="*/ 10 h 13"/>
                <a:gd name="T4" fmla="*/ 7 w 16"/>
                <a:gd name="T5" fmla="*/ 2 h 13"/>
                <a:gd name="T6" fmla="*/ 15 w 16"/>
                <a:gd name="T7" fmla="*/ 3 h 13"/>
                <a:gd name="T8" fmla="*/ 9 w 16"/>
                <a:gd name="T9" fmla="*/ 11 h 13"/>
              </a:gdLst>
              <a:ahLst/>
              <a:cxnLst>
                <a:cxn ang="0">
                  <a:pos x="T0" y="T1"/>
                </a:cxn>
                <a:cxn ang="0">
                  <a:pos x="T2" y="T3"/>
                </a:cxn>
                <a:cxn ang="0">
                  <a:pos x="T4" y="T5"/>
                </a:cxn>
                <a:cxn ang="0">
                  <a:pos x="T6" y="T7"/>
                </a:cxn>
                <a:cxn ang="0">
                  <a:pos x="T8" y="T9"/>
                </a:cxn>
              </a:cxnLst>
              <a:rect l="0" t="0" r="r" b="b"/>
              <a:pathLst>
                <a:path w="16" h="13">
                  <a:moveTo>
                    <a:pt x="9" y="11"/>
                  </a:moveTo>
                  <a:cubicBezTo>
                    <a:pt x="6" y="13"/>
                    <a:pt x="2" y="12"/>
                    <a:pt x="1" y="10"/>
                  </a:cubicBezTo>
                  <a:cubicBezTo>
                    <a:pt x="0" y="8"/>
                    <a:pt x="3" y="4"/>
                    <a:pt x="7" y="2"/>
                  </a:cubicBezTo>
                  <a:cubicBezTo>
                    <a:pt x="11" y="0"/>
                    <a:pt x="14" y="1"/>
                    <a:pt x="15" y="3"/>
                  </a:cubicBezTo>
                  <a:cubicBezTo>
                    <a:pt x="16" y="5"/>
                    <a:pt x="13" y="9"/>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9" name="Freeform 2381">
              <a:extLst>
                <a:ext uri="{FF2B5EF4-FFF2-40B4-BE49-F238E27FC236}">
                  <a16:creationId xmlns:a16="http://schemas.microsoft.com/office/drawing/2014/main" id="{37C4C411-4CD3-7A69-A287-EEECB8FC3BB8}"/>
                </a:ext>
              </a:extLst>
            </p:cNvPr>
            <p:cNvSpPr>
              <a:spLocks/>
            </p:cNvSpPr>
            <p:nvPr/>
          </p:nvSpPr>
          <p:spPr bwMode="auto">
            <a:xfrm rot="5094805">
              <a:off x="2046323" y="5028884"/>
              <a:ext cx="34275" cy="31990"/>
            </a:xfrm>
            <a:custGeom>
              <a:avLst/>
              <a:gdLst>
                <a:gd name="T0" fmla="*/ 0 w 14"/>
                <a:gd name="T1" fmla="*/ 9 h 13"/>
                <a:gd name="T2" fmla="*/ 6 w 14"/>
                <a:gd name="T3" fmla="*/ 2 h 13"/>
                <a:gd name="T4" fmla="*/ 14 w 14"/>
                <a:gd name="T5" fmla="*/ 4 h 13"/>
                <a:gd name="T6" fmla="*/ 8 w 14"/>
                <a:gd name="T7" fmla="*/ 11 h 13"/>
                <a:gd name="T8" fmla="*/ 0 w 14"/>
                <a:gd name="T9" fmla="*/ 9 h 13"/>
              </a:gdLst>
              <a:ahLst/>
              <a:cxnLst>
                <a:cxn ang="0">
                  <a:pos x="T0" y="T1"/>
                </a:cxn>
                <a:cxn ang="0">
                  <a:pos x="T2" y="T3"/>
                </a:cxn>
                <a:cxn ang="0">
                  <a:pos x="T4" y="T5"/>
                </a:cxn>
                <a:cxn ang="0">
                  <a:pos x="T6" y="T7"/>
                </a:cxn>
                <a:cxn ang="0">
                  <a:pos x="T8" y="T9"/>
                </a:cxn>
              </a:cxnLst>
              <a:rect l="0" t="0" r="r" b="b"/>
              <a:pathLst>
                <a:path w="14" h="13">
                  <a:moveTo>
                    <a:pt x="0" y="9"/>
                  </a:moveTo>
                  <a:cubicBezTo>
                    <a:pt x="0" y="6"/>
                    <a:pt x="2" y="3"/>
                    <a:pt x="6" y="2"/>
                  </a:cubicBezTo>
                  <a:cubicBezTo>
                    <a:pt x="10" y="0"/>
                    <a:pt x="14" y="1"/>
                    <a:pt x="14" y="4"/>
                  </a:cubicBezTo>
                  <a:cubicBezTo>
                    <a:pt x="14" y="6"/>
                    <a:pt x="11" y="10"/>
                    <a:pt x="8" y="11"/>
                  </a:cubicBezTo>
                  <a:cubicBezTo>
                    <a:pt x="4" y="13"/>
                    <a:pt x="0" y="12"/>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0" name="Freeform 2382">
              <a:extLst>
                <a:ext uri="{FF2B5EF4-FFF2-40B4-BE49-F238E27FC236}">
                  <a16:creationId xmlns:a16="http://schemas.microsoft.com/office/drawing/2014/main" id="{FDBED947-56EB-5158-76A2-43532903CB87}"/>
                </a:ext>
              </a:extLst>
            </p:cNvPr>
            <p:cNvSpPr>
              <a:spLocks/>
            </p:cNvSpPr>
            <p:nvPr/>
          </p:nvSpPr>
          <p:spPr bwMode="auto">
            <a:xfrm rot="5094805">
              <a:off x="2139577" y="5214220"/>
              <a:ext cx="38845" cy="29705"/>
            </a:xfrm>
            <a:custGeom>
              <a:avLst/>
              <a:gdLst>
                <a:gd name="T0" fmla="*/ 15 w 16"/>
                <a:gd name="T1" fmla="*/ 3 h 12"/>
                <a:gd name="T2" fmla="*/ 9 w 16"/>
                <a:gd name="T3" fmla="*/ 11 h 12"/>
                <a:gd name="T4" fmla="*/ 1 w 16"/>
                <a:gd name="T5" fmla="*/ 9 h 12"/>
                <a:gd name="T6" fmla="*/ 7 w 16"/>
                <a:gd name="T7" fmla="*/ 1 h 12"/>
                <a:gd name="T8" fmla="*/ 15 w 16"/>
                <a:gd name="T9" fmla="*/ 3 h 12"/>
              </a:gdLst>
              <a:ahLst/>
              <a:cxnLst>
                <a:cxn ang="0">
                  <a:pos x="T0" y="T1"/>
                </a:cxn>
                <a:cxn ang="0">
                  <a:pos x="T2" y="T3"/>
                </a:cxn>
                <a:cxn ang="0">
                  <a:pos x="T4" y="T5"/>
                </a:cxn>
                <a:cxn ang="0">
                  <a:pos x="T6" y="T7"/>
                </a:cxn>
                <a:cxn ang="0">
                  <a:pos x="T8" y="T9"/>
                </a:cxn>
              </a:cxnLst>
              <a:rect l="0" t="0" r="r" b="b"/>
              <a:pathLst>
                <a:path w="16" h="12">
                  <a:moveTo>
                    <a:pt x="15" y="3"/>
                  </a:moveTo>
                  <a:cubicBezTo>
                    <a:pt x="16" y="5"/>
                    <a:pt x="13" y="9"/>
                    <a:pt x="9" y="11"/>
                  </a:cubicBezTo>
                  <a:cubicBezTo>
                    <a:pt x="5" y="12"/>
                    <a:pt x="2" y="11"/>
                    <a:pt x="1" y="9"/>
                  </a:cubicBezTo>
                  <a:cubicBezTo>
                    <a:pt x="0" y="6"/>
                    <a:pt x="3" y="2"/>
                    <a:pt x="7" y="1"/>
                  </a:cubicBezTo>
                  <a:cubicBezTo>
                    <a:pt x="11" y="0"/>
                    <a:pt x="15"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1" name="Freeform 2383">
              <a:extLst>
                <a:ext uri="{FF2B5EF4-FFF2-40B4-BE49-F238E27FC236}">
                  <a16:creationId xmlns:a16="http://schemas.microsoft.com/office/drawing/2014/main" id="{E1509540-74C2-1CA6-959C-8196605EB253}"/>
                </a:ext>
              </a:extLst>
            </p:cNvPr>
            <p:cNvSpPr>
              <a:spLocks/>
            </p:cNvSpPr>
            <p:nvPr/>
          </p:nvSpPr>
          <p:spPr bwMode="auto">
            <a:xfrm rot="5094805">
              <a:off x="2227255" y="5399218"/>
              <a:ext cx="36560" cy="31990"/>
            </a:xfrm>
            <a:custGeom>
              <a:avLst/>
              <a:gdLst>
                <a:gd name="T0" fmla="*/ 6 w 15"/>
                <a:gd name="T1" fmla="*/ 1 h 13"/>
                <a:gd name="T2" fmla="*/ 15 w 15"/>
                <a:gd name="T3" fmla="*/ 4 h 13"/>
                <a:gd name="T4" fmla="*/ 8 w 15"/>
                <a:gd name="T5" fmla="*/ 11 h 13"/>
                <a:gd name="T6" fmla="*/ 0 w 15"/>
                <a:gd name="T7" fmla="*/ 8 h 13"/>
                <a:gd name="T8" fmla="*/ 6 w 15"/>
                <a:gd name="T9" fmla="*/ 1 h 13"/>
              </a:gdLst>
              <a:ahLst/>
              <a:cxnLst>
                <a:cxn ang="0">
                  <a:pos x="T0" y="T1"/>
                </a:cxn>
                <a:cxn ang="0">
                  <a:pos x="T2" y="T3"/>
                </a:cxn>
                <a:cxn ang="0">
                  <a:pos x="T4" y="T5"/>
                </a:cxn>
                <a:cxn ang="0">
                  <a:pos x="T6" y="T7"/>
                </a:cxn>
                <a:cxn ang="0">
                  <a:pos x="T8" y="T9"/>
                </a:cxn>
              </a:cxnLst>
              <a:rect l="0" t="0" r="r" b="b"/>
              <a:pathLst>
                <a:path w="15" h="13">
                  <a:moveTo>
                    <a:pt x="6" y="1"/>
                  </a:moveTo>
                  <a:cubicBezTo>
                    <a:pt x="10" y="0"/>
                    <a:pt x="14" y="1"/>
                    <a:pt x="15" y="4"/>
                  </a:cubicBezTo>
                  <a:cubicBezTo>
                    <a:pt x="15" y="7"/>
                    <a:pt x="11" y="10"/>
                    <a:pt x="8" y="11"/>
                  </a:cubicBezTo>
                  <a:cubicBezTo>
                    <a:pt x="4" y="13"/>
                    <a:pt x="0" y="11"/>
                    <a:pt x="0" y="8"/>
                  </a:cubicBezTo>
                  <a:cubicBezTo>
                    <a:pt x="0" y="6"/>
                    <a:pt x="2"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2" name="Freeform 2384">
              <a:extLst>
                <a:ext uri="{FF2B5EF4-FFF2-40B4-BE49-F238E27FC236}">
                  <a16:creationId xmlns:a16="http://schemas.microsoft.com/office/drawing/2014/main" id="{2EBEAE2D-C215-0417-14C4-8929F14FC797}"/>
                </a:ext>
              </a:extLst>
            </p:cNvPr>
            <p:cNvSpPr>
              <a:spLocks/>
            </p:cNvSpPr>
            <p:nvPr/>
          </p:nvSpPr>
          <p:spPr bwMode="auto">
            <a:xfrm rot="5094805">
              <a:off x="2304683" y="5586069"/>
              <a:ext cx="38845" cy="31990"/>
            </a:xfrm>
            <a:custGeom>
              <a:avLst/>
              <a:gdLst>
                <a:gd name="T0" fmla="*/ 6 w 15"/>
                <a:gd name="T1" fmla="*/ 2 h 13"/>
                <a:gd name="T2" fmla="*/ 15 w 15"/>
                <a:gd name="T3" fmla="*/ 5 h 13"/>
                <a:gd name="T4" fmla="*/ 8 w 15"/>
                <a:gd name="T5" fmla="*/ 11 h 13"/>
                <a:gd name="T6" fmla="*/ 0 w 15"/>
                <a:gd name="T7" fmla="*/ 8 h 13"/>
                <a:gd name="T8" fmla="*/ 6 w 15"/>
                <a:gd name="T9" fmla="*/ 2 h 13"/>
              </a:gdLst>
              <a:ahLst/>
              <a:cxnLst>
                <a:cxn ang="0">
                  <a:pos x="T0" y="T1"/>
                </a:cxn>
                <a:cxn ang="0">
                  <a:pos x="T2" y="T3"/>
                </a:cxn>
                <a:cxn ang="0">
                  <a:pos x="T4" y="T5"/>
                </a:cxn>
                <a:cxn ang="0">
                  <a:pos x="T6" y="T7"/>
                </a:cxn>
                <a:cxn ang="0">
                  <a:pos x="T8" y="T9"/>
                </a:cxn>
              </a:cxnLst>
              <a:rect l="0" t="0" r="r" b="b"/>
              <a:pathLst>
                <a:path w="15" h="13">
                  <a:moveTo>
                    <a:pt x="6" y="2"/>
                  </a:moveTo>
                  <a:cubicBezTo>
                    <a:pt x="11" y="0"/>
                    <a:pt x="15" y="2"/>
                    <a:pt x="15" y="5"/>
                  </a:cubicBezTo>
                  <a:cubicBezTo>
                    <a:pt x="15" y="7"/>
                    <a:pt x="12" y="10"/>
                    <a:pt x="8" y="11"/>
                  </a:cubicBezTo>
                  <a:cubicBezTo>
                    <a:pt x="4" y="13"/>
                    <a:pt x="0" y="11"/>
                    <a:pt x="0" y="8"/>
                  </a:cubicBezTo>
                  <a:cubicBezTo>
                    <a:pt x="0" y="5"/>
                    <a:pt x="3"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3" name="Freeform 2385">
              <a:extLst>
                <a:ext uri="{FF2B5EF4-FFF2-40B4-BE49-F238E27FC236}">
                  <a16:creationId xmlns:a16="http://schemas.microsoft.com/office/drawing/2014/main" id="{1CA776DC-1A5B-A816-4962-1B0229C131A7}"/>
                </a:ext>
              </a:extLst>
            </p:cNvPr>
            <p:cNvSpPr>
              <a:spLocks/>
            </p:cNvSpPr>
            <p:nvPr/>
          </p:nvSpPr>
          <p:spPr bwMode="auto">
            <a:xfrm rot="5094805">
              <a:off x="2373112" y="5776111"/>
              <a:ext cx="38845" cy="29705"/>
            </a:xfrm>
            <a:custGeom>
              <a:avLst/>
              <a:gdLst>
                <a:gd name="T0" fmla="*/ 15 w 16"/>
                <a:gd name="T1" fmla="*/ 4 h 12"/>
                <a:gd name="T2" fmla="*/ 8 w 16"/>
                <a:gd name="T3" fmla="*/ 11 h 12"/>
                <a:gd name="T4" fmla="*/ 1 w 16"/>
                <a:gd name="T5" fmla="*/ 8 h 12"/>
                <a:gd name="T6" fmla="*/ 7 w 16"/>
                <a:gd name="T7" fmla="*/ 1 h 12"/>
                <a:gd name="T8" fmla="*/ 15 w 16"/>
                <a:gd name="T9" fmla="*/ 4 h 12"/>
              </a:gdLst>
              <a:ahLst/>
              <a:cxnLst>
                <a:cxn ang="0">
                  <a:pos x="T0" y="T1"/>
                </a:cxn>
                <a:cxn ang="0">
                  <a:pos x="T2" y="T3"/>
                </a:cxn>
                <a:cxn ang="0">
                  <a:pos x="T4" y="T5"/>
                </a:cxn>
                <a:cxn ang="0">
                  <a:pos x="T6" y="T7"/>
                </a:cxn>
                <a:cxn ang="0">
                  <a:pos x="T8" y="T9"/>
                </a:cxn>
              </a:cxnLst>
              <a:rect l="0" t="0" r="r" b="b"/>
              <a:pathLst>
                <a:path w="16" h="12">
                  <a:moveTo>
                    <a:pt x="15" y="4"/>
                  </a:moveTo>
                  <a:cubicBezTo>
                    <a:pt x="16" y="7"/>
                    <a:pt x="12" y="10"/>
                    <a:pt x="8" y="11"/>
                  </a:cubicBezTo>
                  <a:cubicBezTo>
                    <a:pt x="5" y="12"/>
                    <a:pt x="1" y="10"/>
                    <a:pt x="1" y="8"/>
                  </a:cubicBezTo>
                  <a:cubicBezTo>
                    <a:pt x="0" y="5"/>
                    <a:pt x="3" y="2"/>
                    <a:pt x="7" y="1"/>
                  </a:cubicBezTo>
                  <a:cubicBezTo>
                    <a:pt x="10" y="0"/>
                    <a:pt x="14" y="2"/>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4" name="Freeform 2386">
              <a:extLst>
                <a:ext uri="{FF2B5EF4-FFF2-40B4-BE49-F238E27FC236}">
                  <a16:creationId xmlns:a16="http://schemas.microsoft.com/office/drawing/2014/main" id="{852F1BD5-AC1E-557B-3401-8BE728B52DB4}"/>
                </a:ext>
              </a:extLst>
            </p:cNvPr>
            <p:cNvSpPr>
              <a:spLocks/>
            </p:cNvSpPr>
            <p:nvPr/>
          </p:nvSpPr>
          <p:spPr bwMode="auto">
            <a:xfrm rot="5094805">
              <a:off x="2427683" y="5965093"/>
              <a:ext cx="38845" cy="27420"/>
            </a:xfrm>
            <a:custGeom>
              <a:avLst/>
              <a:gdLst>
                <a:gd name="T0" fmla="*/ 15 w 16"/>
                <a:gd name="T1" fmla="*/ 4 h 11"/>
                <a:gd name="T2" fmla="*/ 9 w 16"/>
                <a:gd name="T3" fmla="*/ 11 h 11"/>
                <a:gd name="T4" fmla="*/ 1 w 16"/>
                <a:gd name="T5" fmla="*/ 7 h 11"/>
                <a:gd name="T6" fmla="*/ 6 w 16"/>
                <a:gd name="T7" fmla="*/ 1 h 11"/>
                <a:gd name="T8" fmla="*/ 15 w 16"/>
                <a:gd name="T9" fmla="*/ 4 h 11"/>
              </a:gdLst>
              <a:ahLst/>
              <a:cxnLst>
                <a:cxn ang="0">
                  <a:pos x="T0" y="T1"/>
                </a:cxn>
                <a:cxn ang="0">
                  <a:pos x="T2" y="T3"/>
                </a:cxn>
                <a:cxn ang="0">
                  <a:pos x="T4" y="T5"/>
                </a:cxn>
                <a:cxn ang="0">
                  <a:pos x="T6" y="T7"/>
                </a:cxn>
                <a:cxn ang="0">
                  <a:pos x="T8" y="T9"/>
                </a:cxn>
              </a:cxnLst>
              <a:rect l="0" t="0" r="r" b="b"/>
              <a:pathLst>
                <a:path w="16" h="11">
                  <a:moveTo>
                    <a:pt x="15" y="4"/>
                  </a:moveTo>
                  <a:cubicBezTo>
                    <a:pt x="16" y="7"/>
                    <a:pt x="13" y="10"/>
                    <a:pt x="9" y="11"/>
                  </a:cubicBezTo>
                  <a:cubicBezTo>
                    <a:pt x="5" y="11"/>
                    <a:pt x="2" y="10"/>
                    <a:pt x="1" y="7"/>
                  </a:cubicBezTo>
                  <a:cubicBezTo>
                    <a:pt x="0" y="5"/>
                    <a:pt x="2" y="2"/>
                    <a:pt x="6" y="1"/>
                  </a:cubicBezTo>
                  <a:cubicBezTo>
                    <a:pt x="10" y="0"/>
                    <a:pt x="15" y="1"/>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5" name="Freeform 2387">
              <a:extLst>
                <a:ext uri="{FF2B5EF4-FFF2-40B4-BE49-F238E27FC236}">
                  <a16:creationId xmlns:a16="http://schemas.microsoft.com/office/drawing/2014/main" id="{4413C645-1D89-2744-73ED-32849B99BF43}"/>
                </a:ext>
              </a:extLst>
            </p:cNvPr>
            <p:cNvSpPr>
              <a:spLocks/>
            </p:cNvSpPr>
            <p:nvPr/>
          </p:nvSpPr>
          <p:spPr bwMode="auto">
            <a:xfrm rot="5094805">
              <a:off x="2468898" y="6157461"/>
              <a:ext cx="41130" cy="27420"/>
            </a:xfrm>
            <a:custGeom>
              <a:avLst/>
              <a:gdLst>
                <a:gd name="T0" fmla="*/ 9 w 16"/>
                <a:gd name="T1" fmla="*/ 10 h 11"/>
                <a:gd name="T2" fmla="*/ 1 w 16"/>
                <a:gd name="T3" fmla="*/ 7 h 11"/>
                <a:gd name="T4" fmla="*/ 7 w 16"/>
                <a:gd name="T5" fmla="*/ 0 h 11"/>
                <a:gd name="T6" fmla="*/ 15 w 16"/>
                <a:gd name="T7" fmla="*/ 4 h 11"/>
                <a:gd name="T8" fmla="*/ 9 w 16"/>
                <a:gd name="T9" fmla="*/ 10 h 11"/>
              </a:gdLst>
              <a:ahLst/>
              <a:cxnLst>
                <a:cxn ang="0">
                  <a:pos x="T0" y="T1"/>
                </a:cxn>
                <a:cxn ang="0">
                  <a:pos x="T2" y="T3"/>
                </a:cxn>
                <a:cxn ang="0">
                  <a:pos x="T4" y="T5"/>
                </a:cxn>
                <a:cxn ang="0">
                  <a:pos x="T6" y="T7"/>
                </a:cxn>
                <a:cxn ang="0">
                  <a:pos x="T8" y="T9"/>
                </a:cxn>
              </a:cxnLst>
              <a:rect l="0" t="0" r="r" b="b"/>
              <a:pathLst>
                <a:path w="16" h="11">
                  <a:moveTo>
                    <a:pt x="9" y="10"/>
                  </a:moveTo>
                  <a:cubicBezTo>
                    <a:pt x="5" y="11"/>
                    <a:pt x="2" y="9"/>
                    <a:pt x="1" y="7"/>
                  </a:cubicBezTo>
                  <a:cubicBezTo>
                    <a:pt x="0" y="4"/>
                    <a:pt x="3" y="1"/>
                    <a:pt x="7" y="0"/>
                  </a:cubicBezTo>
                  <a:cubicBezTo>
                    <a:pt x="11" y="0"/>
                    <a:pt x="14" y="1"/>
                    <a:pt x="15" y="4"/>
                  </a:cubicBezTo>
                  <a:cubicBezTo>
                    <a:pt x="16" y="6"/>
                    <a:pt x="13" y="10"/>
                    <a:pt x="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6" name="Freeform 2388">
              <a:extLst>
                <a:ext uri="{FF2B5EF4-FFF2-40B4-BE49-F238E27FC236}">
                  <a16:creationId xmlns:a16="http://schemas.microsoft.com/office/drawing/2014/main" id="{FCB97D12-C415-35EB-20A1-BE780634851C}"/>
                </a:ext>
              </a:extLst>
            </p:cNvPr>
            <p:cNvSpPr>
              <a:spLocks/>
            </p:cNvSpPr>
            <p:nvPr/>
          </p:nvSpPr>
          <p:spPr bwMode="auto">
            <a:xfrm rot="5094805">
              <a:off x="2523575" y="6346539"/>
              <a:ext cx="38845" cy="27420"/>
            </a:xfrm>
            <a:custGeom>
              <a:avLst/>
              <a:gdLst>
                <a:gd name="T0" fmla="*/ 9 w 16"/>
                <a:gd name="T1" fmla="*/ 11 h 11"/>
                <a:gd name="T2" fmla="*/ 1 w 16"/>
                <a:gd name="T3" fmla="*/ 8 h 11"/>
                <a:gd name="T4" fmla="*/ 7 w 16"/>
                <a:gd name="T5" fmla="*/ 1 h 11"/>
                <a:gd name="T6" fmla="*/ 15 w 16"/>
                <a:gd name="T7" fmla="*/ 3 h 11"/>
                <a:gd name="T8" fmla="*/ 9 w 16"/>
                <a:gd name="T9" fmla="*/ 11 h 11"/>
              </a:gdLst>
              <a:ahLst/>
              <a:cxnLst>
                <a:cxn ang="0">
                  <a:pos x="T0" y="T1"/>
                </a:cxn>
                <a:cxn ang="0">
                  <a:pos x="T2" y="T3"/>
                </a:cxn>
                <a:cxn ang="0">
                  <a:pos x="T4" y="T5"/>
                </a:cxn>
                <a:cxn ang="0">
                  <a:pos x="T6" y="T7"/>
                </a:cxn>
                <a:cxn ang="0">
                  <a:pos x="T8" y="T9"/>
                </a:cxn>
              </a:cxnLst>
              <a:rect l="0" t="0" r="r" b="b"/>
              <a:pathLst>
                <a:path w="16" h="11">
                  <a:moveTo>
                    <a:pt x="9" y="11"/>
                  </a:moveTo>
                  <a:cubicBezTo>
                    <a:pt x="6" y="11"/>
                    <a:pt x="2" y="10"/>
                    <a:pt x="1" y="8"/>
                  </a:cubicBezTo>
                  <a:cubicBezTo>
                    <a:pt x="0" y="5"/>
                    <a:pt x="3" y="2"/>
                    <a:pt x="7" y="1"/>
                  </a:cubicBezTo>
                  <a:cubicBezTo>
                    <a:pt x="11" y="0"/>
                    <a:pt x="15" y="1"/>
                    <a:pt x="15" y="3"/>
                  </a:cubicBezTo>
                  <a:cubicBezTo>
                    <a:pt x="16" y="6"/>
                    <a:pt x="13" y="10"/>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7" name="Freeform 2389">
              <a:extLst>
                <a:ext uri="{FF2B5EF4-FFF2-40B4-BE49-F238E27FC236}">
                  <a16:creationId xmlns:a16="http://schemas.microsoft.com/office/drawing/2014/main" id="{6100C844-334D-E11C-BE8F-3B19C0F97BE6}"/>
                </a:ext>
              </a:extLst>
            </p:cNvPr>
            <p:cNvSpPr>
              <a:spLocks/>
            </p:cNvSpPr>
            <p:nvPr/>
          </p:nvSpPr>
          <p:spPr bwMode="auto">
            <a:xfrm rot="5094805">
              <a:off x="2590664" y="6533265"/>
              <a:ext cx="38845" cy="27420"/>
            </a:xfrm>
            <a:custGeom>
              <a:avLst/>
              <a:gdLst>
                <a:gd name="T0" fmla="*/ 15 w 16"/>
                <a:gd name="T1" fmla="*/ 3 h 12"/>
                <a:gd name="T2" fmla="*/ 9 w 16"/>
                <a:gd name="T3" fmla="*/ 11 h 12"/>
                <a:gd name="T4" fmla="*/ 1 w 16"/>
                <a:gd name="T5" fmla="*/ 8 h 12"/>
                <a:gd name="T6" fmla="*/ 8 w 16"/>
                <a:gd name="T7" fmla="*/ 1 h 12"/>
                <a:gd name="T8" fmla="*/ 15 w 16"/>
                <a:gd name="T9" fmla="*/ 3 h 12"/>
              </a:gdLst>
              <a:ahLst/>
              <a:cxnLst>
                <a:cxn ang="0">
                  <a:pos x="T0" y="T1"/>
                </a:cxn>
                <a:cxn ang="0">
                  <a:pos x="T2" y="T3"/>
                </a:cxn>
                <a:cxn ang="0">
                  <a:pos x="T4" y="T5"/>
                </a:cxn>
                <a:cxn ang="0">
                  <a:pos x="T6" y="T7"/>
                </a:cxn>
                <a:cxn ang="0">
                  <a:pos x="T8" y="T9"/>
                </a:cxn>
              </a:cxnLst>
              <a:rect l="0" t="0" r="r" b="b"/>
              <a:pathLst>
                <a:path w="16" h="12">
                  <a:moveTo>
                    <a:pt x="15" y="3"/>
                  </a:moveTo>
                  <a:cubicBezTo>
                    <a:pt x="16" y="6"/>
                    <a:pt x="13" y="9"/>
                    <a:pt x="9" y="11"/>
                  </a:cubicBezTo>
                  <a:cubicBezTo>
                    <a:pt x="5" y="12"/>
                    <a:pt x="2" y="10"/>
                    <a:pt x="1" y="8"/>
                  </a:cubicBezTo>
                  <a:cubicBezTo>
                    <a:pt x="0" y="5"/>
                    <a:pt x="3" y="2"/>
                    <a:pt x="8" y="1"/>
                  </a:cubicBezTo>
                  <a:cubicBezTo>
                    <a:pt x="11" y="0"/>
                    <a:pt x="15"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8" name="Freeform 2390">
              <a:extLst>
                <a:ext uri="{FF2B5EF4-FFF2-40B4-BE49-F238E27FC236}">
                  <a16:creationId xmlns:a16="http://schemas.microsoft.com/office/drawing/2014/main" id="{6CEF3C5A-4721-58A8-B7D1-0CD02D5192EF}"/>
                </a:ext>
              </a:extLst>
            </p:cNvPr>
            <p:cNvSpPr>
              <a:spLocks/>
            </p:cNvSpPr>
            <p:nvPr/>
          </p:nvSpPr>
          <p:spPr bwMode="auto">
            <a:xfrm rot="5094805">
              <a:off x="2674823" y="6717328"/>
              <a:ext cx="38845" cy="29705"/>
            </a:xfrm>
            <a:custGeom>
              <a:avLst/>
              <a:gdLst>
                <a:gd name="T0" fmla="*/ 15 w 16"/>
                <a:gd name="T1" fmla="*/ 3 h 12"/>
                <a:gd name="T2" fmla="*/ 9 w 16"/>
                <a:gd name="T3" fmla="*/ 11 h 12"/>
                <a:gd name="T4" fmla="*/ 1 w 16"/>
                <a:gd name="T5" fmla="*/ 9 h 12"/>
                <a:gd name="T6" fmla="*/ 7 w 16"/>
                <a:gd name="T7" fmla="*/ 2 h 12"/>
                <a:gd name="T8" fmla="*/ 15 w 16"/>
                <a:gd name="T9" fmla="*/ 3 h 12"/>
              </a:gdLst>
              <a:ahLst/>
              <a:cxnLst>
                <a:cxn ang="0">
                  <a:pos x="T0" y="T1"/>
                </a:cxn>
                <a:cxn ang="0">
                  <a:pos x="T2" y="T3"/>
                </a:cxn>
                <a:cxn ang="0">
                  <a:pos x="T4" y="T5"/>
                </a:cxn>
                <a:cxn ang="0">
                  <a:pos x="T6" y="T7"/>
                </a:cxn>
                <a:cxn ang="0">
                  <a:pos x="T8" y="T9"/>
                </a:cxn>
              </a:cxnLst>
              <a:rect l="0" t="0" r="r" b="b"/>
              <a:pathLst>
                <a:path w="16" h="12">
                  <a:moveTo>
                    <a:pt x="15" y="3"/>
                  </a:moveTo>
                  <a:cubicBezTo>
                    <a:pt x="16" y="5"/>
                    <a:pt x="13" y="9"/>
                    <a:pt x="9" y="11"/>
                  </a:cubicBezTo>
                  <a:cubicBezTo>
                    <a:pt x="5" y="12"/>
                    <a:pt x="2" y="11"/>
                    <a:pt x="1" y="9"/>
                  </a:cubicBezTo>
                  <a:cubicBezTo>
                    <a:pt x="0" y="7"/>
                    <a:pt x="3" y="3"/>
                    <a:pt x="7" y="2"/>
                  </a:cubicBezTo>
                  <a:cubicBezTo>
                    <a:pt x="11"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9" name="Freeform 2391">
              <a:extLst>
                <a:ext uri="{FF2B5EF4-FFF2-40B4-BE49-F238E27FC236}">
                  <a16:creationId xmlns:a16="http://schemas.microsoft.com/office/drawing/2014/main" id="{1B035567-4F7F-4BDB-77C0-EDDCF0999576}"/>
                </a:ext>
              </a:extLst>
            </p:cNvPr>
            <p:cNvSpPr>
              <a:spLocks/>
            </p:cNvSpPr>
            <p:nvPr/>
          </p:nvSpPr>
          <p:spPr bwMode="auto">
            <a:xfrm rot="5094805">
              <a:off x="1085315" y="1498968"/>
              <a:ext cx="36560" cy="34275"/>
            </a:xfrm>
            <a:custGeom>
              <a:avLst/>
              <a:gdLst>
                <a:gd name="T0" fmla="*/ 15 w 15"/>
                <a:gd name="T1" fmla="*/ 11 h 14"/>
                <a:gd name="T2" fmla="*/ 8 w 15"/>
                <a:gd name="T3" fmla="*/ 11 h 14"/>
                <a:gd name="T4" fmla="*/ 0 w 15"/>
                <a:gd name="T5" fmla="*/ 2 h 14"/>
                <a:gd name="T6" fmla="*/ 7 w 15"/>
                <a:gd name="T7" fmla="*/ 2 h 14"/>
                <a:gd name="T8" fmla="*/ 15 w 15"/>
                <a:gd name="T9" fmla="*/ 11 h 14"/>
              </a:gdLst>
              <a:ahLst/>
              <a:cxnLst>
                <a:cxn ang="0">
                  <a:pos x="T0" y="T1"/>
                </a:cxn>
                <a:cxn ang="0">
                  <a:pos x="T2" y="T3"/>
                </a:cxn>
                <a:cxn ang="0">
                  <a:pos x="T4" y="T5"/>
                </a:cxn>
                <a:cxn ang="0">
                  <a:pos x="T6" y="T7"/>
                </a:cxn>
                <a:cxn ang="0">
                  <a:pos x="T8" y="T9"/>
                </a:cxn>
              </a:cxnLst>
              <a:rect l="0" t="0" r="r" b="b"/>
              <a:pathLst>
                <a:path w="15" h="14">
                  <a:moveTo>
                    <a:pt x="15" y="11"/>
                  </a:moveTo>
                  <a:cubicBezTo>
                    <a:pt x="15" y="14"/>
                    <a:pt x="12" y="14"/>
                    <a:pt x="8" y="11"/>
                  </a:cubicBezTo>
                  <a:cubicBezTo>
                    <a:pt x="4" y="8"/>
                    <a:pt x="0" y="4"/>
                    <a:pt x="0" y="2"/>
                  </a:cubicBezTo>
                  <a:cubicBezTo>
                    <a:pt x="0" y="0"/>
                    <a:pt x="3" y="0"/>
                    <a:pt x="7" y="2"/>
                  </a:cubicBezTo>
                  <a:cubicBezTo>
                    <a:pt x="11" y="5"/>
                    <a:pt x="15" y="9"/>
                    <a:pt x="1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0" name="Freeform 2392">
              <a:extLst>
                <a:ext uri="{FF2B5EF4-FFF2-40B4-BE49-F238E27FC236}">
                  <a16:creationId xmlns:a16="http://schemas.microsoft.com/office/drawing/2014/main" id="{4D5FA2C4-752C-CC05-17C2-EC1F04C633BE}"/>
                </a:ext>
              </a:extLst>
            </p:cNvPr>
            <p:cNvSpPr>
              <a:spLocks/>
            </p:cNvSpPr>
            <p:nvPr/>
          </p:nvSpPr>
          <p:spPr bwMode="auto">
            <a:xfrm rot="5094805">
              <a:off x="989344" y="1709383"/>
              <a:ext cx="36560" cy="34275"/>
            </a:xfrm>
            <a:custGeom>
              <a:avLst/>
              <a:gdLst>
                <a:gd name="T0" fmla="*/ 14 w 15"/>
                <a:gd name="T1" fmla="*/ 11 h 13"/>
                <a:gd name="T2" fmla="*/ 8 w 15"/>
                <a:gd name="T3" fmla="*/ 11 h 13"/>
                <a:gd name="T4" fmla="*/ 0 w 15"/>
                <a:gd name="T5" fmla="*/ 3 h 13"/>
                <a:gd name="T6" fmla="*/ 7 w 15"/>
                <a:gd name="T7" fmla="*/ 2 h 13"/>
                <a:gd name="T8" fmla="*/ 14 w 15"/>
                <a:gd name="T9" fmla="*/ 11 h 13"/>
              </a:gdLst>
              <a:ahLst/>
              <a:cxnLst>
                <a:cxn ang="0">
                  <a:pos x="T0" y="T1"/>
                </a:cxn>
                <a:cxn ang="0">
                  <a:pos x="T2" y="T3"/>
                </a:cxn>
                <a:cxn ang="0">
                  <a:pos x="T4" y="T5"/>
                </a:cxn>
                <a:cxn ang="0">
                  <a:pos x="T6" y="T7"/>
                </a:cxn>
                <a:cxn ang="0">
                  <a:pos x="T8" y="T9"/>
                </a:cxn>
              </a:cxnLst>
              <a:rect l="0" t="0" r="r" b="b"/>
              <a:pathLst>
                <a:path w="15" h="13">
                  <a:moveTo>
                    <a:pt x="14" y="11"/>
                  </a:moveTo>
                  <a:cubicBezTo>
                    <a:pt x="15" y="13"/>
                    <a:pt x="12" y="13"/>
                    <a:pt x="8" y="11"/>
                  </a:cubicBezTo>
                  <a:cubicBezTo>
                    <a:pt x="4" y="9"/>
                    <a:pt x="0" y="5"/>
                    <a:pt x="0" y="3"/>
                  </a:cubicBezTo>
                  <a:cubicBezTo>
                    <a:pt x="0" y="0"/>
                    <a:pt x="3" y="0"/>
                    <a:pt x="7" y="2"/>
                  </a:cubicBezTo>
                  <a:cubicBezTo>
                    <a:pt x="10" y="5"/>
                    <a:pt x="14" y="9"/>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1" name="Freeform 2393">
              <a:extLst>
                <a:ext uri="{FF2B5EF4-FFF2-40B4-BE49-F238E27FC236}">
                  <a16:creationId xmlns:a16="http://schemas.microsoft.com/office/drawing/2014/main" id="{C9F251BA-D96B-2C57-99A1-69F8264ECA12}"/>
                </a:ext>
              </a:extLst>
            </p:cNvPr>
            <p:cNvSpPr>
              <a:spLocks/>
            </p:cNvSpPr>
            <p:nvPr/>
          </p:nvSpPr>
          <p:spPr bwMode="auto">
            <a:xfrm rot="5094805">
              <a:off x="905485" y="1917560"/>
              <a:ext cx="36560" cy="27420"/>
            </a:xfrm>
            <a:custGeom>
              <a:avLst/>
              <a:gdLst>
                <a:gd name="T0" fmla="*/ 8 w 15"/>
                <a:gd name="T1" fmla="*/ 9 h 11"/>
                <a:gd name="T2" fmla="*/ 0 w 15"/>
                <a:gd name="T3" fmla="*/ 2 h 11"/>
                <a:gd name="T4" fmla="*/ 8 w 15"/>
                <a:gd name="T5" fmla="*/ 2 h 11"/>
                <a:gd name="T6" fmla="*/ 15 w 15"/>
                <a:gd name="T7" fmla="*/ 9 h 11"/>
                <a:gd name="T8" fmla="*/ 8 w 15"/>
                <a:gd name="T9" fmla="*/ 9 h 11"/>
              </a:gdLst>
              <a:ahLst/>
              <a:cxnLst>
                <a:cxn ang="0">
                  <a:pos x="T0" y="T1"/>
                </a:cxn>
                <a:cxn ang="0">
                  <a:pos x="T2" y="T3"/>
                </a:cxn>
                <a:cxn ang="0">
                  <a:pos x="T4" y="T5"/>
                </a:cxn>
                <a:cxn ang="0">
                  <a:pos x="T6" y="T7"/>
                </a:cxn>
                <a:cxn ang="0">
                  <a:pos x="T8" y="T9"/>
                </a:cxn>
              </a:cxnLst>
              <a:rect l="0" t="0" r="r" b="b"/>
              <a:pathLst>
                <a:path w="15" h="11">
                  <a:moveTo>
                    <a:pt x="8" y="9"/>
                  </a:moveTo>
                  <a:cubicBezTo>
                    <a:pt x="4" y="7"/>
                    <a:pt x="0" y="4"/>
                    <a:pt x="0" y="2"/>
                  </a:cubicBezTo>
                  <a:cubicBezTo>
                    <a:pt x="0" y="0"/>
                    <a:pt x="4" y="0"/>
                    <a:pt x="8" y="2"/>
                  </a:cubicBezTo>
                  <a:cubicBezTo>
                    <a:pt x="12" y="4"/>
                    <a:pt x="15" y="7"/>
                    <a:pt x="15" y="9"/>
                  </a:cubicBezTo>
                  <a:cubicBezTo>
                    <a:pt x="15" y="11"/>
                    <a:pt x="12" y="11"/>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2" name="Freeform 2394">
              <a:extLst>
                <a:ext uri="{FF2B5EF4-FFF2-40B4-BE49-F238E27FC236}">
                  <a16:creationId xmlns:a16="http://schemas.microsoft.com/office/drawing/2014/main" id="{2FEA1804-4D6C-B1B3-595F-289103879661}"/>
                </a:ext>
              </a:extLst>
            </p:cNvPr>
            <p:cNvSpPr>
              <a:spLocks/>
            </p:cNvSpPr>
            <p:nvPr/>
          </p:nvSpPr>
          <p:spPr bwMode="auto">
            <a:xfrm rot="5094805">
              <a:off x="849141" y="2123297"/>
              <a:ext cx="36560" cy="25135"/>
            </a:xfrm>
            <a:custGeom>
              <a:avLst/>
              <a:gdLst>
                <a:gd name="T0" fmla="*/ 8 w 15"/>
                <a:gd name="T1" fmla="*/ 8 h 10"/>
                <a:gd name="T2" fmla="*/ 0 w 15"/>
                <a:gd name="T3" fmla="*/ 2 h 10"/>
                <a:gd name="T4" fmla="*/ 8 w 15"/>
                <a:gd name="T5" fmla="*/ 1 h 10"/>
                <a:gd name="T6" fmla="*/ 15 w 15"/>
                <a:gd name="T7" fmla="*/ 7 h 10"/>
                <a:gd name="T8" fmla="*/ 8 w 15"/>
                <a:gd name="T9" fmla="*/ 8 h 10"/>
              </a:gdLst>
              <a:ahLst/>
              <a:cxnLst>
                <a:cxn ang="0">
                  <a:pos x="T0" y="T1"/>
                </a:cxn>
                <a:cxn ang="0">
                  <a:pos x="T2" y="T3"/>
                </a:cxn>
                <a:cxn ang="0">
                  <a:pos x="T4" y="T5"/>
                </a:cxn>
                <a:cxn ang="0">
                  <a:pos x="T6" y="T7"/>
                </a:cxn>
                <a:cxn ang="0">
                  <a:pos x="T8" y="T9"/>
                </a:cxn>
              </a:cxnLst>
              <a:rect l="0" t="0" r="r" b="b"/>
              <a:pathLst>
                <a:path w="15" h="10">
                  <a:moveTo>
                    <a:pt x="8" y="8"/>
                  </a:moveTo>
                  <a:cubicBezTo>
                    <a:pt x="4" y="7"/>
                    <a:pt x="0" y="4"/>
                    <a:pt x="0" y="2"/>
                  </a:cubicBezTo>
                  <a:cubicBezTo>
                    <a:pt x="0" y="0"/>
                    <a:pt x="4" y="0"/>
                    <a:pt x="8" y="1"/>
                  </a:cubicBezTo>
                  <a:cubicBezTo>
                    <a:pt x="12" y="2"/>
                    <a:pt x="15" y="5"/>
                    <a:pt x="15" y="7"/>
                  </a:cubicBezTo>
                  <a:cubicBezTo>
                    <a:pt x="15" y="9"/>
                    <a:pt x="12" y="10"/>
                    <a:pt x="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3" name="Freeform 2395">
              <a:extLst>
                <a:ext uri="{FF2B5EF4-FFF2-40B4-BE49-F238E27FC236}">
                  <a16:creationId xmlns:a16="http://schemas.microsoft.com/office/drawing/2014/main" id="{AAC1C916-7AAB-1345-A149-D3803E11ABD8}"/>
                </a:ext>
              </a:extLst>
            </p:cNvPr>
            <p:cNvSpPr>
              <a:spLocks/>
            </p:cNvSpPr>
            <p:nvPr/>
          </p:nvSpPr>
          <p:spPr bwMode="auto">
            <a:xfrm rot="5094805">
              <a:off x="826734" y="2326003"/>
              <a:ext cx="36560" cy="18280"/>
            </a:xfrm>
            <a:custGeom>
              <a:avLst/>
              <a:gdLst>
                <a:gd name="T0" fmla="*/ 14 w 15"/>
                <a:gd name="T1" fmla="*/ 5 h 8"/>
                <a:gd name="T2" fmla="*/ 8 w 15"/>
                <a:gd name="T3" fmla="*/ 8 h 8"/>
                <a:gd name="T4" fmla="*/ 0 w 15"/>
                <a:gd name="T5" fmla="*/ 3 h 8"/>
                <a:gd name="T6" fmla="*/ 6 w 15"/>
                <a:gd name="T7" fmla="*/ 0 h 8"/>
                <a:gd name="T8" fmla="*/ 14 w 15"/>
                <a:gd name="T9" fmla="*/ 5 h 8"/>
              </a:gdLst>
              <a:ahLst/>
              <a:cxnLst>
                <a:cxn ang="0">
                  <a:pos x="T0" y="T1"/>
                </a:cxn>
                <a:cxn ang="0">
                  <a:pos x="T2" y="T3"/>
                </a:cxn>
                <a:cxn ang="0">
                  <a:pos x="T4" y="T5"/>
                </a:cxn>
                <a:cxn ang="0">
                  <a:pos x="T6" y="T7"/>
                </a:cxn>
                <a:cxn ang="0">
                  <a:pos x="T8" y="T9"/>
                </a:cxn>
              </a:cxnLst>
              <a:rect l="0" t="0" r="r" b="b"/>
              <a:pathLst>
                <a:path w="15" h="8">
                  <a:moveTo>
                    <a:pt x="14" y="5"/>
                  </a:moveTo>
                  <a:cubicBezTo>
                    <a:pt x="15" y="7"/>
                    <a:pt x="12" y="8"/>
                    <a:pt x="8" y="8"/>
                  </a:cubicBezTo>
                  <a:cubicBezTo>
                    <a:pt x="4" y="8"/>
                    <a:pt x="1" y="5"/>
                    <a:pt x="0" y="3"/>
                  </a:cubicBezTo>
                  <a:cubicBezTo>
                    <a:pt x="0" y="1"/>
                    <a:pt x="3" y="0"/>
                    <a:pt x="6" y="0"/>
                  </a:cubicBezTo>
                  <a:cubicBezTo>
                    <a:pt x="10" y="0"/>
                    <a:pt x="14" y="2"/>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4" name="Freeform 2396">
              <a:extLst>
                <a:ext uri="{FF2B5EF4-FFF2-40B4-BE49-F238E27FC236}">
                  <a16:creationId xmlns:a16="http://schemas.microsoft.com/office/drawing/2014/main" id="{3E7902DA-EF39-AEB4-4788-4A3DACA0DC72}"/>
                </a:ext>
              </a:extLst>
            </p:cNvPr>
            <p:cNvSpPr>
              <a:spLocks/>
            </p:cNvSpPr>
            <p:nvPr/>
          </p:nvSpPr>
          <p:spPr bwMode="auto">
            <a:xfrm rot="5094805">
              <a:off x="848506" y="2519056"/>
              <a:ext cx="36560" cy="18280"/>
            </a:xfrm>
            <a:custGeom>
              <a:avLst/>
              <a:gdLst>
                <a:gd name="T0" fmla="*/ 7 w 14"/>
                <a:gd name="T1" fmla="*/ 8 h 8"/>
                <a:gd name="T2" fmla="*/ 0 w 14"/>
                <a:gd name="T3" fmla="*/ 5 h 8"/>
                <a:gd name="T4" fmla="*/ 7 w 14"/>
                <a:gd name="T5" fmla="*/ 0 h 8"/>
                <a:gd name="T6" fmla="*/ 14 w 14"/>
                <a:gd name="T7" fmla="*/ 4 h 8"/>
                <a:gd name="T8" fmla="*/ 7 w 14"/>
                <a:gd name="T9" fmla="*/ 8 h 8"/>
              </a:gdLst>
              <a:ahLst/>
              <a:cxnLst>
                <a:cxn ang="0">
                  <a:pos x="T0" y="T1"/>
                </a:cxn>
                <a:cxn ang="0">
                  <a:pos x="T2" y="T3"/>
                </a:cxn>
                <a:cxn ang="0">
                  <a:pos x="T4" y="T5"/>
                </a:cxn>
                <a:cxn ang="0">
                  <a:pos x="T6" y="T7"/>
                </a:cxn>
                <a:cxn ang="0">
                  <a:pos x="T8" y="T9"/>
                </a:cxn>
              </a:cxnLst>
              <a:rect l="0" t="0" r="r" b="b"/>
              <a:pathLst>
                <a:path w="14" h="8">
                  <a:moveTo>
                    <a:pt x="7" y="8"/>
                  </a:moveTo>
                  <a:cubicBezTo>
                    <a:pt x="3" y="8"/>
                    <a:pt x="0" y="7"/>
                    <a:pt x="0" y="5"/>
                  </a:cubicBezTo>
                  <a:cubicBezTo>
                    <a:pt x="0" y="3"/>
                    <a:pt x="3" y="0"/>
                    <a:pt x="7" y="0"/>
                  </a:cubicBezTo>
                  <a:cubicBezTo>
                    <a:pt x="11" y="0"/>
                    <a:pt x="14" y="2"/>
                    <a:pt x="14" y="4"/>
                  </a:cubicBezTo>
                  <a:cubicBezTo>
                    <a:pt x="14" y="6"/>
                    <a:pt x="11" y="8"/>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5" name="Freeform 2397">
              <a:extLst>
                <a:ext uri="{FF2B5EF4-FFF2-40B4-BE49-F238E27FC236}">
                  <a16:creationId xmlns:a16="http://schemas.microsoft.com/office/drawing/2014/main" id="{F21D0BFD-CF97-F1BC-D08F-954D2ED3C2EE}"/>
                </a:ext>
              </a:extLst>
            </p:cNvPr>
            <p:cNvSpPr>
              <a:spLocks/>
            </p:cNvSpPr>
            <p:nvPr/>
          </p:nvSpPr>
          <p:spPr bwMode="auto">
            <a:xfrm rot="5094805">
              <a:off x="895314" y="2707596"/>
              <a:ext cx="36560" cy="22850"/>
            </a:xfrm>
            <a:custGeom>
              <a:avLst/>
              <a:gdLst>
                <a:gd name="T0" fmla="*/ 9 w 15"/>
                <a:gd name="T1" fmla="*/ 9 h 10"/>
                <a:gd name="T2" fmla="*/ 1 w 15"/>
                <a:gd name="T3" fmla="*/ 6 h 10"/>
                <a:gd name="T4" fmla="*/ 7 w 15"/>
                <a:gd name="T5" fmla="*/ 1 h 10"/>
                <a:gd name="T6" fmla="*/ 15 w 15"/>
                <a:gd name="T7" fmla="*/ 3 h 10"/>
                <a:gd name="T8" fmla="*/ 9 w 15"/>
                <a:gd name="T9" fmla="*/ 9 h 10"/>
              </a:gdLst>
              <a:ahLst/>
              <a:cxnLst>
                <a:cxn ang="0">
                  <a:pos x="T0" y="T1"/>
                </a:cxn>
                <a:cxn ang="0">
                  <a:pos x="T2" y="T3"/>
                </a:cxn>
                <a:cxn ang="0">
                  <a:pos x="T4" y="T5"/>
                </a:cxn>
                <a:cxn ang="0">
                  <a:pos x="T6" y="T7"/>
                </a:cxn>
                <a:cxn ang="0">
                  <a:pos x="T8" y="T9"/>
                </a:cxn>
              </a:cxnLst>
              <a:rect l="0" t="0" r="r" b="b"/>
              <a:pathLst>
                <a:path w="15" h="10">
                  <a:moveTo>
                    <a:pt x="9" y="9"/>
                  </a:moveTo>
                  <a:cubicBezTo>
                    <a:pt x="5" y="10"/>
                    <a:pt x="1" y="8"/>
                    <a:pt x="1" y="6"/>
                  </a:cubicBezTo>
                  <a:cubicBezTo>
                    <a:pt x="0" y="4"/>
                    <a:pt x="3" y="2"/>
                    <a:pt x="7" y="1"/>
                  </a:cubicBezTo>
                  <a:cubicBezTo>
                    <a:pt x="11" y="0"/>
                    <a:pt x="14" y="1"/>
                    <a:pt x="15" y="3"/>
                  </a:cubicBezTo>
                  <a:cubicBezTo>
                    <a:pt x="15" y="6"/>
                    <a:pt x="13" y="8"/>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6" name="Freeform 2398">
              <a:extLst>
                <a:ext uri="{FF2B5EF4-FFF2-40B4-BE49-F238E27FC236}">
                  <a16:creationId xmlns:a16="http://schemas.microsoft.com/office/drawing/2014/main" id="{2428CE8B-FB60-C1A5-FD2B-EE07D461051F}"/>
                </a:ext>
              </a:extLst>
            </p:cNvPr>
            <p:cNvSpPr>
              <a:spLocks/>
            </p:cNvSpPr>
            <p:nvPr/>
          </p:nvSpPr>
          <p:spPr bwMode="auto">
            <a:xfrm rot="5094805">
              <a:off x="956915" y="2895961"/>
              <a:ext cx="36560" cy="25135"/>
            </a:xfrm>
            <a:custGeom>
              <a:avLst/>
              <a:gdLst>
                <a:gd name="T0" fmla="*/ 7 w 15"/>
                <a:gd name="T1" fmla="*/ 1 h 10"/>
                <a:gd name="T2" fmla="*/ 14 w 15"/>
                <a:gd name="T3" fmla="*/ 3 h 10"/>
                <a:gd name="T4" fmla="*/ 8 w 15"/>
                <a:gd name="T5" fmla="*/ 9 h 10"/>
                <a:gd name="T6" fmla="*/ 0 w 15"/>
                <a:gd name="T7" fmla="*/ 7 h 10"/>
                <a:gd name="T8" fmla="*/ 7 w 15"/>
                <a:gd name="T9" fmla="*/ 1 h 10"/>
              </a:gdLst>
              <a:ahLst/>
              <a:cxnLst>
                <a:cxn ang="0">
                  <a:pos x="T0" y="T1"/>
                </a:cxn>
                <a:cxn ang="0">
                  <a:pos x="T2" y="T3"/>
                </a:cxn>
                <a:cxn ang="0">
                  <a:pos x="T4" y="T5"/>
                </a:cxn>
                <a:cxn ang="0">
                  <a:pos x="T6" y="T7"/>
                </a:cxn>
                <a:cxn ang="0">
                  <a:pos x="T8" y="T9"/>
                </a:cxn>
              </a:cxnLst>
              <a:rect l="0" t="0" r="r" b="b"/>
              <a:pathLst>
                <a:path w="15" h="10">
                  <a:moveTo>
                    <a:pt x="7" y="1"/>
                  </a:moveTo>
                  <a:cubicBezTo>
                    <a:pt x="11" y="0"/>
                    <a:pt x="14" y="1"/>
                    <a:pt x="14" y="3"/>
                  </a:cubicBezTo>
                  <a:cubicBezTo>
                    <a:pt x="15" y="6"/>
                    <a:pt x="12" y="8"/>
                    <a:pt x="8" y="9"/>
                  </a:cubicBezTo>
                  <a:cubicBezTo>
                    <a:pt x="4" y="10"/>
                    <a:pt x="0" y="9"/>
                    <a:pt x="0" y="7"/>
                  </a:cubicBezTo>
                  <a:cubicBezTo>
                    <a:pt x="0" y="4"/>
                    <a:pt x="3"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7" name="Freeform 2399">
              <a:extLst>
                <a:ext uri="{FF2B5EF4-FFF2-40B4-BE49-F238E27FC236}">
                  <a16:creationId xmlns:a16="http://schemas.microsoft.com/office/drawing/2014/main" id="{4CC1AC00-E2C8-548A-BFCF-CED75A9185DF}"/>
                </a:ext>
              </a:extLst>
            </p:cNvPr>
            <p:cNvSpPr>
              <a:spLocks/>
            </p:cNvSpPr>
            <p:nvPr/>
          </p:nvSpPr>
          <p:spPr bwMode="auto">
            <a:xfrm rot="5094805">
              <a:off x="1028653" y="3082175"/>
              <a:ext cx="38845" cy="27420"/>
            </a:xfrm>
            <a:custGeom>
              <a:avLst/>
              <a:gdLst>
                <a:gd name="T0" fmla="*/ 15 w 15"/>
                <a:gd name="T1" fmla="*/ 3 h 11"/>
                <a:gd name="T2" fmla="*/ 8 w 15"/>
                <a:gd name="T3" fmla="*/ 10 h 11"/>
                <a:gd name="T4" fmla="*/ 0 w 15"/>
                <a:gd name="T5" fmla="*/ 7 h 11"/>
                <a:gd name="T6" fmla="*/ 7 w 15"/>
                <a:gd name="T7" fmla="*/ 1 h 11"/>
                <a:gd name="T8" fmla="*/ 15 w 15"/>
                <a:gd name="T9" fmla="*/ 3 h 11"/>
              </a:gdLst>
              <a:ahLst/>
              <a:cxnLst>
                <a:cxn ang="0">
                  <a:pos x="T0" y="T1"/>
                </a:cxn>
                <a:cxn ang="0">
                  <a:pos x="T2" y="T3"/>
                </a:cxn>
                <a:cxn ang="0">
                  <a:pos x="T4" y="T5"/>
                </a:cxn>
                <a:cxn ang="0">
                  <a:pos x="T6" y="T7"/>
                </a:cxn>
                <a:cxn ang="0">
                  <a:pos x="T8" y="T9"/>
                </a:cxn>
              </a:cxnLst>
              <a:rect l="0" t="0" r="r" b="b"/>
              <a:pathLst>
                <a:path w="15" h="11">
                  <a:moveTo>
                    <a:pt x="15" y="3"/>
                  </a:moveTo>
                  <a:cubicBezTo>
                    <a:pt x="15" y="6"/>
                    <a:pt x="12" y="8"/>
                    <a:pt x="8" y="10"/>
                  </a:cubicBezTo>
                  <a:cubicBezTo>
                    <a:pt x="4" y="11"/>
                    <a:pt x="1" y="10"/>
                    <a:pt x="0" y="7"/>
                  </a:cubicBezTo>
                  <a:cubicBezTo>
                    <a:pt x="0" y="5"/>
                    <a:pt x="3" y="2"/>
                    <a:pt x="7" y="1"/>
                  </a:cubicBezTo>
                  <a:cubicBezTo>
                    <a:pt x="11"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8" name="Freeform 2400">
              <a:extLst>
                <a:ext uri="{FF2B5EF4-FFF2-40B4-BE49-F238E27FC236}">
                  <a16:creationId xmlns:a16="http://schemas.microsoft.com/office/drawing/2014/main" id="{33A24064-75EA-EAC5-30A3-572EC28C1516}"/>
                </a:ext>
              </a:extLst>
            </p:cNvPr>
            <p:cNvSpPr>
              <a:spLocks/>
            </p:cNvSpPr>
            <p:nvPr/>
          </p:nvSpPr>
          <p:spPr bwMode="auto">
            <a:xfrm rot="5094805">
              <a:off x="1112918" y="3268620"/>
              <a:ext cx="36560" cy="27420"/>
            </a:xfrm>
            <a:custGeom>
              <a:avLst/>
              <a:gdLst>
                <a:gd name="T0" fmla="*/ 6 w 15"/>
                <a:gd name="T1" fmla="*/ 2 h 11"/>
                <a:gd name="T2" fmla="*/ 15 w 15"/>
                <a:gd name="T3" fmla="*/ 3 h 11"/>
                <a:gd name="T4" fmla="*/ 9 w 15"/>
                <a:gd name="T5" fmla="*/ 10 h 11"/>
                <a:gd name="T6" fmla="*/ 1 w 15"/>
                <a:gd name="T7" fmla="*/ 9 h 11"/>
                <a:gd name="T8" fmla="*/ 6 w 15"/>
                <a:gd name="T9" fmla="*/ 2 h 11"/>
              </a:gdLst>
              <a:ahLst/>
              <a:cxnLst>
                <a:cxn ang="0">
                  <a:pos x="T0" y="T1"/>
                </a:cxn>
                <a:cxn ang="0">
                  <a:pos x="T2" y="T3"/>
                </a:cxn>
                <a:cxn ang="0">
                  <a:pos x="T4" y="T5"/>
                </a:cxn>
                <a:cxn ang="0">
                  <a:pos x="T6" y="T7"/>
                </a:cxn>
                <a:cxn ang="0">
                  <a:pos x="T8" y="T9"/>
                </a:cxn>
              </a:cxnLst>
              <a:rect l="0" t="0" r="r" b="b"/>
              <a:pathLst>
                <a:path w="15" h="11">
                  <a:moveTo>
                    <a:pt x="6" y="2"/>
                  </a:moveTo>
                  <a:cubicBezTo>
                    <a:pt x="10" y="0"/>
                    <a:pt x="14" y="0"/>
                    <a:pt x="15" y="3"/>
                  </a:cubicBezTo>
                  <a:cubicBezTo>
                    <a:pt x="15" y="5"/>
                    <a:pt x="13" y="8"/>
                    <a:pt x="9" y="10"/>
                  </a:cubicBezTo>
                  <a:cubicBezTo>
                    <a:pt x="5" y="11"/>
                    <a:pt x="2" y="11"/>
                    <a:pt x="1" y="9"/>
                  </a:cubicBezTo>
                  <a:cubicBezTo>
                    <a:pt x="0" y="7"/>
                    <a:pt x="2"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9" name="Freeform 2401">
              <a:extLst>
                <a:ext uri="{FF2B5EF4-FFF2-40B4-BE49-F238E27FC236}">
                  <a16:creationId xmlns:a16="http://schemas.microsoft.com/office/drawing/2014/main" id="{B6080B89-42EA-648C-5B6E-6AB652C59032}"/>
                </a:ext>
              </a:extLst>
            </p:cNvPr>
            <p:cNvSpPr>
              <a:spLocks/>
            </p:cNvSpPr>
            <p:nvPr/>
          </p:nvSpPr>
          <p:spPr bwMode="auto">
            <a:xfrm rot="5094805">
              <a:off x="1203904" y="3452076"/>
              <a:ext cx="36560" cy="29705"/>
            </a:xfrm>
            <a:custGeom>
              <a:avLst/>
              <a:gdLst>
                <a:gd name="T0" fmla="*/ 15 w 15"/>
                <a:gd name="T1" fmla="*/ 4 h 12"/>
                <a:gd name="T2" fmla="*/ 8 w 15"/>
                <a:gd name="T3" fmla="*/ 11 h 12"/>
                <a:gd name="T4" fmla="*/ 1 w 15"/>
                <a:gd name="T5" fmla="*/ 9 h 12"/>
                <a:gd name="T6" fmla="*/ 7 w 15"/>
                <a:gd name="T7" fmla="*/ 2 h 12"/>
                <a:gd name="T8" fmla="*/ 15 w 15"/>
                <a:gd name="T9" fmla="*/ 4 h 12"/>
              </a:gdLst>
              <a:ahLst/>
              <a:cxnLst>
                <a:cxn ang="0">
                  <a:pos x="T0" y="T1"/>
                </a:cxn>
                <a:cxn ang="0">
                  <a:pos x="T2" y="T3"/>
                </a:cxn>
                <a:cxn ang="0">
                  <a:pos x="T4" y="T5"/>
                </a:cxn>
                <a:cxn ang="0">
                  <a:pos x="T6" y="T7"/>
                </a:cxn>
                <a:cxn ang="0">
                  <a:pos x="T8" y="T9"/>
                </a:cxn>
              </a:cxnLst>
              <a:rect l="0" t="0" r="r" b="b"/>
              <a:pathLst>
                <a:path w="15" h="12">
                  <a:moveTo>
                    <a:pt x="15" y="4"/>
                  </a:moveTo>
                  <a:cubicBezTo>
                    <a:pt x="15" y="6"/>
                    <a:pt x="12" y="9"/>
                    <a:pt x="8" y="11"/>
                  </a:cubicBezTo>
                  <a:cubicBezTo>
                    <a:pt x="4" y="12"/>
                    <a:pt x="1" y="11"/>
                    <a:pt x="1" y="9"/>
                  </a:cubicBezTo>
                  <a:cubicBezTo>
                    <a:pt x="0" y="7"/>
                    <a:pt x="4" y="3"/>
                    <a:pt x="7" y="2"/>
                  </a:cubicBezTo>
                  <a:cubicBezTo>
                    <a:pt x="11" y="0"/>
                    <a:pt x="15" y="1"/>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0" name="Freeform 2402">
              <a:extLst>
                <a:ext uri="{FF2B5EF4-FFF2-40B4-BE49-F238E27FC236}">
                  <a16:creationId xmlns:a16="http://schemas.microsoft.com/office/drawing/2014/main" id="{85117A3D-A497-D03F-B97A-8B5EAB1DB5C4}"/>
                </a:ext>
              </a:extLst>
            </p:cNvPr>
            <p:cNvSpPr>
              <a:spLocks/>
            </p:cNvSpPr>
            <p:nvPr/>
          </p:nvSpPr>
          <p:spPr bwMode="auto">
            <a:xfrm rot="5094805">
              <a:off x="1302857" y="3635965"/>
              <a:ext cx="36560" cy="29705"/>
            </a:xfrm>
            <a:custGeom>
              <a:avLst/>
              <a:gdLst>
                <a:gd name="T0" fmla="*/ 7 w 15"/>
                <a:gd name="T1" fmla="*/ 2 h 12"/>
                <a:gd name="T2" fmla="*/ 15 w 15"/>
                <a:gd name="T3" fmla="*/ 3 h 12"/>
                <a:gd name="T4" fmla="*/ 8 w 15"/>
                <a:gd name="T5" fmla="*/ 11 h 12"/>
                <a:gd name="T6" fmla="*/ 1 w 15"/>
                <a:gd name="T7" fmla="*/ 9 h 12"/>
                <a:gd name="T8" fmla="*/ 7 w 15"/>
                <a:gd name="T9" fmla="*/ 2 h 12"/>
              </a:gdLst>
              <a:ahLst/>
              <a:cxnLst>
                <a:cxn ang="0">
                  <a:pos x="T0" y="T1"/>
                </a:cxn>
                <a:cxn ang="0">
                  <a:pos x="T2" y="T3"/>
                </a:cxn>
                <a:cxn ang="0">
                  <a:pos x="T4" y="T5"/>
                </a:cxn>
                <a:cxn ang="0">
                  <a:pos x="T6" y="T7"/>
                </a:cxn>
                <a:cxn ang="0">
                  <a:pos x="T8" y="T9"/>
                </a:cxn>
              </a:cxnLst>
              <a:rect l="0" t="0" r="r" b="b"/>
              <a:pathLst>
                <a:path w="15" h="12">
                  <a:moveTo>
                    <a:pt x="7" y="2"/>
                  </a:moveTo>
                  <a:cubicBezTo>
                    <a:pt x="11" y="0"/>
                    <a:pt x="14" y="1"/>
                    <a:pt x="15" y="3"/>
                  </a:cubicBezTo>
                  <a:cubicBezTo>
                    <a:pt x="15" y="6"/>
                    <a:pt x="12" y="9"/>
                    <a:pt x="8" y="11"/>
                  </a:cubicBezTo>
                  <a:cubicBezTo>
                    <a:pt x="5" y="12"/>
                    <a:pt x="1" y="12"/>
                    <a:pt x="1" y="9"/>
                  </a:cubicBezTo>
                  <a:cubicBezTo>
                    <a:pt x="0" y="7"/>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1" name="Freeform 2403">
              <a:extLst>
                <a:ext uri="{FF2B5EF4-FFF2-40B4-BE49-F238E27FC236}">
                  <a16:creationId xmlns:a16="http://schemas.microsoft.com/office/drawing/2014/main" id="{67A10F1B-4976-94D3-4553-D366644884B0}"/>
                </a:ext>
              </a:extLst>
            </p:cNvPr>
            <p:cNvSpPr>
              <a:spLocks/>
            </p:cNvSpPr>
            <p:nvPr/>
          </p:nvSpPr>
          <p:spPr bwMode="auto">
            <a:xfrm rot="5094805">
              <a:off x="1406458" y="3819343"/>
              <a:ext cx="38845" cy="31990"/>
            </a:xfrm>
            <a:custGeom>
              <a:avLst/>
              <a:gdLst>
                <a:gd name="T0" fmla="*/ 14 w 15"/>
                <a:gd name="T1" fmla="*/ 3 h 13"/>
                <a:gd name="T2" fmla="*/ 9 w 15"/>
                <a:gd name="T3" fmla="*/ 11 h 13"/>
                <a:gd name="T4" fmla="*/ 1 w 15"/>
                <a:gd name="T5" fmla="*/ 10 h 13"/>
                <a:gd name="T6" fmla="*/ 6 w 15"/>
                <a:gd name="T7" fmla="*/ 2 h 13"/>
                <a:gd name="T8" fmla="*/ 14 w 15"/>
                <a:gd name="T9" fmla="*/ 3 h 13"/>
              </a:gdLst>
              <a:ahLst/>
              <a:cxnLst>
                <a:cxn ang="0">
                  <a:pos x="T0" y="T1"/>
                </a:cxn>
                <a:cxn ang="0">
                  <a:pos x="T2" y="T3"/>
                </a:cxn>
                <a:cxn ang="0">
                  <a:pos x="T4" y="T5"/>
                </a:cxn>
                <a:cxn ang="0">
                  <a:pos x="T6" y="T7"/>
                </a:cxn>
                <a:cxn ang="0">
                  <a:pos x="T8" y="T9"/>
                </a:cxn>
              </a:cxnLst>
              <a:rect l="0" t="0" r="r" b="b"/>
              <a:pathLst>
                <a:path w="15" h="13">
                  <a:moveTo>
                    <a:pt x="14" y="3"/>
                  </a:moveTo>
                  <a:cubicBezTo>
                    <a:pt x="15" y="6"/>
                    <a:pt x="12" y="9"/>
                    <a:pt x="9" y="11"/>
                  </a:cubicBezTo>
                  <a:cubicBezTo>
                    <a:pt x="5" y="13"/>
                    <a:pt x="1" y="13"/>
                    <a:pt x="1" y="10"/>
                  </a:cubicBezTo>
                  <a:cubicBezTo>
                    <a:pt x="0" y="8"/>
                    <a:pt x="3" y="4"/>
                    <a:pt x="6" y="2"/>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2" name="Freeform 2404">
              <a:extLst>
                <a:ext uri="{FF2B5EF4-FFF2-40B4-BE49-F238E27FC236}">
                  <a16:creationId xmlns:a16="http://schemas.microsoft.com/office/drawing/2014/main" id="{97BD9886-37C8-5884-E526-182ABDA4B874}"/>
                </a:ext>
              </a:extLst>
            </p:cNvPr>
            <p:cNvSpPr>
              <a:spLocks/>
            </p:cNvSpPr>
            <p:nvPr/>
          </p:nvSpPr>
          <p:spPr bwMode="auto">
            <a:xfrm rot="5094805">
              <a:off x="1515759" y="4003559"/>
              <a:ext cx="36560" cy="31990"/>
            </a:xfrm>
            <a:custGeom>
              <a:avLst/>
              <a:gdLst>
                <a:gd name="T0" fmla="*/ 14 w 15"/>
                <a:gd name="T1" fmla="*/ 3 h 13"/>
                <a:gd name="T2" fmla="*/ 8 w 15"/>
                <a:gd name="T3" fmla="*/ 11 h 13"/>
                <a:gd name="T4" fmla="*/ 0 w 15"/>
                <a:gd name="T5" fmla="*/ 10 h 13"/>
                <a:gd name="T6" fmla="*/ 6 w 15"/>
                <a:gd name="T7" fmla="*/ 2 h 13"/>
                <a:gd name="T8" fmla="*/ 14 w 15"/>
                <a:gd name="T9" fmla="*/ 3 h 13"/>
              </a:gdLst>
              <a:ahLst/>
              <a:cxnLst>
                <a:cxn ang="0">
                  <a:pos x="T0" y="T1"/>
                </a:cxn>
                <a:cxn ang="0">
                  <a:pos x="T2" y="T3"/>
                </a:cxn>
                <a:cxn ang="0">
                  <a:pos x="T4" y="T5"/>
                </a:cxn>
                <a:cxn ang="0">
                  <a:pos x="T6" y="T7"/>
                </a:cxn>
                <a:cxn ang="0">
                  <a:pos x="T8" y="T9"/>
                </a:cxn>
              </a:cxnLst>
              <a:rect l="0" t="0" r="r" b="b"/>
              <a:pathLst>
                <a:path w="15" h="13">
                  <a:moveTo>
                    <a:pt x="14" y="3"/>
                  </a:moveTo>
                  <a:cubicBezTo>
                    <a:pt x="15" y="6"/>
                    <a:pt x="12" y="9"/>
                    <a:pt x="8" y="11"/>
                  </a:cubicBezTo>
                  <a:cubicBezTo>
                    <a:pt x="5" y="13"/>
                    <a:pt x="1" y="13"/>
                    <a:pt x="0" y="10"/>
                  </a:cubicBezTo>
                  <a:cubicBezTo>
                    <a:pt x="0" y="8"/>
                    <a:pt x="3" y="4"/>
                    <a:pt x="6" y="2"/>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3" name="Freeform 2405">
              <a:extLst>
                <a:ext uri="{FF2B5EF4-FFF2-40B4-BE49-F238E27FC236}">
                  <a16:creationId xmlns:a16="http://schemas.microsoft.com/office/drawing/2014/main" id="{49B2AEA9-97CC-3404-43AA-886AE0E6B13A}"/>
                </a:ext>
              </a:extLst>
            </p:cNvPr>
            <p:cNvSpPr>
              <a:spLocks/>
            </p:cNvSpPr>
            <p:nvPr/>
          </p:nvSpPr>
          <p:spPr bwMode="auto">
            <a:xfrm rot="5094805">
              <a:off x="1190592" y="1290018"/>
              <a:ext cx="36560" cy="34275"/>
            </a:xfrm>
            <a:custGeom>
              <a:avLst/>
              <a:gdLst>
                <a:gd name="T0" fmla="*/ 15 w 15"/>
                <a:gd name="T1" fmla="*/ 12 h 14"/>
                <a:gd name="T2" fmla="*/ 8 w 15"/>
                <a:gd name="T3" fmla="*/ 12 h 14"/>
                <a:gd name="T4" fmla="*/ 1 w 15"/>
                <a:gd name="T5" fmla="*/ 2 h 14"/>
                <a:gd name="T6" fmla="*/ 8 w 15"/>
                <a:gd name="T7" fmla="*/ 2 h 14"/>
                <a:gd name="T8" fmla="*/ 15 w 15"/>
                <a:gd name="T9" fmla="*/ 12 h 14"/>
              </a:gdLst>
              <a:ahLst/>
              <a:cxnLst>
                <a:cxn ang="0">
                  <a:pos x="T0" y="T1"/>
                </a:cxn>
                <a:cxn ang="0">
                  <a:pos x="T2" y="T3"/>
                </a:cxn>
                <a:cxn ang="0">
                  <a:pos x="T4" y="T5"/>
                </a:cxn>
                <a:cxn ang="0">
                  <a:pos x="T6" y="T7"/>
                </a:cxn>
                <a:cxn ang="0">
                  <a:pos x="T8" y="T9"/>
                </a:cxn>
              </a:cxnLst>
              <a:rect l="0" t="0" r="r" b="b"/>
              <a:pathLst>
                <a:path w="15" h="14">
                  <a:moveTo>
                    <a:pt x="15" y="12"/>
                  </a:moveTo>
                  <a:cubicBezTo>
                    <a:pt x="15" y="14"/>
                    <a:pt x="13" y="14"/>
                    <a:pt x="8" y="12"/>
                  </a:cubicBezTo>
                  <a:cubicBezTo>
                    <a:pt x="5" y="9"/>
                    <a:pt x="1" y="5"/>
                    <a:pt x="1" y="2"/>
                  </a:cubicBezTo>
                  <a:cubicBezTo>
                    <a:pt x="0" y="0"/>
                    <a:pt x="4" y="0"/>
                    <a:pt x="8" y="2"/>
                  </a:cubicBezTo>
                  <a:cubicBezTo>
                    <a:pt x="11" y="5"/>
                    <a:pt x="15" y="9"/>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4" name="Freeform 2406">
              <a:extLst>
                <a:ext uri="{FF2B5EF4-FFF2-40B4-BE49-F238E27FC236}">
                  <a16:creationId xmlns:a16="http://schemas.microsoft.com/office/drawing/2014/main" id="{260629D9-637A-84B2-9407-84510ED6DCFB}"/>
                </a:ext>
              </a:extLst>
            </p:cNvPr>
            <p:cNvSpPr>
              <a:spLocks/>
            </p:cNvSpPr>
            <p:nvPr/>
          </p:nvSpPr>
          <p:spPr bwMode="auto">
            <a:xfrm rot="5094805">
              <a:off x="1292456" y="1080229"/>
              <a:ext cx="36560" cy="36560"/>
            </a:xfrm>
            <a:custGeom>
              <a:avLst/>
              <a:gdLst>
                <a:gd name="T0" fmla="*/ 15 w 15"/>
                <a:gd name="T1" fmla="*/ 11 h 15"/>
                <a:gd name="T2" fmla="*/ 9 w 15"/>
                <a:gd name="T3" fmla="*/ 13 h 15"/>
                <a:gd name="T4" fmla="*/ 0 w 15"/>
                <a:gd name="T5" fmla="*/ 4 h 15"/>
                <a:gd name="T6" fmla="*/ 6 w 15"/>
                <a:gd name="T7" fmla="*/ 2 h 15"/>
                <a:gd name="T8" fmla="*/ 15 w 15"/>
                <a:gd name="T9" fmla="*/ 11 h 15"/>
              </a:gdLst>
              <a:ahLst/>
              <a:cxnLst>
                <a:cxn ang="0">
                  <a:pos x="T0" y="T1"/>
                </a:cxn>
                <a:cxn ang="0">
                  <a:pos x="T2" y="T3"/>
                </a:cxn>
                <a:cxn ang="0">
                  <a:pos x="T4" y="T5"/>
                </a:cxn>
                <a:cxn ang="0">
                  <a:pos x="T6" y="T7"/>
                </a:cxn>
                <a:cxn ang="0">
                  <a:pos x="T8" y="T9"/>
                </a:cxn>
              </a:cxnLst>
              <a:rect l="0" t="0" r="r" b="b"/>
              <a:pathLst>
                <a:path w="15" h="15">
                  <a:moveTo>
                    <a:pt x="15" y="11"/>
                  </a:moveTo>
                  <a:cubicBezTo>
                    <a:pt x="15" y="15"/>
                    <a:pt x="13" y="15"/>
                    <a:pt x="9" y="13"/>
                  </a:cubicBezTo>
                  <a:cubicBezTo>
                    <a:pt x="5" y="11"/>
                    <a:pt x="1" y="7"/>
                    <a:pt x="0" y="4"/>
                  </a:cubicBezTo>
                  <a:cubicBezTo>
                    <a:pt x="0" y="1"/>
                    <a:pt x="2" y="0"/>
                    <a:pt x="6" y="2"/>
                  </a:cubicBezTo>
                  <a:cubicBezTo>
                    <a:pt x="10" y="4"/>
                    <a:pt x="14" y="9"/>
                    <a:pt x="1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5" name="Freeform 2407">
              <a:extLst>
                <a:ext uri="{FF2B5EF4-FFF2-40B4-BE49-F238E27FC236}">
                  <a16:creationId xmlns:a16="http://schemas.microsoft.com/office/drawing/2014/main" id="{97D28E8C-AD61-E017-FEEA-58F92BBADA5B}"/>
                </a:ext>
              </a:extLst>
            </p:cNvPr>
            <p:cNvSpPr>
              <a:spLocks/>
            </p:cNvSpPr>
            <p:nvPr/>
          </p:nvSpPr>
          <p:spPr bwMode="auto">
            <a:xfrm rot="5094805">
              <a:off x="1383142" y="876015"/>
              <a:ext cx="36560" cy="34275"/>
            </a:xfrm>
            <a:custGeom>
              <a:avLst/>
              <a:gdLst>
                <a:gd name="T0" fmla="*/ 14 w 15"/>
                <a:gd name="T1" fmla="*/ 11 h 14"/>
                <a:gd name="T2" fmla="*/ 7 w 15"/>
                <a:gd name="T3" fmla="*/ 12 h 14"/>
                <a:gd name="T4" fmla="*/ 0 w 15"/>
                <a:gd name="T5" fmla="*/ 3 h 14"/>
                <a:gd name="T6" fmla="*/ 7 w 15"/>
                <a:gd name="T7" fmla="*/ 2 h 14"/>
                <a:gd name="T8" fmla="*/ 14 w 15"/>
                <a:gd name="T9" fmla="*/ 11 h 14"/>
              </a:gdLst>
              <a:ahLst/>
              <a:cxnLst>
                <a:cxn ang="0">
                  <a:pos x="T0" y="T1"/>
                </a:cxn>
                <a:cxn ang="0">
                  <a:pos x="T2" y="T3"/>
                </a:cxn>
                <a:cxn ang="0">
                  <a:pos x="T4" y="T5"/>
                </a:cxn>
                <a:cxn ang="0">
                  <a:pos x="T6" y="T7"/>
                </a:cxn>
                <a:cxn ang="0">
                  <a:pos x="T8" y="T9"/>
                </a:cxn>
              </a:cxnLst>
              <a:rect l="0" t="0" r="r" b="b"/>
              <a:pathLst>
                <a:path w="15" h="14">
                  <a:moveTo>
                    <a:pt x="14" y="11"/>
                  </a:moveTo>
                  <a:cubicBezTo>
                    <a:pt x="15" y="14"/>
                    <a:pt x="11" y="14"/>
                    <a:pt x="7" y="12"/>
                  </a:cubicBezTo>
                  <a:cubicBezTo>
                    <a:pt x="3" y="10"/>
                    <a:pt x="0" y="5"/>
                    <a:pt x="0" y="3"/>
                  </a:cubicBezTo>
                  <a:cubicBezTo>
                    <a:pt x="0" y="0"/>
                    <a:pt x="3" y="0"/>
                    <a:pt x="7" y="2"/>
                  </a:cubicBezTo>
                  <a:cubicBezTo>
                    <a:pt x="11" y="4"/>
                    <a:pt x="14" y="8"/>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6" name="Freeform 2408">
              <a:extLst>
                <a:ext uri="{FF2B5EF4-FFF2-40B4-BE49-F238E27FC236}">
                  <a16:creationId xmlns:a16="http://schemas.microsoft.com/office/drawing/2014/main" id="{22AAEEA3-A506-007E-82A4-91E342D3091E}"/>
                </a:ext>
              </a:extLst>
            </p:cNvPr>
            <p:cNvSpPr>
              <a:spLocks/>
            </p:cNvSpPr>
            <p:nvPr/>
          </p:nvSpPr>
          <p:spPr bwMode="auto">
            <a:xfrm rot="5094805">
              <a:off x="1452101" y="670201"/>
              <a:ext cx="38845" cy="36560"/>
            </a:xfrm>
            <a:custGeom>
              <a:avLst/>
              <a:gdLst>
                <a:gd name="T0" fmla="*/ 15 w 15"/>
                <a:gd name="T1" fmla="*/ 10 h 14"/>
                <a:gd name="T2" fmla="*/ 7 w 15"/>
                <a:gd name="T3" fmla="*/ 12 h 14"/>
                <a:gd name="T4" fmla="*/ 0 w 15"/>
                <a:gd name="T5" fmla="*/ 4 h 14"/>
                <a:gd name="T6" fmla="*/ 7 w 15"/>
                <a:gd name="T7" fmla="*/ 2 h 14"/>
                <a:gd name="T8" fmla="*/ 15 w 15"/>
                <a:gd name="T9" fmla="*/ 10 h 14"/>
              </a:gdLst>
              <a:ahLst/>
              <a:cxnLst>
                <a:cxn ang="0">
                  <a:pos x="T0" y="T1"/>
                </a:cxn>
                <a:cxn ang="0">
                  <a:pos x="T2" y="T3"/>
                </a:cxn>
                <a:cxn ang="0">
                  <a:pos x="T4" y="T5"/>
                </a:cxn>
                <a:cxn ang="0">
                  <a:pos x="T6" y="T7"/>
                </a:cxn>
                <a:cxn ang="0">
                  <a:pos x="T8" y="T9"/>
                </a:cxn>
              </a:cxnLst>
              <a:rect l="0" t="0" r="r" b="b"/>
              <a:pathLst>
                <a:path w="15" h="14">
                  <a:moveTo>
                    <a:pt x="15" y="10"/>
                  </a:moveTo>
                  <a:cubicBezTo>
                    <a:pt x="15" y="13"/>
                    <a:pt x="12" y="14"/>
                    <a:pt x="7" y="12"/>
                  </a:cubicBezTo>
                  <a:cubicBezTo>
                    <a:pt x="4" y="11"/>
                    <a:pt x="0" y="7"/>
                    <a:pt x="0" y="4"/>
                  </a:cubicBezTo>
                  <a:cubicBezTo>
                    <a:pt x="0" y="1"/>
                    <a:pt x="3" y="0"/>
                    <a:pt x="7" y="2"/>
                  </a:cubicBezTo>
                  <a:cubicBezTo>
                    <a:pt x="11" y="4"/>
                    <a:pt x="15" y="8"/>
                    <a:pt x="1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7" name="Freeform 2409">
              <a:extLst>
                <a:ext uri="{FF2B5EF4-FFF2-40B4-BE49-F238E27FC236}">
                  <a16:creationId xmlns:a16="http://schemas.microsoft.com/office/drawing/2014/main" id="{4815A090-EC48-8935-C9F0-D6BB25D455AF}"/>
                </a:ext>
              </a:extLst>
            </p:cNvPr>
            <p:cNvSpPr>
              <a:spLocks/>
            </p:cNvSpPr>
            <p:nvPr/>
          </p:nvSpPr>
          <p:spPr bwMode="auto">
            <a:xfrm rot="5094805">
              <a:off x="1494992" y="470240"/>
              <a:ext cx="38845" cy="34275"/>
            </a:xfrm>
            <a:custGeom>
              <a:avLst/>
              <a:gdLst>
                <a:gd name="T0" fmla="*/ 15 w 16"/>
                <a:gd name="T1" fmla="*/ 8 h 13"/>
                <a:gd name="T2" fmla="*/ 9 w 16"/>
                <a:gd name="T3" fmla="*/ 12 h 13"/>
                <a:gd name="T4" fmla="*/ 1 w 16"/>
                <a:gd name="T5" fmla="*/ 5 h 13"/>
                <a:gd name="T6" fmla="*/ 7 w 16"/>
                <a:gd name="T7" fmla="*/ 1 h 13"/>
                <a:gd name="T8" fmla="*/ 15 w 16"/>
                <a:gd name="T9" fmla="*/ 8 h 13"/>
              </a:gdLst>
              <a:ahLst/>
              <a:cxnLst>
                <a:cxn ang="0">
                  <a:pos x="T0" y="T1"/>
                </a:cxn>
                <a:cxn ang="0">
                  <a:pos x="T2" y="T3"/>
                </a:cxn>
                <a:cxn ang="0">
                  <a:pos x="T4" y="T5"/>
                </a:cxn>
                <a:cxn ang="0">
                  <a:pos x="T6" y="T7"/>
                </a:cxn>
                <a:cxn ang="0">
                  <a:pos x="T8" y="T9"/>
                </a:cxn>
              </a:cxnLst>
              <a:rect l="0" t="0" r="r" b="b"/>
              <a:pathLst>
                <a:path w="16" h="13">
                  <a:moveTo>
                    <a:pt x="15" y="8"/>
                  </a:moveTo>
                  <a:cubicBezTo>
                    <a:pt x="16" y="11"/>
                    <a:pt x="13" y="13"/>
                    <a:pt x="9" y="12"/>
                  </a:cubicBezTo>
                  <a:cubicBezTo>
                    <a:pt x="5" y="12"/>
                    <a:pt x="2" y="8"/>
                    <a:pt x="1" y="5"/>
                  </a:cubicBezTo>
                  <a:cubicBezTo>
                    <a:pt x="0" y="2"/>
                    <a:pt x="3" y="0"/>
                    <a:pt x="7" y="1"/>
                  </a:cubicBezTo>
                  <a:cubicBezTo>
                    <a:pt x="11" y="2"/>
                    <a:pt x="15" y="5"/>
                    <a:pt x="1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8" name="Freeform 2410">
              <a:extLst>
                <a:ext uri="{FF2B5EF4-FFF2-40B4-BE49-F238E27FC236}">
                  <a16:creationId xmlns:a16="http://schemas.microsoft.com/office/drawing/2014/main" id="{A1FED529-6466-AB21-68F8-694765DE6C19}"/>
                </a:ext>
              </a:extLst>
            </p:cNvPr>
            <p:cNvSpPr>
              <a:spLocks/>
            </p:cNvSpPr>
            <p:nvPr/>
          </p:nvSpPr>
          <p:spPr bwMode="auto">
            <a:xfrm rot="5094805">
              <a:off x="1501775" y="278179"/>
              <a:ext cx="36560" cy="29705"/>
            </a:xfrm>
            <a:custGeom>
              <a:avLst/>
              <a:gdLst>
                <a:gd name="T0" fmla="*/ 8 w 15"/>
                <a:gd name="T1" fmla="*/ 12 h 12"/>
                <a:gd name="T2" fmla="*/ 0 w 15"/>
                <a:gd name="T3" fmla="*/ 6 h 12"/>
                <a:gd name="T4" fmla="*/ 7 w 15"/>
                <a:gd name="T5" fmla="*/ 1 h 12"/>
                <a:gd name="T6" fmla="*/ 14 w 15"/>
                <a:gd name="T7" fmla="*/ 7 h 12"/>
                <a:gd name="T8" fmla="*/ 8 w 15"/>
                <a:gd name="T9" fmla="*/ 12 h 12"/>
              </a:gdLst>
              <a:ahLst/>
              <a:cxnLst>
                <a:cxn ang="0">
                  <a:pos x="T0" y="T1"/>
                </a:cxn>
                <a:cxn ang="0">
                  <a:pos x="T2" y="T3"/>
                </a:cxn>
                <a:cxn ang="0">
                  <a:pos x="T4" y="T5"/>
                </a:cxn>
                <a:cxn ang="0">
                  <a:pos x="T6" y="T7"/>
                </a:cxn>
                <a:cxn ang="0">
                  <a:pos x="T8" y="T9"/>
                </a:cxn>
              </a:cxnLst>
              <a:rect l="0" t="0" r="r" b="b"/>
              <a:pathLst>
                <a:path w="15" h="12">
                  <a:moveTo>
                    <a:pt x="8" y="12"/>
                  </a:moveTo>
                  <a:cubicBezTo>
                    <a:pt x="4" y="11"/>
                    <a:pt x="0" y="9"/>
                    <a:pt x="0" y="6"/>
                  </a:cubicBezTo>
                  <a:cubicBezTo>
                    <a:pt x="0" y="3"/>
                    <a:pt x="3" y="0"/>
                    <a:pt x="7" y="1"/>
                  </a:cubicBezTo>
                  <a:cubicBezTo>
                    <a:pt x="11" y="1"/>
                    <a:pt x="14" y="4"/>
                    <a:pt x="14" y="7"/>
                  </a:cubicBezTo>
                  <a:cubicBezTo>
                    <a:pt x="15" y="10"/>
                    <a:pt x="12" y="12"/>
                    <a:pt x="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9" name="Freeform 2411">
              <a:extLst>
                <a:ext uri="{FF2B5EF4-FFF2-40B4-BE49-F238E27FC236}">
                  <a16:creationId xmlns:a16="http://schemas.microsoft.com/office/drawing/2014/main" id="{C9CAC471-D3A0-CB89-DD5B-466C493BAA3F}"/>
                </a:ext>
              </a:extLst>
            </p:cNvPr>
            <p:cNvSpPr>
              <a:spLocks/>
            </p:cNvSpPr>
            <p:nvPr/>
          </p:nvSpPr>
          <p:spPr bwMode="auto">
            <a:xfrm rot="5094805">
              <a:off x="1464168" y="86439"/>
              <a:ext cx="38845" cy="31990"/>
            </a:xfrm>
            <a:custGeom>
              <a:avLst/>
              <a:gdLst>
                <a:gd name="T0" fmla="*/ 14 w 15"/>
                <a:gd name="T1" fmla="*/ 5 h 13"/>
                <a:gd name="T2" fmla="*/ 8 w 15"/>
                <a:gd name="T3" fmla="*/ 12 h 13"/>
                <a:gd name="T4" fmla="*/ 0 w 15"/>
                <a:gd name="T5" fmla="*/ 8 h 13"/>
                <a:gd name="T6" fmla="*/ 6 w 15"/>
                <a:gd name="T7" fmla="*/ 1 h 13"/>
                <a:gd name="T8" fmla="*/ 14 w 15"/>
                <a:gd name="T9" fmla="*/ 5 h 13"/>
              </a:gdLst>
              <a:ahLst/>
              <a:cxnLst>
                <a:cxn ang="0">
                  <a:pos x="T0" y="T1"/>
                </a:cxn>
                <a:cxn ang="0">
                  <a:pos x="T2" y="T3"/>
                </a:cxn>
                <a:cxn ang="0">
                  <a:pos x="T4" y="T5"/>
                </a:cxn>
                <a:cxn ang="0">
                  <a:pos x="T6" y="T7"/>
                </a:cxn>
                <a:cxn ang="0">
                  <a:pos x="T8" y="T9"/>
                </a:cxn>
              </a:cxnLst>
              <a:rect l="0" t="0" r="r" b="b"/>
              <a:pathLst>
                <a:path w="15" h="13">
                  <a:moveTo>
                    <a:pt x="14" y="5"/>
                  </a:moveTo>
                  <a:cubicBezTo>
                    <a:pt x="15" y="8"/>
                    <a:pt x="12" y="11"/>
                    <a:pt x="8" y="12"/>
                  </a:cubicBezTo>
                  <a:cubicBezTo>
                    <a:pt x="5" y="13"/>
                    <a:pt x="1" y="11"/>
                    <a:pt x="0" y="8"/>
                  </a:cubicBezTo>
                  <a:cubicBezTo>
                    <a:pt x="0" y="6"/>
                    <a:pt x="3" y="2"/>
                    <a:pt x="6" y="1"/>
                  </a:cubicBezTo>
                  <a:cubicBezTo>
                    <a:pt x="10" y="0"/>
                    <a:pt x="14" y="2"/>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0" name="Freeform 2434">
              <a:extLst>
                <a:ext uri="{FF2B5EF4-FFF2-40B4-BE49-F238E27FC236}">
                  <a16:creationId xmlns:a16="http://schemas.microsoft.com/office/drawing/2014/main" id="{DDAA4C6B-A6A9-2A05-39B0-190E060D4321}"/>
                </a:ext>
              </a:extLst>
            </p:cNvPr>
            <p:cNvSpPr>
              <a:spLocks/>
            </p:cNvSpPr>
            <p:nvPr/>
          </p:nvSpPr>
          <p:spPr bwMode="auto">
            <a:xfrm rot="5094805">
              <a:off x="1625994" y="4186540"/>
              <a:ext cx="34275" cy="29705"/>
            </a:xfrm>
            <a:custGeom>
              <a:avLst/>
              <a:gdLst>
                <a:gd name="T0" fmla="*/ 7 w 14"/>
                <a:gd name="T1" fmla="*/ 10 h 12"/>
                <a:gd name="T2" fmla="*/ 0 w 14"/>
                <a:gd name="T3" fmla="*/ 9 h 12"/>
                <a:gd name="T4" fmla="*/ 7 w 14"/>
                <a:gd name="T5" fmla="*/ 2 h 12"/>
                <a:gd name="T6" fmla="*/ 14 w 14"/>
                <a:gd name="T7" fmla="*/ 3 h 12"/>
                <a:gd name="T8" fmla="*/ 7 w 14"/>
                <a:gd name="T9" fmla="*/ 10 h 12"/>
              </a:gdLst>
              <a:ahLst/>
              <a:cxnLst>
                <a:cxn ang="0">
                  <a:pos x="T0" y="T1"/>
                </a:cxn>
                <a:cxn ang="0">
                  <a:pos x="T2" y="T3"/>
                </a:cxn>
                <a:cxn ang="0">
                  <a:pos x="T4" y="T5"/>
                </a:cxn>
                <a:cxn ang="0">
                  <a:pos x="T6" y="T7"/>
                </a:cxn>
                <a:cxn ang="0">
                  <a:pos x="T8" y="T9"/>
                </a:cxn>
              </a:cxnLst>
              <a:rect l="0" t="0" r="r" b="b"/>
              <a:pathLst>
                <a:path w="14" h="12">
                  <a:moveTo>
                    <a:pt x="7" y="10"/>
                  </a:moveTo>
                  <a:cubicBezTo>
                    <a:pt x="4" y="12"/>
                    <a:pt x="0" y="11"/>
                    <a:pt x="0" y="9"/>
                  </a:cubicBezTo>
                  <a:cubicBezTo>
                    <a:pt x="0" y="7"/>
                    <a:pt x="3" y="3"/>
                    <a:pt x="7" y="2"/>
                  </a:cubicBezTo>
                  <a:cubicBezTo>
                    <a:pt x="11" y="0"/>
                    <a:pt x="14" y="0"/>
                    <a:pt x="14" y="3"/>
                  </a:cubicBezTo>
                  <a:cubicBezTo>
                    <a:pt x="14" y="5"/>
                    <a:pt x="11" y="9"/>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1" name="Freeform 2435">
              <a:extLst>
                <a:ext uri="{FF2B5EF4-FFF2-40B4-BE49-F238E27FC236}">
                  <a16:creationId xmlns:a16="http://schemas.microsoft.com/office/drawing/2014/main" id="{C78F38E8-CE1A-239C-7E0A-C735ABA0AD7E}"/>
                </a:ext>
              </a:extLst>
            </p:cNvPr>
            <p:cNvSpPr>
              <a:spLocks/>
            </p:cNvSpPr>
            <p:nvPr/>
          </p:nvSpPr>
          <p:spPr bwMode="auto">
            <a:xfrm rot="5094805">
              <a:off x="1735189" y="4370659"/>
              <a:ext cx="34275" cy="27420"/>
            </a:xfrm>
            <a:custGeom>
              <a:avLst/>
              <a:gdLst>
                <a:gd name="T0" fmla="*/ 7 w 14"/>
                <a:gd name="T1" fmla="*/ 9 h 11"/>
                <a:gd name="T2" fmla="*/ 0 w 14"/>
                <a:gd name="T3" fmla="*/ 8 h 11"/>
                <a:gd name="T4" fmla="*/ 7 w 14"/>
                <a:gd name="T5" fmla="*/ 1 h 11"/>
                <a:gd name="T6" fmla="*/ 14 w 14"/>
                <a:gd name="T7" fmla="*/ 2 h 11"/>
                <a:gd name="T8" fmla="*/ 7 w 14"/>
                <a:gd name="T9" fmla="*/ 9 h 11"/>
              </a:gdLst>
              <a:ahLst/>
              <a:cxnLst>
                <a:cxn ang="0">
                  <a:pos x="T0" y="T1"/>
                </a:cxn>
                <a:cxn ang="0">
                  <a:pos x="T2" y="T3"/>
                </a:cxn>
                <a:cxn ang="0">
                  <a:pos x="T4" y="T5"/>
                </a:cxn>
                <a:cxn ang="0">
                  <a:pos x="T6" y="T7"/>
                </a:cxn>
                <a:cxn ang="0">
                  <a:pos x="T8" y="T9"/>
                </a:cxn>
              </a:cxnLst>
              <a:rect l="0" t="0" r="r" b="b"/>
              <a:pathLst>
                <a:path w="14" h="11">
                  <a:moveTo>
                    <a:pt x="7" y="9"/>
                  </a:moveTo>
                  <a:cubicBezTo>
                    <a:pt x="3" y="11"/>
                    <a:pt x="0" y="10"/>
                    <a:pt x="0" y="8"/>
                  </a:cubicBezTo>
                  <a:cubicBezTo>
                    <a:pt x="0" y="6"/>
                    <a:pt x="3" y="3"/>
                    <a:pt x="7" y="1"/>
                  </a:cubicBezTo>
                  <a:cubicBezTo>
                    <a:pt x="11" y="0"/>
                    <a:pt x="14" y="0"/>
                    <a:pt x="14" y="2"/>
                  </a:cubicBezTo>
                  <a:cubicBezTo>
                    <a:pt x="14" y="4"/>
                    <a:pt x="11" y="8"/>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2" name="Freeform 2436">
              <a:extLst>
                <a:ext uri="{FF2B5EF4-FFF2-40B4-BE49-F238E27FC236}">
                  <a16:creationId xmlns:a16="http://schemas.microsoft.com/office/drawing/2014/main" id="{2CB44796-CD1F-C74E-9EE0-85A8C8CB438C}"/>
                </a:ext>
              </a:extLst>
            </p:cNvPr>
            <p:cNvSpPr>
              <a:spLocks/>
            </p:cNvSpPr>
            <p:nvPr/>
          </p:nvSpPr>
          <p:spPr bwMode="auto">
            <a:xfrm rot="5094805">
              <a:off x="1843448" y="4556014"/>
              <a:ext cx="34275" cy="27420"/>
            </a:xfrm>
            <a:custGeom>
              <a:avLst/>
              <a:gdLst>
                <a:gd name="T0" fmla="*/ 7 w 14"/>
                <a:gd name="T1" fmla="*/ 9 h 11"/>
                <a:gd name="T2" fmla="*/ 0 w 14"/>
                <a:gd name="T3" fmla="*/ 8 h 11"/>
                <a:gd name="T4" fmla="*/ 7 w 14"/>
                <a:gd name="T5" fmla="*/ 1 h 11"/>
                <a:gd name="T6" fmla="*/ 14 w 14"/>
                <a:gd name="T7" fmla="*/ 2 h 11"/>
                <a:gd name="T8" fmla="*/ 7 w 14"/>
                <a:gd name="T9" fmla="*/ 9 h 11"/>
              </a:gdLst>
              <a:ahLst/>
              <a:cxnLst>
                <a:cxn ang="0">
                  <a:pos x="T0" y="T1"/>
                </a:cxn>
                <a:cxn ang="0">
                  <a:pos x="T2" y="T3"/>
                </a:cxn>
                <a:cxn ang="0">
                  <a:pos x="T4" y="T5"/>
                </a:cxn>
                <a:cxn ang="0">
                  <a:pos x="T6" y="T7"/>
                </a:cxn>
                <a:cxn ang="0">
                  <a:pos x="T8" y="T9"/>
                </a:cxn>
              </a:cxnLst>
              <a:rect l="0" t="0" r="r" b="b"/>
              <a:pathLst>
                <a:path w="14" h="11">
                  <a:moveTo>
                    <a:pt x="7" y="9"/>
                  </a:moveTo>
                  <a:cubicBezTo>
                    <a:pt x="3" y="11"/>
                    <a:pt x="0" y="10"/>
                    <a:pt x="0" y="8"/>
                  </a:cubicBezTo>
                  <a:cubicBezTo>
                    <a:pt x="0" y="6"/>
                    <a:pt x="3" y="3"/>
                    <a:pt x="7" y="1"/>
                  </a:cubicBezTo>
                  <a:cubicBezTo>
                    <a:pt x="11" y="0"/>
                    <a:pt x="14" y="0"/>
                    <a:pt x="14" y="2"/>
                  </a:cubicBezTo>
                  <a:cubicBezTo>
                    <a:pt x="14" y="4"/>
                    <a:pt x="11" y="7"/>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3" name="Freeform 2437">
              <a:extLst>
                <a:ext uri="{FF2B5EF4-FFF2-40B4-BE49-F238E27FC236}">
                  <a16:creationId xmlns:a16="http://schemas.microsoft.com/office/drawing/2014/main" id="{95FB67FF-016B-B97A-4B3E-8B197E8537BB}"/>
                </a:ext>
              </a:extLst>
            </p:cNvPr>
            <p:cNvSpPr>
              <a:spLocks/>
            </p:cNvSpPr>
            <p:nvPr/>
          </p:nvSpPr>
          <p:spPr bwMode="auto">
            <a:xfrm rot="5094805">
              <a:off x="1949123" y="4739198"/>
              <a:ext cx="36560" cy="25135"/>
            </a:xfrm>
            <a:custGeom>
              <a:avLst/>
              <a:gdLst>
                <a:gd name="T0" fmla="*/ 15 w 15"/>
                <a:gd name="T1" fmla="*/ 2 h 10"/>
                <a:gd name="T2" fmla="*/ 8 w 15"/>
                <a:gd name="T3" fmla="*/ 9 h 10"/>
                <a:gd name="T4" fmla="*/ 1 w 15"/>
                <a:gd name="T5" fmla="*/ 8 h 10"/>
                <a:gd name="T6" fmla="*/ 7 w 15"/>
                <a:gd name="T7" fmla="*/ 2 h 10"/>
                <a:gd name="T8" fmla="*/ 15 w 15"/>
                <a:gd name="T9" fmla="*/ 2 h 10"/>
              </a:gdLst>
              <a:ahLst/>
              <a:cxnLst>
                <a:cxn ang="0">
                  <a:pos x="T0" y="T1"/>
                </a:cxn>
                <a:cxn ang="0">
                  <a:pos x="T2" y="T3"/>
                </a:cxn>
                <a:cxn ang="0">
                  <a:pos x="T4" y="T5"/>
                </a:cxn>
                <a:cxn ang="0">
                  <a:pos x="T6" y="T7"/>
                </a:cxn>
                <a:cxn ang="0">
                  <a:pos x="T8" y="T9"/>
                </a:cxn>
              </a:cxnLst>
              <a:rect l="0" t="0" r="r" b="b"/>
              <a:pathLst>
                <a:path w="15" h="10">
                  <a:moveTo>
                    <a:pt x="15" y="2"/>
                  </a:moveTo>
                  <a:cubicBezTo>
                    <a:pt x="15" y="4"/>
                    <a:pt x="12" y="7"/>
                    <a:pt x="8" y="9"/>
                  </a:cubicBezTo>
                  <a:cubicBezTo>
                    <a:pt x="5" y="10"/>
                    <a:pt x="1" y="10"/>
                    <a:pt x="1" y="8"/>
                  </a:cubicBezTo>
                  <a:cubicBezTo>
                    <a:pt x="0" y="6"/>
                    <a:pt x="3" y="3"/>
                    <a:pt x="7" y="2"/>
                  </a:cubicBezTo>
                  <a:cubicBezTo>
                    <a:pt x="11" y="0"/>
                    <a:pt x="14" y="0"/>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4" name="Freeform 2438">
              <a:extLst>
                <a:ext uri="{FF2B5EF4-FFF2-40B4-BE49-F238E27FC236}">
                  <a16:creationId xmlns:a16="http://schemas.microsoft.com/office/drawing/2014/main" id="{AF86A047-29BF-3DE8-00F2-E82C77EEC253}"/>
                </a:ext>
              </a:extLst>
            </p:cNvPr>
            <p:cNvSpPr>
              <a:spLocks/>
            </p:cNvSpPr>
            <p:nvPr/>
          </p:nvSpPr>
          <p:spPr bwMode="auto">
            <a:xfrm rot="5094805">
              <a:off x="2053871" y="4923820"/>
              <a:ext cx="34275" cy="25135"/>
            </a:xfrm>
            <a:custGeom>
              <a:avLst/>
              <a:gdLst>
                <a:gd name="T0" fmla="*/ 14 w 14"/>
                <a:gd name="T1" fmla="*/ 3 h 10"/>
                <a:gd name="T2" fmla="*/ 7 w 14"/>
                <a:gd name="T3" fmla="*/ 9 h 10"/>
                <a:gd name="T4" fmla="*/ 0 w 14"/>
                <a:gd name="T5" fmla="*/ 8 h 10"/>
                <a:gd name="T6" fmla="*/ 7 w 14"/>
                <a:gd name="T7" fmla="*/ 2 h 10"/>
                <a:gd name="T8" fmla="*/ 14 w 14"/>
                <a:gd name="T9" fmla="*/ 3 h 10"/>
              </a:gdLst>
              <a:ahLst/>
              <a:cxnLst>
                <a:cxn ang="0">
                  <a:pos x="T0" y="T1"/>
                </a:cxn>
                <a:cxn ang="0">
                  <a:pos x="T2" y="T3"/>
                </a:cxn>
                <a:cxn ang="0">
                  <a:pos x="T4" y="T5"/>
                </a:cxn>
                <a:cxn ang="0">
                  <a:pos x="T6" y="T7"/>
                </a:cxn>
                <a:cxn ang="0">
                  <a:pos x="T8" y="T9"/>
                </a:cxn>
              </a:cxnLst>
              <a:rect l="0" t="0" r="r" b="b"/>
              <a:pathLst>
                <a:path w="14" h="10">
                  <a:moveTo>
                    <a:pt x="14" y="3"/>
                  </a:moveTo>
                  <a:cubicBezTo>
                    <a:pt x="14" y="5"/>
                    <a:pt x="11" y="7"/>
                    <a:pt x="7" y="9"/>
                  </a:cubicBezTo>
                  <a:cubicBezTo>
                    <a:pt x="3" y="10"/>
                    <a:pt x="0" y="10"/>
                    <a:pt x="0" y="8"/>
                  </a:cubicBezTo>
                  <a:cubicBezTo>
                    <a:pt x="0" y="6"/>
                    <a:pt x="3" y="3"/>
                    <a:pt x="7" y="2"/>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5" name="Freeform 2439">
              <a:extLst>
                <a:ext uri="{FF2B5EF4-FFF2-40B4-BE49-F238E27FC236}">
                  <a16:creationId xmlns:a16="http://schemas.microsoft.com/office/drawing/2014/main" id="{79AE86DD-D8F1-3BCD-7000-C8C7E8A0719E}"/>
                </a:ext>
              </a:extLst>
            </p:cNvPr>
            <p:cNvSpPr>
              <a:spLocks/>
            </p:cNvSpPr>
            <p:nvPr/>
          </p:nvSpPr>
          <p:spPr bwMode="auto">
            <a:xfrm rot="5094805">
              <a:off x="2149304" y="5106774"/>
              <a:ext cx="36560" cy="25135"/>
            </a:xfrm>
            <a:custGeom>
              <a:avLst/>
              <a:gdLst>
                <a:gd name="T0" fmla="*/ 7 w 15"/>
                <a:gd name="T1" fmla="*/ 2 h 10"/>
                <a:gd name="T2" fmla="*/ 15 w 15"/>
                <a:gd name="T3" fmla="*/ 3 h 10"/>
                <a:gd name="T4" fmla="*/ 8 w 15"/>
                <a:gd name="T5" fmla="*/ 9 h 10"/>
                <a:gd name="T6" fmla="*/ 1 w 15"/>
                <a:gd name="T7" fmla="*/ 8 h 10"/>
                <a:gd name="T8" fmla="*/ 7 w 15"/>
                <a:gd name="T9" fmla="*/ 2 h 10"/>
              </a:gdLst>
              <a:ahLst/>
              <a:cxnLst>
                <a:cxn ang="0">
                  <a:pos x="T0" y="T1"/>
                </a:cxn>
                <a:cxn ang="0">
                  <a:pos x="T2" y="T3"/>
                </a:cxn>
                <a:cxn ang="0">
                  <a:pos x="T4" y="T5"/>
                </a:cxn>
                <a:cxn ang="0">
                  <a:pos x="T6" y="T7"/>
                </a:cxn>
                <a:cxn ang="0">
                  <a:pos x="T8" y="T9"/>
                </a:cxn>
              </a:cxnLst>
              <a:rect l="0" t="0" r="r" b="b"/>
              <a:pathLst>
                <a:path w="15" h="10">
                  <a:moveTo>
                    <a:pt x="7" y="2"/>
                  </a:moveTo>
                  <a:cubicBezTo>
                    <a:pt x="11" y="0"/>
                    <a:pt x="14" y="1"/>
                    <a:pt x="15" y="3"/>
                  </a:cubicBezTo>
                  <a:cubicBezTo>
                    <a:pt x="15" y="5"/>
                    <a:pt x="12" y="7"/>
                    <a:pt x="8" y="9"/>
                  </a:cubicBezTo>
                  <a:cubicBezTo>
                    <a:pt x="5" y="10"/>
                    <a:pt x="1" y="10"/>
                    <a:pt x="1" y="8"/>
                  </a:cubicBezTo>
                  <a:cubicBezTo>
                    <a:pt x="0" y="6"/>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6" name="Freeform 2440">
              <a:extLst>
                <a:ext uri="{FF2B5EF4-FFF2-40B4-BE49-F238E27FC236}">
                  <a16:creationId xmlns:a16="http://schemas.microsoft.com/office/drawing/2014/main" id="{2790BB88-226C-825B-12C2-E1F6F2BDF84F}"/>
                </a:ext>
              </a:extLst>
            </p:cNvPr>
            <p:cNvSpPr>
              <a:spLocks/>
            </p:cNvSpPr>
            <p:nvPr/>
          </p:nvSpPr>
          <p:spPr bwMode="auto">
            <a:xfrm rot="5094805">
              <a:off x="2242875" y="5294684"/>
              <a:ext cx="34275" cy="25135"/>
            </a:xfrm>
            <a:custGeom>
              <a:avLst/>
              <a:gdLst>
                <a:gd name="T0" fmla="*/ 7 w 14"/>
                <a:gd name="T1" fmla="*/ 9 h 10"/>
                <a:gd name="T2" fmla="*/ 0 w 14"/>
                <a:gd name="T3" fmla="*/ 7 h 10"/>
                <a:gd name="T4" fmla="*/ 6 w 14"/>
                <a:gd name="T5" fmla="*/ 1 h 10"/>
                <a:gd name="T6" fmla="*/ 14 w 14"/>
                <a:gd name="T7" fmla="*/ 3 h 10"/>
                <a:gd name="T8" fmla="*/ 7 w 14"/>
                <a:gd name="T9" fmla="*/ 9 h 10"/>
              </a:gdLst>
              <a:ahLst/>
              <a:cxnLst>
                <a:cxn ang="0">
                  <a:pos x="T0" y="T1"/>
                </a:cxn>
                <a:cxn ang="0">
                  <a:pos x="T2" y="T3"/>
                </a:cxn>
                <a:cxn ang="0">
                  <a:pos x="T4" y="T5"/>
                </a:cxn>
                <a:cxn ang="0">
                  <a:pos x="T6" y="T7"/>
                </a:cxn>
                <a:cxn ang="0">
                  <a:pos x="T8" y="T9"/>
                </a:cxn>
              </a:cxnLst>
              <a:rect l="0" t="0" r="r" b="b"/>
              <a:pathLst>
                <a:path w="14" h="10">
                  <a:moveTo>
                    <a:pt x="7" y="9"/>
                  </a:moveTo>
                  <a:cubicBezTo>
                    <a:pt x="3" y="10"/>
                    <a:pt x="0" y="9"/>
                    <a:pt x="0" y="7"/>
                  </a:cubicBezTo>
                  <a:cubicBezTo>
                    <a:pt x="0" y="5"/>
                    <a:pt x="3" y="3"/>
                    <a:pt x="6" y="1"/>
                  </a:cubicBezTo>
                  <a:cubicBezTo>
                    <a:pt x="10" y="0"/>
                    <a:pt x="14" y="1"/>
                    <a:pt x="14" y="3"/>
                  </a:cubicBezTo>
                  <a:cubicBezTo>
                    <a:pt x="14" y="5"/>
                    <a:pt x="11" y="8"/>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7" name="Freeform 2441">
              <a:extLst>
                <a:ext uri="{FF2B5EF4-FFF2-40B4-BE49-F238E27FC236}">
                  <a16:creationId xmlns:a16="http://schemas.microsoft.com/office/drawing/2014/main" id="{C8545F15-6FAF-F1C2-FC70-679B63526E20}"/>
                </a:ext>
              </a:extLst>
            </p:cNvPr>
            <p:cNvSpPr>
              <a:spLocks/>
            </p:cNvSpPr>
            <p:nvPr/>
          </p:nvSpPr>
          <p:spPr bwMode="auto">
            <a:xfrm rot="5094805">
              <a:off x="2324652" y="5478853"/>
              <a:ext cx="36560" cy="25135"/>
            </a:xfrm>
            <a:custGeom>
              <a:avLst/>
              <a:gdLst>
                <a:gd name="T0" fmla="*/ 7 w 15"/>
                <a:gd name="T1" fmla="*/ 1 h 10"/>
                <a:gd name="T2" fmla="*/ 15 w 15"/>
                <a:gd name="T3" fmla="*/ 3 h 10"/>
                <a:gd name="T4" fmla="*/ 8 w 15"/>
                <a:gd name="T5" fmla="*/ 9 h 10"/>
                <a:gd name="T6" fmla="*/ 1 w 15"/>
                <a:gd name="T7" fmla="*/ 7 h 10"/>
                <a:gd name="T8" fmla="*/ 7 w 15"/>
                <a:gd name="T9" fmla="*/ 1 h 10"/>
              </a:gdLst>
              <a:ahLst/>
              <a:cxnLst>
                <a:cxn ang="0">
                  <a:pos x="T0" y="T1"/>
                </a:cxn>
                <a:cxn ang="0">
                  <a:pos x="T2" y="T3"/>
                </a:cxn>
                <a:cxn ang="0">
                  <a:pos x="T4" y="T5"/>
                </a:cxn>
                <a:cxn ang="0">
                  <a:pos x="T6" y="T7"/>
                </a:cxn>
                <a:cxn ang="0">
                  <a:pos x="T8" y="T9"/>
                </a:cxn>
              </a:cxnLst>
              <a:rect l="0" t="0" r="r" b="b"/>
              <a:pathLst>
                <a:path w="15" h="10">
                  <a:moveTo>
                    <a:pt x="7" y="1"/>
                  </a:moveTo>
                  <a:cubicBezTo>
                    <a:pt x="11" y="0"/>
                    <a:pt x="15" y="0"/>
                    <a:pt x="15" y="3"/>
                  </a:cubicBezTo>
                  <a:cubicBezTo>
                    <a:pt x="15" y="5"/>
                    <a:pt x="12" y="7"/>
                    <a:pt x="8" y="9"/>
                  </a:cubicBezTo>
                  <a:cubicBezTo>
                    <a:pt x="5" y="10"/>
                    <a:pt x="1" y="9"/>
                    <a:pt x="1" y="7"/>
                  </a:cubicBezTo>
                  <a:cubicBezTo>
                    <a:pt x="0" y="5"/>
                    <a:pt x="4"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8" name="Freeform 2442">
              <a:extLst>
                <a:ext uri="{FF2B5EF4-FFF2-40B4-BE49-F238E27FC236}">
                  <a16:creationId xmlns:a16="http://schemas.microsoft.com/office/drawing/2014/main" id="{51BECC99-841E-E82F-D302-E0557C3720ED}"/>
                </a:ext>
              </a:extLst>
            </p:cNvPr>
            <p:cNvSpPr>
              <a:spLocks/>
            </p:cNvSpPr>
            <p:nvPr/>
          </p:nvSpPr>
          <p:spPr bwMode="auto">
            <a:xfrm rot="5094805">
              <a:off x="2400951" y="5667150"/>
              <a:ext cx="34275" cy="22850"/>
            </a:xfrm>
            <a:custGeom>
              <a:avLst/>
              <a:gdLst>
                <a:gd name="T0" fmla="*/ 7 w 14"/>
                <a:gd name="T1" fmla="*/ 8 h 9"/>
                <a:gd name="T2" fmla="*/ 0 w 14"/>
                <a:gd name="T3" fmla="*/ 6 h 9"/>
                <a:gd name="T4" fmla="*/ 7 w 14"/>
                <a:gd name="T5" fmla="*/ 0 h 9"/>
                <a:gd name="T6" fmla="*/ 14 w 14"/>
                <a:gd name="T7" fmla="*/ 3 h 9"/>
                <a:gd name="T8" fmla="*/ 7 w 14"/>
                <a:gd name="T9" fmla="*/ 8 h 9"/>
              </a:gdLst>
              <a:ahLst/>
              <a:cxnLst>
                <a:cxn ang="0">
                  <a:pos x="T0" y="T1"/>
                </a:cxn>
                <a:cxn ang="0">
                  <a:pos x="T2" y="T3"/>
                </a:cxn>
                <a:cxn ang="0">
                  <a:pos x="T4" y="T5"/>
                </a:cxn>
                <a:cxn ang="0">
                  <a:pos x="T6" y="T7"/>
                </a:cxn>
                <a:cxn ang="0">
                  <a:pos x="T8" y="T9"/>
                </a:cxn>
              </a:cxnLst>
              <a:rect l="0" t="0" r="r" b="b"/>
              <a:pathLst>
                <a:path w="14" h="9">
                  <a:moveTo>
                    <a:pt x="7" y="8"/>
                  </a:moveTo>
                  <a:cubicBezTo>
                    <a:pt x="3" y="9"/>
                    <a:pt x="0" y="8"/>
                    <a:pt x="0" y="6"/>
                  </a:cubicBezTo>
                  <a:cubicBezTo>
                    <a:pt x="0" y="4"/>
                    <a:pt x="3" y="1"/>
                    <a:pt x="7" y="0"/>
                  </a:cubicBezTo>
                  <a:cubicBezTo>
                    <a:pt x="11" y="0"/>
                    <a:pt x="14" y="1"/>
                    <a:pt x="14" y="3"/>
                  </a:cubicBezTo>
                  <a:cubicBezTo>
                    <a:pt x="14" y="5"/>
                    <a:pt x="11" y="8"/>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9" name="Freeform 2443">
              <a:extLst>
                <a:ext uri="{FF2B5EF4-FFF2-40B4-BE49-F238E27FC236}">
                  <a16:creationId xmlns:a16="http://schemas.microsoft.com/office/drawing/2014/main" id="{4E70D52A-1361-44D9-F259-A0E81E7836B6}"/>
                </a:ext>
              </a:extLst>
            </p:cNvPr>
            <p:cNvSpPr>
              <a:spLocks/>
            </p:cNvSpPr>
            <p:nvPr/>
          </p:nvSpPr>
          <p:spPr bwMode="auto">
            <a:xfrm rot="5094805">
              <a:off x="2460267" y="5855515"/>
              <a:ext cx="38845" cy="25135"/>
            </a:xfrm>
            <a:custGeom>
              <a:avLst/>
              <a:gdLst>
                <a:gd name="T0" fmla="*/ 14 w 15"/>
                <a:gd name="T1" fmla="*/ 3 h 10"/>
                <a:gd name="T2" fmla="*/ 8 w 15"/>
                <a:gd name="T3" fmla="*/ 9 h 10"/>
                <a:gd name="T4" fmla="*/ 0 w 15"/>
                <a:gd name="T5" fmla="*/ 6 h 10"/>
                <a:gd name="T6" fmla="*/ 7 w 15"/>
                <a:gd name="T7" fmla="*/ 1 h 10"/>
                <a:gd name="T8" fmla="*/ 14 w 15"/>
                <a:gd name="T9" fmla="*/ 3 h 10"/>
              </a:gdLst>
              <a:ahLst/>
              <a:cxnLst>
                <a:cxn ang="0">
                  <a:pos x="T0" y="T1"/>
                </a:cxn>
                <a:cxn ang="0">
                  <a:pos x="T2" y="T3"/>
                </a:cxn>
                <a:cxn ang="0">
                  <a:pos x="T4" y="T5"/>
                </a:cxn>
                <a:cxn ang="0">
                  <a:pos x="T6" y="T7"/>
                </a:cxn>
                <a:cxn ang="0">
                  <a:pos x="T8" y="T9"/>
                </a:cxn>
              </a:cxnLst>
              <a:rect l="0" t="0" r="r" b="b"/>
              <a:pathLst>
                <a:path w="15" h="10">
                  <a:moveTo>
                    <a:pt x="14" y="3"/>
                  </a:moveTo>
                  <a:cubicBezTo>
                    <a:pt x="15" y="5"/>
                    <a:pt x="12" y="8"/>
                    <a:pt x="8" y="9"/>
                  </a:cubicBezTo>
                  <a:cubicBezTo>
                    <a:pt x="5" y="10"/>
                    <a:pt x="1" y="9"/>
                    <a:pt x="0" y="6"/>
                  </a:cubicBezTo>
                  <a:cubicBezTo>
                    <a:pt x="0" y="4"/>
                    <a:pt x="3" y="2"/>
                    <a:pt x="7" y="1"/>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0" name="Freeform 2444">
              <a:extLst>
                <a:ext uri="{FF2B5EF4-FFF2-40B4-BE49-F238E27FC236}">
                  <a16:creationId xmlns:a16="http://schemas.microsoft.com/office/drawing/2014/main" id="{74F1FD0A-6FA4-3AAE-3CB2-222E9AC4DDED}"/>
                </a:ext>
              </a:extLst>
            </p:cNvPr>
            <p:cNvSpPr>
              <a:spLocks/>
            </p:cNvSpPr>
            <p:nvPr/>
          </p:nvSpPr>
          <p:spPr bwMode="auto">
            <a:xfrm rot="5094805">
              <a:off x="2511733" y="6048316"/>
              <a:ext cx="36560" cy="22850"/>
            </a:xfrm>
            <a:custGeom>
              <a:avLst/>
              <a:gdLst>
                <a:gd name="T0" fmla="*/ 14 w 15"/>
                <a:gd name="T1" fmla="*/ 4 h 9"/>
                <a:gd name="T2" fmla="*/ 8 w 15"/>
                <a:gd name="T3" fmla="*/ 9 h 9"/>
                <a:gd name="T4" fmla="*/ 0 w 15"/>
                <a:gd name="T5" fmla="*/ 6 h 9"/>
                <a:gd name="T6" fmla="*/ 6 w 15"/>
                <a:gd name="T7" fmla="*/ 1 h 9"/>
                <a:gd name="T8" fmla="*/ 14 w 15"/>
                <a:gd name="T9" fmla="*/ 4 h 9"/>
              </a:gdLst>
              <a:ahLst/>
              <a:cxnLst>
                <a:cxn ang="0">
                  <a:pos x="T0" y="T1"/>
                </a:cxn>
                <a:cxn ang="0">
                  <a:pos x="T2" y="T3"/>
                </a:cxn>
                <a:cxn ang="0">
                  <a:pos x="T4" y="T5"/>
                </a:cxn>
                <a:cxn ang="0">
                  <a:pos x="T6" y="T7"/>
                </a:cxn>
                <a:cxn ang="0">
                  <a:pos x="T8" y="T9"/>
                </a:cxn>
              </a:cxnLst>
              <a:rect l="0" t="0" r="r" b="b"/>
              <a:pathLst>
                <a:path w="15" h="9">
                  <a:moveTo>
                    <a:pt x="14" y="4"/>
                  </a:moveTo>
                  <a:cubicBezTo>
                    <a:pt x="15" y="6"/>
                    <a:pt x="12" y="8"/>
                    <a:pt x="8" y="9"/>
                  </a:cubicBezTo>
                  <a:cubicBezTo>
                    <a:pt x="4" y="9"/>
                    <a:pt x="0" y="8"/>
                    <a:pt x="0" y="6"/>
                  </a:cubicBezTo>
                  <a:cubicBezTo>
                    <a:pt x="0" y="4"/>
                    <a:pt x="3" y="1"/>
                    <a:pt x="6" y="1"/>
                  </a:cubicBezTo>
                  <a:cubicBezTo>
                    <a:pt x="10" y="0"/>
                    <a:pt x="14" y="2"/>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1" name="Freeform 2445">
              <a:extLst>
                <a:ext uri="{FF2B5EF4-FFF2-40B4-BE49-F238E27FC236}">
                  <a16:creationId xmlns:a16="http://schemas.microsoft.com/office/drawing/2014/main" id="{884E9410-60F3-A748-8396-2122DB7DAE2C}"/>
                </a:ext>
              </a:extLst>
            </p:cNvPr>
            <p:cNvSpPr>
              <a:spLocks/>
            </p:cNvSpPr>
            <p:nvPr/>
          </p:nvSpPr>
          <p:spPr bwMode="auto">
            <a:xfrm rot="5094805">
              <a:off x="2554924" y="6236026"/>
              <a:ext cx="36560" cy="25135"/>
            </a:xfrm>
            <a:custGeom>
              <a:avLst/>
              <a:gdLst>
                <a:gd name="T0" fmla="*/ 6 w 15"/>
                <a:gd name="T1" fmla="*/ 1 h 10"/>
                <a:gd name="T2" fmla="*/ 15 w 15"/>
                <a:gd name="T3" fmla="*/ 3 h 10"/>
                <a:gd name="T4" fmla="*/ 9 w 15"/>
                <a:gd name="T5" fmla="*/ 9 h 10"/>
                <a:gd name="T6" fmla="*/ 1 w 15"/>
                <a:gd name="T7" fmla="*/ 6 h 10"/>
                <a:gd name="T8" fmla="*/ 6 w 15"/>
                <a:gd name="T9" fmla="*/ 1 h 10"/>
              </a:gdLst>
              <a:ahLst/>
              <a:cxnLst>
                <a:cxn ang="0">
                  <a:pos x="T0" y="T1"/>
                </a:cxn>
                <a:cxn ang="0">
                  <a:pos x="T2" y="T3"/>
                </a:cxn>
                <a:cxn ang="0">
                  <a:pos x="T4" y="T5"/>
                </a:cxn>
                <a:cxn ang="0">
                  <a:pos x="T6" y="T7"/>
                </a:cxn>
                <a:cxn ang="0">
                  <a:pos x="T8" y="T9"/>
                </a:cxn>
              </a:cxnLst>
              <a:rect l="0" t="0" r="r" b="b"/>
              <a:pathLst>
                <a:path w="15" h="10">
                  <a:moveTo>
                    <a:pt x="6" y="1"/>
                  </a:moveTo>
                  <a:cubicBezTo>
                    <a:pt x="10" y="0"/>
                    <a:pt x="14" y="1"/>
                    <a:pt x="15" y="3"/>
                  </a:cubicBezTo>
                  <a:cubicBezTo>
                    <a:pt x="15" y="5"/>
                    <a:pt x="13" y="8"/>
                    <a:pt x="9" y="9"/>
                  </a:cubicBezTo>
                  <a:cubicBezTo>
                    <a:pt x="5" y="10"/>
                    <a:pt x="1" y="9"/>
                    <a:pt x="1" y="6"/>
                  </a:cubicBezTo>
                  <a:cubicBezTo>
                    <a:pt x="0" y="4"/>
                    <a:pt x="2"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2" name="Freeform 2446">
              <a:extLst>
                <a:ext uri="{FF2B5EF4-FFF2-40B4-BE49-F238E27FC236}">
                  <a16:creationId xmlns:a16="http://schemas.microsoft.com/office/drawing/2014/main" id="{2935B708-E5C4-FA61-D3BE-0A960D990D56}"/>
                </a:ext>
              </a:extLst>
            </p:cNvPr>
            <p:cNvSpPr>
              <a:spLocks/>
            </p:cNvSpPr>
            <p:nvPr/>
          </p:nvSpPr>
          <p:spPr bwMode="auto">
            <a:xfrm rot="5094805">
              <a:off x="2614250" y="6426879"/>
              <a:ext cx="36560" cy="22850"/>
            </a:xfrm>
            <a:custGeom>
              <a:avLst/>
              <a:gdLst>
                <a:gd name="T0" fmla="*/ 6 w 14"/>
                <a:gd name="T1" fmla="*/ 1 h 10"/>
                <a:gd name="T2" fmla="*/ 14 w 14"/>
                <a:gd name="T3" fmla="*/ 3 h 10"/>
                <a:gd name="T4" fmla="*/ 7 w 14"/>
                <a:gd name="T5" fmla="*/ 9 h 10"/>
                <a:gd name="T6" fmla="*/ 0 w 14"/>
                <a:gd name="T7" fmla="*/ 6 h 10"/>
                <a:gd name="T8" fmla="*/ 6 w 14"/>
                <a:gd name="T9" fmla="*/ 1 h 10"/>
              </a:gdLst>
              <a:ahLst/>
              <a:cxnLst>
                <a:cxn ang="0">
                  <a:pos x="T0" y="T1"/>
                </a:cxn>
                <a:cxn ang="0">
                  <a:pos x="T2" y="T3"/>
                </a:cxn>
                <a:cxn ang="0">
                  <a:pos x="T4" y="T5"/>
                </a:cxn>
                <a:cxn ang="0">
                  <a:pos x="T6" y="T7"/>
                </a:cxn>
                <a:cxn ang="0">
                  <a:pos x="T8" y="T9"/>
                </a:cxn>
              </a:cxnLst>
              <a:rect l="0" t="0" r="r" b="b"/>
              <a:pathLst>
                <a:path w="14" h="10">
                  <a:moveTo>
                    <a:pt x="6" y="1"/>
                  </a:moveTo>
                  <a:cubicBezTo>
                    <a:pt x="10" y="0"/>
                    <a:pt x="14" y="1"/>
                    <a:pt x="14" y="3"/>
                  </a:cubicBezTo>
                  <a:cubicBezTo>
                    <a:pt x="14" y="5"/>
                    <a:pt x="11" y="8"/>
                    <a:pt x="7" y="9"/>
                  </a:cubicBezTo>
                  <a:cubicBezTo>
                    <a:pt x="4" y="10"/>
                    <a:pt x="0" y="8"/>
                    <a:pt x="0" y="6"/>
                  </a:cubicBezTo>
                  <a:cubicBezTo>
                    <a:pt x="0" y="4"/>
                    <a:pt x="3"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3" name="Freeform 2447">
              <a:extLst>
                <a:ext uri="{FF2B5EF4-FFF2-40B4-BE49-F238E27FC236}">
                  <a16:creationId xmlns:a16="http://schemas.microsoft.com/office/drawing/2014/main" id="{FAEC1F93-5C9F-5182-9302-58DE0B4E49AF}"/>
                </a:ext>
              </a:extLst>
            </p:cNvPr>
            <p:cNvSpPr>
              <a:spLocks/>
            </p:cNvSpPr>
            <p:nvPr/>
          </p:nvSpPr>
          <p:spPr bwMode="auto">
            <a:xfrm rot="5094805">
              <a:off x="2687028" y="6611955"/>
              <a:ext cx="36560" cy="25135"/>
            </a:xfrm>
            <a:custGeom>
              <a:avLst/>
              <a:gdLst>
                <a:gd name="T0" fmla="*/ 15 w 15"/>
                <a:gd name="T1" fmla="*/ 2 h 10"/>
                <a:gd name="T2" fmla="*/ 9 w 15"/>
                <a:gd name="T3" fmla="*/ 8 h 10"/>
                <a:gd name="T4" fmla="*/ 1 w 15"/>
                <a:gd name="T5" fmla="*/ 7 h 10"/>
                <a:gd name="T6" fmla="*/ 7 w 15"/>
                <a:gd name="T7" fmla="*/ 1 h 10"/>
                <a:gd name="T8" fmla="*/ 15 w 15"/>
                <a:gd name="T9" fmla="*/ 2 h 10"/>
              </a:gdLst>
              <a:ahLst/>
              <a:cxnLst>
                <a:cxn ang="0">
                  <a:pos x="T0" y="T1"/>
                </a:cxn>
                <a:cxn ang="0">
                  <a:pos x="T2" y="T3"/>
                </a:cxn>
                <a:cxn ang="0">
                  <a:pos x="T4" y="T5"/>
                </a:cxn>
                <a:cxn ang="0">
                  <a:pos x="T6" y="T7"/>
                </a:cxn>
                <a:cxn ang="0">
                  <a:pos x="T8" y="T9"/>
                </a:cxn>
              </a:cxnLst>
              <a:rect l="0" t="0" r="r" b="b"/>
              <a:pathLst>
                <a:path w="15" h="10">
                  <a:moveTo>
                    <a:pt x="15" y="2"/>
                  </a:moveTo>
                  <a:cubicBezTo>
                    <a:pt x="15" y="4"/>
                    <a:pt x="13" y="7"/>
                    <a:pt x="9" y="8"/>
                  </a:cubicBezTo>
                  <a:cubicBezTo>
                    <a:pt x="5" y="10"/>
                    <a:pt x="2" y="9"/>
                    <a:pt x="1" y="7"/>
                  </a:cubicBezTo>
                  <a:cubicBezTo>
                    <a:pt x="0" y="5"/>
                    <a:pt x="3" y="2"/>
                    <a:pt x="7" y="1"/>
                  </a:cubicBezTo>
                  <a:cubicBezTo>
                    <a:pt x="10" y="0"/>
                    <a:pt x="14" y="0"/>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4" name="Freeform 2448">
              <a:extLst>
                <a:ext uri="{FF2B5EF4-FFF2-40B4-BE49-F238E27FC236}">
                  <a16:creationId xmlns:a16="http://schemas.microsoft.com/office/drawing/2014/main" id="{A6BD1B70-27A9-4535-343A-59C5F9B97AD2}"/>
                </a:ext>
              </a:extLst>
            </p:cNvPr>
            <p:cNvSpPr>
              <a:spLocks/>
            </p:cNvSpPr>
            <p:nvPr/>
          </p:nvSpPr>
          <p:spPr bwMode="auto">
            <a:xfrm rot="5094805">
              <a:off x="2774601" y="6796857"/>
              <a:ext cx="36560" cy="25135"/>
            </a:xfrm>
            <a:custGeom>
              <a:avLst/>
              <a:gdLst>
                <a:gd name="T0" fmla="*/ 14 w 15"/>
                <a:gd name="T1" fmla="*/ 2 h 10"/>
                <a:gd name="T2" fmla="*/ 8 w 15"/>
                <a:gd name="T3" fmla="*/ 9 h 10"/>
                <a:gd name="T4" fmla="*/ 0 w 15"/>
                <a:gd name="T5" fmla="*/ 8 h 10"/>
                <a:gd name="T6" fmla="*/ 6 w 15"/>
                <a:gd name="T7" fmla="*/ 2 h 10"/>
                <a:gd name="T8" fmla="*/ 14 w 15"/>
                <a:gd name="T9" fmla="*/ 2 h 10"/>
              </a:gdLst>
              <a:ahLst/>
              <a:cxnLst>
                <a:cxn ang="0">
                  <a:pos x="T0" y="T1"/>
                </a:cxn>
                <a:cxn ang="0">
                  <a:pos x="T2" y="T3"/>
                </a:cxn>
                <a:cxn ang="0">
                  <a:pos x="T4" y="T5"/>
                </a:cxn>
                <a:cxn ang="0">
                  <a:pos x="T6" y="T7"/>
                </a:cxn>
                <a:cxn ang="0">
                  <a:pos x="T8" y="T9"/>
                </a:cxn>
              </a:cxnLst>
              <a:rect l="0" t="0" r="r" b="b"/>
              <a:pathLst>
                <a:path w="15" h="10">
                  <a:moveTo>
                    <a:pt x="14" y="2"/>
                  </a:moveTo>
                  <a:cubicBezTo>
                    <a:pt x="15" y="4"/>
                    <a:pt x="12" y="7"/>
                    <a:pt x="8" y="9"/>
                  </a:cubicBezTo>
                  <a:cubicBezTo>
                    <a:pt x="5" y="10"/>
                    <a:pt x="1" y="10"/>
                    <a:pt x="0" y="8"/>
                  </a:cubicBezTo>
                  <a:cubicBezTo>
                    <a:pt x="0" y="6"/>
                    <a:pt x="3" y="3"/>
                    <a:pt x="6" y="2"/>
                  </a:cubicBezTo>
                  <a:cubicBezTo>
                    <a:pt x="10" y="0"/>
                    <a:pt x="14" y="0"/>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5" name="Freeform 2449">
              <a:extLst>
                <a:ext uri="{FF2B5EF4-FFF2-40B4-BE49-F238E27FC236}">
                  <a16:creationId xmlns:a16="http://schemas.microsoft.com/office/drawing/2014/main" id="{2787FC29-FE9D-0680-5141-FAC2EB8B5D4A}"/>
                </a:ext>
              </a:extLst>
            </p:cNvPr>
            <p:cNvSpPr>
              <a:spLocks/>
            </p:cNvSpPr>
            <p:nvPr/>
          </p:nvSpPr>
          <p:spPr bwMode="auto">
            <a:xfrm rot="5094805">
              <a:off x="1102223" y="1584740"/>
              <a:ext cx="34275" cy="36560"/>
            </a:xfrm>
            <a:custGeom>
              <a:avLst/>
              <a:gdLst>
                <a:gd name="T0" fmla="*/ 14 w 14"/>
                <a:gd name="T1" fmla="*/ 11 h 14"/>
                <a:gd name="T2" fmla="*/ 8 w 14"/>
                <a:gd name="T3" fmla="*/ 11 h 14"/>
                <a:gd name="T4" fmla="*/ 1 w 14"/>
                <a:gd name="T5" fmla="*/ 3 h 14"/>
                <a:gd name="T6" fmla="*/ 6 w 14"/>
                <a:gd name="T7" fmla="*/ 2 h 14"/>
                <a:gd name="T8" fmla="*/ 14 w 14"/>
                <a:gd name="T9" fmla="*/ 11 h 14"/>
              </a:gdLst>
              <a:ahLst/>
              <a:cxnLst>
                <a:cxn ang="0">
                  <a:pos x="T0" y="T1"/>
                </a:cxn>
                <a:cxn ang="0">
                  <a:pos x="T2" y="T3"/>
                </a:cxn>
                <a:cxn ang="0">
                  <a:pos x="T4" y="T5"/>
                </a:cxn>
                <a:cxn ang="0">
                  <a:pos x="T6" y="T7"/>
                </a:cxn>
                <a:cxn ang="0">
                  <a:pos x="T8" y="T9"/>
                </a:cxn>
              </a:cxnLst>
              <a:rect l="0" t="0" r="r" b="b"/>
              <a:pathLst>
                <a:path w="14" h="14">
                  <a:moveTo>
                    <a:pt x="14" y="11"/>
                  </a:moveTo>
                  <a:cubicBezTo>
                    <a:pt x="14" y="13"/>
                    <a:pt x="11" y="14"/>
                    <a:pt x="8" y="11"/>
                  </a:cubicBezTo>
                  <a:cubicBezTo>
                    <a:pt x="4" y="9"/>
                    <a:pt x="2" y="6"/>
                    <a:pt x="1" y="3"/>
                  </a:cubicBezTo>
                  <a:cubicBezTo>
                    <a:pt x="0" y="1"/>
                    <a:pt x="2" y="0"/>
                    <a:pt x="6" y="2"/>
                  </a:cubicBezTo>
                  <a:cubicBezTo>
                    <a:pt x="9" y="3"/>
                    <a:pt x="13" y="8"/>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6" name="Freeform 2450">
              <a:extLst>
                <a:ext uri="{FF2B5EF4-FFF2-40B4-BE49-F238E27FC236}">
                  <a16:creationId xmlns:a16="http://schemas.microsoft.com/office/drawing/2014/main" id="{C44AE2AE-779C-E68B-C21B-9A93052AF6AD}"/>
                </a:ext>
              </a:extLst>
            </p:cNvPr>
            <p:cNvSpPr>
              <a:spLocks/>
            </p:cNvSpPr>
            <p:nvPr/>
          </p:nvSpPr>
          <p:spPr bwMode="auto">
            <a:xfrm rot="5094805">
              <a:off x="1008528" y="1797238"/>
              <a:ext cx="34275" cy="31990"/>
            </a:xfrm>
            <a:custGeom>
              <a:avLst/>
              <a:gdLst>
                <a:gd name="T0" fmla="*/ 13 w 14"/>
                <a:gd name="T1" fmla="*/ 10 h 13"/>
                <a:gd name="T2" fmla="*/ 7 w 14"/>
                <a:gd name="T3" fmla="*/ 11 h 13"/>
                <a:gd name="T4" fmla="*/ 0 w 14"/>
                <a:gd name="T5" fmla="*/ 3 h 13"/>
                <a:gd name="T6" fmla="*/ 6 w 14"/>
                <a:gd name="T7" fmla="*/ 2 h 13"/>
                <a:gd name="T8" fmla="*/ 13 w 14"/>
                <a:gd name="T9" fmla="*/ 10 h 13"/>
              </a:gdLst>
              <a:ahLst/>
              <a:cxnLst>
                <a:cxn ang="0">
                  <a:pos x="T0" y="T1"/>
                </a:cxn>
                <a:cxn ang="0">
                  <a:pos x="T2" y="T3"/>
                </a:cxn>
                <a:cxn ang="0">
                  <a:pos x="T4" y="T5"/>
                </a:cxn>
                <a:cxn ang="0">
                  <a:pos x="T6" y="T7"/>
                </a:cxn>
                <a:cxn ang="0">
                  <a:pos x="T8" y="T9"/>
                </a:cxn>
              </a:cxnLst>
              <a:rect l="0" t="0" r="r" b="b"/>
              <a:pathLst>
                <a:path w="14" h="13">
                  <a:moveTo>
                    <a:pt x="13" y="10"/>
                  </a:moveTo>
                  <a:cubicBezTo>
                    <a:pt x="14" y="12"/>
                    <a:pt x="11" y="13"/>
                    <a:pt x="7" y="11"/>
                  </a:cubicBezTo>
                  <a:cubicBezTo>
                    <a:pt x="4" y="9"/>
                    <a:pt x="1" y="6"/>
                    <a:pt x="0" y="3"/>
                  </a:cubicBezTo>
                  <a:cubicBezTo>
                    <a:pt x="0" y="1"/>
                    <a:pt x="2" y="0"/>
                    <a:pt x="6" y="2"/>
                  </a:cubicBezTo>
                  <a:cubicBezTo>
                    <a:pt x="9" y="3"/>
                    <a:pt x="13" y="7"/>
                    <a:pt x="1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7" name="Freeform 2451">
              <a:extLst>
                <a:ext uri="{FF2B5EF4-FFF2-40B4-BE49-F238E27FC236}">
                  <a16:creationId xmlns:a16="http://schemas.microsoft.com/office/drawing/2014/main" id="{FC6EA447-BB28-C19F-1F3E-5E1762192B50}"/>
                </a:ext>
              </a:extLst>
            </p:cNvPr>
            <p:cNvSpPr>
              <a:spLocks/>
            </p:cNvSpPr>
            <p:nvPr/>
          </p:nvSpPr>
          <p:spPr bwMode="auto">
            <a:xfrm rot="5094805">
              <a:off x="934911" y="2003360"/>
              <a:ext cx="34275" cy="27420"/>
            </a:xfrm>
            <a:custGeom>
              <a:avLst/>
              <a:gdLst>
                <a:gd name="T0" fmla="*/ 14 w 14"/>
                <a:gd name="T1" fmla="*/ 8 h 11"/>
                <a:gd name="T2" fmla="*/ 8 w 14"/>
                <a:gd name="T3" fmla="*/ 10 h 11"/>
                <a:gd name="T4" fmla="*/ 1 w 14"/>
                <a:gd name="T5" fmla="*/ 3 h 11"/>
                <a:gd name="T6" fmla="*/ 6 w 14"/>
                <a:gd name="T7" fmla="*/ 1 h 11"/>
                <a:gd name="T8" fmla="*/ 14 w 14"/>
                <a:gd name="T9" fmla="*/ 8 h 11"/>
              </a:gdLst>
              <a:ahLst/>
              <a:cxnLst>
                <a:cxn ang="0">
                  <a:pos x="T0" y="T1"/>
                </a:cxn>
                <a:cxn ang="0">
                  <a:pos x="T2" y="T3"/>
                </a:cxn>
                <a:cxn ang="0">
                  <a:pos x="T4" y="T5"/>
                </a:cxn>
                <a:cxn ang="0">
                  <a:pos x="T6" y="T7"/>
                </a:cxn>
                <a:cxn ang="0">
                  <a:pos x="T8" y="T9"/>
                </a:cxn>
              </a:cxnLst>
              <a:rect l="0" t="0" r="r" b="b"/>
              <a:pathLst>
                <a:path w="14" h="11">
                  <a:moveTo>
                    <a:pt x="14" y="8"/>
                  </a:moveTo>
                  <a:cubicBezTo>
                    <a:pt x="14" y="10"/>
                    <a:pt x="11" y="11"/>
                    <a:pt x="8" y="10"/>
                  </a:cubicBezTo>
                  <a:cubicBezTo>
                    <a:pt x="4" y="8"/>
                    <a:pt x="2" y="6"/>
                    <a:pt x="1" y="3"/>
                  </a:cubicBezTo>
                  <a:cubicBezTo>
                    <a:pt x="0" y="1"/>
                    <a:pt x="2" y="0"/>
                    <a:pt x="6" y="1"/>
                  </a:cubicBezTo>
                  <a:cubicBezTo>
                    <a:pt x="9" y="2"/>
                    <a:pt x="13" y="5"/>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8" name="Freeform 2452">
              <a:extLst>
                <a:ext uri="{FF2B5EF4-FFF2-40B4-BE49-F238E27FC236}">
                  <a16:creationId xmlns:a16="http://schemas.microsoft.com/office/drawing/2014/main" id="{CAAD89BE-0E76-900A-188E-CD6F1F9E2EFE}"/>
                </a:ext>
              </a:extLst>
            </p:cNvPr>
            <p:cNvSpPr>
              <a:spLocks/>
            </p:cNvSpPr>
            <p:nvPr/>
          </p:nvSpPr>
          <p:spPr bwMode="auto">
            <a:xfrm rot="5094805">
              <a:off x="893361" y="2206638"/>
              <a:ext cx="34275" cy="27420"/>
            </a:xfrm>
            <a:custGeom>
              <a:avLst/>
              <a:gdLst>
                <a:gd name="T0" fmla="*/ 14 w 14"/>
                <a:gd name="T1" fmla="*/ 7 h 11"/>
                <a:gd name="T2" fmla="*/ 7 w 14"/>
                <a:gd name="T3" fmla="*/ 10 h 11"/>
                <a:gd name="T4" fmla="*/ 0 w 14"/>
                <a:gd name="T5" fmla="*/ 4 h 11"/>
                <a:gd name="T6" fmla="*/ 7 w 14"/>
                <a:gd name="T7" fmla="*/ 1 h 11"/>
                <a:gd name="T8" fmla="*/ 14 w 14"/>
                <a:gd name="T9" fmla="*/ 7 h 11"/>
              </a:gdLst>
              <a:ahLst/>
              <a:cxnLst>
                <a:cxn ang="0">
                  <a:pos x="T0" y="T1"/>
                </a:cxn>
                <a:cxn ang="0">
                  <a:pos x="T2" y="T3"/>
                </a:cxn>
                <a:cxn ang="0">
                  <a:pos x="T4" y="T5"/>
                </a:cxn>
                <a:cxn ang="0">
                  <a:pos x="T6" y="T7"/>
                </a:cxn>
                <a:cxn ang="0">
                  <a:pos x="T8" y="T9"/>
                </a:cxn>
              </a:cxnLst>
              <a:rect l="0" t="0" r="r" b="b"/>
              <a:pathLst>
                <a:path w="14" h="11">
                  <a:moveTo>
                    <a:pt x="14" y="7"/>
                  </a:moveTo>
                  <a:cubicBezTo>
                    <a:pt x="14" y="10"/>
                    <a:pt x="10" y="11"/>
                    <a:pt x="7" y="10"/>
                  </a:cubicBezTo>
                  <a:cubicBezTo>
                    <a:pt x="4" y="9"/>
                    <a:pt x="1" y="6"/>
                    <a:pt x="0" y="4"/>
                  </a:cubicBezTo>
                  <a:cubicBezTo>
                    <a:pt x="0" y="2"/>
                    <a:pt x="3" y="0"/>
                    <a:pt x="7" y="1"/>
                  </a:cubicBezTo>
                  <a:cubicBezTo>
                    <a:pt x="10" y="2"/>
                    <a:pt x="13" y="5"/>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9" name="Freeform 2453">
              <a:extLst>
                <a:ext uri="{FF2B5EF4-FFF2-40B4-BE49-F238E27FC236}">
                  <a16:creationId xmlns:a16="http://schemas.microsoft.com/office/drawing/2014/main" id="{4D601F44-354B-7B8F-6F79-B6B458D0AFE2}"/>
                </a:ext>
              </a:extLst>
            </p:cNvPr>
            <p:cNvSpPr>
              <a:spLocks/>
            </p:cNvSpPr>
            <p:nvPr/>
          </p:nvSpPr>
          <p:spPr bwMode="auto">
            <a:xfrm rot="5094805">
              <a:off x="891235" y="2402960"/>
              <a:ext cx="34275" cy="25135"/>
            </a:xfrm>
            <a:custGeom>
              <a:avLst/>
              <a:gdLst>
                <a:gd name="T0" fmla="*/ 1 w 14"/>
                <a:gd name="T1" fmla="*/ 6 h 10"/>
                <a:gd name="T2" fmla="*/ 6 w 14"/>
                <a:gd name="T3" fmla="*/ 1 h 10"/>
                <a:gd name="T4" fmla="*/ 14 w 14"/>
                <a:gd name="T5" fmla="*/ 5 h 10"/>
                <a:gd name="T6" fmla="*/ 9 w 14"/>
                <a:gd name="T7" fmla="*/ 9 h 10"/>
                <a:gd name="T8" fmla="*/ 1 w 14"/>
                <a:gd name="T9" fmla="*/ 6 h 10"/>
              </a:gdLst>
              <a:ahLst/>
              <a:cxnLst>
                <a:cxn ang="0">
                  <a:pos x="T0" y="T1"/>
                </a:cxn>
                <a:cxn ang="0">
                  <a:pos x="T2" y="T3"/>
                </a:cxn>
                <a:cxn ang="0">
                  <a:pos x="T4" y="T5"/>
                </a:cxn>
                <a:cxn ang="0">
                  <a:pos x="T6" y="T7"/>
                </a:cxn>
                <a:cxn ang="0">
                  <a:pos x="T8" y="T9"/>
                </a:cxn>
              </a:cxnLst>
              <a:rect l="0" t="0" r="r" b="b"/>
              <a:pathLst>
                <a:path w="14" h="10">
                  <a:moveTo>
                    <a:pt x="1" y="6"/>
                  </a:moveTo>
                  <a:cubicBezTo>
                    <a:pt x="0" y="3"/>
                    <a:pt x="3" y="1"/>
                    <a:pt x="6" y="1"/>
                  </a:cubicBezTo>
                  <a:cubicBezTo>
                    <a:pt x="9" y="0"/>
                    <a:pt x="13" y="2"/>
                    <a:pt x="14" y="5"/>
                  </a:cubicBezTo>
                  <a:cubicBezTo>
                    <a:pt x="14" y="7"/>
                    <a:pt x="12" y="9"/>
                    <a:pt x="9" y="9"/>
                  </a:cubicBezTo>
                  <a:cubicBezTo>
                    <a:pt x="6" y="10"/>
                    <a:pt x="2" y="8"/>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0" name="Freeform 2454">
              <a:extLst>
                <a:ext uri="{FF2B5EF4-FFF2-40B4-BE49-F238E27FC236}">
                  <a16:creationId xmlns:a16="http://schemas.microsoft.com/office/drawing/2014/main" id="{C136D184-C0E0-EA41-6CB0-AAF1989D6C44}"/>
                </a:ext>
              </a:extLst>
            </p:cNvPr>
            <p:cNvSpPr>
              <a:spLocks/>
            </p:cNvSpPr>
            <p:nvPr/>
          </p:nvSpPr>
          <p:spPr bwMode="auto">
            <a:xfrm rot="5094805">
              <a:off x="931215" y="2594392"/>
              <a:ext cx="34275" cy="25135"/>
            </a:xfrm>
            <a:custGeom>
              <a:avLst/>
              <a:gdLst>
                <a:gd name="T0" fmla="*/ 8 w 14"/>
                <a:gd name="T1" fmla="*/ 9 h 10"/>
                <a:gd name="T2" fmla="*/ 0 w 14"/>
                <a:gd name="T3" fmla="*/ 6 h 10"/>
                <a:gd name="T4" fmla="*/ 7 w 14"/>
                <a:gd name="T5" fmla="*/ 0 h 10"/>
                <a:gd name="T6" fmla="*/ 13 w 14"/>
                <a:gd name="T7" fmla="*/ 3 h 10"/>
                <a:gd name="T8" fmla="*/ 8 w 14"/>
                <a:gd name="T9" fmla="*/ 9 h 10"/>
              </a:gdLst>
              <a:ahLst/>
              <a:cxnLst>
                <a:cxn ang="0">
                  <a:pos x="T0" y="T1"/>
                </a:cxn>
                <a:cxn ang="0">
                  <a:pos x="T2" y="T3"/>
                </a:cxn>
                <a:cxn ang="0">
                  <a:pos x="T4" y="T5"/>
                </a:cxn>
                <a:cxn ang="0">
                  <a:pos x="T6" y="T7"/>
                </a:cxn>
                <a:cxn ang="0">
                  <a:pos x="T8" y="T9"/>
                </a:cxn>
              </a:cxnLst>
              <a:rect l="0" t="0" r="r" b="b"/>
              <a:pathLst>
                <a:path w="14" h="10">
                  <a:moveTo>
                    <a:pt x="8" y="9"/>
                  </a:moveTo>
                  <a:cubicBezTo>
                    <a:pt x="5" y="10"/>
                    <a:pt x="1" y="8"/>
                    <a:pt x="0" y="6"/>
                  </a:cubicBezTo>
                  <a:cubicBezTo>
                    <a:pt x="0" y="3"/>
                    <a:pt x="3" y="0"/>
                    <a:pt x="7" y="0"/>
                  </a:cubicBezTo>
                  <a:cubicBezTo>
                    <a:pt x="10" y="0"/>
                    <a:pt x="12" y="1"/>
                    <a:pt x="13" y="3"/>
                  </a:cubicBezTo>
                  <a:cubicBezTo>
                    <a:pt x="14" y="6"/>
                    <a:pt x="12" y="9"/>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1" name="Freeform 2455">
              <a:extLst>
                <a:ext uri="{FF2B5EF4-FFF2-40B4-BE49-F238E27FC236}">
                  <a16:creationId xmlns:a16="http://schemas.microsoft.com/office/drawing/2014/main" id="{F6E8F96B-35B9-7446-903E-EB551B5E5818}"/>
                </a:ext>
              </a:extLst>
            </p:cNvPr>
            <p:cNvSpPr>
              <a:spLocks/>
            </p:cNvSpPr>
            <p:nvPr/>
          </p:nvSpPr>
          <p:spPr bwMode="auto">
            <a:xfrm rot="5094805">
              <a:off x="989508" y="2784301"/>
              <a:ext cx="31990" cy="27420"/>
            </a:xfrm>
            <a:custGeom>
              <a:avLst/>
              <a:gdLst>
                <a:gd name="T0" fmla="*/ 13 w 13"/>
                <a:gd name="T1" fmla="*/ 5 h 11"/>
                <a:gd name="T2" fmla="*/ 6 w 13"/>
                <a:gd name="T3" fmla="*/ 11 h 11"/>
                <a:gd name="T4" fmla="*/ 0 w 13"/>
                <a:gd name="T5" fmla="*/ 8 h 11"/>
                <a:gd name="T6" fmla="*/ 6 w 13"/>
                <a:gd name="T7" fmla="*/ 1 h 11"/>
                <a:gd name="T8" fmla="*/ 13 w 13"/>
                <a:gd name="T9" fmla="*/ 5 h 11"/>
              </a:gdLst>
              <a:ahLst/>
              <a:cxnLst>
                <a:cxn ang="0">
                  <a:pos x="T0" y="T1"/>
                </a:cxn>
                <a:cxn ang="0">
                  <a:pos x="T2" y="T3"/>
                </a:cxn>
                <a:cxn ang="0">
                  <a:pos x="T4" y="T5"/>
                </a:cxn>
                <a:cxn ang="0">
                  <a:pos x="T6" y="T7"/>
                </a:cxn>
                <a:cxn ang="0">
                  <a:pos x="T8" y="T9"/>
                </a:cxn>
              </a:cxnLst>
              <a:rect l="0" t="0" r="r" b="b"/>
              <a:pathLst>
                <a:path w="13" h="11">
                  <a:moveTo>
                    <a:pt x="13" y="5"/>
                  </a:moveTo>
                  <a:cubicBezTo>
                    <a:pt x="13" y="8"/>
                    <a:pt x="10" y="11"/>
                    <a:pt x="6" y="11"/>
                  </a:cubicBezTo>
                  <a:cubicBezTo>
                    <a:pt x="3" y="11"/>
                    <a:pt x="0" y="10"/>
                    <a:pt x="0" y="8"/>
                  </a:cubicBezTo>
                  <a:cubicBezTo>
                    <a:pt x="0" y="5"/>
                    <a:pt x="3" y="2"/>
                    <a:pt x="6" y="1"/>
                  </a:cubicBezTo>
                  <a:cubicBezTo>
                    <a:pt x="10" y="0"/>
                    <a:pt x="13" y="3"/>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2" name="Freeform 2456">
              <a:extLst>
                <a:ext uri="{FF2B5EF4-FFF2-40B4-BE49-F238E27FC236}">
                  <a16:creationId xmlns:a16="http://schemas.microsoft.com/office/drawing/2014/main" id="{C241FFC7-11C9-9F7C-BA71-4D6E892B8C4F}"/>
                </a:ext>
              </a:extLst>
            </p:cNvPr>
            <p:cNvSpPr>
              <a:spLocks/>
            </p:cNvSpPr>
            <p:nvPr/>
          </p:nvSpPr>
          <p:spPr bwMode="auto">
            <a:xfrm rot="5094805">
              <a:off x="1056694" y="2970920"/>
              <a:ext cx="34275" cy="29705"/>
            </a:xfrm>
            <a:custGeom>
              <a:avLst/>
              <a:gdLst>
                <a:gd name="T0" fmla="*/ 8 w 14"/>
                <a:gd name="T1" fmla="*/ 11 h 12"/>
                <a:gd name="T2" fmla="*/ 0 w 14"/>
                <a:gd name="T3" fmla="*/ 8 h 12"/>
                <a:gd name="T4" fmla="*/ 6 w 14"/>
                <a:gd name="T5" fmla="*/ 1 h 12"/>
                <a:gd name="T6" fmla="*/ 13 w 14"/>
                <a:gd name="T7" fmla="*/ 4 h 12"/>
                <a:gd name="T8" fmla="*/ 8 w 14"/>
                <a:gd name="T9" fmla="*/ 11 h 12"/>
              </a:gdLst>
              <a:ahLst/>
              <a:cxnLst>
                <a:cxn ang="0">
                  <a:pos x="T0" y="T1"/>
                </a:cxn>
                <a:cxn ang="0">
                  <a:pos x="T2" y="T3"/>
                </a:cxn>
                <a:cxn ang="0">
                  <a:pos x="T4" y="T5"/>
                </a:cxn>
                <a:cxn ang="0">
                  <a:pos x="T6" y="T7"/>
                </a:cxn>
                <a:cxn ang="0">
                  <a:pos x="T8" y="T9"/>
                </a:cxn>
              </a:cxnLst>
              <a:rect l="0" t="0" r="r" b="b"/>
              <a:pathLst>
                <a:path w="14" h="12">
                  <a:moveTo>
                    <a:pt x="8" y="11"/>
                  </a:moveTo>
                  <a:cubicBezTo>
                    <a:pt x="4" y="12"/>
                    <a:pt x="1" y="11"/>
                    <a:pt x="0" y="8"/>
                  </a:cubicBezTo>
                  <a:cubicBezTo>
                    <a:pt x="0" y="5"/>
                    <a:pt x="3" y="1"/>
                    <a:pt x="6" y="1"/>
                  </a:cubicBezTo>
                  <a:cubicBezTo>
                    <a:pt x="10" y="0"/>
                    <a:pt x="12" y="1"/>
                    <a:pt x="13" y="4"/>
                  </a:cubicBezTo>
                  <a:cubicBezTo>
                    <a:pt x="14" y="7"/>
                    <a:pt x="12" y="10"/>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3" name="Freeform 2457">
              <a:extLst>
                <a:ext uri="{FF2B5EF4-FFF2-40B4-BE49-F238E27FC236}">
                  <a16:creationId xmlns:a16="http://schemas.microsoft.com/office/drawing/2014/main" id="{814805B9-5B4F-095B-2E68-98B650BB8BB8}"/>
                </a:ext>
              </a:extLst>
            </p:cNvPr>
            <p:cNvSpPr>
              <a:spLocks/>
            </p:cNvSpPr>
            <p:nvPr/>
          </p:nvSpPr>
          <p:spPr bwMode="auto">
            <a:xfrm rot="5094805">
              <a:off x="1137342" y="3154251"/>
              <a:ext cx="31990" cy="31990"/>
            </a:xfrm>
            <a:custGeom>
              <a:avLst/>
              <a:gdLst>
                <a:gd name="T0" fmla="*/ 13 w 13"/>
                <a:gd name="T1" fmla="*/ 5 h 13"/>
                <a:gd name="T2" fmla="*/ 7 w 13"/>
                <a:gd name="T3" fmla="*/ 12 h 13"/>
                <a:gd name="T4" fmla="*/ 0 w 13"/>
                <a:gd name="T5" fmla="*/ 9 h 13"/>
                <a:gd name="T6" fmla="*/ 7 w 13"/>
                <a:gd name="T7" fmla="*/ 1 h 13"/>
                <a:gd name="T8" fmla="*/ 13 w 13"/>
                <a:gd name="T9" fmla="*/ 5 h 13"/>
              </a:gdLst>
              <a:ahLst/>
              <a:cxnLst>
                <a:cxn ang="0">
                  <a:pos x="T0" y="T1"/>
                </a:cxn>
                <a:cxn ang="0">
                  <a:pos x="T2" y="T3"/>
                </a:cxn>
                <a:cxn ang="0">
                  <a:pos x="T4" y="T5"/>
                </a:cxn>
                <a:cxn ang="0">
                  <a:pos x="T6" y="T7"/>
                </a:cxn>
                <a:cxn ang="0">
                  <a:pos x="T8" y="T9"/>
                </a:cxn>
              </a:cxnLst>
              <a:rect l="0" t="0" r="r" b="b"/>
              <a:pathLst>
                <a:path w="13" h="13">
                  <a:moveTo>
                    <a:pt x="13" y="5"/>
                  </a:moveTo>
                  <a:cubicBezTo>
                    <a:pt x="13" y="8"/>
                    <a:pt x="10" y="11"/>
                    <a:pt x="7" y="12"/>
                  </a:cubicBezTo>
                  <a:cubicBezTo>
                    <a:pt x="4" y="13"/>
                    <a:pt x="1" y="11"/>
                    <a:pt x="0" y="9"/>
                  </a:cubicBezTo>
                  <a:cubicBezTo>
                    <a:pt x="0" y="6"/>
                    <a:pt x="3" y="2"/>
                    <a:pt x="7" y="1"/>
                  </a:cubicBezTo>
                  <a:cubicBezTo>
                    <a:pt x="10" y="0"/>
                    <a:pt x="13" y="2"/>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4" name="Freeform 2458">
              <a:extLst>
                <a:ext uri="{FF2B5EF4-FFF2-40B4-BE49-F238E27FC236}">
                  <a16:creationId xmlns:a16="http://schemas.microsoft.com/office/drawing/2014/main" id="{3AE56022-C58C-2C71-6E41-64305C935963}"/>
                </a:ext>
              </a:extLst>
            </p:cNvPr>
            <p:cNvSpPr>
              <a:spLocks/>
            </p:cNvSpPr>
            <p:nvPr/>
          </p:nvSpPr>
          <p:spPr bwMode="auto">
            <a:xfrm rot="5094805">
              <a:off x="1221694" y="3342672"/>
              <a:ext cx="36560" cy="29705"/>
            </a:xfrm>
            <a:custGeom>
              <a:avLst/>
              <a:gdLst>
                <a:gd name="T0" fmla="*/ 14 w 14"/>
                <a:gd name="T1" fmla="*/ 4 h 12"/>
                <a:gd name="T2" fmla="*/ 8 w 14"/>
                <a:gd name="T3" fmla="*/ 11 h 12"/>
                <a:gd name="T4" fmla="*/ 1 w 14"/>
                <a:gd name="T5" fmla="*/ 9 h 12"/>
                <a:gd name="T6" fmla="*/ 6 w 14"/>
                <a:gd name="T7" fmla="*/ 2 h 12"/>
                <a:gd name="T8" fmla="*/ 14 w 14"/>
                <a:gd name="T9" fmla="*/ 4 h 12"/>
              </a:gdLst>
              <a:ahLst/>
              <a:cxnLst>
                <a:cxn ang="0">
                  <a:pos x="T0" y="T1"/>
                </a:cxn>
                <a:cxn ang="0">
                  <a:pos x="T2" y="T3"/>
                </a:cxn>
                <a:cxn ang="0">
                  <a:pos x="T4" y="T5"/>
                </a:cxn>
                <a:cxn ang="0">
                  <a:pos x="T6" y="T7"/>
                </a:cxn>
                <a:cxn ang="0">
                  <a:pos x="T8" y="T9"/>
                </a:cxn>
              </a:cxnLst>
              <a:rect l="0" t="0" r="r" b="b"/>
              <a:pathLst>
                <a:path w="14" h="12">
                  <a:moveTo>
                    <a:pt x="14" y="4"/>
                  </a:moveTo>
                  <a:cubicBezTo>
                    <a:pt x="14" y="6"/>
                    <a:pt x="11" y="10"/>
                    <a:pt x="8" y="11"/>
                  </a:cubicBezTo>
                  <a:cubicBezTo>
                    <a:pt x="4" y="12"/>
                    <a:pt x="2" y="12"/>
                    <a:pt x="1" y="9"/>
                  </a:cubicBezTo>
                  <a:cubicBezTo>
                    <a:pt x="0" y="7"/>
                    <a:pt x="2" y="3"/>
                    <a:pt x="6" y="2"/>
                  </a:cubicBezTo>
                  <a:cubicBezTo>
                    <a:pt x="9" y="0"/>
                    <a:pt x="13" y="1"/>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5" name="Freeform 2459">
              <a:extLst>
                <a:ext uri="{FF2B5EF4-FFF2-40B4-BE49-F238E27FC236}">
                  <a16:creationId xmlns:a16="http://schemas.microsoft.com/office/drawing/2014/main" id="{EBE71763-BC06-4370-DC5B-C89044617F26}"/>
                </a:ext>
              </a:extLst>
            </p:cNvPr>
            <p:cNvSpPr>
              <a:spLocks/>
            </p:cNvSpPr>
            <p:nvPr/>
          </p:nvSpPr>
          <p:spPr bwMode="auto">
            <a:xfrm rot="5094805">
              <a:off x="1316201" y="3529348"/>
              <a:ext cx="34275" cy="27420"/>
            </a:xfrm>
            <a:custGeom>
              <a:avLst/>
              <a:gdLst>
                <a:gd name="T0" fmla="*/ 6 w 14"/>
                <a:gd name="T1" fmla="*/ 1 h 11"/>
                <a:gd name="T2" fmla="*/ 14 w 14"/>
                <a:gd name="T3" fmla="*/ 3 h 11"/>
                <a:gd name="T4" fmla="*/ 9 w 14"/>
                <a:gd name="T5" fmla="*/ 9 h 11"/>
                <a:gd name="T6" fmla="*/ 1 w 14"/>
                <a:gd name="T7" fmla="*/ 8 h 11"/>
                <a:gd name="T8" fmla="*/ 6 w 14"/>
                <a:gd name="T9" fmla="*/ 1 h 11"/>
              </a:gdLst>
              <a:ahLst/>
              <a:cxnLst>
                <a:cxn ang="0">
                  <a:pos x="T0" y="T1"/>
                </a:cxn>
                <a:cxn ang="0">
                  <a:pos x="T2" y="T3"/>
                </a:cxn>
                <a:cxn ang="0">
                  <a:pos x="T4" y="T5"/>
                </a:cxn>
                <a:cxn ang="0">
                  <a:pos x="T6" y="T7"/>
                </a:cxn>
                <a:cxn ang="0">
                  <a:pos x="T8" y="T9"/>
                </a:cxn>
              </a:cxnLst>
              <a:rect l="0" t="0" r="r" b="b"/>
              <a:pathLst>
                <a:path w="14" h="11">
                  <a:moveTo>
                    <a:pt x="6" y="1"/>
                  </a:moveTo>
                  <a:cubicBezTo>
                    <a:pt x="9" y="0"/>
                    <a:pt x="13" y="0"/>
                    <a:pt x="14" y="3"/>
                  </a:cubicBezTo>
                  <a:cubicBezTo>
                    <a:pt x="14" y="4"/>
                    <a:pt x="12" y="8"/>
                    <a:pt x="9" y="9"/>
                  </a:cubicBezTo>
                  <a:cubicBezTo>
                    <a:pt x="6" y="11"/>
                    <a:pt x="2" y="10"/>
                    <a:pt x="1" y="8"/>
                  </a:cubicBezTo>
                  <a:cubicBezTo>
                    <a:pt x="0" y="6"/>
                    <a:pt x="3"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6" name="Freeform 2460">
              <a:extLst>
                <a:ext uri="{FF2B5EF4-FFF2-40B4-BE49-F238E27FC236}">
                  <a16:creationId xmlns:a16="http://schemas.microsoft.com/office/drawing/2014/main" id="{6A33B839-98A3-6DC7-C33E-F5D3455C5EE1}"/>
                </a:ext>
              </a:extLst>
            </p:cNvPr>
            <p:cNvSpPr>
              <a:spLocks/>
            </p:cNvSpPr>
            <p:nvPr/>
          </p:nvSpPr>
          <p:spPr bwMode="auto">
            <a:xfrm rot="5094805">
              <a:off x="1415153" y="3715522"/>
              <a:ext cx="34275" cy="22850"/>
            </a:xfrm>
            <a:custGeom>
              <a:avLst/>
              <a:gdLst>
                <a:gd name="T0" fmla="*/ 8 w 14"/>
                <a:gd name="T1" fmla="*/ 9 h 10"/>
                <a:gd name="T2" fmla="*/ 1 w 14"/>
                <a:gd name="T3" fmla="*/ 8 h 10"/>
                <a:gd name="T4" fmla="*/ 7 w 14"/>
                <a:gd name="T5" fmla="*/ 1 h 10"/>
                <a:gd name="T6" fmla="*/ 13 w 14"/>
                <a:gd name="T7" fmla="*/ 2 h 10"/>
                <a:gd name="T8" fmla="*/ 8 w 14"/>
                <a:gd name="T9" fmla="*/ 9 h 10"/>
              </a:gdLst>
              <a:ahLst/>
              <a:cxnLst>
                <a:cxn ang="0">
                  <a:pos x="T0" y="T1"/>
                </a:cxn>
                <a:cxn ang="0">
                  <a:pos x="T2" y="T3"/>
                </a:cxn>
                <a:cxn ang="0">
                  <a:pos x="T4" y="T5"/>
                </a:cxn>
                <a:cxn ang="0">
                  <a:pos x="T6" y="T7"/>
                </a:cxn>
                <a:cxn ang="0">
                  <a:pos x="T8" y="T9"/>
                </a:cxn>
              </a:cxnLst>
              <a:rect l="0" t="0" r="r" b="b"/>
              <a:pathLst>
                <a:path w="14" h="10">
                  <a:moveTo>
                    <a:pt x="8" y="9"/>
                  </a:moveTo>
                  <a:cubicBezTo>
                    <a:pt x="5" y="10"/>
                    <a:pt x="1" y="10"/>
                    <a:pt x="1" y="8"/>
                  </a:cubicBezTo>
                  <a:cubicBezTo>
                    <a:pt x="0" y="6"/>
                    <a:pt x="3" y="2"/>
                    <a:pt x="7" y="1"/>
                  </a:cubicBezTo>
                  <a:cubicBezTo>
                    <a:pt x="10" y="0"/>
                    <a:pt x="13" y="0"/>
                    <a:pt x="13" y="2"/>
                  </a:cubicBezTo>
                  <a:cubicBezTo>
                    <a:pt x="14" y="4"/>
                    <a:pt x="12" y="7"/>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7" name="Freeform 2461">
              <a:extLst>
                <a:ext uri="{FF2B5EF4-FFF2-40B4-BE49-F238E27FC236}">
                  <a16:creationId xmlns:a16="http://schemas.microsoft.com/office/drawing/2014/main" id="{7F33A134-B9E4-9014-55FA-C15E8740D3B4}"/>
                </a:ext>
              </a:extLst>
            </p:cNvPr>
            <p:cNvSpPr>
              <a:spLocks/>
            </p:cNvSpPr>
            <p:nvPr/>
          </p:nvSpPr>
          <p:spPr bwMode="auto">
            <a:xfrm rot="5094805">
              <a:off x="1519699" y="3897868"/>
              <a:ext cx="31990" cy="22850"/>
            </a:xfrm>
            <a:custGeom>
              <a:avLst/>
              <a:gdLst>
                <a:gd name="T0" fmla="*/ 13 w 13"/>
                <a:gd name="T1" fmla="*/ 2 h 9"/>
                <a:gd name="T2" fmla="*/ 7 w 13"/>
                <a:gd name="T3" fmla="*/ 9 h 9"/>
                <a:gd name="T4" fmla="*/ 1 w 13"/>
                <a:gd name="T5" fmla="*/ 7 h 9"/>
                <a:gd name="T6" fmla="*/ 7 w 13"/>
                <a:gd name="T7" fmla="*/ 1 h 9"/>
                <a:gd name="T8" fmla="*/ 13 w 13"/>
                <a:gd name="T9" fmla="*/ 2 h 9"/>
              </a:gdLst>
              <a:ahLst/>
              <a:cxnLst>
                <a:cxn ang="0">
                  <a:pos x="T0" y="T1"/>
                </a:cxn>
                <a:cxn ang="0">
                  <a:pos x="T2" y="T3"/>
                </a:cxn>
                <a:cxn ang="0">
                  <a:pos x="T4" y="T5"/>
                </a:cxn>
                <a:cxn ang="0">
                  <a:pos x="T6" y="T7"/>
                </a:cxn>
                <a:cxn ang="0">
                  <a:pos x="T8" y="T9"/>
                </a:cxn>
              </a:cxnLst>
              <a:rect l="0" t="0" r="r" b="b"/>
              <a:pathLst>
                <a:path w="13" h="9">
                  <a:moveTo>
                    <a:pt x="13" y="2"/>
                  </a:moveTo>
                  <a:cubicBezTo>
                    <a:pt x="13" y="4"/>
                    <a:pt x="10" y="7"/>
                    <a:pt x="7" y="9"/>
                  </a:cubicBezTo>
                  <a:cubicBezTo>
                    <a:pt x="4" y="9"/>
                    <a:pt x="1" y="9"/>
                    <a:pt x="1" y="7"/>
                  </a:cubicBezTo>
                  <a:cubicBezTo>
                    <a:pt x="0" y="6"/>
                    <a:pt x="3" y="3"/>
                    <a:pt x="7" y="1"/>
                  </a:cubicBezTo>
                  <a:cubicBezTo>
                    <a:pt x="10" y="0"/>
                    <a:pt x="13" y="0"/>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8" name="Freeform 2462">
              <a:extLst>
                <a:ext uri="{FF2B5EF4-FFF2-40B4-BE49-F238E27FC236}">
                  <a16:creationId xmlns:a16="http://schemas.microsoft.com/office/drawing/2014/main" id="{D63919D1-B8A1-2419-AB39-044F8861564A}"/>
                </a:ext>
              </a:extLst>
            </p:cNvPr>
            <p:cNvSpPr>
              <a:spLocks/>
            </p:cNvSpPr>
            <p:nvPr/>
          </p:nvSpPr>
          <p:spPr bwMode="auto">
            <a:xfrm rot="5094805">
              <a:off x="1621227" y="4083724"/>
              <a:ext cx="34275" cy="25135"/>
            </a:xfrm>
            <a:custGeom>
              <a:avLst/>
              <a:gdLst>
                <a:gd name="T0" fmla="*/ 9 w 14"/>
                <a:gd name="T1" fmla="*/ 7 h 10"/>
                <a:gd name="T2" fmla="*/ 1 w 14"/>
                <a:gd name="T3" fmla="*/ 8 h 10"/>
                <a:gd name="T4" fmla="*/ 8 w 14"/>
                <a:gd name="T5" fmla="*/ 2 h 10"/>
                <a:gd name="T6" fmla="*/ 13 w 14"/>
                <a:gd name="T7" fmla="*/ 3 h 10"/>
                <a:gd name="T8" fmla="*/ 9 w 14"/>
                <a:gd name="T9" fmla="*/ 7 h 10"/>
              </a:gdLst>
              <a:ahLst/>
              <a:cxnLst>
                <a:cxn ang="0">
                  <a:pos x="T0" y="T1"/>
                </a:cxn>
                <a:cxn ang="0">
                  <a:pos x="T2" y="T3"/>
                </a:cxn>
                <a:cxn ang="0">
                  <a:pos x="T4" y="T5"/>
                </a:cxn>
                <a:cxn ang="0">
                  <a:pos x="T6" y="T7"/>
                </a:cxn>
                <a:cxn ang="0">
                  <a:pos x="T8" y="T9"/>
                </a:cxn>
              </a:cxnLst>
              <a:rect l="0" t="0" r="r" b="b"/>
              <a:pathLst>
                <a:path w="14" h="10">
                  <a:moveTo>
                    <a:pt x="9" y="7"/>
                  </a:moveTo>
                  <a:cubicBezTo>
                    <a:pt x="3" y="10"/>
                    <a:pt x="0" y="9"/>
                    <a:pt x="1" y="8"/>
                  </a:cubicBezTo>
                  <a:cubicBezTo>
                    <a:pt x="1" y="6"/>
                    <a:pt x="4" y="3"/>
                    <a:pt x="8" y="2"/>
                  </a:cubicBezTo>
                  <a:cubicBezTo>
                    <a:pt x="11" y="0"/>
                    <a:pt x="14" y="1"/>
                    <a:pt x="13" y="3"/>
                  </a:cubicBezTo>
                  <a:cubicBezTo>
                    <a:pt x="12" y="4"/>
                    <a:pt x="10" y="6"/>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9" name="Freeform 2463">
              <a:extLst>
                <a:ext uri="{FF2B5EF4-FFF2-40B4-BE49-F238E27FC236}">
                  <a16:creationId xmlns:a16="http://schemas.microsoft.com/office/drawing/2014/main" id="{54701867-9335-E269-FA66-9F38E4D432AD}"/>
                </a:ext>
              </a:extLst>
            </p:cNvPr>
            <p:cNvSpPr>
              <a:spLocks/>
            </p:cNvSpPr>
            <p:nvPr/>
          </p:nvSpPr>
          <p:spPr bwMode="auto">
            <a:xfrm rot="5094805">
              <a:off x="1211117" y="1378905"/>
              <a:ext cx="34275" cy="34275"/>
            </a:xfrm>
            <a:custGeom>
              <a:avLst/>
              <a:gdLst>
                <a:gd name="T0" fmla="*/ 8 w 14"/>
                <a:gd name="T1" fmla="*/ 13 h 14"/>
                <a:gd name="T2" fmla="*/ 0 w 14"/>
                <a:gd name="T3" fmla="*/ 3 h 14"/>
                <a:gd name="T4" fmla="*/ 7 w 14"/>
                <a:gd name="T5" fmla="*/ 3 h 14"/>
                <a:gd name="T6" fmla="*/ 13 w 14"/>
                <a:gd name="T7" fmla="*/ 13 h 14"/>
                <a:gd name="T8" fmla="*/ 8 w 14"/>
                <a:gd name="T9" fmla="*/ 13 h 14"/>
              </a:gdLst>
              <a:ahLst/>
              <a:cxnLst>
                <a:cxn ang="0">
                  <a:pos x="T0" y="T1"/>
                </a:cxn>
                <a:cxn ang="0">
                  <a:pos x="T2" y="T3"/>
                </a:cxn>
                <a:cxn ang="0">
                  <a:pos x="T4" y="T5"/>
                </a:cxn>
                <a:cxn ang="0">
                  <a:pos x="T6" y="T7"/>
                </a:cxn>
                <a:cxn ang="0">
                  <a:pos x="T8" y="T9"/>
                </a:cxn>
              </a:cxnLst>
              <a:rect l="0" t="0" r="r" b="b"/>
              <a:pathLst>
                <a:path w="14" h="14">
                  <a:moveTo>
                    <a:pt x="8" y="13"/>
                  </a:moveTo>
                  <a:cubicBezTo>
                    <a:pt x="3" y="9"/>
                    <a:pt x="0" y="5"/>
                    <a:pt x="0" y="3"/>
                  </a:cubicBezTo>
                  <a:cubicBezTo>
                    <a:pt x="0" y="0"/>
                    <a:pt x="4" y="1"/>
                    <a:pt x="7" y="3"/>
                  </a:cubicBezTo>
                  <a:cubicBezTo>
                    <a:pt x="11" y="6"/>
                    <a:pt x="14" y="11"/>
                    <a:pt x="13" y="13"/>
                  </a:cubicBezTo>
                  <a:cubicBezTo>
                    <a:pt x="12" y="14"/>
                    <a:pt x="10" y="13"/>
                    <a:pt x="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0" name="Freeform 2464">
              <a:extLst>
                <a:ext uri="{FF2B5EF4-FFF2-40B4-BE49-F238E27FC236}">
                  <a16:creationId xmlns:a16="http://schemas.microsoft.com/office/drawing/2014/main" id="{9C5BDE57-6540-B1FB-076E-E305BBC0FDD1}"/>
                </a:ext>
              </a:extLst>
            </p:cNvPr>
            <p:cNvSpPr>
              <a:spLocks/>
            </p:cNvSpPr>
            <p:nvPr/>
          </p:nvSpPr>
          <p:spPr bwMode="auto">
            <a:xfrm rot="5094805">
              <a:off x="1317330" y="1166435"/>
              <a:ext cx="34275" cy="36560"/>
            </a:xfrm>
            <a:custGeom>
              <a:avLst/>
              <a:gdLst>
                <a:gd name="T0" fmla="*/ 14 w 14"/>
                <a:gd name="T1" fmla="*/ 12 h 15"/>
                <a:gd name="T2" fmla="*/ 7 w 14"/>
                <a:gd name="T3" fmla="*/ 12 h 15"/>
                <a:gd name="T4" fmla="*/ 0 w 14"/>
                <a:gd name="T5" fmla="*/ 4 h 15"/>
                <a:gd name="T6" fmla="*/ 6 w 14"/>
                <a:gd name="T7" fmla="*/ 2 h 15"/>
                <a:gd name="T8" fmla="*/ 14 w 14"/>
                <a:gd name="T9" fmla="*/ 12 h 15"/>
              </a:gdLst>
              <a:ahLst/>
              <a:cxnLst>
                <a:cxn ang="0">
                  <a:pos x="T0" y="T1"/>
                </a:cxn>
                <a:cxn ang="0">
                  <a:pos x="T2" y="T3"/>
                </a:cxn>
                <a:cxn ang="0">
                  <a:pos x="T4" y="T5"/>
                </a:cxn>
                <a:cxn ang="0">
                  <a:pos x="T6" y="T7"/>
                </a:cxn>
                <a:cxn ang="0">
                  <a:pos x="T8" y="T9"/>
                </a:cxn>
              </a:cxnLst>
              <a:rect l="0" t="0" r="r" b="b"/>
              <a:pathLst>
                <a:path w="14" h="15">
                  <a:moveTo>
                    <a:pt x="14" y="12"/>
                  </a:moveTo>
                  <a:cubicBezTo>
                    <a:pt x="14" y="15"/>
                    <a:pt x="11" y="15"/>
                    <a:pt x="7" y="12"/>
                  </a:cubicBezTo>
                  <a:cubicBezTo>
                    <a:pt x="4" y="10"/>
                    <a:pt x="1" y="7"/>
                    <a:pt x="0" y="4"/>
                  </a:cubicBezTo>
                  <a:cubicBezTo>
                    <a:pt x="0" y="1"/>
                    <a:pt x="2" y="0"/>
                    <a:pt x="6" y="2"/>
                  </a:cubicBezTo>
                  <a:cubicBezTo>
                    <a:pt x="9" y="4"/>
                    <a:pt x="13" y="9"/>
                    <a:pt x="1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1" name="Freeform 2465">
              <a:extLst>
                <a:ext uri="{FF2B5EF4-FFF2-40B4-BE49-F238E27FC236}">
                  <a16:creationId xmlns:a16="http://schemas.microsoft.com/office/drawing/2014/main" id="{75B38EAA-EB8F-3E72-F98B-31BEC92FA9C2}"/>
                </a:ext>
              </a:extLst>
            </p:cNvPr>
            <p:cNvSpPr>
              <a:spLocks/>
            </p:cNvSpPr>
            <p:nvPr/>
          </p:nvSpPr>
          <p:spPr bwMode="auto">
            <a:xfrm rot="5094805">
              <a:off x="1419299" y="959028"/>
              <a:ext cx="31990" cy="36560"/>
            </a:xfrm>
            <a:custGeom>
              <a:avLst/>
              <a:gdLst>
                <a:gd name="T0" fmla="*/ 13 w 13"/>
                <a:gd name="T1" fmla="*/ 13 h 14"/>
                <a:gd name="T2" fmla="*/ 7 w 13"/>
                <a:gd name="T3" fmla="*/ 12 h 14"/>
                <a:gd name="T4" fmla="*/ 0 w 13"/>
                <a:gd name="T5" fmla="*/ 3 h 14"/>
                <a:gd name="T6" fmla="*/ 7 w 13"/>
                <a:gd name="T7" fmla="*/ 3 h 14"/>
                <a:gd name="T8" fmla="*/ 13 w 13"/>
                <a:gd name="T9" fmla="*/ 13 h 14"/>
              </a:gdLst>
              <a:ahLst/>
              <a:cxnLst>
                <a:cxn ang="0">
                  <a:pos x="T0" y="T1"/>
                </a:cxn>
                <a:cxn ang="0">
                  <a:pos x="T2" y="T3"/>
                </a:cxn>
                <a:cxn ang="0">
                  <a:pos x="T4" y="T5"/>
                </a:cxn>
                <a:cxn ang="0">
                  <a:pos x="T6" y="T7"/>
                </a:cxn>
                <a:cxn ang="0">
                  <a:pos x="T8" y="T9"/>
                </a:cxn>
              </a:cxnLst>
              <a:rect l="0" t="0" r="r" b="b"/>
              <a:pathLst>
                <a:path w="13" h="14">
                  <a:moveTo>
                    <a:pt x="13" y="13"/>
                  </a:moveTo>
                  <a:cubicBezTo>
                    <a:pt x="11" y="13"/>
                    <a:pt x="9" y="14"/>
                    <a:pt x="7" y="12"/>
                  </a:cubicBezTo>
                  <a:cubicBezTo>
                    <a:pt x="3" y="11"/>
                    <a:pt x="0" y="6"/>
                    <a:pt x="0" y="3"/>
                  </a:cubicBezTo>
                  <a:cubicBezTo>
                    <a:pt x="0" y="1"/>
                    <a:pt x="3" y="0"/>
                    <a:pt x="7" y="3"/>
                  </a:cubicBezTo>
                  <a:cubicBezTo>
                    <a:pt x="10" y="5"/>
                    <a:pt x="13" y="10"/>
                    <a:pt x="13"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2" name="Freeform 2466">
              <a:extLst>
                <a:ext uri="{FF2B5EF4-FFF2-40B4-BE49-F238E27FC236}">
                  <a16:creationId xmlns:a16="http://schemas.microsoft.com/office/drawing/2014/main" id="{F48D2FA0-183B-B9D2-B768-73C864FB67CE}"/>
                </a:ext>
              </a:extLst>
            </p:cNvPr>
            <p:cNvSpPr>
              <a:spLocks/>
            </p:cNvSpPr>
            <p:nvPr/>
          </p:nvSpPr>
          <p:spPr bwMode="auto">
            <a:xfrm rot="5094805">
              <a:off x="1501711" y="752007"/>
              <a:ext cx="34275" cy="34275"/>
            </a:xfrm>
            <a:custGeom>
              <a:avLst/>
              <a:gdLst>
                <a:gd name="T0" fmla="*/ 14 w 14"/>
                <a:gd name="T1" fmla="*/ 11 h 14"/>
                <a:gd name="T2" fmla="*/ 7 w 14"/>
                <a:gd name="T3" fmla="*/ 12 h 14"/>
                <a:gd name="T4" fmla="*/ 1 w 14"/>
                <a:gd name="T5" fmla="*/ 4 h 14"/>
                <a:gd name="T6" fmla="*/ 7 w 14"/>
                <a:gd name="T7" fmla="*/ 2 h 14"/>
                <a:gd name="T8" fmla="*/ 14 w 14"/>
                <a:gd name="T9" fmla="*/ 11 h 14"/>
              </a:gdLst>
              <a:ahLst/>
              <a:cxnLst>
                <a:cxn ang="0">
                  <a:pos x="T0" y="T1"/>
                </a:cxn>
                <a:cxn ang="0">
                  <a:pos x="T2" y="T3"/>
                </a:cxn>
                <a:cxn ang="0">
                  <a:pos x="T4" y="T5"/>
                </a:cxn>
                <a:cxn ang="0">
                  <a:pos x="T6" y="T7"/>
                </a:cxn>
                <a:cxn ang="0">
                  <a:pos x="T8" y="T9"/>
                </a:cxn>
              </a:cxnLst>
              <a:rect l="0" t="0" r="r" b="b"/>
              <a:pathLst>
                <a:path w="14" h="14">
                  <a:moveTo>
                    <a:pt x="14" y="11"/>
                  </a:moveTo>
                  <a:cubicBezTo>
                    <a:pt x="14" y="14"/>
                    <a:pt x="11" y="14"/>
                    <a:pt x="7" y="12"/>
                  </a:cubicBezTo>
                  <a:cubicBezTo>
                    <a:pt x="4" y="10"/>
                    <a:pt x="1" y="7"/>
                    <a:pt x="1" y="4"/>
                  </a:cubicBezTo>
                  <a:cubicBezTo>
                    <a:pt x="0" y="1"/>
                    <a:pt x="4" y="0"/>
                    <a:pt x="7" y="2"/>
                  </a:cubicBezTo>
                  <a:cubicBezTo>
                    <a:pt x="11" y="4"/>
                    <a:pt x="14" y="8"/>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3" name="Freeform 2467">
              <a:extLst>
                <a:ext uri="{FF2B5EF4-FFF2-40B4-BE49-F238E27FC236}">
                  <a16:creationId xmlns:a16="http://schemas.microsoft.com/office/drawing/2014/main" id="{3F4EDB52-E79D-EC7D-8CED-C31FC4B6BF44}"/>
                </a:ext>
              </a:extLst>
            </p:cNvPr>
            <p:cNvSpPr>
              <a:spLocks/>
            </p:cNvSpPr>
            <p:nvPr/>
          </p:nvSpPr>
          <p:spPr bwMode="auto">
            <a:xfrm rot="5094805">
              <a:off x="1560737" y="552905"/>
              <a:ext cx="34275" cy="31990"/>
            </a:xfrm>
            <a:custGeom>
              <a:avLst/>
              <a:gdLst>
                <a:gd name="T0" fmla="*/ 13 w 14"/>
                <a:gd name="T1" fmla="*/ 12 h 13"/>
                <a:gd name="T2" fmla="*/ 7 w 14"/>
                <a:gd name="T3" fmla="*/ 13 h 13"/>
                <a:gd name="T4" fmla="*/ 0 w 14"/>
                <a:gd name="T5" fmla="*/ 5 h 13"/>
                <a:gd name="T6" fmla="*/ 7 w 14"/>
                <a:gd name="T7" fmla="*/ 2 h 13"/>
                <a:gd name="T8" fmla="*/ 13 w 14"/>
                <a:gd name="T9" fmla="*/ 12 h 13"/>
              </a:gdLst>
              <a:ahLst/>
              <a:cxnLst>
                <a:cxn ang="0">
                  <a:pos x="T0" y="T1"/>
                </a:cxn>
                <a:cxn ang="0">
                  <a:pos x="T2" y="T3"/>
                </a:cxn>
                <a:cxn ang="0">
                  <a:pos x="T4" y="T5"/>
                </a:cxn>
                <a:cxn ang="0">
                  <a:pos x="T6" y="T7"/>
                </a:cxn>
                <a:cxn ang="0">
                  <a:pos x="T8" y="T9"/>
                </a:cxn>
              </a:cxnLst>
              <a:rect l="0" t="0" r="r" b="b"/>
              <a:pathLst>
                <a:path w="14" h="13">
                  <a:moveTo>
                    <a:pt x="13" y="12"/>
                  </a:moveTo>
                  <a:cubicBezTo>
                    <a:pt x="12" y="12"/>
                    <a:pt x="10" y="13"/>
                    <a:pt x="7" y="13"/>
                  </a:cubicBezTo>
                  <a:cubicBezTo>
                    <a:pt x="3" y="12"/>
                    <a:pt x="0" y="8"/>
                    <a:pt x="0" y="5"/>
                  </a:cubicBezTo>
                  <a:cubicBezTo>
                    <a:pt x="0" y="2"/>
                    <a:pt x="4" y="0"/>
                    <a:pt x="7" y="2"/>
                  </a:cubicBezTo>
                  <a:cubicBezTo>
                    <a:pt x="11" y="4"/>
                    <a:pt x="14" y="8"/>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4" name="Freeform 2468">
              <a:extLst>
                <a:ext uri="{FF2B5EF4-FFF2-40B4-BE49-F238E27FC236}">
                  <a16:creationId xmlns:a16="http://schemas.microsoft.com/office/drawing/2014/main" id="{41F2183D-B2E8-F139-72CE-74628EF10E11}"/>
                </a:ext>
              </a:extLst>
            </p:cNvPr>
            <p:cNvSpPr>
              <a:spLocks/>
            </p:cNvSpPr>
            <p:nvPr/>
          </p:nvSpPr>
          <p:spPr bwMode="auto">
            <a:xfrm rot="5094805">
              <a:off x="1585622" y="356842"/>
              <a:ext cx="34275" cy="29705"/>
            </a:xfrm>
            <a:custGeom>
              <a:avLst/>
              <a:gdLst>
                <a:gd name="T0" fmla="*/ 13 w 14"/>
                <a:gd name="T1" fmla="*/ 7 h 12"/>
                <a:gd name="T2" fmla="*/ 7 w 14"/>
                <a:gd name="T3" fmla="*/ 12 h 12"/>
                <a:gd name="T4" fmla="*/ 0 w 14"/>
                <a:gd name="T5" fmla="*/ 6 h 12"/>
                <a:gd name="T6" fmla="*/ 6 w 14"/>
                <a:gd name="T7" fmla="*/ 1 h 12"/>
                <a:gd name="T8" fmla="*/ 13 w 14"/>
                <a:gd name="T9" fmla="*/ 7 h 12"/>
              </a:gdLst>
              <a:ahLst/>
              <a:cxnLst>
                <a:cxn ang="0">
                  <a:pos x="T0" y="T1"/>
                </a:cxn>
                <a:cxn ang="0">
                  <a:pos x="T2" y="T3"/>
                </a:cxn>
                <a:cxn ang="0">
                  <a:pos x="T4" y="T5"/>
                </a:cxn>
                <a:cxn ang="0">
                  <a:pos x="T6" y="T7"/>
                </a:cxn>
                <a:cxn ang="0">
                  <a:pos x="T8" y="T9"/>
                </a:cxn>
              </a:cxnLst>
              <a:rect l="0" t="0" r="r" b="b"/>
              <a:pathLst>
                <a:path w="14" h="12">
                  <a:moveTo>
                    <a:pt x="13" y="7"/>
                  </a:moveTo>
                  <a:cubicBezTo>
                    <a:pt x="14" y="10"/>
                    <a:pt x="11" y="12"/>
                    <a:pt x="7" y="12"/>
                  </a:cubicBezTo>
                  <a:cubicBezTo>
                    <a:pt x="4" y="11"/>
                    <a:pt x="1" y="9"/>
                    <a:pt x="0" y="6"/>
                  </a:cubicBezTo>
                  <a:cubicBezTo>
                    <a:pt x="0" y="3"/>
                    <a:pt x="2" y="0"/>
                    <a:pt x="6" y="1"/>
                  </a:cubicBezTo>
                  <a:cubicBezTo>
                    <a:pt x="9" y="1"/>
                    <a:pt x="13" y="4"/>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5" name="Freeform 2469">
              <a:extLst>
                <a:ext uri="{FF2B5EF4-FFF2-40B4-BE49-F238E27FC236}">
                  <a16:creationId xmlns:a16="http://schemas.microsoft.com/office/drawing/2014/main" id="{9104357E-1F91-2934-C1AB-ACA97A339EA7}"/>
                </a:ext>
              </a:extLst>
            </p:cNvPr>
            <p:cNvSpPr>
              <a:spLocks/>
            </p:cNvSpPr>
            <p:nvPr/>
          </p:nvSpPr>
          <p:spPr bwMode="auto">
            <a:xfrm rot="5094805">
              <a:off x="1569338" y="162149"/>
              <a:ext cx="34275" cy="27420"/>
            </a:xfrm>
            <a:custGeom>
              <a:avLst/>
              <a:gdLst>
                <a:gd name="T0" fmla="*/ 14 w 14"/>
                <a:gd name="T1" fmla="*/ 5 h 11"/>
                <a:gd name="T2" fmla="*/ 8 w 14"/>
                <a:gd name="T3" fmla="*/ 11 h 11"/>
                <a:gd name="T4" fmla="*/ 1 w 14"/>
                <a:gd name="T5" fmla="*/ 8 h 11"/>
                <a:gd name="T6" fmla="*/ 6 w 14"/>
                <a:gd name="T7" fmla="*/ 1 h 11"/>
                <a:gd name="T8" fmla="*/ 14 w 14"/>
                <a:gd name="T9" fmla="*/ 5 h 11"/>
              </a:gdLst>
              <a:ahLst/>
              <a:cxnLst>
                <a:cxn ang="0">
                  <a:pos x="T0" y="T1"/>
                </a:cxn>
                <a:cxn ang="0">
                  <a:pos x="T2" y="T3"/>
                </a:cxn>
                <a:cxn ang="0">
                  <a:pos x="T4" y="T5"/>
                </a:cxn>
                <a:cxn ang="0">
                  <a:pos x="T6" y="T7"/>
                </a:cxn>
                <a:cxn ang="0">
                  <a:pos x="T8" y="T9"/>
                </a:cxn>
              </a:cxnLst>
              <a:rect l="0" t="0" r="r" b="b"/>
              <a:pathLst>
                <a:path w="14" h="11">
                  <a:moveTo>
                    <a:pt x="14" y="5"/>
                  </a:moveTo>
                  <a:cubicBezTo>
                    <a:pt x="14" y="8"/>
                    <a:pt x="12" y="11"/>
                    <a:pt x="8" y="11"/>
                  </a:cubicBezTo>
                  <a:cubicBezTo>
                    <a:pt x="5" y="11"/>
                    <a:pt x="2" y="10"/>
                    <a:pt x="1" y="8"/>
                  </a:cubicBezTo>
                  <a:cubicBezTo>
                    <a:pt x="0" y="5"/>
                    <a:pt x="3" y="1"/>
                    <a:pt x="6" y="1"/>
                  </a:cubicBezTo>
                  <a:cubicBezTo>
                    <a:pt x="10" y="0"/>
                    <a:pt x="13" y="2"/>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6" name="Freeform 2470">
              <a:extLst>
                <a:ext uri="{FF2B5EF4-FFF2-40B4-BE49-F238E27FC236}">
                  <a16:creationId xmlns:a16="http://schemas.microsoft.com/office/drawing/2014/main" id="{7EC5B1E1-0114-C515-2EF3-CFE1F4B648D7}"/>
                </a:ext>
              </a:extLst>
            </p:cNvPr>
            <p:cNvSpPr>
              <a:spLocks/>
            </p:cNvSpPr>
            <p:nvPr/>
          </p:nvSpPr>
          <p:spPr bwMode="auto">
            <a:xfrm rot="5094805">
              <a:off x="1501419" y="-23245"/>
              <a:ext cx="31990" cy="31990"/>
            </a:xfrm>
            <a:custGeom>
              <a:avLst/>
              <a:gdLst>
                <a:gd name="T0" fmla="*/ 8 w 13"/>
                <a:gd name="T1" fmla="*/ 11 h 13"/>
                <a:gd name="T2" fmla="*/ 0 w 13"/>
                <a:gd name="T3" fmla="*/ 8 h 13"/>
                <a:gd name="T4" fmla="*/ 7 w 13"/>
                <a:gd name="T5" fmla="*/ 1 h 13"/>
                <a:gd name="T6" fmla="*/ 12 w 13"/>
                <a:gd name="T7" fmla="*/ 5 h 13"/>
                <a:gd name="T8" fmla="*/ 8 w 13"/>
                <a:gd name="T9" fmla="*/ 11 h 13"/>
              </a:gdLst>
              <a:ahLst/>
              <a:cxnLst>
                <a:cxn ang="0">
                  <a:pos x="T0" y="T1"/>
                </a:cxn>
                <a:cxn ang="0">
                  <a:pos x="T2" y="T3"/>
                </a:cxn>
                <a:cxn ang="0">
                  <a:pos x="T4" y="T5"/>
                </a:cxn>
                <a:cxn ang="0">
                  <a:pos x="T6" y="T7"/>
                </a:cxn>
                <a:cxn ang="0">
                  <a:pos x="T8" y="T9"/>
                </a:cxn>
              </a:cxnLst>
              <a:rect l="0" t="0" r="r" b="b"/>
              <a:pathLst>
                <a:path w="13" h="13">
                  <a:moveTo>
                    <a:pt x="8" y="11"/>
                  </a:moveTo>
                  <a:cubicBezTo>
                    <a:pt x="3" y="13"/>
                    <a:pt x="0" y="11"/>
                    <a:pt x="0" y="8"/>
                  </a:cubicBezTo>
                  <a:cubicBezTo>
                    <a:pt x="0" y="5"/>
                    <a:pt x="3" y="2"/>
                    <a:pt x="7" y="1"/>
                  </a:cubicBezTo>
                  <a:cubicBezTo>
                    <a:pt x="10" y="0"/>
                    <a:pt x="13" y="2"/>
                    <a:pt x="12" y="5"/>
                  </a:cubicBezTo>
                  <a:cubicBezTo>
                    <a:pt x="12" y="7"/>
                    <a:pt x="9" y="9"/>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7" name="Freeform 2490">
              <a:extLst>
                <a:ext uri="{FF2B5EF4-FFF2-40B4-BE49-F238E27FC236}">
                  <a16:creationId xmlns:a16="http://schemas.microsoft.com/office/drawing/2014/main" id="{C61B88B1-874B-B5C9-6D23-4829F0787F13}"/>
                </a:ext>
              </a:extLst>
            </p:cNvPr>
            <p:cNvSpPr>
              <a:spLocks/>
            </p:cNvSpPr>
            <p:nvPr/>
          </p:nvSpPr>
          <p:spPr bwMode="auto">
            <a:xfrm rot="5094805">
              <a:off x="2864138" y="6876157"/>
              <a:ext cx="34275" cy="22850"/>
            </a:xfrm>
            <a:custGeom>
              <a:avLst/>
              <a:gdLst>
                <a:gd name="T0" fmla="*/ 13 w 14"/>
                <a:gd name="T1" fmla="*/ 2 h 9"/>
                <a:gd name="T2" fmla="*/ 7 w 14"/>
                <a:gd name="T3" fmla="*/ 7 h 9"/>
                <a:gd name="T4" fmla="*/ 1 w 14"/>
                <a:gd name="T5" fmla="*/ 7 h 9"/>
                <a:gd name="T6" fmla="*/ 6 w 14"/>
                <a:gd name="T7" fmla="*/ 2 h 9"/>
                <a:gd name="T8" fmla="*/ 13 w 14"/>
                <a:gd name="T9" fmla="*/ 2 h 9"/>
              </a:gdLst>
              <a:ahLst/>
              <a:cxnLst>
                <a:cxn ang="0">
                  <a:pos x="T0" y="T1"/>
                </a:cxn>
                <a:cxn ang="0">
                  <a:pos x="T2" y="T3"/>
                </a:cxn>
                <a:cxn ang="0">
                  <a:pos x="T4" y="T5"/>
                </a:cxn>
                <a:cxn ang="0">
                  <a:pos x="T6" y="T7"/>
                </a:cxn>
                <a:cxn ang="0">
                  <a:pos x="T8" y="T9"/>
                </a:cxn>
              </a:cxnLst>
              <a:rect l="0" t="0" r="r" b="b"/>
              <a:pathLst>
                <a:path w="14" h="9">
                  <a:moveTo>
                    <a:pt x="13" y="2"/>
                  </a:moveTo>
                  <a:cubicBezTo>
                    <a:pt x="14" y="3"/>
                    <a:pt x="11" y="6"/>
                    <a:pt x="7" y="7"/>
                  </a:cubicBezTo>
                  <a:cubicBezTo>
                    <a:pt x="4" y="8"/>
                    <a:pt x="2" y="9"/>
                    <a:pt x="1" y="7"/>
                  </a:cubicBezTo>
                  <a:cubicBezTo>
                    <a:pt x="0" y="6"/>
                    <a:pt x="3" y="3"/>
                    <a:pt x="6" y="2"/>
                  </a:cubicBezTo>
                  <a:cubicBezTo>
                    <a:pt x="9" y="0"/>
                    <a:pt x="13" y="0"/>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8" name="Freeform 2491">
              <a:extLst>
                <a:ext uri="{FF2B5EF4-FFF2-40B4-BE49-F238E27FC236}">
                  <a16:creationId xmlns:a16="http://schemas.microsoft.com/office/drawing/2014/main" id="{4DE90486-D70D-631F-4FB9-39E0116CDD36}"/>
                </a:ext>
              </a:extLst>
            </p:cNvPr>
            <p:cNvSpPr>
              <a:spLocks/>
            </p:cNvSpPr>
            <p:nvPr/>
          </p:nvSpPr>
          <p:spPr bwMode="auto">
            <a:xfrm rot="5094805">
              <a:off x="1725870" y="4268249"/>
              <a:ext cx="34275" cy="22850"/>
            </a:xfrm>
            <a:custGeom>
              <a:avLst/>
              <a:gdLst>
                <a:gd name="T0" fmla="*/ 13 w 14"/>
                <a:gd name="T1" fmla="*/ 3 h 9"/>
                <a:gd name="T2" fmla="*/ 7 w 14"/>
                <a:gd name="T3" fmla="*/ 7 h 9"/>
                <a:gd name="T4" fmla="*/ 1 w 14"/>
                <a:gd name="T5" fmla="*/ 7 h 9"/>
                <a:gd name="T6" fmla="*/ 8 w 14"/>
                <a:gd name="T7" fmla="*/ 1 h 9"/>
                <a:gd name="T8" fmla="*/ 13 w 14"/>
                <a:gd name="T9" fmla="*/ 3 h 9"/>
              </a:gdLst>
              <a:ahLst/>
              <a:cxnLst>
                <a:cxn ang="0">
                  <a:pos x="T0" y="T1"/>
                </a:cxn>
                <a:cxn ang="0">
                  <a:pos x="T2" y="T3"/>
                </a:cxn>
                <a:cxn ang="0">
                  <a:pos x="T4" y="T5"/>
                </a:cxn>
                <a:cxn ang="0">
                  <a:pos x="T6" y="T7"/>
                </a:cxn>
                <a:cxn ang="0">
                  <a:pos x="T8" y="T9"/>
                </a:cxn>
              </a:cxnLst>
              <a:rect l="0" t="0" r="r" b="b"/>
              <a:pathLst>
                <a:path w="14" h="9">
                  <a:moveTo>
                    <a:pt x="13" y="3"/>
                  </a:moveTo>
                  <a:cubicBezTo>
                    <a:pt x="12" y="4"/>
                    <a:pt x="10" y="6"/>
                    <a:pt x="7" y="7"/>
                  </a:cubicBezTo>
                  <a:cubicBezTo>
                    <a:pt x="4" y="9"/>
                    <a:pt x="0" y="9"/>
                    <a:pt x="1" y="7"/>
                  </a:cubicBezTo>
                  <a:cubicBezTo>
                    <a:pt x="1" y="5"/>
                    <a:pt x="4" y="3"/>
                    <a:pt x="8" y="1"/>
                  </a:cubicBezTo>
                  <a:cubicBezTo>
                    <a:pt x="11" y="0"/>
                    <a:pt x="14" y="0"/>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9" name="Freeform 2492">
              <a:extLst>
                <a:ext uri="{FF2B5EF4-FFF2-40B4-BE49-F238E27FC236}">
                  <a16:creationId xmlns:a16="http://schemas.microsoft.com/office/drawing/2014/main" id="{9CCD43EC-AC94-7EBE-C1EE-FD04C39222E0}"/>
                </a:ext>
              </a:extLst>
            </p:cNvPr>
            <p:cNvSpPr>
              <a:spLocks/>
            </p:cNvSpPr>
            <p:nvPr/>
          </p:nvSpPr>
          <p:spPr bwMode="auto">
            <a:xfrm rot="5094805">
              <a:off x="1832692" y="4450393"/>
              <a:ext cx="31990" cy="22850"/>
            </a:xfrm>
            <a:custGeom>
              <a:avLst/>
              <a:gdLst>
                <a:gd name="T0" fmla="*/ 7 w 13"/>
                <a:gd name="T1" fmla="*/ 2 h 9"/>
                <a:gd name="T2" fmla="*/ 13 w 13"/>
                <a:gd name="T3" fmla="*/ 2 h 9"/>
                <a:gd name="T4" fmla="*/ 8 w 13"/>
                <a:gd name="T5" fmla="*/ 7 h 9"/>
                <a:gd name="T6" fmla="*/ 0 w 13"/>
                <a:gd name="T7" fmla="*/ 7 h 9"/>
                <a:gd name="T8" fmla="*/ 7 w 13"/>
                <a:gd name="T9" fmla="*/ 2 h 9"/>
              </a:gdLst>
              <a:ahLst/>
              <a:cxnLst>
                <a:cxn ang="0">
                  <a:pos x="T0" y="T1"/>
                </a:cxn>
                <a:cxn ang="0">
                  <a:pos x="T2" y="T3"/>
                </a:cxn>
                <a:cxn ang="0">
                  <a:pos x="T4" y="T5"/>
                </a:cxn>
                <a:cxn ang="0">
                  <a:pos x="T6" y="T7"/>
                </a:cxn>
                <a:cxn ang="0">
                  <a:pos x="T8" y="T9"/>
                </a:cxn>
              </a:cxnLst>
              <a:rect l="0" t="0" r="r" b="b"/>
              <a:pathLst>
                <a:path w="13" h="9">
                  <a:moveTo>
                    <a:pt x="7" y="2"/>
                  </a:moveTo>
                  <a:cubicBezTo>
                    <a:pt x="10" y="0"/>
                    <a:pt x="13" y="0"/>
                    <a:pt x="13" y="2"/>
                  </a:cubicBezTo>
                  <a:cubicBezTo>
                    <a:pt x="13" y="3"/>
                    <a:pt x="11" y="5"/>
                    <a:pt x="8" y="7"/>
                  </a:cubicBezTo>
                  <a:cubicBezTo>
                    <a:pt x="4" y="8"/>
                    <a:pt x="1" y="9"/>
                    <a:pt x="0" y="7"/>
                  </a:cubicBezTo>
                  <a:cubicBezTo>
                    <a:pt x="0" y="6"/>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0" name="Freeform 2493">
              <a:extLst>
                <a:ext uri="{FF2B5EF4-FFF2-40B4-BE49-F238E27FC236}">
                  <a16:creationId xmlns:a16="http://schemas.microsoft.com/office/drawing/2014/main" id="{F91FCCCF-0CAA-22DB-9708-F8724E9F6BB6}"/>
                </a:ext>
              </a:extLst>
            </p:cNvPr>
            <p:cNvSpPr>
              <a:spLocks/>
            </p:cNvSpPr>
            <p:nvPr/>
          </p:nvSpPr>
          <p:spPr bwMode="auto">
            <a:xfrm rot="5094805">
              <a:off x="1938569" y="4635853"/>
              <a:ext cx="34275" cy="20565"/>
            </a:xfrm>
            <a:custGeom>
              <a:avLst/>
              <a:gdLst>
                <a:gd name="T0" fmla="*/ 8 w 14"/>
                <a:gd name="T1" fmla="*/ 6 h 8"/>
                <a:gd name="T2" fmla="*/ 0 w 14"/>
                <a:gd name="T3" fmla="*/ 7 h 8"/>
                <a:gd name="T4" fmla="*/ 7 w 14"/>
                <a:gd name="T5" fmla="*/ 1 h 8"/>
                <a:gd name="T6" fmla="*/ 13 w 14"/>
                <a:gd name="T7" fmla="*/ 2 h 8"/>
                <a:gd name="T8" fmla="*/ 8 w 14"/>
                <a:gd name="T9" fmla="*/ 6 h 8"/>
              </a:gdLst>
              <a:ahLst/>
              <a:cxnLst>
                <a:cxn ang="0">
                  <a:pos x="T0" y="T1"/>
                </a:cxn>
                <a:cxn ang="0">
                  <a:pos x="T2" y="T3"/>
                </a:cxn>
                <a:cxn ang="0">
                  <a:pos x="T4" y="T5"/>
                </a:cxn>
                <a:cxn ang="0">
                  <a:pos x="T6" y="T7"/>
                </a:cxn>
                <a:cxn ang="0">
                  <a:pos x="T8" y="T9"/>
                </a:cxn>
              </a:cxnLst>
              <a:rect l="0" t="0" r="r" b="b"/>
              <a:pathLst>
                <a:path w="14" h="8">
                  <a:moveTo>
                    <a:pt x="8" y="6"/>
                  </a:moveTo>
                  <a:cubicBezTo>
                    <a:pt x="3" y="8"/>
                    <a:pt x="0" y="8"/>
                    <a:pt x="0" y="7"/>
                  </a:cubicBezTo>
                  <a:cubicBezTo>
                    <a:pt x="1" y="5"/>
                    <a:pt x="4" y="3"/>
                    <a:pt x="7" y="1"/>
                  </a:cubicBezTo>
                  <a:cubicBezTo>
                    <a:pt x="11" y="0"/>
                    <a:pt x="14" y="0"/>
                    <a:pt x="13" y="2"/>
                  </a:cubicBezTo>
                  <a:cubicBezTo>
                    <a:pt x="12" y="3"/>
                    <a:pt x="10"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1" name="Freeform 2494">
              <a:extLst>
                <a:ext uri="{FF2B5EF4-FFF2-40B4-BE49-F238E27FC236}">
                  <a16:creationId xmlns:a16="http://schemas.microsoft.com/office/drawing/2014/main" id="{3E9BCB47-019D-1029-7D31-2ED8C678E191}"/>
                </a:ext>
              </a:extLst>
            </p:cNvPr>
            <p:cNvSpPr>
              <a:spLocks/>
            </p:cNvSpPr>
            <p:nvPr/>
          </p:nvSpPr>
          <p:spPr bwMode="auto">
            <a:xfrm rot="5094805">
              <a:off x="2041138" y="4822856"/>
              <a:ext cx="34275" cy="18280"/>
            </a:xfrm>
            <a:custGeom>
              <a:avLst/>
              <a:gdLst>
                <a:gd name="T0" fmla="*/ 13 w 14"/>
                <a:gd name="T1" fmla="*/ 1 h 8"/>
                <a:gd name="T2" fmla="*/ 7 w 14"/>
                <a:gd name="T3" fmla="*/ 6 h 8"/>
                <a:gd name="T4" fmla="*/ 0 w 14"/>
                <a:gd name="T5" fmla="*/ 7 h 8"/>
                <a:gd name="T6" fmla="*/ 6 w 14"/>
                <a:gd name="T7" fmla="*/ 2 h 8"/>
                <a:gd name="T8" fmla="*/ 13 w 14"/>
                <a:gd name="T9" fmla="*/ 1 h 8"/>
              </a:gdLst>
              <a:ahLst/>
              <a:cxnLst>
                <a:cxn ang="0">
                  <a:pos x="T0" y="T1"/>
                </a:cxn>
                <a:cxn ang="0">
                  <a:pos x="T2" y="T3"/>
                </a:cxn>
                <a:cxn ang="0">
                  <a:pos x="T4" y="T5"/>
                </a:cxn>
                <a:cxn ang="0">
                  <a:pos x="T6" y="T7"/>
                </a:cxn>
                <a:cxn ang="0">
                  <a:pos x="T8" y="T9"/>
                </a:cxn>
              </a:cxnLst>
              <a:rect l="0" t="0" r="r" b="b"/>
              <a:pathLst>
                <a:path w="14" h="8">
                  <a:moveTo>
                    <a:pt x="13" y="1"/>
                  </a:moveTo>
                  <a:cubicBezTo>
                    <a:pt x="14" y="2"/>
                    <a:pt x="10" y="5"/>
                    <a:pt x="7" y="6"/>
                  </a:cubicBezTo>
                  <a:cubicBezTo>
                    <a:pt x="4" y="8"/>
                    <a:pt x="1" y="8"/>
                    <a:pt x="0" y="7"/>
                  </a:cubicBezTo>
                  <a:cubicBezTo>
                    <a:pt x="0" y="6"/>
                    <a:pt x="2" y="3"/>
                    <a:pt x="6" y="2"/>
                  </a:cubicBezTo>
                  <a:cubicBezTo>
                    <a:pt x="9" y="0"/>
                    <a:pt x="13" y="0"/>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2" name="Freeform 2495">
              <a:extLst>
                <a:ext uri="{FF2B5EF4-FFF2-40B4-BE49-F238E27FC236}">
                  <a16:creationId xmlns:a16="http://schemas.microsoft.com/office/drawing/2014/main" id="{2BE5A0F0-8778-7D58-C95E-CAB1098320AC}"/>
                </a:ext>
              </a:extLst>
            </p:cNvPr>
            <p:cNvSpPr>
              <a:spLocks/>
            </p:cNvSpPr>
            <p:nvPr/>
          </p:nvSpPr>
          <p:spPr bwMode="auto">
            <a:xfrm rot="5094805">
              <a:off x="2145684" y="5005202"/>
              <a:ext cx="31990" cy="18280"/>
            </a:xfrm>
            <a:custGeom>
              <a:avLst/>
              <a:gdLst>
                <a:gd name="T0" fmla="*/ 13 w 13"/>
                <a:gd name="T1" fmla="*/ 2 h 8"/>
                <a:gd name="T2" fmla="*/ 6 w 13"/>
                <a:gd name="T3" fmla="*/ 7 h 8"/>
                <a:gd name="T4" fmla="*/ 0 w 13"/>
                <a:gd name="T5" fmla="*/ 7 h 8"/>
                <a:gd name="T6" fmla="*/ 6 w 13"/>
                <a:gd name="T7" fmla="*/ 2 h 8"/>
                <a:gd name="T8" fmla="*/ 13 w 13"/>
                <a:gd name="T9" fmla="*/ 2 h 8"/>
              </a:gdLst>
              <a:ahLst/>
              <a:cxnLst>
                <a:cxn ang="0">
                  <a:pos x="T0" y="T1"/>
                </a:cxn>
                <a:cxn ang="0">
                  <a:pos x="T2" y="T3"/>
                </a:cxn>
                <a:cxn ang="0">
                  <a:pos x="T4" y="T5"/>
                </a:cxn>
                <a:cxn ang="0">
                  <a:pos x="T6" y="T7"/>
                </a:cxn>
                <a:cxn ang="0">
                  <a:pos x="T8" y="T9"/>
                </a:cxn>
              </a:cxnLst>
              <a:rect l="0" t="0" r="r" b="b"/>
              <a:pathLst>
                <a:path w="13" h="8">
                  <a:moveTo>
                    <a:pt x="13" y="2"/>
                  </a:moveTo>
                  <a:cubicBezTo>
                    <a:pt x="13" y="3"/>
                    <a:pt x="10" y="6"/>
                    <a:pt x="6" y="7"/>
                  </a:cubicBezTo>
                  <a:cubicBezTo>
                    <a:pt x="3" y="8"/>
                    <a:pt x="0" y="8"/>
                    <a:pt x="0" y="7"/>
                  </a:cubicBezTo>
                  <a:cubicBezTo>
                    <a:pt x="0" y="6"/>
                    <a:pt x="3" y="3"/>
                    <a:pt x="6" y="2"/>
                  </a:cubicBezTo>
                  <a:cubicBezTo>
                    <a:pt x="10" y="0"/>
                    <a:pt x="13" y="0"/>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3" name="Freeform 2496">
              <a:extLst>
                <a:ext uri="{FF2B5EF4-FFF2-40B4-BE49-F238E27FC236}">
                  <a16:creationId xmlns:a16="http://schemas.microsoft.com/office/drawing/2014/main" id="{2459D651-E75F-50D1-251D-FCEFA4FFD70A}"/>
                </a:ext>
              </a:extLst>
            </p:cNvPr>
            <p:cNvSpPr>
              <a:spLocks/>
            </p:cNvSpPr>
            <p:nvPr/>
          </p:nvSpPr>
          <p:spPr bwMode="auto">
            <a:xfrm rot="5094805">
              <a:off x="2239979" y="5187115"/>
              <a:ext cx="34275" cy="20565"/>
            </a:xfrm>
            <a:custGeom>
              <a:avLst/>
              <a:gdLst>
                <a:gd name="T0" fmla="*/ 14 w 14"/>
                <a:gd name="T1" fmla="*/ 1 h 8"/>
                <a:gd name="T2" fmla="*/ 8 w 14"/>
                <a:gd name="T3" fmla="*/ 7 h 8"/>
                <a:gd name="T4" fmla="*/ 1 w 14"/>
                <a:gd name="T5" fmla="*/ 7 h 8"/>
                <a:gd name="T6" fmla="*/ 6 w 14"/>
                <a:gd name="T7" fmla="*/ 1 h 8"/>
                <a:gd name="T8" fmla="*/ 14 w 14"/>
                <a:gd name="T9" fmla="*/ 1 h 8"/>
              </a:gdLst>
              <a:ahLst/>
              <a:cxnLst>
                <a:cxn ang="0">
                  <a:pos x="T0" y="T1"/>
                </a:cxn>
                <a:cxn ang="0">
                  <a:pos x="T2" y="T3"/>
                </a:cxn>
                <a:cxn ang="0">
                  <a:pos x="T4" y="T5"/>
                </a:cxn>
                <a:cxn ang="0">
                  <a:pos x="T6" y="T7"/>
                </a:cxn>
                <a:cxn ang="0">
                  <a:pos x="T8" y="T9"/>
                </a:cxn>
              </a:cxnLst>
              <a:rect l="0" t="0" r="r" b="b"/>
              <a:pathLst>
                <a:path w="14" h="8">
                  <a:moveTo>
                    <a:pt x="14" y="1"/>
                  </a:moveTo>
                  <a:cubicBezTo>
                    <a:pt x="14" y="3"/>
                    <a:pt x="11" y="5"/>
                    <a:pt x="8" y="7"/>
                  </a:cubicBezTo>
                  <a:cubicBezTo>
                    <a:pt x="5" y="8"/>
                    <a:pt x="2" y="8"/>
                    <a:pt x="1" y="7"/>
                  </a:cubicBezTo>
                  <a:cubicBezTo>
                    <a:pt x="0" y="5"/>
                    <a:pt x="3" y="3"/>
                    <a:pt x="6" y="1"/>
                  </a:cubicBezTo>
                  <a:cubicBezTo>
                    <a:pt x="10" y="0"/>
                    <a:pt x="13" y="0"/>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4" name="Freeform 2497">
              <a:extLst>
                <a:ext uri="{FF2B5EF4-FFF2-40B4-BE49-F238E27FC236}">
                  <a16:creationId xmlns:a16="http://schemas.microsoft.com/office/drawing/2014/main" id="{5CD0459F-74C1-EECD-DA79-FBAA7C6239EF}"/>
                </a:ext>
              </a:extLst>
            </p:cNvPr>
            <p:cNvSpPr>
              <a:spLocks/>
            </p:cNvSpPr>
            <p:nvPr/>
          </p:nvSpPr>
          <p:spPr bwMode="auto">
            <a:xfrm rot="5094805">
              <a:off x="2333347" y="5372749"/>
              <a:ext cx="31990" cy="20565"/>
            </a:xfrm>
            <a:custGeom>
              <a:avLst/>
              <a:gdLst>
                <a:gd name="T0" fmla="*/ 13 w 13"/>
                <a:gd name="T1" fmla="*/ 3 h 9"/>
                <a:gd name="T2" fmla="*/ 6 w 13"/>
                <a:gd name="T3" fmla="*/ 8 h 9"/>
                <a:gd name="T4" fmla="*/ 0 w 13"/>
                <a:gd name="T5" fmla="*/ 7 h 9"/>
                <a:gd name="T6" fmla="*/ 6 w 13"/>
                <a:gd name="T7" fmla="*/ 2 h 9"/>
                <a:gd name="T8" fmla="*/ 13 w 13"/>
                <a:gd name="T9" fmla="*/ 3 h 9"/>
              </a:gdLst>
              <a:ahLst/>
              <a:cxnLst>
                <a:cxn ang="0">
                  <a:pos x="T0" y="T1"/>
                </a:cxn>
                <a:cxn ang="0">
                  <a:pos x="T2" y="T3"/>
                </a:cxn>
                <a:cxn ang="0">
                  <a:pos x="T4" y="T5"/>
                </a:cxn>
                <a:cxn ang="0">
                  <a:pos x="T6" y="T7"/>
                </a:cxn>
                <a:cxn ang="0">
                  <a:pos x="T8" y="T9"/>
                </a:cxn>
              </a:cxnLst>
              <a:rect l="0" t="0" r="r" b="b"/>
              <a:pathLst>
                <a:path w="13" h="9">
                  <a:moveTo>
                    <a:pt x="13" y="3"/>
                  </a:moveTo>
                  <a:cubicBezTo>
                    <a:pt x="13" y="5"/>
                    <a:pt x="10" y="7"/>
                    <a:pt x="6" y="8"/>
                  </a:cubicBezTo>
                  <a:cubicBezTo>
                    <a:pt x="3" y="9"/>
                    <a:pt x="0" y="8"/>
                    <a:pt x="0" y="7"/>
                  </a:cubicBezTo>
                  <a:cubicBezTo>
                    <a:pt x="0" y="5"/>
                    <a:pt x="3" y="3"/>
                    <a:pt x="6" y="2"/>
                  </a:cubicBezTo>
                  <a:cubicBezTo>
                    <a:pt x="10" y="0"/>
                    <a:pt x="13"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5" name="Freeform 2498">
              <a:extLst>
                <a:ext uri="{FF2B5EF4-FFF2-40B4-BE49-F238E27FC236}">
                  <a16:creationId xmlns:a16="http://schemas.microsoft.com/office/drawing/2014/main" id="{0D06C75D-61B5-D769-EB1C-EC5596DB4319}"/>
                </a:ext>
              </a:extLst>
            </p:cNvPr>
            <p:cNvSpPr>
              <a:spLocks/>
            </p:cNvSpPr>
            <p:nvPr/>
          </p:nvSpPr>
          <p:spPr bwMode="auto">
            <a:xfrm rot="5094805">
              <a:off x="2415433" y="5561576"/>
              <a:ext cx="31990" cy="18280"/>
            </a:xfrm>
            <a:custGeom>
              <a:avLst/>
              <a:gdLst>
                <a:gd name="T0" fmla="*/ 6 w 13"/>
                <a:gd name="T1" fmla="*/ 1 h 8"/>
                <a:gd name="T2" fmla="*/ 13 w 13"/>
                <a:gd name="T3" fmla="*/ 2 h 8"/>
                <a:gd name="T4" fmla="*/ 8 w 13"/>
                <a:gd name="T5" fmla="*/ 7 h 8"/>
                <a:gd name="T6" fmla="*/ 0 w 13"/>
                <a:gd name="T7" fmla="*/ 6 h 8"/>
                <a:gd name="T8" fmla="*/ 6 w 13"/>
                <a:gd name="T9" fmla="*/ 1 h 8"/>
              </a:gdLst>
              <a:ahLst/>
              <a:cxnLst>
                <a:cxn ang="0">
                  <a:pos x="T0" y="T1"/>
                </a:cxn>
                <a:cxn ang="0">
                  <a:pos x="T2" y="T3"/>
                </a:cxn>
                <a:cxn ang="0">
                  <a:pos x="T4" y="T5"/>
                </a:cxn>
                <a:cxn ang="0">
                  <a:pos x="T6" y="T7"/>
                </a:cxn>
                <a:cxn ang="0">
                  <a:pos x="T8" y="T9"/>
                </a:cxn>
              </a:cxnLst>
              <a:rect l="0" t="0" r="r" b="b"/>
              <a:pathLst>
                <a:path w="13" h="8">
                  <a:moveTo>
                    <a:pt x="6" y="1"/>
                  </a:moveTo>
                  <a:cubicBezTo>
                    <a:pt x="9" y="0"/>
                    <a:pt x="13" y="0"/>
                    <a:pt x="13" y="2"/>
                  </a:cubicBezTo>
                  <a:cubicBezTo>
                    <a:pt x="13" y="3"/>
                    <a:pt x="11" y="6"/>
                    <a:pt x="8" y="7"/>
                  </a:cubicBezTo>
                  <a:cubicBezTo>
                    <a:pt x="5" y="8"/>
                    <a:pt x="1" y="8"/>
                    <a:pt x="0" y="6"/>
                  </a:cubicBezTo>
                  <a:cubicBezTo>
                    <a:pt x="0" y="5"/>
                    <a:pt x="2"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6" name="Freeform 2499">
              <a:extLst>
                <a:ext uri="{FF2B5EF4-FFF2-40B4-BE49-F238E27FC236}">
                  <a16:creationId xmlns:a16="http://schemas.microsoft.com/office/drawing/2014/main" id="{4ACAB157-D796-C000-12C3-FA2A571067E1}"/>
                </a:ext>
              </a:extLst>
            </p:cNvPr>
            <p:cNvSpPr>
              <a:spLocks/>
            </p:cNvSpPr>
            <p:nvPr/>
          </p:nvSpPr>
          <p:spPr bwMode="auto">
            <a:xfrm rot="5094805">
              <a:off x="2485936" y="5746855"/>
              <a:ext cx="31990" cy="20565"/>
            </a:xfrm>
            <a:custGeom>
              <a:avLst/>
              <a:gdLst>
                <a:gd name="T0" fmla="*/ 13 w 13"/>
                <a:gd name="T1" fmla="*/ 3 h 8"/>
                <a:gd name="T2" fmla="*/ 7 w 13"/>
                <a:gd name="T3" fmla="*/ 8 h 8"/>
                <a:gd name="T4" fmla="*/ 0 w 13"/>
                <a:gd name="T5" fmla="*/ 6 h 8"/>
                <a:gd name="T6" fmla="*/ 7 w 13"/>
                <a:gd name="T7" fmla="*/ 0 h 8"/>
                <a:gd name="T8" fmla="*/ 13 w 13"/>
                <a:gd name="T9" fmla="*/ 3 h 8"/>
              </a:gdLst>
              <a:ahLst/>
              <a:cxnLst>
                <a:cxn ang="0">
                  <a:pos x="T0" y="T1"/>
                </a:cxn>
                <a:cxn ang="0">
                  <a:pos x="T2" y="T3"/>
                </a:cxn>
                <a:cxn ang="0">
                  <a:pos x="T4" y="T5"/>
                </a:cxn>
                <a:cxn ang="0">
                  <a:pos x="T6" y="T7"/>
                </a:cxn>
                <a:cxn ang="0">
                  <a:pos x="T8" y="T9"/>
                </a:cxn>
              </a:cxnLst>
              <a:rect l="0" t="0" r="r" b="b"/>
              <a:pathLst>
                <a:path w="13" h="8">
                  <a:moveTo>
                    <a:pt x="13" y="3"/>
                  </a:moveTo>
                  <a:cubicBezTo>
                    <a:pt x="13" y="5"/>
                    <a:pt x="10" y="7"/>
                    <a:pt x="7" y="8"/>
                  </a:cubicBezTo>
                  <a:cubicBezTo>
                    <a:pt x="4" y="8"/>
                    <a:pt x="1" y="7"/>
                    <a:pt x="0" y="6"/>
                  </a:cubicBezTo>
                  <a:cubicBezTo>
                    <a:pt x="0" y="4"/>
                    <a:pt x="3" y="1"/>
                    <a:pt x="7" y="0"/>
                  </a:cubicBezTo>
                  <a:cubicBezTo>
                    <a:pt x="10" y="0"/>
                    <a:pt x="13"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7" name="Freeform 2500">
              <a:extLst>
                <a:ext uri="{FF2B5EF4-FFF2-40B4-BE49-F238E27FC236}">
                  <a16:creationId xmlns:a16="http://schemas.microsoft.com/office/drawing/2014/main" id="{A0D0659D-DDDF-99D7-F0AD-40B29BCE83A3}"/>
                </a:ext>
              </a:extLst>
            </p:cNvPr>
            <p:cNvSpPr>
              <a:spLocks/>
            </p:cNvSpPr>
            <p:nvPr/>
          </p:nvSpPr>
          <p:spPr bwMode="auto">
            <a:xfrm rot="5094805">
              <a:off x="2544017" y="5936570"/>
              <a:ext cx="34275" cy="18280"/>
            </a:xfrm>
            <a:custGeom>
              <a:avLst/>
              <a:gdLst>
                <a:gd name="T0" fmla="*/ 14 w 14"/>
                <a:gd name="T1" fmla="*/ 3 h 8"/>
                <a:gd name="T2" fmla="*/ 8 w 14"/>
                <a:gd name="T3" fmla="*/ 8 h 8"/>
                <a:gd name="T4" fmla="*/ 1 w 14"/>
                <a:gd name="T5" fmla="*/ 6 h 8"/>
                <a:gd name="T6" fmla="*/ 6 w 14"/>
                <a:gd name="T7" fmla="*/ 0 h 8"/>
                <a:gd name="T8" fmla="*/ 14 w 14"/>
                <a:gd name="T9" fmla="*/ 3 h 8"/>
              </a:gdLst>
              <a:ahLst/>
              <a:cxnLst>
                <a:cxn ang="0">
                  <a:pos x="T0" y="T1"/>
                </a:cxn>
                <a:cxn ang="0">
                  <a:pos x="T2" y="T3"/>
                </a:cxn>
                <a:cxn ang="0">
                  <a:pos x="T4" y="T5"/>
                </a:cxn>
                <a:cxn ang="0">
                  <a:pos x="T6" y="T7"/>
                </a:cxn>
                <a:cxn ang="0">
                  <a:pos x="T8" y="T9"/>
                </a:cxn>
              </a:cxnLst>
              <a:rect l="0" t="0" r="r" b="b"/>
              <a:pathLst>
                <a:path w="14" h="8">
                  <a:moveTo>
                    <a:pt x="14" y="3"/>
                  </a:moveTo>
                  <a:cubicBezTo>
                    <a:pt x="14" y="5"/>
                    <a:pt x="11" y="7"/>
                    <a:pt x="8" y="8"/>
                  </a:cubicBezTo>
                  <a:cubicBezTo>
                    <a:pt x="4" y="8"/>
                    <a:pt x="2" y="7"/>
                    <a:pt x="1" y="6"/>
                  </a:cubicBezTo>
                  <a:cubicBezTo>
                    <a:pt x="0" y="4"/>
                    <a:pt x="3" y="1"/>
                    <a:pt x="6" y="0"/>
                  </a:cubicBezTo>
                  <a:cubicBezTo>
                    <a:pt x="10" y="0"/>
                    <a:pt x="13"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8" name="Freeform 2501">
              <a:extLst>
                <a:ext uri="{FF2B5EF4-FFF2-40B4-BE49-F238E27FC236}">
                  <a16:creationId xmlns:a16="http://schemas.microsoft.com/office/drawing/2014/main" id="{677438CC-4BC0-4AF9-8939-4A1121328E01}"/>
                </a:ext>
              </a:extLst>
            </p:cNvPr>
            <p:cNvSpPr>
              <a:spLocks/>
            </p:cNvSpPr>
            <p:nvPr/>
          </p:nvSpPr>
          <p:spPr bwMode="auto">
            <a:xfrm rot="5094805">
              <a:off x="2588752" y="6129873"/>
              <a:ext cx="34275" cy="18280"/>
            </a:xfrm>
            <a:custGeom>
              <a:avLst/>
              <a:gdLst>
                <a:gd name="T0" fmla="*/ 9 w 14"/>
                <a:gd name="T1" fmla="*/ 8 h 8"/>
                <a:gd name="T2" fmla="*/ 1 w 14"/>
                <a:gd name="T3" fmla="*/ 5 h 8"/>
                <a:gd name="T4" fmla="*/ 7 w 14"/>
                <a:gd name="T5" fmla="*/ 0 h 8"/>
                <a:gd name="T6" fmla="*/ 13 w 14"/>
                <a:gd name="T7" fmla="*/ 4 h 8"/>
                <a:gd name="T8" fmla="*/ 9 w 14"/>
                <a:gd name="T9" fmla="*/ 8 h 8"/>
              </a:gdLst>
              <a:ahLst/>
              <a:cxnLst>
                <a:cxn ang="0">
                  <a:pos x="T0" y="T1"/>
                </a:cxn>
                <a:cxn ang="0">
                  <a:pos x="T2" y="T3"/>
                </a:cxn>
                <a:cxn ang="0">
                  <a:pos x="T4" y="T5"/>
                </a:cxn>
                <a:cxn ang="0">
                  <a:pos x="T6" y="T7"/>
                </a:cxn>
                <a:cxn ang="0">
                  <a:pos x="T8" y="T9"/>
                </a:cxn>
              </a:cxnLst>
              <a:rect l="0" t="0" r="r" b="b"/>
              <a:pathLst>
                <a:path w="14" h="8">
                  <a:moveTo>
                    <a:pt x="9" y="8"/>
                  </a:moveTo>
                  <a:cubicBezTo>
                    <a:pt x="3" y="8"/>
                    <a:pt x="0" y="7"/>
                    <a:pt x="1" y="5"/>
                  </a:cubicBezTo>
                  <a:cubicBezTo>
                    <a:pt x="1" y="2"/>
                    <a:pt x="4" y="0"/>
                    <a:pt x="7" y="0"/>
                  </a:cubicBezTo>
                  <a:cubicBezTo>
                    <a:pt x="11" y="0"/>
                    <a:pt x="14" y="2"/>
                    <a:pt x="13" y="4"/>
                  </a:cubicBezTo>
                  <a:cubicBezTo>
                    <a:pt x="12" y="6"/>
                    <a:pt x="10"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9" name="Freeform 2502">
              <a:extLst>
                <a:ext uri="{FF2B5EF4-FFF2-40B4-BE49-F238E27FC236}">
                  <a16:creationId xmlns:a16="http://schemas.microsoft.com/office/drawing/2014/main" id="{D52878BF-15CF-DCFF-A7C5-0232C8933067}"/>
                </a:ext>
              </a:extLst>
            </p:cNvPr>
            <p:cNvSpPr>
              <a:spLocks/>
            </p:cNvSpPr>
            <p:nvPr/>
          </p:nvSpPr>
          <p:spPr bwMode="auto">
            <a:xfrm rot="5094805">
              <a:off x="2638771" y="6316975"/>
              <a:ext cx="34275" cy="20565"/>
            </a:xfrm>
            <a:custGeom>
              <a:avLst/>
              <a:gdLst>
                <a:gd name="T0" fmla="*/ 1 w 14"/>
                <a:gd name="T1" fmla="*/ 6 h 9"/>
                <a:gd name="T2" fmla="*/ 6 w 14"/>
                <a:gd name="T3" fmla="*/ 1 h 9"/>
                <a:gd name="T4" fmla="*/ 14 w 14"/>
                <a:gd name="T5" fmla="*/ 3 h 9"/>
                <a:gd name="T6" fmla="*/ 9 w 14"/>
                <a:gd name="T7" fmla="*/ 8 h 9"/>
                <a:gd name="T8" fmla="*/ 1 w 14"/>
                <a:gd name="T9" fmla="*/ 6 h 9"/>
              </a:gdLst>
              <a:ahLst/>
              <a:cxnLst>
                <a:cxn ang="0">
                  <a:pos x="T0" y="T1"/>
                </a:cxn>
                <a:cxn ang="0">
                  <a:pos x="T2" y="T3"/>
                </a:cxn>
                <a:cxn ang="0">
                  <a:pos x="T4" y="T5"/>
                </a:cxn>
                <a:cxn ang="0">
                  <a:pos x="T6" y="T7"/>
                </a:cxn>
                <a:cxn ang="0">
                  <a:pos x="T8" y="T9"/>
                </a:cxn>
              </a:cxnLst>
              <a:rect l="0" t="0" r="r" b="b"/>
              <a:pathLst>
                <a:path w="14" h="9">
                  <a:moveTo>
                    <a:pt x="1" y="6"/>
                  </a:moveTo>
                  <a:cubicBezTo>
                    <a:pt x="0" y="5"/>
                    <a:pt x="3" y="2"/>
                    <a:pt x="6" y="1"/>
                  </a:cubicBezTo>
                  <a:cubicBezTo>
                    <a:pt x="10" y="0"/>
                    <a:pt x="13" y="1"/>
                    <a:pt x="14" y="3"/>
                  </a:cubicBezTo>
                  <a:cubicBezTo>
                    <a:pt x="14" y="5"/>
                    <a:pt x="12" y="7"/>
                    <a:pt x="9" y="8"/>
                  </a:cubicBezTo>
                  <a:cubicBezTo>
                    <a:pt x="6" y="9"/>
                    <a:pt x="2" y="8"/>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0" name="Freeform 2503">
              <a:extLst>
                <a:ext uri="{FF2B5EF4-FFF2-40B4-BE49-F238E27FC236}">
                  <a16:creationId xmlns:a16="http://schemas.microsoft.com/office/drawing/2014/main" id="{676B94FF-3BCA-11BF-D207-8D7FF4AF0408}"/>
                </a:ext>
              </a:extLst>
            </p:cNvPr>
            <p:cNvSpPr>
              <a:spLocks/>
            </p:cNvSpPr>
            <p:nvPr/>
          </p:nvSpPr>
          <p:spPr bwMode="auto">
            <a:xfrm rot="5094805">
              <a:off x="2703690" y="6503999"/>
              <a:ext cx="31990" cy="22850"/>
            </a:xfrm>
            <a:custGeom>
              <a:avLst/>
              <a:gdLst>
                <a:gd name="T0" fmla="*/ 13 w 13"/>
                <a:gd name="T1" fmla="*/ 3 h 9"/>
                <a:gd name="T2" fmla="*/ 6 w 13"/>
                <a:gd name="T3" fmla="*/ 8 h 9"/>
                <a:gd name="T4" fmla="*/ 0 w 13"/>
                <a:gd name="T5" fmla="*/ 6 h 9"/>
                <a:gd name="T6" fmla="*/ 6 w 13"/>
                <a:gd name="T7" fmla="*/ 1 h 9"/>
                <a:gd name="T8" fmla="*/ 13 w 13"/>
                <a:gd name="T9" fmla="*/ 3 h 9"/>
              </a:gdLst>
              <a:ahLst/>
              <a:cxnLst>
                <a:cxn ang="0">
                  <a:pos x="T0" y="T1"/>
                </a:cxn>
                <a:cxn ang="0">
                  <a:pos x="T2" y="T3"/>
                </a:cxn>
                <a:cxn ang="0">
                  <a:pos x="T4" y="T5"/>
                </a:cxn>
                <a:cxn ang="0">
                  <a:pos x="T6" y="T7"/>
                </a:cxn>
                <a:cxn ang="0">
                  <a:pos x="T8" y="T9"/>
                </a:cxn>
              </a:cxnLst>
              <a:rect l="0" t="0" r="r" b="b"/>
              <a:pathLst>
                <a:path w="13" h="9">
                  <a:moveTo>
                    <a:pt x="13" y="3"/>
                  </a:moveTo>
                  <a:cubicBezTo>
                    <a:pt x="13" y="5"/>
                    <a:pt x="10" y="8"/>
                    <a:pt x="6" y="8"/>
                  </a:cubicBezTo>
                  <a:cubicBezTo>
                    <a:pt x="3" y="9"/>
                    <a:pt x="0" y="8"/>
                    <a:pt x="0" y="6"/>
                  </a:cubicBezTo>
                  <a:cubicBezTo>
                    <a:pt x="0" y="4"/>
                    <a:pt x="3" y="2"/>
                    <a:pt x="6" y="1"/>
                  </a:cubicBezTo>
                  <a:cubicBezTo>
                    <a:pt x="10" y="0"/>
                    <a:pt x="13"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1" name="Freeform 2504">
              <a:extLst>
                <a:ext uri="{FF2B5EF4-FFF2-40B4-BE49-F238E27FC236}">
                  <a16:creationId xmlns:a16="http://schemas.microsoft.com/office/drawing/2014/main" id="{42061D94-063B-3DD4-9DBE-52BAD1E5FFB7}"/>
                </a:ext>
              </a:extLst>
            </p:cNvPr>
            <p:cNvSpPr>
              <a:spLocks/>
            </p:cNvSpPr>
            <p:nvPr/>
          </p:nvSpPr>
          <p:spPr bwMode="auto">
            <a:xfrm rot="5094805">
              <a:off x="2777597" y="6689914"/>
              <a:ext cx="36560" cy="22850"/>
            </a:xfrm>
            <a:custGeom>
              <a:avLst/>
              <a:gdLst>
                <a:gd name="T0" fmla="*/ 6 w 14"/>
                <a:gd name="T1" fmla="*/ 2 h 9"/>
                <a:gd name="T2" fmla="*/ 14 w 14"/>
                <a:gd name="T3" fmla="*/ 2 h 9"/>
                <a:gd name="T4" fmla="*/ 9 w 14"/>
                <a:gd name="T5" fmla="*/ 7 h 9"/>
                <a:gd name="T6" fmla="*/ 1 w 14"/>
                <a:gd name="T7" fmla="*/ 7 h 9"/>
                <a:gd name="T8" fmla="*/ 6 w 14"/>
                <a:gd name="T9" fmla="*/ 2 h 9"/>
              </a:gdLst>
              <a:ahLst/>
              <a:cxnLst>
                <a:cxn ang="0">
                  <a:pos x="T0" y="T1"/>
                </a:cxn>
                <a:cxn ang="0">
                  <a:pos x="T2" y="T3"/>
                </a:cxn>
                <a:cxn ang="0">
                  <a:pos x="T4" y="T5"/>
                </a:cxn>
                <a:cxn ang="0">
                  <a:pos x="T6" y="T7"/>
                </a:cxn>
                <a:cxn ang="0">
                  <a:pos x="T8" y="T9"/>
                </a:cxn>
              </a:cxnLst>
              <a:rect l="0" t="0" r="r" b="b"/>
              <a:pathLst>
                <a:path w="14" h="9">
                  <a:moveTo>
                    <a:pt x="6" y="2"/>
                  </a:moveTo>
                  <a:cubicBezTo>
                    <a:pt x="10" y="0"/>
                    <a:pt x="13" y="1"/>
                    <a:pt x="14" y="2"/>
                  </a:cubicBezTo>
                  <a:cubicBezTo>
                    <a:pt x="14" y="4"/>
                    <a:pt x="12" y="6"/>
                    <a:pt x="9" y="7"/>
                  </a:cubicBezTo>
                  <a:cubicBezTo>
                    <a:pt x="6" y="9"/>
                    <a:pt x="2" y="9"/>
                    <a:pt x="1" y="7"/>
                  </a:cubicBezTo>
                  <a:cubicBezTo>
                    <a:pt x="0" y="5"/>
                    <a:pt x="3"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2" name="Freeform 2505">
              <a:extLst>
                <a:ext uri="{FF2B5EF4-FFF2-40B4-BE49-F238E27FC236}">
                  <a16:creationId xmlns:a16="http://schemas.microsoft.com/office/drawing/2014/main" id="{C83C6186-27CD-D876-D9E7-98BEF8095967}"/>
                </a:ext>
              </a:extLst>
            </p:cNvPr>
            <p:cNvSpPr>
              <a:spLocks/>
            </p:cNvSpPr>
            <p:nvPr/>
          </p:nvSpPr>
          <p:spPr bwMode="auto">
            <a:xfrm rot="5094805">
              <a:off x="2861441" y="6667836"/>
              <a:ext cx="29705" cy="18280"/>
            </a:xfrm>
            <a:custGeom>
              <a:avLst/>
              <a:gdLst>
                <a:gd name="T0" fmla="*/ 11 w 12"/>
                <a:gd name="T1" fmla="*/ 2 h 7"/>
                <a:gd name="T2" fmla="*/ 6 w 12"/>
                <a:gd name="T3" fmla="*/ 6 h 7"/>
                <a:gd name="T4" fmla="*/ 0 w 12"/>
                <a:gd name="T5" fmla="*/ 5 h 7"/>
                <a:gd name="T6" fmla="*/ 5 w 12"/>
                <a:gd name="T7" fmla="*/ 1 h 7"/>
                <a:gd name="T8" fmla="*/ 11 w 12"/>
                <a:gd name="T9" fmla="*/ 2 h 7"/>
              </a:gdLst>
              <a:ahLst/>
              <a:cxnLst>
                <a:cxn ang="0">
                  <a:pos x="T0" y="T1"/>
                </a:cxn>
                <a:cxn ang="0">
                  <a:pos x="T2" y="T3"/>
                </a:cxn>
                <a:cxn ang="0">
                  <a:pos x="T4" y="T5"/>
                </a:cxn>
                <a:cxn ang="0">
                  <a:pos x="T6" y="T7"/>
                </a:cxn>
                <a:cxn ang="0">
                  <a:pos x="T8" y="T9"/>
                </a:cxn>
              </a:cxnLst>
              <a:rect l="0" t="0" r="r" b="b"/>
              <a:pathLst>
                <a:path w="12" h="7">
                  <a:moveTo>
                    <a:pt x="11" y="2"/>
                  </a:moveTo>
                  <a:cubicBezTo>
                    <a:pt x="12" y="3"/>
                    <a:pt x="9" y="5"/>
                    <a:pt x="6" y="6"/>
                  </a:cubicBezTo>
                  <a:cubicBezTo>
                    <a:pt x="2" y="7"/>
                    <a:pt x="0" y="6"/>
                    <a:pt x="0" y="5"/>
                  </a:cubicBezTo>
                  <a:cubicBezTo>
                    <a:pt x="0" y="4"/>
                    <a:pt x="2" y="2"/>
                    <a:pt x="5" y="1"/>
                  </a:cubicBezTo>
                  <a:cubicBezTo>
                    <a:pt x="8" y="0"/>
                    <a:pt x="11"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3" name="Freeform 2506">
              <a:extLst>
                <a:ext uri="{FF2B5EF4-FFF2-40B4-BE49-F238E27FC236}">
                  <a16:creationId xmlns:a16="http://schemas.microsoft.com/office/drawing/2014/main" id="{5B783AC0-F10A-8F6A-011C-26BF15F8633B}"/>
                </a:ext>
              </a:extLst>
            </p:cNvPr>
            <p:cNvSpPr>
              <a:spLocks/>
            </p:cNvSpPr>
            <p:nvPr/>
          </p:nvSpPr>
          <p:spPr bwMode="auto">
            <a:xfrm rot="5094805">
              <a:off x="2789694" y="6481419"/>
              <a:ext cx="31990" cy="15995"/>
            </a:xfrm>
            <a:custGeom>
              <a:avLst/>
              <a:gdLst>
                <a:gd name="T0" fmla="*/ 8 w 13"/>
                <a:gd name="T1" fmla="*/ 5 h 6"/>
                <a:gd name="T2" fmla="*/ 1 w 13"/>
                <a:gd name="T3" fmla="*/ 4 h 6"/>
                <a:gd name="T4" fmla="*/ 6 w 13"/>
                <a:gd name="T5" fmla="*/ 1 h 6"/>
                <a:gd name="T6" fmla="*/ 12 w 13"/>
                <a:gd name="T7" fmla="*/ 1 h 6"/>
                <a:gd name="T8" fmla="*/ 8 w 13"/>
                <a:gd name="T9" fmla="*/ 5 h 6"/>
              </a:gdLst>
              <a:ahLst/>
              <a:cxnLst>
                <a:cxn ang="0">
                  <a:pos x="T0" y="T1"/>
                </a:cxn>
                <a:cxn ang="0">
                  <a:pos x="T2" y="T3"/>
                </a:cxn>
                <a:cxn ang="0">
                  <a:pos x="T4" y="T5"/>
                </a:cxn>
                <a:cxn ang="0">
                  <a:pos x="T6" y="T7"/>
                </a:cxn>
                <a:cxn ang="0">
                  <a:pos x="T8" y="T9"/>
                </a:cxn>
              </a:cxnLst>
              <a:rect l="0" t="0" r="r" b="b"/>
              <a:pathLst>
                <a:path w="13" h="6">
                  <a:moveTo>
                    <a:pt x="8" y="5"/>
                  </a:moveTo>
                  <a:cubicBezTo>
                    <a:pt x="4" y="6"/>
                    <a:pt x="1" y="6"/>
                    <a:pt x="1" y="4"/>
                  </a:cubicBezTo>
                  <a:cubicBezTo>
                    <a:pt x="0" y="3"/>
                    <a:pt x="2" y="1"/>
                    <a:pt x="6" y="1"/>
                  </a:cubicBezTo>
                  <a:cubicBezTo>
                    <a:pt x="9" y="0"/>
                    <a:pt x="12" y="0"/>
                    <a:pt x="12" y="1"/>
                  </a:cubicBezTo>
                  <a:cubicBezTo>
                    <a:pt x="13" y="3"/>
                    <a:pt x="11" y="4"/>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4" name="Freeform 2507">
              <a:extLst>
                <a:ext uri="{FF2B5EF4-FFF2-40B4-BE49-F238E27FC236}">
                  <a16:creationId xmlns:a16="http://schemas.microsoft.com/office/drawing/2014/main" id="{17E88EF7-9FC8-2208-3CE6-5C029EE29B68}"/>
                </a:ext>
              </a:extLst>
            </p:cNvPr>
            <p:cNvSpPr>
              <a:spLocks/>
            </p:cNvSpPr>
            <p:nvPr/>
          </p:nvSpPr>
          <p:spPr bwMode="auto">
            <a:xfrm rot="5094805">
              <a:off x="2731410" y="6291714"/>
              <a:ext cx="29705" cy="13710"/>
            </a:xfrm>
            <a:custGeom>
              <a:avLst/>
              <a:gdLst>
                <a:gd name="T0" fmla="*/ 12 w 12"/>
                <a:gd name="T1" fmla="*/ 2 h 6"/>
                <a:gd name="T2" fmla="*/ 7 w 12"/>
                <a:gd name="T3" fmla="*/ 5 h 6"/>
                <a:gd name="T4" fmla="*/ 0 w 12"/>
                <a:gd name="T5" fmla="*/ 4 h 6"/>
                <a:gd name="T6" fmla="*/ 6 w 12"/>
                <a:gd name="T7" fmla="*/ 0 h 6"/>
                <a:gd name="T8" fmla="*/ 12 w 12"/>
                <a:gd name="T9" fmla="*/ 2 h 6"/>
              </a:gdLst>
              <a:ahLst/>
              <a:cxnLst>
                <a:cxn ang="0">
                  <a:pos x="T0" y="T1"/>
                </a:cxn>
                <a:cxn ang="0">
                  <a:pos x="T2" y="T3"/>
                </a:cxn>
                <a:cxn ang="0">
                  <a:pos x="T4" y="T5"/>
                </a:cxn>
                <a:cxn ang="0">
                  <a:pos x="T6" y="T7"/>
                </a:cxn>
                <a:cxn ang="0">
                  <a:pos x="T8" y="T9"/>
                </a:cxn>
              </a:cxnLst>
              <a:rect l="0" t="0" r="r" b="b"/>
              <a:pathLst>
                <a:path w="12" h="6">
                  <a:moveTo>
                    <a:pt x="12" y="2"/>
                  </a:moveTo>
                  <a:cubicBezTo>
                    <a:pt x="12" y="3"/>
                    <a:pt x="10" y="5"/>
                    <a:pt x="7" y="5"/>
                  </a:cubicBezTo>
                  <a:cubicBezTo>
                    <a:pt x="3" y="6"/>
                    <a:pt x="0" y="5"/>
                    <a:pt x="0" y="4"/>
                  </a:cubicBezTo>
                  <a:cubicBezTo>
                    <a:pt x="0" y="2"/>
                    <a:pt x="3" y="1"/>
                    <a:pt x="6" y="0"/>
                  </a:cubicBezTo>
                  <a:cubicBezTo>
                    <a:pt x="9" y="0"/>
                    <a:pt x="12"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5" name="Freeform 2508">
              <a:extLst>
                <a:ext uri="{FF2B5EF4-FFF2-40B4-BE49-F238E27FC236}">
                  <a16:creationId xmlns:a16="http://schemas.microsoft.com/office/drawing/2014/main" id="{4E1371D4-6456-ECFA-B129-1C6355480D8A}"/>
                </a:ext>
              </a:extLst>
            </p:cNvPr>
            <p:cNvSpPr>
              <a:spLocks/>
            </p:cNvSpPr>
            <p:nvPr/>
          </p:nvSpPr>
          <p:spPr bwMode="auto">
            <a:xfrm rot="5094805">
              <a:off x="2686975" y="6100581"/>
              <a:ext cx="31990" cy="15995"/>
            </a:xfrm>
            <a:custGeom>
              <a:avLst/>
              <a:gdLst>
                <a:gd name="T0" fmla="*/ 13 w 13"/>
                <a:gd name="T1" fmla="*/ 3 h 6"/>
                <a:gd name="T2" fmla="*/ 8 w 13"/>
                <a:gd name="T3" fmla="*/ 6 h 6"/>
                <a:gd name="T4" fmla="*/ 1 w 13"/>
                <a:gd name="T5" fmla="*/ 4 h 6"/>
                <a:gd name="T6" fmla="*/ 6 w 13"/>
                <a:gd name="T7" fmla="*/ 1 h 6"/>
                <a:gd name="T8" fmla="*/ 13 w 13"/>
                <a:gd name="T9" fmla="*/ 3 h 6"/>
              </a:gdLst>
              <a:ahLst/>
              <a:cxnLst>
                <a:cxn ang="0">
                  <a:pos x="T0" y="T1"/>
                </a:cxn>
                <a:cxn ang="0">
                  <a:pos x="T2" y="T3"/>
                </a:cxn>
                <a:cxn ang="0">
                  <a:pos x="T4" y="T5"/>
                </a:cxn>
                <a:cxn ang="0">
                  <a:pos x="T6" y="T7"/>
                </a:cxn>
                <a:cxn ang="0">
                  <a:pos x="T8" y="T9"/>
                </a:cxn>
              </a:cxnLst>
              <a:rect l="0" t="0" r="r" b="b"/>
              <a:pathLst>
                <a:path w="13" h="6">
                  <a:moveTo>
                    <a:pt x="13" y="3"/>
                  </a:moveTo>
                  <a:cubicBezTo>
                    <a:pt x="13" y="4"/>
                    <a:pt x="11" y="6"/>
                    <a:pt x="8" y="6"/>
                  </a:cubicBezTo>
                  <a:cubicBezTo>
                    <a:pt x="4" y="6"/>
                    <a:pt x="1" y="6"/>
                    <a:pt x="1" y="4"/>
                  </a:cubicBezTo>
                  <a:cubicBezTo>
                    <a:pt x="0" y="3"/>
                    <a:pt x="3" y="1"/>
                    <a:pt x="6" y="1"/>
                  </a:cubicBezTo>
                  <a:cubicBezTo>
                    <a:pt x="9" y="0"/>
                    <a:pt x="12"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6" name="Freeform 2509">
              <a:extLst>
                <a:ext uri="{FF2B5EF4-FFF2-40B4-BE49-F238E27FC236}">
                  <a16:creationId xmlns:a16="http://schemas.microsoft.com/office/drawing/2014/main" id="{53775F50-1EA2-E79B-117D-3DA54018924D}"/>
                </a:ext>
              </a:extLst>
            </p:cNvPr>
            <p:cNvSpPr>
              <a:spLocks/>
            </p:cNvSpPr>
            <p:nvPr/>
          </p:nvSpPr>
          <p:spPr bwMode="auto">
            <a:xfrm rot="5094805">
              <a:off x="2640273" y="5909853"/>
              <a:ext cx="29705" cy="18280"/>
            </a:xfrm>
            <a:custGeom>
              <a:avLst/>
              <a:gdLst>
                <a:gd name="T0" fmla="*/ 0 w 12"/>
                <a:gd name="T1" fmla="*/ 4 h 7"/>
                <a:gd name="T2" fmla="*/ 6 w 12"/>
                <a:gd name="T3" fmla="*/ 1 h 7"/>
                <a:gd name="T4" fmla="*/ 12 w 12"/>
                <a:gd name="T5" fmla="*/ 2 h 7"/>
                <a:gd name="T6" fmla="*/ 6 w 12"/>
                <a:gd name="T7" fmla="*/ 6 h 7"/>
                <a:gd name="T8" fmla="*/ 0 w 12"/>
                <a:gd name="T9" fmla="*/ 4 h 7"/>
              </a:gdLst>
              <a:ahLst/>
              <a:cxnLst>
                <a:cxn ang="0">
                  <a:pos x="T0" y="T1"/>
                </a:cxn>
                <a:cxn ang="0">
                  <a:pos x="T2" y="T3"/>
                </a:cxn>
                <a:cxn ang="0">
                  <a:pos x="T4" y="T5"/>
                </a:cxn>
                <a:cxn ang="0">
                  <a:pos x="T6" y="T7"/>
                </a:cxn>
                <a:cxn ang="0">
                  <a:pos x="T8" y="T9"/>
                </a:cxn>
              </a:cxnLst>
              <a:rect l="0" t="0" r="r" b="b"/>
              <a:pathLst>
                <a:path w="12" h="7">
                  <a:moveTo>
                    <a:pt x="0" y="4"/>
                  </a:moveTo>
                  <a:cubicBezTo>
                    <a:pt x="2" y="3"/>
                    <a:pt x="4" y="2"/>
                    <a:pt x="6" y="1"/>
                  </a:cubicBezTo>
                  <a:cubicBezTo>
                    <a:pt x="9" y="0"/>
                    <a:pt x="12" y="1"/>
                    <a:pt x="12" y="2"/>
                  </a:cubicBezTo>
                  <a:cubicBezTo>
                    <a:pt x="12" y="4"/>
                    <a:pt x="10" y="5"/>
                    <a:pt x="6" y="6"/>
                  </a:cubicBezTo>
                  <a:cubicBezTo>
                    <a:pt x="3" y="7"/>
                    <a:pt x="0"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7" name="Freeform 2510">
              <a:extLst>
                <a:ext uri="{FF2B5EF4-FFF2-40B4-BE49-F238E27FC236}">
                  <a16:creationId xmlns:a16="http://schemas.microsoft.com/office/drawing/2014/main" id="{E8068FA6-FCD7-D18C-0224-0F6A270B8910}"/>
                </a:ext>
              </a:extLst>
            </p:cNvPr>
            <p:cNvSpPr>
              <a:spLocks/>
            </p:cNvSpPr>
            <p:nvPr/>
          </p:nvSpPr>
          <p:spPr bwMode="auto">
            <a:xfrm rot="5094805">
              <a:off x="2575257" y="5720649"/>
              <a:ext cx="29705" cy="18280"/>
            </a:xfrm>
            <a:custGeom>
              <a:avLst/>
              <a:gdLst>
                <a:gd name="T0" fmla="*/ 12 w 12"/>
                <a:gd name="T1" fmla="*/ 2 h 7"/>
                <a:gd name="T2" fmla="*/ 7 w 12"/>
                <a:gd name="T3" fmla="*/ 6 h 7"/>
                <a:gd name="T4" fmla="*/ 0 w 12"/>
                <a:gd name="T5" fmla="*/ 5 h 7"/>
                <a:gd name="T6" fmla="*/ 5 w 12"/>
                <a:gd name="T7" fmla="*/ 1 h 7"/>
                <a:gd name="T8" fmla="*/ 12 w 12"/>
                <a:gd name="T9" fmla="*/ 2 h 7"/>
              </a:gdLst>
              <a:ahLst/>
              <a:cxnLst>
                <a:cxn ang="0">
                  <a:pos x="T0" y="T1"/>
                </a:cxn>
                <a:cxn ang="0">
                  <a:pos x="T2" y="T3"/>
                </a:cxn>
                <a:cxn ang="0">
                  <a:pos x="T4" y="T5"/>
                </a:cxn>
                <a:cxn ang="0">
                  <a:pos x="T6" y="T7"/>
                </a:cxn>
                <a:cxn ang="0">
                  <a:pos x="T8" y="T9"/>
                </a:cxn>
              </a:cxnLst>
              <a:rect l="0" t="0" r="r" b="b"/>
              <a:pathLst>
                <a:path w="12" h="7">
                  <a:moveTo>
                    <a:pt x="12" y="2"/>
                  </a:moveTo>
                  <a:cubicBezTo>
                    <a:pt x="12" y="3"/>
                    <a:pt x="10" y="5"/>
                    <a:pt x="7" y="6"/>
                  </a:cubicBezTo>
                  <a:cubicBezTo>
                    <a:pt x="4" y="7"/>
                    <a:pt x="0" y="7"/>
                    <a:pt x="0" y="5"/>
                  </a:cubicBezTo>
                  <a:cubicBezTo>
                    <a:pt x="0" y="4"/>
                    <a:pt x="2" y="2"/>
                    <a:pt x="5" y="1"/>
                  </a:cubicBezTo>
                  <a:cubicBezTo>
                    <a:pt x="8" y="0"/>
                    <a:pt x="11"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8" name="Freeform 2511">
              <a:extLst>
                <a:ext uri="{FF2B5EF4-FFF2-40B4-BE49-F238E27FC236}">
                  <a16:creationId xmlns:a16="http://schemas.microsoft.com/office/drawing/2014/main" id="{376181EE-7BFA-75C8-78B7-05D3FF4E000A}"/>
                </a:ext>
              </a:extLst>
            </p:cNvPr>
            <p:cNvSpPr>
              <a:spLocks/>
            </p:cNvSpPr>
            <p:nvPr/>
          </p:nvSpPr>
          <p:spPr bwMode="auto">
            <a:xfrm rot="5094805">
              <a:off x="2495545" y="5533799"/>
              <a:ext cx="31990" cy="18280"/>
            </a:xfrm>
            <a:custGeom>
              <a:avLst/>
              <a:gdLst>
                <a:gd name="T0" fmla="*/ 13 w 13"/>
                <a:gd name="T1" fmla="*/ 1 h 7"/>
                <a:gd name="T2" fmla="*/ 8 w 13"/>
                <a:gd name="T3" fmla="*/ 6 h 7"/>
                <a:gd name="T4" fmla="*/ 1 w 13"/>
                <a:gd name="T5" fmla="*/ 6 h 7"/>
                <a:gd name="T6" fmla="*/ 6 w 13"/>
                <a:gd name="T7" fmla="*/ 1 h 7"/>
                <a:gd name="T8" fmla="*/ 13 w 13"/>
                <a:gd name="T9" fmla="*/ 1 h 7"/>
              </a:gdLst>
              <a:ahLst/>
              <a:cxnLst>
                <a:cxn ang="0">
                  <a:pos x="T0" y="T1"/>
                </a:cxn>
                <a:cxn ang="0">
                  <a:pos x="T2" y="T3"/>
                </a:cxn>
                <a:cxn ang="0">
                  <a:pos x="T4" y="T5"/>
                </a:cxn>
                <a:cxn ang="0">
                  <a:pos x="T6" y="T7"/>
                </a:cxn>
                <a:cxn ang="0">
                  <a:pos x="T8" y="T9"/>
                </a:cxn>
              </a:cxnLst>
              <a:rect l="0" t="0" r="r" b="b"/>
              <a:pathLst>
                <a:path w="13" h="7">
                  <a:moveTo>
                    <a:pt x="13" y="1"/>
                  </a:moveTo>
                  <a:cubicBezTo>
                    <a:pt x="13" y="3"/>
                    <a:pt x="11" y="4"/>
                    <a:pt x="8" y="6"/>
                  </a:cubicBezTo>
                  <a:cubicBezTo>
                    <a:pt x="4" y="7"/>
                    <a:pt x="1" y="7"/>
                    <a:pt x="1" y="6"/>
                  </a:cubicBezTo>
                  <a:cubicBezTo>
                    <a:pt x="0" y="5"/>
                    <a:pt x="3" y="3"/>
                    <a:pt x="6" y="1"/>
                  </a:cubicBezTo>
                  <a:cubicBezTo>
                    <a:pt x="9" y="0"/>
                    <a:pt x="12" y="0"/>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9" name="Freeform 2512">
              <a:extLst>
                <a:ext uri="{FF2B5EF4-FFF2-40B4-BE49-F238E27FC236}">
                  <a16:creationId xmlns:a16="http://schemas.microsoft.com/office/drawing/2014/main" id="{1803749C-10ED-4A3E-8FB8-DE797FAF8BDA}"/>
                </a:ext>
              </a:extLst>
            </p:cNvPr>
            <p:cNvSpPr>
              <a:spLocks/>
            </p:cNvSpPr>
            <p:nvPr/>
          </p:nvSpPr>
          <p:spPr bwMode="auto">
            <a:xfrm rot="5094805">
              <a:off x="2406940" y="5350238"/>
              <a:ext cx="29705" cy="18280"/>
            </a:xfrm>
            <a:custGeom>
              <a:avLst/>
              <a:gdLst>
                <a:gd name="T0" fmla="*/ 7 w 12"/>
                <a:gd name="T1" fmla="*/ 1 h 7"/>
                <a:gd name="T2" fmla="*/ 11 w 12"/>
                <a:gd name="T3" fmla="*/ 1 h 7"/>
                <a:gd name="T4" fmla="*/ 6 w 12"/>
                <a:gd name="T5" fmla="*/ 5 h 7"/>
                <a:gd name="T6" fmla="*/ 0 w 12"/>
                <a:gd name="T7" fmla="*/ 5 h 7"/>
                <a:gd name="T8" fmla="*/ 7 w 12"/>
                <a:gd name="T9" fmla="*/ 1 h 7"/>
              </a:gdLst>
              <a:ahLst/>
              <a:cxnLst>
                <a:cxn ang="0">
                  <a:pos x="T0" y="T1"/>
                </a:cxn>
                <a:cxn ang="0">
                  <a:pos x="T2" y="T3"/>
                </a:cxn>
                <a:cxn ang="0">
                  <a:pos x="T4" y="T5"/>
                </a:cxn>
                <a:cxn ang="0">
                  <a:pos x="T6" y="T7"/>
                </a:cxn>
                <a:cxn ang="0">
                  <a:pos x="T8" y="T9"/>
                </a:cxn>
              </a:cxnLst>
              <a:rect l="0" t="0" r="r" b="b"/>
              <a:pathLst>
                <a:path w="12" h="7">
                  <a:moveTo>
                    <a:pt x="7" y="1"/>
                  </a:moveTo>
                  <a:cubicBezTo>
                    <a:pt x="8" y="1"/>
                    <a:pt x="11" y="0"/>
                    <a:pt x="11" y="1"/>
                  </a:cubicBezTo>
                  <a:cubicBezTo>
                    <a:pt x="12" y="2"/>
                    <a:pt x="9" y="4"/>
                    <a:pt x="6" y="5"/>
                  </a:cubicBezTo>
                  <a:cubicBezTo>
                    <a:pt x="3" y="7"/>
                    <a:pt x="0" y="7"/>
                    <a:pt x="0" y="5"/>
                  </a:cubicBezTo>
                  <a:cubicBezTo>
                    <a:pt x="0" y="4"/>
                    <a:pt x="3"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0" name="Freeform 2513">
              <a:extLst>
                <a:ext uri="{FF2B5EF4-FFF2-40B4-BE49-F238E27FC236}">
                  <a16:creationId xmlns:a16="http://schemas.microsoft.com/office/drawing/2014/main" id="{F6090145-804D-7A5B-E4BA-A1801DC60506}"/>
                </a:ext>
              </a:extLst>
            </p:cNvPr>
            <p:cNvSpPr>
              <a:spLocks/>
            </p:cNvSpPr>
            <p:nvPr/>
          </p:nvSpPr>
          <p:spPr bwMode="auto">
            <a:xfrm rot="5094805">
              <a:off x="2307987" y="5166349"/>
              <a:ext cx="29705" cy="18280"/>
            </a:xfrm>
            <a:custGeom>
              <a:avLst/>
              <a:gdLst>
                <a:gd name="T0" fmla="*/ 7 w 12"/>
                <a:gd name="T1" fmla="*/ 5 h 7"/>
                <a:gd name="T2" fmla="*/ 0 w 12"/>
                <a:gd name="T3" fmla="*/ 6 h 7"/>
                <a:gd name="T4" fmla="*/ 5 w 12"/>
                <a:gd name="T5" fmla="*/ 2 h 7"/>
                <a:gd name="T6" fmla="*/ 12 w 12"/>
                <a:gd name="T7" fmla="*/ 1 h 7"/>
                <a:gd name="T8" fmla="*/ 7 w 12"/>
                <a:gd name="T9" fmla="*/ 5 h 7"/>
              </a:gdLst>
              <a:ahLst/>
              <a:cxnLst>
                <a:cxn ang="0">
                  <a:pos x="T0" y="T1"/>
                </a:cxn>
                <a:cxn ang="0">
                  <a:pos x="T2" y="T3"/>
                </a:cxn>
                <a:cxn ang="0">
                  <a:pos x="T4" y="T5"/>
                </a:cxn>
                <a:cxn ang="0">
                  <a:pos x="T6" y="T7"/>
                </a:cxn>
                <a:cxn ang="0">
                  <a:pos x="T8" y="T9"/>
                </a:cxn>
              </a:cxnLst>
              <a:rect l="0" t="0" r="r" b="b"/>
              <a:pathLst>
                <a:path w="12" h="7">
                  <a:moveTo>
                    <a:pt x="7" y="5"/>
                  </a:moveTo>
                  <a:cubicBezTo>
                    <a:pt x="4" y="6"/>
                    <a:pt x="1" y="7"/>
                    <a:pt x="0" y="6"/>
                  </a:cubicBezTo>
                  <a:cubicBezTo>
                    <a:pt x="0" y="5"/>
                    <a:pt x="2" y="3"/>
                    <a:pt x="5" y="2"/>
                  </a:cubicBezTo>
                  <a:cubicBezTo>
                    <a:pt x="8" y="0"/>
                    <a:pt x="11" y="0"/>
                    <a:pt x="12" y="1"/>
                  </a:cubicBezTo>
                  <a:cubicBezTo>
                    <a:pt x="12" y="2"/>
                    <a:pt x="10" y="3"/>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1" name="Freeform 2514">
              <a:extLst>
                <a:ext uri="{FF2B5EF4-FFF2-40B4-BE49-F238E27FC236}">
                  <a16:creationId xmlns:a16="http://schemas.microsoft.com/office/drawing/2014/main" id="{0F9ACD28-2843-B839-AF1E-6B321A9DA6DB}"/>
                </a:ext>
              </a:extLst>
            </p:cNvPr>
            <p:cNvSpPr>
              <a:spLocks/>
            </p:cNvSpPr>
            <p:nvPr/>
          </p:nvSpPr>
          <p:spPr bwMode="auto">
            <a:xfrm rot="5094805">
              <a:off x="2204377" y="4982768"/>
              <a:ext cx="31990" cy="15995"/>
            </a:xfrm>
            <a:custGeom>
              <a:avLst/>
              <a:gdLst>
                <a:gd name="T0" fmla="*/ 7 w 13"/>
                <a:gd name="T1" fmla="*/ 5 h 7"/>
                <a:gd name="T2" fmla="*/ 0 w 13"/>
                <a:gd name="T3" fmla="*/ 7 h 7"/>
                <a:gd name="T4" fmla="*/ 5 w 13"/>
                <a:gd name="T5" fmla="*/ 2 h 7"/>
                <a:gd name="T6" fmla="*/ 12 w 13"/>
                <a:gd name="T7" fmla="*/ 1 h 7"/>
                <a:gd name="T8" fmla="*/ 7 w 13"/>
                <a:gd name="T9" fmla="*/ 5 h 7"/>
              </a:gdLst>
              <a:ahLst/>
              <a:cxnLst>
                <a:cxn ang="0">
                  <a:pos x="T0" y="T1"/>
                </a:cxn>
                <a:cxn ang="0">
                  <a:pos x="T2" y="T3"/>
                </a:cxn>
                <a:cxn ang="0">
                  <a:pos x="T4" y="T5"/>
                </a:cxn>
                <a:cxn ang="0">
                  <a:pos x="T6" y="T7"/>
                </a:cxn>
                <a:cxn ang="0">
                  <a:pos x="T8" y="T9"/>
                </a:cxn>
              </a:cxnLst>
              <a:rect l="0" t="0" r="r" b="b"/>
              <a:pathLst>
                <a:path w="13" h="7">
                  <a:moveTo>
                    <a:pt x="7" y="5"/>
                  </a:moveTo>
                  <a:cubicBezTo>
                    <a:pt x="4" y="7"/>
                    <a:pt x="1" y="7"/>
                    <a:pt x="0" y="7"/>
                  </a:cubicBezTo>
                  <a:cubicBezTo>
                    <a:pt x="0" y="6"/>
                    <a:pt x="2" y="4"/>
                    <a:pt x="5" y="2"/>
                  </a:cubicBezTo>
                  <a:cubicBezTo>
                    <a:pt x="8" y="1"/>
                    <a:pt x="11" y="0"/>
                    <a:pt x="12" y="1"/>
                  </a:cubicBezTo>
                  <a:cubicBezTo>
                    <a:pt x="13" y="2"/>
                    <a:pt x="11" y="3"/>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2" name="Freeform 2515">
              <a:extLst>
                <a:ext uri="{FF2B5EF4-FFF2-40B4-BE49-F238E27FC236}">
                  <a16:creationId xmlns:a16="http://schemas.microsoft.com/office/drawing/2014/main" id="{8B83425F-0DE8-8B89-4222-4425C4BFEC0E}"/>
                </a:ext>
              </a:extLst>
            </p:cNvPr>
            <p:cNvSpPr>
              <a:spLocks/>
            </p:cNvSpPr>
            <p:nvPr/>
          </p:nvSpPr>
          <p:spPr bwMode="auto">
            <a:xfrm rot="5094805">
              <a:off x="2096320" y="4799690"/>
              <a:ext cx="31990" cy="15995"/>
            </a:xfrm>
            <a:custGeom>
              <a:avLst/>
              <a:gdLst>
                <a:gd name="T0" fmla="*/ 7 w 13"/>
                <a:gd name="T1" fmla="*/ 5 h 7"/>
                <a:gd name="T2" fmla="*/ 1 w 13"/>
                <a:gd name="T3" fmla="*/ 6 h 7"/>
                <a:gd name="T4" fmla="*/ 6 w 13"/>
                <a:gd name="T5" fmla="*/ 2 h 7"/>
                <a:gd name="T6" fmla="*/ 12 w 13"/>
                <a:gd name="T7" fmla="*/ 1 h 7"/>
                <a:gd name="T8" fmla="*/ 7 w 13"/>
                <a:gd name="T9" fmla="*/ 5 h 7"/>
              </a:gdLst>
              <a:ahLst/>
              <a:cxnLst>
                <a:cxn ang="0">
                  <a:pos x="T0" y="T1"/>
                </a:cxn>
                <a:cxn ang="0">
                  <a:pos x="T2" y="T3"/>
                </a:cxn>
                <a:cxn ang="0">
                  <a:pos x="T4" y="T5"/>
                </a:cxn>
                <a:cxn ang="0">
                  <a:pos x="T6" y="T7"/>
                </a:cxn>
                <a:cxn ang="0">
                  <a:pos x="T8" y="T9"/>
                </a:cxn>
              </a:cxnLst>
              <a:rect l="0" t="0" r="r" b="b"/>
              <a:pathLst>
                <a:path w="13" h="7">
                  <a:moveTo>
                    <a:pt x="7" y="5"/>
                  </a:moveTo>
                  <a:cubicBezTo>
                    <a:pt x="4" y="6"/>
                    <a:pt x="1" y="7"/>
                    <a:pt x="1" y="6"/>
                  </a:cubicBezTo>
                  <a:cubicBezTo>
                    <a:pt x="0" y="6"/>
                    <a:pt x="2" y="4"/>
                    <a:pt x="6" y="2"/>
                  </a:cubicBezTo>
                  <a:cubicBezTo>
                    <a:pt x="9" y="1"/>
                    <a:pt x="12" y="0"/>
                    <a:pt x="12" y="1"/>
                  </a:cubicBezTo>
                  <a:cubicBezTo>
                    <a:pt x="13" y="1"/>
                    <a:pt x="11" y="3"/>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3" name="Freeform 2516">
              <a:extLst>
                <a:ext uri="{FF2B5EF4-FFF2-40B4-BE49-F238E27FC236}">
                  <a16:creationId xmlns:a16="http://schemas.microsoft.com/office/drawing/2014/main" id="{5C2B8C3D-29F6-FBE3-8C8C-D697CACD2C9E}"/>
                </a:ext>
              </a:extLst>
            </p:cNvPr>
            <p:cNvSpPr>
              <a:spLocks/>
            </p:cNvSpPr>
            <p:nvPr/>
          </p:nvSpPr>
          <p:spPr bwMode="auto">
            <a:xfrm rot="5094805">
              <a:off x="1988369" y="4618993"/>
              <a:ext cx="29705" cy="13710"/>
            </a:xfrm>
            <a:custGeom>
              <a:avLst/>
              <a:gdLst>
                <a:gd name="T0" fmla="*/ 7 w 12"/>
                <a:gd name="T1" fmla="*/ 1 h 6"/>
                <a:gd name="T2" fmla="*/ 11 w 12"/>
                <a:gd name="T3" fmla="*/ 0 h 6"/>
                <a:gd name="T4" fmla="*/ 6 w 12"/>
                <a:gd name="T5" fmla="*/ 4 h 6"/>
                <a:gd name="T6" fmla="*/ 0 w 12"/>
                <a:gd name="T7" fmla="*/ 5 h 6"/>
                <a:gd name="T8" fmla="*/ 7 w 12"/>
                <a:gd name="T9" fmla="*/ 1 h 6"/>
              </a:gdLst>
              <a:ahLst/>
              <a:cxnLst>
                <a:cxn ang="0">
                  <a:pos x="T0" y="T1"/>
                </a:cxn>
                <a:cxn ang="0">
                  <a:pos x="T2" y="T3"/>
                </a:cxn>
                <a:cxn ang="0">
                  <a:pos x="T4" y="T5"/>
                </a:cxn>
                <a:cxn ang="0">
                  <a:pos x="T6" y="T7"/>
                </a:cxn>
                <a:cxn ang="0">
                  <a:pos x="T8" y="T9"/>
                </a:cxn>
              </a:cxnLst>
              <a:rect l="0" t="0" r="r" b="b"/>
              <a:pathLst>
                <a:path w="12" h="6">
                  <a:moveTo>
                    <a:pt x="7" y="1"/>
                  </a:moveTo>
                  <a:cubicBezTo>
                    <a:pt x="8" y="0"/>
                    <a:pt x="11" y="0"/>
                    <a:pt x="11" y="0"/>
                  </a:cubicBezTo>
                  <a:cubicBezTo>
                    <a:pt x="12" y="0"/>
                    <a:pt x="9" y="2"/>
                    <a:pt x="6" y="4"/>
                  </a:cubicBezTo>
                  <a:cubicBezTo>
                    <a:pt x="2" y="5"/>
                    <a:pt x="0" y="6"/>
                    <a:pt x="0" y="5"/>
                  </a:cubicBezTo>
                  <a:cubicBezTo>
                    <a:pt x="0" y="5"/>
                    <a:pt x="3" y="3"/>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4" name="Freeform 2517">
              <a:extLst>
                <a:ext uri="{FF2B5EF4-FFF2-40B4-BE49-F238E27FC236}">
                  <a16:creationId xmlns:a16="http://schemas.microsoft.com/office/drawing/2014/main" id="{43117A3A-D909-461A-7BE1-2809788A3BB4}"/>
                </a:ext>
              </a:extLst>
            </p:cNvPr>
            <p:cNvSpPr>
              <a:spLocks/>
            </p:cNvSpPr>
            <p:nvPr/>
          </p:nvSpPr>
          <p:spPr bwMode="auto">
            <a:xfrm rot="5094805">
              <a:off x="1882589" y="4435712"/>
              <a:ext cx="29705" cy="13710"/>
            </a:xfrm>
            <a:custGeom>
              <a:avLst/>
              <a:gdLst>
                <a:gd name="T0" fmla="*/ 12 w 12"/>
                <a:gd name="T1" fmla="*/ 1 h 6"/>
                <a:gd name="T2" fmla="*/ 6 w 12"/>
                <a:gd name="T3" fmla="*/ 4 h 6"/>
                <a:gd name="T4" fmla="*/ 0 w 12"/>
                <a:gd name="T5" fmla="*/ 6 h 6"/>
                <a:gd name="T6" fmla="*/ 6 w 12"/>
                <a:gd name="T7" fmla="*/ 2 h 6"/>
                <a:gd name="T8" fmla="*/ 12 w 12"/>
                <a:gd name="T9" fmla="*/ 1 h 6"/>
              </a:gdLst>
              <a:ahLst/>
              <a:cxnLst>
                <a:cxn ang="0">
                  <a:pos x="T0" y="T1"/>
                </a:cxn>
                <a:cxn ang="0">
                  <a:pos x="T2" y="T3"/>
                </a:cxn>
                <a:cxn ang="0">
                  <a:pos x="T4" y="T5"/>
                </a:cxn>
                <a:cxn ang="0">
                  <a:pos x="T6" y="T7"/>
                </a:cxn>
                <a:cxn ang="0">
                  <a:pos x="T8" y="T9"/>
                </a:cxn>
              </a:cxnLst>
              <a:rect l="0" t="0" r="r" b="b"/>
              <a:pathLst>
                <a:path w="12" h="6">
                  <a:moveTo>
                    <a:pt x="12" y="1"/>
                  </a:moveTo>
                  <a:cubicBezTo>
                    <a:pt x="12" y="1"/>
                    <a:pt x="9" y="3"/>
                    <a:pt x="6" y="4"/>
                  </a:cubicBezTo>
                  <a:cubicBezTo>
                    <a:pt x="3" y="6"/>
                    <a:pt x="0" y="6"/>
                    <a:pt x="0" y="6"/>
                  </a:cubicBezTo>
                  <a:cubicBezTo>
                    <a:pt x="0" y="5"/>
                    <a:pt x="3" y="3"/>
                    <a:pt x="6" y="2"/>
                  </a:cubicBezTo>
                  <a:cubicBezTo>
                    <a:pt x="9" y="0"/>
                    <a:pt x="12"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5" name="Freeform 2518">
              <a:extLst>
                <a:ext uri="{FF2B5EF4-FFF2-40B4-BE49-F238E27FC236}">
                  <a16:creationId xmlns:a16="http://schemas.microsoft.com/office/drawing/2014/main" id="{58826723-EB07-2B84-783F-C075D0639352}"/>
                </a:ext>
              </a:extLst>
            </p:cNvPr>
            <p:cNvSpPr>
              <a:spLocks/>
            </p:cNvSpPr>
            <p:nvPr/>
          </p:nvSpPr>
          <p:spPr bwMode="auto">
            <a:xfrm rot="5094805">
              <a:off x="1778882" y="4249952"/>
              <a:ext cx="29705" cy="13710"/>
            </a:xfrm>
            <a:custGeom>
              <a:avLst/>
              <a:gdLst>
                <a:gd name="T0" fmla="*/ 7 w 12"/>
                <a:gd name="T1" fmla="*/ 4 h 6"/>
                <a:gd name="T2" fmla="*/ 0 w 12"/>
                <a:gd name="T3" fmla="*/ 6 h 6"/>
                <a:gd name="T4" fmla="*/ 5 w 12"/>
                <a:gd name="T5" fmla="*/ 2 h 6"/>
                <a:gd name="T6" fmla="*/ 12 w 12"/>
                <a:gd name="T7" fmla="*/ 1 h 6"/>
                <a:gd name="T8" fmla="*/ 7 w 12"/>
                <a:gd name="T9" fmla="*/ 4 h 6"/>
              </a:gdLst>
              <a:ahLst/>
              <a:cxnLst>
                <a:cxn ang="0">
                  <a:pos x="T0" y="T1"/>
                </a:cxn>
                <a:cxn ang="0">
                  <a:pos x="T2" y="T3"/>
                </a:cxn>
                <a:cxn ang="0">
                  <a:pos x="T4" y="T5"/>
                </a:cxn>
                <a:cxn ang="0">
                  <a:pos x="T6" y="T7"/>
                </a:cxn>
                <a:cxn ang="0">
                  <a:pos x="T8" y="T9"/>
                </a:cxn>
              </a:cxnLst>
              <a:rect l="0" t="0" r="r" b="b"/>
              <a:pathLst>
                <a:path w="12" h="6">
                  <a:moveTo>
                    <a:pt x="7" y="4"/>
                  </a:moveTo>
                  <a:cubicBezTo>
                    <a:pt x="4" y="6"/>
                    <a:pt x="1" y="6"/>
                    <a:pt x="0" y="6"/>
                  </a:cubicBezTo>
                  <a:cubicBezTo>
                    <a:pt x="0" y="5"/>
                    <a:pt x="2" y="4"/>
                    <a:pt x="5" y="2"/>
                  </a:cubicBezTo>
                  <a:cubicBezTo>
                    <a:pt x="8" y="1"/>
                    <a:pt x="11" y="0"/>
                    <a:pt x="12" y="1"/>
                  </a:cubicBezTo>
                  <a:cubicBezTo>
                    <a:pt x="12" y="1"/>
                    <a:pt x="10" y="3"/>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6" name="Freeform 2519">
              <a:extLst>
                <a:ext uri="{FF2B5EF4-FFF2-40B4-BE49-F238E27FC236}">
                  <a16:creationId xmlns:a16="http://schemas.microsoft.com/office/drawing/2014/main" id="{5DB4E0FF-5B7C-13F3-6C25-AD9A917F16EE}"/>
                </a:ext>
              </a:extLst>
            </p:cNvPr>
            <p:cNvSpPr>
              <a:spLocks/>
            </p:cNvSpPr>
            <p:nvPr/>
          </p:nvSpPr>
          <p:spPr bwMode="auto">
            <a:xfrm rot="5094805">
              <a:off x="2937431" y="6853760"/>
              <a:ext cx="29705" cy="13710"/>
            </a:xfrm>
            <a:custGeom>
              <a:avLst/>
              <a:gdLst>
                <a:gd name="T0" fmla="*/ 12 w 12"/>
                <a:gd name="T1" fmla="*/ 1 h 6"/>
                <a:gd name="T2" fmla="*/ 7 w 12"/>
                <a:gd name="T3" fmla="*/ 5 h 6"/>
                <a:gd name="T4" fmla="*/ 0 w 12"/>
                <a:gd name="T5" fmla="*/ 4 h 6"/>
                <a:gd name="T6" fmla="*/ 6 w 12"/>
                <a:gd name="T7" fmla="*/ 1 h 6"/>
                <a:gd name="T8" fmla="*/ 12 w 12"/>
                <a:gd name="T9" fmla="*/ 1 h 6"/>
              </a:gdLst>
              <a:ahLst/>
              <a:cxnLst>
                <a:cxn ang="0">
                  <a:pos x="T0" y="T1"/>
                </a:cxn>
                <a:cxn ang="0">
                  <a:pos x="T2" y="T3"/>
                </a:cxn>
                <a:cxn ang="0">
                  <a:pos x="T4" y="T5"/>
                </a:cxn>
                <a:cxn ang="0">
                  <a:pos x="T6" y="T7"/>
                </a:cxn>
                <a:cxn ang="0">
                  <a:pos x="T8" y="T9"/>
                </a:cxn>
              </a:cxnLst>
              <a:rect l="0" t="0" r="r" b="b"/>
              <a:pathLst>
                <a:path w="12" h="6">
                  <a:moveTo>
                    <a:pt x="12" y="1"/>
                  </a:moveTo>
                  <a:cubicBezTo>
                    <a:pt x="12" y="2"/>
                    <a:pt x="10" y="4"/>
                    <a:pt x="7" y="5"/>
                  </a:cubicBezTo>
                  <a:cubicBezTo>
                    <a:pt x="3" y="6"/>
                    <a:pt x="0" y="6"/>
                    <a:pt x="0" y="4"/>
                  </a:cubicBezTo>
                  <a:cubicBezTo>
                    <a:pt x="0" y="3"/>
                    <a:pt x="3" y="2"/>
                    <a:pt x="6" y="1"/>
                  </a:cubicBezTo>
                  <a:cubicBezTo>
                    <a:pt x="9" y="0"/>
                    <a:pt x="12"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7" name="Freeform 2539">
              <a:extLst>
                <a:ext uri="{FF2B5EF4-FFF2-40B4-BE49-F238E27FC236}">
                  <a16:creationId xmlns:a16="http://schemas.microsoft.com/office/drawing/2014/main" id="{C3728AEE-AB97-101C-D6D6-387434A3DF04}"/>
                </a:ext>
              </a:extLst>
            </p:cNvPr>
            <p:cNvSpPr>
              <a:spLocks/>
            </p:cNvSpPr>
            <p:nvPr/>
          </p:nvSpPr>
          <p:spPr bwMode="auto">
            <a:xfrm rot="5094805">
              <a:off x="1647235" y="-59067"/>
              <a:ext cx="29705" cy="29705"/>
            </a:xfrm>
            <a:custGeom>
              <a:avLst/>
              <a:gdLst>
                <a:gd name="T0" fmla="*/ 4 w 12"/>
                <a:gd name="T1" fmla="*/ 2 h 12"/>
                <a:gd name="T2" fmla="*/ 12 w 12"/>
                <a:gd name="T3" fmla="*/ 3 h 12"/>
                <a:gd name="T4" fmla="*/ 7 w 12"/>
                <a:gd name="T5" fmla="*/ 10 h 12"/>
                <a:gd name="T6" fmla="*/ 1 w 12"/>
                <a:gd name="T7" fmla="*/ 9 h 12"/>
                <a:gd name="T8" fmla="*/ 4 w 12"/>
                <a:gd name="T9" fmla="*/ 2 h 12"/>
              </a:gdLst>
              <a:ahLst/>
              <a:cxnLst>
                <a:cxn ang="0">
                  <a:pos x="T0" y="T1"/>
                </a:cxn>
                <a:cxn ang="0">
                  <a:pos x="T2" y="T3"/>
                </a:cxn>
                <a:cxn ang="0">
                  <a:pos x="T4" y="T5"/>
                </a:cxn>
                <a:cxn ang="0">
                  <a:pos x="T6" y="T7"/>
                </a:cxn>
                <a:cxn ang="0">
                  <a:pos x="T8" y="T9"/>
                </a:cxn>
              </a:cxnLst>
              <a:rect l="0" t="0" r="r" b="b"/>
              <a:pathLst>
                <a:path w="12" h="12">
                  <a:moveTo>
                    <a:pt x="4" y="2"/>
                  </a:moveTo>
                  <a:cubicBezTo>
                    <a:pt x="8" y="0"/>
                    <a:pt x="11" y="1"/>
                    <a:pt x="12" y="3"/>
                  </a:cubicBezTo>
                  <a:cubicBezTo>
                    <a:pt x="12" y="5"/>
                    <a:pt x="10" y="8"/>
                    <a:pt x="7" y="10"/>
                  </a:cubicBezTo>
                  <a:cubicBezTo>
                    <a:pt x="4" y="12"/>
                    <a:pt x="0" y="11"/>
                    <a:pt x="1" y="9"/>
                  </a:cubicBezTo>
                  <a:cubicBezTo>
                    <a:pt x="1" y="7"/>
                    <a:pt x="3" y="4"/>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8" name="Freeform 2540">
              <a:extLst>
                <a:ext uri="{FF2B5EF4-FFF2-40B4-BE49-F238E27FC236}">
                  <a16:creationId xmlns:a16="http://schemas.microsoft.com/office/drawing/2014/main" id="{378E83F6-1C35-725A-4119-232E27E667A9}"/>
                </a:ext>
              </a:extLst>
            </p:cNvPr>
            <p:cNvSpPr>
              <a:spLocks/>
            </p:cNvSpPr>
            <p:nvPr/>
          </p:nvSpPr>
          <p:spPr bwMode="auto">
            <a:xfrm rot="5094805">
              <a:off x="1726745" y="127792"/>
              <a:ext cx="27420" cy="25135"/>
            </a:xfrm>
            <a:custGeom>
              <a:avLst/>
              <a:gdLst>
                <a:gd name="T0" fmla="*/ 4 w 12"/>
                <a:gd name="T1" fmla="*/ 1 h 10"/>
                <a:gd name="T2" fmla="*/ 12 w 12"/>
                <a:gd name="T3" fmla="*/ 3 h 10"/>
                <a:gd name="T4" fmla="*/ 7 w 12"/>
                <a:gd name="T5" fmla="*/ 9 h 10"/>
                <a:gd name="T6" fmla="*/ 1 w 12"/>
                <a:gd name="T7" fmla="*/ 6 h 10"/>
                <a:gd name="T8" fmla="*/ 4 w 12"/>
                <a:gd name="T9" fmla="*/ 1 h 10"/>
              </a:gdLst>
              <a:ahLst/>
              <a:cxnLst>
                <a:cxn ang="0">
                  <a:pos x="T0" y="T1"/>
                </a:cxn>
                <a:cxn ang="0">
                  <a:pos x="T2" y="T3"/>
                </a:cxn>
                <a:cxn ang="0">
                  <a:pos x="T4" y="T5"/>
                </a:cxn>
                <a:cxn ang="0">
                  <a:pos x="T6" y="T7"/>
                </a:cxn>
                <a:cxn ang="0">
                  <a:pos x="T8" y="T9"/>
                </a:cxn>
              </a:cxnLst>
              <a:rect l="0" t="0" r="r" b="b"/>
              <a:pathLst>
                <a:path w="12" h="10">
                  <a:moveTo>
                    <a:pt x="4" y="1"/>
                  </a:moveTo>
                  <a:cubicBezTo>
                    <a:pt x="8" y="0"/>
                    <a:pt x="11" y="1"/>
                    <a:pt x="12" y="3"/>
                  </a:cubicBezTo>
                  <a:cubicBezTo>
                    <a:pt x="12" y="6"/>
                    <a:pt x="11" y="9"/>
                    <a:pt x="7" y="9"/>
                  </a:cubicBezTo>
                  <a:cubicBezTo>
                    <a:pt x="4" y="10"/>
                    <a:pt x="0" y="8"/>
                    <a:pt x="1" y="6"/>
                  </a:cubicBezTo>
                  <a:cubicBezTo>
                    <a:pt x="1" y="4"/>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9" name="Freeform 2541">
              <a:extLst>
                <a:ext uri="{FF2B5EF4-FFF2-40B4-BE49-F238E27FC236}">
                  <a16:creationId xmlns:a16="http://schemas.microsoft.com/office/drawing/2014/main" id="{D568BF7D-76FA-3C77-B2D0-C6C15FE09B36}"/>
                </a:ext>
              </a:extLst>
            </p:cNvPr>
            <p:cNvSpPr>
              <a:spLocks/>
            </p:cNvSpPr>
            <p:nvPr/>
          </p:nvSpPr>
          <p:spPr bwMode="auto">
            <a:xfrm rot="5094805">
              <a:off x="1748411" y="320748"/>
              <a:ext cx="29705" cy="22850"/>
            </a:xfrm>
            <a:custGeom>
              <a:avLst/>
              <a:gdLst>
                <a:gd name="T0" fmla="*/ 12 w 12"/>
                <a:gd name="T1" fmla="*/ 5 h 9"/>
                <a:gd name="T2" fmla="*/ 7 w 12"/>
                <a:gd name="T3" fmla="*/ 9 h 9"/>
                <a:gd name="T4" fmla="*/ 0 w 12"/>
                <a:gd name="T5" fmla="*/ 3 h 9"/>
                <a:gd name="T6" fmla="*/ 6 w 12"/>
                <a:gd name="T7" fmla="*/ 1 h 9"/>
                <a:gd name="T8" fmla="*/ 12 w 12"/>
                <a:gd name="T9" fmla="*/ 5 h 9"/>
              </a:gdLst>
              <a:ahLst/>
              <a:cxnLst>
                <a:cxn ang="0">
                  <a:pos x="T0" y="T1"/>
                </a:cxn>
                <a:cxn ang="0">
                  <a:pos x="T2" y="T3"/>
                </a:cxn>
                <a:cxn ang="0">
                  <a:pos x="T4" y="T5"/>
                </a:cxn>
                <a:cxn ang="0">
                  <a:pos x="T6" y="T7"/>
                </a:cxn>
                <a:cxn ang="0">
                  <a:pos x="T8" y="T9"/>
                </a:cxn>
              </a:cxnLst>
              <a:rect l="0" t="0" r="r" b="b"/>
              <a:pathLst>
                <a:path w="12" h="9">
                  <a:moveTo>
                    <a:pt x="12" y="5"/>
                  </a:moveTo>
                  <a:cubicBezTo>
                    <a:pt x="12" y="7"/>
                    <a:pt x="10" y="9"/>
                    <a:pt x="7" y="9"/>
                  </a:cubicBezTo>
                  <a:cubicBezTo>
                    <a:pt x="3" y="8"/>
                    <a:pt x="0" y="5"/>
                    <a:pt x="0" y="3"/>
                  </a:cubicBezTo>
                  <a:cubicBezTo>
                    <a:pt x="0" y="2"/>
                    <a:pt x="3" y="0"/>
                    <a:pt x="6" y="1"/>
                  </a:cubicBezTo>
                  <a:cubicBezTo>
                    <a:pt x="9" y="1"/>
                    <a:pt x="12"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0" name="Freeform 2542">
              <a:extLst>
                <a:ext uri="{FF2B5EF4-FFF2-40B4-BE49-F238E27FC236}">
                  <a16:creationId xmlns:a16="http://schemas.microsoft.com/office/drawing/2014/main" id="{EA1B2001-4D9B-B237-2F7A-176C282A8AC7}"/>
                </a:ext>
              </a:extLst>
            </p:cNvPr>
            <p:cNvSpPr>
              <a:spLocks/>
            </p:cNvSpPr>
            <p:nvPr/>
          </p:nvSpPr>
          <p:spPr bwMode="auto">
            <a:xfrm rot="5094805">
              <a:off x="1723526" y="519097"/>
              <a:ext cx="29705" cy="20565"/>
            </a:xfrm>
            <a:custGeom>
              <a:avLst/>
              <a:gdLst>
                <a:gd name="T0" fmla="*/ 12 w 12"/>
                <a:gd name="T1" fmla="*/ 7 h 9"/>
                <a:gd name="T2" fmla="*/ 6 w 12"/>
                <a:gd name="T3" fmla="*/ 8 h 9"/>
                <a:gd name="T4" fmla="*/ 0 w 12"/>
                <a:gd name="T5" fmla="*/ 3 h 9"/>
                <a:gd name="T6" fmla="*/ 6 w 12"/>
                <a:gd name="T7" fmla="*/ 1 h 9"/>
                <a:gd name="T8" fmla="*/ 12 w 12"/>
                <a:gd name="T9" fmla="*/ 7 h 9"/>
              </a:gdLst>
              <a:ahLst/>
              <a:cxnLst>
                <a:cxn ang="0">
                  <a:pos x="T0" y="T1"/>
                </a:cxn>
                <a:cxn ang="0">
                  <a:pos x="T2" y="T3"/>
                </a:cxn>
                <a:cxn ang="0">
                  <a:pos x="T4" y="T5"/>
                </a:cxn>
                <a:cxn ang="0">
                  <a:pos x="T6" y="T7"/>
                </a:cxn>
                <a:cxn ang="0">
                  <a:pos x="T8" y="T9"/>
                </a:cxn>
              </a:cxnLst>
              <a:rect l="0" t="0" r="r" b="b"/>
              <a:pathLst>
                <a:path w="12" h="9">
                  <a:moveTo>
                    <a:pt x="12" y="7"/>
                  </a:moveTo>
                  <a:cubicBezTo>
                    <a:pt x="12" y="9"/>
                    <a:pt x="10" y="9"/>
                    <a:pt x="6" y="8"/>
                  </a:cubicBezTo>
                  <a:cubicBezTo>
                    <a:pt x="3" y="7"/>
                    <a:pt x="0" y="5"/>
                    <a:pt x="0" y="3"/>
                  </a:cubicBezTo>
                  <a:cubicBezTo>
                    <a:pt x="0" y="1"/>
                    <a:pt x="3" y="0"/>
                    <a:pt x="6" y="1"/>
                  </a:cubicBezTo>
                  <a:cubicBezTo>
                    <a:pt x="9" y="2"/>
                    <a:pt x="12" y="5"/>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1" name="Freeform 2543">
              <a:extLst>
                <a:ext uri="{FF2B5EF4-FFF2-40B4-BE49-F238E27FC236}">
                  <a16:creationId xmlns:a16="http://schemas.microsoft.com/office/drawing/2014/main" id="{8E5C3D62-5457-0635-7615-A3B5781874E8}"/>
                </a:ext>
              </a:extLst>
            </p:cNvPr>
            <p:cNvSpPr>
              <a:spLocks/>
            </p:cNvSpPr>
            <p:nvPr/>
          </p:nvSpPr>
          <p:spPr bwMode="auto">
            <a:xfrm rot="5094805">
              <a:off x="1662629" y="720669"/>
              <a:ext cx="29705" cy="27420"/>
            </a:xfrm>
            <a:custGeom>
              <a:avLst/>
              <a:gdLst>
                <a:gd name="T0" fmla="*/ 12 w 12"/>
                <a:gd name="T1" fmla="*/ 9 h 11"/>
                <a:gd name="T2" fmla="*/ 6 w 12"/>
                <a:gd name="T3" fmla="*/ 9 h 11"/>
                <a:gd name="T4" fmla="*/ 0 w 12"/>
                <a:gd name="T5" fmla="*/ 3 h 11"/>
                <a:gd name="T6" fmla="*/ 6 w 12"/>
                <a:gd name="T7" fmla="*/ 2 h 11"/>
                <a:gd name="T8" fmla="*/ 12 w 12"/>
                <a:gd name="T9" fmla="*/ 9 h 11"/>
              </a:gdLst>
              <a:ahLst/>
              <a:cxnLst>
                <a:cxn ang="0">
                  <a:pos x="T0" y="T1"/>
                </a:cxn>
                <a:cxn ang="0">
                  <a:pos x="T2" y="T3"/>
                </a:cxn>
                <a:cxn ang="0">
                  <a:pos x="T4" y="T5"/>
                </a:cxn>
                <a:cxn ang="0">
                  <a:pos x="T6" y="T7"/>
                </a:cxn>
                <a:cxn ang="0">
                  <a:pos x="T8" y="T9"/>
                </a:cxn>
              </a:cxnLst>
              <a:rect l="0" t="0" r="r" b="b"/>
              <a:pathLst>
                <a:path w="12" h="11">
                  <a:moveTo>
                    <a:pt x="12" y="9"/>
                  </a:moveTo>
                  <a:cubicBezTo>
                    <a:pt x="12" y="11"/>
                    <a:pt x="10" y="11"/>
                    <a:pt x="6" y="9"/>
                  </a:cubicBezTo>
                  <a:cubicBezTo>
                    <a:pt x="3" y="8"/>
                    <a:pt x="0" y="5"/>
                    <a:pt x="0" y="3"/>
                  </a:cubicBezTo>
                  <a:cubicBezTo>
                    <a:pt x="0" y="1"/>
                    <a:pt x="2" y="0"/>
                    <a:pt x="6" y="2"/>
                  </a:cubicBezTo>
                  <a:cubicBezTo>
                    <a:pt x="9" y="4"/>
                    <a:pt x="11" y="7"/>
                    <a:pt x="1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2" name="Freeform 2544">
              <a:extLst>
                <a:ext uri="{FF2B5EF4-FFF2-40B4-BE49-F238E27FC236}">
                  <a16:creationId xmlns:a16="http://schemas.microsoft.com/office/drawing/2014/main" id="{50253922-C403-D4A0-59ED-AC3551B4C42D}"/>
                </a:ext>
              </a:extLst>
            </p:cNvPr>
            <p:cNvSpPr>
              <a:spLocks/>
            </p:cNvSpPr>
            <p:nvPr/>
          </p:nvSpPr>
          <p:spPr bwMode="auto">
            <a:xfrm rot="5094805">
              <a:off x="1573072" y="923437"/>
              <a:ext cx="34275" cy="31990"/>
            </a:xfrm>
            <a:custGeom>
              <a:avLst/>
              <a:gdLst>
                <a:gd name="T0" fmla="*/ 8 w 14"/>
                <a:gd name="T1" fmla="*/ 11 h 13"/>
                <a:gd name="T2" fmla="*/ 1 w 14"/>
                <a:gd name="T3" fmla="*/ 3 h 13"/>
                <a:gd name="T4" fmla="*/ 6 w 14"/>
                <a:gd name="T5" fmla="*/ 2 h 13"/>
                <a:gd name="T6" fmla="*/ 13 w 14"/>
                <a:gd name="T7" fmla="*/ 9 h 13"/>
                <a:gd name="T8" fmla="*/ 8 w 14"/>
                <a:gd name="T9" fmla="*/ 11 h 13"/>
              </a:gdLst>
              <a:ahLst/>
              <a:cxnLst>
                <a:cxn ang="0">
                  <a:pos x="T0" y="T1"/>
                </a:cxn>
                <a:cxn ang="0">
                  <a:pos x="T2" y="T3"/>
                </a:cxn>
                <a:cxn ang="0">
                  <a:pos x="T4" y="T5"/>
                </a:cxn>
                <a:cxn ang="0">
                  <a:pos x="T6" y="T7"/>
                </a:cxn>
                <a:cxn ang="0">
                  <a:pos x="T8" y="T9"/>
                </a:cxn>
              </a:cxnLst>
              <a:rect l="0" t="0" r="r" b="b"/>
              <a:pathLst>
                <a:path w="14" h="13">
                  <a:moveTo>
                    <a:pt x="8" y="11"/>
                  </a:moveTo>
                  <a:cubicBezTo>
                    <a:pt x="5" y="9"/>
                    <a:pt x="1" y="5"/>
                    <a:pt x="1" y="3"/>
                  </a:cubicBezTo>
                  <a:cubicBezTo>
                    <a:pt x="0" y="1"/>
                    <a:pt x="3" y="0"/>
                    <a:pt x="6" y="2"/>
                  </a:cubicBezTo>
                  <a:cubicBezTo>
                    <a:pt x="9" y="3"/>
                    <a:pt x="12" y="7"/>
                    <a:pt x="13" y="9"/>
                  </a:cubicBezTo>
                  <a:cubicBezTo>
                    <a:pt x="14" y="12"/>
                    <a:pt x="12" y="13"/>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3" name="Freeform 2545">
              <a:extLst>
                <a:ext uri="{FF2B5EF4-FFF2-40B4-BE49-F238E27FC236}">
                  <a16:creationId xmlns:a16="http://schemas.microsoft.com/office/drawing/2014/main" id="{4F26A872-F89C-FDCB-A9A4-78EB41EA8E9F}"/>
                </a:ext>
              </a:extLst>
            </p:cNvPr>
            <p:cNvSpPr>
              <a:spLocks/>
            </p:cNvSpPr>
            <p:nvPr/>
          </p:nvSpPr>
          <p:spPr bwMode="auto">
            <a:xfrm rot="5094805">
              <a:off x="1472250" y="1129802"/>
              <a:ext cx="31990" cy="34275"/>
            </a:xfrm>
            <a:custGeom>
              <a:avLst/>
              <a:gdLst>
                <a:gd name="T0" fmla="*/ 12 w 13"/>
                <a:gd name="T1" fmla="*/ 10 h 14"/>
                <a:gd name="T2" fmla="*/ 8 w 13"/>
                <a:gd name="T3" fmla="*/ 12 h 14"/>
                <a:gd name="T4" fmla="*/ 0 w 13"/>
                <a:gd name="T5" fmla="*/ 3 h 14"/>
                <a:gd name="T6" fmla="*/ 5 w 13"/>
                <a:gd name="T7" fmla="*/ 2 h 14"/>
                <a:gd name="T8" fmla="*/ 12 w 13"/>
                <a:gd name="T9" fmla="*/ 10 h 14"/>
              </a:gdLst>
              <a:ahLst/>
              <a:cxnLst>
                <a:cxn ang="0">
                  <a:pos x="T0" y="T1"/>
                </a:cxn>
                <a:cxn ang="0">
                  <a:pos x="T2" y="T3"/>
                </a:cxn>
                <a:cxn ang="0">
                  <a:pos x="T4" y="T5"/>
                </a:cxn>
                <a:cxn ang="0">
                  <a:pos x="T6" y="T7"/>
                </a:cxn>
                <a:cxn ang="0">
                  <a:pos x="T8" y="T9"/>
                </a:cxn>
              </a:cxnLst>
              <a:rect l="0" t="0" r="r" b="b"/>
              <a:pathLst>
                <a:path w="13" h="14">
                  <a:moveTo>
                    <a:pt x="12" y="10"/>
                  </a:moveTo>
                  <a:cubicBezTo>
                    <a:pt x="13" y="13"/>
                    <a:pt x="11" y="14"/>
                    <a:pt x="8" y="12"/>
                  </a:cubicBezTo>
                  <a:cubicBezTo>
                    <a:pt x="4" y="10"/>
                    <a:pt x="1" y="6"/>
                    <a:pt x="0" y="3"/>
                  </a:cubicBezTo>
                  <a:cubicBezTo>
                    <a:pt x="0" y="0"/>
                    <a:pt x="2" y="0"/>
                    <a:pt x="5" y="2"/>
                  </a:cubicBezTo>
                  <a:cubicBezTo>
                    <a:pt x="8" y="3"/>
                    <a:pt x="12" y="7"/>
                    <a:pt x="1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4" name="Freeform 2546">
              <a:extLst>
                <a:ext uri="{FF2B5EF4-FFF2-40B4-BE49-F238E27FC236}">
                  <a16:creationId xmlns:a16="http://schemas.microsoft.com/office/drawing/2014/main" id="{71B7C83A-C711-65C6-E28E-51A89B9B5892}"/>
                </a:ext>
              </a:extLst>
            </p:cNvPr>
            <p:cNvSpPr>
              <a:spLocks/>
            </p:cNvSpPr>
            <p:nvPr/>
          </p:nvSpPr>
          <p:spPr bwMode="auto">
            <a:xfrm rot="5094805">
              <a:off x="1368216" y="1339890"/>
              <a:ext cx="29705" cy="34275"/>
            </a:xfrm>
            <a:custGeom>
              <a:avLst/>
              <a:gdLst>
                <a:gd name="T0" fmla="*/ 12 w 12"/>
                <a:gd name="T1" fmla="*/ 11 h 14"/>
                <a:gd name="T2" fmla="*/ 6 w 12"/>
                <a:gd name="T3" fmla="*/ 12 h 14"/>
                <a:gd name="T4" fmla="*/ 0 w 12"/>
                <a:gd name="T5" fmla="*/ 3 h 14"/>
                <a:gd name="T6" fmla="*/ 6 w 12"/>
                <a:gd name="T7" fmla="*/ 2 h 14"/>
                <a:gd name="T8" fmla="*/ 12 w 12"/>
                <a:gd name="T9" fmla="*/ 11 h 14"/>
              </a:gdLst>
              <a:ahLst/>
              <a:cxnLst>
                <a:cxn ang="0">
                  <a:pos x="T0" y="T1"/>
                </a:cxn>
                <a:cxn ang="0">
                  <a:pos x="T2" y="T3"/>
                </a:cxn>
                <a:cxn ang="0">
                  <a:pos x="T4" y="T5"/>
                </a:cxn>
                <a:cxn ang="0">
                  <a:pos x="T6" y="T7"/>
                </a:cxn>
                <a:cxn ang="0">
                  <a:pos x="T8" y="T9"/>
                </a:cxn>
              </a:cxnLst>
              <a:rect l="0" t="0" r="r" b="b"/>
              <a:pathLst>
                <a:path w="12" h="14">
                  <a:moveTo>
                    <a:pt x="12" y="11"/>
                  </a:moveTo>
                  <a:cubicBezTo>
                    <a:pt x="12" y="14"/>
                    <a:pt x="10" y="14"/>
                    <a:pt x="6" y="12"/>
                  </a:cubicBezTo>
                  <a:cubicBezTo>
                    <a:pt x="3" y="10"/>
                    <a:pt x="0" y="6"/>
                    <a:pt x="0" y="3"/>
                  </a:cubicBezTo>
                  <a:cubicBezTo>
                    <a:pt x="0" y="0"/>
                    <a:pt x="3" y="0"/>
                    <a:pt x="6" y="2"/>
                  </a:cubicBezTo>
                  <a:cubicBezTo>
                    <a:pt x="9" y="4"/>
                    <a:pt x="12" y="8"/>
                    <a:pt x="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5" name="Freeform 2547">
              <a:extLst>
                <a:ext uri="{FF2B5EF4-FFF2-40B4-BE49-F238E27FC236}">
                  <a16:creationId xmlns:a16="http://schemas.microsoft.com/office/drawing/2014/main" id="{21A636B9-7782-1FE8-23DF-B60297B0734E}"/>
                </a:ext>
              </a:extLst>
            </p:cNvPr>
            <p:cNvSpPr>
              <a:spLocks/>
            </p:cNvSpPr>
            <p:nvPr/>
          </p:nvSpPr>
          <p:spPr bwMode="auto">
            <a:xfrm rot="5094805">
              <a:off x="1261994" y="1549872"/>
              <a:ext cx="34275" cy="36560"/>
            </a:xfrm>
            <a:custGeom>
              <a:avLst/>
              <a:gdLst>
                <a:gd name="T0" fmla="*/ 7 w 13"/>
                <a:gd name="T1" fmla="*/ 2 h 15"/>
                <a:gd name="T2" fmla="*/ 12 w 13"/>
                <a:gd name="T3" fmla="*/ 11 h 15"/>
                <a:gd name="T4" fmla="*/ 6 w 13"/>
                <a:gd name="T5" fmla="*/ 12 h 15"/>
                <a:gd name="T6" fmla="*/ 0 w 13"/>
                <a:gd name="T7" fmla="*/ 3 h 15"/>
                <a:gd name="T8" fmla="*/ 7 w 13"/>
                <a:gd name="T9" fmla="*/ 2 h 15"/>
              </a:gdLst>
              <a:ahLst/>
              <a:cxnLst>
                <a:cxn ang="0">
                  <a:pos x="T0" y="T1"/>
                </a:cxn>
                <a:cxn ang="0">
                  <a:pos x="T2" y="T3"/>
                </a:cxn>
                <a:cxn ang="0">
                  <a:pos x="T4" y="T5"/>
                </a:cxn>
                <a:cxn ang="0">
                  <a:pos x="T6" y="T7"/>
                </a:cxn>
                <a:cxn ang="0">
                  <a:pos x="T8" y="T9"/>
                </a:cxn>
              </a:cxnLst>
              <a:rect l="0" t="0" r="r" b="b"/>
              <a:pathLst>
                <a:path w="13" h="15">
                  <a:moveTo>
                    <a:pt x="7" y="2"/>
                  </a:moveTo>
                  <a:cubicBezTo>
                    <a:pt x="8" y="5"/>
                    <a:pt x="11" y="8"/>
                    <a:pt x="12" y="11"/>
                  </a:cubicBezTo>
                  <a:cubicBezTo>
                    <a:pt x="13" y="14"/>
                    <a:pt x="9" y="15"/>
                    <a:pt x="6" y="12"/>
                  </a:cubicBezTo>
                  <a:cubicBezTo>
                    <a:pt x="2" y="10"/>
                    <a:pt x="0" y="6"/>
                    <a:pt x="0" y="3"/>
                  </a:cubicBezTo>
                  <a:cubicBezTo>
                    <a:pt x="0" y="0"/>
                    <a:pt x="2"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6" name="Freeform 2548">
              <a:extLst>
                <a:ext uri="{FF2B5EF4-FFF2-40B4-BE49-F238E27FC236}">
                  <a16:creationId xmlns:a16="http://schemas.microsoft.com/office/drawing/2014/main" id="{7430AD26-AFC7-4580-7770-2DC7487A911B}"/>
                </a:ext>
              </a:extLst>
            </p:cNvPr>
            <p:cNvSpPr>
              <a:spLocks/>
            </p:cNvSpPr>
            <p:nvPr/>
          </p:nvSpPr>
          <p:spPr bwMode="auto">
            <a:xfrm rot="5094805">
              <a:off x="1173689" y="1756266"/>
              <a:ext cx="31990" cy="36560"/>
            </a:xfrm>
            <a:custGeom>
              <a:avLst/>
              <a:gdLst>
                <a:gd name="T0" fmla="*/ 12 w 13"/>
                <a:gd name="T1" fmla="*/ 11 h 15"/>
                <a:gd name="T2" fmla="*/ 7 w 13"/>
                <a:gd name="T3" fmla="*/ 13 h 15"/>
                <a:gd name="T4" fmla="*/ 0 w 13"/>
                <a:gd name="T5" fmla="*/ 4 h 15"/>
                <a:gd name="T6" fmla="*/ 6 w 13"/>
                <a:gd name="T7" fmla="*/ 2 h 15"/>
                <a:gd name="T8" fmla="*/ 12 w 13"/>
                <a:gd name="T9" fmla="*/ 11 h 15"/>
              </a:gdLst>
              <a:ahLst/>
              <a:cxnLst>
                <a:cxn ang="0">
                  <a:pos x="T0" y="T1"/>
                </a:cxn>
                <a:cxn ang="0">
                  <a:pos x="T2" y="T3"/>
                </a:cxn>
                <a:cxn ang="0">
                  <a:pos x="T4" y="T5"/>
                </a:cxn>
                <a:cxn ang="0">
                  <a:pos x="T6" y="T7"/>
                </a:cxn>
                <a:cxn ang="0">
                  <a:pos x="T8" y="T9"/>
                </a:cxn>
              </a:cxnLst>
              <a:rect l="0" t="0" r="r" b="b"/>
              <a:pathLst>
                <a:path w="13" h="15">
                  <a:moveTo>
                    <a:pt x="12" y="11"/>
                  </a:moveTo>
                  <a:cubicBezTo>
                    <a:pt x="13" y="14"/>
                    <a:pt x="10" y="15"/>
                    <a:pt x="7" y="13"/>
                  </a:cubicBezTo>
                  <a:cubicBezTo>
                    <a:pt x="3" y="11"/>
                    <a:pt x="0" y="7"/>
                    <a:pt x="0" y="4"/>
                  </a:cubicBezTo>
                  <a:cubicBezTo>
                    <a:pt x="0" y="1"/>
                    <a:pt x="3" y="0"/>
                    <a:pt x="6" y="2"/>
                  </a:cubicBezTo>
                  <a:cubicBezTo>
                    <a:pt x="9" y="3"/>
                    <a:pt x="12" y="7"/>
                    <a:pt x="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7" name="Freeform 2549">
              <a:extLst>
                <a:ext uri="{FF2B5EF4-FFF2-40B4-BE49-F238E27FC236}">
                  <a16:creationId xmlns:a16="http://schemas.microsoft.com/office/drawing/2014/main" id="{A575BCE5-8B51-44A3-702E-BE1AA3609569}"/>
                </a:ext>
              </a:extLst>
            </p:cNvPr>
            <p:cNvSpPr>
              <a:spLocks/>
            </p:cNvSpPr>
            <p:nvPr/>
          </p:nvSpPr>
          <p:spPr bwMode="auto">
            <a:xfrm rot="5094805">
              <a:off x="1106901" y="1957211"/>
              <a:ext cx="31990" cy="41130"/>
            </a:xfrm>
            <a:custGeom>
              <a:avLst/>
              <a:gdLst>
                <a:gd name="T0" fmla="*/ 8 w 13"/>
                <a:gd name="T1" fmla="*/ 2 h 16"/>
                <a:gd name="T2" fmla="*/ 12 w 13"/>
                <a:gd name="T3" fmla="*/ 11 h 16"/>
                <a:gd name="T4" fmla="*/ 7 w 13"/>
                <a:gd name="T5" fmla="*/ 14 h 16"/>
                <a:gd name="T6" fmla="*/ 0 w 13"/>
                <a:gd name="T7" fmla="*/ 6 h 16"/>
                <a:gd name="T8" fmla="*/ 8 w 13"/>
                <a:gd name="T9" fmla="*/ 2 h 16"/>
              </a:gdLst>
              <a:ahLst/>
              <a:cxnLst>
                <a:cxn ang="0">
                  <a:pos x="T0" y="T1"/>
                </a:cxn>
                <a:cxn ang="0">
                  <a:pos x="T2" y="T3"/>
                </a:cxn>
                <a:cxn ang="0">
                  <a:pos x="T4" y="T5"/>
                </a:cxn>
                <a:cxn ang="0">
                  <a:pos x="T6" y="T7"/>
                </a:cxn>
                <a:cxn ang="0">
                  <a:pos x="T8" y="T9"/>
                </a:cxn>
              </a:cxnLst>
              <a:rect l="0" t="0" r="r" b="b"/>
              <a:pathLst>
                <a:path w="13" h="16">
                  <a:moveTo>
                    <a:pt x="8" y="2"/>
                  </a:moveTo>
                  <a:cubicBezTo>
                    <a:pt x="9" y="5"/>
                    <a:pt x="11" y="8"/>
                    <a:pt x="12" y="11"/>
                  </a:cubicBezTo>
                  <a:cubicBezTo>
                    <a:pt x="13" y="14"/>
                    <a:pt x="10" y="16"/>
                    <a:pt x="7" y="14"/>
                  </a:cubicBezTo>
                  <a:cubicBezTo>
                    <a:pt x="3" y="13"/>
                    <a:pt x="0" y="9"/>
                    <a:pt x="0" y="6"/>
                  </a:cubicBezTo>
                  <a:cubicBezTo>
                    <a:pt x="0" y="2"/>
                    <a:pt x="3"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8" name="Freeform 2550">
              <a:extLst>
                <a:ext uri="{FF2B5EF4-FFF2-40B4-BE49-F238E27FC236}">
                  <a16:creationId xmlns:a16="http://schemas.microsoft.com/office/drawing/2014/main" id="{968EE410-4326-7F26-0CA8-32FA972A1764}"/>
                </a:ext>
              </a:extLst>
            </p:cNvPr>
            <p:cNvSpPr>
              <a:spLocks/>
            </p:cNvSpPr>
            <p:nvPr/>
          </p:nvSpPr>
          <p:spPr bwMode="auto">
            <a:xfrm rot="5094805">
              <a:off x="1069902" y="2162368"/>
              <a:ext cx="31990" cy="36560"/>
            </a:xfrm>
            <a:custGeom>
              <a:avLst/>
              <a:gdLst>
                <a:gd name="T0" fmla="*/ 7 w 13"/>
                <a:gd name="T1" fmla="*/ 1 h 15"/>
                <a:gd name="T2" fmla="*/ 12 w 13"/>
                <a:gd name="T3" fmla="*/ 9 h 15"/>
                <a:gd name="T4" fmla="*/ 7 w 13"/>
                <a:gd name="T5" fmla="*/ 14 h 15"/>
                <a:gd name="T6" fmla="*/ 0 w 13"/>
                <a:gd name="T7" fmla="*/ 6 h 15"/>
                <a:gd name="T8" fmla="*/ 7 w 13"/>
                <a:gd name="T9" fmla="*/ 1 h 15"/>
              </a:gdLst>
              <a:ahLst/>
              <a:cxnLst>
                <a:cxn ang="0">
                  <a:pos x="T0" y="T1"/>
                </a:cxn>
                <a:cxn ang="0">
                  <a:pos x="T2" y="T3"/>
                </a:cxn>
                <a:cxn ang="0">
                  <a:pos x="T4" y="T5"/>
                </a:cxn>
                <a:cxn ang="0">
                  <a:pos x="T6" y="T7"/>
                </a:cxn>
                <a:cxn ang="0">
                  <a:pos x="T8" y="T9"/>
                </a:cxn>
              </a:cxnLst>
              <a:rect l="0" t="0" r="r" b="b"/>
              <a:pathLst>
                <a:path w="13" h="15">
                  <a:moveTo>
                    <a:pt x="7" y="1"/>
                  </a:moveTo>
                  <a:cubicBezTo>
                    <a:pt x="9" y="3"/>
                    <a:pt x="11" y="6"/>
                    <a:pt x="12" y="9"/>
                  </a:cubicBezTo>
                  <a:cubicBezTo>
                    <a:pt x="13" y="13"/>
                    <a:pt x="10" y="15"/>
                    <a:pt x="7" y="14"/>
                  </a:cubicBezTo>
                  <a:cubicBezTo>
                    <a:pt x="3" y="13"/>
                    <a:pt x="0" y="10"/>
                    <a:pt x="0" y="6"/>
                  </a:cubicBezTo>
                  <a:cubicBezTo>
                    <a:pt x="0" y="2"/>
                    <a:pt x="3" y="0"/>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9" name="Freeform 2551">
              <a:extLst>
                <a:ext uri="{FF2B5EF4-FFF2-40B4-BE49-F238E27FC236}">
                  <a16:creationId xmlns:a16="http://schemas.microsoft.com/office/drawing/2014/main" id="{C948F5D0-5ABD-E0EF-F288-FE1AAD269A86}"/>
                </a:ext>
              </a:extLst>
            </p:cNvPr>
            <p:cNvSpPr>
              <a:spLocks/>
            </p:cNvSpPr>
            <p:nvPr/>
          </p:nvSpPr>
          <p:spPr bwMode="auto">
            <a:xfrm rot="5094805">
              <a:off x="1070053" y="2358488"/>
              <a:ext cx="31990" cy="34275"/>
            </a:xfrm>
            <a:custGeom>
              <a:avLst/>
              <a:gdLst>
                <a:gd name="T0" fmla="*/ 12 w 13"/>
                <a:gd name="T1" fmla="*/ 7 h 14"/>
                <a:gd name="T2" fmla="*/ 8 w 13"/>
                <a:gd name="T3" fmla="*/ 14 h 14"/>
                <a:gd name="T4" fmla="*/ 1 w 13"/>
                <a:gd name="T5" fmla="*/ 8 h 14"/>
                <a:gd name="T6" fmla="*/ 5 w 13"/>
                <a:gd name="T7" fmla="*/ 0 h 14"/>
                <a:gd name="T8" fmla="*/ 12 w 13"/>
                <a:gd name="T9" fmla="*/ 7 h 14"/>
              </a:gdLst>
              <a:ahLst/>
              <a:cxnLst>
                <a:cxn ang="0">
                  <a:pos x="T0" y="T1"/>
                </a:cxn>
                <a:cxn ang="0">
                  <a:pos x="T2" y="T3"/>
                </a:cxn>
                <a:cxn ang="0">
                  <a:pos x="T4" y="T5"/>
                </a:cxn>
                <a:cxn ang="0">
                  <a:pos x="T6" y="T7"/>
                </a:cxn>
                <a:cxn ang="0">
                  <a:pos x="T8" y="T9"/>
                </a:cxn>
              </a:cxnLst>
              <a:rect l="0" t="0" r="r" b="b"/>
              <a:pathLst>
                <a:path w="13" h="14">
                  <a:moveTo>
                    <a:pt x="12" y="7"/>
                  </a:moveTo>
                  <a:cubicBezTo>
                    <a:pt x="13" y="11"/>
                    <a:pt x="11" y="14"/>
                    <a:pt x="8" y="14"/>
                  </a:cubicBezTo>
                  <a:cubicBezTo>
                    <a:pt x="4" y="14"/>
                    <a:pt x="1" y="11"/>
                    <a:pt x="1" y="8"/>
                  </a:cubicBezTo>
                  <a:cubicBezTo>
                    <a:pt x="0" y="4"/>
                    <a:pt x="2" y="1"/>
                    <a:pt x="5" y="0"/>
                  </a:cubicBezTo>
                  <a:cubicBezTo>
                    <a:pt x="8" y="0"/>
                    <a:pt x="12" y="3"/>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0" name="Freeform 2552">
              <a:extLst>
                <a:ext uri="{FF2B5EF4-FFF2-40B4-BE49-F238E27FC236}">
                  <a16:creationId xmlns:a16="http://schemas.microsoft.com/office/drawing/2014/main" id="{1C17F322-259F-0CB9-0F1C-0F51D2AAFE98}"/>
                </a:ext>
              </a:extLst>
            </p:cNvPr>
            <p:cNvSpPr>
              <a:spLocks/>
            </p:cNvSpPr>
            <p:nvPr/>
          </p:nvSpPr>
          <p:spPr bwMode="auto">
            <a:xfrm rot="5094805">
              <a:off x="1118201" y="2550345"/>
              <a:ext cx="31990" cy="36560"/>
            </a:xfrm>
            <a:custGeom>
              <a:avLst/>
              <a:gdLst>
                <a:gd name="T0" fmla="*/ 7 w 13"/>
                <a:gd name="T1" fmla="*/ 0 h 15"/>
                <a:gd name="T2" fmla="*/ 12 w 13"/>
                <a:gd name="T3" fmla="*/ 7 h 15"/>
                <a:gd name="T4" fmla="*/ 6 w 13"/>
                <a:gd name="T5" fmla="*/ 15 h 15"/>
                <a:gd name="T6" fmla="*/ 0 w 13"/>
                <a:gd name="T7" fmla="*/ 8 h 15"/>
                <a:gd name="T8" fmla="*/ 7 w 13"/>
                <a:gd name="T9" fmla="*/ 0 h 15"/>
              </a:gdLst>
              <a:ahLst/>
              <a:cxnLst>
                <a:cxn ang="0">
                  <a:pos x="T0" y="T1"/>
                </a:cxn>
                <a:cxn ang="0">
                  <a:pos x="T2" y="T3"/>
                </a:cxn>
                <a:cxn ang="0">
                  <a:pos x="T4" y="T5"/>
                </a:cxn>
                <a:cxn ang="0">
                  <a:pos x="T6" y="T7"/>
                </a:cxn>
                <a:cxn ang="0">
                  <a:pos x="T8" y="T9"/>
                </a:cxn>
              </a:cxnLst>
              <a:rect l="0" t="0" r="r" b="b"/>
              <a:pathLst>
                <a:path w="13" h="15">
                  <a:moveTo>
                    <a:pt x="7" y="0"/>
                  </a:moveTo>
                  <a:cubicBezTo>
                    <a:pt x="8" y="2"/>
                    <a:pt x="11" y="4"/>
                    <a:pt x="12" y="7"/>
                  </a:cubicBezTo>
                  <a:cubicBezTo>
                    <a:pt x="13" y="11"/>
                    <a:pt x="10" y="14"/>
                    <a:pt x="6" y="15"/>
                  </a:cubicBezTo>
                  <a:cubicBezTo>
                    <a:pt x="3" y="15"/>
                    <a:pt x="0" y="12"/>
                    <a:pt x="0" y="8"/>
                  </a:cubicBezTo>
                  <a:cubicBezTo>
                    <a:pt x="0" y="5"/>
                    <a:pt x="3"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1" name="Freeform 2553">
              <a:extLst>
                <a:ext uri="{FF2B5EF4-FFF2-40B4-BE49-F238E27FC236}">
                  <a16:creationId xmlns:a16="http://schemas.microsoft.com/office/drawing/2014/main" id="{1E165542-5D34-ABD0-B418-022CF84C2FE2}"/>
                </a:ext>
              </a:extLst>
            </p:cNvPr>
            <p:cNvSpPr>
              <a:spLocks/>
            </p:cNvSpPr>
            <p:nvPr/>
          </p:nvSpPr>
          <p:spPr bwMode="auto">
            <a:xfrm rot="5094805">
              <a:off x="1177324" y="2736636"/>
              <a:ext cx="31990" cy="38845"/>
            </a:xfrm>
            <a:custGeom>
              <a:avLst/>
              <a:gdLst>
                <a:gd name="T0" fmla="*/ 4 w 13"/>
                <a:gd name="T1" fmla="*/ 2 h 15"/>
                <a:gd name="T2" fmla="*/ 12 w 13"/>
                <a:gd name="T3" fmla="*/ 6 h 15"/>
                <a:gd name="T4" fmla="*/ 8 w 13"/>
                <a:gd name="T5" fmla="*/ 14 h 15"/>
                <a:gd name="T6" fmla="*/ 1 w 13"/>
                <a:gd name="T7" fmla="*/ 10 h 15"/>
                <a:gd name="T8" fmla="*/ 4 w 13"/>
                <a:gd name="T9" fmla="*/ 2 h 15"/>
              </a:gdLst>
              <a:ahLst/>
              <a:cxnLst>
                <a:cxn ang="0">
                  <a:pos x="T0" y="T1"/>
                </a:cxn>
                <a:cxn ang="0">
                  <a:pos x="T2" y="T3"/>
                </a:cxn>
                <a:cxn ang="0">
                  <a:pos x="T4" y="T5"/>
                </a:cxn>
                <a:cxn ang="0">
                  <a:pos x="T6" y="T7"/>
                </a:cxn>
                <a:cxn ang="0">
                  <a:pos x="T8" y="T9"/>
                </a:cxn>
              </a:cxnLst>
              <a:rect l="0" t="0" r="r" b="b"/>
              <a:pathLst>
                <a:path w="13" h="15">
                  <a:moveTo>
                    <a:pt x="4" y="2"/>
                  </a:moveTo>
                  <a:cubicBezTo>
                    <a:pt x="8" y="0"/>
                    <a:pt x="12" y="3"/>
                    <a:pt x="12" y="6"/>
                  </a:cubicBezTo>
                  <a:cubicBezTo>
                    <a:pt x="13" y="10"/>
                    <a:pt x="11" y="14"/>
                    <a:pt x="8" y="14"/>
                  </a:cubicBezTo>
                  <a:cubicBezTo>
                    <a:pt x="4" y="15"/>
                    <a:pt x="0" y="13"/>
                    <a:pt x="1" y="10"/>
                  </a:cubicBezTo>
                  <a:cubicBezTo>
                    <a:pt x="1" y="7"/>
                    <a:pt x="3" y="4"/>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2" name="Freeform 2554">
              <a:extLst>
                <a:ext uri="{FF2B5EF4-FFF2-40B4-BE49-F238E27FC236}">
                  <a16:creationId xmlns:a16="http://schemas.microsoft.com/office/drawing/2014/main" id="{6772AB2D-49DE-798D-B088-F3FEAD238B5B}"/>
                </a:ext>
              </a:extLst>
            </p:cNvPr>
            <p:cNvSpPr>
              <a:spLocks/>
            </p:cNvSpPr>
            <p:nvPr/>
          </p:nvSpPr>
          <p:spPr bwMode="auto">
            <a:xfrm rot="5094805">
              <a:off x="1235511" y="2931018"/>
              <a:ext cx="31990" cy="29705"/>
            </a:xfrm>
            <a:custGeom>
              <a:avLst/>
              <a:gdLst>
                <a:gd name="T0" fmla="*/ 7 w 13"/>
                <a:gd name="T1" fmla="*/ 0 h 12"/>
                <a:gd name="T2" fmla="*/ 12 w 13"/>
                <a:gd name="T3" fmla="*/ 5 h 12"/>
                <a:gd name="T4" fmla="*/ 6 w 13"/>
                <a:gd name="T5" fmla="*/ 12 h 12"/>
                <a:gd name="T6" fmla="*/ 0 w 13"/>
                <a:gd name="T7" fmla="*/ 7 h 12"/>
                <a:gd name="T8" fmla="*/ 7 w 13"/>
                <a:gd name="T9" fmla="*/ 0 h 12"/>
              </a:gdLst>
              <a:ahLst/>
              <a:cxnLst>
                <a:cxn ang="0">
                  <a:pos x="T0" y="T1"/>
                </a:cxn>
                <a:cxn ang="0">
                  <a:pos x="T2" y="T3"/>
                </a:cxn>
                <a:cxn ang="0">
                  <a:pos x="T4" y="T5"/>
                </a:cxn>
                <a:cxn ang="0">
                  <a:pos x="T6" y="T7"/>
                </a:cxn>
                <a:cxn ang="0">
                  <a:pos x="T8" y="T9"/>
                </a:cxn>
              </a:cxnLst>
              <a:rect l="0" t="0" r="r" b="b"/>
              <a:pathLst>
                <a:path w="13" h="12">
                  <a:moveTo>
                    <a:pt x="7" y="0"/>
                  </a:moveTo>
                  <a:cubicBezTo>
                    <a:pt x="8" y="1"/>
                    <a:pt x="11" y="3"/>
                    <a:pt x="12" y="5"/>
                  </a:cubicBezTo>
                  <a:cubicBezTo>
                    <a:pt x="13" y="8"/>
                    <a:pt x="10" y="11"/>
                    <a:pt x="6" y="12"/>
                  </a:cubicBezTo>
                  <a:cubicBezTo>
                    <a:pt x="3" y="12"/>
                    <a:pt x="0" y="10"/>
                    <a:pt x="0" y="7"/>
                  </a:cubicBezTo>
                  <a:cubicBezTo>
                    <a:pt x="0" y="4"/>
                    <a:pt x="3"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3" name="Freeform 2555">
              <a:extLst>
                <a:ext uri="{FF2B5EF4-FFF2-40B4-BE49-F238E27FC236}">
                  <a16:creationId xmlns:a16="http://schemas.microsoft.com/office/drawing/2014/main" id="{29B491F9-C0DC-871F-68AA-FB2F210E45E0}"/>
                </a:ext>
              </a:extLst>
            </p:cNvPr>
            <p:cNvSpPr>
              <a:spLocks/>
            </p:cNvSpPr>
            <p:nvPr/>
          </p:nvSpPr>
          <p:spPr bwMode="auto">
            <a:xfrm rot="5094805">
              <a:off x="1297016" y="3119489"/>
              <a:ext cx="29705" cy="29705"/>
            </a:xfrm>
            <a:custGeom>
              <a:avLst/>
              <a:gdLst>
                <a:gd name="T0" fmla="*/ 12 w 12"/>
                <a:gd name="T1" fmla="*/ 5 h 12"/>
                <a:gd name="T2" fmla="*/ 6 w 12"/>
                <a:gd name="T3" fmla="*/ 11 h 12"/>
                <a:gd name="T4" fmla="*/ 0 w 12"/>
                <a:gd name="T5" fmla="*/ 7 h 12"/>
                <a:gd name="T6" fmla="*/ 5 w 12"/>
                <a:gd name="T7" fmla="*/ 1 h 12"/>
                <a:gd name="T8" fmla="*/ 12 w 12"/>
                <a:gd name="T9" fmla="*/ 5 h 12"/>
              </a:gdLst>
              <a:ahLst/>
              <a:cxnLst>
                <a:cxn ang="0">
                  <a:pos x="T0" y="T1"/>
                </a:cxn>
                <a:cxn ang="0">
                  <a:pos x="T2" y="T3"/>
                </a:cxn>
                <a:cxn ang="0">
                  <a:pos x="T4" y="T5"/>
                </a:cxn>
                <a:cxn ang="0">
                  <a:pos x="T6" y="T7"/>
                </a:cxn>
                <a:cxn ang="0">
                  <a:pos x="T8" y="T9"/>
                </a:cxn>
              </a:cxnLst>
              <a:rect l="0" t="0" r="r" b="b"/>
              <a:pathLst>
                <a:path w="12" h="12">
                  <a:moveTo>
                    <a:pt x="12" y="5"/>
                  </a:moveTo>
                  <a:cubicBezTo>
                    <a:pt x="12" y="8"/>
                    <a:pt x="9" y="11"/>
                    <a:pt x="6" y="11"/>
                  </a:cubicBezTo>
                  <a:cubicBezTo>
                    <a:pt x="2" y="12"/>
                    <a:pt x="0" y="10"/>
                    <a:pt x="0" y="7"/>
                  </a:cubicBezTo>
                  <a:cubicBezTo>
                    <a:pt x="0" y="5"/>
                    <a:pt x="2" y="2"/>
                    <a:pt x="5" y="1"/>
                  </a:cubicBezTo>
                  <a:cubicBezTo>
                    <a:pt x="8" y="0"/>
                    <a:pt x="11"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4" name="Freeform 2556">
              <a:extLst>
                <a:ext uri="{FF2B5EF4-FFF2-40B4-BE49-F238E27FC236}">
                  <a16:creationId xmlns:a16="http://schemas.microsoft.com/office/drawing/2014/main" id="{67FE516B-8867-2D91-7D22-5C107038F53F}"/>
                </a:ext>
              </a:extLst>
            </p:cNvPr>
            <p:cNvSpPr>
              <a:spLocks/>
            </p:cNvSpPr>
            <p:nvPr/>
          </p:nvSpPr>
          <p:spPr bwMode="auto">
            <a:xfrm rot="5094805">
              <a:off x="1358715" y="3312318"/>
              <a:ext cx="31990" cy="25135"/>
            </a:xfrm>
            <a:custGeom>
              <a:avLst/>
              <a:gdLst>
                <a:gd name="T0" fmla="*/ 4 w 13"/>
                <a:gd name="T1" fmla="*/ 1 h 10"/>
                <a:gd name="T2" fmla="*/ 12 w 13"/>
                <a:gd name="T3" fmla="*/ 3 h 10"/>
                <a:gd name="T4" fmla="*/ 7 w 13"/>
                <a:gd name="T5" fmla="*/ 9 h 10"/>
                <a:gd name="T6" fmla="*/ 1 w 13"/>
                <a:gd name="T7" fmla="*/ 6 h 10"/>
                <a:gd name="T8" fmla="*/ 4 w 13"/>
                <a:gd name="T9" fmla="*/ 1 h 10"/>
              </a:gdLst>
              <a:ahLst/>
              <a:cxnLst>
                <a:cxn ang="0">
                  <a:pos x="T0" y="T1"/>
                </a:cxn>
                <a:cxn ang="0">
                  <a:pos x="T2" y="T3"/>
                </a:cxn>
                <a:cxn ang="0">
                  <a:pos x="T4" y="T5"/>
                </a:cxn>
                <a:cxn ang="0">
                  <a:pos x="T6" y="T7"/>
                </a:cxn>
                <a:cxn ang="0">
                  <a:pos x="T8" y="T9"/>
                </a:cxn>
              </a:cxnLst>
              <a:rect l="0" t="0" r="r" b="b"/>
              <a:pathLst>
                <a:path w="13" h="10">
                  <a:moveTo>
                    <a:pt x="4" y="1"/>
                  </a:moveTo>
                  <a:cubicBezTo>
                    <a:pt x="8" y="0"/>
                    <a:pt x="11" y="1"/>
                    <a:pt x="12" y="3"/>
                  </a:cubicBezTo>
                  <a:cubicBezTo>
                    <a:pt x="13" y="5"/>
                    <a:pt x="11" y="8"/>
                    <a:pt x="7" y="9"/>
                  </a:cubicBezTo>
                  <a:cubicBezTo>
                    <a:pt x="4" y="10"/>
                    <a:pt x="0" y="9"/>
                    <a:pt x="1" y="6"/>
                  </a:cubicBezTo>
                  <a:cubicBezTo>
                    <a:pt x="1" y="5"/>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5" name="Freeform 2557">
              <a:extLst>
                <a:ext uri="{FF2B5EF4-FFF2-40B4-BE49-F238E27FC236}">
                  <a16:creationId xmlns:a16="http://schemas.microsoft.com/office/drawing/2014/main" id="{42F8DB6F-1AAD-5C44-E1ED-B2F115524804}"/>
                </a:ext>
              </a:extLst>
            </p:cNvPr>
            <p:cNvSpPr>
              <a:spLocks/>
            </p:cNvSpPr>
            <p:nvPr/>
          </p:nvSpPr>
          <p:spPr bwMode="auto">
            <a:xfrm rot="5094805">
              <a:off x="1428185" y="3503507"/>
              <a:ext cx="29705" cy="18280"/>
            </a:xfrm>
            <a:custGeom>
              <a:avLst/>
              <a:gdLst>
                <a:gd name="T0" fmla="*/ 12 w 12"/>
                <a:gd name="T1" fmla="*/ 3 h 8"/>
                <a:gd name="T2" fmla="*/ 7 w 12"/>
                <a:gd name="T3" fmla="*/ 7 h 8"/>
                <a:gd name="T4" fmla="*/ 0 w 12"/>
                <a:gd name="T5" fmla="*/ 6 h 8"/>
                <a:gd name="T6" fmla="*/ 5 w 12"/>
                <a:gd name="T7" fmla="*/ 1 h 8"/>
                <a:gd name="T8" fmla="*/ 12 w 12"/>
                <a:gd name="T9" fmla="*/ 3 h 8"/>
              </a:gdLst>
              <a:ahLst/>
              <a:cxnLst>
                <a:cxn ang="0">
                  <a:pos x="T0" y="T1"/>
                </a:cxn>
                <a:cxn ang="0">
                  <a:pos x="T2" y="T3"/>
                </a:cxn>
                <a:cxn ang="0">
                  <a:pos x="T4" y="T5"/>
                </a:cxn>
                <a:cxn ang="0">
                  <a:pos x="T6" y="T7"/>
                </a:cxn>
                <a:cxn ang="0">
                  <a:pos x="T8" y="T9"/>
                </a:cxn>
              </a:cxnLst>
              <a:rect l="0" t="0" r="r" b="b"/>
              <a:pathLst>
                <a:path w="12" h="8">
                  <a:moveTo>
                    <a:pt x="12" y="3"/>
                  </a:moveTo>
                  <a:cubicBezTo>
                    <a:pt x="12" y="4"/>
                    <a:pt x="10" y="6"/>
                    <a:pt x="7" y="7"/>
                  </a:cubicBezTo>
                  <a:cubicBezTo>
                    <a:pt x="4" y="8"/>
                    <a:pt x="1" y="8"/>
                    <a:pt x="0" y="6"/>
                  </a:cubicBezTo>
                  <a:cubicBezTo>
                    <a:pt x="0" y="5"/>
                    <a:pt x="2" y="3"/>
                    <a:pt x="5" y="1"/>
                  </a:cubicBezTo>
                  <a:cubicBezTo>
                    <a:pt x="8" y="0"/>
                    <a:pt x="11" y="1"/>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6" name="Freeform 2558">
              <a:extLst>
                <a:ext uri="{FF2B5EF4-FFF2-40B4-BE49-F238E27FC236}">
                  <a16:creationId xmlns:a16="http://schemas.microsoft.com/office/drawing/2014/main" id="{DEECECCB-9957-E34F-9E52-B3C82A5257F6}"/>
                </a:ext>
              </a:extLst>
            </p:cNvPr>
            <p:cNvSpPr>
              <a:spLocks/>
            </p:cNvSpPr>
            <p:nvPr/>
          </p:nvSpPr>
          <p:spPr bwMode="auto">
            <a:xfrm rot="5094805">
              <a:off x="1501061" y="3693048"/>
              <a:ext cx="31990" cy="13710"/>
            </a:xfrm>
            <a:custGeom>
              <a:avLst/>
              <a:gdLst>
                <a:gd name="T0" fmla="*/ 4 w 13"/>
                <a:gd name="T1" fmla="*/ 1 h 6"/>
                <a:gd name="T2" fmla="*/ 12 w 13"/>
                <a:gd name="T3" fmla="*/ 1 h 6"/>
                <a:gd name="T4" fmla="*/ 7 w 13"/>
                <a:gd name="T5" fmla="*/ 5 h 6"/>
                <a:gd name="T6" fmla="*/ 1 w 13"/>
                <a:gd name="T7" fmla="*/ 5 h 6"/>
                <a:gd name="T8" fmla="*/ 4 w 13"/>
                <a:gd name="T9" fmla="*/ 1 h 6"/>
              </a:gdLst>
              <a:ahLst/>
              <a:cxnLst>
                <a:cxn ang="0">
                  <a:pos x="T0" y="T1"/>
                </a:cxn>
                <a:cxn ang="0">
                  <a:pos x="T2" y="T3"/>
                </a:cxn>
                <a:cxn ang="0">
                  <a:pos x="T4" y="T5"/>
                </a:cxn>
                <a:cxn ang="0">
                  <a:pos x="T6" y="T7"/>
                </a:cxn>
                <a:cxn ang="0">
                  <a:pos x="T8" y="T9"/>
                </a:cxn>
              </a:cxnLst>
              <a:rect l="0" t="0" r="r" b="b"/>
              <a:pathLst>
                <a:path w="13" h="6">
                  <a:moveTo>
                    <a:pt x="4" y="1"/>
                  </a:moveTo>
                  <a:cubicBezTo>
                    <a:pt x="9" y="0"/>
                    <a:pt x="12" y="0"/>
                    <a:pt x="12" y="1"/>
                  </a:cubicBezTo>
                  <a:cubicBezTo>
                    <a:pt x="13" y="2"/>
                    <a:pt x="11" y="4"/>
                    <a:pt x="7" y="5"/>
                  </a:cubicBezTo>
                  <a:cubicBezTo>
                    <a:pt x="4" y="6"/>
                    <a:pt x="0" y="6"/>
                    <a:pt x="1" y="5"/>
                  </a:cubicBezTo>
                  <a:cubicBezTo>
                    <a:pt x="1" y="4"/>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7" name="Freeform 2559">
              <a:extLst>
                <a:ext uri="{FF2B5EF4-FFF2-40B4-BE49-F238E27FC236}">
                  <a16:creationId xmlns:a16="http://schemas.microsoft.com/office/drawing/2014/main" id="{4358941F-7542-FFAA-0C66-AA28AE22BA06}"/>
                </a:ext>
              </a:extLst>
            </p:cNvPr>
            <p:cNvSpPr>
              <a:spLocks/>
            </p:cNvSpPr>
            <p:nvPr/>
          </p:nvSpPr>
          <p:spPr bwMode="auto">
            <a:xfrm rot="5094805">
              <a:off x="1587804" y="3881566"/>
              <a:ext cx="29705" cy="13710"/>
            </a:xfrm>
            <a:custGeom>
              <a:avLst/>
              <a:gdLst>
                <a:gd name="T0" fmla="*/ 12 w 12"/>
                <a:gd name="T1" fmla="*/ 1 h 6"/>
                <a:gd name="T2" fmla="*/ 6 w 12"/>
                <a:gd name="T3" fmla="*/ 4 h 6"/>
                <a:gd name="T4" fmla="*/ 0 w 12"/>
                <a:gd name="T5" fmla="*/ 5 h 6"/>
                <a:gd name="T6" fmla="*/ 6 w 12"/>
                <a:gd name="T7" fmla="*/ 1 h 6"/>
                <a:gd name="T8" fmla="*/ 12 w 12"/>
                <a:gd name="T9" fmla="*/ 1 h 6"/>
              </a:gdLst>
              <a:ahLst/>
              <a:cxnLst>
                <a:cxn ang="0">
                  <a:pos x="T0" y="T1"/>
                </a:cxn>
                <a:cxn ang="0">
                  <a:pos x="T2" y="T3"/>
                </a:cxn>
                <a:cxn ang="0">
                  <a:pos x="T4" y="T5"/>
                </a:cxn>
                <a:cxn ang="0">
                  <a:pos x="T6" y="T7"/>
                </a:cxn>
                <a:cxn ang="0">
                  <a:pos x="T8" y="T9"/>
                </a:cxn>
              </a:cxnLst>
              <a:rect l="0" t="0" r="r" b="b"/>
              <a:pathLst>
                <a:path w="12" h="6">
                  <a:moveTo>
                    <a:pt x="12" y="1"/>
                  </a:moveTo>
                  <a:cubicBezTo>
                    <a:pt x="12" y="2"/>
                    <a:pt x="9" y="3"/>
                    <a:pt x="6" y="4"/>
                  </a:cubicBezTo>
                  <a:cubicBezTo>
                    <a:pt x="2" y="6"/>
                    <a:pt x="0" y="6"/>
                    <a:pt x="0" y="5"/>
                  </a:cubicBezTo>
                  <a:cubicBezTo>
                    <a:pt x="0" y="4"/>
                    <a:pt x="3" y="2"/>
                    <a:pt x="6" y="1"/>
                  </a:cubicBezTo>
                  <a:cubicBezTo>
                    <a:pt x="9" y="0"/>
                    <a:pt x="11"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8" name="Freeform 2560">
              <a:extLst>
                <a:ext uri="{FF2B5EF4-FFF2-40B4-BE49-F238E27FC236}">
                  <a16:creationId xmlns:a16="http://schemas.microsoft.com/office/drawing/2014/main" id="{B8CD954D-70F1-48CF-CB59-ACA272904C73}"/>
                </a:ext>
              </a:extLst>
            </p:cNvPr>
            <p:cNvSpPr>
              <a:spLocks/>
            </p:cNvSpPr>
            <p:nvPr/>
          </p:nvSpPr>
          <p:spPr bwMode="auto">
            <a:xfrm rot="5094805">
              <a:off x="1681067" y="4064819"/>
              <a:ext cx="29705" cy="15995"/>
            </a:xfrm>
            <a:custGeom>
              <a:avLst/>
              <a:gdLst>
                <a:gd name="T0" fmla="*/ 7 w 12"/>
                <a:gd name="T1" fmla="*/ 4 h 6"/>
                <a:gd name="T2" fmla="*/ 0 w 12"/>
                <a:gd name="T3" fmla="*/ 6 h 6"/>
                <a:gd name="T4" fmla="*/ 5 w 12"/>
                <a:gd name="T5" fmla="*/ 2 h 6"/>
                <a:gd name="T6" fmla="*/ 12 w 12"/>
                <a:gd name="T7" fmla="*/ 1 h 6"/>
                <a:gd name="T8" fmla="*/ 7 w 12"/>
                <a:gd name="T9" fmla="*/ 4 h 6"/>
              </a:gdLst>
              <a:ahLst/>
              <a:cxnLst>
                <a:cxn ang="0">
                  <a:pos x="T0" y="T1"/>
                </a:cxn>
                <a:cxn ang="0">
                  <a:pos x="T2" y="T3"/>
                </a:cxn>
                <a:cxn ang="0">
                  <a:pos x="T4" y="T5"/>
                </a:cxn>
                <a:cxn ang="0">
                  <a:pos x="T6" y="T7"/>
                </a:cxn>
                <a:cxn ang="0">
                  <a:pos x="T8" y="T9"/>
                </a:cxn>
              </a:cxnLst>
              <a:rect l="0" t="0" r="r" b="b"/>
              <a:pathLst>
                <a:path w="12" h="6">
                  <a:moveTo>
                    <a:pt x="7" y="4"/>
                  </a:moveTo>
                  <a:cubicBezTo>
                    <a:pt x="3" y="6"/>
                    <a:pt x="0" y="6"/>
                    <a:pt x="0" y="6"/>
                  </a:cubicBezTo>
                  <a:cubicBezTo>
                    <a:pt x="0" y="5"/>
                    <a:pt x="2" y="4"/>
                    <a:pt x="5" y="2"/>
                  </a:cubicBezTo>
                  <a:cubicBezTo>
                    <a:pt x="8" y="1"/>
                    <a:pt x="11" y="0"/>
                    <a:pt x="12" y="1"/>
                  </a:cubicBezTo>
                  <a:cubicBezTo>
                    <a:pt x="12" y="2"/>
                    <a:pt x="10" y="3"/>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9" name="Freeform 2561">
              <a:extLst>
                <a:ext uri="{FF2B5EF4-FFF2-40B4-BE49-F238E27FC236}">
                  <a16:creationId xmlns:a16="http://schemas.microsoft.com/office/drawing/2014/main" id="{42799AC6-CD91-9508-664B-F0950F4B5640}"/>
                </a:ext>
              </a:extLst>
            </p:cNvPr>
            <p:cNvSpPr>
              <a:spLocks/>
            </p:cNvSpPr>
            <p:nvPr/>
          </p:nvSpPr>
          <p:spPr bwMode="auto">
            <a:xfrm rot="5094805">
              <a:off x="1808781" y="4352718"/>
              <a:ext cx="31990" cy="15995"/>
            </a:xfrm>
            <a:custGeom>
              <a:avLst/>
              <a:gdLst>
                <a:gd name="T0" fmla="*/ 13 w 13"/>
                <a:gd name="T1" fmla="*/ 1 h 7"/>
                <a:gd name="T2" fmla="*/ 7 w 13"/>
                <a:gd name="T3" fmla="*/ 5 h 7"/>
                <a:gd name="T4" fmla="*/ 0 w 13"/>
                <a:gd name="T5" fmla="*/ 6 h 7"/>
                <a:gd name="T6" fmla="*/ 7 w 13"/>
                <a:gd name="T7" fmla="*/ 1 h 7"/>
                <a:gd name="T8" fmla="*/ 13 w 13"/>
                <a:gd name="T9" fmla="*/ 1 h 7"/>
              </a:gdLst>
              <a:ahLst/>
              <a:cxnLst>
                <a:cxn ang="0">
                  <a:pos x="T0" y="T1"/>
                </a:cxn>
                <a:cxn ang="0">
                  <a:pos x="T2" y="T3"/>
                </a:cxn>
                <a:cxn ang="0">
                  <a:pos x="T4" y="T5"/>
                </a:cxn>
                <a:cxn ang="0">
                  <a:pos x="T6" y="T7"/>
                </a:cxn>
                <a:cxn ang="0">
                  <a:pos x="T8" y="T9"/>
                </a:cxn>
              </a:cxnLst>
              <a:rect l="0" t="0" r="r" b="b"/>
              <a:pathLst>
                <a:path w="13" h="7">
                  <a:moveTo>
                    <a:pt x="13" y="1"/>
                  </a:moveTo>
                  <a:cubicBezTo>
                    <a:pt x="11" y="2"/>
                    <a:pt x="9" y="4"/>
                    <a:pt x="7" y="5"/>
                  </a:cubicBezTo>
                  <a:cubicBezTo>
                    <a:pt x="3" y="7"/>
                    <a:pt x="0" y="7"/>
                    <a:pt x="0" y="6"/>
                  </a:cubicBezTo>
                  <a:cubicBezTo>
                    <a:pt x="1" y="5"/>
                    <a:pt x="3" y="3"/>
                    <a:pt x="7" y="1"/>
                  </a:cubicBezTo>
                  <a:cubicBezTo>
                    <a:pt x="10" y="0"/>
                    <a:pt x="13" y="0"/>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0" name="Freeform 2562">
              <a:extLst>
                <a:ext uri="{FF2B5EF4-FFF2-40B4-BE49-F238E27FC236}">
                  <a16:creationId xmlns:a16="http://schemas.microsoft.com/office/drawing/2014/main" id="{6786843F-44E8-8703-C4E1-26486369C55B}"/>
                </a:ext>
              </a:extLst>
            </p:cNvPr>
            <p:cNvSpPr>
              <a:spLocks/>
            </p:cNvSpPr>
            <p:nvPr/>
          </p:nvSpPr>
          <p:spPr bwMode="auto">
            <a:xfrm rot="5094805">
              <a:off x="1911139" y="4534958"/>
              <a:ext cx="36560" cy="18280"/>
            </a:xfrm>
            <a:custGeom>
              <a:avLst/>
              <a:gdLst>
                <a:gd name="T0" fmla="*/ 15 w 15"/>
                <a:gd name="T1" fmla="*/ 0 h 7"/>
                <a:gd name="T2" fmla="*/ 9 w 15"/>
                <a:gd name="T3" fmla="*/ 5 h 7"/>
                <a:gd name="T4" fmla="*/ 2 w 15"/>
                <a:gd name="T5" fmla="*/ 7 h 7"/>
                <a:gd name="T6" fmla="*/ 7 w 15"/>
                <a:gd name="T7" fmla="*/ 2 h 7"/>
                <a:gd name="T8" fmla="*/ 15 w 15"/>
                <a:gd name="T9" fmla="*/ 0 h 7"/>
              </a:gdLst>
              <a:ahLst/>
              <a:cxnLst>
                <a:cxn ang="0">
                  <a:pos x="T0" y="T1"/>
                </a:cxn>
                <a:cxn ang="0">
                  <a:pos x="T2" y="T3"/>
                </a:cxn>
                <a:cxn ang="0">
                  <a:pos x="T4" y="T5"/>
                </a:cxn>
                <a:cxn ang="0">
                  <a:pos x="T6" y="T7"/>
                </a:cxn>
                <a:cxn ang="0">
                  <a:pos x="T8" y="T9"/>
                </a:cxn>
              </a:cxnLst>
              <a:rect l="0" t="0" r="r" b="b"/>
              <a:pathLst>
                <a:path w="15" h="7">
                  <a:moveTo>
                    <a:pt x="15" y="0"/>
                  </a:moveTo>
                  <a:cubicBezTo>
                    <a:pt x="12" y="2"/>
                    <a:pt x="11" y="3"/>
                    <a:pt x="9" y="5"/>
                  </a:cubicBezTo>
                  <a:cubicBezTo>
                    <a:pt x="6" y="6"/>
                    <a:pt x="2" y="7"/>
                    <a:pt x="2" y="7"/>
                  </a:cubicBezTo>
                  <a:cubicBezTo>
                    <a:pt x="0" y="6"/>
                    <a:pt x="3" y="4"/>
                    <a:pt x="7" y="2"/>
                  </a:cubicBezTo>
                  <a:cubicBezTo>
                    <a:pt x="9" y="1"/>
                    <a:pt x="12"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1" name="Freeform 2563">
              <a:extLst>
                <a:ext uri="{FF2B5EF4-FFF2-40B4-BE49-F238E27FC236}">
                  <a16:creationId xmlns:a16="http://schemas.microsoft.com/office/drawing/2014/main" id="{952ED44A-EA07-4E68-E233-75233FD02E23}"/>
                </a:ext>
              </a:extLst>
            </p:cNvPr>
            <p:cNvSpPr>
              <a:spLocks/>
            </p:cNvSpPr>
            <p:nvPr/>
          </p:nvSpPr>
          <p:spPr bwMode="auto">
            <a:xfrm rot="5094805">
              <a:off x="2018163" y="4719377"/>
              <a:ext cx="34275" cy="18280"/>
            </a:xfrm>
            <a:custGeom>
              <a:avLst/>
              <a:gdLst>
                <a:gd name="T0" fmla="*/ 6 w 14"/>
                <a:gd name="T1" fmla="*/ 1 h 7"/>
                <a:gd name="T2" fmla="*/ 12 w 14"/>
                <a:gd name="T3" fmla="*/ 0 h 7"/>
                <a:gd name="T4" fmla="*/ 7 w 14"/>
                <a:gd name="T5" fmla="*/ 5 h 7"/>
                <a:gd name="T6" fmla="*/ 0 w 14"/>
                <a:gd name="T7" fmla="*/ 6 h 7"/>
                <a:gd name="T8" fmla="*/ 6 w 14"/>
                <a:gd name="T9" fmla="*/ 1 h 7"/>
              </a:gdLst>
              <a:ahLst/>
              <a:cxnLst>
                <a:cxn ang="0">
                  <a:pos x="T0" y="T1"/>
                </a:cxn>
                <a:cxn ang="0">
                  <a:pos x="T2" y="T3"/>
                </a:cxn>
                <a:cxn ang="0">
                  <a:pos x="T4" y="T5"/>
                </a:cxn>
                <a:cxn ang="0">
                  <a:pos x="T6" y="T7"/>
                </a:cxn>
                <a:cxn ang="0">
                  <a:pos x="T8" y="T9"/>
                </a:cxn>
              </a:cxnLst>
              <a:rect l="0" t="0" r="r" b="b"/>
              <a:pathLst>
                <a:path w="14" h="7">
                  <a:moveTo>
                    <a:pt x="6" y="1"/>
                  </a:moveTo>
                  <a:cubicBezTo>
                    <a:pt x="8" y="1"/>
                    <a:pt x="11" y="0"/>
                    <a:pt x="12" y="0"/>
                  </a:cubicBezTo>
                  <a:cubicBezTo>
                    <a:pt x="14" y="0"/>
                    <a:pt x="11" y="3"/>
                    <a:pt x="7" y="5"/>
                  </a:cubicBezTo>
                  <a:cubicBezTo>
                    <a:pt x="4" y="6"/>
                    <a:pt x="1" y="7"/>
                    <a:pt x="0" y="6"/>
                  </a:cubicBezTo>
                  <a:cubicBezTo>
                    <a:pt x="0" y="5"/>
                    <a:pt x="2" y="4"/>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2" name="Freeform 2564">
              <a:extLst>
                <a:ext uri="{FF2B5EF4-FFF2-40B4-BE49-F238E27FC236}">
                  <a16:creationId xmlns:a16="http://schemas.microsoft.com/office/drawing/2014/main" id="{21DC118A-2938-B3F1-1FE6-F054282BA382}"/>
                </a:ext>
              </a:extLst>
            </p:cNvPr>
            <p:cNvSpPr>
              <a:spLocks/>
            </p:cNvSpPr>
            <p:nvPr/>
          </p:nvSpPr>
          <p:spPr bwMode="auto">
            <a:xfrm rot="5094805">
              <a:off x="2125082" y="4901414"/>
              <a:ext cx="34275" cy="20565"/>
            </a:xfrm>
            <a:custGeom>
              <a:avLst/>
              <a:gdLst>
                <a:gd name="T0" fmla="*/ 8 w 13"/>
                <a:gd name="T1" fmla="*/ 6 h 8"/>
                <a:gd name="T2" fmla="*/ 0 w 13"/>
                <a:gd name="T3" fmla="*/ 7 h 8"/>
                <a:gd name="T4" fmla="*/ 5 w 13"/>
                <a:gd name="T5" fmla="*/ 3 h 8"/>
                <a:gd name="T6" fmla="*/ 12 w 13"/>
                <a:gd name="T7" fmla="*/ 2 h 8"/>
                <a:gd name="T8" fmla="*/ 8 w 13"/>
                <a:gd name="T9" fmla="*/ 6 h 8"/>
              </a:gdLst>
              <a:ahLst/>
              <a:cxnLst>
                <a:cxn ang="0">
                  <a:pos x="T0" y="T1"/>
                </a:cxn>
                <a:cxn ang="0">
                  <a:pos x="T2" y="T3"/>
                </a:cxn>
                <a:cxn ang="0">
                  <a:pos x="T4" y="T5"/>
                </a:cxn>
                <a:cxn ang="0">
                  <a:pos x="T6" y="T7"/>
                </a:cxn>
                <a:cxn ang="0">
                  <a:pos x="T8" y="T9"/>
                </a:cxn>
              </a:cxnLst>
              <a:rect l="0" t="0" r="r" b="b"/>
              <a:pathLst>
                <a:path w="13" h="8">
                  <a:moveTo>
                    <a:pt x="8" y="6"/>
                  </a:moveTo>
                  <a:cubicBezTo>
                    <a:pt x="3" y="8"/>
                    <a:pt x="0" y="8"/>
                    <a:pt x="0" y="7"/>
                  </a:cubicBezTo>
                  <a:cubicBezTo>
                    <a:pt x="0" y="6"/>
                    <a:pt x="2" y="4"/>
                    <a:pt x="5" y="3"/>
                  </a:cubicBezTo>
                  <a:cubicBezTo>
                    <a:pt x="9" y="1"/>
                    <a:pt x="13" y="0"/>
                    <a:pt x="12" y="2"/>
                  </a:cubicBezTo>
                  <a:cubicBezTo>
                    <a:pt x="11" y="3"/>
                    <a:pt x="9"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3" name="Freeform 2565">
              <a:extLst>
                <a:ext uri="{FF2B5EF4-FFF2-40B4-BE49-F238E27FC236}">
                  <a16:creationId xmlns:a16="http://schemas.microsoft.com/office/drawing/2014/main" id="{899A1C26-893A-8CF2-596D-8C4A7C375A6D}"/>
                </a:ext>
              </a:extLst>
            </p:cNvPr>
            <p:cNvSpPr>
              <a:spLocks/>
            </p:cNvSpPr>
            <p:nvPr/>
          </p:nvSpPr>
          <p:spPr bwMode="auto">
            <a:xfrm rot="5094805">
              <a:off x="2226407" y="5087280"/>
              <a:ext cx="36560" cy="18280"/>
            </a:xfrm>
            <a:custGeom>
              <a:avLst/>
              <a:gdLst>
                <a:gd name="T0" fmla="*/ 15 w 15"/>
                <a:gd name="T1" fmla="*/ 0 h 7"/>
                <a:gd name="T2" fmla="*/ 7 w 15"/>
                <a:gd name="T3" fmla="*/ 6 h 7"/>
                <a:gd name="T4" fmla="*/ 1 w 15"/>
                <a:gd name="T5" fmla="*/ 6 h 7"/>
                <a:gd name="T6" fmla="*/ 7 w 15"/>
                <a:gd name="T7" fmla="*/ 1 h 7"/>
                <a:gd name="T8" fmla="*/ 15 w 15"/>
                <a:gd name="T9" fmla="*/ 0 h 7"/>
              </a:gdLst>
              <a:ahLst/>
              <a:cxnLst>
                <a:cxn ang="0">
                  <a:pos x="T0" y="T1"/>
                </a:cxn>
                <a:cxn ang="0">
                  <a:pos x="T2" y="T3"/>
                </a:cxn>
                <a:cxn ang="0">
                  <a:pos x="T4" y="T5"/>
                </a:cxn>
                <a:cxn ang="0">
                  <a:pos x="T6" y="T7"/>
                </a:cxn>
                <a:cxn ang="0">
                  <a:pos x="T8" y="T9"/>
                </a:cxn>
              </a:cxnLst>
              <a:rect l="0" t="0" r="r" b="b"/>
              <a:pathLst>
                <a:path w="15" h="7">
                  <a:moveTo>
                    <a:pt x="15" y="0"/>
                  </a:moveTo>
                  <a:cubicBezTo>
                    <a:pt x="12" y="3"/>
                    <a:pt x="10" y="4"/>
                    <a:pt x="7" y="6"/>
                  </a:cubicBezTo>
                  <a:cubicBezTo>
                    <a:pt x="4" y="7"/>
                    <a:pt x="0" y="7"/>
                    <a:pt x="1" y="6"/>
                  </a:cubicBezTo>
                  <a:cubicBezTo>
                    <a:pt x="1" y="5"/>
                    <a:pt x="4" y="2"/>
                    <a:pt x="7" y="1"/>
                  </a:cubicBezTo>
                  <a:cubicBezTo>
                    <a:pt x="10" y="1"/>
                    <a:pt x="12"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4" name="Freeform 2566">
              <a:extLst>
                <a:ext uri="{FF2B5EF4-FFF2-40B4-BE49-F238E27FC236}">
                  <a16:creationId xmlns:a16="http://schemas.microsoft.com/office/drawing/2014/main" id="{4358B86A-566F-8680-E3DA-B90B8400C2F9}"/>
                </a:ext>
              </a:extLst>
            </p:cNvPr>
            <p:cNvSpPr>
              <a:spLocks/>
            </p:cNvSpPr>
            <p:nvPr/>
          </p:nvSpPr>
          <p:spPr bwMode="auto">
            <a:xfrm rot="5094805">
              <a:off x="2323084" y="5271372"/>
              <a:ext cx="36560" cy="18280"/>
            </a:xfrm>
            <a:custGeom>
              <a:avLst/>
              <a:gdLst>
                <a:gd name="T0" fmla="*/ 15 w 15"/>
                <a:gd name="T1" fmla="*/ 0 h 8"/>
                <a:gd name="T2" fmla="*/ 8 w 15"/>
                <a:gd name="T3" fmla="*/ 6 h 8"/>
                <a:gd name="T4" fmla="*/ 1 w 15"/>
                <a:gd name="T5" fmla="*/ 7 h 8"/>
                <a:gd name="T6" fmla="*/ 6 w 15"/>
                <a:gd name="T7" fmla="*/ 2 h 8"/>
                <a:gd name="T8" fmla="*/ 15 w 15"/>
                <a:gd name="T9" fmla="*/ 0 h 8"/>
              </a:gdLst>
              <a:ahLst/>
              <a:cxnLst>
                <a:cxn ang="0">
                  <a:pos x="T0" y="T1"/>
                </a:cxn>
                <a:cxn ang="0">
                  <a:pos x="T2" y="T3"/>
                </a:cxn>
                <a:cxn ang="0">
                  <a:pos x="T4" y="T5"/>
                </a:cxn>
                <a:cxn ang="0">
                  <a:pos x="T6" y="T7"/>
                </a:cxn>
                <a:cxn ang="0">
                  <a:pos x="T8" y="T9"/>
                </a:cxn>
              </a:cxnLst>
              <a:rect l="0" t="0" r="r" b="b"/>
              <a:pathLst>
                <a:path w="15" h="8">
                  <a:moveTo>
                    <a:pt x="15" y="0"/>
                  </a:moveTo>
                  <a:cubicBezTo>
                    <a:pt x="12" y="3"/>
                    <a:pt x="11" y="4"/>
                    <a:pt x="8" y="6"/>
                  </a:cubicBezTo>
                  <a:cubicBezTo>
                    <a:pt x="6" y="7"/>
                    <a:pt x="2" y="8"/>
                    <a:pt x="1" y="7"/>
                  </a:cubicBezTo>
                  <a:cubicBezTo>
                    <a:pt x="0" y="6"/>
                    <a:pt x="2" y="3"/>
                    <a:pt x="6" y="2"/>
                  </a:cubicBezTo>
                  <a:cubicBezTo>
                    <a:pt x="8" y="1"/>
                    <a:pt x="11"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5" name="Freeform 2567">
              <a:extLst>
                <a:ext uri="{FF2B5EF4-FFF2-40B4-BE49-F238E27FC236}">
                  <a16:creationId xmlns:a16="http://schemas.microsoft.com/office/drawing/2014/main" id="{E633EFAC-2790-B2DC-D507-9FB1D4EF1486}"/>
                </a:ext>
              </a:extLst>
            </p:cNvPr>
            <p:cNvSpPr>
              <a:spLocks/>
            </p:cNvSpPr>
            <p:nvPr/>
          </p:nvSpPr>
          <p:spPr bwMode="auto">
            <a:xfrm rot="5094805">
              <a:off x="2415112" y="5453689"/>
              <a:ext cx="34275" cy="20565"/>
            </a:xfrm>
            <a:custGeom>
              <a:avLst/>
              <a:gdLst>
                <a:gd name="T0" fmla="*/ 9 w 14"/>
                <a:gd name="T1" fmla="*/ 6 h 8"/>
                <a:gd name="T2" fmla="*/ 1 w 14"/>
                <a:gd name="T3" fmla="*/ 6 h 8"/>
                <a:gd name="T4" fmla="*/ 6 w 14"/>
                <a:gd name="T5" fmla="*/ 2 h 8"/>
                <a:gd name="T6" fmla="*/ 13 w 14"/>
                <a:gd name="T7" fmla="*/ 2 h 8"/>
                <a:gd name="T8" fmla="*/ 9 w 14"/>
                <a:gd name="T9" fmla="*/ 6 h 8"/>
              </a:gdLst>
              <a:ahLst/>
              <a:cxnLst>
                <a:cxn ang="0">
                  <a:pos x="T0" y="T1"/>
                </a:cxn>
                <a:cxn ang="0">
                  <a:pos x="T2" y="T3"/>
                </a:cxn>
                <a:cxn ang="0">
                  <a:pos x="T4" y="T5"/>
                </a:cxn>
                <a:cxn ang="0">
                  <a:pos x="T6" y="T7"/>
                </a:cxn>
                <a:cxn ang="0">
                  <a:pos x="T8" y="T9"/>
                </a:cxn>
              </a:cxnLst>
              <a:rect l="0" t="0" r="r" b="b"/>
              <a:pathLst>
                <a:path w="14" h="8">
                  <a:moveTo>
                    <a:pt x="9" y="6"/>
                  </a:moveTo>
                  <a:cubicBezTo>
                    <a:pt x="4" y="8"/>
                    <a:pt x="1" y="7"/>
                    <a:pt x="1" y="6"/>
                  </a:cubicBezTo>
                  <a:cubicBezTo>
                    <a:pt x="0" y="5"/>
                    <a:pt x="2" y="3"/>
                    <a:pt x="6" y="2"/>
                  </a:cubicBezTo>
                  <a:cubicBezTo>
                    <a:pt x="9" y="0"/>
                    <a:pt x="14" y="0"/>
                    <a:pt x="13" y="2"/>
                  </a:cubicBezTo>
                  <a:cubicBezTo>
                    <a:pt x="12" y="3"/>
                    <a:pt x="10" y="5"/>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6" name="Freeform 2568">
              <a:extLst>
                <a:ext uri="{FF2B5EF4-FFF2-40B4-BE49-F238E27FC236}">
                  <a16:creationId xmlns:a16="http://schemas.microsoft.com/office/drawing/2014/main" id="{41DF9B11-5839-407C-A8BE-0D1BBD0FD9A3}"/>
                </a:ext>
              </a:extLst>
            </p:cNvPr>
            <p:cNvSpPr>
              <a:spLocks/>
            </p:cNvSpPr>
            <p:nvPr/>
          </p:nvSpPr>
          <p:spPr bwMode="auto">
            <a:xfrm rot="5094805">
              <a:off x="2497206" y="5642718"/>
              <a:ext cx="29705" cy="18280"/>
            </a:xfrm>
            <a:custGeom>
              <a:avLst/>
              <a:gdLst>
                <a:gd name="T0" fmla="*/ 12 w 12"/>
                <a:gd name="T1" fmla="*/ 0 h 7"/>
                <a:gd name="T2" fmla="*/ 7 w 12"/>
                <a:gd name="T3" fmla="*/ 5 h 7"/>
                <a:gd name="T4" fmla="*/ 0 w 12"/>
                <a:gd name="T5" fmla="*/ 5 h 7"/>
                <a:gd name="T6" fmla="*/ 5 w 12"/>
                <a:gd name="T7" fmla="*/ 0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12" y="2"/>
                    <a:pt x="10" y="4"/>
                    <a:pt x="7" y="5"/>
                  </a:cubicBezTo>
                  <a:cubicBezTo>
                    <a:pt x="3" y="7"/>
                    <a:pt x="0" y="6"/>
                    <a:pt x="0" y="5"/>
                  </a:cubicBezTo>
                  <a:cubicBezTo>
                    <a:pt x="0" y="3"/>
                    <a:pt x="2" y="1"/>
                    <a:pt x="5" y="0"/>
                  </a:cubicBezTo>
                  <a:cubicBezTo>
                    <a:pt x="8" y="0"/>
                    <a:pt x="10"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7" name="Freeform 2569">
              <a:extLst>
                <a:ext uri="{FF2B5EF4-FFF2-40B4-BE49-F238E27FC236}">
                  <a16:creationId xmlns:a16="http://schemas.microsoft.com/office/drawing/2014/main" id="{BBA52442-1810-200B-E11B-9BC4A03E300D}"/>
                </a:ext>
              </a:extLst>
            </p:cNvPr>
            <p:cNvSpPr>
              <a:spLocks/>
            </p:cNvSpPr>
            <p:nvPr/>
          </p:nvSpPr>
          <p:spPr bwMode="auto">
            <a:xfrm rot="5094805">
              <a:off x="2563351" y="5832761"/>
              <a:ext cx="34275" cy="15995"/>
            </a:xfrm>
            <a:custGeom>
              <a:avLst/>
              <a:gdLst>
                <a:gd name="T0" fmla="*/ 6 w 14"/>
                <a:gd name="T1" fmla="*/ 0 h 7"/>
                <a:gd name="T2" fmla="*/ 12 w 14"/>
                <a:gd name="T3" fmla="*/ 1 h 7"/>
                <a:gd name="T4" fmla="*/ 7 w 14"/>
                <a:gd name="T5" fmla="*/ 6 h 7"/>
                <a:gd name="T6" fmla="*/ 0 w 14"/>
                <a:gd name="T7" fmla="*/ 5 h 7"/>
                <a:gd name="T8" fmla="*/ 6 w 14"/>
                <a:gd name="T9" fmla="*/ 0 h 7"/>
              </a:gdLst>
              <a:ahLst/>
              <a:cxnLst>
                <a:cxn ang="0">
                  <a:pos x="T0" y="T1"/>
                </a:cxn>
                <a:cxn ang="0">
                  <a:pos x="T2" y="T3"/>
                </a:cxn>
                <a:cxn ang="0">
                  <a:pos x="T4" y="T5"/>
                </a:cxn>
                <a:cxn ang="0">
                  <a:pos x="T6" y="T7"/>
                </a:cxn>
                <a:cxn ang="0">
                  <a:pos x="T8" y="T9"/>
                </a:cxn>
              </a:cxnLst>
              <a:rect l="0" t="0" r="r" b="b"/>
              <a:pathLst>
                <a:path w="14" h="7">
                  <a:moveTo>
                    <a:pt x="6" y="0"/>
                  </a:moveTo>
                  <a:cubicBezTo>
                    <a:pt x="8" y="0"/>
                    <a:pt x="11" y="0"/>
                    <a:pt x="12" y="1"/>
                  </a:cubicBezTo>
                  <a:cubicBezTo>
                    <a:pt x="14" y="2"/>
                    <a:pt x="11" y="5"/>
                    <a:pt x="7" y="6"/>
                  </a:cubicBezTo>
                  <a:cubicBezTo>
                    <a:pt x="4" y="7"/>
                    <a:pt x="1" y="6"/>
                    <a:pt x="0" y="5"/>
                  </a:cubicBezTo>
                  <a:cubicBezTo>
                    <a:pt x="0" y="3"/>
                    <a:pt x="1"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8" name="Freeform 2570">
              <a:extLst>
                <a:ext uri="{FF2B5EF4-FFF2-40B4-BE49-F238E27FC236}">
                  <a16:creationId xmlns:a16="http://schemas.microsoft.com/office/drawing/2014/main" id="{476623CD-CC56-8086-C891-CAD4D94C34FB}"/>
                </a:ext>
              </a:extLst>
            </p:cNvPr>
            <p:cNvSpPr>
              <a:spLocks/>
            </p:cNvSpPr>
            <p:nvPr/>
          </p:nvSpPr>
          <p:spPr bwMode="auto">
            <a:xfrm rot="5094805">
              <a:off x="2617922" y="6019458"/>
              <a:ext cx="34275" cy="18280"/>
            </a:xfrm>
            <a:custGeom>
              <a:avLst/>
              <a:gdLst>
                <a:gd name="T0" fmla="*/ 6 w 14"/>
                <a:gd name="T1" fmla="*/ 7 h 7"/>
                <a:gd name="T2" fmla="*/ 1 w 14"/>
                <a:gd name="T3" fmla="*/ 4 h 7"/>
                <a:gd name="T4" fmla="*/ 6 w 14"/>
                <a:gd name="T5" fmla="*/ 0 h 7"/>
                <a:gd name="T6" fmla="*/ 13 w 14"/>
                <a:gd name="T7" fmla="*/ 3 h 7"/>
                <a:gd name="T8" fmla="*/ 6 w 14"/>
                <a:gd name="T9" fmla="*/ 7 h 7"/>
              </a:gdLst>
              <a:ahLst/>
              <a:cxnLst>
                <a:cxn ang="0">
                  <a:pos x="T0" y="T1"/>
                </a:cxn>
                <a:cxn ang="0">
                  <a:pos x="T2" y="T3"/>
                </a:cxn>
                <a:cxn ang="0">
                  <a:pos x="T4" y="T5"/>
                </a:cxn>
                <a:cxn ang="0">
                  <a:pos x="T6" y="T7"/>
                </a:cxn>
                <a:cxn ang="0">
                  <a:pos x="T8" y="T9"/>
                </a:cxn>
              </a:cxnLst>
              <a:rect l="0" t="0" r="r" b="b"/>
              <a:pathLst>
                <a:path w="14" h="7">
                  <a:moveTo>
                    <a:pt x="6" y="7"/>
                  </a:moveTo>
                  <a:cubicBezTo>
                    <a:pt x="4" y="6"/>
                    <a:pt x="1" y="5"/>
                    <a:pt x="1" y="4"/>
                  </a:cubicBezTo>
                  <a:cubicBezTo>
                    <a:pt x="0" y="2"/>
                    <a:pt x="3" y="1"/>
                    <a:pt x="6" y="0"/>
                  </a:cubicBezTo>
                  <a:cubicBezTo>
                    <a:pt x="10" y="0"/>
                    <a:pt x="14" y="1"/>
                    <a:pt x="13" y="3"/>
                  </a:cubicBezTo>
                  <a:cubicBezTo>
                    <a:pt x="12" y="4"/>
                    <a:pt x="9"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9" name="Freeform 2571">
              <a:extLst>
                <a:ext uri="{FF2B5EF4-FFF2-40B4-BE49-F238E27FC236}">
                  <a16:creationId xmlns:a16="http://schemas.microsoft.com/office/drawing/2014/main" id="{010DBD43-9759-6E7B-92A1-1F8AA3D8B1AF}"/>
                </a:ext>
              </a:extLst>
            </p:cNvPr>
            <p:cNvSpPr>
              <a:spLocks/>
            </p:cNvSpPr>
            <p:nvPr/>
          </p:nvSpPr>
          <p:spPr bwMode="auto">
            <a:xfrm rot="5094805">
              <a:off x="2661421" y="6211825"/>
              <a:ext cx="31990" cy="18280"/>
            </a:xfrm>
            <a:custGeom>
              <a:avLst/>
              <a:gdLst>
                <a:gd name="T0" fmla="*/ 13 w 13"/>
                <a:gd name="T1" fmla="*/ 4 h 8"/>
                <a:gd name="T2" fmla="*/ 7 w 13"/>
                <a:gd name="T3" fmla="*/ 7 h 8"/>
                <a:gd name="T4" fmla="*/ 0 w 13"/>
                <a:gd name="T5" fmla="*/ 4 h 8"/>
                <a:gd name="T6" fmla="*/ 6 w 13"/>
                <a:gd name="T7" fmla="*/ 1 h 8"/>
                <a:gd name="T8" fmla="*/ 13 w 13"/>
                <a:gd name="T9" fmla="*/ 4 h 8"/>
              </a:gdLst>
              <a:ahLst/>
              <a:cxnLst>
                <a:cxn ang="0">
                  <a:pos x="T0" y="T1"/>
                </a:cxn>
                <a:cxn ang="0">
                  <a:pos x="T2" y="T3"/>
                </a:cxn>
                <a:cxn ang="0">
                  <a:pos x="T4" y="T5"/>
                </a:cxn>
                <a:cxn ang="0">
                  <a:pos x="T6" y="T7"/>
                </a:cxn>
                <a:cxn ang="0">
                  <a:pos x="T8" y="T9"/>
                </a:cxn>
              </a:cxnLst>
              <a:rect l="0" t="0" r="r" b="b"/>
              <a:pathLst>
                <a:path w="13" h="8">
                  <a:moveTo>
                    <a:pt x="13" y="4"/>
                  </a:moveTo>
                  <a:cubicBezTo>
                    <a:pt x="11" y="4"/>
                    <a:pt x="9" y="6"/>
                    <a:pt x="7" y="7"/>
                  </a:cubicBezTo>
                  <a:cubicBezTo>
                    <a:pt x="3" y="8"/>
                    <a:pt x="0" y="6"/>
                    <a:pt x="0" y="4"/>
                  </a:cubicBezTo>
                  <a:cubicBezTo>
                    <a:pt x="0" y="3"/>
                    <a:pt x="3" y="1"/>
                    <a:pt x="6" y="1"/>
                  </a:cubicBezTo>
                  <a:cubicBezTo>
                    <a:pt x="10" y="0"/>
                    <a:pt x="13" y="1"/>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0" name="Freeform 2572">
              <a:extLst>
                <a:ext uri="{FF2B5EF4-FFF2-40B4-BE49-F238E27FC236}">
                  <a16:creationId xmlns:a16="http://schemas.microsoft.com/office/drawing/2014/main" id="{BDB2054E-203B-61DD-B79C-FD57354E7E23}"/>
                </a:ext>
              </a:extLst>
            </p:cNvPr>
            <p:cNvSpPr>
              <a:spLocks/>
            </p:cNvSpPr>
            <p:nvPr/>
          </p:nvSpPr>
          <p:spPr bwMode="auto">
            <a:xfrm rot="5094805">
              <a:off x="2716089" y="6400702"/>
              <a:ext cx="34275" cy="18280"/>
            </a:xfrm>
            <a:custGeom>
              <a:avLst/>
              <a:gdLst>
                <a:gd name="T0" fmla="*/ 6 w 14"/>
                <a:gd name="T1" fmla="*/ 7 h 7"/>
                <a:gd name="T2" fmla="*/ 1 w 14"/>
                <a:gd name="T3" fmla="*/ 4 h 7"/>
                <a:gd name="T4" fmla="*/ 6 w 14"/>
                <a:gd name="T5" fmla="*/ 1 h 7"/>
                <a:gd name="T6" fmla="*/ 13 w 14"/>
                <a:gd name="T7" fmla="*/ 2 h 7"/>
                <a:gd name="T8" fmla="*/ 6 w 14"/>
                <a:gd name="T9" fmla="*/ 7 h 7"/>
              </a:gdLst>
              <a:ahLst/>
              <a:cxnLst>
                <a:cxn ang="0">
                  <a:pos x="T0" y="T1"/>
                </a:cxn>
                <a:cxn ang="0">
                  <a:pos x="T2" y="T3"/>
                </a:cxn>
                <a:cxn ang="0">
                  <a:pos x="T4" y="T5"/>
                </a:cxn>
                <a:cxn ang="0">
                  <a:pos x="T6" y="T7"/>
                </a:cxn>
                <a:cxn ang="0">
                  <a:pos x="T8" y="T9"/>
                </a:cxn>
              </a:cxnLst>
              <a:rect l="0" t="0" r="r" b="b"/>
              <a:pathLst>
                <a:path w="14" h="7">
                  <a:moveTo>
                    <a:pt x="6" y="7"/>
                  </a:moveTo>
                  <a:cubicBezTo>
                    <a:pt x="4" y="6"/>
                    <a:pt x="1" y="6"/>
                    <a:pt x="1" y="4"/>
                  </a:cubicBezTo>
                  <a:cubicBezTo>
                    <a:pt x="0" y="3"/>
                    <a:pt x="3" y="1"/>
                    <a:pt x="6" y="1"/>
                  </a:cubicBezTo>
                  <a:cubicBezTo>
                    <a:pt x="10" y="0"/>
                    <a:pt x="14" y="1"/>
                    <a:pt x="13" y="2"/>
                  </a:cubicBezTo>
                  <a:cubicBezTo>
                    <a:pt x="12" y="4"/>
                    <a:pt x="9"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1" name="Freeform 2573">
              <a:extLst>
                <a:ext uri="{FF2B5EF4-FFF2-40B4-BE49-F238E27FC236}">
                  <a16:creationId xmlns:a16="http://schemas.microsoft.com/office/drawing/2014/main" id="{A4CC33E0-00BB-74D0-378F-2A4C825611D6}"/>
                </a:ext>
              </a:extLst>
            </p:cNvPr>
            <p:cNvSpPr>
              <a:spLocks/>
            </p:cNvSpPr>
            <p:nvPr/>
          </p:nvSpPr>
          <p:spPr bwMode="auto">
            <a:xfrm rot="5094805">
              <a:off x="2783178" y="6587427"/>
              <a:ext cx="34275" cy="18280"/>
            </a:xfrm>
            <a:custGeom>
              <a:avLst/>
              <a:gdLst>
                <a:gd name="T0" fmla="*/ 8 w 14"/>
                <a:gd name="T1" fmla="*/ 6 h 8"/>
                <a:gd name="T2" fmla="*/ 1 w 14"/>
                <a:gd name="T3" fmla="*/ 6 h 8"/>
                <a:gd name="T4" fmla="*/ 6 w 14"/>
                <a:gd name="T5" fmla="*/ 1 h 8"/>
                <a:gd name="T6" fmla="*/ 13 w 14"/>
                <a:gd name="T7" fmla="*/ 2 h 8"/>
                <a:gd name="T8" fmla="*/ 8 w 14"/>
                <a:gd name="T9" fmla="*/ 6 h 8"/>
              </a:gdLst>
              <a:ahLst/>
              <a:cxnLst>
                <a:cxn ang="0">
                  <a:pos x="T0" y="T1"/>
                </a:cxn>
                <a:cxn ang="0">
                  <a:pos x="T2" y="T3"/>
                </a:cxn>
                <a:cxn ang="0">
                  <a:pos x="T4" y="T5"/>
                </a:cxn>
                <a:cxn ang="0">
                  <a:pos x="T6" y="T7"/>
                </a:cxn>
                <a:cxn ang="0">
                  <a:pos x="T8" y="T9"/>
                </a:cxn>
              </a:cxnLst>
              <a:rect l="0" t="0" r="r" b="b"/>
              <a:pathLst>
                <a:path w="14" h="8">
                  <a:moveTo>
                    <a:pt x="8" y="6"/>
                  </a:moveTo>
                  <a:cubicBezTo>
                    <a:pt x="4" y="8"/>
                    <a:pt x="1" y="7"/>
                    <a:pt x="1" y="6"/>
                  </a:cubicBezTo>
                  <a:cubicBezTo>
                    <a:pt x="0" y="4"/>
                    <a:pt x="2" y="2"/>
                    <a:pt x="6" y="1"/>
                  </a:cubicBezTo>
                  <a:cubicBezTo>
                    <a:pt x="10" y="0"/>
                    <a:pt x="14" y="1"/>
                    <a:pt x="13" y="2"/>
                  </a:cubicBezTo>
                  <a:cubicBezTo>
                    <a:pt x="12" y="4"/>
                    <a:pt x="10"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2" name="Freeform 2574">
              <a:extLst>
                <a:ext uri="{FF2B5EF4-FFF2-40B4-BE49-F238E27FC236}">
                  <a16:creationId xmlns:a16="http://schemas.microsoft.com/office/drawing/2014/main" id="{5AA51781-B209-2BE7-5583-AEF0B4C8DA46}"/>
                </a:ext>
              </a:extLst>
            </p:cNvPr>
            <p:cNvSpPr>
              <a:spLocks/>
            </p:cNvSpPr>
            <p:nvPr/>
          </p:nvSpPr>
          <p:spPr bwMode="auto">
            <a:xfrm rot="5094805">
              <a:off x="2860509" y="6774383"/>
              <a:ext cx="34275" cy="15995"/>
            </a:xfrm>
            <a:custGeom>
              <a:avLst/>
              <a:gdLst>
                <a:gd name="T0" fmla="*/ 7 w 14"/>
                <a:gd name="T1" fmla="*/ 0 h 7"/>
                <a:gd name="T2" fmla="*/ 12 w 14"/>
                <a:gd name="T3" fmla="*/ 1 h 7"/>
                <a:gd name="T4" fmla="*/ 6 w 14"/>
                <a:gd name="T5" fmla="*/ 6 h 7"/>
                <a:gd name="T6" fmla="*/ 0 w 14"/>
                <a:gd name="T7" fmla="*/ 5 h 7"/>
                <a:gd name="T8" fmla="*/ 7 w 14"/>
                <a:gd name="T9" fmla="*/ 0 h 7"/>
              </a:gdLst>
              <a:ahLst/>
              <a:cxnLst>
                <a:cxn ang="0">
                  <a:pos x="T0" y="T1"/>
                </a:cxn>
                <a:cxn ang="0">
                  <a:pos x="T2" y="T3"/>
                </a:cxn>
                <a:cxn ang="0">
                  <a:pos x="T4" y="T5"/>
                </a:cxn>
                <a:cxn ang="0">
                  <a:pos x="T6" y="T7"/>
                </a:cxn>
                <a:cxn ang="0">
                  <a:pos x="T8" y="T9"/>
                </a:cxn>
              </a:cxnLst>
              <a:rect l="0" t="0" r="r" b="b"/>
              <a:pathLst>
                <a:path w="14" h="7">
                  <a:moveTo>
                    <a:pt x="7" y="0"/>
                  </a:moveTo>
                  <a:cubicBezTo>
                    <a:pt x="9" y="0"/>
                    <a:pt x="11" y="0"/>
                    <a:pt x="12" y="1"/>
                  </a:cubicBezTo>
                  <a:cubicBezTo>
                    <a:pt x="14" y="2"/>
                    <a:pt x="10" y="5"/>
                    <a:pt x="6" y="6"/>
                  </a:cubicBezTo>
                  <a:cubicBezTo>
                    <a:pt x="3" y="7"/>
                    <a:pt x="1" y="6"/>
                    <a:pt x="0" y="5"/>
                  </a:cubicBezTo>
                  <a:cubicBezTo>
                    <a:pt x="0" y="4"/>
                    <a:pt x="2" y="2"/>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3" name="Freeform 2596">
              <a:extLst>
                <a:ext uri="{FF2B5EF4-FFF2-40B4-BE49-F238E27FC236}">
                  <a16:creationId xmlns:a16="http://schemas.microsoft.com/office/drawing/2014/main" id="{A9667BA0-EB85-3850-29AD-591CE48BB994}"/>
                </a:ext>
              </a:extLst>
            </p:cNvPr>
            <p:cNvSpPr>
              <a:spLocks/>
            </p:cNvSpPr>
            <p:nvPr/>
          </p:nvSpPr>
          <p:spPr bwMode="auto">
            <a:xfrm rot="5094805">
              <a:off x="1615886" y="53730"/>
              <a:ext cx="31990" cy="27420"/>
            </a:xfrm>
            <a:custGeom>
              <a:avLst/>
              <a:gdLst>
                <a:gd name="T0" fmla="*/ 13 w 13"/>
                <a:gd name="T1" fmla="*/ 5 h 12"/>
                <a:gd name="T2" fmla="*/ 7 w 13"/>
                <a:gd name="T3" fmla="*/ 10 h 12"/>
                <a:gd name="T4" fmla="*/ 0 w 13"/>
                <a:gd name="T5" fmla="*/ 6 h 12"/>
                <a:gd name="T6" fmla="*/ 6 w 13"/>
                <a:gd name="T7" fmla="*/ 0 h 12"/>
                <a:gd name="T8" fmla="*/ 13 w 13"/>
                <a:gd name="T9" fmla="*/ 5 h 12"/>
              </a:gdLst>
              <a:ahLst/>
              <a:cxnLst>
                <a:cxn ang="0">
                  <a:pos x="T0" y="T1"/>
                </a:cxn>
                <a:cxn ang="0">
                  <a:pos x="T2" y="T3"/>
                </a:cxn>
                <a:cxn ang="0">
                  <a:pos x="T4" y="T5"/>
                </a:cxn>
                <a:cxn ang="0">
                  <a:pos x="T6" y="T7"/>
                </a:cxn>
                <a:cxn ang="0">
                  <a:pos x="T8" y="T9"/>
                </a:cxn>
              </a:cxnLst>
              <a:rect l="0" t="0" r="r" b="b"/>
              <a:pathLst>
                <a:path w="13" h="12">
                  <a:moveTo>
                    <a:pt x="13" y="5"/>
                  </a:moveTo>
                  <a:cubicBezTo>
                    <a:pt x="11" y="6"/>
                    <a:pt x="10" y="9"/>
                    <a:pt x="7" y="10"/>
                  </a:cubicBezTo>
                  <a:cubicBezTo>
                    <a:pt x="4" y="12"/>
                    <a:pt x="0" y="10"/>
                    <a:pt x="0" y="6"/>
                  </a:cubicBezTo>
                  <a:cubicBezTo>
                    <a:pt x="0" y="4"/>
                    <a:pt x="3" y="1"/>
                    <a:pt x="6" y="0"/>
                  </a:cubicBezTo>
                  <a:cubicBezTo>
                    <a:pt x="9" y="0"/>
                    <a:pt x="12" y="1"/>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4" name="Freeform 2597">
              <a:extLst>
                <a:ext uri="{FF2B5EF4-FFF2-40B4-BE49-F238E27FC236}">
                  <a16:creationId xmlns:a16="http://schemas.microsoft.com/office/drawing/2014/main" id="{4AA66C1A-3D90-2BD2-0F30-327E75C7007A}"/>
                </a:ext>
              </a:extLst>
            </p:cNvPr>
            <p:cNvSpPr>
              <a:spLocks/>
            </p:cNvSpPr>
            <p:nvPr/>
          </p:nvSpPr>
          <p:spPr bwMode="auto">
            <a:xfrm rot="5094805">
              <a:off x="1661247" y="243425"/>
              <a:ext cx="34275" cy="22850"/>
            </a:xfrm>
            <a:custGeom>
              <a:avLst/>
              <a:gdLst>
                <a:gd name="T0" fmla="*/ 9 w 14"/>
                <a:gd name="T1" fmla="*/ 10 h 10"/>
                <a:gd name="T2" fmla="*/ 1 w 14"/>
                <a:gd name="T3" fmla="*/ 5 h 10"/>
                <a:gd name="T4" fmla="*/ 6 w 14"/>
                <a:gd name="T5" fmla="*/ 0 h 10"/>
                <a:gd name="T6" fmla="*/ 13 w 14"/>
                <a:gd name="T7" fmla="*/ 6 h 10"/>
                <a:gd name="T8" fmla="*/ 9 w 14"/>
                <a:gd name="T9" fmla="*/ 10 h 10"/>
              </a:gdLst>
              <a:ahLst/>
              <a:cxnLst>
                <a:cxn ang="0">
                  <a:pos x="T0" y="T1"/>
                </a:cxn>
                <a:cxn ang="0">
                  <a:pos x="T2" y="T3"/>
                </a:cxn>
                <a:cxn ang="0">
                  <a:pos x="T4" y="T5"/>
                </a:cxn>
                <a:cxn ang="0">
                  <a:pos x="T6" y="T7"/>
                </a:cxn>
                <a:cxn ang="0">
                  <a:pos x="T8" y="T9"/>
                </a:cxn>
              </a:cxnLst>
              <a:rect l="0" t="0" r="r" b="b"/>
              <a:pathLst>
                <a:path w="14" h="10">
                  <a:moveTo>
                    <a:pt x="9" y="10"/>
                  </a:moveTo>
                  <a:cubicBezTo>
                    <a:pt x="4" y="10"/>
                    <a:pt x="1" y="8"/>
                    <a:pt x="1" y="5"/>
                  </a:cubicBezTo>
                  <a:cubicBezTo>
                    <a:pt x="0" y="2"/>
                    <a:pt x="3" y="0"/>
                    <a:pt x="6" y="0"/>
                  </a:cubicBezTo>
                  <a:cubicBezTo>
                    <a:pt x="10" y="0"/>
                    <a:pt x="14" y="3"/>
                    <a:pt x="13" y="6"/>
                  </a:cubicBezTo>
                  <a:cubicBezTo>
                    <a:pt x="12" y="8"/>
                    <a:pt x="10" y="9"/>
                    <a:pt x="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5" name="Freeform 2598">
              <a:extLst>
                <a:ext uri="{FF2B5EF4-FFF2-40B4-BE49-F238E27FC236}">
                  <a16:creationId xmlns:a16="http://schemas.microsoft.com/office/drawing/2014/main" id="{FC57CA55-A88E-F2C7-296C-A9BAD85D112E}"/>
                </a:ext>
              </a:extLst>
            </p:cNvPr>
            <p:cNvSpPr>
              <a:spLocks/>
            </p:cNvSpPr>
            <p:nvPr/>
          </p:nvSpPr>
          <p:spPr bwMode="auto">
            <a:xfrm rot="5094805">
              <a:off x="1657878" y="434040"/>
              <a:ext cx="36560" cy="29705"/>
            </a:xfrm>
            <a:custGeom>
              <a:avLst/>
              <a:gdLst>
                <a:gd name="T0" fmla="*/ 15 w 15"/>
                <a:gd name="T1" fmla="*/ 7 h 12"/>
                <a:gd name="T2" fmla="*/ 9 w 15"/>
                <a:gd name="T3" fmla="*/ 12 h 12"/>
                <a:gd name="T4" fmla="*/ 2 w 15"/>
                <a:gd name="T5" fmla="*/ 6 h 12"/>
                <a:gd name="T6" fmla="*/ 6 w 15"/>
                <a:gd name="T7" fmla="*/ 1 h 12"/>
                <a:gd name="T8" fmla="*/ 15 w 15"/>
                <a:gd name="T9" fmla="*/ 7 h 12"/>
              </a:gdLst>
              <a:ahLst/>
              <a:cxnLst>
                <a:cxn ang="0">
                  <a:pos x="T0" y="T1"/>
                </a:cxn>
                <a:cxn ang="0">
                  <a:pos x="T2" y="T3"/>
                </a:cxn>
                <a:cxn ang="0">
                  <a:pos x="T4" y="T5"/>
                </a:cxn>
                <a:cxn ang="0">
                  <a:pos x="T6" y="T7"/>
                </a:cxn>
                <a:cxn ang="0">
                  <a:pos x="T8" y="T9"/>
                </a:cxn>
              </a:cxnLst>
              <a:rect l="0" t="0" r="r" b="b"/>
              <a:pathLst>
                <a:path w="15" h="12">
                  <a:moveTo>
                    <a:pt x="15" y="7"/>
                  </a:moveTo>
                  <a:cubicBezTo>
                    <a:pt x="13" y="9"/>
                    <a:pt x="12" y="11"/>
                    <a:pt x="9" y="12"/>
                  </a:cubicBezTo>
                  <a:cubicBezTo>
                    <a:pt x="7" y="12"/>
                    <a:pt x="3" y="9"/>
                    <a:pt x="2" y="6"/>
                  </a:cubicBezTo>
                  <a:cubicBezTo>
                    <a:pt x="0" y="3"/>
                    <a:pt x="3" y="0"/>
                    <a:pt x="6" y="1"/>
                  </a:cubicBezTo>
                  <a:cubicBezTo>
                    <a:pt x="9" y="2"/>
                    <a:pt x="12" y="4"/>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6" name="Freeform 2599">
              <a:extLst>
                <a:ext uri="{FF2B5EF4-FFF2-40B4-BE49-F238E27FC236}">
                  <a16:creationId xmlns:a16="http://schemas.microsoft.com/office/drawing/2014/main" id="{393BF21A-DD5C-6D93-6F12-1450DD702FBF}"/>
                </a:ext>
              </a:extLst>
            </p:cNvPr>
            <p:cNvSpPr>
              <a:spLocks/>
            </p:cNvSpPr>
            <p:nvPr/>
          </p:nvSpPr>
          <p:spPr bwMode="auto">
            <a:xfrm rot="5094805">
              <a:off x="1616230" y="635138"/>
              <a:ext cx="34275" cy="31990"/>
            </a:xfrm>
            <a:custGeom>
              <a:avLst/>
              <a:gdLst>
                <a:gd name="T0" fmla="*/ 7 w 14"/>
                <a:gd name="T1" fmla="*/ 13 h 13"/>
                <a:gd name="T2" fmla="*/ 1 w 14"/>
                <a:gd name="T3" fmla="*/ 4 h 13"/>
                <a:gd name="T4" fmla="*/ 6 w 14"/>
                <a:gd name="T5" fmla="*/ 1 h 13"/>
                <a:gd name="T6" fmla="*/ 13 w 14"/>
                <a:gd name="T7" fmla="*/ 10 h 13"/>
                <a:gd name="T8" fmla="*/ 7 w 14"/>
                <a:gd name="T9" fmla="*/ 13 h 13"/>
              </a:gdLst>
              <a:ahLst/>
              <a:cxnLst>
                <a:cxn ang="0">
                  <a:pos x="T0" y="T1"/>
                </a:cxn>
                <a:cxn ang="0">
                  <a:pos x="T2" y="T3"/>
                </a:cxn>
                <a:cxn ang="0">
                  <a:pos x="T4" y="T5"/>
                </a:cxn>
                <a:cxn ang="0">
                  <a:pos x="T6" y="T7"/>
                </a:cxn>
                <a:cxn ang="0">
                  <a:pos x="T8" y="T9"/>
                </a:cxn>
              </a:cxnLst>
              <a:rect l="0" t="0" r="r" b="b"/>
              <a:pathLst>
                <a:path w="14" h="13">
                  <a:moveTo>
                    <a:pt x="7" y="13"/>
                  </a:moveTo>
                  <a:cubicBezTo>
                    <a:pt x="4" y="9"/>
                    <a:pt x="2" y="6"/>
                    <a:pt x="1" y="4"/>
                  </a:cubicBezTo>
                  <a:cubicBezTo>
                    <a:pt x="0" y="1"/>
                    <a:pt x="3" y="0"/>
                    <a:pt x="6" y="1"/>
                  </a:cubicBezTo>
                  <a:cubicBezTo>
                    <a:pt x="10" y="3"/>
                    <a:pt x="14" y="8"/>
                    <a:pt x="13" y="10"/>
                  </a:cubicBezTo>
                  <a:cubicBezTo>
                    <a:pt x="12" y="12"/>
                    <a:pt x="9" y="12"/>
                    <a:pt x="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7" name="Freeform 2600">
              <a:extLst>
                <a:ext uri="{FF2B5EF4-FFF2-40B4-BE49-F238E27FC236}">
                  <a16:creationId xmlns:a16="http://schemas.microsoft.com/office/drawing/2014/main" id="{6001E7EF-4C51-6E08-396D-F3DD12A92EAA}"/>
                </a:ext>
              </a:extLst>
            </p:cNvPr>
            <p:cNvSpPr>
              <a:spLocks/>
            </p:cNvSpPr>
            <p:nvPr/>
          </p:nvSpPr>
          <p:spPr bwMode="auto">
            <a:xfrm rot="5094805">
              <a:off x="1543655" y="837838"/>
              <a:ext cx="31990" cy="31990"/>
            </a:xfrm>
            <a:custGeom>
              <a:avLst/>
              <a:gdLst>
                <a:gd name="T0" fmla="*/ 13 w 13"/>
                <a:gd name="T1" fmla="*/ 12 h 13"/>
                <a:gd name="T2" fmla="*/ 7 w 13"/>
                <a:gd name="T3" fmla="*/ 12 h 13"/>
                <a:gd name="T4" fmla="*/ 0 w 13"/>
                <a:gd name="T5" fmla="*/ 2 h 13"/>
                <a:gd name="T6" fmla="*/ 7 w 13"/>
                <a:gd name="T7" fmla="*/ 2 h 13"/>
                <a:gd name="T8" fmla="*/ 13 w 13"/>
                <a:gd name="T9" fmla="*/ 12 h 13"/>
              </a:gdLst>
              <a:ahLst/>
              <a:cxnLst>
                <a:cxn ang="0">
                  <a:pos x="T0" y="T1"/>
                </a:cxn>
                <a:cxn ang="0">
                  <a:pos x="T2" y="T3"/>
                </a:cxn>
                <a:cxn ang="0">
                  <a:pos x="T4" y="T5"/>
                </a:cxn>
                <a:cxn ang="0">
                  <a:pos x="T6" y="T7"/>
                </a:cxn>
                <a:cxn ang="0">
                  <a:pos x="T8" y="T9"/>
                </a:cxn>
              </a:cxnLst>
              <a:rect l="0" t="0" r="r" b="b"/>
              <a:pathLst>
                <a:path w="13" h="13">
                  <a:moveTo>
                    <a:pt x="13" y="12"/>
                  </a:moveTo>
                  <a:cubicBezTo>
                    <a:pt x="12" y="12"/>
                    <a:pt x="10" y="13"/>
                    <a:pt x="7" y="12"/>
                  </a:cubicBezTo>
                  <a:cubicBezTo>
                    <a:pt x="4" y="11"/>
                    <a:pt x="0" y="5"/>
                    <a:pt x="0" y="2"/>
                  </a:cubicBezTo>
                  <a:cubicBezTo>
                    <a:pt x="0" y="0"/>
                    <a:pt x="3" y="0"/>
                    <a:pt x="7" y="2"/>
                  </a:cubicBezTo>
                  <a:cubicBezTo>
                    <a:pt x="10" y="4"/>
                    <a:pt x="13" y="8"/>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8" name="Freeform 2601">
              <a:extLst>
                <a:ext uri="{FF2B5EF4-FFF2-40B4-BE49-F238E27FC236}">
                  <a16:creationId xmlns:a16="http://schemas.microsoft.com/office/drawing/2014/main" id="{89889872-3DB7-28A6-CE71-EE0D06D0209C}"/>
                </a:ext>
              </a:extLst>
            </p:cNvPr>
            <p:cNvSpPr>
              <a:spLocks/>
            </p:cNvSpPr>
            <p:nvPr/>
          </p:nvSpPr>
          <p:spPr bwMode="auto">
            <a:xfrm rot="5094805">
              <a:off x="1445399" y="1045968"/>
              <a:ext cx="36560" cy="36560"/>
            </a:xfrm>
            <a:custGeom>
              <a:avLst/>
              <a:gdLst>
                <a:gd name="T0" fmla="*/ 8 w 15"/>
                <a:gd name="T1" fmla="*/ 3 h 15"/>
                <a:gd name="T2" fmla="*/ 13 w 15"/>
                <a:gd name="T3" fmla="*/ 11 h 15"/>
                <a:gd name="T4" fmla="*/ 7 w 15"/>
                <a:gd name="T5" fmla="*/ 12 h 15"/>
                <a:gd name="T6" fmla="*/ 1 w 15"/>
                <a:gd name="T7" fmla="*/ 3 h 15"/>
                <a:gd name="T8" fmla="*/ 8 w 15"/>
                <a:gd name="T9" fmla="*/ 3 h 15"/>
              </a:gdLst>
              <a:ahLst/>
              <a:cxnLst>
                <a:cxn ang="0">
                  <a:pos x="T0" y="T1"/>
                </a:cxn>
                <a:cxn ang="0">
                  <a:pos x="T2" y="T3"/>
                </a:cxn>
                <a:cxn ang="0">
                  <a:pos x="T4" y="T5"/>
                </a:cxn>
                <a:cxn ang="0">
                  <a:pos x="T6" y="T7"/>
                </a:cxn>
                <a:cxn ang="0">
                  <a:pos x="T8" y="T9"/>
                </a:cxn>
              </a:cxnLst>
              <a:rect l="0" t="0" r="r" b="b"/>
              <a:pathLst>
                <a:path w="15" h="15">
                  <a:moveTo>
                    <a:pt x="8" y="3"/>
                  </a:moveTo>
                  <a:cubicBezTo>
                    <a:pt x="9" y="5"/>
                    <a:pt x="12" y="8"/>
                    <a:pt x="13" y="11"/>
                  </a:cubicBezTo>
                  <a:cubicBezTo>
                    <a:pt x="15" y="15"/>
                    <a:pt x="11" y="15"/>
                    <a:pt x="7" y="12"/>
                  </a:cubicBezTo>
                  <a:cubicBezTo>
                    <a:pt x="4" y="10"/>
                    <a:pt x="1" y="6"/>
                    <a:pt x="1" y="3"/>
                  </a:cubicBezTo>
                  <a:cubicBezTo>
                    <a:pt x="0" y="1"/>
                    <a:pt x="3" y="0"/>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9" name="Freeform 2602">
              <a:extLst>
                <a:ext uri="{FF2B5EF4-FFF2-40B4-BE49-F238E27FC236}">
                  <a16:creationId xmlns:a16="http://schemas.microsoft.com/office/drawing/2014/main" id="{F067E290-D910-A836-1A9F-FD3B0B704592}"/>
                </a:ext>
              </a:extLst>
            </p:cNvPr>
            <p:cNvSpPr>
              <a:spLocks/>
            </p:cNvSpPr>
            <p:nvPr/>
          </p:nvSpPr>
          <p:spPr bwMode="auto">
            <a:xfrm rot="5094805">
              <a:off x="1339928" y="1252845"/>
              <a:ext cx="31990" cy="36560"/>
            </a:xfrm>
            <a:custGeom>
              <a:avLst/>
              <a:gdLst>
                <a:gd name="T0" fmla="*/ 13 w 13"/>
                <a:gd name="T1" fmla="*/ 12 h 15"/>
                <a:gd name="T2" fmla="*/ 8 w 13"/>
                <a:gd name="T3" fmla="*/ 13 h 15"/>
                <a:gd name="T4" fmla="*/ 0 w 13"/>
                <a:gd name="T5" fmla="*/ 3 h 15"/>
                <a:gd name="T6" fmla="*/ 6 w 13"/>
                <a:gd name="T7" fmla="*/ 3 h 15"/>
                <a:gd name="T8" fmla="*/ 13 w 13"/>
                <a:gd name="T9" fmla="*/ 12 h 15"/>
              </a:gdLst>
              <a:ahLst/>
              <a:cxnLst>
                <a:cxn ang="0">
                  <a:pos x="T0" y="T1"/>
                </a:cxn>
                <a:cxn ang="0">
                  <a:pos x="T2" y="T3"/>
                </a:cxn>
                <a:cxn ang="0">
                  <a:pos x="T4" y="T5"/>
                </a:cxn>
                <a:cxn ang="0">
                  <a:pos x="T6" y="T7"/>
                </a:cxn>
                <a:cxn ang="0">
                  <a:pos x="T8" y="T9"/>
                </a:cxn>
              </a:cxnLst>
              <a:rect l="0" t="0" r="r" b="b"/>
              <a:pathLst>
                <a:path w="13" h="15">
                  <a:moveTo>
                    <a:pt x="13" y="12"/>
                  </a:moveTo>
                  <a:cubicBezTo>
                    <a:pt x="13" y="14"/>
                    <a:pt x="11" y="15"/>
                    <a:pt x="8" y="13"/>
                  </a:cubicBezTo>
                  <a:cubicBezTo>
                    <a:pt x="4" y="11"/>
                    <a:pt x="0" y="6"/>
                    <a:pt x="0" y="3"/>
                  </a:cubicBezTo>
                  <a:cubicBezTo>
                    <a:pt x="0" y="0"/>
                    <a:pt x="3" y="0"/>
                    <a:pt x="6" y="3"/>
                  </a:cubicBezTo>
                  <a:cubicBezTo>
                    <a:pt x="10" y="5"/>
                    <a:pt x="13" y="9"/>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0" name="Freeform 2603">
              <a:extLst>
                <a:ext uri="{FF2B5EF4-FFF2-40B4-BE49-F238E27FC236}">
                  <a16:creationId xmlns:a16="http://schemas.microsoft.com/office/drawing/2014/main" id="{1EA164EE-8E98-399D-1CA6-99F195878046}"/>
                </a:ext>
              </a:extLst>
            </p:cNvPr>
            <p:cNvSpPr>
              <a:spLocks/>
            </p:cNvSpPr>
            <p:nvPr/>
          </p:nvSpPr>
          <p:spPr bwMode="auto">
            <a:xfrm rot="5094805">
              <a:off x="1705074" y="4166958"/>
              <a:ext cx="31990" cy="15995"/>
            </a:xfrm>
            <a:custGeom>
              <a:avLst/>
              <a:gdLst>
                <a:gd name="T0" fmla="*/ 12 w 13"/>
                <a:gd name="T1" fmla="*/ 0 h 7"/>
                <a:gd name="T2" fmla="*/ 8 w 13"/>
                <a:gd name="T3" fmla="*/ 5 h 7"/>
                <a:gd name="T4" fmla="*/ 0 w 13"/>
                <a:gd name="T5" fmla="*/ 6 h 7"/>
                <a:gd name="T6" fmla="*/ 6 w 13"/>
                <a:gd name="T7" fmla="*/ 2 h 7"/>
                <a:gd name="T8" fmla="*/ 12 w 13"/>
                <a:gd name="T9" fmla="*/ 0 h 7"/>
              </a:gdLst>
              <a:ahLst/>
              <a:cxnLst>
                <a:cxn ang="0">
                  <a:pos x="T0" y="T1"/>
                </a:cxn>
                <a:cxn ang="0">
                  <a:pos x="T2" y="T3"/>
                </a:cxn>
                <a:cxn ang="0">
                  <a:pos x="T4" y="T5"/>
                </a:cxn>
                <a:cxn ang="0">
                  <a:pos x="T6" y="T7"/>
                </a:cxn>
                <a:cxn ang="0">
                  <a:pos x="T8" y="T9"/>
                </a:cxn>
              </a:cxnLst>
              <a:rect l="0" t="0" r="r" b="b"/>
              <a:pathLst>
                <a:path w="13" h="7">
                  <a:moveTo>
                    <a:pt x="12" y="0"/>
                  </a:moveTo>
                  <a:cubicBezTo>
                    <a:pt x="13" y="1"/>
                    <a:pt x="11" y="3"/>
                    <a:pt x="8" y="5"/>
                  </a:cubicBezTo>
                  <a:cubicBezTo>
                    <a:pt x="4" y="6"/>
                    <a:pt x="1" y="7"/>
                    <a:pt x="0" y="6"/>
                  </a:cubicBezTo>
                  <a:cubicBezTo>
                    <a:pt x="0" y="5"/>
                    <a:pt x="3" y="3"/>
                    <a:pt x="6" y="2"/>
                  </a:cubicBezTo>
                  <a:cubicBezTo>
                    <a:pt x="9" y="1"/>
                    <a:pt x="11"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1" name="Freeform 2604">
              <a:extLst>
                <a:ext uri="{FF2B5EF4-FFF2-40B4-BE49-F238E27FC236}">
                  <a16:creationId xmlns:a16="http://schemas.microsoft.com/office/drawing/2014/main" id="{95F9913F-62EC-57B7-43B7-19233DE6CD41}"/>
                </a:ext>
              </a:extLst>
            </p:cNvPr>
            <p:cNvSpPr>
              <a:spLocks/>
            </p:cNvSpPr>
            <p:nvPr/>
          </p:nvSpPr>
          <p:spPr bwMode="auto">
            <a:xfrm rot="5094805">
              <a:off x="1607356" y="3984005"/>
              <a:ext cx="34275" cy="15995"/>
            </a:xfrm>
            <a:custGeom>
              <a:avLst/>
              <a:gdLst>
                <a:gd name="T0" fmla="*/ 6 w 14"/>
                <a:gd name="T1" fmla="*/ 6 h 6"/>
                <a:gd name="T2" fmla="*/ 1 w 14"/>
                <a:gd name="T3" fmla="*/ 6 h 6"/>
                <a:gd name="T4" fmla="*/ 6 w 14"/>
                <a:gd name="T5" fmla="*/ 2 h 6"/>
                <a:gd name="T6" fmla="*/ 13 w 14"/>
                <a:gd name="T7" fmla="*/ 1 h 6"/>
                <a:gd name="T8" fmla="*/ 6 w 14"/>
                <a:gd name="T9" fmla="*/ 6 h 6"/>
              </a:gdLst>
              <a:ahLst/>
              <a:cxnLst>
                <a:cxn ang="0">
                  <a:pos x="T0" y="T1"/>
                </a:cxn>
                <a:cxn ang="0">
                  <a:pos x="T2" y="T3"/>
                </a:cxn>
                <a:cxn ang="0">
                  <a:pos x="T4" y="T5"/>
                </a:cxn>
                <a:cxn ang="0">
                  <a:pos x="T6" y="T7"/>
                </a:cxn>
                <a:cxn ang="0">
                  <a:pos x="T8" y="T9"/>
                </a:cxn>
              </a:cxnLst>
              <a:rect l="0" t="0" r="r" b="b"/>
              <a:pathLst>
                <a:path w="14" h="6">
                  <a:moveTo>
                    <a:pt x="6" y="6"/>
                  </a:moveTo>
                  <a:cubicBezTo>
                    <a:pt x="4" y="6"/>
                    <a:pt x="1" y="6"/>
                    <a:pt x="1" y="6"/>
                  </a:cubicBezTo>
                  <a:cubicBezTo>
                    <a:pt x="0" y="5"/>
                    <a:pt x="3" y="3"/>
                    <a:pt x="6" y="2"/>
                  </a:cubicBezTo>
                  <a:cubicBezTo>
                    <a:pt x="10" y="0"/>
                    <a:pt x="14" y="0"/>
                    <a:pt x="13" y="1"/>
                  </a:cubicBezTo>
                  <a:cubicBezTo>
                    <a:pt x="12" y="3"/>
                    <a:pt x="9" y="4"/>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2" name="Freeform 2605">
              <a:extLst>
                <a:ext uri="{FF2B5EF4-FFF2-40B4-BE49-F238E27FC236}">
                  <a16:creationId xmlns:a16="http://schemas.microsoft.com/office/drawing/2014/main" id="{44D415B4-EC5C-D79A-9FB3-49B0FB491088}"/>
                </a:ext>
              </a:extLst>
            </p:cNvPr>
            <p:cNvSpPr>
              <a:spLocks/>
            </p:cNvSpPr>
            <p:nvPr/>
          </p:nvSpPr>
          <p:spPr bwMode="auto">
            <a:xfrm rot="5094805">
              <a:off x="1508307" y="3797936"/>
              <a:ext cx="31990" cy="18280"/>
            </a:xfrm>
            <a:custGeom>
              <a:avLst/>
              <a:gdLst>
                <a:gd name="T0" fmla="*/ 12 w 13"/>
                <a:gd name="T1" fmla="*/ 0 h 7"/>
                <a:gd name="T2" fmla="*/ 8 w 13"/>
                <a:gd name="T3" fmla="*/ 5 h 7"/>
                <a:gd name="T4" fmla="*/ 0 w 13"/>
                <a:gd name="T5" fmla="*/ 5 h 7"/>
                <a:gd name="T6" fmla="*/ 6 w 13"/>
                <a:gd name="T7" fmla="*/ 1 h 7"/>
                <a:gd name="T8" fmla="*/ 12 w 13"/>
                <a:gd name="T9" fmla="*/ 0 h 7"/>
              </a:gdLst>
              <a:ahLst/>
              <a:cxnLst>
                <a:cxn ang="0">
                  <a:pos x="T0" y="T1"/>
                </a:cxn>
                <a:cxn ang="0">
                  <a:pos x="T2" y="T3"/>
                </a:cxn>
                <a:cxn ang="0">
                  <a:pos x="T4" y="T5"/>
                </a:cxn>
                <a:cxn ang="0">
                  <a:pos x="T6" y="T7"/>
                </a:cxn>
                <a:cxn ang="0">
                  <a:pos x="T8" y="T9"/>
                </a:cxn>
              </a:cxnLst>
              <a:rect l="0" t="0" r="r" b="b"/>
              <a:pathLst>
                <a:path w="13" h="7">
                  <a:moveTo>
                    <a:pt x="12" y="0"/>
                  </a:moveTo>
                  <a:cubicBezTo>
                    <a:pt x="13" y="1"/>
                    <a:pt x="11" y="4"/>
                    <a:pt x="8" y="5"/>
                  </a:cubicBezTo>
                  <a:cubicBezTo>
                    <a:pt x="4" y="7"/>
                    <a:pt x="0" y="7"/>
                    <a:pt x="0" y="5"/>
                  </a:cubicBezTo>
                  <a:cubicBezTo>
                    <a:pt x="0" y="4"/>
                    <a:pt x="3" y="2"/>
                    <a:pt x="6" y="1"/>
                  </a:cubicBezTo>
                  <a:cubicBezTo>
                    <a:pt x="8" y="0"/>
                    <a:pt x="11"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3" name="Freeform 2606">
              <a:extLst>
                <a:ext uri="{FF2B5EF4-FFF2-40B4-BE49-F238E27FC236}">
                  <a16:creationId xmlns:a16="http://schemas.microsoft.com/office/drawing/2014/main" id="{2C41A4D0-4487-231D-DE98-E3F7099F48BE}"/>
                </a:ext>
              </a:extLst>
            </p:cNvPr>
            <p:cNvSpPr>
              <a:spLocks/>
            </p:cNvSpPr>
            <p:nvPr/>
          </p:nvSpPr>
          <p:spPr bwMode="auto">
            <a:xfrm rot="5094805">
              <a:off x="1417223" y="3610017"/>
              <a:ext cx="29705" cy="22850"/>
            </a:xfrm>
            <a:custGeom>
              <a:avLst/>
              <a:gdLst>
                <a:gd name="T0" fmla="*/ 12 w 12"/>
                <a:gd name="T1" fmla="*/ 2 h 9"/>
                <a:gd name="T2" fmla="*/ 7 w 12"/>
                <a:gd name="T3" fmla="*/ 7 h 9"/>
                <a:gd name="T4" fmla="*/ 0 w 12"/>
                <a:gd name="T5" fmla="*/ 5 h 9"/>
                <a:gd name="T6" fmla="*/ 6 w 12"/>
                <a:gd name="T7" fmla="*/ 1 h 9"/>
                <a:gd name="T8" fmla="*/ 12 w 12"/>
                <a:gd name="T9" fmla="*/ 2 h 9"/>
              </a:gdLst>
              <a:ahLst/>
              <a:cxnLst>
                <a:cxn ang="0">
                  <a:pos x="T0" y="T1"/>
                </a:cxn>
                <a:cxn ang="0">
                  <a:pos x="T2" y="T3"/>
                </a:cxn>
                <a:cxn ang="0">
                  <a:pos x="T4" y="T5"/>
                </a:cxn>
                <a:cxn ang="0">
                  <a:pos x="T6" y="T7"/>
                </a:cxn>
                <a:cxn ang="0">
                  <a:pos x="T8" y="T9"/>
                </a:cxn>
              </a:cxnLst>
              <a:rect l="0" t="0" r="r" b="b"/>
              <a:pathLst>
                <a:path w="12" h="9">
                  <a:moveTo>
                    <a:pt x="12" y="2"/>
                  </a:moveTo>
                  <a:cubicBezTo>
                    <a:pt x="11" y="4"/>
                    <a:pt x="9" y="6"/>
                    <a:pt x="7" y="7"/>
                  </a:cubicBezTo>
                  <a:cubicBezTo>
                    <a:pt x="3" y="9"/>
                    <a:pt x="0" y="8"/>
                    <a:pt x="0" y="5"/>
                  </a:cubicBezTo>
                  <a:cubicBezTo>
                    <a:pt x="0" y="4"/>
                    <a:pt x="3" y="1"/>
                    <a:pt x="6" y="1"/>
                  </a:cubicBezTo>
                  <a:cubicBezTo>
                    <a:pt x="10" y="0"/>
                    <a:pt x="12"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4" name="Freeform 2607">
              <a:extLst>
                <a:ext uri="{FF2B5EF4-FFF2-40B4-BE49-F238E27FC236}">
                  <a16:creationId xmlns:a16="http://schemas.microsoft.com/office/drawing/2014/main" id="{B869CFBC-0CC2-A894-6612-09CB4EBED1D1}"/>
                </a:ext>
              </a:extLst>
            </p:cNvPr>
            <p:cNvSpPr>
              <a:spLocks/>
            </p:cNvSpPr>
            <p:nvPr/>
          </p:nvSpPr>
          <p:spPr bwMode="auto">
            <a:xfrm rot="5094805">
              <a:off x="1329439" y="3422636"/>
              <a:ext cx="34275" cy="22850"/>
            </a:xfrm>
            <a:custGeom>
              <a:avLst/>
              <a:gdLst>
                <a:gd name="T0" fmla="*/ 9 w 14"/>
                <a:gd name="T1" fmla="*/ 8 h 10"/>
                <a:gd name="T2" fmla="*/ 1 w 14"/>
                <a:gd name="T3" fmla="*/ 7 h 10"/>
                <a:gd name="T4" fmla="*/ 6 w 14"/>
                <a:gd name="T5" fmla="*/ 1 h 10"/>
                <a:gd name="T6" fmla="*/ 13 w 14"/>
                <a:gd name="T7" fmla="*/ 3 h 10"/>
                <a:gd name="T8" fmla="*/ 9 w 14"/>
                <a:gd name="T9" fmla="*/ 8 h 10"/>
              </a:gdLst>
              <a:ahLst/>
              <a:cxnLst>
                <a:cxn ang="0">
                  <a:pos x="T0" y="T1"/>
                </a:cxn>
                <a:cxn ang="0">
                  <a:pos x="T2" y="T3"/>
                </a:cxn>
                <a:cxn ang="0">
                  <a:pos x="T4" y="T5"/>
                </a:cxn>
                <a:cxn ang="0">
                  <a:pos x="T6" y="T7"/>
                </a:cxn>
                <a:cxn ang="0">
                  <a:pos x="T8" y="T9"/>
                </a:cxn>
              </a:cxnLst>
              <a:rect l="0" t="0" r="r" b="b"/>
              <a:pathLst>
                <a:path w="14" h="10">
                  <a:moveTo>
                    <a:pt x="9" y="8"/>
                  </a:moveTo>
                  <a:cubicBezTo>
                    <a:pt x="4" y="10"/>
                    <a:pt x="1" y="9"/>
                    <a:pt x="1" y="7"/>
                  </a:cubicBezTo>
                  <a:cubicBezTo>
                    <a:pt x="0" y="5"/>
                    <a:pt x="3" y="2"/>
                    <a:pt x="6" y="1"/>
                  </a:cubicBezTo>
                  <a:cubicBezTo>
                    <a:pt x="10" y="0"/>
                    <a:pt x="14" y="0"/>
                    <a:pt x="13" y="3"/>
                  </a:cubicBezTo>
                  <a:cubicBezTo>
                    <a:pt x="12" y="5"/>
                    <a:pt x="10"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5" name="Freeform 2608">
              <a:extLst>
                <a:ext uri="{FF2B5EF4-FFF2-40B4-BE49-F238E27FC236}">
                  <a16:creationId xmlns:a16="http://schemas.microsoft.com/office/drawing/2014/main" id="{712F751F-6369-2D50-2912-E8ECC6F234A4}"/>
                </a:ext>
              </a:extLst>
            </p:cNvPr>
            <p:cNvSpPr>
              <a:spLocks/>
            </p:cNvSpPr>
            <p:nvPr/>
          </p:nvSpPr>
          <p:spPr bwMode="auto">
            <a:xfrm rot="5094805">
              <a:off x="1249832" y="3235883"/>
              <a:ext cx="34275" cy="25135"/>
            </a:xfrm>
            <a:custGeom>
              <a:avLst/>
              <a:gdLst>
                <a:gd name="T0" fmla="*/ 14 w 14"/>
                <a:gd name="T1" fmla="*/ 2 h 11"/>
                <a:gd name="T2" fmla="*/ 8 w 14"/>
                <a:gd name="T3" fmla="*/ 9 h 11"/>
                <a:gd name="T4" fmla="*/ 1 w 14"/>
                <a:gd name="T5" fmla="*/ 8 h 11"/>
                <a:gd name="T6" fmla="*/ 6 w 14"/>
                <a:gd name="T7" fmla="*/ 1 h 11"/>
                <a:gd name="T8" fmla="*/ 14 w 14"/>
                <a:gd name="T9" fmla="*/ 2 h 11"/>
              </a:gdLst>
              <a:ahLst/>
              <a:cxnLst>
                <a:cxn ang="0">
                  <a:pos x="T0" y="T1"/>
                </a:cxn>
                <a:cxn ang="0">
                  <a:pos x="T2" y="T3"/>
                </a:cxn>
                <a:cxn ang="0">
                  <a:pos x="T4" y="T5"/>
                </a:cxn>
                <a:cxn ang="0">
                  <a:pos x="T6" y="T7"/>
                </a:cxn>
                <a:cxn ang="0">
                  <a:pos x="T8" y="T9"/>
                </a:cxn>
              </a:cxnLst>
              <a:rect l="0" t="0" r="r" b="b"/>
              <a:pathLst>
                <a:path w="14" h="11">
                  <a:moveTo>
                    <a:pt x="14" y="2"/>
                  </a:moveTo>
                  <a:cubicBezTo>
                    <a:pt x="12" y="5"/>
                    <a:pt x="11" y="8"/>
                    <a:pt x="8" y="9"/>
                  </a:cubicBezTo>
                  <a:cubicBezTo>
                    <a:pt x="6" y="11"/>
                    <a:pt x="2" y="10"/>
                    <a:pt x="1" y="8"/>
                  </a:cubicBezTo>
                  <a:cubicBezTo>
                    <a:pt x="0" y="5"/>
                    <a:pt x="2" y="1"/>
                    <a:pt x="6" y="1"/>
                  </a:cubicBezTo>
                  <a:cubicBezTo>
                    <a:pt x="8" y="0"/>
                    <a:pt x="11" y="1"/>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6" name="Freeform 2609">
              <a:extLst>
                <a:ext uri="{FF2B5EF4-FFF2-40B4-BE49-F238E27FC236}">
                  <a16:creationId xmlns:a16="http://schemas.microsoft.com/office/drawing/2014/main" id="{C3386022-B1D4-E60E-B4B4-5159699A99A5}"/>
                </a:ext>
              </a:extLst>
            </p:cNvPr>
            <p:cNvSpPr>
              <a:spLocks/>
            </p:cNvSpPr>
            <p:nvPr/>
          </p:nvSpPr>
          <p:spPr bwMode="auto">
            <a:xfrm rot="5094805">
              <a:off x="1175915" y="3047480"/>
              <a:ext cx="34275" cy="29705"/>
            </a:xfrm>
            <a:custGeom>
              <a:avLst/>
              <a:gdLst>
                <a:gd name="T0" fmla="*/ 7 w 14"/>
                <a:gd name="T1" fmla="*/ 0 h 12"/>
                <a:gd name="T2" fmla="*/ 12 w 14"/>
                <a:gd name="T3" fmla="*/ 4 h 12"/>
                <a:gd name="T4" fmla="*/ 6 w 14"/>
                <a:gd name="T5" fmla="*/ 12 h 12"/>
                <a:gd name="T6" fmla="*/ 0 w 14"/>
                <a:gd name="T7" fmla="*/ 7 h 12"/>
                <a:gd name="T8" fmla="*/ 7 w 14"/>
                <a:gd name="T9" fmla="*/ 0 h 12"/>
              </a:gdLst>
              <a:ahLst/>
              <a:cxnLst>
                <a:cxn ang="0">
                  <a:pos x="T0" y="T1"/>
                </a:cxn>
                <a:cxn ang="0">
                  <a:pos x="T2" y="T3"/>
                </a:cxn>
                <a:cxn ang="0">
                  <a:pos x="T4" y="T5"/>
                </a:cxn>
                <a:cxn ang="0">
                  <a:pos x="T6" y="T7"/>
                </a:cxn>
                <a:cxn ang="0">
                  <a:pos x="T8" y="T9"/>
                </a:cxn>
              </a:cxnLst>
              <a:rect l="0" t="0" r="r" b="b"/>
              <a:pathLst>
                <a:path w="14" h="12">
                  <a:moveTo>
                    <a:pt x="7" y="0"/>
                  </a:moveTo>
                  <a:cubicBezTo>
                    <a:pt x="8" y="1"/>
                    <a:pt x="11" y="2"/>
                    <a:pt x="12" y="4"/>
                  </a:cubicBezTo>
                  <a:cubicBezTo>
                    <a:pt x="14" y="6"/>
                    <a:pt x="10" y="11"/>
                    <a:pt x="6" y="12"/>
                  </a:cubicBezTo>
                  <a:cubicBezTo>
                    <a:pt x="3" y="12"/>
                    <a:pt x="1" y="10"/>
                    <a:pt x="0" y="7"/>
                  </a:cubicBezTo>
                  <a:cubicBezTo>
                    <a:pt x="0" y="4"/>
                    <a:pt x="2"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7" name="Freeform 2610">
              <a:extLst>
                <a:ext uri="{FF2B5EF4-FFF2-40B4-BE49-F238E27FC236}">
                  <a16:creationId xmlns:a16="http://schemas.microsoft.com/office/drawing/2014/main" id="{4BA46B1B-774A-892D-261D-6F11C74E066B}"/>
                </a:ext>
              </a:extLst>
            </p:cNvPr>
            <p:cNvSpPr>
              <a:spLocks/>
            </p:cNvSpPr>
            <p:nvPr/>
          </p:nvSpPr>
          <p:spPr bwMode="auto">
            <a:xfrm rot="5094805">
              <a:off x="1103975" y="2856705"/>
              <a:ext cx="31990" cy="31990"/>
            </a:xfrm>
            <a:custGeom>
              <a:avLst/>
              <a:gdLst>
                <a:gd name="T0" fmla="*/ 12 w 13"/>
                <a:gd name="T1" fmla="*/ 2 h 13"/>
                <a:gd name="T2" fmla="*/ 7 w 13"/>
                <a:gd name="T3" fmla="*/ 11 h 13"/>
                <a:gd name="T4" fmla="*/ 0 w 13"/>
                <a:gd name="T5" fmla="*/ 7 h 13"/>
                <a:gd name="T6" fmla="*/ 5 w 13"/>
                <a:gd name="T7" fmla="*/ 0 h 13"/>
                <a:gd name="T8" fmla="*/ 12 w 13"/>
                <a:gd name="T9" fmla="*/ 2 h 13"/>
              </a:gdLst>
              <a:ahLst/>
              <a:cxnLst>
                <a:cxn ang="0">
                  <a:pos x="T0" y="T1"/>
                </a:cxn>
                <a:cxn ang="0">
                  <a:pos x="T2" y="T3"/>
                </a:cxn>
                <a:cxn ang="0">
                  <a:pos x="T4" y="T5"/>
                </a:cxn>
                <a:cxn ang="0">
                  <a:pos x="T6" y="T7"/>
                </a:cxn>
                <a:cxn ang="0">
                  <a:pos x="T8" y="T9"/>
                </a:cxn>
              </a:cxnLst>
              <a:rect l="0" t="0" r="r" b="b"/>
              <a:pathLst>
                <a:path w="13" h="13">
                  <a:moveTo>
                    <a:pt x="12" y="2"/>
                  </a:moveTo>
                  <a:cubicBezTo>
                    <a:pt x="13" y="7"/>
                    <a:pt x="10" y="10"/>
                    <a:pt x="7" y="11"/>
                  </a:cubicBezTo>
                  <a:cubicBezTo>
                    <a:pt x="4" y="13"/>
                    <a:pt x="0" y="11"/>
                    <a:pt x="0" y="7"/>
                  </a:cubicBezTo>
                  <a:cubicBezTo>
                    <a:pt x="0" y="3"/>
                    <a:pt x="2" y="0"/>
                    <a:pt x="5" y="0"/>
                  </a:cubicBezTo>
                  <a:cubicBezTo>
                    <a:pt x="8" y="0"/>
                    <a:pt x="10" y="2"/>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8" name="Freeform 2611">
              <a:extLst>
                <a:ext uri="{FF2B5EF4-FFF2-40B4-BE49-F238E27FC236}">
                  <a16:creationId xmlns:a16="http://schemas.microsoft.com/office/drawing/2014/main" id="{6EE720B2-8453-A920-2ABA-E96D3DD1A0AF}"/>
                </a:ext>
              </a:extLst>
            </p:cNvPr>
            <p:cNvSpPr>
              <a:spLocks/>
            </p:cNvSpPr>
            <p:nvPr/>
          </p:nvSpPr>
          <p:spPr bwMode="auto">
            <a:xfrm rot="5094805">
              <a:off x="1041235" y="2667299"/>
              <a:ext cx="31990" cy="31990"/>
            </a:xfrm>
            <a:custGeom>
              <a:avLst/>
              <a:gdLst>
                <a:gd name="T0" fmla="*/ 9 w 13"/>
                <a:gd name="T1" fmla="*/ 12 h 13"/>
                <a:gd name="T2" fmla="*/ 1 w 13"/>
                <a:gd name="T3" fmla="*/ 8 h 13"/>
                <a:gd name="T4" fmla="*/ 5 w 13"/>
                <a:gd name="T5" fmla="*/ 1 h 13"/>
                <a:gd name="T6" fmla="*/ 13 w 13"/>
                <a:gd name="T7" fmla="*/ 6 h 13"/>
                <a:gd name="T8" fmla="*/ 9 w 13"/>
                <a:gd name="T9" fmla="*/ 12 h 13"/>
              </a:gdLst>
              <a:ahLst/>
              <a:cxnLst>
                <a:cxn ang="0">
                  <a:pos x="T0" y="T1"/>
                </a:cxn>
                <a:cxn ang="0">
                  <a:pos x="T2" y="T3"/>
                </a:cxn>
                <a:cxn ang="0">
                  <a:pos x="T4" y="T5"/>
                </a:cxn>
                <a:cxn ang="0">
                  <a:pos x="T6" y="T7"/>
                </a:cxn>
                <a:cxn ang="0">
                  <a:pos x="T8" y="T9"/>
                </a:cxn>
              </a:cxnLst>
              <a:rect l="0" t="0" r="r" b="b"/>
              <a:pathLst>
                <a:path w="13" h="13">
                  <a:moveTo>
                    <a:pt x="9" y="12"/>
                  </a:moveTo>
                  <a:cubicBezTo>
                    <a:pt x="4" y="13"/>
                    <a:pt x="1" y="12"/>
                    <a:pt x="1" y="8"/>
                  </a:cubicBezTo>
                  <a:cubicBezTo>
                    <a:pt x="0" y="5"/>
                    <a:pt x="2" y="2"/>
                    <a:pt x="5" y="1"/>
                  </a:cubicBezTo>
                  <a:cubicBezTo>
                    <a:pt x="9" y="0"/>
                    <a:pt x="13" y="2"/>
                    <a:pt x="13" y="6"/>
                  </a:cubicBezTo>
                  <a:cubicBezTo>
                    <a:pt x="12" y="8"/>
                    <a:pt x="10" y="11"/>
                    <a:pt x="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9" name="Freeform 2612">
              <a:extLst>
                <a:ext uri="{FF2B5EF4-FFF2-40B4-BE49-F238E27FC236}">
                  <a16:creationId xmlns:a16="http://schemas.microsoft.com/office/drawing/2014/main" id="{ECE5593B-B93E-E29C-AEF0-AABB9710F1A0}"/>
                </a:ext>
              </a:extLst>
            </p:cNvPr>
            <p:cNvSpPr>
              <a:spLocks/>
            </p:cNvSpPr>
            <p:nvPr/>
          </p:nvSpPr>
          <p:spPr bwMode="auto">
            <a:xfrm rot="5094805">
              <a:off x="986567" y="2478423"/>
              <a:ext cx="29705" cy="31990"/>
            </a:xfrm>
            <a:custGeom>
              <a:avLst/>
              <a:gdLst>
                <a:gd name="T0" fmla="*/ 12 w 12"/>
                <a:gd name="T1" fmla="*/ 7 h 13"/>
                <a:gd name="T2" fmla="*/ 7 w 12"/>
                <a:gd name="T3" fmla="*/ 12 h 13"/>
                <a:gd name="T4" fmla="*/ 0 w 12"/>
                <a:gd name="T5" fmla="*/ 6 h 13"/>
                <a:gd name="T6" fmla="*/ 6 w 12"/>
                <a:gd name="T7" fmla="*/ 0 h 13"/>
                <a:gd name="T8" fmla="*/ 12 w 12"/>
                <a:gd name="T9" fmla="*/ 7 h 13"/>
              </a:gdLst>
              <a:ahLst/>
              <a:cxnLst>
                <a:cxn ang="0">
                  <a:pos x="T0" y="T1"/>
                </a:cxn>
                <a:cxn ang="0">
                  <a:pos x="T2" y="T3"/>
                </a:cxn>
                <a:cxn ang="0">
                  <a:pos x="T4" y="T5"/>
                </a:cxn>
                <a:cxn ang="0">
                  <a:pos x="T6" y="T7"/>
                </a:cxn>
                <a:cxn ang="0">
                  <a:pos x="T8" y="T9"/>
                </a:cxn>
              </a:cxnLst>
              <a:rect l="0" t="0" r="r" b="b"/>
              <a:pathLst>
                <a:path w="12" h="13">
                  <a:moveTo>
                    <a:pt x="12" y="7"/>
                  </a:moveTo>
                  <a:cubicBezTo>
                    <a:pt x="11" y="8"/>
                    <a:pt x="9" y="11"/>
                    <a:pt x="7" y="12"/>
                  </a:cubicBezTo>
                  <a:cubicBezTo>
                    <a:pt x="3" y="13"/>
                    <a:pt x="0" y="10"/>
                    <a:pt x="0" y="6"/>
                  </a:cubicBezTo>
                  <a:cubicBezTo>
                    <a:pt x="0" y="3"/>
                    <a:pt x="3" y="0"/>
                    <a:pt x="6" y="0"/>
                  </a:cubicBezTo>
                  <a:cubicBezTo>
                    <a:pt x="9" y="0"/>
                    <a:pt x="12" y="3"/>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0" name="Freeform 2613">
              <a:extLst>
                <a:ext uri="{FF2B5EF4-FFF2-40B4-BE49-F238E27FC236}">
                  <a16:creationId xmlns:a16="http://schemas.microsoft.com/office/drawing/2014/main" id="{74F0A6EF-80EE-169C-6271-647433343AF3}"/>
                </a:ext>
              </a:extLst>
            </p:cNvPr>
            <p:cNvSpPr>
              <a:spLocks/>
            </p:cNvSpPr>
            <p:nvPr/>
          </p:nvSpPr>
          <p:spPr bwMode="auto">
            <a:xfrm rot="5094805">
              <a:off x="959193" y="2286710"/>
              <a:ext cx="36560" cy="31990"/>
            </a:xfrm>
            <a:custGeom>
              <a:avLst/>
              <a:gdLst>
                <a:gd name="T0" fmla="*/ 7 w 14"/>
                <a:gd name="T1" fmla="*/ 1 h 13"/>
                <a:gd name="T2" fmla="*/ 12 w 14"/>
                <a:gd name="T3" fmla="*/ 6 h 13"/>
                <a:gd name="T4" fmla="*/ 6 w 14"/>
                <a:gd name="T5" fmla="*/ 12 h 13"/>
                <a:gd name="T6" fmla="*/ 0 w 14"/>
                <a:gd name="T7" fmla="*/ 5 h 13"/>
                <a:gd name="T8" fmla="*/ 7 w 14"/>
                <a:gd name="T9" fmla="*/ 1 h 13"/>
              </a:gdLst>
              <a:ahLst/>
              <a:cxnLst>
                <a:cxn ang="0">
                  <a:pos x="T0" y="T1"/>
                </a:cxn>
                <a:cxn ang="0">
                  <a:pos x="T2" y="T3"/>
                </a:cxn>
                <a:cxn ang="0">
                  <a:pos x="T4" y="T5"/>
                </a:cxn>
                <a:cxn ang="0">
                  <a:pos x="T6" y="T7"/>
                </a:cxn>
                <a:cxn ang="0">
                  <a:pos x="T8" y="T9"/>
                </a:cxn>
              </a:cxnLst>
              <a:rect l="0" t="0" r="r" b="b"/>
              <a:pathLst>
                <a:path w="14" h="13">
                  <a:moveTo>
                    <a:pt x="7" y="1"/>
                  </a:moveTo>
                  <a:cubicBezTo>
                    <a:pt x="8" y="2"/>
                    <a:pt x="11" y="4"/>
                    <a:pt x="12" y="6"/>
                  </a:cubicBezTo>
                  <a:cubicBezTo>
                    <a:pt x="14" y="10"/>
                    <a:pt x="10" y="13"/>
                    <a:pt x="6" y="12"/>
                  </a:cubicBezTo>
                  <a:cubicBezTo>
                    <a:pt x="3" y="11"/>
                    <a:pt x="0" y="8"/>
                    <a:pt x="0" y="5"/>
                  </a:cubicBezTo>
                  <a:cubicBezTo>
                    <a:pt x="0" y="2"/>
                    <a:pt x="2" y="0"/>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1" name="Freeform 2614">
              <a:extLst>
                <a:ext uri="{FF2B5EF4-FFF2-40B4-BE49-F238E27FC236}">
                  <a16:creationId xmlns:a16="http://schemas.microsoft.com/office/drawing/2014/main" id="{7A858C3F-E17D-43F4-F2F4-9071C51FD1BB}"/>
                </a:ext>
              </a:extLst>
            </p:cNvPr>
            <p:cNvSpPr>
              <a:spLocks/>
            </p:cNvSpPr>
            <p:nvPr/>
          </p:nvSpPr>
          <p:spPr bwMode="auto">
            <a:xfrm rot="5094805">
              <a:off x="980462" y="2087532"/>
              <a:ext cx="36560" cy="31990"/>
            </a:xfrm>
            <a:custGeom>
              <a:avLst/>
              <a:gdLst>
                <a:gd name="T0" fmla="*/ 6 w 15"/>
                <a:gd name="T1" fmla="*/ 1 h 13"/>
                <a:gd name="T2" fmla="*/ 13 w 15"/>
                <a:gd name="T3" fmla="*/ 7 h 13"/>
                <a:gd name="T4" fmla="*/ 8 w 15"/>
                <a:gd name="T5" fmla="*/ 12 h 13"/>
                <a:gd name="T6" fmla="*/ 1 w 15"/>
                <a:gd name="T7" fmla="*/ 5 h 13"/>
                <a:gd name="T8" fmla="*/ 6 w 15"/>
                <a:gd name="T9" fmla="*/ 1 h 13"/>
              </a:gdLst>
              <a:ahLst/>
              <a:cxnLst>
                <a:cxn ang="0">
                  <a:pos x="T0" y="T1"/>
                </a:cxn>
                <a:cxn ang="0">
                  <a:pos x="T2" y="T3"/>
                </a:cxn>
                <a:cxn ang="0">
                  <a:pos x="T4" y="T5"/>
                </a:cxn>
                <a:cxn ang="0">
                  <a:pos x="T6" y="T7"/>
                </a:cxn>
                <a:cxn ang="0">
                  <a:pos x="T8" y="T9"/>
                </a:cxn>
              </a:cxnLst>
              <a:rect l="0" t="0" r="r" b="b"/>
              <a:pathLst>
                <a:path w="15" h="13">
                  <a:moveTo>
                    <a:pt x="6" y="1"/>
                  </a:moveTo>
                  <a:cubicBezTo>
                    <a:pt x="8" y="2"/>
                    <a:pt x="11" y="5"/>
                    <a:pt x="13" y="7"/>
                  </a:cubicBezTo>
                  <a:cubicBezTo>
                    <a:pt x="15" y="11"/>
                    <a:pt x="11" y="13"/>
                    <a:pt x="8" y="12"/>
                  </a:cubicBezTo>
                  <a:cubicBezTo>
                    <a:pt x="4" y="11"/>
                    <a:pt x="1" y="9"/>
                    <a:pt x="1" y="5"/>
                  </a:cubicBezTo>
                  <a:cubicBezTo>
                    <a:pt x="0" y="2"/>
                    <a:pt x="2"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2" name="Freeform 2615">
              <a:extLst>
                <a:ext uri="{FF2B5EF4-FFF2-40B4-BE49-F238E27FC236}">
                  <a16:creationId xmlns:a16="http://schemas.microsoft.com/office/drawing/2014/main" id="{4CCEB883-4B77-B514-9747-913D75A440F4}"/>
                </a:ext>
              </a:extLst>
            </p:cNvPr>
            <p:cNvSpPr>
              <a:spLocks/>
            </p:cNvSpPr>
            <p:nvPr/>
          </p:nvSpPr>
          <p:spPr bwMode="auto">
            <a:xfrm rot="5094805">
              <a:off x="1042505" y="1880349"/>
              <a:ext cx="31990" cy="36560"/>
            </a:xfrm>
            <a:custGeom>
              <a:avLst/>
              <a:gdLst>
                <a:gd name="T0" fmla="*/ 13 w 13"/>
                <a:gd name="T1" fmla="*/ 9 h 15"/>
                <a:gd name="T2" fmla="*/ 8 w 13"/>
                <a:gd name="T3" fmla="*/ 14 h 15"/>
                <a:gd name="T4" fmla="*/ 0 w 13"/>
                <a:gd name="T5" fmla="*/ 5 h 15"/>
                <a:gd name="T6" fmla="*/ 6 w 13"/>
                <a:gd name="T7" fmla="*/ 3 h 15"/>
                <a:gd name="T8" fmla="*/ 13 w 13"/>
                <a:gd name="T9" fmla="*/ 9 h 15"/>
              </a:gdLst>
              <a:ahLst/>
              <a:cxnLst>
                <a:cxn ang="0">
                  <a:pos x="T0" y="T1"/>
                </a:cxn>
                <a:cxn ang="0">
                  <a:pos x="T2" y="T3"/>
                </a:cxn>
                <a:cxn ang="0">
                  <a:pos x="T4" y="T5"/>
                </a:cxn>
                <a:cxn ang="0">
                  <a:pos x="T6" y="T7"/>
                </a:cxn>
                <a:cxn ang="0">
                  <a:pos x="T8" y="T9"/>
                </a:cxn>
              </a:cxnLst>
              <a:rect l="0" t="0" r="r" b="b"/>
              <a:pathLst>
                <a:path w="13" h="15">
                  <a:moveTo>
                    <a:pt x="13" y="9"/>
                  </a:moveTo>
                  <a:cubicBezTo>
                    <a:pt x="13" y="13"/>
                    <a:pt x="11" y="15"/>
                    <a:pt x="8" y="14"/>
                  </a:cubicBezTo>
                  <a:cubicBezTo>
                    <a:pt x="4" y="12"/>
                    <a:pt x="1" y="8"/>
                    <a:pt x="0" y="5"/>
                  </a:cubicBezTo>
                  <a:cubicBezTo>
                    <a:pt x="0" y="2"/>
                    <a:pt x="3" y="0"/>
                    <a:pt x="6" y="3"/>
                  </a:cubicBezTo>
                  <a:cubicBezTo>
                    <a:pt x="9" y="5"/>
                    <a:pt x="11" y="8"/>
                    <a:pt x="1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3" name="Freeform 2616">
              <a:extLst>
                <a:ext uri="{FF2B5EF4-FFF2-40B4-BE49-F238E27FC236}">
                  <a16:creationId xmlns:a16="http://schemas.microsoft.com/office/drawing/2014/main" id="{71BB9998-2EB5-CCD1-4B2C-A806F5C248D4}"/>
                </a:ext>
              </a:extLst>
            </p:cNvPr>
            <p:cNvSpPr>
              <a:spLocks/>
            </p:cNvSpPr>
            <p:nvPr/>
          </p:nvSpPr>
          <p:spPr bwMode="auto">
            <a:xfrm rot="5094805">
              <a:off x="1126055" y="1674370"/>
              <a:ext cx="34275" cy="31990"/>
            </a:xfrm>
            <a:custGeom>
              <a:avLst/>
              <a:gdLst>
                <a:gd name="T0" fmla="*/ 9 w 14"/>
                <a:gd name="T1" fmla="*/ 13 h 13"/>
                <a:gd name="T2" fmla="*/ 1 w 14"/>
                <a:gd name="T3" fmla="*/ 4 h 13"/>
                <a:gd name="T4" fmla="*/ 6 w 14"/>
                <a:gd name="T5" fmla="*/ 2 h 13"/>
                <a:gd name="T6" fmla="*/ 13 w 14"/>
                <a:gd name="T7" fmla="*/ 11 h 13"/>
                <a:gd name="T8" fmla="*/ 9 w 14"/>
                <a:gd name="T9" fmla="*/ 13 h 13"/>
              </a:gdLst>
              <a:ahLst/>
              <a:cxnLst>
                <a:cxn ang="0">
                  <a:pos x="T0" y="T1"/>
                </a:cxn>
                <a:cxn ang="0">
                  <a:pos x="T2" y="T3"/>
                </a:cxn>
                <a:cxn ang="0">
                  <a:pos x="T4" y="T5"/>
                </a:cxn>
                <a:cxn ang="0">
                  <a:pos x="T6" y="T7"/>
                </a:cxn>
                <a:cxn ang="0">
                  <a:pos x="T8" y="T9"/>
                </a:cxn>
              </a:cxnLst>
              <a:rect l="0" t="0" r="r" b="b"/>
              <a:pathLst>
                <a:path w="14" h="13">
                  <a:moveTo>
                    <a:pt x="9" y="13"/>
                  </a:moveTo>
                  <a:cubicBezTo>
                    <a:pt x="4" y="10"/>
                    <a:pt x="2" y="7"/>
                    <a:pt x="1" y="4"/>
                  </a:cubicBezTo>
                  <a:cubicBezTo>
                    <a:pt x="0" y="1"/>
                    <a:pt x="2" y="0"/>
                    <a:pt x="6" y="2"/>
                  </a:cubicBezTo>
                  <a:cubicBezTo>
                    <a:pt x="10" y="4"/>
                    <a:pt x="14" y="9"/>
                    <a:pt x="13" y="11"/>
                  </a:cubicBezTo>
                  <a:cubicBezTo>
                    <a:pt x="13" y="13"/>
                    <a:pt x="10" y="13"/>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4" name="Freeform 2618">
              <a:extLst>
                <a:ext uri="{FF2B5EF4-FFF2-40B4-BE49-F238E27FC236}">
                  <a16:creationId xmlns:a16="http://schemas.microsoft.com/office/drawing/2014/main" id="{CDA646AC-35FD-3760-3118-763D61B1BAA2}"/>
                </a:ext>
              </a:extLst>
            </p:cNvPr>
            <p:cNvSpPr>
              <a:spLocks/>
            </p:cNvSpPr>
            <p:nvPr/>
          </p:nvSpPr>
          <p:spPr bwMode="auto">
            <a:xfrm rot="5094805">
              <a:off x="1229154" y="1465517"/>
              <a:ext cx="36560" cy="34275"/>
            </a:xfrm>
            <a:custGeom>
              <a:avLst/>
              <a:gdLst>
                <a:gd name="T0" fmla="*/ 15 w 15"/>
                <a:gd name="T1" fmla="*/ 12 h 14"/>
                <a:gd name="T2" fmla="*/ 9 w 15"/>
                <a:gd name="T3" fmla="*/ 13 h 14"/>
                <a:gd name="T4" fmla="*/ 1 w 15"/>
                <a:gd name="T5" fmla="*/ 5 h 14"/>
                <a:gd name="T6" fmla="*/ 6 w 15"/>
                <a:gd name="T7" fmla="*/ 3 h 14"/>
                <a:gd name="T8" fmla="*/ 15 w 15"/>
                <a:gd name="T9" fmla="*/ 12 h 14"/>
              </a:gdLst>
              <a:ahLst/>
              <a:cxnLst>
                <a:cxn ang="0">
                  <a:pos x="T0" y="T1"/>
                </a:cxn>
                <a:cxn ang="0">
                  <a:pos x="T2" y="T3"/>
                </a:cxn>
                <a:cxn ang="0">
                  <a:pos x="T4" y="T5"/>
                </a:cxn>
                <a:cxn ang="0">
                  <a:pos x="T6" y="T7"/>
                </a:cxn>
                <a:cxn ang="0">
                  <a:pos x="T8" y="T9"/>
                </a:cxn>
              </a:cxnLst>
              <a:rect l="0" t="0" r="r" b="b"/>
              <a:pathLst>
                <a:path w="15" h="14">
                  <a:moveTo>
                    <a:pt x="15" y="12"/>
                  </a:moveTo>
                  <a:cubicBezTo>
                    <a:pt x="13" y="13"/>
                    <a:pt x="11" y="14"/>
                    <a:pt x="9" y="13"/>
                  </a:cubicBezTo>
                  <a:cubicBezTo>
                    <a:pt x="7" y="13"/>
                    <a:pt x="3" y="8"/>
                    <a:pt x="1" y="5"/>
                  </a:cubicBezTo>
                  <a:cubicBezTo>
                    <a:pt x="0" y="1"/>
                    <a:pt x="2" y="0"/>
                    <a:pt x="6" y="3"/>
                  </a:cubicBezTo>
                  <a:cubicBezTo>
                    <a:pt x="9" y="5"/>
                    <a:pt x="12" y="8"/>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5" name="Freeform 2619">
              <a:extLst>
                <a:ext uri="{FF2B5EF4-FFF2-40B4-BE49-F238E27FC236}">
                  <a16:creationId xmlns:a16="http://schemas.microsoft.com/office/drawing/2014/main" id="{5019F008-9629-A4EA-C356-E5D80FF315E2}"/>
                </a:ext>
              </a:extLst>
            </p:cNvPr>
            <p:cNvSpPr>
              <a:spLocks/>
            </p:cNvSpPr>
            <p:nvPr/>
          </p:nvSpPr>
          <p:spPr bwMode="auto">
            <a:xfrm rot="5094805">
              <a:off x="1412330" y="1423136"/>
              <a:ext cx="29705" cy="34275"/>
            </a:xfrm>
            <a:custGeom>
              <a:avLst/>
              <a:gdLst>
                <a:gd name="T0" fmla="*/ 12 w 12"/>
                <a:gd name="T1" fmla="*/ 12 h 14"/>
                <a:gd name="T2" fmla="*/ 6 w 12"/>
                <a:gd name="T3" fmla="*/ 13 h 14"/>
                <a:gd name="T4" fmla="*/ 1 w 12"/>
                <a:gd name="T5" fmla="*/ 3 h 14"/>
                <a:gd name="T6" fmla="*/ 6 w 12"/>
                <a:gd name="T7" fmla="*/ 1 h 14"/>
                <a:gd name="T8" fmla="*/ 12 w 12"/>
                <a:gd name="T9" fmla="*/ 12 h 14"/>
              </a:gdLst>
              <a:ahLst/>
              <a:cxnLst>
                <a:cxn ang="0">
                  <a:pos x="T0" y="T1"/>
                </a:cxn>
                <a:cxn ang="0">
                  <a:pos x="T2" y="T3"/>
                </a:cxn>
                <a:cxn ang="0">
                  <a:pos x="T4" y="T5"/>
                </a:cxn>
                <a:cxn ang="0">
                  <a:pos x="T6" y="T7"/>
                </a:cxn>
                <a:cxn ang="0">
                  <a:pos x="T8" y="T9"/>
                </a:cxn>
              </a:cxnLst>
              <a:rect l="0" t="0" r="r" b="b"/>
              <a:pathLst>
                <a:path w="12" h="14">
                  <a:moveTo>
                    <a:pt x="12" y="12"/>
                  </a:moveTo>
                  <a:cubicBezTo>
                    <a:pt x="11" y="13"/>
                    <a:pt x="9" y="14"/>
                    <a:pt x="6" y="13"/>
                  </a:cubicBezTo>
                  <a:cubicBezTo>
                    <a:pt x="4" y="12"/>
                    <a:pt x="0" y="6"/>
                    <a:pt x="1" y="3"/>
                  </a:cubicBezTo>
                  <a:cubicBezTo>
                    <a:pt x="1" y="1"/>
                    <a:pt x="3" y="0"/>
                    <a:pt x="6" y="1"/>
                  </a:cubicBezTo>
                  <a:cubicBezTo>
                    <a:pt x="9" y="3"/>
                    <a:pt x="12" y="8"/>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6" name="Freeform 2620">
              <a:extLst>
                <a:ext uri="{FF2B5EF4-FFF2-40B4-BE49-F238E27FC236}">
                  <a16:creationId xmlns:a16="http://schemas.microsoft.com/office/drawing/2014/main" id="{F820577B-1929-99A6-219D-4F87893A671A}"/>
                </a:ext>
              </a:extLst>
            </p:cNvPr>
            <p:cNvSpPr>
              <a:spLocks/>
            </p:cNvSpPr>
            <p:nvPr/>
          </p:nvSpPr>
          <p:spPr bwMode="auto">
            <a:xfrm rot="5094805">
              <a:off x="1322984" y="1628383"/>
              <a:ext cx="29705" cy="38845"/>
            </a:xfrm>
            <a:custGeom>
              <a:avLst/>
              <a:gdLst>
                <a:gd name="T0" fmla="*/ 7 w 12"/>
                <a:gd name="T1" fmla="*/ 14 h 15"/>
                <a:gd name="T2" fmla="*/ 0 w 12"/>
                <a:gd name="T3" fmla="*/ 4 h 15"/>
                <a:gd name="T4" fmla="*/ 4 w 12"/>
                <a:gd name="T5" fmla="*/ 0 h 15"/>
                <a:gd name="T6" fmla="*/ 11 w 12"/>
                <a:gd name="T7" fmla="*/ 10 h 15"/>
                <a:gd name="T8" fmla="*/ 7 w 12"/>
                <a:gd name="T9" fmla="*/ 14 h 15"/>
              </a:gdLst>
              <a:ahLst/>
              <a:cxnLst>
                <a:cxn ang="0">
                  <a:pos x="T0" y="T1"/>
                </a:cxn>
                <a:cxn ang="0">
                  <a:pos x="T2" y="T3"/>
                </a:cxn>
                <a:cxn ang="0">
                  <a:pos x="T4" y="T5"/>
                </a:cxn>
                <a:cxn ang="0">
                  <a:pos x="T6" y="T7"/>
                </a:cxn>
                <a:cxn ang="0">
                  <a:pos x="T8" y="T9"/>
                </a:cxn>
              </a:cxnLst>
              <a:rect l="0" t="0" r="r" b="b"/>
              <a:pathLst>
                <a:path w="12" h="15">
                  <a:moveTo>
                    <a:pt x="7" y="14"/>
                  </a:moveTo>
                  <a:cubicBezTo>
                    <a:pt x="4" y="13"/>
                    <a:pt x="1" y="8"/>
                    <a:pt x="0" y="4"/>
                  </a:cubicBezTo>
                  <a:cubicBezTo>
                    <a:pt x="0" y="1"/>
                    <a:pt x="1" y="0"/>
                    <a:pt x="4" y="0"/>
                  </a:cubicBezTo>
                  <a:cubicBezTo>
                    <a:pt x="7" y="1"/>
                    <a:pt x="11" y="6"/>
                    <a:pt x="11" y="10"/>
                  </a:cubicBezTo>
                  <a:cubicBezTo>
                    <a:pt x="12" y="13"/>
                    <a:pt x="10" y="15"/>
                    <a:pt x="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7" name="Freeform 2621">
              <a:extLst>
                <a:ext uri="{FF2B5EF4-FFF2-40B4-BE49-F238E27FC236}">
                  <a16:creationId xmlns:a16="http://schemas.microsoft.com/office/drawing/2014/main" id="{BC3A08FA-FD5A-EF05-B4A4-7CC982B8BC42}"/>
                </a:ext>
              </a:extLst>
            </p:cNvPr>
            <p:cNvSpPr>
              <a:spLocks/>
            </p:cNvSpPr>
            <p:nvPr/>
          </p:nvSpPr>
          <p:spPr bwMode="auto">
            <a:xfrm rot="5094805">
              <a:off x="1252888" y="1833156"/>
              <a:ext cx="27420" cy="38845"/>
            </a:xfrm>
            <a:custGeom>
              <a:avLst/>
              <a:gdLst>
                <a:gd name="T0" fmla="*/ 9 w 11"/>
                <a:gd name="T1" fmla="*/ 15 h 15"/>
                <a:gd name="T2" fmla="*/ 1 w 11"/>
                <a:gd name="T3" fmla="*/ 5 h 15"/>
                <a:gd name="T4" fmla="*/ 4 w 11"/>
                <a:gd name="T5" fmla="*/ 0 h 15"/>
                <a:gd name="T6" fmla="*/ 11 w 11"/>
                <a:gd name="T7" fmla="*/ 9 h 15"/>
                <a:gd name="T8" fmla="*/ 9 w 11"/>
                <a:gd name="T9" fmla="*/ 15 h 15"/>
              </a:gdLst>
              <a:ahLst/>
              <a:cxnLst>
                <a:cxn ang="0">
                  <a:pos x="T0" y="T1"/>
                </a:cxn>
                <a:cxn ang="0">
                  <a:pos x="T2" y="T3"/>
                </a:cxn>
                <a:cxn ang="0">
                  <a:pos x="T4" y="T5"/>
                </a:cxn>
                <a:cxn ang="0">
                  <a:pos x="T6" y="T7"/>
                </a:cxn>
                <a:cxn ang="0">
                  <a:pos x="T8" y="T9"/>
                </a:cxn>
              </a:cxnLst>
              <a:rect l="0" t="0" r="r" b="b"/>
              <a:pathLst>
                <a:path w="11" h="15">
                  <a:moveTo>
                    <a:pt x="9" y="15"/>
                  </a:moveTo>
                  <a:cubicBezTo>
                    <a:pt x="4" y="14"/>
                    <a:pt x="1" y="10"/>
                    <a:pt x="1" y="5"/>
                  </a:cubicBezTo>
                  <a:cubicBezTo>
                    <a:pt x="0" y="2"/>
                    <a:pt x="1" y="0"/>
                    <a:pt x="4" y="0"/>
                  </a:cubicBezTo>
                  <a:cubicBezTo>
                    <a:pt x="7" y="0"/>
                    <a:pt x="11" y="5"/>
                    <a:pt x="11" y="9"/>
                  </a:cubicBezTo>
                  <a:cubicBezTo>
                    <a:pt x="11" y="12"/>
                    <a:pt x="9" y="14"/>
                    <a:pt x="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8" name="Freeform 2622">
              <a:extLst>
                <a:ext uri="{FF2B5EF4-FFF2-40B4-BE49-F238E27FC236}">
                  <a16:creationId xmlns:a16="http://schemas.microsoft.com/office/drawing/2014/main" id="{8298BED9-9BF3-7DCF-029E-79DEC70B844F}"/>
                </a:ext>
              </a:extLst>
            </p:cNvPr>
            <p:cNvSpPr>
              <a:spLocks/>
            </p:cNvSpPr>
            <p:nvPr/>
          </p:nvSpPr>
          <p:spPr bwMode="auto">
            <a:xfrm rot="5094805">
              <a:off x="1204404" y="2032374"/>
              <a:ext cx="29705" cy="45700"/>
            </a:xfrm>
            <a:custGeom>
              <a:avLst/>
              <a:gdLst>
                <a:gd name="T0" fmla="*/ 5 w 12"/>
                <a:gd name="T1" fmla="*/ 1 h 18"/>
                <a:gd name="T2" fmla="*/ 12 w 12"/>
                <a:gd name="T3" fmla="*/ 11 h 18"/>
                <a:gd name="T4" fmla="*/ 6 w 12"/>
                <a:gd name="T5" fmla="*/ 16 h 18"/>
                <a:gd name="T6" fmla="*/ 1 w 12"/>
                <a:gd name="T7" fmla="*/ 8 h 18"/>
                <a:gd name="T8" fmla="*/ 5 w 12"/>
                <a:gd name="T9" fmla="*/ 1 h 18"/>
              </a:gdLst>
              <a:ahLst/>
              <a:cxnLst>
                <a:cxn ang="0">
                  <a:pos x="T0" y="T1"/>
                </a:cxn>
                <a:cxn ang="0">
                  <a:pos x="T2" y="T3"/>
                </a:cxn>
                <a:cxn ang="0">
                  <a:pos x="T4" y="T5"/>
                </a:cxn>
                <a:cxn ang="0">
                  <a:pos x="T6" y="T7"/>
                </a:cxn>
                <a:cxn ang="0">
                  <a:pos x="T8" y="T9"/>
                </a:cxn>
              </a:cxnLst>
              <a:rect l="0" t="0" r="r" b="b"/>
              <a:pathLst>
                <a:path w="12" h="18">
                  <a:moveTo>
                    <a:pt x="5" y="1"/>
                  </a:moveTo>
                  <a:cubicBezTo>
                    <a:pt x="9" y="2"/>
                    <a:pt x="12" y="7"/>
                    <a:pt x="12" y="11"/>
                  </a:cubicBezTo>
                  <a:cubicBezTo>
                    <a:pt x="12" y="15"/>
                    <a:pt x="9" y="18"/>
                    <a:pt x="6" y="16"/>
                  </a:cubicBezTo>
                  <a:cubicBezTo>
                    <a:pt x="3" y="14"/>
                    <a:pt x="1" y="12"/>
                    <a:pt x="1" y="8"/>
                  </a:cubicBezTo>
                  <a:cubicBezTo>
                    <a:pt x="0" y="3"/>
                    <a:pt x="2" y="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9" name="Freeform 2623">
              <a:extLst>
                <a:ext uri="{FF2B5EF4-FFF2-40B4-BE49-F238E27FC236}">
                  <a16:creationId xmlns:a16="http://schemas.microsoft.com/office/drawing/2014/main" id="{E35C5074-12ED-ABE4-5DCA-DF89A733E5B3}"/>
                </a:ext>
              </a:extLst>
            </p:cNvPr>
            <p:cNvSpPr>
              <a:spLocks/>
            </p:cNvSpPr>
            <p:nvPr/>
          </p:nvSpPr>
          <p:spPr bwMode="auto">
            <a:xfrm rot="5094805">
              <a:off x="1188728" y="2232294"/>
              <a:ext cx="27420" cy="41130"/>
            </a:xfrm>
            <a:custGeom>
              <a:avLst/>
              <a:gdLst>
                <a:gd name="T0" fmla="*/ 5 w 12"/>
                <a:gd name="T1" fmla="*/ 16 h 17"/>
                <a:gd name="T2" fmla="*/ 1 w 12"/>
                <a:gd name="T3" fmla="*/ 6 h 17"/>
                <a:gd name="T4" fmla="*/ 5 w 12"/>
                <a:gd name="T5" fmla="*/ 0 h 17"/>
                <a:gd name="T6" fmla="*/ 12 w 12"/>
                <a:gd name="T7" fmla="*/ 9 h 17"/>
                <a:gd name="T8" fmla="*/ 5 w 12"/>
                <a:gd name="T9" fmla="*/ 16 h 17"/>
              </a:gdLst>
              <a:ahLst/>
              <a:cxnLst>
                <a:cxn ang="0">
                  <a:pos x="T0" y="T1"/>
                </a:cxn>
                <a:cxn ang="0">
                  <a:pos x="T2" y="T3"/>
                </a:cxn>
                <a:cxn ang="0">
                  <a:pos x="T4" y="T5"/>
                </a:cxn>
                <a:cxn ang="0">
                  <a:pos x="T6" y="T7"/>
                </a:cxn>
                <a:cxn ang="0">
                  <a:pos x="T8" y="T9"/>
                </a:cxn>
              </a:cxnLst>
              <a:rect l="0" t="0" r="r" b="b"/>
              <a:pathLst>
                <a:path w="12" h="17">
                  <a:moveTo>
                    <a:pt x="5" y="16"/>
                  </a:moveTo>
                  <a:cubicBezTo>
                    <a:pt x="4" y="13"/>
                    <a:pt x="2" y="10"/>
                    <a:pt x="1" y="6"/>
                  </a:cubicBezTo>
                  <a:cubicBezTo>
                    <a:pt x="0" y="3"/>
                    <a:pt x="2" y="0"/>
                    <a:pt x="5" y="0"/>
                  </a:cubicBezTo>
                  <a:cubicBezTo>
                    <a:pt x="9" y="0"/>
                    <a:pt x="12" y="4"/>
                    <a:pt x="12" y="9"/>
                  </a:cubicBezTo>
                  <a:cubicBezTo>
                    <a:pt x="12" y="13"/>
                    <a:pt x="10" y="17"/>
                    <a:pt x="5"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0" name="Freeform 2624">
              <a:extLst>
                <a:ext uri="{FF2B5EF4-FFF2-40B4-BE49-F238E27FC236}">
                  <a16:creationId xmlns:a16="http://schemas.microsoft.com/office/drawing/2014/main" id="{0B82C21E-C3FB-5698-FE0E-83A34A518151}"/>
                </a:ext>
              </a:extLst>
            </p:cNvPr>
            <p:cNvSpPr>
              <a:spLocks/>
            </p:cNvSpPr>
            <p:nvPr/>
          </p:nvSpPr>
          <p:spPr bwMode="auto">
            <a:xfrm rot="5094805">
              <a:off x="1215254" y="2424933"/>
              <a:ext cx="27420" cy="45700"/>
            </a:xfrm>
            <a:custGeom>
              <a:avLst/>
              <a:gdLst>
                <a:gd name="T0" fmla="*/ 11 w 11"/>
                <a:gd name="T1" fmla="*/ 10 h 18"/>
                <a:gd name="T2" fmla="*/ 5 w 11"/>
                <a:gd name="T3" fmla="*/ 16 h 18"/>
                <a:gd name="T4" fmla="*/ 0 w 11"/>
                <a:gd name="T5" fmla="*/ 8 h 18"/>
                <a:gd name="T6" fmla="*/ 4 w 11"/>
                <a:gd name="T7" fmla="*/ 1 h 18"/>
                <a:gd name="T8" fmla="*/ 11 w 11"/>
                <a:gd name="T9" fmla="*/ 10 h 18"/>
              </a:gdLst>
              <a:ahLst/>
              <a:cxnLst>
                <a:cxn ang="0">
                  <a:pos x="T0" y="T1"/>
                </a:cxn>
                <a:cxn ang="0">
                  <a:pos x="T2" y="T3"/>
                </a:cxn>
                <a:cxn ang="0">
                  <a:pos x="T4" y="T5"/>
                </a:cxn>
                <a:cxn ang="0">
                  <a:pos x="T6" y="T7"/>
                </a:cxn>
                <a:cxn ang="0">
                  <a:pos x="T8" y="T9"/>
                </a:cxn>
              </a:cxnLst>
              <a:rect l="0" t="0" r="r" b="b"/>
              <a:pathLst>
                <a:path w="11" h="18">
                  <a:moveTo>
                    <a:pt x="11" y="10"/>
                  </a:moveTo>
                  <a:cubicBezTo>
                    <a:pt x="10" y="12"/>
                    <a:pt x="8" y="15"/>
                    <a:pt x="5" y="16"/>
                  </a:cubicBezTo>
                  <a:cubicBezTo>
                    <a:pt x="3" y="18"/>
                    <a:pt x="0" y="13"/>
                    <a:pt x="0" y="8"/>
                  </a:cubicBezTo>
                  <a:cubicBezTo>
                    <a:pt x="0" y="5"/>
                    <a:pt x="1" y="2"/>
                    <a:pt x="4" y="1"/>
                  </a:cubicBezTo>
                  <a:cubicBezTo>
                    <a:pt x="8" y="0"/>
                    <a:pt x="11" y="4"/>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1" name="Freeform 2625">
              <a:extLst>
                <a:ext uri="{FF2B5EF4-FFF2-40B4-BE49-F238E27FC236}">
                  <a16:creationId xmlns:a16="http://schemas.microsoft.com/office/drawing/2014/main" id="{A6172E53-CFBE-0375-02AE-1CA0D0E1772A}"/>
                </a:ext>
              </a:extLst>
            </p:cNvPr>
            <p:cNvSpPr>
              <a:spLocks/>
            </p:cNvSpPr>
            <p:nvPr/>
          </p:nvSpPr>
          <p:spPr bwMode="auto">
            <a:xfrm rot="5094805">
              <a:off x="1269825" y="2616200"/>
              <a:ext cx="27420" cy="38845"/>
            </a:xfrm>
            <a:custGeom>
              <a:avLst/>
              <a:gdLst>
                <a:gd name="T0" fmla="*/ 11 w 11"/>
                <a:gd name="T1" fmla="*/ 9 h 16"/>
                <a:gd name="T2" fmla="*/ 6 w 11"/>
                <a:gd name="T3" fmla="*/ 15 h 16"/>
                <a:gd name="T4" fmla="*/ 0 w 11"/>
                <a:gd name="T5" fmla="*/ 7 h 16"/>
                <a:gd name="T6" fmla="*/ 5 w 11"/>
                <a:gd name="T7" fmla="*/ 0 h 16"/>
                <a:gd name="T8" fmla="*/ 11 w 11"/>
                <a:gd name="T9" fmla="*/ 9 h 16"/>
              </a:gdLst>
              <a:ahLst/>
              <a:cxnLst>
                <a:cxn ang="0">
                  <a:pos x="T0" y="T1"/>
                </a:cxn>
                <a:cxn ang="0">
                  <a:pos x="T2" y="T3"/>
                </a:cxn>
                <a:cxn ang="0">
                  <a:pos x="T4" y="T5"/>
                </a:cxn>
                <a:cxn ang="0">
                  <a:pos x="T6" y="T7"/>
                </a:cxn>
                <a:cxn ang="0">
                  <a:pos x="T8" y="T9"/>
                </a:cxn>
              </a:cxnLst>
              <a:rect l="0" t="0" r="r" b="b"/>
              <a:pathLst>
                <a:path w="11" h="16">
                  <a:moveTo>
                    <a:pt x="11" y="9"/>
                  </a:moveTo>
                  <a:cubicBezTo>
                    <a:pt x="10" y="11"/>
                    <a:pt x="8" y="14"/>
                    <a:pt x="6" y="15"/>
                  </a:cubicBezTo>
                  <a:cubicBezTo>
                    <a:pt x="3" y="16"/>
                    <a:pt x="0" y="12"/>
                    <a:pt x="0" y="7"/>
                  </a:cubicBezTo>
                  <a:cubicBezTo>
                    <a:pt x="1" y="4"/>
                    <a:pt x="2" y="1"/>
                    <a:pt x="5" y="0"/>
                  </a:cubicBezTo>
                  <a:cubicBezTo>
                    <a:pt x="8" y="0"/>
                    <a:pt x="11" y="3"/>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2" name="Freeform 2626">
              <a:extLst>
                <a:ext uri="{FF2B5EF4-FFF2-40B4-BE49-F238E27FC236}">
                  <a16:creationId xmlns:a16="http://schemas.microsoft.com/office/drawing/2014/main" id="{81914C22-5DEE-0733-33AE-EDEEDE7D3805}"/>
                </a:ext>
              </a:extLst>
            </p:cNvPr>
            <p:cNvSpPr>
              <a:spLocks/>
            </p:cNvSpPr>
            <p:nvPr/>
          </p:nvSpPr>
          <p:spPr bwMode="auto">
            <a:xfrm rot="5094805">
              <a:off x="1321291" y="2809001"/>
              <a:ext cx="25135" cy="36560"/>
            </a:xfrm>
            <a:custGeom>
              <a:avLst/>
              <a:gdLst>
                <a:gd name="T0" fmla="*/ 6 w 11"/>
                <a:gd name="T1" fmla="*/ 15 h 15"/>
                <a:gd name="T2" fmla="*/ 0 w 11"/>
                <a:gd name="T3" fmla="*/ 8 h 15"/>
                <a:gd name="T4" fmla="*/ 4 w 11"/>
                <a:gd name="T5" fmla="*/ 1 h 15"/>
                <a:gd name="T6" fmla="*/ 11 w 11"/>
                <a:gd name="T7" fmla="*/ 7 h 15"/>
                <a:gd name="T8" fmla="*/ 6 w 11"/>
                <a:gd name="T9" fmla="*/ 15 h 15"/>
              </a:gdLst>
              <a:ahLst/>
              <a:cxnLst>
                <a:cxn ang="0">
                  <a:pos x="T0" y="T1"/>
                </a:cxn>
                <a:cxn ang="0">
                  <a:pos x="T2" y="T3"/>
                </a:cxn>
                <a:cxn ang="0">
                  <a:pos x="T4" y="T5"/>
                </a:cxn>
                <a:cxn ang="0">
                  <a:pos x="T6" y="T7"/>
                </a:cxn>
                <a:cxn ang="0">
                  <a:pos x="T8" y="T9"/>
                </a:cxn>
              </a:cxnLst>
              <a:rect l="0" t="0" r="r" b="b"/>
              <a:pathLst>
                <a:path w="11" h="15">
                  <a:moveTo>
                    <a:pt x="6" y="15"/>
                  </a:moveTo>
                  <a:cubicBezTo>
                    <a:pt x="3" y="15"/>
                    <a:pt x="0" y="12"/>
                    <a:pt x="0" y="8"/>
                  </a:cubicBezTo>
                  <a:cubicBezTo>
                    <a:pt x="0" y="4"/>
                    <a:pt x="1" y="2"/>
                    <a:pt x="4" y="1"/>
                  </a:cubicBezTo>
                  <a:cubicBezTo>
                    <a:pt x="8" y="0"/>
                    <a:pt x="11" y="3"/>
                    <a:pt x="11" y="7"/>
                  </a:cubicBezTo>
                  <a:cubicBezTo>
                    <a:pt x="11" y="11"/>
                    <a:pt x="9" y="14"/>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3" name="Freeform 2627">
              <a:extLst>
                <a:ext uri="{FF2B5EF4-FFF2-40B4-BE49-F238E27FC236}">
                  <a16:creationId xmlns:a16="http://schemas.microsoft.com/office/drawing/2014/main" id="{91A4AE91-DB8E-A6E3-1A3D-F4D475886D1A}"/>
                </a:ext>
              </a:extLst>
            </p:cNvPr>
            <p:cNvSpPr>
              <a:spLocks/>
            </p:cNvSpPr>
            <p:nvPr/>
          </p:nvSpPr>
          <p:spPr bwMode="auto">
            <a:xfrm rot="5094805">
              <a:off x="1363538" y="3002313"/>
              <a:ext cx="29705" cy="31990"/>
            </a:xfrm>
            <a:custGeom>
              <a:avLst/>
              <a:gdLst>
                <a:gd name="T0" fmla="*/ 7 w 12"/>
                <a:gd name="T1" fmla="*/ 0 h 13"/>
                <a:gd name="T2" fmla="*/ 12 w 12"/>
                <a:gd name="T3" fmla="*/ 7 h 13"/>
                <a:gd name="T4" fmla="*/ 6 w 12"/>
                <a:gd name="T5" fmla="*/ 12 h 13"/>
                <a:gd name="T6" fmla="*/ 1 w 12"/>
                <a:gd name="T7" fmla="*/ 7 h 13"/>
                <a:gd name="T8" fmla="*/ 7 w 12"/>
                <a:gd name="T9" fmla="*/ 0 h 13"/>
              </a:gdLst>
              <a:ahLst/>
              <a:cxnLst>
                <a:cxn ang="0">
                  <a:pos x="T0" y="T1"/>
                </a:cxn>
                <a:cxn ang="0">
                  <a:pos x="T2" y="T3"/>
                </a:cxn>
                <a:cxn ang="0">
                  <a:pos x="T4" y="T5"/>
                </a:cxn>
                <a:cxn ang="0">
                  <a:pos x="T6" y="T7"/>
                </a:cxn>
                <a:cxn ang="0">
                  <a:pos x="T8" y="T9"/>
                </a:cxn>
              </a:cxnLst>
              <a:rect l="0" t="0" r="r" b="b"/>
              <a:pathLst>
                <a:path w="12" h="13">
                  <a:moveTo>
                    <a:pt x="7" y="0"/>
                  </a:moveTo>
                  <a:cubicBezTo>
                    <a:pt x="10" y="0"/>
                    <a:pt x="12" y="3"/>
                    <a:pt x="12" y="7"/>
                  </a:cubicBezTo>
                  <a:cubicBezTo>
                    <a:pt x="12" y="10"/>
                    <a:pt x="8" y="13"/>
                    <a:pt x="6" y="12"/>
                  </a:cubicBezTo>
                  <a:cubicBezTo>
                    <a:pt x="4" y="11"/>
                    <a:pt x="2" y="9"/>
                    <a:pt x="1" y="7"/>
                  </a:cubicBezTo>
                  <a:cubicBezTo>
                    <a:pt x="0" y="3"/>
                    <a:pt x="3"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4" name="Freeform 2628">
              <a:extLst>
                <a:ext uri="{FF2B5EF4-FFF2-40B4-BE49-F238E27FC236}">
                  <a16:creationId xmlns:a16="http://schemas.microsoft.com/office/drawing/2014/main" id="{51F69244-791F-C851-970B-966D77132C06}"/>
                </a:ext>
              </a:extLst>
            </p:cNvPr>
            <p:cNvSpPr>
              <a:spLocks/>
            </p:cNvSpPr>
            <p:nvPr/>
          </p:nvSpPr>
          <p:spPr bwMode="auto">
            <a:xfrm rot="5094805">
              <a:off x="1409313" y="3196763"/>
              <a:ext cx="27420" cy="27420"/>
            </a:xfrm>
            <a:custGeom>
              <a:avLst/>
              <a:gdLst>
                <a:gd name="T0" fmla="*/ 11 w 11"/>
                <a:gd name="T1" fmla="*/ 6 h 11"/>
                <a:gd name="T2" fmla="*/ 5 w 11"/>
                <a:gd name="T3" fmla="*/ 10 h 11"/>
                <a:gd name="T4" fmla="*/ 0 w 11"/>
                <a:gd name="T5" fmla="*/ 5 h 11"/>
                <a:gd name="T6" fmla="*/ 5 w 11"/>
                <a:gd name="T7" fmla="*/ 1 h 11"/>
                <a:gd name="T8" fmla="*/ 11 w 11"/>
                <a:gd name="T9" fmla="*/ 6 h 11"/>
              </a:gdLst>
              <a:ahLst/>
              <a:cxnLst>
                <a:cxn ang="0">
                  <a:pos x="T0" y="T1"/>
                </a:cxn>
                <a:cxn ang="0">
                  <a:pos x="T2" y="T3"/>
                </a:cxn>
                <a:cxn ang="0">
                  <a:pos x="T4" y="T5"/>
                </a:cxn>
                <a:cxn ang="0">
                  <a:pos x="T6" y="T7"/>
                </a:cxn>
                <a:cxn ang="0">
                  <a:pos x="T8" y="T9"/>
                </a:cxn>
              </a:cxnLst>
              <a:rect l="0" t="0" r="r" b="b"/>
              <a:pathLst>
                <a:path w="11" h="11">
                  <a:moveTo>
                    <a:pt x="11" y="6"/>
                  </a:moveTo>
                  <a:cubicBezTo>
                    <a:pt x="10" y="7"/>
                    <a:pt x="8" y="10"/>
                    <a:pt x="5" y="10"/>
                  </a:cubicBezTo>
                  <a:cubicBezTo>
                    <a:pt x="3" y="11"/>
                    <a:pt x="0" y="8"/>
                    <a:pt x="0" y="5"/>
                  </a:cubicBezTo>
                  <a:cubicBezTo>
                    <a:pt x="0" y="3"/>
                    <a:pt x="2" y="1"/>
                    <a:pt x="5" y="1"/>
                  </a:cubicBezTo>
                  <a:cubicBezTo>
                    <a:pt x="8" y="0"/>
                    <a:pt x="11" y="2"/>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5" name="Freeform 2629">
              <a:extLst>
                <a:ext uri="{FF2B5EF4-FFF2-40B4-BE49-F238E27FC236}">
                  <a16:creationId xmlns:a16="http://schemas.microsoft.com/office/drawing/2014/main" id="{D79F6C08-6A8A-DCB7-74AC-6B631AAFC17A}"/>
                </a:ext>
              </a:extLst>
            </p:cNvPr>
            <p:cNvSpPr>
              <a:spLocks/>
            </p:cNvSpPr>
            <p:nvPr/>
          </p:nvSpPr>
          <p:spPr bwMode="auto">
            <a:xfrm rot="5094805">
              <a:off x="1452804" y="3393498"/>
              <a:ext cx="29705" cy="18280"/>
            </a:xfrm>
            <a:custGeom>
              <a:avLst/>
              <a:gdLst>
                <a:gd name="T0" fmla="*/ 5 w 12"/>
                <a:gd name="T1" fmla="*/ 0 h 8"/>
                <a:gd name="T2" fmla="*/ 12 w 12"/>
                <a:gd name="T3" fmla="*/ 3 h 8"/>
                <a:gd name="T4" fmla="*/ 7 w 12"/>
                <a:gd name="T5" fmla="*/ 8 h 8"/>
                <a:gd name="T6" fmla="*/ 1 w 12"/>
                <a:gd name="T7" fmla="*/ 5 h 8"/>
                <a:gd name="T8" fmla="*/ 5 w 12"/>
                <a:gd name="T9" fmla="*/ 0 h 8"/>
              </a:gdLst>
              <a:ahLst/>
              <a:cxnLst>
                <a:cxn ang="0">
                  <a:pos x="T0" y="T1"/>
                </a:cxn>
                <a:cxn ang="0">
                  <a:pos x="T2" y="T3"/>
                </a:cxn>
                <a:cxn ang="0">
                  <a:pos x="T4" y="T5"/>
                </a:cxn>
                <a:cxn ang="0">
                  <a:pos x="T6" y="T7"/>
                </a:cxn>
                <a:cxn ang="0">
                  <a:pos x="T8" y="T9"/>
                </a:cxn>
              </a:cxnLst>
              <a:rect l="0" t="0" r="r" b="b"/>
              <a:pathLst>
                <a:path w="12" h="8">
                  <a:moveTo>
                    <a:pt x="5" y="0"/>
                  </a:moveTo>
                  <a:cubicBezTo>
                    <a:pt x="9" y="0"/>
                    <a:pt x="12" y="1"/>
                    <a:pt x="12" y="3"/>
                  </a:cubicBezTo>
                  <a:cubicBezTo>
                    <a:pt x="12" y="5"/>
                    <a:pt x="10" y="7"/>
                    <a:pt x="7" y="8"/>
                  </a:cubicBezTo>
                  <a:cubicBezTo>
                    <a:pt x="4" y="8"/>
                    <a:pt x="2" y="7"/>
                    <a:pt x="1" y="5"/>
                  </a:cubicBezTo>
                  <a:cubicBezTo>
                    <a:pt x="0" y="3"/>
                    <a:pt x="2"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6" name="Freeform 2630">
              <a:extLst>
                <a:ext uri="{FF2B5EF4-FFF2-40B4-BE49-F238E27FC236}">
                  <a16:creationId xmlns:a16="http://schemas.microsoft.com/office/drawing/2014/main" id="{654AA4C8-D201-DAF8-6018-AA5480AF49F9}"/>
                </a:ext>
              </a:extLst>
            </p:cNvPr>
            <p:cNvSpPr>
              <a:spLocks/>
            </p:cNvSpPr>
            <p:nvPr/>
          </p:nvSpPr>
          <p:spPr bwMode="auto">
            <a:xfrm rot="5094805">
              <a:off x="1506642" y="3585991"/>
              <a:ext cx="29705" cy="18280"/>
            </a:xfrm>
            <a:custGeom>
              <a:avLst/>
              <a:gdLst>
                <a:gd name="T0" fmla="*/ 6 w 12"/>
                <a:gd name="T1" fmla="*/ 6 h 7"/>
                <a:gd name="T2" fmla="*/ 0 w 12"/>
                <a:gd name="T3" fmla="*/ 4 h 7"/>
                <a:gd name="T4" fmla="*/ 4 w 12"/>
                <a:gd name="T5" fmla="*/ 1 h 7"/>
                <a:gd name="T6" fmla="*/ 11 w 12"/>
                <a:gd name="T7" fmla="*/ 2 h 7"/>
                <a:gd name="T8" fmla="*/ 6 w 12"/>
                <a:gd name="T9" fmla="*/ 6 h 7"/>
              </a:gdLst>
              <a:ahLst/>
              <a:cxnLst>
                <a:cxn ang="0">
                  <a:pos x="T0" y="T1"/>
                </a:cxn>
                <a:cxn ang="0">
                  <a:pos x="T2" y="T3"/>
                </a:cxn>
                <a:cxn ang="0">
                  <a:pos x="T4" y="T5"/>
                </a:cxn>
                <a:cxn ang="0">
                  <a:pos x="T6" y="T7"/>
                </a:cxn>
                <a:cxn ang="0">
                  <a:pos x="T8" y="T9"/>
                </a:cxn>
              </a:cxnLst>
              <a:rect l="0" t="0" r="r" b="b"/>
              <a:pathLst>
                <a:path w="12" h="7">
                  <a:moveTo>
                    <a:pt x="6" y="6"/>
                  </a:moveTo>
                  <a:cubicBezTo>
                    <a:pt x="3" y="7"/>
                    <a:pt x="0" y="6"/>
                    <a:pt x="0" y="4"/>
                  </a:cubicBezTo>
                  <a:cubicBezTo>
                    <a:pt x="0" y="3"/>
                    <a:pt x="1" y="2"/>
                    <a:pt x="4" y="1"/>
                  </a:cubicBezTo>
                  <a:cubicBezTo>
                    <a:pt x="7" y="0"/>
                    <a:pt x="10" y="1"/>
                    <a:pt x="11" y="2"/>
                  </a:cubicBezTo>
                  <a:cubicBezTo>
                    <a:pt x="12" y="3"/>
                    <a:pt x="9" y="5"/>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7" name="Freeform 2631">
              <a:extLst>
                <a:ext uri="{FF2B5EF4-FFF2-40B4-BE49-F238E27FC236}">
                  <a16:creationId xmlns:a16="http://schemas.microsoft.com/office/drawing/2014/main" id="{F9F719FD-319E-0FAB-8159-1B151D19778D}"/>
                </a:ext>
              </a:extLst>
            </p:cNvPr>
            <p:cNvSpPr>
              <a:spLocks/>
            </p:cNvSpPr>
            <p:nvPr/>
          </p:nvSpPr>
          <p:spPr bwMode="auto">
            <a:xfrm rot="5094805">
              <a:off x="1572699" y="3776342"/>
              <a:ext cx="27420" cy="13710"/>
            </a:xfrm>
            <a:custGeom>
              <a:avLst/>
              <a:gdLst>
                <a:gd name="T0" fmla="*/ 5 w 11"/>
                <a:gd name="T1" fmla="*/ 5 h 6"/>
                <a:gd name="T2" fmla="*/ 0 w 11"/>
                <a:gd name="T3" fmla="*/ 4 h 6"/>
                <a:gd name="T4" fmla="*/ 4 w 11"/>
                <a:gd name="T5" fmla="*/ 1 h 6"/>
                <a:gd name="T6" fmla="*/ 11 w 11"/>
                <a:gd name="T7" fmla="*/ 1 h 6"/>
                <a:gd name="T8" fmla="*/ 5 w 11"/>
                <a:gd name="T9" fmla="*/ 5 h 6"/>
              </a:gdLst>
              <a:ahLst/>
              <a:cxnLst>
                <a:cxn ang="0">
                  <a:pos x="T0" y="T1"/>
                </a:cxn>
                <a:cxn ang="0">
                  <a:pos x="T2" y="T3"/>
                </a:cxn>
                <a:cxn ang="0">
                  <a:pos x="T4" y="T5"/>
                </a:cxn>
                <a:cxn ang="0">
                  <a:pos x="T6" y="T7"/>
                </a:cxn>
                <a:cxn ang="0">
                  <a:pos x="T8" y="T9"/>
                </a:cxn>
              </a:cxnLst>
              <a:rect l="0" t="0" r="r" b="b"/>
              <a:pathLst>
                <a:path w="11" h="6">
                  <a:moveTo>
                    <a:pt x="5" y="5"/>
                  </a:moveTo>
                  <a:cubicBezTo>
                    <a:pt x="2" y="6"/>
                    <a:pt x="0" y="5"/>
                    <a:pt x="0" y="4"/>
                  </a:cubicBezTo>
                  <a:cubicBezTo>
                    <a:pt x="0" y="3"/>
                    <a:pt x="1" y="2"/>
                    <a:pt x="4" y="1"/>
                  </a:cubicBezTo>
                  <a:cubicBezTo>
                    <a:pt x="8" y="0"/>
                    <a:pt x="10" y="0"/>
                    <a:pt x="11" y="1"/>
                  </a:cubicBezTo>
                  <a:cubicBezTo>
                    <a:pt x="11" y="2"/>
                    <a:pt x="8" y="4"/>
                    <a:pt x="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8" name="Freeform 2632">
              <a:extLst>
                <a:ext uri="{FF2B5EF4-FFF2-40B4-BE49-F238E27FC236}">
                  <a16:creationId xmlns:a16="http://schemas.microsoft.com/office/drawing/2014/main" id="{C053D67D-E524-C645-D762-993B72782180}"/>
                </a:ext>
              </a:extLst>
            </p:cNvPr>
            <p:cNvSpPr>
              <a:spLocks/>
            </p:cNvSpPr>
            <p:nvPr/>
          </p:nvSpPr>
          <p:spPr bwMode="auto">
            <a:xfrm rot="5094805">
              <a:off x="1654784" y="3965168"/>
              <a:ext cx="27420" cy="11425"/>
            </a:xfrm>
            <a:custGeom>
              <a:avLst/>
              <a:gdLst>
                <a:gd name="T0" fmla="*/ 11 w 11"/>
                <a:gd name="T1" fmla="*/ 1 h 5"/>
                <a:gd name="T2" fmla="*/ 6 w 11"/>
                <a:gd name="T3" fmla="*/ 4 h 5"/>
                <a:gd name="T4" fmla="*/ 0 w 11"/>
                <a:gd name="T5" fmla="*/ 4 h 5"/>
                <a:gd name="T6" fmla="*/ 5 w 11"/>
                <a:gd name="T7" fmla="*/ 2 h 5"/>
                <a:gd name="T8" fmla="*/ 11 w 11"/>
                <a:gd name="T9" fmla="*/ 1 h 5"/>
              </a:gdLst>
              <a:ahLst/>
              <a:cxnLst>
                <a:cxn ang="0">
                  <a:pos x="T0" y="T1"/>
                </a:cxn>
                <a:cxn ang="0">
                  <a:pos x="T2" y="T3"/>
                </a:cxn>
                <a:cxn ang="0">
                  <a:pos x="T4" y="T5"/>
                </a:cxn>
                <a:cxn ang="0">
                  <a:pos x="T6" y="T7"/>
                </a:cxn>
                <a:cxn ang="0">
                  <a:pos x="T8" y="T9"/>
                </a:cxn>
              </a:cxnLst>
              <a:rect l="0" t="0" r="r" b="b"/>
              <a:pathLst>
                <a:path w="11" h="5">
                  <a:moveTo>
                    <a:pt x="11" y="1"/>
                  </a:moveTo>
                  <a:cubicBezTo>
                    <a:pt x="10" y="2"/>
                    <a:pt x="8" y="3"/>
                    <a:pt x="6" y="4"/>
                  </a:cubicBezTo>
                  <a:cubicBezTo>
                    <a:pt x="3" y="5"/>
                    <a:pt x="0" y="5"/>
                    <a:pt x="0" y="4"/>
                  </a:cubicBezTo>
                  <a:cubicBezTo>
                    <a:pt x="0" y="4"/>
                    <a:pt x="2" y="3"/>
                    <a:pt x="5" y="2"/>
                  </a:cubicBezTo>
                  <a:cubicBezTo>
                    <a:pt x="8" y="0"/>
                    <a:pt x="11"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9" name="Freeform 2633">
              <a:extLst>
                <a:ext uri="{FF2B5EF4-FFF2-40B4-BE49-F238E27FC236}">
                  <a16:creationId xmlns:a16="http://schemas.microsoft.com/office/drawing/2014/main" id="{78920A5F-F39C-E4FC-6466-4E31F78747B1}"/>
                </a:ext>
              </a:extLst>
            </p:cNvPr>
            <p:cNvSpPr>
              <a:spLocks/>
            </p:cNvSpPr>
            <p:nvPr/>
          </p:nvSpPr>
          <p:spPr bwMode="auto">
            <a:xfrm rot="5094805">
              <a:off x="1508504" y="1214997"/>
              <a:ext cx="29705" cy="34275"/>
            </a:xfrm>
            <a:custGeom>
              <a:avLst/>
              <a:gdLst>
                <a:gd name="T0" fmla="*/ 11 w 12"/>
                <a:gd name="T1" fmla="*/ 10 h 14"/>
                <a:gd name="T2" fmla="*/ 7 w 12"/>
                <a:gd name="T3" fmla="*/ 13 h 14"/>
                <a:gd name="T4" fmla="*/ 0 w 12"/>
                <a:gd name="T5" fmla="*/ 4 h 14"/>
                <a:gd name="T6" fmla="*/ 4 w 12"/>
                <a:gd name="T7" fmla="*/ 1 h 14"/>
                <a:gd name="T8" fmla="*/ 11 w 12"/>
                <a:gd name="T9" fmla="*/ 10 h 14"/>
              </a:gdLst>
              <a:ahLst/>
              <a:cxnLst>
                <a:cxn ang="0">
                  <a:pos x="T0" y="T1"/>
                </a:cxn>
                <a:cxn ang="0">
                  <a:pos x="T2" y="T3"/>
                </a:cxn>
                <a:cxn ang="0">
                  <a:pos x="T4" y="T5"/>
                </a:cxn>
                <a:cxn ang="0">
                  <a:pos x="T6" y="T7"/>
                </a:cxn>
                <a:cxn ang="0">
                  <a:pos x="T8" y="T9"/>
                </a:cxn>
              </a:cxnLst>
              <a:rect l="0" t="0" r="r" b="b"/>
              <a:pathLst>
                <a:path w="12" h="14">
                  <a:moveTo>
                    <a:pt x="11" y="10"/>
                  </a:moveTo>
                  <a:cubicBezTo>
                    <a:pt x="12" y="13"/>
                    <a:pt x="10" y="14"/>
                    <a:pt x="7" y="13"/>
                  </a:cubicBezTo>
                  <a:cubicBezTo>
                    <a:pt x="4" y="11"/>
                    <a:pt x="1" y="7"/>
                    <a:pt x="0" y="4"/>
                  </a:cubicBezTo>
                  <a:cubicBezTo>
                    <a:pt x="0" y="1"/>
                    <a:pt x="1" y="0"/>
                    <a:pt x="4" y="1"/>
                  </a:cubicBezTo>
                  <a:cubicBezTo>
                    <a:pt x="7" y="2"/>
                    <a:pt x="11" y="7"/>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0" name="Freeform 2634">
              <a:extLst>
                <a:ext uri="{FF2B5EF4-FFF2-40B4-BE49-F238E27FC236}">
                  <a16:creationId xmlns:a16="http://schemas.microsoft.com/office/drawing/2014/main" id="{B6A55BE5-1708-304D-C8D8-D6F8048C63BB}"/>
                </a:ext>
              </a:extLst>
            </p:cNvPr>
            <p:cNvSpPr>
              <a:spLocks/>
            </p:cNvSpPr>
            <p:nvPr/>
          </p:nvSpPr>
          <p:spPr bwMode="auto">
            <a:xfrm rot="5094805">
              <a:off x="1602604" y="1011621"/>
              <a:ext cx="29705" cy="29705"/>
            </a:xfrm>
            <a:custGeom>
              <a:avLst/>
              <a:gdLst>
                <a:gd name="T0" fmla="*/ 11 w 12"/>
                <a:gd name="T1" fmla="*/ 8 h 12"/>
                <a:gd name="T2" fmla="*/ 6 w 12"/>
                <a:gd name="T3" fmla="*/ 11 h 12"/>
                <a:gd name="T4" fmla="*/ 0 w 12"/>
                <a:gd name="T5" fmla="*/ 3 h 12"/>
                <a:gd name="T6" fmla="*/ 4 w 12"/>
                <a:gd name="T7" fmla="*/ 1 h 12"/>
                <a:gd name="T8" fmla="*/ 11 w 12"/>
                <a:gd name="T9" fmla="*/ 8 h 12"/>
              </a:gdLst>
              <a:ahLst/>
              <a:cxnLst>
                <a:cxn ang="0">
                  <a:pos x="T0" y="T1"/>
                </a:cxn>
                <a:cxn ang="0">
                  <a:pos x="T2" y="T3"/>
                </a:cxn>
                <a:cxn ang="0">
                  <a:pos x="T4" y="T5"/>
                </a:cxn>
                <a:cxn ang="0">
                  <a:pos x="T6" y="T7"/>
                </a:cxn>
                <a:cxn ang="0">
                  <a:pos x="T8" y="T9"/>
                </a:cxn>
              </a:cxnLst>
              <a:rect l="0" t="0" r="r" b="b"/>
              <a:pathLst>
                <a:path w="12" h="12">
                  <a:moveTo>
                    <a:pt x="11" y="8"/>
                  </a:moveTo>
                  <a:cubicBezTo>
                    <a:pt x="12" y="11"/>
                    <a:pt x="10" y="12"/>
                    <a:pt x="6" y="11"/>
                  </a:cubicBezTo>
                  <a:cubicBezTo>
                    <a:pt x="3" y="9"/>
                    <a:pt x="0" y="5"/>
                    <a:pt x="0" y="3"/>
                  </a:cubicBezTo>
                  <a:cubicBezTo>
                    <a:pt x="0" y="0"/>
                    <a:pt x="1" y="0"/>
                    <a:pt x="4" y="1"/>
                  </a:cubicBezTo>
                  <a:cubicBezTo>
                    <a:pt x="7" y="2"/>
                    <a:pt x="10" y="6"/>
                    <a:pt x="1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1" name="Freeform 2635">
              <a:extLst>
                <a:ext uri="{FF2B5EF4-FFF2-40B4-BE49-F238E27FC236}">
                  <a16:creationId xmlns:a16="http://schemas.microsoft.com/office/drawing/2014/main" id="{90AA021B-0B5E-C013-8278-BCDC46623195}"/>
                </a:ext>
              </a:extLst>
            </p:cNvPr>
            <p:cNvSpPr>
              <a:spLocks/>
            </p:cNvSpPr>
            <p:nvPr/>
          </p:nvSpPr>
          <p:spPr bwMode="auto">
            <a:xfrm rot="5094805">
              <a:off x="1690609" y="803057"/>
              <a:ext cx="29705" cy="27420"/>
            </a:xfrm>
            <a:custGeom>
              <a:avLst/>
              <a:gdLst>
                <a:gd name="T0" fmla="*/ 5 w 12"/>
                <a:gd name="T1" fmla="*/ 1 h 11"/>
                <a:gd name="T2" fmla="*/ 12 w 12"/>
                <a:gd name="T3" fmla="*/ 8 h 11"/>
                <a:gd name="T4" fmla="*/ 7 w 12"/>
                <a:gd name="T5" fmla="*/ 10 h 11"/>
                <a:gd name="T6" fmla="*/ 1 w 12"/>
                <a:gd name="T7" fmla="*/ 4 h 11"/>
                <a:gd name="T8" fmla="*/ 5 w 12"/>
                <a:gd name="T9" fmla="*/ 1 h 11"/>
              </a:gdLst>
              <a:ahLst/>
              <a:cxnLst>
                <a:cxn ang="0">
                  <a:pos x="T0" y="T1"/>
                </a:cxn>
                <a:cxn ang="0">
                  <a:pos x="T2" y="T3"/>
                </a:cxn>
                <a:cxn ang="0">
                  <a:pos x="T4" y="T5"/>
                </a:cxn>
                <a:cxn ang="0">
                  <a:pos x="T6" y="T7"/>
                </a:cxn>
                <a:cxn ang="0">
                  <a:pos x="T8" y="T9"/>
                </a:cxn>
              </a:cxnLst>
              <a:rect l="0" t="0" r="r" b="b"/>
              <a:pathLst>
                <a:path w="12" h="11">
                  <a:moveTo>
                    <a:pt x="5" y="1"/>
                  </a:moveTo>
                  <a:cubicBezTo>
                    <a:pt x="8" y="2"/>
                    <a:pt x="11" y="6"/>
                    <a:pt x="12" y="8"/>
                  </a:cubicBezTo>
                  <a:cubicBezTo>
                    <a:pt x="12" y="10"/>
                    <a:pt x="10" y="11"/>
                    <a:pt x="7" y="10"/>
                  </a:cubicBezTo>
                  <a:cubicBezTo>
                    <a:pt x="4" y="8"/>
                    <a:pt x="2" y="6"/>
                    <a:pt x="1" y="4"/>
                  </a:cubicBezTo>
                  <a:cubicBezTo>
                    <a:pt x="0" y="1"/>
                    <a:pt x="2" y="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2" name="Freeform 2636">
              <a:extLst>
                <a:ext uri="{FF2B5EF4-FFF2-40B4-BE49-F238E27FC236}">
                  <a16:creationId xmlns:a16="http://schemas.microsoft.com/office/drawing/2014/main" id="{BF018694-9433-4957-5988-55A04EAEF6FD}"/>
                </a:ext>
              </a:extLst>
            </p:cNvPr>
            <p:cNvSpPr>
              <a:spLocks/>
            </p:cNvSpPr>
            <p:nvPr/>
          </p:nvSpPr>
          <p:spPr bwMode="auto">
            <a:xfrm rot="5094805">
              <a:off x="1758739" y="605429"/>
              <a:ext cx="29705" cy="20565"/>
            </a:xfrm>
            <a:custGeom>
              <a:avLst/>
              <a:gdLst>
                <a:gd name="T0" fmla="*/ 6 w 12"/>
                <a:gd name="T1" fmla="*/ 8 h 9"/>
                <a:gd name="T2" fmla="*/ 0 w 12"/>
                <a:gd name="T3" fmla="*/ 2 h 9"/>
                <a:gd name="T4" fmla="*/ 4 w 12"/>
                <a:gd name="T5" fmla="*/ 1 h 9"/>
                <a:gd name="T6" fmla="*/ 11 w 12"/>
                <a:gd name="T7" fmla="*/ 6 h 9"/>
                <a:gd name="T8" fmla="*/ 6 w 12"/>
                <a:gd name="T9" fmla="*/ 8 h 9"/>
              </a:gdLst>
              <a:ahLst/>
              <a:cxnLst>
                <a:cxn ang="0">
                  <a:pos x="T0" y="T1"/>
                </a:cxn>
                <a:cxn ang="0">
                  <a:pos x="T2" y="T3"/>
                </a:cxn>
                <a:cxn ang="0">
                  <a:pos x="T4" y="T5"/>
                </a:cxn>
                <a:cxn ang="0">
                  <a:pos x="T6" y="T7"/>
                </a:cxn>
                <a:cxn ang="0">
                  <a:pos x="T8" y="T9"/>
                </a:cxn>
              </a:cxnLst>
              <a:rect l="0" t="0" r="r" b="b"/>
              <a:pathLst>
                <a:path w="12" h="9">
                  <a:moveTo>
                    <a:pt x="6" y="8"/>
                  </a:moveTo>
                  <a:cubicBezTo>
                    <a:pt x="3" y="7"/>
                    <a:pt x="0" y="5"/>
                    <a:pt x="0" y="2"/>
                  </a:cubicBezTo>
                  <a:cubicBezTo>
                    <a:pt x="0" y="1"/>
                    <a:pt x="1" y="0"/>
                    <a:pt x="4" y="1"/>
                  </a:cubicBezTo>
                  <a:cubicBezTo>
                    <a:pt x="7" y="1"/>
                    <a:pt x="10" y="4"/>
                    <a:pt x="11" y="6"/>
                  </a:cubicBezTo>
                  <a:cubicBezTo>
                    <a:pt x="12" y="9"/>
                    <a:pt x="9" y="9"/>
                    <a:pt x="6"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3" name="Freeform 2637">
              <a:extLst>
                <a:ext uri="{FF2B5EF4-FFF2-40B4-BE49-F238E27FC236}">
                  <a16:creationId xmlns:a16="http://schemas.microsoft.com/office/drawing/2014/main" id="{3C024A77-710D-FB76-6925-D1268F91F125}"/>
                </a:ext>
              </a:extLst>
            </p:cNvPr>
            <p:cNvSpPr>
              <a:spLocks/>
            </p:cNvSpPr>
            <p:nvPr/>
          </p:nvSpPr>
          <p:spPr bwMode="auto">
            <a:xfrm rot="5094805">
              <a:off x="1799459" y="408053"/>
              <a:ext cx="27420" cy="15995"/>
            </a:xfrm>
            <a:custGeom>
              <a:avLst/>
              <a:gdLst>
                <a:gd name="T0" fmla="*/ 6 w 11"/>
                <a:gd name="T1" fmla="*/ 7 h 7"/>
                <a:gd name="T2" fmla="*/ 0 w 11"/>
                <a:gd name="T3" fmla="*/ 2 h 7"/>
                <a:gd name="T4" fmla="*/ 4 w 11"/>
                <a:gd name="T5" fmla="*/ 0 h 7"/>
                <a:gd name="T6" fmla="*/ 11 w 11"/>
                <a:gd name="T7" fmla="*/ 4 h 7"/>
                <a:gd name="T8" fmla="*/ 6 w 11"/>
                <a:gd name="T9" fmla="*/ 7 h 7"/>
              </a:gdLst>
              <a:ahLst/>
              <a:cxnLst>
                <a:cxn ang="0">
                  <a:pos x="T0" y="T1"/>
                </a:cxn>
                <a:cxn ang="0">
                  <a:pos x="T2" y="T3"/>
                </a:cxn>
                <a:cxn ang="0">
                  <a:pos x="T4" y="T5"/>
                </a:cxn>
                <a:cxn ang="0">
                  <a:pos x="T6" y="T7"/>
                </a:cxn>
                <a:cxn ang="0">
                  <a:pos x="T8" y="T9"/>
                </a:cxn>
              </a:cxnLst>
              <a:rect l="0" t="0" r="r" b="b"/>
              <a:pathLst>
                <a:path w="11" h="7">
                  <a:moveTo>
                    <a:pt x="6" y="7"/>
                  </a:moveTo>
                  <a:cubicBezTo>
                    <a:pt x="3" y="6"/>
                    <a:pt x="0" y="4"/>
                    <a:pt x="0" y="2"/>
                  </a:cubicBezTo>
                  <a:cubicBezTo>
                    <a:pt x="0" y="1"/>
                    <a:pt x="1" y="0"/>
                    <a:pt x="4" y="0"/>
                  </a:cubicBezTo>
                  <a:cubicBezTo>
                    <a:pt x="7" y="0"/>
                    <a:pt x="10" y="2"/>
                    <a:pt x="11" y="4"/>
                  </a:cubicBezTo>
                  <a:cubicBezTo>
                    <a:pt x="11" y="6"/>
                    <a:pt x="9" y="7"/>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4" name="Freeform 2638">
              <a:extLst>
                <a:ext uri="{FF2B5EF4-FFF2-40B4-BE49-F238E27FC236}">
                  <a16:creationId xmlns:a16="http://schemas.microsoft.com/office/drawing/2014/main" id="{C01DAF8B-38E5-D11B-8068-47681E972D76}"/>
                </a:ext>
              </a:extLst>
            </p:cNvPr>
            <p:cNvSpPr>
              <a:spLocks/>
            </p:cNvSpPr>
            <p:nvPr/>
          </p:nvSpPr>
          <p:spPr bwMode="auto">
            <a:xfrm rot="5094805">
              <a:off x="1800244" y="210699"/>
              <a:ext cx="27420" cy="15995"/>
            </a:xfrm>
            <a:custGeom>
              <a:avLst/>
              <a:gdLst>
                <a:gd name="T0" fmla="*/ 5 w 11"/>
                <a:gd name="T1" fmla="*/ 0 h 6"/>
                <a:gd name="T2" fmla="*/ 11 w 11"/>
                <a:gd name="T3" fmla="*/ 3 h 6"/>
                <a:gd name="T4" fmla="*/ 5 w 11"/>
                <a:gd name="T5" fmla="*/ 6 h 6"/>
                <a:gd name="T6" fmla="*/ 0 w 11"/>
                <a:gd name="T7" fmla="*/ 3 h 6"/>
                <a:gd name="T8" fmla="*/ 5 w 11"/>
                <a:gd name="T9" fmla="*/ 0 h 6"/>
              </a:gdLst>
              <a:ahLst/>
              <a:cxnLst>
                <a:cxn ang="0">
                  <a:pos x="T0" y="T1"/>
                </a:cxn>
                <a:cxn ang="0">
                  <a:pos x="T2" y="T3"/>
                </a:cxn>
                <a:cxn ang="0">
                  <a:pos x="T4" y="T5"/>
                </a:cxn>
                <a:cxn ang="0">
                  <a:pos x="T6" y="T7"/>
                </a:cxn>
                <a:cxn ang="0">
                  <a:pos x="T8" y="T9"/>
                </a:cxn>
              </a:cxnLst>
              <a:rect l="0" t="0" r="r" b="b"/>
              <a:pathLst>
                <a:path w="11" h="6">
                  <a:moveTo>
                    <a:pt x="5" y="0"/>
                  </a:moveTo>
                  <a:cubicBezTo>
                    <a:pt x="9" y="0"/>
                    <a:pt x="11" y="1"/>
                    <a:pt x="11" y="3"/>
                  </a:cubicBezTo>
                  <a:cubicBezTo>
                    <a:pt x="11" y="5"/>
                    <a:pt x="8" y="6"/>
                    <a:pt x="5" y="6"/>
                  </a:cubicBezTo>
                  <a:cubicBezTo>
                    <a:pt x="3" y="6"/>
                    <a:pt x="1" y="5"/>
                    <a:pt x="0" y="3"/>
                  </a:cubicBezTo>
                  <a:cubicBezTo>
                    <a:pt x="0" y="1"/>
                    <a:pt x="2"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5" name="Freeform 2639">
              <a:extLst>
                <a:ext uri="{FF2B5EF4-FFF2-40B4-BE49-F238E27FC236}">
                  <a16:creationId xmlns:a16="http://schemas.microsoft.com/office/drawing/2014/main" id="{6EEE5F67-7523-C978-8CB2-4DD3B6C857DB}"/>
                </a:ext>
              </a:extLst>
            </p:cNvPr>
            <p:cNvSpPr>
              <a:spLocks/>
            </p:cNvSpPr>
            <p:nvPr/>
          </p:nvSpPr>
          <p:spPr bwMode="auto">
            <a:xfrm rot="5094805">
              <a:off x="1753842" y="22141"/>
              <a:ext cx="27420" cy="20565"/>
            </a:xfrm>
            <a:custGeom>
              <a:avLst/>
              <a:gdLst>
                <a:gd name="T0" fmla="*/ 11 w 11"/>
                <a:gd name="T1" fmla="*/ 2 h 8"/>
                <a:gd name="T2" fmla="*/ 6 w 11"/>
                <a:gd name="T3" fmla="*/ 7 h 8"/>
                <a:gd name="T4" fmla="*/ 0 w 11"/>
                <a:gd name="T5" fmla="*/ 6 h 8"/>
                <a:gd name="T6" fmla="*/ 4 w 11"/>
                <a:gd name="T7" fmla="*/ 2 h 8"/>
                <a:gd name="T8" fmla="*/ 11 w 11"/>
                <a:gd name="T9" fmla="*/ 2 h 8"/>
              </a:gdLst>
              <a:ahLst/>
              <a:cxnLst>
                <a:cxn ang="0">
                  <a:pos x="T0" y="T1"/>
                </a:cxn>
                <a:cxn ang="0">
                  <a:pos x="T2" y="T3"/>
                </a:cxn>
                <a:cxn ang="0">
                  <a:pos x="T4" y="T5"/>
                </a:cxn>
                <a:cxn ang="0">
                  <a:pos x="T6" y="T7"/>
                </a:cxn>
                <a:cxn ang="0">
                  <a:pos x="T8" y="T9"/>
                </a:cxn>
              </a:cxnLst>
              <a:rect l="0" t="0" r="r" b="b"/>
              <a:pathLst>
                <a:path w="11" h="8">
                  <a:moveTo>
                    <a:pt x="11" y="2"/>
                  </a:moveTo>
                  <a:cubicBezTo>
                    <a:pt x="11" y="4"/>
                    <a:pt x="9" y="6"/>
                    <a:pt x="6" y="7"/>
                  </a:cubicBezTo>
                  <a:cubicBezTo>
                    <a:pt x="3" y="8"/>
                    <a:pt x="0" y="8"/>
                    <a:pt x="0" y="6"/>
                  </a:cubicBezTo>
                  <a:cubicBezTo>
                    <a:pt x="0" y="4"/>
                    <a:pt x="1" y="3"/>
                    <a:pt x="4" y="2"/>
                  </a:cubicBezTo>
                  <a:cubicBezTo>
                    <a:pt x="7" y="0"/>
                    <a:pt x="10"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6" name="Freeform 2661">
              <a:extLst>
                <a:ext uri="{FF2B5EF4-FFF2-40B4-BE49-F238E27FC236}">
                  <a16:creationId xmlns:a16="http://schemas.microsoft.com/office/drawing/2014/main" id="{F0E99C30-905C-1BBE-3E2D-FEC4C584E1B8}"/>
                </a:ext>
              </a:extLst>
            </p:cNvPr>
            <p:cNvSpPr>
              <a:spLocks/>
            </p:cNvSpPr>
            <p:nvPr/>
          </p:nvSpPr>
          <p:spPr bwMode="auto">
            <a:xfrm rot="5094805">
              <a:off x="1746909" y="4147380"/>
              <a:ext cx="27420" cy="15995"/>
            </a:xfrm>
            <a:custGeom>
              <a:avLst/>
              <a:gdLst>
                <a:gd name="T0" fmla="*/ 8 w 11"/>
                <a:gd name="T1" fmla="*/ 3 h 6"/>
                <a:gd name="T2" fmla="*/ 0 w 11"/>
                <a:gd name="T3" fmla="*/ 5 h 6"/>
                <a:gd name="T4" fmla="*/ 4 w 11"/>
                <a:gd name="T5" fmla="*/ 2 h 6"/>
                <a:gd name="T6" fmla="*/ 11 w 11"/>
                <a:gd name="T7" fmla="*/ 1 h 6"/>
                <a:gd name="T8" fmla="*/ 8 w 11"/>
                <a:gd name="T9" fmla="*/ 3 h 6"/>
              </a:gdLst>
              <a:ahLst/>
              <a:cxnLst>
                <a:cxn ang="0">
                  <a:pos x="T0" y="T1"/>
                </a:cxn>
                <a:cxn ang="0">
                  <a:pos x="T2" y="T3"/>
                </a:cxn>
                <a:cxn ang="0">
                  <a:pos x="T4" y="T5"/>
                </a:cxn>
                <a:cxn ang="0">
                  <a:pos x="T6" y="T7"/>
                </a:cxn>
                <a:cxn ang="0">
                  <a:pos x="T8" y="T9"/>
                </a:cxn>
              </a:cxnLst>
              <a:rect l="0" t="0" r="r" b="b"/>
              <a:pathLst>
                <a:path w="11" h="6">
                  <a:moveTo>
                    <a:pt x="8" y="3"/>
                  </a:moveTo>
                  <a:cubicBezTo>
                    <a:pt x="4" y="5"/>
                    <a:pt x="1" y="6"/>
                    <a:pt x="0" y="5"/>
                  </a:cubicBezTo>
                  <a:cubicBezTo>
                    <a:pt x="0" y="5"/>
                    <a:pt x="2" y="4"/>
                    <a:pt x="4" y="2"/>
                  </a:cubicBezTo>
                  <a:cubicBezTo>
                    <a:pt x="7" y="1"/>
                    <a:pt x="11" y="0"/>
                    <a:pt x="11" y="1"/>
                  </a:cubicBezTo>
                  <a:cubicBezTo>
                    <a:pt x="11" y="1"/>
                    <a:pt x="9" y="2"/>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7" name="Freeform 2662">
              <a:extLst>
                <a:ext uri="{FF2B5EF4-FFF2-40B4-BE49-F238E27FC236}">
                  <a16:creationId xmlns:a16="http://schemas.microsoft.com/office/drawing/2014/main" id="{B969EF78-D826-33EC-4828-9615BC2C7A5E}"/>
                </a:ext>
              </a:extLst>
            </p:cNvPr>
            <p:cNvSpPr>
              <a:spLocks/>
            </p:cNvSpPr>
            <p:nvPr/>
          </p:nvSpPr>
          <p:spPr bwMode="auto">
            <a:xfrm rot="5094805">
              <a:off x="1845958" y="4333448"/>
              <a:ext cx="29705" cy="13710"/>
            </a:xfrm>
            <a:custGeom>
              <a:avLst/>
              <a:gdLst>
                <a:gd name="T0" fmla="*/ 11 w 12"/>
                <a:gd name="T1" fmla="*/ 0 h 6"/>
                <a:gd name="T2" fmla="*/ 6 w 12"/>
                <a:gd name="T3" fmla="*/ 4 h 6"/>
                <a:gd name="T4" fmla="*/ 0 w 12"/>
                <a:gd name="T5" fmla="*/ 5 h 6"/>
                <a:gd name="T6" fmla="*/ 5 w 12"/>
                <a:gd name="T7" fmla="*/ 2 h 6"/>
                <a:gd name="T8" fmla="*/ 11 w 12"/>
                <a:gd name="T9" fmla="*/ 0 h 6"/>
              </a:gdLst>
              <a:ahLst/>
              <a:cxnLst>
                <a:cxn ang="0">
                  <a:pos x="T0" y="T1"/>
                </a:cxn>
                <a:cxn ang="0">
                  <a:pos x="T2" y="T3"/>
                </a:cxn>
                <a:cxn ang="0">
                  <a:pos x="T4" y="T5"/>
                </a:cxn>
                <a:cxn ang="0">
                  <a:pos x="T6" y="T7"/>
                </a:cxn>
                <a:cxn ang="0">
                  <a:pos x="T8" y="T9"/>
                </a:cxn>
              </a:cxnLst>
              <a:rect l="0" t="0" r="r" b="b"/>
              <a:pathLst>
                <a:path w="12" h="6">
                  <a:moveTo>
                    <a:pt x="11" y="0"/>
                  </a:moveTo>
                  <a:cubicBezTo>
                    <a:pt x="12" y="1"/>
                    <a:pt x="9" y="3"/>
                    <a:pt x="6" y="4"/>
                  </a:cubicBezTo>
                  <a:cubicBezTo>
                    <a:pt x="3" y="5"/>
                    <a:pt x="0" y="6"/>
                    <a:pt x="0" y="5"/>
                  </a:cubicBezTo>
                  <a:cubicBezTo>
                    <a:pt x="0" y="5"/>
                    <a:pt x="2" y="4"/>
                    <a:pt x="5" y="2"/>
                  </a:cubicBezTo>
                  <a:cubicBezTo>
                    <a:pt x="8" y="1"/>
                    <a:pt x="11"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8" name="Freeform 2663">
              <a:extLst>
                <a:ext uri="{FF2B5EF4-FFF2-40B4-BE49-F238E27FC236}">
                  <a16:creationId xmlns:a16="http://schemas.microsoft.com/office/drawing/2014/main" id="{9464CBAC-E9C2-C17B-4AA3-0A854968EACB}"/>
                </a:ext>
              </a:extLst>
            </p:cNvPr>
            <p:cNvSpPr>
              <a:spLocks/>
            </p:cNvSpPr>
            <p:nvPr/>
          </p:nvSpPr>
          <p:spPr bwMode="auto">
            <a:xfrm rot="5094805">
              <a:off x="1953918" y="4514348"/>
              <a:ext cx="27420" cy="15995"/>
            </a:xfrm>
            <a:custGeom>
              <a:avLst/>
              <a:gdLst>
                <a:gd name="T0" fmla="*/ 11 w 11"/>
                <a:gd name="T1" fmla="*/ 1 h 7"/>
                <a:gd name="T2" fmla="*/ 5 w 11"/>
                <a:gd name="T3" fmla="*/ 5 h 7"/>
                <a:gd name="T4" fmla="*/ 0 w 11"/>
                <a:gd name="T5" fmla="*/ 6 h 7"/>
                <a:gd name="T6" fmla="*/ 5 w 11"/>
                <a:gd name="T7" fmla="*/ 3 h 7"/>
                <a:gd name="T8" fmla="*/ 11 w 11"/>
                <a:gd name="T9" fmla="*/ 1 h 7"/>
              </a:gdLst>
              <a:ahLst/>
              <a:cxnLst>
                <a:cxn ang="0">
                  <a:pos x="T0" y="T1"/>
                </a:cxn>
                <a:cxn ang="0">
                  <a:pos x="T2" y="T3"/>
                </a:cxn>
                <a:cxn ang="0">
                  <a:pos x="T4" y="T5"/>
                </a:cxn>
                <a:cxn ang="0">
                  <a:pos x="T6" y="T7"/>
                </a:cxn>
                <a:cxn ang="0">
                  <a:pos x="T8" y="T9"/>
                </a:cxn>
              </a:cxnLst>
              <a:rect l="0" t="0" r="r" b="b"/>
              <a:pathLst>
                <a:path w="11" h="7">
                  <a:moveTo>
                    <a:pt x="11" y="1"/>
                  </a:moveTo>
                  <a:cubicBezTo>
                    <a:pt x="10" y="2"/>
                    <a:pt x="8" y="4"/>
                    <a:pt x="5" y="5"/>
                  </a:cubicBezTo>
                  <a:cubicBezTo>
                    <a:pt x="3" y="6"/>
                    <a:pt x="0" y="7"/>
                    <a:pt x="0" y="6"/>
                  </a:cubicBezTo>
                  <a:cubicBezTo>
                    <a:pt x="1" y="5"/>
                    <a:pt x="2" y="4"/>
                    <a:pt x="5" y="3"/>
                  </a:cubicBezTo>
                  <a:cubicBezTo>
                    <a:pt x="8" y="1"/>
                    <a:pt x="11"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9" name="Freeform 2664">
              <a:extLst>
                <a:ext uri="{FF2B5EF4-FFF2-40B4-BE49-F238E27FC236}">
                  <a16:creationId xmlns:a16="http://schemas.microsoft.com/office/drawing/2014/main" id="{D9FAD104-C2D7-96B5-B4A9-6EC684CE44D7}"/>
                </a:ext>
              </a:extLst>
            </p:cNvPr>
            <p:cNvSpPr>
              <a:spLocks/>
            </p:cNvSpPr>
            <p:nvPr/>
          </p:nvSpPr>
          <p:spPr bwMode="auto">
            <a:xfrm rot="5094805">
              <a:off x="2063315" y="4700743"/>
              <a:ext cx="27420" cy="13710"/>
            </a:xfrm>
            <a:custGeom>
              <a:avLst/>
              <a:gdLst>
                <a:gd name="T0" fmla="*/ 11 w 11"/>
                <a:gd name="T1" fmla="*/ 0 h 6"/>
                <a:gd name="T2" fmla="*/ 6 w 11"/>
                <a:gd name="T3" fmla="*/ 4 h 6"/>
                <a:gd name="T4" fmla="*/ 0 w 11"/>
                <a:gd name="T5" fmla="*/ 6 h 6"/>
                <a:gd name="T6" fmla="*/ 4 w 11"/>
                <a:gd name="T7" fmla="*/ 2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11" y="1"/>
                    <a:pt x="9" y="2"/>
                    <a:pt x="6" y="4"/>
                  </a:cubicBezTo>
                  <a:cubicBezTo>
                    <a:pt x="3" y="5"/>
                    <a:pt x="0" y="6"/>
                    <a:pt x="0" y="6"/>
                  </a:cubicBezTo>
                  <a:cubicBezTo>
                    <a:pt x="0" y="5"/>
                    <a:pt x="1" y="4"/>
                    <a:pt x="4" y="2"/>
                  </a:cubicBezTo>
                  <a:cubicBezTo>
                    <a:pt x="6" y="1"/>
                    <a:pt x="10"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0" name="Freeform 2665">
              <a:extLst>
                <a:ext uri="{FF2B5EF4-FFF2-40B4-BE49-F238E27FC236}">
                  <a16:creationId xmlns:a16="http://schemas.microsoft.com/office/drawing/2014/main" id="{B6BBB8CE-FE0C-8F20-9DCD-1BB613A11B25}"/>
                </a:ext>
              </a:extLst>
            </p:cNvPr>
            <p:cNvSpPr>
              <a:spLocks/>
            </p:cNvSpPr>
            <p:nvPr/>
          </p:nvSpPr>
          <p:spPr bwMode="auto">
            <a:xfrm rot="5094805">
              <a:off x="2173542" y="4881238"/>
              <a:ext cx="29705" cy="15995"/>
            </a:xfrm>
            <a:custGeom>
              <a:avLst/>
              <a:gdLst>
                <a:gd name="T0" fmla="*/ 6 w 12"/>
                <a:gd name="T1" fmla="*/ 5 h 7"/>
                <a:gd name="T2" fmla="*/ 1 w 12"/>
                <a:gd name="T3" fmla="*/ 6 h 7"/>
                <a:gd name="T4" fmla="*/ 5 w 12"/>
                <a:gd name="T5" fmla="*/ 3 h 7"/>
                <a:gd name="T6" fmla="*/ 11 w 12"/>
                <a:gd name="T7" fmla="*/ 1 h 7"/>
                <a:gd name="T8" fmla="*/ 6 w 12"/>
                <a:gd name="T9" fmla="*/ 5 h 7"/>
              </a:gdLst>
              <a:ahLst/>
              <a:cxnLst>
                <a:cxn ang="0">
                  <a:pos x="T0" y="T1"/>
                </a:cxn>
                <a:cxn ang="0">
                  <a:pos x="T2" y="T3"/>
                </a:cxn>
                <a:cxn ang="0">
                  <a:pos x="T4" y="T5"/>
                </a:cxn>
                <a:cxn ang="0">
                  <a:pos x="T6" y="T7"/>
                </a:cxn>
                <a:cxn ang="0">
                  <a:pos x="T8" y="T9"/>
                </a:cxn>
              </a:cxnLst>
              <a:rect l="0" t="0" r="r" b="b"/>
              <a:pathLst>
                <a:path w="12" h="7">
                  <a:moveTo>
                    <a:pt x="6" y="5"/>
                  </a:moveTo>
                  <a:cubicBezTo>
                    <a:pt x="3" y="7"/>
                    <a:pt x="0" y="7"/>
                    <a:pt x="1" y="6"/>
                  </a:cubicBezTo>
                  <a:cubicBezTo>
                    <a:pt x="1" y="5"/>
                    <a:pt x="2" y="4"/>
                    <a:pt x="5" y="3"/>
                  </a:cubicBezTo>
                  <a:cubicBezTo>
                    <a:pt x="8" y="1"/>
                    <a:pt x="11" y="0"/>
                    <a:pt x="11" y="1"/>
                  </a:cubicBezTo>
                  <a:cubicBezTo>
                    <a:pt x="12" y="2"/>
                    <a:pt x="9"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1" name="Freeform 2666">
              <a:extLst>
                <a:ext uri="{FF2B5EF4-FFF2-40B4-BE49-F238E27FC236}">
                  <a16:creationId xmlns:a16="http://schemas.microsoft.com/office/drawing/2014/main" id="{DB43B452-8566-CD49-0B9E-5C3C6CE8C63F}"/>
                </a:ext>
              </a:extLst>
            </p:cNvPr>
            <p:cNvSpPr>
              <a:spLocks/>
            </p:cNvSpPr>
            <p:nvPr/>
          </p:nvSpPr>
          <p:spPr bwMode="auto">
            <a:xfrm rot="5094805">
              <a:off x="2282534" y="5063081"/>
              <a:ext cx="29705" cy="13710"/>
            </a:xfrm>
            <a:custGeom>
              <a:avLst/>
              <a:gdLst>
                <a:gd name="T0" fmla="*/ 6 w 12"/>
                <a:gd name="T1" fmla="*/ 2 h 6"/>
                <a:gd name="T2" fmla="*/ 12 w 12"/>
                <a:gd name="T3" fmla="*/ 0 h 6"/>
                <a:gd name="T4" fmla="*/ 7 w 12"/>
                <a:gd name="T5" fmla="*/ 5 h 6"/>
                <a:gd name="T6" fmla="*/ 1 w 12"/>
                <a:gd name="T7" fmla="*/ 6 h 6"/>
                <a:gd name="T8" fmla="*/ 6 w 12"/>
                <a:gd name="T9" fmla="*/ 2 h 6"/>
              </a:gdLst>
              <a:ahLst/>
              <a:cxnLst>
                <a:cxn ang="0">
                  <a:pos x="T0" y="T1"/>
                </a:cxn>
                <a:cxn ang="0">
                  <a:pos x="T2" y="T3"/>
                </a:cxn>
                <a:cxn ang="0">
                  <a:pos x="T4" y="T5"/>
                </a:cxn>
                <a:cxn ang="0">
                  <a:pos x="T6" y="T7"/>
                </a:cxn>
                <a:cxn ang="0">
                  <a:pos x="T8" y="T9"/>
                </a:cxn>
              </a:cxnLst>
              <a:rect l="0" t="0" r="r" b="b"/>
              <a:pathLst>
                <a:path w="12" h="6">
                  <a:moveTo>
                    <a:pt x="6" y="2"/>
                  </a:moveTo>
                  <a:cubicBezTo>
                    <a:pt x="9" y="0"/>
                    <a:pt x="12" y="0"/>
                    <a:pt x="12" y="0"/>
                  </a:cubicBezTo>
                  <a:cubicBezTo>
                    <a:pt x="12" y="1"/>
                    <a:pt x="10" y="3"/>
                    <a:pt x="7" y="5"/>
                  </a:cubicBezTo>
                  <a:cubicBezTo>
                    <a:pt x="4" y="6"/>
                    <a:pt x="2" y="6"/>
                    <a:pt x="1" y="6"/>
                  </a:cubicBezTo>
                  <a:cubicBezTo>
                    <a:pt x="0" y="5"/>
                    <a:pt x="2"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2" name="Freeform 2667">
              <a:extLst>
                <a:ext uri="{FF2B5EF4-FFF2-40B4-BE49-F238E27FC236}">
                  <a16:creationId xmlns:a16="http://schemas.microsoft.com/office/drawing/2014/main" id="{7FFD9218-B294-2191-E2F2-CE04F809D343}"/>
                </a:ext>
              </a:extLst>
            </p:cNvPr>
            <p:cNvSpPr>
              <a:spLocks/>
            </p:cNvSpPr>
            <p:nvPr/>
          </p:nvSpPr>
          <p:spPr bwMode="auto">
            <a:xfrm rot="5094805">
              <a:off x="2388314" y="5246363"/>
              <a:ext cx="29705" cy="13710"/>
            </a:xfrm>
            <a:custGeom>
              <a:avLst/>
              <a:gdLst>
                <a:gd name="T0" fmla="*/ 5 w 12"/>
                <a:gd name="T1" fmla="*/ 2 h 6"/>
                <a:gd name="T2" fmla="*/ 12 w 12"/>
                <a:gd name="T3" fmla="*/ 1 h 6"/>
                <a:gd name="T4" fmla="*/ 7 w 12"/>
                <a:gd name="T5" fmla="*/ 5 h 6"/>
                <a:gd name="T6" fmla="*/ 1 w 12"/>
                <a:gd name="T7" fmla="*/ 6 h 6"/>
                <a:gd name="T8" fmla="*/ 5 w 12"/>
                <a:gd name="T9" fmla="*/ 2 h 6"/>
              </a:gdLst>
              <a:ahLst/>
              <a:cxnLst>
                <a:cxn ang="0">
                  <a:pos x="T0" y="T1"/>
                </a:cxn>
                <a:cxn ang="0">
                  <a:pos x="T2" y="T3"/>
                </a:cxn>
                <a:cxn ang="0">
                  <a:pos x="T4" y="T5"/>
                </a:cxn>
                <a:cxn ang="0">
                  <a:pos x="T6" y="T7"/>
                </a:cxn>
                <a:cxn ang="0">
                  <a:pos x="T8" y="T9"/>
                </a:cxn>
              </a:cxnLst>
              <a:rect l="0" t="0" r="r" b="b"/>
              <a:pathLst>
                <a:path w="12" h="6">
                  <a:moveTo>
                    <a:pt x="5" y="2"/>
                  </a:moveTo>
                  <a:cubicBezTo>
                    <a:pt x="8" y="0"/>
                    <a:pt x="11" y="0"/>
                    <a:pt x="12" y="1"/>
                  </a:cubicBezTo>
                  <a:cubicBezTo>
                    <a:pt x="12" y="1"/>
                    <a:pt x="10" y="4"/>
                    <a:pt x="7" y="5"/>
                  </a:cubicBezTo>
                  <a:cubicBezTo>
                    <a:pt x="4" y="6"/>
                    <a:pt x="2" y="6"/>
                    <a:pt x="1" y="6"/>
                  </a:cubicBezTo>
                  <a:cubicBezTo>
                    <a:pt x="0" y="5"/>
                    <a:pt x="2" y="3"/>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3" name="Freeform 2668">
              <a:extLst>
                <a:ext uri="{FF2B5EF4-FFF2-40B4-BE49-F238E27FC236}">
                  <a16:creationId xmlns:a16="http://schemas.microsoft.com/office/drawing/2014/main" id="{22497B77-F755-CF0E-9615-D7AB10106FA2}"/>
                </a:ext>
              </a:extLst>
            </p:cNvPr>
            <p:cNvSpPr>
              <a:spLocks/>
            </p:cNvSpPr>
            <p:nvPr/>
          </p:nvSpPr>
          <p:spPr bwMode="auto">
            <a:xfrm rot="5094805">
              <a:off x="2487575" y="5432624"/>
              <a:ext cx="27420" cy="15995"/>
            </a:xfrm>
            <a:custGeom>
              <a:avLst/>
              <a:gdLst>
                <a:gd name="T0" fmla="*/ 10 w 11"/>
                <a:gd name="T1" fmla="*/ 1 h 6"/>
                <a:gd name="T2" fmla="*/ 6 w 11"/>
                <a:gd name="T3" fmla="*/ 5 h 6"/>
                <a:gd name="T4" fmla="*/ 0 w 11"/>
                <a:gd name="T5" fmla="*/ 5 h 6"/>
                <a:gd name="T6" fmla="*/ 4 w 11"/>
                <a:gd name="T7" fmla="*/ 1 h 6"/>
                <a:gd name="T8" fmla="*/ 10 w 11"/>
                <a:gd name="T9" fmla="*/ 1 h 6"/>
              </a:gdLst>
              <a:ahLst/>
              <a:cxnLst>
                <a:cxn ang="0">
                  <a:pos x="T0" y="T1"/>
                </a:cxn>
                <a:cxn ang="0">
                  <a:pos x="T2" y="T3"/>
                </a:cxn>
                <a:cxn ang="0">
                  <a:pos x="T4" y="T5"/>
                </a:cxn>
                <a:cxn ang="0">
                  <a:pos x="T6" y="T7"/>
                </a:cxn>
                <a:cxn ang="0">
                  <a:pos x="T8" y="T9"/>
                </a:cxn>
              </a:cxnLst>
              <a:rect l="0" t="0" r="r" b="b"/>
              <a:pathLst>
                <a:path w="11" h="6">
                  <a:moveTo>
                    <a:pt x="10" y="1"/>
                  </a:moveTo>
                  <a:cubicBezTo>
                    <a:pt x="11" y="2"/>
                    <a:pt x="9" y="4"/>
                    <a:pt x="6" y="5"/>
                  </a:cubicBezTo>
                  <a:cubicBezTo>
                    <a:pt x="3" y="6"/>
                    <a:pt x="0" y="6"/>
                    <a:pt x="0" y="5"/>
                  </a:cubicBezTo>
                  <a:cubicBezTo>
                    <a:pt x="0" y="4"/>
                    <a:pt x="1" y="3"/>
                    <a:pt x="4" y="1"/>
                  </a:cubicBezTo>
                  <a:cubicBezTo>
                    <a:pt x="6" y="0"/>
                    <a:pt x="10"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4" name="Freeform 2669">
              <a:extLst>
                <a:ext uri="{FF2B5EF4-FFF2-40B4-BE49-F238E27FC236}">
                  <a16:creationId xmlns:a16="http://schemas.microsoft.com/office/drawing/2014/main" id="{05D302CD-2C22-8CAF-D88E-04FD8A9B9882}"/>
                </a:ext>
              </a:extLst>
            </p:cNvPr>
            <p:cNvSpPr>
              <a:spLocks/>
            </p:cNvSpPr>
            <p:nvPr/>
          </p:nvSpPr>
          <p:spPr bwMode="auto">
            <a:xfrm rot="5094805">
              <a:off x="2576286" y="5618567"/>
              <a:ext cx="27420" cy="13710"/>
            </a:xfrm>
            <a:custGeom>
              <a:avLst/>
              <a:gdLst>
                <a:gd name="T0" fmla="*/ 6 w 11"/>
                <a:gd name="T1" fmla="*/ 5 h 6"/>
                <a:gd name="T2" fmla="*/ 0 w 11"/>
                <a:gd name="T3" fmla="*/ 5 h 6"/>
                <a:gd name="T4" fmla="*/ 4 w 11"/>
                <a:gd name="T5" fmla="*/ 1 h 6"/>
                <a:gd name="T6" fmla="*/ 10 w 11"/>
                <a:gd name="T7" fmla="*/ 1 h 6"/>
                <a:gd name="T8" fmla="*/ 6 w 11"/>
                <a:gd name="T9" fmla="*/ 5 h 6"/>
              </a:gdLst>
              <a:ahLst/>
              <a:cxnLst>
                <a:cxn ang="0">
                  <a:pos x="T0" y="T1"/>
                </a:cxn>
                <a:cxn ang="0">
                  <a:pos x="T2" y="T3"/>
                </a:cxn>
                <a:cxn ang="0">
                  <a:pos x="T4" y="T5"/>
                </a:cxn>
                <a:cxn ang="0">
                  <a:pos x="T6" y="T7"/>
                </a:cxn>
                <a:cxn ang="0">
                  <a:pos x="T8" y="T9"/>
                </a:cxn>
              </a:cxnLst>
              <a:rect l="0" t="0" r="r" b="b"/>
              <a:pathLst>
                <a:path w="11" h="6">
                  <a:moveTo>
                    <a:pt x="6" y="5"/>
                  </a:moveTo>
                  <a:cubicBezTo>
                    <a:pt x="3" y="6"/>
                    <a:pt x="0" y="6"/>
                    <a:pt x="0" y="5"/>
                  </a:cubicBezTo>
                  <a:cubicBezTo>
                    <a:pt x="0" y="4"/>
                    <a:pt x="1" y="2"/>
                    <a:pt x="4" y="1"/>
                  </a:cubicBezTo>
                  <a:cubicBezTo>
                    <a:pt x="6" y="0"/>
                    <a:pt x="10" y="0"/>
                    <a:pt x="10" y="1"/>
                  </a:cubicBezTo>
                  <a:cubicBezTo>
                    <a:pt x="11" y="2"/>
                    <a:pt x="9"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5" name="Freeform 2670">
              <a:extLst>
                <a:ext uri="{FF2B5EF4-FFF2-40B4-BE49-F238E27FC236}">
                  <a16:creationId xmlns:a16="http://schemas.microsoft.com/office/drawing/2014/main" id="{F039FBA9-83A2-696D-D84E-8F98A718B9EF}"/>
                </a:ext>
              </a:extLst>
            </p:cNvPr>
            <p:cNvSpPr>
              <a:spLocks/>
            </p:cNvSpPr>
            <p:nvPr/>
          </p:nvSpPr>
          <p:spPr bwMode="auto">
            <a:xfrm rot="5094805">
              <a:off x="2650097" y="5804588"/>
              <a:ext cx="29705" cy="11425"/>
            </a:xfrm>
            <a:custGeom>
              <a:avLst/>
              <a:gdLst>
                <a:gd name="T0" fmla="*/ 6 w 12"/>
                <a:gd name="T1" fmla="*/ 0 h 5"/>
                <a:gd name="T2" fmla="*/ 12 w 12"/>
                <a:gd name="T3" fmla="*/ 2 h 5"/>
                <a:gd name="T4" fmla="*/ 5 w 12"/>
                <a:gd name="T5" fmla="*/ 5 h 5"/>
                <a:gd name="T6" fmla="*/ 1 w 12"/>
                <a:gd name="T7" fmla="*/ 4 h 5"/>
                <a:gd name="T8" fmla="*/ 6 w 12"/>
                <a:gd name="T9" fmla="*/ 0 h 5"/>
              </a:gdLst>
              <a:ahLst/>
              <a:cxnLst>
                <a:cxn ang="0">
                  <a:pos x="T0" y="T1"/>
                </a:cxn>
                <a:cxn ang="0">
                  <a:pos x="T2" y="T3"/>
                </a:cxn>
                <a:cxn ang="0">
                  <a:pos x="T4" y="T5"/>
                </a:cxn>
                <a:cxn ang="0">
                  <a:pos x="T6" y="T7"/>
                </a:cxn>
                <a:cxn ang="0">
                  <a:pos x="T8" y="T9"/>
                </a:cxn>
              </a:cxnLst>
              <a:rect l="0" t="0" r="r" b="b"/>
              <a:pathLst>
                <a:path w="12" h="5">
                  <a:moveTo>
                    <a:pt x="6" y="0"/>
                  </a:moveTo>
                  <a:cubicBezTo>
                    <a:pt x="9" y="0"/>
                    <a:pt x="12" y="0"/>
                    <a:pt x="12" y="2"/>
                  </a:cubicBezTo>
                  <a:cubicBezTo>
                    <a:pt x="11" y="3"/>
                    <a:pt x="8" y="5"/>
                    <a:pt x="5" y="5"/>
                  </a:cubicBezTo>
                  <a:cubicBezTo>
                    <a:pt x="3" y="5"/>
                    <a:pt x="1" y="5"/>
                    <a:pt x="1" y="4"/>
                  </a:cubicBezTo>
                  <a:cubicBezTo>
                    <a:pt x="0" y="3"/>
                    <a:pt x="3"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6" name="Freeform 2671">
              <a:extLst>
                <a:ext uri="{FF2B5EF4-FFF2-40B4-BE49-F238E27FC236}">
                  <a16:creationId xmlns:a16="http://schemas.microsoft.com/office/drawing/2014/main" id="{8632B801-00D8-6DC5-91B2-1ABA8067F2BB}"/>
                </a:ext>
              </a:extLst>
            </p:cNvPr>
            <p:cNvSpPr>
              <a:spLocks/>
            </p:cNvSpPr>
            <p:nvPr/>
          </p:nvSpPr>
          <p:spPr bwMode="auto">
            <a:xfrm rot="5094805">
              <a:off x="2707349" y="5995634"/>
              <a:ext cx="29705" cy="13710"/>
            </a:xfrm>
            <a:custGeom>
              <a:avLst/>
              <a:gdLst>
                <a:gd name="T0" fmla="*/ 6 w 12"/>
                <a:gd name="T1" fmla="*/ 6 h 6"/>
                <a:gd name="T2" fmla="*/ 0 w 12"/>
                <a:gd name="T3" fmla="*/ 4 h 6"/>
                <a:gd name="T4" fmla="*/ 4 w 12"/>
                <a:gd name="T5" fmla="*/ 1 h 6"/>
                <a:gd name="T6" fmla="*/ 11 w 12"/>
                <a:gd name="T7" fmla="*/ 2 h 6"/>
                <a:gd name="T8" fmla="*/ 6 w 12"/>
                <a:gd name="T9" fmla="*/ 6 h 6"/>
              </a:gdLst>
              <a:ahLst/>
              <a:cxnLst>
                <a:cxn ang="0">
                  <a:pos x="T0" y="T1"/>
                </a:cxn>
                <a:cxn ang="0">
                  <a:pos x="T2" y="T3"/>
                </a:cxn>
                <a:cxn ang="0">
                  <a:pos x="T4" y="T5"/>
                </a:cxn>
                <a:cxn ang="0">
                  <a:pos x="T6" y="T7"/>
                </a:cxn>
                <a:cxn ang="0">
                  <a:pos x="T8" y="T9"/>
                </a:cxn>
              </a:cxnLst>
              <a:rect l="0" t="0" r="r" b="b"/>
              <a:pathLst>
                <a:path w="12" h="6">
                  <a:moveTo>
                    <a:pt x="6" y="6"/>
                  </a:moveTo>
                  <a:cubicBezTo>
                    <a:pt x="3" y="6"/>
                    <a:pt x="0" y="5"/>
                    <a:pt x="0" y="4"/>
                  </a:cubicBezTo>
                  <a:cubicBezTo>
                    <a:pt x="0" y="3"/>
                    <a:pt x="1" y="2"/>
                    <a:pt x="4" y="1"/>
                  </a:cubicBezTo>
                  <a:cubicBezTo>
                    <a:pt x="7" y="0"/>
                    <a:pt x="10" y="1"/>
                    <a:pt x="11" y="2"/>
                  </a:cubicBezTo>
                  <a:cubicBezTo>
                    <a:pt x="12" y="3"/>
                    <a:pt x="9" y="5"/>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7" name="Freeform 2672">
              <a:extLst>
                <a:ext uri="{FF2B5EF4-FFF2-40B4-BE49-F238E27FC236}">
                  <a16:creationId xmlns:a16="http://schemas.microsoft.com/office/drawing/2014/main" id="{1B403456-6584-8DF0-B53F-DCC0DD3CA999}"/>
                </a:ext>
              </a:extLst>
            </p:cNvPr>
            <p:cNvSpPr>
              <a:spLocks/>
            </p:cNvSpPr>
            <p:nvPr/>
          </p:nvSpPr>
          <p:spPr bwMode="auto">
            <a:xfrm rot="5094805">
              <a:off x="2748265" y="6185832"/>
              <a:ext cx="29705" cy="11425"/>
            </a:xfrm>
            <a:custGeom>
              <a:avLst/>
              <a:gdLst>
                <a:gd name="T0" fmla="*/ 5 w 12"/>
                <a:gd name="T1" fmla="*/ 0 h 5"/>
                <a:gd name="T2" fmla="*/ 12 w 12"/>
                <a:gd name="T3" fmla="*/ 1 h 5"/>
                <a:gd name="T4" fmla="*/ 7 w 12"/>
                <a:gd name="T5" fmla="*/ 5 h 5"/>
                <a:gd name="T6" fmla="*/ 1 w 12"/>
                <a:gd name="T7" fmla="*/ 3 h 5"/>
                <a:gd name="T8" fmla="*/ 5 w 12"/>
                <a:gd name="T9" fmla="*/ 0 h 5"/>
              </a:gdLst>
              <a:ahLst/>
              <a:cxnLst>
                <a:cxn ang="0">
                  <a:pos x="T0" y="T1"/>
                </a:cxn>
                <a:cxn ang="0">
                  <a:pos x="T2" y="T3"/>
                </a:cxn>
                <a:cxn ang="0">
                  <a:pos x="T4" y="T5"/>
                </a:cxn>
                <a:cxn ang="0">
                  <a:pos x="T6" y="T7"/>
                </a:cxn>
                <a:cxn ang="0">
                  <a:pos x="T8" y="T9"/>
                </a:cxn>
              </a:cxnLst>
              <a:rect l="0" t="0" r="r" b="b"/>
              <a:pathLst>
                <a:path w="12" h="5">
                  <a:moveTo>
                    <a:pt x="5" y="0"/>
                  </a:moveTo>
                  <a:cubicBezTo>
                    <a:pt x="8" y="0"/>
                    <a:pt x="11" y="0"/>
                    <a:pt x="12" y="1"/>
                  </a:cubicBezTo>
                  <a:cubicBezTo>
                    <a:pt x="12" y="3"/>
                    <a:pt x="10" y="4"/>
                    <a:pt x="7" y="5"/>
                  </a:cubicBezTo>
                  <a:cubicBezTo>
                    <a:pt x="4" y="5"/>
                    <a:pt x="2" y="4"/>
                    <a:pt x="1" y="3"/>
                  </a:cubicBezTo>
                  <a:cubicBezTo>
                    <a:pt x="0" y="2"/>
                    <a:pt x="2"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8" name="Freeform 2673">
              <a:extLst>
                <a:ext uri="{FF2B5EF4-FFF2-40B4-BE49-F238E27FC236}">
                  <a16:creationId xmlns:a16="http://schemas.microsoft.com/office/drawing/2014/main" id="{002BBBDD-2999-75BF-D170-EB5EA4D14B4E}"/>
                </a:ext>
              </a:extLst>
            </p:cNvPr>
            <p:cNvSpPr>
              <a:spLocks/>
            </p:cNvSpPr>
            <p:nvPr/>
          </p:nvSpPr>
          <p:spPr bwMode="auto">
            <a:xfrm rot="5094805">
              <a:off x="2799528" y="6374072"/>
              <a:ext cx="27420" cy="13710"/>
            </a:xfrm>
            <a:custGeom>
              <a:avLst/>
              <a:gdLst>
                <a:gd name="T0" fmla="*/ 11 w 11"/>
                <a:gd name="T1" fmla="*/ 2 h 6"/>
                <a:gd name="T2" fmla="*/ 6 w 11"/>
                <a:gd name="T3" fmla="*/ 5 h 6"/>
                <a:gd name="T4" fmla="*/ 0 w 11"/>
                <a:gd name="T5" fmla="*/ 4 h 6"/>
                <a:gd name="T6" fmla="*/ 5 w 11"/>
                <a:gd name="T7" fmla="*/ 1 h 6"/>
                <a:gd name="T8" fmla="*/ 11 w 11"/>
                <a:gd name="T9" fmla="*/ 2 h 6"/>
              </a:gdLst>
              <a:ahLst/>
              <a:cxnLst>
                <a:cxn ang="0">
                  <a:pos x="T0" y="T1"/>
                </a:cxn>
                <a:cxn ang="0">
                  <a:pos x="T2" y="T3"/>
                </a:cxn>
                <a:cxn ang="0">
                  <a:pos x="T4" y="T5"/>
                </a:cxn>
                <a:cxn ang="0">
                  <a:pos x="T6" y="T7"/>
                </a:cxn>
                <a:cxn ang="0">
                  <a:pos x="T8" y="T9"/>
                </a:cxn>
              </a:cxnLst>
              <a:rect l="0" t="0" r="r" b="b"/>
              <a:pathLst>
                <a:path w="11" h="6">
                  <a:moveTo>
                    <a:pt x="11" y="2"/>
                  </a:moveTo>
                  <a:cubicBezTo>
                    <a:pt x="10" y="3"/>
                    <a:pt x="8" y="4"/>
                    <a:pt x="6" y="5"/>
                  </a:cubicBezTo>
                  <a:cubicBezTo>
                    <a:pt x="3" y="6"/>
                    <a:pt x="0" y="5"/>
                    <a:pt x="0" y="4"/>
                  </a:cubicBezTo>
                  <a:cubicBezTo>
                    <a:pt x="0" y="3"/>
                    <a:pt x="2" y="2"/>
                    <a:pt x="5" y="1"/>
                  </a:cubicBezTo>
                  <a:cubicBezTo>
                    <a:pt x="8" y="0"/>
                    <a:pt x="11"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9" name="Freeform 2674">
              <a:extLst>
                <a:ext uri="{FF2B5EF4-FFF2-40B4-BE49-F238E27FC236}">
                  <a16:creationId xmlns:a16="http://schemas.microsoft.com/office/drawing/2014/main" id="{9C8AE760-ECC0-8B2C-272E-8EA3490F10A6}"/>
                </a:ext>
              </a:extLst>
            </p:cNvPr>
            <p:cNvSpPr>
              <a:spLocks/>
            </p:cNvSpPr>
            <p:nvPr/>
          </p:nvSpPr>
          <p:spPr bwMode="auto">
            <a:xfrm rot="5094805">
              <a:off x="2860927" y="6560161"/>
              <a:ext cx="27420" cy="15995"/>
            </a:xfrm>
            <a:custGeom>
              <a:avLst/>
              <a:gdLst>
                <a:gd name="T0" fmla="*/ 11 w 11"/>
                <a:gd name="T1" fmla="*/ 2 h 6"/>
                <a:gd name="T2" fmla="*/ 6 w 11"/>
                <a:gd name="T3" fmla="*/ 5 h 6"/>
                <a:gd name="T4" fmla="*/ 0 w 11"/>
                <a:gd name="T5" fmla="*/ 4 h 6"/>
                <a:gd name="T6" fmla="*/ 5 w 11"/>
                <a:gd name="T7" fmla="*/ 1 h 6"/>
                <a:gd name="T8" fmla="*/ 11 w 11"/>
                <a:gd name="T9" fmla="*/ 2 h 6"/>
              </a:gdLst>
              <a:ahLst/>
              <a:cxnLst>
                <a:cxn ang="0">
                  <a:pos x="T0" y="T1"/>
                </a:cxn>
                <a:cxn ang="0">
                  <a:pos x="T2" y="T3"/>
                </a:cxn>
                <a:cxn ang="0">
                  <a:pos x="T4" y="T5"/>
                </a:cxn>
                <a:cxn ang="0">
                  <a:pos x="T6" y="T7"/>
                </a:cxn>
                <a:cxn ang="0">
                  <a:pos x="T8" y="T9"/>
                </a:cxn>
              </a:cxnLst>
              <a:rect l="0" t="0" r="r" b="b"/>
              <a:pathLst>
                <a:path w="11" h="6">
                  <a:moveTo>
                    <a:pt x="11" y="2"/>
                  </a:moveTo>
                  <a:cubicBezTo>
                    <a:pt x="10" y="3"/>
                    <a:pt x="8" y="4"/>
                    <a:pt x="6" y="5"/>
                  </a:cubicBezTo>
                  <a:cubicBezTo>
                    <a:pt x="3" y="6"/>
                    <a:pt x="0" y="6"/>
                    <a:pt x="0" y="4"/>
                  </a:cubicBezTo>
                  <a:cubicBezTo>
                    <a:pt x="1" y="3"/>
                    <a:pt x="2" y="2"/>
                    <a:pt x="5" y="1"/>
                  </a:cubicBezTo>
                  <a:cubicBezTo>
                    <a:pt x="8" y="0"/>
                    <a:pt x="11"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0" name="Freeform 2675">
              <a:extLst>
                <a:ext uri="{FF2B5EF4-FFF2-40B4-BE49-F238E27FC236}">
                  <a16:creationId xmlns:a16="http://schemas.microsoft.com/office/drawing/2014/main" id="{48DF86AE-C5F6-6E87-4D28-463842FD6645}"/>
                </a:ext>
              </a:extLst>
            </p:cNvPr>
            <p:cNvSpPr>
              <a:spLocks/>
            </p:cNvSpPr>
            <p:nvPr/>
          </p:nvSpPr>
          <p:spPr bwMode="auto">
            <a:xfrm rot="5094805">
              <a:off x="2930494" y="6751245"/>
              <a:ext cx="27420" cy="11425"/>
            </a:xfrm>
            <a:custGeom>
              <a:avLst/>
              <a:gdLst>
                <a:gd name="T0" fmla="*/ 11 w 11"/>
                <a:gd name="T1" fmla="*/ 1 h 5"/>
                <a:gd name="T2" fmla="*/ 6 w 11"/>
                <a:gd name="T3" fmla="*/ 4 h 5"/>
                <a:gd name="T4" fmla="*/ 0 w 11"/>
                <a:gd name="T5" fmla="*/ 4 h 5"/>
                <a:gd name="T6" fmla="*/ 5 w 11"/>
                <a:gd name="T7" fmla="*/ 1 h 5"/>
                <a:gd name="T8" fmla="*/ 11 w 11"/>
                <a:gd name="T9" fmla="*/ 1 h 5"/>
              </a:gdLst>
              <a:ahLst/>
              <a:cxnLst>
                <a:cxn ang="0">
                  <a:pos x="T0" y="T1"/>
                </a:cxn>
                <a:cxn ang="0">
                  <a:pos x="T2" y="T3"/>
                </a:cxn>
                <a:cxn ang="0">
                  <a:pos x="T4" y="T5"/>
                </a:cxn>
                <a:cxn ang="0">
                  <a:pos x="T6" y="T7"/>
                </a:cxn>
                <a:cxn ang="0">
                  <a:pos x="T8" y="T9"/>
                </a:cxn>
              </a:cxnLst>
              <a:rect l="0" t="0" r="r" b="b"/>
              <a:pathLst>
                <a:path w="11" h="5">
                  <a:moveTo>
                    <a:pt x="11" y="1"/>
                  </a:moveTo>
                  <a:cubicBezTo>
                    <a:pt x="10" y="2"/>
                    <a:pt x="8" y="3"/>
                    <a:pt x="6" y="4"/>
                  </a:cubicBezTo>
                  <a:cubicBezTo>
                    <a:pt x="3" y="5"/>
                    <a:pt x="0" y="5"/>
                    <a:pt x="0" y="4"/>
                  </a:cubicBezTo>
                  <a:cubicBezTo>
                    <a:pt x="1" y="3"/>
                    <a:pt x="2" y="2"/>
                    <a:pt x="5" y="1"/>
                  </a:cubicBezTo>
                  <a:cubicBezTo>
                    <a:pt x="8" y="0"/>
                    <a:pt x="11"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1" name="Freeform 2676">
              <a:extLst>
                <a:ext uri="{FF2B5EF4-FFF2-40B4-BE49-F238E27FC236}">
                  <a16:creationId xmlns:a16="http://schemas.microsoft.com/office/drawing/2014/main" id="{8D5DA451-D149-38B2-D2EA-9B160A931E8F}"/>
                </a:ext>
              </a:extLst>
            </p:cNvPr>
            <p:cNvSpPr>
              <a:spLocks/>
            </p:cNvSpPr>
            <p:nvPr/>
          </p:nvSpPr>
          <p:spPr bwMode="auto">
            <a:xfrm rot="5094805">
              <a:off x="1475790" y="1503518"/>
              <a:ext cx="29705" cy="36560"/>
            </a:xfrm>
            <a:custGeom>
              <a:avLst/>
              <a:gdLst>
                <a:gd name="T0" fmla="*/ 8 w 12"/>
                <a:gd name="T1" fmla="*/ 15 h 15"/>
                <a:gd name="T2" fmla="*/ 1 w 12"/>
                <a:gd name="T3" fmla="*/ 6 h 15"/>
                <a:gd name="T4" fmla="*/ 6 w 12"/>
                <a:gd name="T5" fmla="*/ 2 h 15"/>
                <a:gd name="T6" fmla="*/ 12 w 12"/>
                <a:gd name="T7" fmla="*/ 10 h 15"/>
                <a:gd name="T8" fmla="*/ 8 w 12"/>
                <a:gd name="T9" fmla="*/ 15 h 15"/>
              </a:gdLst>
              <a:ahLst/>
              <a:cxnLst>
                <a:cxn ang="0">
                  <a:pos x="T0" y="T1"/>
                </a:cxn>
                <a:cxn ang="0">
                  <a:pos x="T2" y="T3"/>
                </a:cxn>
                <a:cxn ang="0">
                  <a:pos x="T4" y="T5"/>
                </a:cxn>
                <a:cxn ang="0">
                  <a:pos x="T6" y="T7"/>
                </a:cxn>
                <a:cxn ang="0">
                  <a:pos x="T8" y="T9"/>
                </a:cxn>
              </a:cxnLst>
              <a:rect l="0" t="0" r="r" b="b"/>
              <a:pathLst>
                <a:path w="12" h="15">
                  <a:moveTo>
                    <a:pt x="8" y="15"/>
                  </a:moveTo>
                  <a:cubicBezTo>
                    <a:pt x="5" y="11"/>
                    <a:pt x="2" y="8"/>
                    <a:pt x="1" y="6"/>
                  </a:cubicBezTo>
                  <a:cubicBezTo>
                    <a:pt x="0" y="2"/>
                    <a:pt x="3" y="0"/>
                    <a:pt x="6" y="2"/>
                  </a:cubicBezTo>
                  <a:cubicBezTo>
                    <a:pt x="9" y="3"/>
                    <a:pt x="12" y="7"/>
                    <a:pt x="12" y="10"/>
                  </a:cubicBezTo>
                  <a:cubicBezTo>
                    <a:pt x="12" y="12"/>
                    <a:pt x="10" y="13"/>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2" name="Freeform 2677">
              <a:extLst>
                <a:ext uri="{FF2B5EF4-FFF2-40B4-BE49-F238E27FC236}">
                  <a16:creationId xmlns:a16="http://schemas.microsoft.com/office/drawing/2014/main" id="{799123EB-E14E-958C-AA50-322CF1F5B473}"/>
                </a:ext>
              </a:extLst>
            </p:cNvPr>
            <p:cNvSpPr>
              <a:spLocks/>
            </p:cNvSpPr>
            <p:nvPr/>
          </p:nvSpPr>
          <p:spPr bwMode="auto">
            <a:xfrm rot="5094805">
              <a:off x="1404449" y="1704868"/>
              <a:ext cx="29705" cy="41130"/>
            </a:xfrm>
            <a:custGeom>
              <a:avLst/>
              <a:gdLst>
                <a:gd name="T0" fmla="*/ 8 w 12"/>
                <a:gd name="T1" fmla="*/ 17 h 17"/>
                <a:gd name="T2" fmla="*/ 2 w 12"/>
                <a:gd name="T3" fmla="*/ 7 h 17"/>
                <a:gd name="T4" fmla="*/ 6 w 12"/>
                <a:gd name="T5" fmla="*/ 2 h 17"/>
                <a:gd name="T6" fmla="*/ 12 w 12"/>
                <a:gd name="T7" fmla="*/ 10 h 17"/>
                <a:gd name="T8" fmla="*/ 8 w 12"/>
                <a:gd name="T9" fmla="*/ 17 h 17"/>
              </a:gdLst>
              <a:ahLst/>
              <a:cxnLst>
                <a:cxn ang="0">
                  <a:pos x="T0" y="T1"/>
                </a:cxn>
                <a:cxn ang="0">
                  <a:pos x="T2" y="T3"/>
                </a:cxn>
                <a:cxn ang="0">
                  <a:pos x="T4" y="T5"/>
                </a:cxn>
                <a:cxn ang="0">
                  <a:pos x="T6" y="T7"/>
                </a:cxn>
                <a:cxn ang="0">
                  <a:pos x="T8" y="T9"/>
                </a:cxn>
              </a:cxnLst>
              <a:rect l="0" t="0" r="r" b="b"/>
              <a:pathLst>
                <a:path w="12" h="17">
                  <a:moveTo>
                    <a:pt x="8" y="17"/>
                  </a:moveTo>
                  <a:cubicBezTo>
                    <a:pt x="5" y="13"/>
                    <a:pt x="3" y="10"/>
                    <a:pt x="2" y="7"/>
                  </a:cubicBezTo>
                  <a:cubicBezTo>
                    <a:pt x="0" y="3"/>
                    <a:pt x="3" y="0"/>
                    <a:pt x="6" y="2"/>
                  </a:cubicBezTo>
                  <a:cubicBezTo>
                    <a:pt x="9" y="3"/>
                    <a:pt x="12" y="7"/>
                    <a:pt x="12" y="10"/>
                  </a:cubicBezTo>
                  <a:cubicBezTo>
                    <a:pt x="12" y="13"/>
                    <a:pt x="10" y="14"/>
                    <a:pt x="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3" name="Freeform 2678">
              <a:extLst>
                <a:ext uri="{FF2B5EF4-FFF2-40B4-BE49-F238E27FC236}">
                  <a16:creationId xmlns:a16="http://schemas.microsoft.com/office/drawing/2014/main" id="{65D01EF8-6167-24BE-036D-B21EB236528A}"/>
                </a:ext>
              </a:extLst>
            </p:cNvPr>
            <p:cNvSpPr>
              <a:spLocks/>
            </p:cNvSpPr>
            <p:nvPr/>
          </p:nvSpPr>
          <p:spPr bwMode="auto">
            <a:xfrm rot="5094805">
              <a:off x="1354942" y="1910199"/>
              <a:ext cx="25135" cy="38845"/>
            </a:xfrm>
            <a:custGeom>
              <a:avLst/>
              <a:gdLst>
                <a:gd name="T0" fmla="*/ 11 w 11"/>
                <a:gd name="T1" fmla="*/ 9 h 15"/>
                <a:gd name="T2" fmla="*/ 7 w 11"/>
                <a:gd name="T3" fmla="*/ 14 h 15"/>
                <a:gd name="T4" fmla="*/ 0 w 11"/>
                <a:gd name="T5" fmla="*/ 6 h 15"/>
                <a:gd name="T6" fmla="*/ 4 w 11"/>
                <a:gd name="T7" fmla="*/ 0 h 15"/>
                <a:gd name="T8" fmla="*/ 11 w 11"/>
                <a:gd name="T9" fmla="*/ 9 h 15"/>
              </a:gdLst>
              <a:ahLst/>
              <a:cxnLst>
                <a:cxn ang="0">
                  <a:pos x="T0" y="T1"/>
                </a:cxn>
                <a:cxn ang="0">
                  <a:pos x="T2" y="T3"/>
                </a:cxn>
                <a:cxn ang="0">
                  <a:pos x="T4" y="T5"/>
                </a:cxn>
                <a:cxn ang="0">
                  <a:pos x="T6" y="T7"/>
                </a:cxn>
                <a:cxn ang="0">
                  <a:pos x="T8" y="T9"/>
                </a:cxn>
              </a:cxnLst>
              <a:rect l="0" t="0" r="r" b="b"/>
              <a:pathLst>
                <a:path w="11" h="15">
                  <a:moveTo>
                    <a:pt x="11" y="9"/>
                  </a:moveTo>
                  <a:cubicBezTo>
                    <a:pt x="10" y="11"/>
                    <a:pt x="9" y="14"/>
                    <a:pt x="7" y="14"/>
                  </a:cubicBezTo>
                  <a:cubicBezTo>
                    <a:pt x="5" y="15"/>
                    <a:pt x="0" y="9"/>
                    <a:pt x="0" y="6"/>
                  </a:cubicBezTo>
                  <a:cubicBezTo>
                    <a:pt x="0" y="2"/>
                    <a:pt x="1" y="0"/>
                    <a:pt x="4" y="0"/>
                  </a:cubicBezTo>
                  <a:cubicBezTo>
                    <a:pt x="7" y="1"/>
                    <a:pt x="9" y="3"/>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4" name="Freeform 2679">
              <a:extLst>
                <a:ext uri="{FF2B5EF4-FFF2-40B4-BE49-F238E27FC236}">
                  <a16:creationId xmlns:a16="http://schemas.microsoft.com/office/drawing/2014/main" id="{AEE5AD8E-81C9-CD18-AB09-FD30CB932313}"/>
                </a:ext>
              </a:extLst>
            </p:cNvPr>
            <p:cNvSpPr>
              <a:spLocks/>
            </p:cNvSpPr>
            <p:nvPr/>
          </p:nvSpPr>
          <p:spPr bwMode="auto">
            <a:xfrm rot="5094805">
              <a:off x="1328080" y="2110920"/>
              <a:ext cx="27420" cy="38845"/>
            </a:xfrm>
            <a:custGeom>
              <a:avLst/>
              <a:gdLst>
                <a:gd name="T0" fmla="*/ 11 w 11"/>
                <a:gd name="T1" fmla="*/ 9 h 16"/>
                <a:gd name="T2" fmla="*/ 7 w 11"/>
                <a:gd name="T3" fmla="*/ 15 h 16"/>
                <a:gd name="T4" fmla="*/ 0 w 11"/>
                <a:gd name="T5" fmla="*/ 7 h 16"/>
                <a:gd name="T6" fmla="*/ 4 w 11"/>
                <a:gd name="T7" fmla="*/ 0 h 16"/>
                <a:gd name="T8" fmla="*/ 11 w 11"/>
                <a:gd name="T9" fmla="*/ 9 h 16"/>
              </a:gdLst>
              <a:ahLst/>
              <a:cxnLst>
                <a:cxn ang="0">
                  <a:pos x="T0" y="T1"/>
                </a:cxn>
                <a:cxn ang="0">
                  <a:pos x="T2" y="T3"/>
                </a:cxn>
                <a:cxn ang="0">
                  <a:pos x="T4" y="T5"/>
                </a:cxn>
                <a:cxn ang="0">
                  <a:pos x="T6" y="T7"/>
                </a:cxn>
                <a:cxn ang="0">
                  <a:pos x="T8" y="T9"/>
                </a:cxn>
              </a:cxnLst>
              <a:rect l="0" t="0" r="r" b="b"/>
              <a:pathLst>
                <a:path w="11" h="16">
                  <a:moveTo>
                    <a:pt x="11" y="9"/>
                  </a:moveTo>
                  <a:cubicBezTo>
                    <a:pt x="10" y="11"/>
                    <a:pt x="9" y="14"/>
                    <a:pt x="7" y="15"/>
                  </a:cubicBezTo>
                  <a:cubicBezTo>
                    <a:pt x="4" y="16"/>
                    <a:pt x="0" y="11"/>
                    <a:pt x="0" y="7"/>
                  </a:cubicBezTo>
                  <a:cubicBezTo>
                    <a:pt x="0" y="3"/>
                    <a:pt x="1" y="0"/>
                    <a:pt x="4" y="0"/>
                  </a:cubicBezTo>
                  <a:cubicBezTo>
                    <a:pt x="7" y="0"/>
                    <a:pt x="9" y="4"/>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5" name="Freeform 2680">
              <a:extLst>
                <a:ext uri="{FF2B5EF4-FFF2-40B4-BE49-F238E27FC236}">
                  <a16:creationId xmlns:a16="http://schemas.microsoft.com/office/drawing/2014/main" id="{43DF2EEC-699F-6487-DFCC-9D6FBF8EFCFA}"/>
                </a:ext>
              </a:extLst>
            </p:cNvPr>
            <p:cNvSpPr>
              <a:spLocks/>
            </p:cNvSpPr>
            <p:nvPr/>
          </p:nvSpPr>
          <p:spPr bwMode="auto">
            <a:xfrm rot="5094805">
              <a:off x="1335058" y="2304148"/>
              <a:ext cx="27420" cy="41130"/>
            </a:xfrm>
            <a:custGeom>
              <a:avLst/>
              <a:gdLst>
                <a:gd name="T0" fmla="*/ 11 w 11"/>
                <a:gd name="T1" fmla="*/ 8 h 17"/>
                <a:gd name="T2" fmla="*/ 7 w 11"/>
                <a:gd name="T3" fmla="*/ 15 h 17"/>
                <a:gd name="T4" fmla="*/ 0 w 11"/>
                <a:gd name="T5" fmla="*/ 8 h 17"/>
                <a:gd name="T6" fmla="*/ 4 w 11"/>
                <a:gd name="T7" fmla="*/ 0 h 17"/>
                <a:gd name="T8" fmla="*/ 11 w 11"/>
                <a:gd name="T9" fmla="*/ 8 h 17"/>
              </a:gdLst>
              <a:ahLst/>
              <a:cxnLst>
                <a:cxn ang="0">
                  <a:pos x="T0" y="T1"/>
                </a:cxn>
                <a:cxn ang="0">
                  <a:pos x="T2" y="T3"/>
                </a:cxn>
                <a:cxn ang="0">
                  <a:pos x="T4" y="T5"/>
                </a:cxn>
                <a:cxn ang="0">
                  <a:pos x="T6" y="T7"/>
                </a:cxn>
                <a:cxn ang="0">
                  <a:pos x="T8" y="T9"/>
                </a:cxn>
              </a:cxnLst>
              <a:rect l="0" t="0" r="r" b="b"/>
              <a:pathLst>
                <a:path w="11" h="17">
                  <a:moveTo>
                    <a:pt x="11" y="8"/>
                  </a:moveTo>
                  <a:cubicBezTo>
                    <a:pt x="10" y="10"/>
                    <a:pt x="9" y="14"/>
                    <a:pt x="7" y="15"/>
                  </a:cubicBezTo>
                  <a:cubicBezTo>
                    <a:pt x="5" y="17"/>
                    <a:pt x="0" y="12"/>
                    <a:pt x="0" y="8"/>
                  </a:cubicBezTo>
                  <a:cubicBezTo>
                    <a:pt x="0" y="4"/>
                    <a:pt x="1" y="1"/>
                    <a:pt x="4" y="0"/>
                  </a:cubicBezTo>
                  <a:cubicBezTo>
                    <a:pt x="7" y="0"/>
                    <a:pt x="10" y="3"/>
                    <a:pt x="1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6" name="Freeform 2681">
              <a:extLst>
                <a:ext uri="{FF2B5EF4-FFF2-40B4-BE49-F238E27FC236}">
                  <a16:creationId xmlns:a16="http://schemas.microsoft.com/office/drawing/2014/main" id="{653E6B9D-10EC-1FCA-90C3-DF22E10A4230}"/>
                </a:ext>
              </a:extLst>
            </p:cNvPr>
            <p:cNvSpPr>
              <a:spLocks/>
            </p:cNvSpPr>
            <p:nvPr/>
          </p:nvSpPr>
          <p:spPr bwMode="auto">
            <a:xfrm rot="5094805">
              <a:off x="1380825" y="2493825"/>
              <a:ext cx="29705" cy="45700"/>
            </a:xfrm>
            <a:custGeom>
              <a:avLst/>
              <a:gdLst>
                <a:gd name="T0" fmla="*/ 5 w 12"/>
                <a:gd name="T1" fmla="*/ 0 h 19"/>
                <a:gd name="T2" fmla="*/ 11 w 12"/>
                <a:gd name="T3" fmla="*/ 8 h 19"/>
                <a:gd name="T4" fmla="*/ 8 w 12"/>
                <a:gd name="T5" fmla="*/ 17 h 19"/>
                <a:gd name="T6" fmla="*/ 1 w 12"/>
                <a:gd name="T7" fmla="*/ 11 h 19"/>
                <a:gd name="T8" fmla="*/ 5 w 12"/>
                <a:gd name="T9" fmla="*/ 0 h 19"/>
              </a:gdLst>
              <a:ahLst/>
              <a:cxnLst>
                <a:cxn ang="0">
                  <a:pos x="T0" y="T1"/>
                </a:cxn>
                <a:cxn ang="0">
                  <a:pos x="T2" y="T3"/>
                </a:cxn>
                <a:cxn ang="0">
                  <a:pos x="T4" y="T5"/>
                </a:cxn>
                <a:cxn ang="0">
                  <a:pos x="T6" y="T7"/>
                </a:cxn>
                <a:cxn ang="0">
                  <a:pos x="T8" y="T9"/>
                </a:cxn>
              </a:cxnLst>
              <a:rect l="0" t="0" r="r" b="b"/>
              <a:pathLst>
                <a:path w="12" h="19">
                  <a:moveTo>
                    <a:pt x="5" y="0"/>
                  </a:moveTo>
                  <a:cubicBezTo>
                    <a:pt x="7" y="3"/>
                    <a:pt x="10" y="5"/>
                    <a:pt x="11" y="8"/>
                  </a:cubicBezTo>
                  <a:cubicBezTo>
                    <a:pt x="12" y="12"/>
                    <a:pt x="10" y="15"/>
                    <a:pt x="8" y="17"/>
                  </a:cubicBezTo>
                  <a:cubicBezTo>
                    <a:pt x="5" y="19"/>
                    <a:pt x="0" y="15"/>
                    <a:pt x="1" y="11"/>
                  </a:cubicBezTo>
                  <a:cubicBezTo>
                    <a:pt x="1" y="7"/>
                    <a:pt x="3" y="5"/>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7" name="Freeform 2682">
              <a:extLst>
                <a:ext uri="{FF2B5EF4-FFF2-40B4-BE49-F238E27FC236}">
                  <a16:creationId xmlns:a16="http://schemas.microsoft.com/office/drawing/2014/main" id="{B720BEAE-E4C2-BBFD-4C23-D3283D3E5E58}"/>
                </a:ext>
              </a:extLst>
            </p:cNvPr>
            <p:cNvSpPr>
              <a:spLocks/>
            </p:cNvSpPr>
            <p:nvPr/>
          </p:nvSpPr>
          <p:spPr bwMode="auto">
            <a:xfrm rot="5094805">
              <a:off x="1421943" y="2686299"/>
              <a:ext cx="29705" cy="43415"/>
            </a:xfrm>
            <a:custGeom>
              <a:avLst/>
              <a:gdLst>
                <a:gd name="T0" fmla="*/ 4 w 12"/>
                <a:gd name="T1" fmla="*/ 0 h 17"/>
                <a:gd name="T2" fmla="*/ 11 w 12"/>
                <a:gd name="T3" fmla="*/ 7 h 17"/>
                <a:gd name="T4" fmla="*/ 8 w 12"/>
                <a:gd name="T5" fmla="*/ 15 h 17"/>
                <a:gd name="T6" fmla="*/ 0 w 12"/>
                <a:gd name="T7" fmla="*/ 9 h 17"/>
                <a:gd name="T8" fmla="*/ 4 w 12"/>
                <a:gd name="T9" fmla="*/ 0 h 17"/>
              </a:gdLst>
              <a:ahLst/>
              <a:cxnLst>
                <a:cxn ang="0">
                  <a:pos x="T0" y="T1"/>
                </a:cxn>
                <a:cxn ang="0">
                  <a:pos x="T2" y="T3"/>
                </a:cxn>
                <a:cxn ang="0">
                  <a:pos x="T4" y="T5"/>
                </a:cxn>
                <a:cxn ang="0">
                  <a:pos x="T6" y="T7"/>
                </a:cxn>
                <a:cxn ang="0">
                  <a:pos x="T8" y="T9"/>
                </a:cxn>
              </a:cxnLst>
              <a:rect l="0" t="0" r="r" b="b"/>
              <a:pathLst>
                <a:path w="12" h="17">
                  <a:moveTo>
                    <a:pt x="4" y="0"/>
                  </a:moveTo>
                  <a:cubicBezTo>
                    <a:pt x="7" y="3"/>
                    <a:pt x="10" y="5"/>
                    <a:pt x="11" y="7"/>
                  </a:cubicBezTo>
                  <a:cubicBezTo>
                    <a:pt x="12" y="11"/>
                    <a:pt x="10" y="14"/>
                    <a:pt x="8" y="15"/>
                  </a:cubicBezTo>
                  <a:cubicBezTo>
                    <a:pt x="5" y="17"/>
                    <a:pt x="0" y="13"/>
                    <a:pt x="0" y="9"/>
                  </a:cubicBezTo>
                  <a:cubicBezTo>
                    <a:pt x="1" y="6"/>
                    <a:pt x="3" y="4"/>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8" name="Freeform 2683">
              <a:extLst>
                <a:ext uri="{FF2B5EF4-FFF2-40B4-BE49-F238E27FC236}">
                  <a16:creationId xmlns:a16="http://schemas.microsoft.com/office/drawing/2014/main" id="{8E311C51-1433-70F9-2778-C23D0FBC2849}"/>
                </a:ext>
              </a:extLst>
            </p:cNvPr>
            <p:cNvSpPr>
              <a:spLocks/>
            </p:cNvSpPr>
            <p:nvPr/>
          </p:nvSpPr>
          <p:spPr bwMode="auto">
            <a:xfrm rot="5094805">
              <a:off x="1450340" y="2881038"/>
              <a:ext cx="29705" cy="34275"/>
            </a:xfrm>
            <a:custGeom>
              <a:avLst/>
              <a:gdLst>
                <a:gd name="T0" fmla="*/ 8 w 12"/>
                <a:gd name="T1" fmla="*/ 14 h 14"/>
                <a:gd name="T2" fmla="*/ 2 w 12"/>
                <a:gd name="T3" fmla="*/ 7 h 14"/>
                <a:gd name="T4" fmla="*/ 7 w 12"/>
                <a:gd name="T5" fmla="*/ 0 h 14"/>
                <a:gd name="T6" fmla="*/ 12 w 12"/>
                <a:gd name="T7" fmla="*/ 6 h 14"/>
                <a:gd name="T8" fmla="*/ 8 w 12"/>
                <a:gd name="T9" fmla="*/ 14 h 14"/>
              </a:gdLst>
              <a:ahLst/>
              <a:cxnLst>
                <a:cxn ang="0">
                  <a:pos x="T0" y="T1"/>
                </a:cxn>
                <a:cxn ang="0">
                  <a:pos x="T2" y="T3"/>
                </a:cxn>
                <a:cxn ang="0">
                  <a:pos x="T4" y="T5"/>
                </a:cxn>
                <a:cxn ang="0">
                  <a:pos x="T6" y="T7"/>
                </a:cxn>
                <a:cxn ang="0">
                  <a:pos x="T8" y="T9"/>
                </a:cxn>
              </a:cxnLst>
              <a:rect l="0" t="0" r="r" b="b"/>
              <a:pathLst>
                <a:path w="12" h="14">
                  <a:moveTo>
                    <a:pt x="8" y="14"/>
                  </a:moveTo>
                  <a:cubicBezTo>
                    <a:pt x="5" y="11"/>
                    <a:pt x="3" y="9"/>
                    <a:pt x="2" y="7"/>
                  </a:cubicBezTo>
                  <a:cubicBezTo>
                    <a:pt x="0" y="4"/>
                    <a:pt x="3" y="0"/>
                    <a:pt x="7" y="0"/>
                  </a:cubicBezTo>
                  <a:cubicBezTo>
                    <a:pt x="10" y="0"/>
                    <a:pt x="12" y="2"/>
                    <a:pt x="12" y="6"/>
                  </a:cubicBezTo>
                  <a:cubicBezTo>
                    <a:pt x="12" y="8"/>
                    <a:pt x="10" y="10"/>
                    <a:pt x="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9" name="Freeform 2684">
              <a:extLst>
                <a:ext uri="{FF2B5EF4-FFF2-40B4-BE49-F238E27FC236}">
                  <a16:creationId xmlns:a16="http://schemas.microsoft.com/office/drawing/2014/main" id="{ABA70BC7-F565-ED6F-27AC-CD6B7B41BB7E}"/>
                </a:ext>
              </a:extLst>
            </p:cNvPr>
            <p:cNvSpPr>
              <a:spLocks/>
            </p:cNvSpPr>
            <p:nvPr/>
          </p:nvSpPr>
          <p:spPr bwMode="auto">
            <a:xfrm rot="5094805">
              <a:off x="1478410" y="3083840"/>
              <a:ext cx="29705" cy="27420"/>
            </a:xfrm>
            <a:custGeom>
              <a:avLst/>
              <a:gdLst>
                <a:gd name="T0" fmla="*/ 12 w 12"/>
                <a:gd name="T1" fmla="*/ 5 h 11"/>
                <a:gd name="T2" fmla="*/ 6 w 12"/>
                <a:gd name="T3" fmla="*/ 10 h 11"/>
                <a:gd name="T4" fmla="*/ 0 w 12"/>
                <a:gd name="T5" fmla="*/ 5 h 11"/>
                <a:gd name="T6" fmla="*/ 5 w 12"/>
                <a:gd name="T7" fmla="*/ 0 h 11"/>
                <a:gd name="T8" fmla="*/ 12 w 12"/>
                <a:gd name="T9" fmla="*/ 5 h 11"/>
              </a:gdLst>
              <a:ahLst/>
              <a:cxnLst>
                <a:cxn ang="0">
                  <a:pos x="T0" y="T1"/>
                </a:cxn>
                <a:cxn ang="0">
                  <a:pos x="T2" y="T3"/>
                </a:cxn>
                <a:cxn ang="0">
                  <a:pos x="T4" y="T5"/>
                </a:cxn>
                <a:cxn ang="0">
                  <a:pos x="T6" y="T7"/>
                </a:cxn>
                <a:cxn ang="0">
                  <a:pos x="T8" y="T9"/>
                </a:cxn>
              </a:cxnLst>
              <a:rect l="0" t="0" r="r" b="b"/>
              <a:pathLst>
                <a:path w="12" h="11">
                  <a:moveTo>
                    <a:pt x="12" y="5"/>
                  </a:moveTo>
                  <a:cubicBezTo>
                    <a:pt x="10" y="7"/>
                    <a:pt x="8" y="10"/>
                    <a:pt x="6" y="10"/>
                  </a:cubicBezTo>
                  <a:cubicBezTo>
                    <a:pt x="3" y="11"/>
                    <a:pt x="0" y="8"/>
                    <a:pt x="0" y="5"/>
                  </a:cubicBezTo>
                  <a:cubicBezTo>
                    <a:pt x="0" y="2"/>
                    <a:pt x="2" y="0"/>
                    <a:pt x="5" y="0"/>
                  </a:cubicBezTo>
                  <a:cubicBezTo>
                    <a:pt x="7" y="1"/>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0" name="Freeform 2685">
              <a:extLst>
                <a:ext uri="{FF2B5EF4-FFF2-40B4-BE49-F238E27FC236}">
                  <a16:creationId xmlns:a16="http://schemas.microsoft.com/office/drawing/2014/main" id="{688B563F-7200-DA58-C094-27887274683C}"/>
                </a:ext>
              </a:extLst>
            </p:cNvPr>
            <p:cNvSpPr>
              <a:spLocks/>
            </p:cNvSpPr>
            <p:nvPr/>
          </p:nvSpPr>
          <p:spPr bwMode="auto">
            <a:xfrm rot="5094805">
              <a:off x="1504637" y="3278878"/>
              <a:ext cx="27420" cy="20565"/>
            </a:xfrm>
            <a:custGeom>
              <a:avLst/>
              <a:gdLst>
                <a:gd name="T0" fmla="*/ 11 w 11"/>
                <a:gd name="T1" fmla="*/ 4 h 9"/>
                <a:gd name="T2" fmla="*/ 7 w 11"/>
                <a:gd name="T3" fmla="*/ 8 h 9"/>
                <a:gd name="T4" fmla="*/ 0 w 11"/>
                <a:gd name="T5" fmla="*/ 5 h 9"/>
                <a:gd name="T6" fmla="*/ 5 w 11"/>
                <a:gd name="T7" fmla="*/ 0 h 9"/>
                <a:gd name="T8" fmla="*/ 11 w 11"/>
                <a:gd name="T9" fmla="*/ 4 h 9"/>
              </a:gdLst>
              <a:ahLst/>
              <a:cxnLst>
                <a:cxn ang="0">
                  <a:pos x="T0" y="T1"/>
                </a:cxn>
                <a:cxn ang="0">
                  <a:pos x="T2" y="T3"/>
                </a:cxn>
                <a:cxn ang="0">
                  <a:pos x="T4" y="T5"/>
                </a:cxn>
                <a:cxn ang="0">
                  <a:pos x="T6" y="T7"/>
                </a:cxn>
                <a:cxn ang="0">
                  <a:pos x="T8" y="T9"/>
                </a:cxn>
              </a:cxnLst>
              <a:rect l="0" t="0" r="r" b="b"/>
              <a:pathLst>
                <a:path w="11" h="9">
                  <a:moveTo>
                    <a:pt x="11" y="4"/>
                  </a:moveTo>
                  <a:cubicBezTo>
                    <a:pt x="10" y="6"/>
                    <a:pt x="9" y="7"/>
                    <a:pt x="7" y="8"/>
                  </a:cubicBezTo>
                  <a:cubicBezTo>
                    <a:pt x="5" y="9"/>
                    <a:pt x="0" y="7"/>
                    <a:pt x="0" y="5"/>
                  </a:cubicBezTo>
                  <a:cubicBezTo>
                    <a:pt x="0" y="2"/>
                    <a:pt x="2" y="1"/>
                    <a:pt x="5" y="0"/>
                  </a:cubicBezTo>
                  <a:cubicBezTo>
                    <a:pt x="8" y="0"/>
                    <a:pt x="10" y="1"/>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1" name="Freeform 2686">
              <a:extLst>
                <a:ext uri="{FF2B5EF4-FFF2-40B4-BE49-F238E27FC236}">
                  <a16:creationId xmlns:a16="http://schemas.microsoft.com/office/drawing/2014/main" id="{C68035AB-A6DA-4F1F-5A77-312309D25C0E}"/>
                </a:ext>
              </a:extLst>
            </p:cNvPr>
            <p:cNvSpPr>
              <a:spLocks/>
            </p:cNvSpPr>
            <p:nvPr/>
          </p:nvSpPr>
          <p:spPr bwMode="auto">
            <a:xfrm rot="5094805">
              <a:off x="1535821" y="3475778"/>
              <a:ext cx="25135" cy="18280"/>
            </a:xfrm>
            <a:custGeom>
              <a:avLst/>
              <a:gdLst>
                <a:gd name="T0" fmla="*/ 11 w 11"/>
                <a:gd name="T1" fmla="*/ 3 h 7"/>
                <a:gd name="T2" fmla="*/ 7 w 11"/>
                <a:gd name="T3" fmla="*/ 6 h 7"/>
                <a:gd name="T4" fmla="*/ 0 w 11"/>
                <a:gd name="T5" fmla="*/ 4 h 7"/>
                <a:gd name="T6" fmla="*/ 4 w 11"/>
                <a:gd name="T7" fmla="*/ 1 h 7"/>
                <a:gd name="T8" fmla="*/ 11 w 11"/>
                <a:gd name="T9" fmla="*/ 3 h 7"/>
              </a:gdLst>
              <a:ahLst/>
              <a:cxnLst>
                <a:cxn ang="0">
                  <a:pos x="T0" y="T1"/>
                </a:cxn>
                <a:cxn ang="0">
                  <a:pos x="T2" y="T3"/>
                </a:cxn>
                <a:cxn ang="0">
                  <a:pos x="T4" y="T5"/>
                </a:cxn>
                <a:cxn ang="0">
                  <a:pos x="T6" y="T7"/>
                </a:cxn>
                <a:cxn ang="0">
                  <a:pos x="T8" y="T9"/>
                </a:cxn>
              </a:cxnLst>
              <a:rect l="0" t="0" r="r" b="b"/>
              <a:pathLst>
                <a:path w="11" h="7">
                  <a:moveTo>
                    <a:pt x="11" y="3"/>
                  </a:moveTo>
                  <a:cubicBezTo>
                    <a:pt x="10" y="4"/>
                    <a:pt x="9" y="6"/>
                    <a:pt x="7" y="6"/>
                  </a:cubicBezTo>
                  <a:cubicBezTo>
                    <a:pt x="4" y="7"/>
                    <a:pt x="0" y="6"/>
                    <a:pt x="0" y="4"/>
                  </a:cubicBezTo>
                  <a:cubicBezTo>
                    <a:pt x="0" y="2"/>
                    <a:pt x="1" y="1"/>
                    <a:pt x="4" y="1"/>
                  </a:cubicBezTo>
                  <a:cubicBezTo>
                    <a:pt x="7" y="0"/>
                    <a:pt x="9" y="1"/>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2" name="Freeform 2687">
              <a:extLst>
                <a:ext uri="{FF2B5EF4-FFF2-40B4-BE49-F238E27FC236}">
                  <a16:creationId xmlns:a16="http://schemas.microsoft.com/office/drawing/2014/main" id="{11604401-42DC-4B2B-28C8-3C05CF79A4ED}"/>
                </a:ext>
              </a:extLst>
            </p:cNvPr>
            <p:cNvSpPr>
              <a:spLocks/>
            </p:cNvSpPr>
            <p:nvPr/>
          </p:nvSpPr>
          <p:spPr bwMode="auto">
            <a:xfrm rot="5094805">
              <a:off x="1572580" y="3673015"/>
              <a:ext cx="29705" cy="11425"/>
            </a:xfrm>
            <a:custGeom>
              <a:avLst/>
              <a:gdLst>
                <a:gd name="T0" fmla="*/ 4 w 12"/>
                <a:gd name="T1" fmla="*/ 0 h 5"/>
                <a:gd name="T2" fmla="*/ 10 w 12"/>
                <a:gd name="T3" fmla="*/ 1 h 5"/>
                <a:gd name="T4" fmla="*/ 7 w 12"/>
                <a:gd name="T5" fmla="*/ 4 h 5"/>
                <a:gd name="T6" fmla="*/ 0 w 12"/>
                <a:gd name="T7" fmla="*/ 3 h 5"/>
                <a:gd name="T8" fmla="*/ 4 w 12"/>
                <a:gd name="T9" fmla="*/ 0 h 5"/>
              </a:gdLst>
              <a:ahLst/>
              <a:cxnLst>
                <a:cxn ang="0">
                  <a:pos x="T0" y="T1"/>
                </a:cxn>
                <a:cxn ang="0">
                  <a:pos x="T2" y="T3"/>
                </a:cxn>
                <a:cxn ang="0">
                  <a:pos x="T4" y="T5"/>
                </a:cxn>
                <a:cxn ang="0">
                  <a:pos x="T6" y="T7"/>
                </a:cxn>
                <a:cxn ang="0">
                  <a:pos x="T8" y="T9"/>
                </a:cxn>
              </a:cxnLst>
              <a:rect l="0" t="0" r="r" b="b"/>
              <a:pathLst>
                <a:path w="12" h="5">
                  <a:moveTo>
                    <a:pt x="4" y="0"/>
                  </a:moveTo>
                  <a:cubicBezTo>
                    <a:pt x="7" y="0"/>
                    <a:pt x="10" y="0"/>
                    <a:pt x="10" y="1"/>
                  </a:cubicBezTo>
                  <a:cubicBezTo>
                    <a:pt x="12" y="2"/>
                    <a:pt x="10" y="3"/>
                    <a:pt x="7" y="4"/>
                  </a:cubicBezTo>
                  <a:cubicBezTo>
                    <a:pt x="4" y="5"/>
                    <a:pt x="0" y="4"/>
                    <a:pt x="0" y="3"/>
                  </a:cubicBezTo>
                  <a:cubicBezTo>
                    <a:pt x="0" y="2"/>
                    <a:pt x="2" y="1"/>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3" name="Freeform 2688">
              <a:extLst>
                <a:ext uri="{FF2B5EF4-FFF2-40B4-BE49-F238E27FC236}">
                  <a16:creationId xmlns:a16="http://schemas.microsoft.com/office/drawing/2014/main" id="{FE3AFA88-F9EC-F328-E763-83FACC608260}"/>
                </a:ext>
              </a:extLst>
            </p:cNvPr>
            <p:cNvSpPr>
              <a:spLocks/>
            </p:cNvSpPr>
            <p:nvPr/>
          </p:nvSpPr>
          <p:spPr bwMode="auto">
            <a:xfrm rot="5094805">
              <a:off x="1633044" y="3862624"/>
              <a:ext cx="29705" cy="11425"/>
            </a:xfrm>
            <a:custGeom>
              <a:avLst/>
              <a:gdLst>
                <a:gd name="T0" fmla="*/ 12 w 12"/>
                <a:gd name="T1" fmla="*/ 0 h 4"/>
                <a:gd name="T2" fmla="*/ 6 w 12"/>
                <a:gd name="T3" fmla="*/ 3 h 4"/>
                <a:gd name="T4" fmla="*/ 0 w 12"/>
                <a:gd name="T5" fmla="*/ 3 h 4"/>
                <a:gd name="T6" fmla="*/ 5 w 12"/>
                <a:gd name="T7" fmla="*/ 0 h 4"/>
                <a:gd name="T8" fmla="*/ 12 w 12"/>
                <a:gd name="T9" fmla="*/ 0 h 4"/>
              </a:gdLst>
              <a:ahLst/>
              <a:cxnLst>
                <a:cxn ang="0">
                  <a:pos x="T0" y="T1"/>
                </a:cxn>
                <a:cxn ang="0">
                  <a:pos x="T2" y="T3"/>
                </a:cxn>
                <a:cxn ang="0">
                  <a:pos x="T4" y="T5"/>
                </a:cxn>
                <a:cxn ang="0">
                  <a:pos x="T6" y="T7"/>
                </a:cxn>
                <a:cxn ang="0">
                  <a:pos x="T8" y="T9"/>
                </a:cxn>
              </a:cxnLst>
              <a:rect l="0" t="0" r="r" b="b"/>
              <a:pathLst>
                <a:path w="12" h="4">
                  <a:moveTo>
                    <a:pt x="12" y="0"/>
                  </a:moveTo>
                  <a:cubicBezTo>
                    <a:pt x="10" y="1"/>
                    <a:pt x="8" y="2"/>
                    <a:pt x="6" y="3"/>
                  </a:cubicBezTo>
                  <a:cubicBezTo>
                    <a:pt x="3" y="4"/>
                    <a:pt x="0" y="4"/>
                    <a:pt x="0" y="3"/>
                  </a:cubicBezTo>
                  <a:cubicBezTo>
                    <a:pt x="0" y="2"/>
                    <a:pt x="2" y="1"/>
                    <a:pt x="5" y="0"/>
                  </a:cubicBezTo>
                  <a:cubicBezTo>
                    <a:pt x="7" y="0"/>
                    <a:pt x="9"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4" name="Freeform 2689">
              <a:extLst>
                <a:ext uri="{FF2B5EF4-FFF2-40B4-BE49-F238E27FC236}">
                  <a16:creationId xmlns:a16="http://schemas.microsoft.com/office/drawing/2014/main" id="{C3E12214-0A8E-7C36-F83A-E353165B081D}"/>
                </a:ext>
              </a:extLst>
            </p:cNvPr>
            <p:cNvSpPr>
              <a:spLocks/>
            </p:cNvSpPr>
            <p:nvPr/>
          </p:nvSpPr>
          <p:spPr bwMode="auto">
            <a:xfrm rot="5094805">
              <a:off x="1718138" y="4045453"/>
              <a:ext cx="29705" cy="11425"/>
            </a:xfrm>
            <a:custGeom>
              <a:avLst/>
              <a:gdLst>
                <a:gd name="T0" fmla="*/ 7 w 12"/>
                <a:gd name="T1" fmla="*/ 4 h 5"/>
                <a:gd name="T2" fmla="*/ 2 w 12"/>
                <a:gd name="T3" fmla="*/ 4 h 5"/>
                <a:gd name="T4" fmla="*/ 7 w 12"/>
                <a:gd name="T5" fmla="*/ 1 h 5"/>
                <a:gd name="T6" fmla="*/ 12 w 12"/>
                <a:gd name="T7" fmla="*/ 0 h 5"/>
                <a:gd name="T8" fmla="*/ 7 w 12"/>
                <a:gd name="T9" fmla="*/ 4 h 5"/>
              </a:gdLst>
              <a:ahLst/>
              <a:cxnLst>
                <a:cxn ang="0">
                  <a:pos x="T0" y="T1"/>
                </a:cxn>
                <a:cxn ang="0">
                  <a:pos x="T2" y="T3"/>
                </a:cxn>
                <a:cxn ang="0">
                  <a:pos x="T4" y="T5"/>
                </a:cxn>
                <a:cxn ang="0">
                  <a:pos x="T6" y="T7"/>
                </a:cxn>
                <a:cxn ang="0">
                  <a:pos x="T8" y="T9"/>
                </a:cxn>
              </a:cxnLst>
              <a:rect l="0" t="0" r="r" b="b"/>
              <a:pathLst>
                <a:path w="12" h="5">
                  <a:moveTo>
                    <a:pt x="7" y="4"/>
                  </a:moveTo>
                  <a:cubicBezTo>
                    <a:pt x="5" y="4"/>
                    <a:pt x="3" y="5"/>
                    <a:pt x="2" y="4"/>
                  </a:cubicBezTo>
                  <a:cubicBezTo>
                    <a:pt x="0" y="4"/>
                    <a:pt x="3" y="2"/>
                    <a:pt x="7" y="1"/>
                  </a:cubicBezTo>
                  <a:cubicBezTo>
                    <a:pt x="10" y="0"/>
                    <a:pt x="12" y="0"/>
                    <a:pt x="12" y="0"/>
                  </a:cubicBezTo>
                  <a:cubicBezTo>
                    <a:pt x="12" y="1"/>
                    <a:pt x="9" y="2"/>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5" name="Freeform 2690">
              <a:extLst>
                <a:ext uri="{FF2B5EF4-FFF2-40B4-BE49-F238E27FC236}">
                  <a16:creationId xmlns:a16="http://schemas.microsoft.com/office/drawing/2014/main" id="{E027AECA-7467-BC66-16AA-B3D3AF19AD62}"/>
                </a:ext>
              </a:extLst>
            </p:cNvPr>
            <p:cNvSpPr>
              <a:spLocks/>
            </p:cNvSpPr>
            <p:nvPr/>
          </p:nvSpPr>
          <p:spPr bwMode="auto">
            <a:xfrm rot="5094805">
              <a:off x="1559552" y="1300017"/>
              <a:ext cx="27420" cy="31990"/>
            </a:xfrm>
            <a:custGeom>
              <a:avLst/>
              <a:gdLst>
                <a:gd name="T0" fmla="*/ 11 w 11"/>
                <a:gd name="T1" fmla="*/ 10 h 13"/>
                <a:gd name="T2" fmla="*/ 7 w 11"/>
                <a:gd name="T3" fmla="*/ 12 h 13"/>
                <a:gd name="T4" fmla="*/ 0 w 11"/>
                <a:gd name="T5" fmla="*/ 4 h 13"/>
                <a:gd name="T6" fmla="*/ 4 w 11"/>
                <a:gd name="T7" fmla="*/ 1 h 13"/>
                <a:gd name="T8" fmla="*/ 11 w 11"/>
                <a:gd name="T9" fmla="*/ 10 h 13"/>
              </a:gdLst>
              <a:ahLst/>
              <a:cxnLst>
                <a:cxn ang="0">
                  <a:pos x="T0" y="T1"/>
                </a:cxn>
                <a:cxn ang="0">
                  <a:pos x="T2" y="T3"/>
                </a:cxn>
                <a:cxn ang="0">
                  <a:pos x="T4" y="T5"/>
                </a:cxn>
                <a:cxn ang="0">
                  <a:pos x="T6" y="T7"/>
                </a:cxn>
                <a:cxn ang="0">
                  <a:pos x="T8" y="T9"/>
                </a:cxn>
              </a:cxnLst>
              <a:rect l="0" t="0" r="r" b="b"/>
              <a:pathLst>
                <a:path w="11" h="13">
                  <a:moveTo>
                    <a:pt x="11" y="10"/>
                  </a:moveTo>
                  <a:cubicBezTo>
                    <a:pt x="10" y="11"/>
                    <a:pt x="9" y="13"/>
                    <a:pt x="7" y="12"/>
                  </a:cubicBezTo>
                  <a:cubicBezTo>
                    <a:pt x="4" y="12"/>
                    <a:pt x="0" y="7"/>
                    <a:pt x="0" y="4"/>
                  </a:cubicBezTo>
                  <a:cubicBezTo>
                    <a:pt x="0" y="1"/>
                    <a:pt x="1" y="0"/>
                    <a:pt x="4" y="1"/>
                  </a:cubicBezTo>
                  <a:cubicBezTo>
                    <a:pt x="7" y="2"/>
                    <a:pt x="10" y="6"/>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6" name="Freeform 2691">
              <a:extLst>
                <a:ext uri="{FF2B5EF4-FFF2-40B4-BE49-F238E27FC236}">
                  <a16:creationId xmlns:a16="http://schemas.microsoft.com/office/drawing/2014/main" id="{1152241F-32ED-D46E-20E2-35AFE57F3FEF}"/>
                </a:ext>
              </a:extLst>
            </p:cNvPr>
            <p:cNvSpPr>
              <a:spLocks/>
            </p:cNvSpPr>
            <p:nvPr/>
          </p:nvSpPr>
          <p:spPr bwMode="auto">
            <a:xfrm rot="5094805">
              <a:off x="1643401" y="1096207"/>
              <a:ext cx="31990" cy="29705"/>
            </a:xfrm>
            <a:custGeom>
              <a:avLst/>
              <a:gdLst>
                <a:gd name="T0" fmla="*/ 13 w 13"/>
                <a:gd name="T1" fmla="*/ 10 h 12"/>
                <a:gd name="T2" fmla="*/ 7 w 13"/>
                <a:gd name="T3" fmla="*/ 11 h 12"/>
                <a:gd name="T4" fmla="*/ 1 w 13"/>
                <a:gd name="T5" fmla="*/ 3 h 12"/>
                <a:gd name="T6" fmla="*/ 6 w 13"/>
                <a:gd name="T7" fmla="*/ 2 h 12"/>
                <a:gd name="T8" fmla="*/ 13 w 13"/>
                <a:gd name="T9" fmla="*/ 10 h 12"/>
              </a:gdLst>
              <a:ahLst/>
              <a:cxnLst>
                <a:cxn ang="0">
                  <a:pos x="T0" y="T1"/>
                </a:cxn>
                <a:cxn ang="0">
                  <a:pos x="T2" y="T3"/>
                </a:cxn>
                <a:cxn ang="0">
                  <a:pos x="T4" y="T5"/>
                </a:cxn>
                <a:cxn ang="0">
                  <a:pos x="T6" y="T7"/>
                </a:cxn>
                <a:cxn ang="0">
                  <a:pos x="T8" y="T9"/>
                </a:cxn>
              </a:cxnLst>
              <a:rect l="0" t="0" r="r" b="b"/>
              <a:pathLst>
                <a:path w="13" h="12">
                  <a:moveTo>
                    <a:pt x="13" y="10"/>
                  </a:moveTo>
                  <a:cubicBezTo>
                    <a:pt x="10" y="11"/>
                    <a:pt x="9" y="12"/>
                    <a:pt x="7" y="11"/>
                  </a:cubicBezTo>
                  <a:cubicBezTo>
                    <a:pt x="4" y="10"/>
                    <a:pt x="0" y="6"/>
                    <a:pt x="1" y="3"/>
                  </a:cubicBezTo>
                  <a:cubicBezTo>
                    <a:pt x="1" y="1"/>
                    <a:pt x="3" y="0"/>
                    <a:pt x="6" y="2"/>
                  </a:cubicBezTo>
                  <a:cubicBezTo>
                    <a:pt x="8" y="4"/>
                    <a:pt x="10" y="7"/>
                    <a:pt x="1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7" name="Freeform 2692">
              <a:extLst>
                <a:ext uri="{FF2B5EF4-FFF2-40B4-BE49-F238E27FC236}">
                  <a16:creationId xmlns:a16="http://schemas.microsoft.com/office/drawing/2014/main" id="{542B5261-6F5A-4A97-713A-AB78C24C69D2}"/>
                </a:ext>
              </a:extLst>
            </p:cNvPr>
            <p:cNvSpPr>
              <a:spLocks/>
            </p:cNvSpPr>
            <p:nvPr/>
          </p:nvSpPr>
          <p:spPr bwMode="auto">
            <a:xfrm rot="5094805">
              <a:off x="1728001" y="889292"/>
              <a:ext cx="27420" cy="25135"/>
            </a:xfrm>
            <a:custGeom>
              <a:avLst/>
              <a:gdLst>
                <a:gd name="T0" fmla="*/ 11 w 11"/>
                <a:gd name="T1" fmla="*/ 9 h 10"/>
                <a:gd name="T2" fmla="*/ 7 w 11"/>
                <a:gd name="T3" fmla="*/ 10 h 10"/>
                <a:gd name="T4" fmla="*/ 0 w 11"/>
                <a:gd name="T5" fmla="*/ 3 h 10"/>
                <a:gd name="T6" fmla="*/ 5 w 11"/>
                <a:gd name="T7" fmla="*/ 1 h 10"/>
                <a:gd name="T8" fmla="*/ 11 w 11"/>
                <a:gd name="T9" fmla="*/ 9 h 10"/>
              </a:gdLst>
              <a:ahLst/>
              <a:cxnLst>
                <a:cxn ang="0">
                  <a:pos x="T0" y="T1"/>
                </a:cxn>
                <a:cxn ang="0">
                  <a:pos x="T2" y="T3"/>
                </a:cxn>
                <a:cxn ang="0">
                  <a:pos x="T4" y="T5"/>
                </a:cxn>
                <a:cxn ang="0">
                  <a:pos x="T6" y="T7"/>
                </a:cxn>
                <a:cxn ang="0">
                  <a:pos x="T8" y="T9"/>
                </a:cxn>
              </a:cxnLst>
              <a:rect l="0" t="0" r="r" b="b"/>
              <a:pathLst>
                <a:path w="11" h="10">
                  <a:moveTo>
                    <a:pt x="11" y="9"/>
                  </a:moveTo>
                  <a:cubicBezTo>
                    <a:pt x="10" y="9"/>
                    <a:pt x="9" y="10"/>
                    <a:pt x="7" y="10"/>
                  </a:cubicBezTo>
                  <a:cubicBezTo>
                    <a:pt x="5" y="10"/>
                    <a:pt x="0" y="5"/>
                    <a:pt x="0" y="3"/>
                  </a:cubicBezTo>
                  <a:cubicBezTo>
                    <a:pt x="0" y="1"/>
                    <a:pt x="2" y="0"/>
                    <a:pt x="5" y="1"/>
                  </a:cubicBezTo>
                  <a:cubicBezTo>
                    <a:pt x="8" y="2"/>
                    <a:pt x="10" y="5"/>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8" name="Freeform 2693">
              <a:extLst>
                <a:ext uri="{FF2B5EF4-FFF2-40B4-BE49-F238E27FC236}">
                  <a16:creationId xmlns:a16="http://schemas.microsoft.com/office/drawing/2014/main" id="{9DAC2EA0-61BD-0715-BB33-B883AB430DC5}"/>
                </a:ext>
              </a:extLst>
            </p:cNvPr>
            <p:cNvSpPr>
              <a:spLocks/>
            </p:cNvSpPr>
            <p:nvPr/>
          </p:nvSpPr>
          <p:spPr bwMode="auto">
            <a:xfrm rot="5094805">
              <a:off x="1793749" y="689485"/>
              <a:ext cx="29705" cy="20565"/>
            </a:xfrm>
            <a:custGeom>
              <a:avLst/>
              <a:gdLst>
                <a:gd name="T0" fmla="*/ 6 w 12"/>
                <a:gd name="T1" fmla="*/ 9 h 9"/>
                <a:gd name="T2" fmla="*/ 1 w 12"/>
                <a:gd name="T3" fmla="*/ 2 h 9"/>
                <a:gd name="T4" fmla="*/ 7 w 12"/>
                <a:gd name="T5" fmla="*/ 2 h 9"/>
                <a:gd name="T6" fmla="*/ 11 w 12"/>
                <a:gd name="T7" fmla="*/ 7 h 9"/>
                <a:gd name="T8" fmla="*/ 6 w 12"/>
                <a:gd name="T9" fmla="*/ 9 h 9"/>
              </a:gdLst>
              <a:ahLst/>
              <a:cxnLst>
                <a:cxn ang="0">
                  <a:pos x="T0" y="T1"/>
                </a:cxn>
                <a:cxn ang="0">
                  <a:pos x="T2" y="T3"/>
                </a:cxn>
                <a:cxn ang="0">
                  <a:pos x="T4" y="T5"/>
                </a:cxn>
                <a:cxn ang="0">
                  <a:pos x="T6" y="T7"/>
                </a:cxn>
                <a:cxn ang="0">
                  <a:pos x="T8" y="T9"/>
                </a:cxn>
              </a:cxnLst>
              <a:rect l="0" t="0" r="r" b="b"/>
              <a:pathLst>
                <a:path w="12" h="9">
                  <a:moveTo>
                    <a:pt x="6" y="9"/>
                  </a:moveTo>
                  <a:cubicBezTo>
                    <a:pt x="4" y="6"/>
                    <a:pt x="1" y="4"/>
                    <a:pt x="1" y="2"/>
                  </a:cubicBezTo>
                  <a:cubicBezTo>
                    <a:pt x="0" y="0"/>
                    <a:pt x="4" y="0"/>
                    <a:pt x="7" y="2"/>
                  </a:cubicBezTo>
                  <a:cubicBezTo>
                    <a:pt x="9" y="3"/>
                    <a:pt x="12" y="5"/>
                    <a:pt x="11" y="7"/>
                  </a:cubicBezTo>
                  <a:cubicBezTo>
                    <a:pt x="11" y="8"/>
                    <a:pt x="8" y="8"/>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9" name="Freeform 2694">
              <a:extLst>
                <a:ext uri="{FF2B5EF4-FFF2-40B4-BE49-F238E27FC236}">
                  <a16:creationId xmlns:a16="http://schemas.microsoft.com/office/drawing/2014/main" id="{92AAB52C-DAA1-FFD9-E9CB-13CC353A4117}"/>
                </a:ext>
              </a:extLst>
            </p:cNvPr>
            <p:cNvSpPr>
              <a:spLocks/>
            </p:cNvSpPr>
            <p:nvPr/>
          </p:nvSpPr>
          <p:spPr bwMode="auto">
            <a:xfrm rot="5094805">
              <a:off x="1838713" y="487047"/>
              <a:ext cx="29705" cy="18280"/>
            </a:xfrm>
            <a:custGeom>
              <a:avLst/>
              <a:gdLst>
                <a:gd name="T0" fmla="*/ 8 w 12"/>
                <a:gd name="T1" fmla="*/ 8 h 8"/>
                <a:gd name="T2" fmla="*/ 2 w 12"/>
                <a:gd name="T3" fmla="*/ 3 h 8"/>
                <a:gd name="T4" fmla="*/ 6 w 12"/>
                <a:gd name="T5" fmla="*/ 1 h 8"/>
                <a:gd name="T6" fmla="*/ 12 w 12"/>
                <a:gd name="T7" fmla="*/ 5 h 8"/>
                <a:gd name="T8" fmla="*/ 8 w 12"/>
                <a:gd name="T9" fmla="*/ 8 h 8"/>
              </a:gdLst>
              <a:ahLst/>
              <a:cxnLst>
                <a:cxn ang="0">
                  <a:pos x="T0" y="T1"/>
                </a:cxn>
                <a:cxn ang="0">
                  <a:pos x="T2" y="T3"/>
                </a:cxn>
                <a:cxn ang="0">
                  <a:pos x="T4" y="T5"/>
                </a:cxn>
                <a:cxn ang="0">
                  <a:pos x="T6" y="T7"/>
                </a:cxn>
                <a:cxn ang="0">
                  <a:pos x="T8" y="T9"/>
                </a:cxn>
              </a:cxnLst>
              <a:rect l="0" t="0" r="r" b="b"/>
              <a:pathLst>
                <a:path w="12" h="8">
                  <a:moveTo>
                    <a:pt x="8" y="8"/>
                  </a:moveTo>
                  <a:cubicBezTo>
                    <a:pt x="5" y="6"/>
                    <a:pt x="3" y="4"/>
                    <a:pt x="2" y="3"/>
                  </a:cubicBezTo>
                  <a:cubicBezTo>
                    <a:pt x="0" y="1"/>
                    <a:pt x="3" y="0"/>
                    <a:pt x="6" y="1"/>
                  </a:cubicBezTo>
                  <a:cubicBezTo>
                    <a:pt x="9" y="2"/>
                    <a:pt x="12" y="3"/>
                    <a:pt x="12" y="5"/>
                  </a:cubicBezTo>
                  <a:cubicBezTo>
                    <a:pt x="12" y="6"/>
                    <a:pt x="10" y="7"/>
                    <a:pt x="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0" name="Freeform 2695">
              <a:extLst>
                <a:ext uri="{FF2B5EF4-FFF2-40B4-BE49-F238E27FC236}">
                  <a16:creationId xmlns:a16="http://schemas.microsoft.com/office/drawing/2014/main" id="{4E31D661-3BF9-ADFF-D96D-AF9FF84B96E1}"/>
                </a:ext>
              </a:extLst>
            </p:cNvPr>
            <p:cNvSpPr>
              <a:spLocks/>
            </p:cNvSpPr>
            <p:nvPr/>
          </p:nvSpPr>
          <p:spPr bwMode="auto">
            <a:xfrm rot="5094805">
              <a:off x="1854794" y="296249"/>
              <a:ext cx="31990" cy="13710"/>
            </a:xfrm>
            <a:custGeom>
              <a:avLst/>
              <a:gdLst>
                <a:gd name="T0" fmla="*/ 13 w 13"/>
                <a:gd name="T1" fmla="*/ 4 h 6"/>
                <a:gd name="T2" fmla="*/ 7 w 13"/>
                <a:gd name="T3" fmla="*/ 6 h 6"/>
                <a:gd name="T4" fmla="*/ 1 w 13"/>
                <a:gd name="T5" fmla="*/ 3 h 6"/>
                <a:gd name="T6" fmla="*/ 6 w 13"/>
                <a:gd name="T7" fmla="*/ 1 h 6"/>
                <a:gd name="T8" fmla="*/ 13 w 13"/>
                <a:gd name="T9" fmla="*/ 4 h 6"/>
              </a:gdLst>
              <a:ahLst/>
              <a:cxnLst>
                <a:cxn ang="0">
                  <a:pos x="T0" y="T1"/>
                </a:cxn>
                <a:cxn ang="0">
                  <a:pos x="T2" y="T3"/>
                </a:cxn>
                <a:cxn ang="0">
                  <a:pos x="T4" y="T5"/>
                </a:cxn>
                <a:cxn ang="0">
                  <a:pos x="T6" y="T7"/>
                </a:cxn>
                <a:cxn ang="0">
                  <a:pos x="T8" y="T9"/>
                </a:cxn>
              </a:cxnLst>
              <a:rect l="0" t="0" r="r" b="b"/>
              <a:pathLst>
                <a:path w="13" h="6">
                  <a:moveTo>
                    <a:pt x="13" y="4"/>
                  </a:moveTo>
                  <a:cubicBezTo>
                    <a:pt x="10" y="5"/>
                    <a:pt x="9" y="6"/>
                    <a:pt x="7" y="6"/>
                  </a:cubicBezTo>
                  <a:cubicBezTo>
                    <a:pt x="4" y="6"/>
                    <a:pt x="0" y="4"/>
                    <a:pt x="1" y="3"/>
                  </a:cubicBezTo>
                  <a:cubicBezTo>
                    <a:pt x="1" y="1"/>
                    <a:pt x="3" y="0"/>
                    <a:pt x="6" y="1"/>
                  </a:cubicBezTo>
                  <a:cubicBezTo>
                    <a:pt x="8" y="1"/>
                    <a:pt x="10" y="3"/>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1" name="Freeform 2696">
              <a:extLst>
                <a:ext uri="{FF2B5EF4-FFF2-40B4-BE49-F238E27FC236}">
                  <a16:creationId xmlns:a16="http://schemas.microsoft.com/office/drawing/2014/main" id="{7F972C4F-6646-5F7F-0C44-DEB2BBE4D00D}"/>
                </a:ext>
              </a:extLst>
            </p:cNvPr>
            <p:cNvSpPr>
              <a:spLocks/>
            </p:cNvSpPr>
            <p:nvPr/>
          </p:nvSpPr>
          <p:spPr bwMode="auto">
            <a:xfrm rot="5094805">
              <a:off x="1830755" y="103601"/>
              <a:ext cx="27420" cy="13710"/>
            </a:xfrm>
            <a:custGeom>
              <a:avLst/>
              <a:gdLst>
                <a:gd name="T0" fmla="*/ 11 w 11"/>
                <a:gd name="T1" fmla="*/ 2 h 6"/>
                <a:gd name="T2" fmla="*/ 7 w 11"/>
                <a:gd name="T3" fmla="*/ 5 h 6"/>
                <a:gd name="T4" fmla="*/ 0 w 11"/>
                <a:gd name="T5" fmla="*/ 4 h 6"/>
                <a:gd name="T6" fmla="*/ 5 w 11"/>
                <a:gd name="T7" fmla="*/ 1 h 6"/>
                <a:gd name="T8" fmla="*/ 11 w 11"/>
                <a:gd name="T9" fmla="*/ 2 h 6"/>
              </a:gdLst>
              <a:ahLst/>
              <a:cxnLst>
                <a:cxn ang="0">
                  <a:pos x="T0" y="T1"/>
                </a:cxn>
                <a:cxn ang="0">
                  <a:pos x="T2" y="T3"/>
                </a:cxn>
                <a:cxn ang="0">
                  <a:pos x="T4" y="T5"/>
                </a:cxn>
                <a:cxn ang="0">
                  <a:pos x="T6" y="T7"/>
                </a:cxn>
                <a:cxn ang="0">
                  <a:pos x="T8" y="T9"/>
                </a:cxn>
              </a:cxnLst>
              <a:rect l="0" t="0" r="r" b="b"/>
              <a:pathLst>
                <a:path w="11" h="6">
                  <a:moveTo>
                    <a:pt x="11" y="2"/>
                  </a:moveTo>
                  <a:cubicBezTo>
                    <a:pt x="10" y="3"/>
                    <a:pt x="9" y="4"/>
                    <a:pt x="7" y="5"/>
                  </a:cubicBezTo>
                  <a:cubicBezTo>
                    <a:pt x="5" y="6"/>
                    <a:pt x="0" y="5"/>
                    <a:pt x="0" y="4"/>
                  </a:cubicBezTo>
                  <a:cubicBezTo>
                    <a:pt x="0" y="3"/>
                    <a:pt x="2" y="1"/>
                    <a:pt x="5" y="1"/>
                  </a:cubicBezTo>
                  <a:cubicBezTo>
                    <a:pt x="8" y="0"/>
                    <a:pt x="10"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2" name="Freeform 2717">
              <a:extLst>
                <a:ext uri="{FF2B5EF4-FFF2-40B4-BE49-F238E27FC236}">
                  <a16:creationId xmlns:a16="http://schemas.microsoft.com/office/drawing/2014/main" id="{78578A38-A433-95A6-1458-B3A13CEA0FD7}"/>
                </a:ext>
              </a:extLst>
            </p:cNvPr>
            <p:cNvSpPr>
              <a:spLocks/>
            </p:cNvSpPr>
            <p:nvPr/>
          </p:nvSpPr>
          <p:spPr bwMode="auto">
            <a:xfrm rot="5094805">
              <a:off x="2997377" y="6832667"/>
              <a:ext cx="22850" cy="11425"/>
            </a:xfrm>
            <a:custGeom>
              <a:avLst/>
              <a:gdLst>
                <a:gd name="T0" fmla="*/ 10 w 10"/>
                <a:gd name="T1" fmla="*/ 1 h 5"/>
                <a:gd name="T2" fmla="*/ 7 w 10"/>
                <a:gd name="T3" fmla="*/ 4 h 5"/>
                <a:gd name="T4" fmla="*/ 0 w 10"/>
                <a:gd name="T5" fmla="*/ 4 h 5"/>
                <a:gd name="T6" fmla="*/ 4 w 10"/>
                <a:gd name="T7" fmla="*/ 1 h 5"/>
                <a:gd name="T8" fmla="*/ 10 w 10"/>
                <a:gd name="T9" fmla="*/ 1 h 5"/>
              </a:gdLst>
              <a:ahLst/>
              <a:cxnLst>
                <a:cxn ang="0">
                  <a:pos x="T0" y="T1"/>
                </a:cxn>
                <a:cxn ang="0">
                  <a:pos x="T2" y="T3"/>
                </a:cxn>
                <a:cxn ang="0">
                  <a:pos x="T4" y="T5"/>
                </a:cxn>
                <a:cxn ang="0">
                  <a:pos x="T6" y="T7"/>
                </a:cxn>
                <a:cxn ang="0">
                  <a:pos x="T8" y="T9"/>
                </a:cxn>
              </a:cxnLst>
              <a:rect l="0" t="0" r="r" b="b"/>
              <a:pathLst>
                <a:path w="10" h="5">
                  <a:moveTo>
                    <a:pt x="10" y="1"/>
                  </a:moveTo>
                  <a:cubicBezTo>
                    <a:pt x="10" y="2"/>
                    <a:pt x="8" y="3"/>
                    <a:pt x="7" y="4"/>
                  </a:cubicBezTo>
                  <a:cubicBezTo>
                    <a:pt x="4" y="5"/>
                    <a:pt x="0" y="5"/>
                    <a:pt x="0" y="4"/>
                  </a:cubicBezTo>
                  <a:cubicBezTo>
                    <a:pt x="0" y="3"/>
                    <a:pt x="1" y="2"/>
                    <a:pt x="4" y="1"/>
                  </a:cubicBezTo>
                  <a:cubicBezTo>
                    <a:pt x="7" y="1"/>
                    <a:pt x="10"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3" name="Freeform 2718">
              <a:extLst>
                <a:ext uri="{FF2B5EF4-FFF2-40B4-BE49-F238E27FC236}">
                  <a16:creationId xmlns:a16="http://schemas.microsoft.com/office/drawing/2014/main" id="{AA92FC8A-3CE4-3DB3-7F71-7B05CB6BF77A}"/>
                </a:ext>
              </a:extLst>
            </p:cNvPr>
            <p:cNvSpPr>
              <a:spLocks/>
            </p:cNvSpPr>
            <p:nvPr/>
          </p:nvSpPr>
          <p:spPr bwMode="auto">
            <a:xfrm rot="5094805">
              <a:off x="1813879" y="4230779"/>
              <a:ext cx="29705" cy="13710"/>
            </a:xfrm>
            <a:custGeom>
              <a:avLst/>
              <a:gdLst>
                <a:gd name="T0" fmla="*/ 8 w 12"/>
                <a:gd name="T1" fmla="*/ 4 h 5"/>
                <a:gd name="T2" fmla="*/ 2 w 12"/>
                <a:gd name="T3" fmla="*/ 5 h 5"/>
                <a:gd name="T4" fmla="*/ 7 w 12"/>
                <a:gd name="T5" fmla="*/ 1 h 5"/>
                <a:gd name="T6" fmla="*/ 12 w 12"/>
                <a:gd name="T7" fmla="*/ 0 h 5"/>
                <a:gd name="T8" fmla="*/ 8 w 12"/>
                <a:gd name="T9" fmla="*/ 4 h 5"/>
              </a:gdLst>
              <a:ahLst/>
              <a:cxnLst>
                <a:cxn ang="0">
                  <a:pos x="T0" y="T1"/>
                </a:cxn>
                <a:cxn ang="0">
                  <a:pos x="T2" y="T3"/>
                </a:cxn>
                <a:cxn ang="0">
                  <a:pos x="T4" y="T5"/>
                </a:cxn>
                <a:cxn ang="0">
                  <a:pos x="T6" y="T7"/>
                </a:cxn>
                <a:cxn ang="0">
                  <a:pos x="T8" y="T9"/>
                </a:cxn>
              </a:cxnLst>
              <a:rect l="0" t="0" r="r" b="b"/>
              <a:pathLst>
                <a:path w="12" h="5">
                  <a:moveTo>
                    <a:pt x="8" y="4"/>
                  </a:moveTo>
                  <a:cubicBezTo>
                    <a:pt x="5" y="4"/>
                    <a:pt x="3" y="5"/>
                    <a:pt x="2" y="5"/>
                  </a:cubicBezTo>
                  <a:cubicBezTo>
                    <a:pt x="0" y="5"/>
                    <a:pt x="3" y="3"/>
                    <a:pt x="7" y="1"/>
                  </a:cubicBezTo>
                  <a:cubicBezTo>
                    <a:pt x="10" y="0"/>
                    <a:pt x="12" y="0"/>
                    <a:pt x="12" y="0"/>
                  </a:cubicBezTo>
                  <a:cubicBezTo>
                    <a:pt x="12" y="1"/>
                    <a:pt x="9" y="2"/>
                    <a:pt x="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4" name="Freeform 2719">
              <a:extLst>
                <a:ext uri="{FF2B5EF4-FFF2-40B4-BE49-F238E27FC236}">
                  <a16:creationId xmlns:a16="http://schemas.microsoft.com/office/drawing/2014/main" id="{3A23CF8D-164C-195A-C294-A31575F70B80}"/>
                </a:ext>
              </a:extLst>
            </p:cNvPr>
            <p:cNvSpPr>
              <a:spLocks/>
            </p:cNvSpPr>
            <p:nvPr/>
          </p:nvSpPr>
          <p:spPr bwMode="auto">
            <a:xfrm rot="5094805">
              <a:off x="1917490" y="4414360"/>
              <a:ext cx="27420" cy="15995"/>
            </a:xfrm>
            <a:custGeom>
              <a:avLst/>
              <a:gdLst>
                <a:gd name="T0" fmla="*/ 11 w 11"/>
                <a:gd name="T1" fmla="*/ 1 h 7"/>
                <a:gd name="T2" fmla="*/ 7 w 11"/>
                <a:gd name="T3" fmla="*/ 4 h 7"/>
                <a:gd name="T4" fmla="*/ 0 w 11"/>
                <a:gd name="T5" fmla="*/ 6 h 7"/>
                <a:gd name="T6" fmla="*/ 5 w 11"/>
                <a:gd name="T7" fmla="*/ 2 h 7"/>
                <a:gd name="T8" fmla="*/ 11 w 11"/>
                <a:gd name="T9" fmla="*/ 1 h 7"/>
              </a:gdLst>
              <a:ahLst/>
              <a:cxnLst>
                <a:cxn ang="0">
                  <a:pos x="T0" y="T1"/>
                </a:cxn>
                <a:cxn ang="0">
                  <a:pos x="T2" y="T3"/>
                </a:cxn>
                <a:cxn ang="0">
                  <a:pos x="T4" y="T5"/>
                </a:cxn>
                <a:cxn ang="0">
                  <a:pos x="T6" y="T7"/>
                </a:cxn>
                <a:cxn ang="0">
                  <a:pos x="T8" y="T9"/>
                </a:cxn>
              </a:cxnLst>
              <a:rect l="0" t="0" r="r" b="b"/>
              <a:pathLst>
                <a:path w="11" h="7">
                  <a:moveTo>
                    <a:pt x="11" y="1"/>
                  </a:moveTo>
                  <a:cubicBezTo>
                    <a:pt x="10" y="2"/>
                    <a:pt x="9" y="3"/>
                    <a:pt x="7" y="4"/>
                  </a:cubicBezTo>
                  <a:cubicBezTo>
                    <a:pt x="5" y="5"/>
                    <a:pt x="0" y="7"/>
                    <a:pt x="0" y="6"/>
                  </a:cubicBezTo>
                  <a:cubicBezTo>
                    <a:pt x="0" y="5"/>
                    <a:pt x="2" y="4"/>
                    <a:pt x="5" y="2"/>
                  </a:cubicBezTo>
                  <a:cubicBezTo>
                    <a:pt x="7" y="1"/>
                    <a:pt x="10"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5" name="Freeform 2720">
              <a:extLst>
                <a:ext uri="{FF2B5EF4-FFF2-40B4-BE49-F238E27FC236}">
                  <a16:creationId xmlns:a16="http://schemas.microsoft.com/office/drawing/2014/main" id="{123F5307-4222-2A15-1F78-384841AC3E46}"/>
                </a:ext>
              </a:extLst>
            </p:cNvPr>
            <p:cNvSpPr>
              <a:spLocks/>
            </p:cNvSpPr>
            <p:nvPr/>
          </p:nvSpPr>
          <p:spPr bwMode="auto">
            <a:xfrm rot="5094805">
              <a:off x="2025441" y="4597342"/>
              <a:ext cx="29705" cy="13710"/>
            </a:xfrm>
            <a:custGeom>
              <a:avLst/>
              <a:gdLst>
                <a:gd name="T0" fmla="*/ 5 w 12"/>
                <a:gd name="T1" fmla="*/ 1 h 6"/>
                <a:gd name="T2" fmla="*/ 11 w 12"/>
                <a:gd name="T3" fmla="*/ 0 h 6"/>
                <a:gd name="T4" fmla="*/ 8 w 12"/>
                <a:gd name="T5" fmla="*/ 3 h 6"/>
                <a:gd name="T6" fmla="*/ 1 w 12"/>
                <a:gd name="T7" fmla="*/ 5 h 6"/>
                <a:gd name="T8" fmla="*/ 5 w 12"/>
                <a:gd name="T9" fmla="*/ 1 h 6"/>
              </a:gdLst>
              <a:ahLst/>
              <a:cxnLst>
                <a:cxn ang="0">
                  <a:pos x="T0" y="T1"/>
                </a:cxn>
                <a:cxn ang="0">
                  <a:pos x="T2" y="T3"/>
                </a:cxn>
                <a:cxn ang="0">
                  <a:pos x="T4" y="T5"/>
                </a:cxn>
                <a:cxn ang="0">
                  <a:pos x="T6" y="T7"/>
                </a:cxn>
                <a:cxn ang="0">
                  <a:pos x="T8" y="T9"/>
                </a:cxn>
              </a:cxnLst>
              <a:rect l="0" t="0" r="r" b="b"/>
              <a:pathLst>
                <a:path w="12" h="6">
                  <a:moveTo>
                    <a:pt x="5" y="1"/>
                  </a:moveTo>
                  <a:cubicBezTo>
                    <a:pt x="8" y="1"/>
                    <a:pt x="10" y="0"/>
                    <a:pt x="11" y="0"/>
                  </a:cubicBezTo>
                  <a:cubicBezTo>
                    <a:pt x="12" y="0"/>
                    <a:pt x="10" y="2"/>
                    <a:pt x="8" y="3"/>
                  </a:cubicBezTo>
                  <a:cubicBezTo>
                    <a:pt x="5" y="5"/>
                    <a:pt x="0" y="6"/>
                    <a:pt x="1" y="5"/>
                  </a:cubicBezTo>
                  <a:cubicBezTo>
                    <a:pt x="1" y="4"/>
                    <a:pt x="3" y="3"/>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6" name="Freeform 2721">
              <a:extLst>
                <a:ext uri="{FF2B5EF4-FFF2-40B4-BE49-F238E27FC236}">
                  <a16:creationId xmlns:a16="http://schemas.microsoft.com/office/drawing/2014/main" id="{B83244DB-B4EE-CFDA-008B-FC90BC3A7DDD}"/>
                </a:ext>
              </a:extLst>
            </p:cNvPr>
            <p:cNvSpPr>
              <a:spLocks/>
            </p:cNvSpPr>
            <p:nvPr/>
          </p:nvSpPr>
          <p:spPr bwMode="auto">
            <a:xfrm rot="5094805">
              <a:off x="2141260" y="4776293"/>
              <a:ext cx="29705" cy="15995"/>
            </a:xfrm>
            <a:custGeom>
              <a:avLst/>
              <a:gdLst>
                <a:gd name="T0" fmla="*/ 8 w 12"/>
                <a:gd name="T1" fmla="*/ 5 h 6"/>
                <a:gd name="T2" fmla="*/ 2 w 12"/>
                <a:gd name="T3" fmla="*/ 6 h 6"/>
                <a:gd name="T4" fmla="*/ 7 w 12"/>
                <a:gd name="T5" fmla="*/ 2 h 6"/>
                <a:gd name="T6" fmla="*/ 12 w 12"/>
                <a:gd name="T7" fmla="*/ 1 h 6"/>
                <a:gd name="T8" fmla="*/ 8 w 12"/>
                <a:gd name="T9" fmla="*/ 5 h 6"/>
              </a:gdLst>
              <a:ahLst/>
              <a:cxnLst>
                <a:cxn ang="0">
                  <a:pos x="T0" y="T1"/>
                </a:cxn>
                <a:cxn ang="0">
                  <a:pos x="T2" y="T3"/>
                </a:cxn>
                <a:cxn ang="0">
                  <a:pos x="T4" y="T5"/>
                </a:cxn>
                <a:cxn ang="0">
                  <a:pos x="T6" y="T7"/>
                </a:cxn>
                <a:cxn ang="0">
                  <a:pos x="T8" y="T9"/>
                </a:cxn>
              </a:cxnLst>
              <a:rect l="0" t="0" r="r" b="b"/>
              <a:pathLst>
                <a:path w="12" h="6">
                  <a:moveTo>
                    <a:pt x="8" y="5"/>
                  </a:moveTo>
                  <a:cubicBezTo>
                    <a:pt x="5" y="6"/>
                    <a:pt x="3" y="6"/>
                    <a:pt x="2" y="6"/>
                  </a:cubicBezTo>
                  <a:cubicBezTo>
                    <a:pt x="0" y="6"/>
                    <a:pt x="3" y="4"/>
                    <a:pt x="7" y="2"/>
                  </a:cubicBezTo>
                  <a:cubicBezTo>
                    <a:pt x="10" y="1"/>
                    <a:pt x="12" y="0"/>
                    <a:pt x="12" y="1"/>
                  </a:cubicBezTo>
                  <a:cubicBezTo>
                    <a:pt x="12" y="2"/>
                    <a:pt x="10" y="3"/>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7" name="Freeform 2722">
              <a:extLst>
                <a:ext uri="{FF2B5EF4-FFF2-40B4-BE49-F238E27FC236}">
                  <a16:creationId xmlns:a16="http://schemas.microsoft.com/office/drawing/2014/main" id="{C1CC22F9-9A45-7352-3AF6-81983A9574E2}"/>
                </a:ext>
              </a:extLst>
            </p:cNvPr>
            <p:cNvSpPr>
              <a:spLocks/>
            </p:cNvSpPr>
            <p:nvPr/>
          </p:nvSpPr>
          <p:spPr bwMode="auto">
            <a:xfrm rot="5094805">
              <a:off x="2252934" y="4960201"/>
              <a:ext cx="29705" cy="18280"/>
            </a:xfrm>
            <a:custGeom>
              <a:avLst/>
              <a:gdLst>
                <a:gd name="T0" fmla="*/ 6 w 12"/>
                <a:gd name="T1" fmla="*/ 1 h 7"/>
                <a:gd name="T2" fmla="*/ 11 w 12"/>
                <a:gd name="T3" fmla="*/ 1 h 7"/>
                <a:gd name="T4" fmla="*/ 7 w 12"/>
                <a:gd name="T5" fmla="*/ 4 h 7"/>
                <a:gd name="T6" fmla="*/ 1 w 12"/>
                <a:gd name="T7" fmla="*/ 6 h 7"/>
                <a:gd name="T8" fmla="*/ 6 w 12"/>
                <a:gd name="T9" fmla="*/ 1 h 7"/>
              </a:gdLst>
              <a:ahLst/>
              <a:cxnLst>
                <a:cxn ang="0">
                  <a:pos x="T0" y="T1"/>
                </a:cxn>
                <a:cxn ang="0">
                  <a:pos x="T2" y="T3"/>
                </a:cxn>
                <a:cxn ang="0">
                  <a:pos x="T4" y="T5"/>
                </a:cxn>
                <a:cxn ang="0">
                  <a:pos x="T6" y="T7"/>
                </a:cxn>
                <a:cxn ang="0">
                  <a:pos x="T8" y="T9"/>
                </a:cxn>
              </a:cxnLst>
              <a:rect l="0" t="0" r="r" b="b"/>
              <a:pathLst>
                <a:path w="12" h="7">
                  <a:moveTo>
                    <a:pt x="6" y="1"/>
                  </a:moveTo>
                  <a:cubicBezTo>
                    <a:pt x="9" y="1"/>
                    <a:pt x="11" y="0"/>
                    <a:pt x="11" y="1"/>
                  </a:cubicBezTo>
                  <a:cubicBezTo>
                    <a:pt x="12" y="1"/>
                    <a:pt x="10" y="3"/>
                    <a:pt x="7" y="4"/>
                  </a:cubicBezTo>
                  <a:cubicBezTo>
                    <a:pt x="4" y="6"/>
                    <a:pt x="0" y="7"/>
                    <a:pt x="1" y="6"/>
                  </a:cubicBezTo>
                  <a:cubicBezTo>
                    <a:pt x="2" y="5"/>
                    <a:pt x="4"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8" name="Freeform 2723">
              <a:extLst>
                <a:ext uri="{FF2B5EF4-FFF2-40B4-BE49-F238E27FC236}">
                  <a16:creationId xmlns:a16="http://schemas.microsoft.com/office/drawing/2014/main" id="{98F8593C-153E-B794-A6A0-4AFB97F1F58C}"/>
                </a:ext>
              </a:extLst>
            </p:cNvPr>
            <p:cNvSpPr>
              <a:spLocks/>
            </p:cNvSpPr>
            <p:nvPr/>
          </p:nvSpPr>
          <p:spPr bwMode="auto">
            <a:xfrm rot="5094805">
              <a:off x="2366689" y="5144118"/>
              <a:ext cx="25135" cy="15995"/>
            </a:xfrm>
            <a:custGeom>
              <a:avLst/>
              <a:gdLst>
                <a:gd name="T0" fmla="*/ 10 w 10"/>
                <a:gd name="T1" fmla="*/ 0 h 6"/>
                <a:gd name="T2" fmla="*/ 6 w 10"/>
                <a:gd name="T3" fmla="*/ 4 h 6"/>
                <a:gd name="T4" fmla="*/ 0 w 10"/>
                <a:gd name="T5" fmla="*/ 5 h 6"/>
                <a:gd name="T6" fmla="*/ 4 w 10"/>
                <a:gd name="T7" fmla="*/ 1 h 6"/>
                <a:gd name="T8" fmla="*/ 10 w 10"/>
                <a:gd name="T9" fmla="*/ 0 h 6"/>
              </a:gdLst>
              <a:ahLst/>
              <a:cxnLst>
                <a:cxn ang="0">
                  <a:pos x="T0" y="T1"/>
                </a:cxn>
                <a:cxn ang="0">
                  <a:pos x="T2" y="T3"/>
                </a:cxn>
                <a:cxn ang="0">
                  <a:pos x="T4" y="T5"/>
                </a:cxn>
                <a:cxn ang="0">
                  <a:pos x="T6" y="T7"/>
                </a:cxn>
                <a:cxn ang="0">
                  <a:pos x="T8" y="T9"/>
                </a:cxn>
              </a:cxnLst>
              <a:rect l="0" t="0" r="r" b="b"/>
              <a:pathLst>
                <a:path w="10" h="6">
                  <a:moveTo>
                    <a:pt x="10" y="0"/>
                  </a:moveTo>
                  <a:cubicBezTo>
                    <a:pt x="9" y="1"/>
                    <a:pt x="8" y="3"/>
                    <a:pt x="6" y="4"/>
                  </a:cubicBezTo>
                  <a:cubicBezTo>
                    <a:pt x="4" y="5"/>
                    <a:pt x="0" y="6"/>
                    <a:pt x="0" y="5"/>
                  </a:cubicBezTo>
                  <a:cubicBezTo>
                    <a:pt x="0" y="4"/>
                    <a:pt x="1" y="3"/>
                    <a:pt x="4" y="1"/>
                  </a:cubicBezTo>
                  <a:cubicBezTo>
                    <a:pt x="7" y="0"/>
                    <a:pt x="9"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9" name="Freeform 2724">
              <a:extLst>
                <a:ext uri="{FF2B5EF4-FFF2-40B4-BE49-F238E27FC236}">
                  <a16:creationId xmlns:a16="http://schemas.microsoft.com/office/drawing/2014/main" id="{2ADB0BE0-547A-83D9-B0B3-BFC7190DB1FE}"/>
                </a:ext>
              </a:extLst>
            </p:cNvPr>
            <p:cNvSpPr>
              <a:spLocks/>
            </p:cNvSpPr>
            <p:nvPr/>
          </p:nvSpPr>
          <p:spPr bwMode="auto">
            <a:xfrm rot="5094805">
              <a:off x="2470185" y="5327399"/>
              <a:ext cx="29705" cy="15995"/>
            </a:xfrm>
            <a:custGeom>
              <a:avLst/>
              <a:gdLst>
                <a:gd name="T0" fmla="*/ 5 w 12"/>
                <a:gd name="T1" fmla="*/ 1 h 6"/>
                <a:gd name="T2" fmla="*/ 10 w 12"/>
                <a:gd name="T3" fmla="*/ 0 h 6"/>
                <a:gd name="T4" fmla="*/ 7 w 12"/>
                <a:gd name="T5" fmla="*/ 4 h 6"/>
                <a:gd name="T6" fmla="*/ 0 w 12"/>
                <a:gd name="T7" fmla="*/ 5 h 6"/>
                <a:gd name="T8" fmla="*/ 5 w 12"/>
                <a:gd name="T9" fmla="*/ 1 h 6"/>
              </a:gdLst>
              <a:ahLst/>
              <a:cxnLst>
                <a:cxn ang="0">
                  <a:pos x="T0" y="T1"/>
                </a:cxn>
                <a:cxn ang="0">
                  <a:pos x="T2" y="T3"/>
                </a:cxn>
                <a:cxn ang="0">
                  <a:pos x="T4" y="T5"/>
                </a:cxn>
                <a:cxn ang="0">
                  <a:pos x="T6" y="T7"/>
                </a:cxn>
                <a:cxn ang="0">
                  <a:pos x="T8" y="T9"/>
                </a:cxn>
              </a:cxnLst>
              <a:rect l="0" t="0" r="r" b="b"/>
              <a:pathLst>
                <a:path w="12" h="6">
                  <a:moveTo>
                    <a:pt x="5" y="1"/>
                  </a:moveTo>
                  <a:cubicBezTo>
                    <a:pt x="7" y="1"/>
                    <a:pt x="10" y="0"/>
                    <a:pt x="10" y="0"/>
                  </a:cubicBezTo>
                  <a:cubicBezTo>
                    <a:pt x="12" y="1"/>
                    <a:pt x="10" y="3"/>
                    <a:pt x="7" y="4"/>
                  </a:cubicBezTo>
                  <a:cubicBezTo>
                    <a:pt x="5" y="6"/>
                    <a:pt x="0" y="6"/>
                    <a:pt x="0" y="5"/>
                  </a:cubicBezTo>
                  <a:cubicBezTo>
                    <a:pt x="1" y="4"/>
                    <a:pt x="3" y="3"/>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0" name="Freeform 2725">
              <a:extLst>
                <a:ext uri="{FF2B5EF4-FFF2-40B4-BE49-F238E27FC236}">
                  <a16:creationId xmlns:a16="http://schemas.microsoft.com/office/drawing/2014/main" id="{F8D1C14D-9208-B0B7-7FE0-BE9408DE62B5}"/>
                </a:ext>
              </a:extLst>
            </p:cNvPr>
            <p:cNvSpPr>
              <a:spLocks/>
            </p:cNvSpPr>
            <p:nvPr/>
          </p:nvSpPr>
          <p:spPr bwMode="auto">
            <a:xfrm rot="5094805">
              <a:off x="2566553" y="5509118"/>
              <a:ext cx="31990" cy="13710"/>
            </a:xfrm>
            <a:custGeom>
              <a:avLst/>
              <a:gdLst>
                <a:gd name="T0" fmla="*/ 0 w 13"/>
                <a:gd name="T1" fmla="*/ 6 h 6"/>
                <a:gd name="T2" fmla="*/ 6 w 13"/>
                <a:gd name="T3" fmla="*/ 2 h 6"/>
                <a:gd name="T4" fmla="*/ 12 w 13"/>
                <a:gd name="T5" fmla="*/ 1 h 6"/>
                <a:gd name="T6" fmla="*/ 7 w 13"/>
                <a:gd name="T7" fmla="*/ 5 h 6"/>
                <a:gd name="T8" fmla="*/ 0 w 13"/>
                <a:gd name="T9" fmla="*/ 6 h 6"/>
              </a:gdLst>
              <a:ahLst/>
              <a:cxnLst>
                <a:cxn ang="0">
                  <a:pos x="T0" y="T1"/>
                </a:cxn>
                <a:cxn ang="0">
                  <a:pos x="T2" y="T3"/>
                </a:cxn>
                <a:cxn ang="0">
                  <a:pos x="T4" y="T5"/>
                </a:cxn>
                <a:cxn ang="0">
                  <a:pos x="T6" y="T7"/>
                </a:cxn>
                <a:cxn ang="0">
                  <a:pos x="T8" y="T9"/>
                </a:cxn>
              </a:cxnLst>
              <a:rect l="0" t="0" r="r" b="b"/>
              <a:pathLst>
                <a:path w="13" h="6">
                  <a:moveTo>
                    <a:pt x="0" y="6"/>
                  </a:moveTo>
                  <a:cubicBezTo>
                    <a:pt x="3" y="4"/>
                    <a:pt x="4" y="3"/>
                    <a:pt x="6" y="2"/>
                  </a:cubicBezTo>
                  <a:cubicBezTo>
                    <a:pt x="9" y="0"/>
                    <a:pt x="11" y="0"/>
                    <a:pt x="12" y="1"/>
                  </a:cubicBezTo>
                  <a:cubicBezTo>
                    <a:pt x="13" y="2"/>
                    <a:pt x="11" y="4"/>
                    <a:pt x="7" y="5"/>
                  </a:cubicBezTo>
                  <a:cubicBezTo>
                    <a:pt x="5" y="6"/>
                    <a:pt x="3" y="6"/>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1" name="Freeform 2726">
              <a:extLst>
                <a:ext uri="{FF2B5EF4-FFF2-40B4-BE49-F238E27FC236}">
                  <a16:creationId xmlns:a16="http://schemas.microsoft.com/office/drawing/2014/main" id="{E4AD3B2A-EE95-DD31-CDA0-4DBDEAF9D0DA}"/>
                </a:ext>
              </a:extLst>
            </p:cNvPr>
            <p:cNvSpPr>
              <a:spLocks/>
            </p:cNvSpPr>
            <p:nvPr/>
          </p:nvSpPr>
          <p:spPr bwMode="auto">
            <a:xfrm rot="5094805">
              <a:off x="2652158" y="5696595"/>
              <a:ext cx="29705" cy="15995"/>
            </a:xfrm>
            <a:custGeom>
              <a:avLst/>
              <a:gdLst>
                <a:gd name="T0" fmla="*/ 7 w 12"/>
                <a:gd name="T1" fmla="*/ 6 h 6"/>
                <a:gd name="T2" fmla="*/ 1 w 12"/>
                <a:gd name="T3" fmla="*/ 5 h 6"/>
                <a:gd name="T4" fmla="*/ 7 w 12"/>
                <a:gd name="T5" fmla="*/ 1 h 6"/>
                <a:gd name="T6" fmla="*/ 11 w 12"/>
                <a:gd name="T7" fmla="*/ 2 h 6"/>
                <a:gd name="T8" fmla="*/ 7 w 12"/>
                <a:gd name="T9" fmla="*/ 6 h 6"/>
              </a:gdLst>
              <a:ahLst/>
              <a:cxnLst>
                <a:cxn ang="0">
                  <a:pos x="T0" y="T1"/>
                </a:cxn>
                <a:cxn ang="0">
                  <a:pos x="T2" y="T3"/>
                </a:cxn>
                <a:cxn ang="0">
                  <a:pos x="T4" y="T5"/>
                </a:cxn>
                <a:cxn ang="0">
                  <a:pos x="T6" y="T7"/>
                </a:cxn>
                <a:cxn ang="0">
                  <a:pos x="T8" y="T9"/>
                </a:cxn>
              </a:cxnLst>
              <a:rect l="0" t="0" r="r" b="b"/>
              <a:pathLst>
                <a:path w="12" h="6">
                  <a:moveTo>
                    <a:pt x="7" y="6"/>
                  </a:moveTo>
                  <a:cubicBezTo>
                    <a:pt x="4" y="5"/>
                    <a:pt x="2" y="5"/>
                    <a:pt x="1" y="5"/>
                  </a:cubicBezTo>
                  <a:cubicBezTo>
                    <a:pt x="0" y="4"/>
                    <a:pt x="4" y="1"/>
                    <a:pt x="7" y="1"/>
                  </a:cubicBezTo>
                  <a:cubicBezTo>
                    <a:pt x="10" y="0"/>
                    <a:pt x="12" y="0"/>
                    <a:pt x="11" y="2"/>
                  </a:cubicBezTo>
                  <a:cubicBezTo>
                    <a:pt x="11" y="3"/>
                    <a:pt x="9" y="4"/>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2" name="Freeform 2727">
              <a:extLst>
                <a:ext uri="{FF2B5EF4-FFF2-40B4-BE49-F238E27FC236}">
                  <a16:creationId xmlns:a16="http://schemas.microsoft.com/office/drawing/2014/main" id="{559EC6DD-3542-0551-5ED7-4B7220F0FA73}"/>
                </a:ext>
              </a:extLst>
            </p:cNvPr>
            <p:cNvSpPr>
              <a:spLocks/>
            </p:cNvSpPr>
            <p:nvPr/>
          </p:nvSpPr>
          <p:spPr bwMode="auto">
            <a:xfrm rot="5094805">
              <a:off x="2720491" y="5886743"/>
              <a:ext cx="27420" cy="11425"/>
            </a:xfrm>
            <a:custGeom>
              <a:avLst/>
              <a:gdLst>
                <a:gd name="T0" fmla="*/ 11 w 11"/>
                <a:gd name="T1" fmla="*/ 2 h 5"/>
                <a:gd name="T2" fmla="*/ 7 w 11"/>
                <a:gd name="T3" fmla="*/ 4 h 5"/>
                <a:gd name="T4" fmla="*/ 0 w 11"/>
                <a:gd name="T5" fmla="*/ 4 h 5"/>
                <a:gd name="T6" fmla="*/ 5 w 11"/>
                <a:gd name="T7" fmla="*/ 1 h 5"/>
                <a:gd name="T8" fmla="*/ 11 w 11"/>
                <a:gd name="T9" fmla="*/ 2 h 5"/>
              </a:gdLst>
              <a:ahLst/>
              <a:cxnLst>
                <a:cxn ang="0">
                  <a:pos x="T0" y="T1"/>
                </a:cxn>
                <a:cxn ang="0">
                  <a:pos x="T2" y="T3"/>
                </a:cxn>
                <a:cxn ang="0">
                  <a:pos x="T4" y="T5"/>
                </a:cxn>
                <a:cxn ang="0">
                  <a:pos x="T6" y="T7"/>
                </a:cxn>
                <a:cxn ang="0">
                  <a:pos x="T8" y="T9"/>
                </a:cxn>
              </a:cxnLst>
              <a:rect l="0" t="0" r="r" b="b"/>
              <a:pathLst>
                <a:path w="11" h="5">
                  <a:moveTo>
                    <a:pt x="11" y="2"/>
                  </a:moveTo>
                  <a:cubicBezTo>
                    <a:pt x="10" y="2"/>
                    <a:pt x="9" y="3"/>
                    <a:pt x="7" y="4"/>
                  </a:cubicBezTo>
                  <a:cubicBezTo>
                    <a:pt x="5" y="5"/>
                    <a:pt x="0" y="5"/>
                    <a:pt x="0" y="4"/>
                  </a:cubicBezTo>
                  <a:cubicBezTo>
                    <a:pt x="0" y="3"/>
                    <a:pt x="2" y="1"/>
                    <a:pt x="5" y="1"/>
                  </a:cubicBezTo>
                  <a:cubicBezTo>
                    <a:pt x="7" y="0"/>
                    <a:pt x="10" y="0"/>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3" name="Freeform 2728">
              <a:extLst>
                <a:ext uri="{FF2B5EF4-FFF2-40B4-BE49-F238E27FC236}">
                  <a16:creationId xmlns:a16="http://schemas.microsoft.com/office/drawing/2014/main" id="{05B168F1-168D-C964-634F-4902BB87C16D}"/>
                </a:ext>
              </a:extLst>
            </p:cNvPr>
            <p:cNvSpPr>
              <a:spLocks/>
            </p:cNvSpPr>
            <p:nvPr/>
          </p:nvSpPr>
          <p:spPr bwMode="auto">
            <a:xfrm rot="5094805">
              <a:off x="2767299" y="6077568"/>
              <a:ext cx="27420" cy="11425"/>
            </a:xfrm>
            <a:custGeom>
              <a:avLst/>
              <a:gdLst>
                <a:gd name="T0" fmla="*/ 11 w 11"/>
                <a:gd name="T1" fmla="*/ 2 h 5"/>
                <a:gd name="T2" fmla="*/ 7 w 11"/>
                <a:gd name="T3" fmla="*/ 4 h 5"/>
                <a:gd name="T4" fmla="*/ 0 w 11"/>
                <a:gd name="T5" fmla="*/ 3 h 5"/>
                <a:gd name="T6" fmla="*/ 4 w 11"/>
                <a:gd name="T7" fmla="*/ 0 h 5"/>
                <a:gd name="T8" fmla="*/ 11 w 11"/>
                <a:gd name="T9" fmla="*/ 2 h 5"/>
              </a:gdLst>
              <a:ahLst/>
              <a:cxnLst>
                <a:cxn ang="0">
                  <a:pos x="T0" y="T1"/>
                </a:cxn>
                <a:cxn ang="0">
                  <a:pos x="T2" y="T3"/>
                </a:cxn>
                <a:cxn ang="0">
                  <a:pos x="T4" y="T5"/>
                </a:cxn>
                <a:cxn ang="0">
                  <a:pos x="T6" y="T7"/>
                </a:cxn>
                <a:cxn ang="0">
                  <a:pos x="T8" y="T9"/>
                </a:cxn>
              </a:cxnLst>
              <a:rect l="0" t="0" r="r" b="b"/>
              <a:pathLst>
                <a:path w="11" h="5">
                  <a:moveTo>
                    <a:pt x="11" y="2"/>
                  </a:moveTo>
                  <a:cubicBezTo>
                    <a:pt x="9" y="2"/>
                    <a:pt x="8" y="3"/>
                    <a:pt x="7" y="4"/>
                  </a:cubicBezTo>
                  <a:cubicBezTo>
                    <a:pt x="4" y="5"/>
                    <a:pt x="0" y="4"/>
                    <a:pt x="0" y="3"/>
                  </a:cubicBezTo>
                  <a:cubicBezTo>
                    <a:pt x="0" y="2"/>
                    <a:pt x="1" y="1"/>
                    <a:pt x="4" y="0"/>
                  </a:cubicBezTo>
                  <a:cubicBezTo>
                    <a:pt x="7" y="0"/>
                    <a:pt x="9" y="0"/>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4" name="Freeform 2729">
              <a:extLst>
                <a:ext uri="{FF2B5EF4-FFF2-40B4-BE49-F238E27FC236}">
                  <a16:creationId xmlns:a16="http://schemas.microsoft.com/office/drawing/2014/main" id="{797C4CA8-B716-1B18-D5DB-92E8923DFF2E}"/>
                </a:ext>
              </a:extLst>
            </p:cNvPr>
            <p:cNvSpPr>
              <a:spLocks/>
            </p:cNvSpPr>
            <p:nvPr/>
          </p:nvSpPr>
          <p:spPr bwMode="auto">
            <a:xfrm rot="5094805">
              <a:off x="2807375" y="6268894"/>
              <a:ext cx="29705" cy="13710"/>
            </a:xfrm>
            <a:custGeom>
              <a:avLst/>
              <a:gdLst>
                <a:gd name="T0" fmla="*/ 5 w 12"/>
                <a:gd name="T1" fmla="*/ 0 h 5"/>
                <a:gd name="T2" fmla="*/ 11 w 12"/>
                <a:gd name="T3" fmla="*/ 1 h 5"/>
                <a:gd name="T4" fmla="*/ 7 w 12"/>
                <a:gd name="T5" fmla="*/ 4 h 5"/>
                <a:gd name="T6" fmla="*/ 0 w 12"/>
                <a:gd name="T7" fmla="*/ 3 h 5"/>
                <a:gd name="T8" fmla="*/ 5 w 12"/>
                <a:gd name="T9" fmla="*/ 0 h 5"/>
              </a:gdLst>
              <a:ahLst/>
              <a:cxnLst>
                <a:cxn ang="0">
                  <a:pos x="T0" y="T1"/>
                </a:cxn>
                <a:cxn ang="0">
                  <a:pos x="T2" y="T3"/>
                </a:cxn>
                <a:cxn ang="0">
                  <a:pos x="T4" y="T5"/>
                </a:cxn>
                <a:cxn ang="0">
                  <a:pos x="T6" y="T7"/>
                </a:cxn>
                <a:cxn ang="0">
                  <a:pos x="T8" y="T9"/>
                </a:cxn>
              </a:cxnLst>
              <a:rect l="0" t="0" r="r" b="b"/>
              <a:pathLst>
                <a:path w="12" h="5">
                  <a:moveTo>
                    <a:pt x="5" y="0"/>
                  </a:moveTo>
                  <a:cubicBezTo>
                    <a:pt x="7" y="0"/>
                    <a:pt x="10" y="1"/>
                    <a:pt x="11" y="1"/>
                  </a:cubicBezTo>
                  <a:cubicBezTo>
                    <a:pt x="12" y="2"/>
                    <a:pt x="10" y="3"/>
                    <a:pt x="7" y="4"/>
                  </a:cubicBezTo>
                  <a:cubicBezTo>
                    <a:pt x="5" y="5"/>
                    <a:pt x="0" y="4"/>
                    <a:pt x="0" y="3"/>
                  </a:cubicBezTo>
                  <a:cubicBezTo>
                    <a:pt x="1" y="2"/>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5" name="Freeform 2730">
              <a:extLst>
                <a:ext uri="{FF2B5EF4-FFF2-40B4-BE49-F238E27FC236}">
                  <a16:creationId xmlns:a16="http://schemas.microsoft.com/office/drawing/2014/main" id="{DE7F8693-3B47-63C6-A34F-473C2376D929}"/>
                </a:ext>
              </a:extLst>
            </p:cNvPr>
            <p:cNvSpPr>
              <a:spLocks/>
            </p:cNvSpPr>
            <p:nvPr/>
          </p:nvSpPr>
          <p:spPr bwMode="auto">
            <a:xfrm rot="5094805">
              <a:off x="2860808" y="6459120"/>
              <a:ext cx="29705" cy="9140"/>
            </a:xfrm>
            <a:custGeom>
              <a:avLst/>
              <a:gdLst>
                <a:gd name="T0" fmla="*/ 6 w 12"/>
                <a:gd name="T1" fmla="*/ 4 h 4"/>
                <a:gd name="T2" fmla="*/ 1 w 12"/>
                <a:gd name="T3" fmla="*/ 3 h 4"/>
                <a:gd name="T4" fmla="*/ 7 w 12"/>
                <a:gd name="T5" fmla="*/ 0 h 4"/>
                <a:gd name="T6" fmla="*/ 11 w 12"/>
                <a:gd name="T7" fmla="*/ 1 h 4"/>
                <a:gd name="T8" fmla="*/ 6 w 12"/>
                <a:gd name="T9" fmla="*/ 4 h 4"/>
              </a:gdLst>
              <a:ahLst/>
              <a:cxnLst>
                <a:cxn ang="0">
                  <a:pos x="T0" y="T1"/>
                </a:cxn>
                <a:cxn ang="0">
                  <a:pos x="T2" y="T3"/>
                </a:cxn>
                <a:cxn ang="0">
                  <a:pos x="T4" y="T5"/>
                </a:cxn>
                <a:cxn ang="0">
                  <a:pos x="T6" y="T7"/>
                </a:cxn>
                <a:cxn ang="0">
                  <a:pos x="T8" y="T9"/>
                </a:cxn>
              </a:cxnLst>
              <a:rect l="0" t="0" r="r" b="b"/>
              <a:pathLst>
                <a:path w="12" h="4">
                  <a:moveTo>
                    <a:pt x="6" y="4"/>
                  </a:moveTo>
                  <a:cubicBezTo>
                    <a:pt x="4" y="4"/>
                    <a:pt x="2" y="3"/>
                    <a:pt x="1" y="3"/>
                  </a:cubicBezTo>
                  <a:cubicBezTo>
                    <a:pt x="0" y="2"/>
                    <a:pt x="4" y="0"/>
                    <a:pt x="7" y="0"/>
                  </a:cubicBezTo>
                  <a:cubicBezTo>
                    <a:pt x="9" y="0"/>
                    <a:pt x="12" y="0"/>
                    <a:pt x="11" y="1"/>
                  </a:cubicBezTo>
                  <a:cubicBezTo>
                    <a:pt x="10" y="2"/>
                    <a:pt x="8"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6" name="Freeform 2731">
              <a:extLst>
                <a:ext uri="{FF2B5EF4-FFF2-40B4-BE49-F238E27FC236}">
                  <a16:creationId xmlns:a16="http://schemas.microsoft.com/office/drawing/2014/main" id="{A3A9EE5D-58FC-B030-D05E-91A3A861807E}"/>
                </a:ext>
              </a:extLst>
            </p:cNvPr>
            <p:cNvSpPr>
              <a:spLocks/>
            </p:cNvSpPr>
            <p:nvPr/>
          </p:nvSpPr>
          <p:spPr bwMode="auto">
            <a:xfrm rot="5094805">
              <a:off x="2925524" y="6643869"/>
              <a:ext cx="27420" cy="11425"/>
            </a:xfrm>
            <a:custGeom>
              <a:avLst/>
              <a:gdLst>
                <a:gd name="T0" fmla="*/ 7 w 11"/>
                <a:gd name="T1" fmla="*/ 4 h 4"/>
                <a:gd name="T2" fmla="*/ 1 w 11"/>
                <a:gd name="T3" fmla="*/ 4 h 4"/>
                <a:gd name="T4" fmla="*/ 6 w 11"/>
                <a:gd name="T5" fmla="*/ 1 h 4"/>
                <a:gd name="T6" fmla="*/ 11 w 11"/>
                <a:gd name="T7" fmla="*/ 1 h 4"/>
                <a:gd name="T8" fmla="*/ 7 w 11"/>
                <a:gd name="T9" fmla="*/ 4 h 4"/>
              </a:gdLst>
              <a:ahLst/>
              <a:cxnLst>
                <a:cxn ang="0">
                  <a:pos x="T0" y="T1"/>
                </a:cxn>
                <a:cxn ang="0">
                  <a:pos x="T2" y="T3"/>
                </a:cxn>
                <a:cxn ang="0">
                  <a:pos x="T4" y="T5"/>
                </a:cxn>
                <a:cxn ang="0">
                  <a:pos x="T6" y="T7"/>
                </a:cxn>
                <a:cxn ang="0">
                  <a:pos x="T8" y="T9"/>
                </a:cxn>
              </a:cxnLst>
              <a:rect l="0" t="0" r="r" b="b"/>
              <a:pathLst>
                <a:path w="11" h="4">
                  <a:moveTo>
                    <a:pt x="7" y="4"/>
                  </a:moveTo>
                  <a:cubicBezTo>
                    <a:pt x="5" y="4"/>
                    <a:pt x="2" y="4"/>
                    <a:pt x="1" y="4"/>
                  </a:cubicBezTo>
                  <a:cubicBezTo>
                    <a:pt x="0" y="3"/>
                    <a:pt x="3" y="1"/>
                    <a:pt x="6" y="1"/>
                  </a:cubicBezTo>
                  <a:cubicBezTo>
                    <a:pt x="9" y="0"/>
                    <a:pt x="11" y="0"/>
                    <a:pt x="11" y="1"/>
                  </a:cubicBezTo>
                  <a:cubicBezTo>
                    <a:pt x="11" y="2"/>
                    <a:pt x="9" y="3"/>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7" name="Freeform 2732">
              <a:extLst>
                <a:ext uri="{FF2B5EF4-FFF2-40B4-BE49-F238E27FC236}">
                  <a16:creationId xmlns:a16="http://schemas.microsoft.com/office/drawing/2014/main" id="{145A61A9-9D92-2BA6-6739-21F0A713949D}"/>
                </a:ext>
              </a:extLst>
            </p:cNvPr>
            <p:cNvSpPr>
              <a:spLocks/>
            </p:cNvSpPr>
            <p:nvPr/>
          </p:nvSpPr>
          <p:spPr bwMode="auto">
            <a:xfrm rot="5094805">
              <a:off x="1627563" y="1382278"/>
              <a:ext cx="27420" cy="29705"/>
            </a:xfrm>
            <a:custGeom>
              <a:avLst/>
              <a:gdLst>
                <a:gd name="T0" fmla="*/ 11 w 11"/>
                <a:gd name="T1" fmla="*/ 9 h 12"/>
                <a:gd name="T2" fmla="*/ 6 w 11"/>
                <a:gd name="T3" fmla="*/ 12 h 12"/>
                <a:gd name="T4" fmla="*/ 0 w 11"/>
                <a:gd name="T5" fmla="*/ 5 h 12"/>
                <a:gd name="T6" fmla="*/ 4 w 11"/>
                <a:gd name="T7" fmla="*/ 1 h 12"/>
                <a:gd name="T8" fmla="*/ 11 w 11"/>
                <a:gd name="T9" fmla="*/ 9 h 12"/>
              </a:gdLst>
              <a:ahLst/>
              <a:cxnLst>
                <a:cxn ang="0">
                  <a:pos x="T0" y="T1"/>
                </a:cxn>
                <a:cxn ang="0">
                  <a:pos x="T2" y="T3"/>
                </a:cxn>
                <a:cxn ang="0">
                  <a:pos x="T4" y="T5"/>
                </a:cxn>
                <a:cxn ang="0">
                  <a:pos x="T6" y="T7"/>
                </a:cxn>
                <a:cxn ang="0">
                  <a:pos x="T8" y="T9"/>
                </a:cxn>
              </a:cxnLst>
              <a:rect l="0" t="0" r="r" b="b"/>
              <a:pathLst>
                <a:path w="11" h="12">
                  <a:moveTo>
                    <a:pt x="11" y="9"/>
                  </a:moveTo>
                  <a:cubicBezTo>
                    <a:pt x="9" y="10"/>
                    <a:pt x="8" y="12"/>
                    <a:pt x="6" y="12"/>
                  </a:cubicBezTo>
                  <a:cubicBezTo>
                    <a:pt x="3" y="11"/>
                    <a:pt x="1" y="8"/>
                    <a:pt x="0" y="5"/>
                  </a:cubicBezTo>
                  <a:cubicBezTo>
                    <a:pt x="0" y="1"/>
                    <a:pt x="1" y="0"/>
                    <a:pt x="4" y="1"/>
                  </a:cubicBezTo>
                  <a:cubicBezTo>
                    <a:pt x="6" y="2"/>
                    <a:pt x="8" y="5"/>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8" name="Freeform 2733">
              <a:extLst>
                <a:ext uri="{FF2B5EF4-FFF2-40B4-BE49-F238E27FC236}">
                  <a16:creationId xmlns:a16="http://schemas.microsoft.com/office/drawing/2014/main" id="{C42BC1B2-A0EA-3F89-DB75-CEF0AF7D6A9E}"/>
                </a:ext>
              </a:extLst>
            </p:cNvPr>
            <p:cNvSpPr>
              <a:spLocks/>
            </p:cNvSpPr>
            <p:nvPr/>
          </p:nvSpPr>
          <p:spPr bwMode="auto">
            <a:xfrm rot="5094805">
              <a:off x="1559734" y="1584360"/>
              <a:ext cx="29705" cy="34275"/>
            </a:xfrm>
            <a:custGeom>
              <a:avLst/>
              <a:gdLst>
                <a:gd name="T0" fmla="*/ 12 w 12"/>
                <a:gd name="T1" fmla="*/ 9 h 14"/>
                <a:gd name="T2" fmla="*/ 6 w 12"/>
                <a:gd name="T3" fmla="*/ 13 h 14"/>
                <a:gd name="T4" fmla="*/ 0 w 12"/>
                <a:gd name="T5" fmla="*/ 6 h 14"/>
                <a:gd name="T6" fmla="*/ 4 w 12"/>
                <a:gd name="T7" fmla="*/ 1 h 14"/>
                <a:gd name="T8" fmla="*/ 12 w 12"/>
                <a:gd name="T9" fmla="*/ 9 h 14"/>
              </a:gdLst>
              <a:ahLst/>
              <a:cxnLst>
                <a:cxn ang="0">
                  <a:pos x="T0" y="T1"/>
                </a:cxn>
                <a:cxn ang="0">
                  <a:pos x="T2" y="T3"/>
                </a:cxn>
                <a:cxn ang="0">
                  <a:pos x="T4" y="T5"/>
                </a:cxn>
                <a:cxn ang="0">
                  <a:pos x="T6" y="T7"/>
                </a:cxn>
                <a:cxn ang="0">
                  <a:pos x="T8" y="T9"/>
                </a:cxn>
              </a:cxnLst>
              <a:rect l="0" t="0" r="r" b="b"/>
              <a:pathLst>
                <a:path w="12" h="14">
                  <a:moveTo>
                    <a:pt x="12" y="9"/>
                  </a:moveTo>
                  <a:cubicBezTo>
                    <a:pt x="9" y="11"/>
                    <a:pt x="8" y="14"/>
                    <a:pt x="6" y="13"/>
                  </a:cubicBezTo>
                  <a:cubicBezTo>
                    <a:pt x="3" y="13"/>
                    <a:pt x="1" y="10"/>
                    <a:pt x="0" y="6"/>
                  </a:cubicBezTo>
                  <a:cubicBezTo>
                    <a:pt x="0" y="2"/>
                    <a:pt x="1" y="0"/>
                    <a:pt x="4" y="1"/>
                  </a:cubicBezTo>
                  <a:cubicBezTo>
                    <a:pt x="6" y="2"/>
                    <a:pt x="8" y="5"/>
                    <a:pt x="1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9" name="Freeform 2734">
              <a:extLst>
                <a:ext uri="{FF2B5EF4-FFF2-40B4-BE49-F238E27FC236}">
                  <a16:creationId xmlns:a16="http://schemas.microsoft.com/office/drawing/2014/main" id="{D2696F63-40A7-60E6-3621-D7C51DBBFE72}"/>
                </a:ext>
              </a:extLst>
            </p:cNvPr>
            <p:cNvSpPr>
              <a:spLocks/>
            </p:cNvSpPr>
            <p:nvPr/>
          </p:nvSpPr>
          <p:spPr bwMode="auto">
            <a:xfrm rot="5094805">
              <a:off x="1507642" y="1782952"/>
              <a:ext cx="27420" cy="38845"/>
            </a:xfrm>
            <a:custGeom>
              <a:avLst/>
              <a:gdLst>
                <a:gd name="T0" fmla="*/ 7 w 11"/>
                <a:gd name="T1" fmla="*/ 16 h 16"/>
                <a:gd name="T2" fmla="*/ 1 w 11"/>
                <a:gd name="T3" fmla="*/ 5 h 16"/>
                <a:gd name="T4" fmla="*/ 5 w 11"/>
                <a:gd name="T5" fmla="*/ 1 h 16"/>
                <a:gd name="T6" fmla="*/ 11 w 11"/>
                <a:gd name="T7" fmla="*/ 9 h 16"/>
                <a:gd name="T8" fmla="*/ 7 w 11"/>
                <a:gd name="T9" fmla="*/ 16 h 16"/>
              </a:gdLst>
              <a:ahLst/>
              <a:cxnLst>
                <a:cxn ang="0">
                  <a:pos x="T0" y="T1"/>
                </a:cxn>
                <a:cxn ang="0">
                  <a:pos x="T2" y="T3"/>
                </a:cxn>
                <a:cxn ang="0">
                  <a:pos x="T4" y="T5"/>
                </a:cxn>
                <a:cxn ang="0">
                  <a:pos x="T6" y="T7"/>
                </a:cxn>
                <a:cxn ang="0">
                  <a:pos x="T8" y="T9"/>
                </a:cxn>
              </a:cxnLst>
              <a:rect l="0" t="0" r="r" b="b"/>
              <a:pathLst>
                <a:path w="11" h="16">
                  <a:moveTo>
                    <a:pt x="7" y="16"/>
                  </a:moveTo>
                  <a:cubicBezTo>
                    <a:pt x="4" y="11"/>
                    <a:pt x="2" y="8"/>
                    <a:pt x="1" y="5"/>
                  </a:cubicBezTo>
                  <a:cubicBezTo>
                    <a:pt x="0" y="1"/>
                    <a:pt x="3" y="0"/>
                    <a:pt x="5" y="1"/>
                  </a:cubicBezTo>
                  <a:cubicBezTo>
                    <a:pt x="8" y="2"/>
                    <a:pt x="11" y="5"/>
                    <a:pt x="11" y="9"/>
                  </a:cubicBezTo>
                  <a:cubicBezTo>
                    <a:pt x="10" y="12"/>
                    <a:pt x="8" y="13"/>
                    <a:pt x="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0" name="Freeform 2735">
              <a:extLst>
                <a:ext uri="{FF2B5EF4-FFF2-40B4-BE49-F238E27FC236}">
                  <a16:creationId xmlns:a16="http://schemas.microsoft.com/office/drawing/2014/main" id="{25003540-63EF-E4EF-07B1-6D4C649E805B}"/>
                </a:ext>
              </a:extLst>
            </p:cNvPr>
            <p:cNvSpPr>
              <a:spLocks/>
            </p:cNvSpPr>
            <p:nvPr/>
          </p:nvSpPr>
          <p:spPr bwMode="auto">
            <a:xfrm rot="5094805">
              <a:off x="1478504" y="1983876"/>
              <a:ext cx="29705" cy="38845"/>
            </a:xfrm>
            <a:custGeom>
              <a:avLst/>
              <a:gdLst>
                <a:gd name="T0" fmla="*/ 12 w 12"/>
                <a:gd name="T1" fmla="*/ 8 h 15"/>
                <a:gd name="T2" fmla="*/ 7 w 12"/>
                <a:gd name="T3" fmla="*/ 15 h 15"/>
                <a:gd name="T4" fmla="*/ 1 w 12"/>
                <a:gd name="T5" fmla="*/ 8 h 15"/>
                <a:gd name="T6" fmla="*/ 4 w 12"/>
                <a:gd name="T7" fmla="*/ 1 h 15"/>
                <a:gd name="T8" fmla="*/ 12 w 12"/>
                <a:gd name="T9" fmla="*/ 8 h 15"/>
              </a:gdLst>
              <a:ahLst/>
              <a:cxnLst>
                <a:cxn ang="0">
                  <a:pos x="T0" y="T1"/>
                </a:cxn>
                <a:cxn ang="0">
                  <a:pos x="T2" y="T3"/>
                </a:cxn>
                <a:cxn ang="0">
                  <a:pos x="T4" y="T5"/>
                </a:cxn>
                <a:cxn ang="0">
                  <a:pos x="T6" y="T7"/>
                </a:cxn>
                <a:cxn ang="0">
                  <a:pos x="T8" y="T9"/>
                </a:cxn>
              </a:cxnLst>
              <a:rect l="0" t="0" r="r" b="b"/>
              <a:pathLst>
                <a:path w="12" h="15">
                  <a:moveTo>
                    <a:pt x="12" y="8"/>
                  </a:moveTo>
                  <a:cubicBezTo>
                    <a:pt x="10" y="12"/>
                    <a:pt x="8" y="15"/>
                    <a:pt x="7" y="15"/>
                  </a:cubicBezTo>
                  <a:cubicBezTo>
                    <a:pt x="4" y="15"/>
                    <a:pt x="1" y="12"/>
                    <a:pt x="1" y="8"/>
                  </a:cubicBezTo>
                  <a:cubicBezTo>
                    <a:pt x="0" y="3"/>
                    <a:pt x="2" y="0"/>
                    <a:pt x="4" y="1"/>
                  </a:cubicBezTo>
                  <a:cubicBezTo>
                    <a:pt x="6" y="1"/>
                    <a:pt x="9" y="5"/>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1" name="Freeform 2736">
              <a:extLst>
                <a:ext uri="{FF2B5EF4-FFF2-40B4-BE49-F238E27FC236}">
                  <a16:creationId xmlns:a16="http://schemas.microsoft.com/office/drawing/2014/main" id="{54EF3C1C-6A49-DD99-AC42-D2E153528DC7}"/>
                </a:ext>
              </a:extLst>
            </p:cNvPr>
            <p:cNvSpPr>
              <a:spLocks/>
            </p:cNvSpPr>
            <p:nvPr/>
          </p:nvSpPr>
          <p:spPr bwMode="auto">
            <a:xfrm rot="5094805">
              <a:off x="1473167" y="2181636"/>
              <a:ext cx="29705" cy="38845"/>
            </a:xfrm>
            <a:custGeom>
              <a:avLst/>
              <a:gdLst>
                <a:gd name="T0" fmla="*/ 12 w 12"/>
                <a:gd name="T1" fmla="*/ 7 h 16"/>
                <a:gd name="T2" fmla="*/ 7 w 12"/>
                <a:gd name="T3" fmla="*/ 15 h 16"/>
                <a:gd name="T4" fmla="*/ 1 w 12"/>
                <a:gd name="T5" fmla="*/ 9 h 16"/>
                <a:gd name="T6" fmla="*/ 4 w 12"/>
                <a:gd name="T7" fmla="*/ 1 h 16"/>
                <a:gd name="T8" fmla="*/ 12 w 12"/>
                <a:gd name="T9" fmla="*/ 7 h 16"/>
              </a:gdLst>
              <a:ahLst/>
              <a:cxnLst>
                <a:cxn ang="0">
                  <a:pos x="T0" y="T1"/>
                </a:cxn>
                <a:cxn ang="0">
                  <a:pos x="T2" y="T3"/>
                </a:cxn>
                <a:cxn ang="0">
                  <a:pos x="T4" y="T5"/>
                </a:cxn>
                <a:cxn ang="0">
                  <a:pos x="T6" y="T7"/>
                </a:cxn>
                <a:cxn ang="0">
                  <a:pos x="T8" y="T9"/>
                </a:cxn>
              </a:cxnLst>
              <a:rect l="0" t="0" r="r" b="b"/>
              <a:pathLst>
                <a:path w="12" h="16">
                  <a:moveTo>
                    <a:pt x="12" y="7"/>
                  </a:moveTo>
                  <a:cubicBezTo>
                    <a:pt x="10" y="10"/>
                    <a:pt x="9" y="14"/>
                    <a:pt x="7" y="15"/>
                  </a:cubicBezTo>
                  <a:cubicBezTo>
                    <a:pt x="4" y="16"/>
                    <a:pt x="2" y="13"/>
                    <a:pt x="1" y="9"/>
                  </a:cubicBezTo>
                  <a:cubicBezTo>
                    <a:pt x="0" y="4"/>
                    <a:pt x="2" y="0"/>
                    <a:pt x="4" y="1"/>
                  </a:cubicBezTo>
                  <a:cubicBezTo>
                    <a:pt x="6" y="1"/>
                    <a:pt x="9" y="4"/>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2" name="Freeform 2737">
              <a:extLst>
                <a:ext uri="{FF2B5EF4-FFF2-40B4-BE49-F238E27FC236}">
                  <a16:creationId xmlns:a16="http://schemas.microsoft.com/office/drawing/2014/main" id="{37864B2C-5D5D-6E62-B024-2324F8A0CAC7}"/>
                </a:ext>
              </a:extLst>
            </p:cNvPr>
            <p:cNvSpPr>
              <a:spLocks/>
            </p:cNvSpPr>
            <p:nvPr/>
          </p:nvSpPr>
          <p:spPr bwMode="auto">
            <a:xfrm rot="5094805">
              <a:off x="1499491" y="2374283"/>
              <a:ext cx="29705" cy="38845"/>
            </a:xfrm>
            <a:custGeom>
              <a:avLst/>
              <a:gdLst>
                <a:gd name="T0" fmla="*/ 12 w 12"/>
                <a:gd name="T1" fmla="*/ 5 h 16"/>
                <a:gd name="T2" fmla="*/ 7 w 12"/>
                <a:gd name="T3" fmla="*/ 14 h 16"/>
                <a:gd name="T4" fmla="*/ 1 w 12"/>
                <a:gd name="T5" fmla="*/ 8 h 16"/>
                <a:gd name="T6" fmla="*/ 4 w 12"/>
                <a:gd name="T7" fmla="*/ 0 h 16"/>
                <a:gd name="T8" fmla="*/ 12 w 12"/>
                <a:gd name="T9" fmla="*/ 5 h 16"/>
              </a:gdLst>
              <a:ahLst/>
              <a:cxnLst>
                <a:cxn ang="0">
                  <a:pos x="T0" y="T1"/>
                </a:cxn>
                <a:cxn ang="0">
                  <a:pos x="T2" y="T3"/>
                </a:cxn>
                <a:cxn ang="0">
                  <a:pos x="T4" y="T5"/>
                </a:cxn>
                <a:cxn ang="0">
                  <a:pos x="T6" y="T7"/>
                </a:cxn>
                <a:cxn ang="0">
                  <a:pos x="T8" y="T9"/>
                </a:cxn>
              </a:cxnLst>
              <a:rect l="0" t="0" r="r" b="b"/>
              <a:pathLst>
                <a:path w="12" h="16">
                  <a:moveTo>
                    <a:pt x="12" y="5"/>
                  </a:moveTo>
                  <a:cubicBezTo>
                    <a:pt x="10" y="9"/>
                    <a:pt x="8" y="13"/>
                    <a:pt x="7" y="14"/>
                  </a:cubicBezTo>
                  <a:cubicBezTo>
                    <a:pt x="4" y="16"/>
                    <a:pt x="2" y="13"/>
                    <a:pt x="1" y="8"/>
                  </a:cubicBezTo>
                  <a:cubicBezTo>
                    <a:pt x="0" y="4"/>
                    <a:pt x="2" y="0"/>
                    <a:pt x="4" y="0"/>
                  </a:cubicBezTo>
                  <a:cubicBezTo>
                    <a:pt x="6" y="0"/>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3" name="Freeform 2738">
              <a:extLst>
                <a:ext uri="{FF2B5EF4-FFF2-40B4-BE49-F238E27FC236}">
                  <a16:creationId xmlns:a16="http://schemas.microsoft.com/office/drawing/2014/main" id="{826E44EF-5D4B-782F-F2E7-F153757029D3}"/>
                </a:ext>
              </a:extLst>
            </p:cNvPr>
            <p:cNvSpPr>
              <a:spLocks/>
            </p:cNvSpPr>
            <p:nvPr/>
          </p:nvSpPr>
          <p:spPr bwMode="auto">
            <a:xfrm rot="5094805">
              <a:off x="1541746" y="2567798"/>
              <a:ext cx="29705" cy="34275"/>
            </a:xfrm>
            <a:custGeom>
              <a:avLst/>
              <a:gdLst>
                <a:gd name="T0" fmla="*/ 12 w 12"/>
                <a:gd name="T1" fmla="*/ 6 h 14"/>
                <a:gd name="T2" fmla="*/ 6 w 12"/>
                <a:gd name="T3" fmla="*/ 14 h 14"/>
                <a:gd name="T4" fmla="*/ 1 w 12"/>
                <a:gd name="T5" fmla="*/ 7 h 14"/>
                <a:gd name="T6" fmla="*/ 5 w 12"/>
                <a:gd name="T7" fmla="*/ 0 h 14"/>
                <a:gd name="T8" fmla="*/ 12 w 12"/>
                <a:gd name="T9" fmla="*/ 6 h 14"/>
              </a:gdLst>
              <a:ahLst/>
              <a:cxnLst>
                <a:cxn ang="0">
                  <a:pos x="T0" y="T1"/>
                </a:cxn>
                <a:cxn ang="0">
                  <a:pos x="T2" y="T3"/>
                </a:cxn>
                <a:cxn ang="0">
                  <a:pos x="T4" y="T5"/>
                </a:cxn>
                <a:cxn ang="0">
                  <a:pos x="T6" y="T7"/>
                </a:cxn>
                <a:cxn ang="0">
                  <a:pos x="T8" y="T9"/>
                </a:cxn>
              </a:cxnLst>
              <a:rect l="0" t="0" r="r" b="b"/>
              <a:pathLst>
                <a:path w="12" h="14">
                  <a:moveTo>
                    <a:pt x="12" y="6"/>
                  </a:moveTo>
                  <a:cubicBezTo>
                    <a:pt x="9" y="10"/>
                    <a:pt x="8" y="13"/>
                    <a:pt x="6" y="14"/>
                  </a:cubicBezTo>
                  <a:cubicBezTo>
                    <a:pt x="4" y="14"/>
                    <a:pt x="1" y="12"/>
                    <a:pt x="1" y="7"/>
                  </a:cubicBezTo>
                  <a:cubicBezTo>
                    <a:pt x="0" y="3"/>
                    <a:pt x="2" y="0"/>
                    <a:pt x="5" y="0"/>
                  </a:cubicBezTo>
                  <a:cubicBezTo>
                    <a:pt x="7" y="0"/>
                    <a:pt x="9" y="3"/>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4" name="Freeform 2739">
              <a:extLst>
                <a:ext uri="{FF2B5EF4-FFF2-40B4-BE49-F238E27FC236}">
                  <a16:creationId xmlns:a16="http://schemas.microsoft.com/office/drawing/2014/main" id="{1E25133A-46BD-F1C6-E54D-13B17925E1B7}"/>
                </a:ext>
              </a:extLst>
            </p:cNvPr>
            <p:cNvSpPr>
              <a:spLocks/>
            </p:cNvSpPr>
            <p:nvPr/>
          </p:nvSpPr>
          <p:spPr bwMode="auto">
            <a:xfrm rot="5094805">
              <a:off x="1563721" y="2763127"/>
              <a:ext cx="29705" cy="34275"/>
            </a:xfrm>
            <a:custGeom>
              <a:avLst/>
              <a:gdLst>
                <a:gd name="T0" fmla="*/ 12 w 12"/>
                <a:gd name="T1" fmla="*/ 5 h 14"/>
                <a:gd name="T2" fmla="*/ 7 w 12"/>
                <a:gd name="T3" fmla="*/ 13 h 14"/>
                <a:gd name="T4" fmla="*/ 1 w 12"/>
                <a:gd name="T5" fmla="*/ 7 h 14"/>
                <a:gd name="T6" fmla="*/ 4 w 12"/>
                <a:gd name="T7" fmla="*/ 0 h 14"/>
                <a:gd name="T8" fmla="*/ 12 w 12"/>
                <a:gd name="T9" fmla="*/ 5 h 14"/>
              </a:gdLst>
              <a:ahLst/>
              <a:cxnLst>
                <a:cxn ang="0">
                  <a:pos x="T0" y="T1"/>
                </a:cxn>
                <a:cxn ang="0">
                  <a:pos x="T2" y="T3"/>
                </a:cxn>
                <a:cxn ang="0">
                  <a:pos x="T4" y="T5"/>
                </a:cxn>
                <a:cxn ang="0">
                  <a:pos x="T6" y="T7"/>
                </a:cxn>
                <a:cxn ang="0">
                  <a:pos x="T8" y="T9"/>
                </a:cxn>
              </a:cxnLst>
              <a:rect l="0" t="0" r="r" b="b"/>
              <a:pathLst>
                <a:path w="12" h="14">
                  <a:moveTo>
                    <a:pt x="12" y="5"/>
                  </a:moveTo>
                  <a:cubicBezTo>
                    <a:pt x="10" y="9"/>
                    <a:pt x="9" y="12"/>
                    <a:pt x="7" y="13"/>
                  </a:cubicBezTo>
                  <a:cubicBezTo>
                    <a:pt x="4" y="14"/>
                    <a:pt x="2" y="11"/>
                    <a:pt x="1" y="7"/>
                  </a:cubicBezTo>
                  <a:cubicBezTo>
                    <a:pt x="0" y="3"/>
                    <a:pt x="2" y="0"/>
                    <a:pt x="4" y="0"/>
                  </a:cubicBezTo>
                  <a:cubicBezTo>
                    <a:pt x="6" y="0"/>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5" name="Freeform 2740">
              <a:extLst>
                <a:ext uri="{FF2B5EF4-FFF2-40B4-BE49-F238E27FC236}">
                  <a16:creationId xmlns:a16="http://schemas.microsoft.com/office/drawing/2014/main" id="{C48CE7D3-99FB-1659-68FA-50B3B34817A4}"/>
                </a:ext>
              </a:extLst>
            </p:cNvPr>
            <p:cNvSpPr>
              <a:spLocks/>
            </p:cNvSpPr>
            <p:nvPr/>
          </p:nvSpPr>
          <p:spPr bwMode="auto">
            <a:xfrm rot="5094805">
              <a:off x="1580950" y="2956788"/>
              <a:ext cx="25135" cy="34275"/>
            </a:xfrm>
            <a:custGeom>
              <a:avLst/>
              <a:gdLst>
                <a:gd name="T0" fmla="*/ 6 w 10"/>
                <a:gd name="T1" fmla="*/ 0 h 14"/>
                <a:gd name="T2" fmla="*/ 10 w 10"/>
                <a:gd name="T3" fmla="*/ 9 h 14"/>
                <a:gd name="T4" fmla="*/ 5 w 10"/>
                <a:gd name="T5" fmla="*/ 14 h 14"/>
                <a:gd name="T6" fmla="*/ 1 w 10"/>
                <a:gd name="T7" fmla="*/ 7 h 14"/>
                <a:gd name="T8" fmla="*/ 6 w 10"/>
                <a:gd name="T9" fmla="*/ 0 h 14"/>
              </a:gdLst>
              <a:ahLst/>
              <a:cxnLst>
                <a:cxn ang="0">
                  <a:pos x="T0" y="T1"/>
                </a:cxn>
                <a:cxn ang="0">
                  <a:pos x="T2" y="T3"/>
                </a:cxn>
                <a:cxn ang="0">
                  <a:pos x="T4" y="T5"/>
                </a:cxn>
                <a:cxn ang="0">
                  <a:pos x="T6" y="T7"/>
                </a:cxn>
                <a:cxn ang="0">
                  <a:pos x="T8" y="T9"/>
                </a:cxn>
              </a:cxnLst>
              <a:rect l="0" t="0" r="r" b="b"/>
              <a:pathLst>
                <a:path w="10" h="14">
                  <a:moveTo>
                    <a:pt x="6" y="0"/>
                  </a:moveTo>
                  <a:cubicBezTo>
                    <a:pt x="8" y="4"/>
                    <a:pt x="10" y="7"/>
                    <a:pt x="10" y="9"/>
                  </a:cubicBezTo>
                  <a:cubicBezTo>
                    <a:pt x="10" y="12"/>
                    <a:pt x="8" y="14"/>
                    <a:pt x="5" y="14"/>
                  </a:cubicBezTo>
                  <a:cubicBezTo>
                    <a:pt x="2" y="13"/>
                    <a:pt x="0" y="10"/>
                    <a:pt x="1" y="7"/>
                  </a:cubicBezTo>
                  <a:cubicBezTo>
                    <a:pt x="1" y="5"/>
                    <a:pt x="3" y="3"/>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6" name="Freeform 2741">
              <a:extLst>
                <a:ext uri="{FF2B5EF4-FFF2-40B4-BE49-F238E27FC236}">
                  <a16:creationId xmlns:a16="http://schemas.microsoft.com/office/drawing/2014/main" id="{A7221D2C-36C7-FB7B-3D3B-DADB1E3F35C8}"/>
                </a:ext>
              </a:extLst>
            </p:cNvPr>
            <p:cNvSpPr>
              <a:spLocks/>
            </p:cNvSpPr>
            <p:nvPr/>
          </p:nvSpPr>
          <p:spPr bwMode="auto">
            <a:xfrm rot="5094805">
              <a:off x="1580561" y="3163062"/>
              <a:ext cx="29705" cy="25135"/>
            </a:xfrm>
            <a:custGeom>
              <a:avLst/>
              <a:gdLst>
                <a:gd name="T0" fmla="*/ 12 w 12"/>
                <a:gd name="T1" fmla="*/ 6 h 10"/>
                <a:gd name="T2" fmla="*/ 5 w 12"/>
                <a:gd name="T3" fmla="*/ 10 h 10"/>
                <a:gd name="T4" fmla="*/ 0 w 12"/>
                <a:gd name="T5" fmla="*/ 4 h 10"/>
                <a:gd name="T6" fmla="*/ 5 w 12"/>
                <a:gd name="T7" fmla="*/ 1 h 10"/>
                <a:gd name="T8" fmla="*/ 12 w 12"/>
                <a:gd name="T9" fmla="*/ 6 h 10"/>
              </a:gdLst>
              <a:ahLst/>
              <a:cxnLst>
                <a:cxn ang="0">
                  <a:pos x="T0" y="T1"/>
                </a:cxn>
                <a:cxn ang="0">
                  <a:pos x="T2" y="T3"/>
                </a:cxn>
                <a:cxn ang="0">
                  <a:pos x="T4" y="T5"/>
                </a:cxn>
                <a:cxn ang="0">
                  <a:pos x="T6" y="T7"/>
                </a:cxn>
                <a:cxn ang="0">
                  <a:pos x="T8" y="T9"/>
                </a:cxn>
              </a:cxnLst>
              <a:rect l="0" t="0" r="r" b="b"/>
              <a:pathLst>
                <a:path w="12" h="10">
                  <a:moveTo>
                    <a:pt x="12" y="6"/>
                  </a:moveTo>
                  <a:cubicBezTo>
                    <a:pt x="9" y="8"/>
                    <a:pt x="7" y="10"/>
                    <a:pt x="5" y="10"/>
                  </a:cubicBezTo>
                  <a:cubicBezTo>
                    <a:pt x="3" y="9"/>
                    <a:pt x="0" y="7"/>
                    <a:pt x="0" y="4"/>
                  </a:cubicBezTo>
                  <a:cubicBezTo>
                    <a:pt x="0" y="2"/>
                    <a:pt x="2" y="0"/>
                    <a:pt x="5" y="1"/>
                  </a:cubicBezTo>
                  <a:cubicBezTo>
                    <a:pt x="7" y="1"/>
                    <a:pt x="9" y="4"/>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7" name="Freeform 2742">
              <a:extLst>
                <a:ext uri="{FF2B5EF4-FFF2-40B4-BE49-F238E27FC236}">
                  <a16:creationId xmlns:a16="http://schemas.microsoft.com/office/drawing/2014/main" id="{45069AC9-BA9B-FB96-F78C-5729666CBEAE}"/>
                </a:ext>
              </a:extLst>
            </p:cNvPr>
            <p:cNvSpPr>
              <a:spLocks/>
            </p:cNvSpPr>
            <p:nvPr/>
          </p:nvSpPr>
          <p:spPr bwMode="auto">
            <a:xfrm rot="5094805">
              <a:off x="1588783" y="3359712"/>
              <a:ext cx="27420" cy="22850"/>
            </a:xfrm>
            <a:custGeom>
              <a:avLst/>
              <a:gdLst>
                <a:gd name="T0" fmla="*/ 5 w 11"/>
                <a:gd name="T1" fmla="*/ 0 h 9"/>
                <a:gd name="T2" fmla="*/ 10 w 11"/>
                <a:gd name="T3" fmla="*/ 5 h 9"/>
                <a:gd name="T4" fmla="*/ 6 w 11"/>
                <a:gd name="T5" fmla="*/ 8 h 9"/>
                <a:gd name="T6" fmla="*/ 1 w 11"/>
                <a:gd name="T7" fmla="*/ 4 h 9"/>
                <a:gd name="T8" fmla="*/ 5 w 11"/>
                <a:gd name="T9" fmla="*/ 0 h 9"/>
              </a:gdLst>
              <a:ahLst/>
              <a:cxnLst>
                <a:cxn ang="0">
                  <a:pos x="T0" y="T1"/>
                </a:cxn>
                <a:cxn ang="0">
                  <a:pos x="T2" y="T3"/>
                </a:cxn>
                <a:cxn ang="0">
                  <a:pos x="T4" y="T5"/>
                </a:cxn>
                <a:cxn ang="0">
                  <a:pos x="T6" y="T7"/>
                </a:cxn>
                <a:cxn ang="0">
                  <a:pos x="T8" y="T9"/>
                </a:cxn>
              </a:cxnLst>
              <a:rect l="0" t="0" r="r" b="b"/>
              <a:pathLst>
                <a:path w="11" h="9">
                  <a:moveTo>
                    <a:pt x="5" y="0"/>
                  </a:moveTo>
                  <a:cubicBezTo>
                    <a:pt x="7" y="2"/>
                    <a:pt x="9" y="3"/>
                    <a:pt x="10" y="5"/>
                  </a:cubicBezTo>
                  <a:cubicBezTo>
                    <a:pt x="11" y="7"/>
                    <a:pt x="8" y="9"/>
                    <a:pt x="6" y="8"/>
                  </a:cubicBezTo>
                  <a:cubicBezTo>
                    <a:pt x="3" y="8"/>
                    <a:pt x="0" y="7"/>
                    <a:pt x="1" y="4"/>
                  </a:cubicBezTo>
                  <a:cubicBezTo>
                    <a:pt x="1" y="3"/>
                    <a:pt x="3"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8" name="Freeform 2743">
              <a:extLst>
                <a:ext uri="{FF2B5EF4-FFF2-40B4-BE49-F238E27FC236}">
                  <a16:creationId xmlns:a16="http://schemas.microsoft.com/office/drawing/2014/main" id="{72EC2BC1-D610-93EC-C152-4D73F95E38C1}"/>
                </a:ext>
              </a:extLst>
            </p:cNvPr>
            <p:cNvSpPr>
              <a:spLocks/>
            </p:cNvSpPr>
            <p:nvPr/>
          </p:nvSpPr>
          <p:spPr bwMode="auto">
            <a:xfrm rot="5094805">
              <a:off x="1603929" y="3560219"/>
              <a:ext cx="27420" cy="13710"/>
            </a:xfrm>
            <a:custGeom>
              <a:avLst/>
              <a:gdLst>
                <a:gd name="T0" fmla="*/ 11 w 11"/>
                <a:gd name="T1" fmla="*/ 2 h 5"/>
                <a:gd name="T2" fmla="*/ 5 w 11"/>
                <a:gd name="T3" fmla="*/ 5 h 5"/>
                <a:gd name="T4" fmla="*/ 0 w 11"/>
                <a:gd name="T5" fmla="*/ 3 h 5"/>
                <a:gd name="T6" fmla="*/ 4 w 11"/>
                <a:gd name="T7" fmla="*/ 0 h 5"/>
                <a:gd name="T8" fmla="*/ 11 w 11"/>
                <a:gd name="T9" fmla="*/ 2 h 5"/>
              </a:gdLst>
              <a:ahLst/>
              <a:cxnLst>
                <a:cxn ang="0">
                  <a:pos x="T0" y="T1"/>
                </a:cxn>
                <a:cxn ang="0">
                  <a:pos x="T2" y="T3"/>
                </a:cxn>
                <a:cxn ang="0">
                  <a:pos x="T4" y="T5"/>
                </a:cxn>
                <a:cxn ang="0">
                  <a:pos x="T6" y="T7"/>
                </a:cxn>
                <a:cxn ang="0">
                  <a:pos x="T8" y="T9"/>
                </a:cxn>
              </a:cxnLst>
              <a:rect l="0" t="0" r="r" b="b"/>
              <a:pathLst>
                <a:path w="11" h="5">
                  <a:moveTo>
                    <a:pt x="11" y="2"/>
                  </a:moveTo>
                  <a:cubicBezTo>
                    <a:pt x="9" y="4"/>
                    <a:pt x="7" y="5"/>
                    <a:pt x="5" y="5"/>
                  </a:cubicBezTo>
                  <a:cubicBezTo>
                    <a:pt x="3" y="5"/>
                    <a:pt x="0" y="5"/>
                    <a:pt x="0" y="3"/>
                  </a:cubicBezTo>
                  <a:cubicBezTo>
                    <a:pt x="0" y="1"/>
                    <a:pt x="2" y="0"/>
                    <a:pt x="4" y="0"/>
                  </a:cubicBezTo>
                  <a:cubicBezTo>
                    <a:pt x="6" y="0"/>
                    <a:pt x="8"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9" name="Freeform 2744">
              <a:extLst>
                <a:ext uri="{FF2B5EF4-FFF2-40B4-BE49-F238E27FC236}">
                  <a16:creationId xmlns:a16="http://schemas.microsoft.com/office/drawing/2014/main" id="{52DF1E99-2EB9-0362-0C29-8A9CA52FE4DB}"/>
                </a:ext>
              </a:extLst>
            </p:cNvPr>
            <p:cNvSpPr>
              <a:spLocks/>
            </p:cNvSpPr>
            <p:nvPr/>
          </p:nvSpPr>
          <p:spPr bwMode="auto">
            <a:xfrm rot="5094805">
              <a:off x="1637381" y="3756714"/>
              <a:ext cx="29705" cy="11425"/>
            </a:xfrm>
            <a:custGeom>
              <a:avLst/>
              <a:gdLst>
                <a:gd name="T0" fmla="*/ 12 w 12"/>
                <a:gd name="T1" fmla="*/ 1 h 5"/>
                <a:gd name="T2" fmla="*/ 6 w 12"/>
                <a:gd name="T3" fmla="*/ 5 h 5"/>
                <a:gd name="T4" fmla="*/ 1 w 12"/>
                <a:gd name="T5" fmla="*/ 3 h 5"/>
                <a:gd name="T6" fmla="*/ 5 w 12"/>
                <a:gd name="T7" fmla="*/ 0 h 5"/>
                <a:gd name="T8" fmla="*/ 12 w 12"/>
                <a:gd name="T9" fmla="*/ 1 h 5"/>
              </a:gdLst>
              <a:ahLst/>
              <a:cxnLst>
                <a:cxn ang="0">
                  <a:pos x="T0" y="T1"/>
                </a:cxn>
                <a:cxn ang="0">
                  <a:pos x="T2" y="T3"/>
                </a:cxn>
                <a:cxn ang="0">
                  <a:pos x="T4" y="T5"/>
                </a:cxn>
                <a:cxn ang="0">
                  <a:pos x="T6" y="T7"/>
                </a:cxn>
                <a:cxn ang="0">
                  <a:pos x="T8" y="T9"/>
                </a:cxn>
              </a:cxnLst>
              <a:rect l="0" t="0" r="r" b="b"/>
              <a:pathLst>
                <a:path w="12" h="5">
                  <a:moveTo>
                    <a:pt x="12" y="1"/>
                  </a:moveTo>
                  <a:cubicBezTo>
                    <a:pt x="9" y="3"/>
                    <a:pt x="8" y="4"/>
                    <a:pt x="6" y="5"/>
                  </a:cubicBezTo>
                  <a:cubicBezTo>
                    <a:pt x="3" y="5"/>
                    <a:pt x="1" y="5"/>
                    <a:pt x="1" y="3"/>
                  </a:cubicBezTo>
                  <a:cubicBezTo>
                    <a:pt x="0" y="2"/>
                    <a:pt x="2" y="1"/>
                    <a:pt x="5" y="0"/>
                  </a:cubicBezTo>
                  <a:cubicBezTo>
                    <a:pt x="7" y="0"/>
                    <a:pt x="9" y="1"/>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0" name="Freeform 2745">
              <a:extLst>
                <a:ext uri="{FF2B5EF4-FFF2-40B4-BE49-F238E27FC236}">
                  <a16:creationId xmlns:a16="http://schemas.microsoft.com/office/drawing/2014/main" id="{ADD2E803-0ED4-4BCB-5105-853F34264847}"/>
                </a:ext>
              </a:extLst>
            </p:cNvPr>
            <p:cNvSpPr>
              <a:spLocks/>
            </p:cNvSpPr>
            <p:nvPr/>
          </p:nvSpPr>
          <p:spPr bwMode="auto">
            <a:xfrm rot="5094805">
              <a:off x="1705617" y="3942398"/>
              <a:ext cx="25135" cy="13710"/>
            </a:xfrm>
            <a:custGeom>
              <a:avLst/>
              <a:gdLst>
                <a:gd name="T0" fmla="*/ 5 w 10"/>
                <a:gd name="T1" fmla="*/ 0 h 5"/>
                <a:gd name="T2" fmla="*/ 9 w 10"/>
                <a:gd name="T3" fmla="*/ 1 h 5"/>
                <a:gd name="T4" fmla="*/ 5 w 10"/>
                <a:gd name="T5" fmla="*/ 5 h 5"/>
                <a:gd name="T6" fmla="*/ 0 w 10"/>
                <a:gd name="T7" fmla="*/ 4 h 5"/>
                <a:gd name="T8" fmla="*/ 5 w 10"/>
                <a:gd name="T9" fmla="*/ 0 h 5"/>
              </a:gdLst>
              <a:ahLst/>
              <a:cxnLst>
                <a:cxn ang="0">
                  <a:pos x="T0" y="T1"/>
                </a:cxn>
                <a:cxn ang="0">
                  <a:pos x="T2" y="T3"/>
                </a:cxn>
                <a:cxn ang="0">
                  <a:pos x="T4" y="T5"/>
                </a:cxn>
                <a:cxn ang="0">
                  <a:pos x="T6" y="T7"/>
                </a:cxn>
                <a:cxn ang="0">
                  <a:pos x="T8" y="T9"/>
                </a:cxn>
              </a:cxnLst>
              <a:rect l="0" t="0" r="r" b="b"/>
              <a:pathLst>
                <a:path w="10" h="5">
                  <a:moveTo>
                    <a:pt x="5" y="0"/>
                  </a:moveTo>
                  <a:cubicBezTo>
                    <a:pt x="7" y="1"/>
                    <a:pt x="9" y="1"/>
                    <a:pt x="9" y="1"/>
                  </a:cubicBezTo>
                  <a:cubicBezTo>
                    <a:pt x="10" y="2"/>
                    <a:pt x="8" y="4"/>
                    <a:pt x="5" y="5"/>
                  </a:cubicBezTo>
                  <a:cubicBezTo>
                    <a:pt x="2" y="5"/>
                    <a:pt x="0" y="5"/>
                    <a:pt x="0" y="4"/>
                  </a:cubicBezTo>
                  <a:cubicBezTo>
                    <a:pt x="1" y="3"/>
                    <a:pt x="3"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1" name="Freeform 2746">
              <a:extLst>
                <a:ext uri="{FF2B5EF4-FFF2-40B4-BE49-F238E27FC236}">
                  <a16:creationId xmlns:a16="http://schemas.microsoft.com/office/drawing/2014/main" id="{6DE50DFF-788A-B62D-1D97-68BFED5606ED}"/>
                </a:ext>
              </a:extLst>
            </p:cNvPr>
            <p:cNvSpPr>
              <a:spLocks/>
            </p:cNvSpPr>
            <p:nvPr/>
          </p:nvSpPr>
          <p:spPr bwMode="auto">
            <a:xfrm rot="5094805">
              <a:off x="1700139" y="1179578"/>
              <a:ext cx="29705" cy="29705"/>
            </a:xfrm>
            <a:custGeom>
              <a:avLst/>
              <a:gdLst>
                <a:gd name="T0" fmla="*/ 12 w 12"/>
                <a:gd name="T1" fmla="*/ 11 h 12"/>
                <a:gd name="T2" fmla="*/ 5 w 12"/>
                <a:gd name="T3" fmla="*/ 11 h 12"/>
                <a:gd name="T4" fmla="*/ 0 w 12"/>
                <a:gd name="T5" fmla="*/ 4 h 12"/>
                <a:gd name="T6" fmla="*/ 5 w 12"/>
                <a:gd name="T7" fmla="*/ 2 h 12"/>
                <a:gd name="T8" fmla="*/ 12 w 12"/>
                <a:gd name="T9" fmla="*/ 11 h 12"/>
              </a:gdLst>
              <a:ahLst/>
              <a:cxnLst>
                <a:cxn ang="0">
                  <a:pos x="T0" y="T1"/>
                </a:cxn>
                <a:cxn ang="0">
                  <a:pos x="T2" y="T3"/>
                </a:cxn>
                <a:cxn ang="0">
                  <a:pos x="T4" y="T5"/>
                </a:cxn>
                <a:cxn ang="0">
                  <a:pos x="T6" y="T7"/>
                </a:cxn>
                <a:cxn ang="0">
                  <a:pos x="T8" y="T9"/>
                </a:cxn>
              </a:cxnLst>
              <a:rect l="0" t="0" r="r" b="b"/>
              <a:pathLst>
                <a:path w="12" h="12">
                  <a:moveTo>
                    <a:pt x="12" y="11"/>
                  </a:moveTo>
                  <a:cubicBezTo>
                    <a:pt x="9" y="11"/>
                    <a:pt x="7" y="12"/>
                    <a:pt x="5" y="11"/>
                  </a:cubicBezTo>
                  <a:cubicBezTo>
                    <a:pt x="2" y="10"/>
                    <a:pt x="0" y="7"/>
                    <a:pt x="0" y="4"/>
                  </a:cubicBezTo>
                  <a:cubicBezTo>
                    <a:pt x="0" y="1"/>
                    <a:pt x="2" y="0"/>
                    <a:pt x="5" y="2"/>
                  </a:cubicBezTo>
                  <a:cubicBezTo>
                    <a:pt x="7" y="4"/>
                    <a:pt x="9" y="7"/>
                    <a:pt x="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2" name="Freeform 2747">
              <a:extLst>
                <a:ext uri="{FF2B5EF4-FFF2-40B4-BE49-F238E27FC236}">
                  <a16:creationId xmlns:a16="http://schemas.microsoft.com/office/drawing/2014/main" id="{AA4C10AF-E300-BB5F-2B81-7BC2160C1929}"/>
                </a:ext>
              </a:extLst>
            </p:cNvPr>
            <p:cNvSpPr>
              <a:spLocks/>
            </p:cNvSpPr>
            <p:nvPr/>
          </p:nvSpPr>
          <p:spPr bwMode="auto">
            <a:xfrm rot="5094805">
              <a:off x="1770977" y="971497"/>
              <a:ext cx="27420" cy="27420"/>
            </a:xfrm>
            <a:custGeom>
              <a:avLst/>
              <a:gdLst>
                <a:gd name="T0" fmla="*/ 6 w 11"/>
                <a:gd name="T1" fmla="*/ 11 h 11"/>
                <a:gd name="T2" fmla="*/ 1 w 11"/>
                <a:gd name="T3" fmla="*/ 3 h 11"/>
                <a:gd name="T4" fmla="*/ 6 w 11"/>
                <a:gd name="T5" fmla="*/ 1 h 11"/>
                <a:gd name="T6" fmla="*/ 11 w 11"/>
                <a:gd name="T7" fmla="*/ 8 h 11"/>
                <a:gd name="T8" fmla="*/ 6 w 11"/>
                <a:gd name="T9" fmla="*/ 11 h 11"/>
              </a:gdLst>
              <a:ahLst/>
              <a:cxnLst>
                <a:cxn ang="0">
                  <a:pos x="T0" y="T1"/>
                </a:cxn>
                <a:cxn ang="0">
                  <a:pos x="T2" y="T3"/>
                </a:cxn>
                <a:cxn ang="0">
                  <a:pos x="T4" y="T5"/>
                </a:cxn>
                <a:cxn ang="0">
                  <a:pos x="T6" y="T7"/>
                </a:cxn>
                <a:cxn ang="0">
                  <a:pos x="T8" y="T9"/>
                </a:cxn>
              </a:cxnLst>
              <a:rect l="0" t="0" r="r" b="b"/>
              <a:pathLst>
                <a:path w="11" h="11">
                  <a:moveTo>
                    <a:pt x="6" y="11"/>
                  </a:moveTo>
                  <a:cubicBezTo>
                    <a:pt x="4" y="8"/>
                    <a:pt x="2" y="5"/>
                    <a:pt x="1" y="3"/>
                  </a:cubicBezTo>
                  <a:cubicBezTo>
                    <a:pt x="0" y="1"/>
                    <a:pt x="3" y="0"/>
                    <a:pt x="6" y="1"/>
                  </a:cubicBezTo>
                  <a:cubicBezTo>
                    <a:pt x="8" y="3"/>
                    <a:pt x="11" y="6"/>
                    <a:pt x="11" y="8"/>
                  </a:cubicBezTo>
                  <a:cubicBezTo>
                    <a:pt x="10" y="9"/>
                    <a:pt x="8" y="10"/>
                    <a:pt x="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3" name="Freeform 2748">
              <a:extLst>
                <a:ext uri="{FF2B5EF4-FFF2-40B4-BE49-F238E27FC236}">
                  <a16:creationId xmlns:a16="http://schemas.microsoft.com/office/drawing/2014/main" id="{53E43F4B-A6EA-C343-B7B0-EA770C5149B7}"/>
                </a:ext>
              </a:extLst>
            </p:cNvPr>
            <p:cNvSpPr>
              <a:spLocks/>
            </p:cNvSpPr>
            <p:nvPr/>
          </p:nvSpPr>
          <p:spPr bwMode="auto">
            <a:xfrm rot="5094805">
              <a:off x="1835596" y="773136"/>
              <a:ext cx="25135" cy="20565"/>
            </a:xfrm>
            <a:custGeom>
              <a:avLst/>
              <a:gdLst>
                <a:gd name="T0" fmla="*/ 5 w 10"/>
                <a:gd name="T1" fmla="*/ 0 h 9"/>
                <a:gd name="T2" fmla="*/ 10 w 10"/>
                <a:gd name="T3" fmla="*/ 7 h 9"/>
                <a:gd name="T4" fmla="*/ 5 w 10"/>
                <a:gd name="T5" fmla="*/ 8 h 9"/>
                <a:gd name="T6" fmla="*/ 0 w 10"/>
                <a:gd name="T7" fmla="*/ 2 h 9"/>
                <a:gd name="T8" fmla="*/ 5 w 10"/>
                <a:gd name="T9" fmla="*/ 0 h 9"/>
              </a:gdLst>
              <a:ahLst/>
              <a:cxnLst>
                <a:cxn ang="0">
                  <a:pos x="T0" y="T1"/>
                </a:cxn>
                <a:cxn ang="0">
                  <a:pos x="T2" y="T3"/>
                </a:cxn>
                <a:cxn ang="0">
                  <a:pos x="T4" y="T5"/>
                </a:cxn>
                <a:cxn ang="0">
                  <a:pos x="T6" y="T7"/>
                </a:cxn>
                <a:cxn ang="0">
                  <a:pos x="T8" y="T9"/>
                </a:cxn>
              </a:cxnLst>
              <a:rect l="0" t="0" r="r" b="b"/>
              <a:pathLst>
                <a:path w="10" h="9">
                  <a:moveTo>
                    <a:pt x="5" y="0"/>
                  </a:moveTo>
                  <a:cubicBezTo>
                    <a:pt x="7" y="3"/>
                    <a:pt x="9" y="5"/>
                    <a:pt x="10" y="7"/>
                  </a:cubicBezTo>
                  <a:cubicBezTo>
                    <a:pt x="10" y="9"/>
                    <a:pt x="8" y="9"/>
                    <a:pt x="5" y="8"/>
                  </a:cubicBezTo>
                  <a:cubicBezTo>
                    <a:pt x="2" y="7"/>
                    <a:pt x="0" y="4"/>
                    <a:pt x="0" y="2"/>
                  </a:cubicBezTo>
                  <a:cubicBezTo>
                    <a:pt x="1" y="1"/>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4" name="Freeform 2749">
              <a:extLst>
                <a:ext uri="{FF2B5EF4-FFF2-40B4-BE49-F238E27FC236}">
                  <a16:creationId xmlns:a16="http://schemas.microsoft.com/office/drawing/2014/main" id="{73849175-3C62-46FF-FE65-9D616888DD54}"/>
                </a:ext>
              </a:extLst>
            </p:cNvPr>
            <p:cNvSpPr>
              <a:spLocks/>
            </p:cNvSpPr>
            <p:nvPr/>
          </p:nvSpPr>
          <p:spPr bwMode="auto">
            <a:xfrm rot="5094805">
              <a:off x="1879615" y="574015"/>
              <a:ext cx="29705" cy="15995"/>
            </a:xfrm>
            <a:custGeom>
              <a:avLst/>
              <a:gdLst>
                <a:gd name="T0" fmla="*/ 12 w 12"/>
                <a:gd name="T1" fmla="*/ 5 h 7"/>
                <a:gd name="T2" fmla="*/ 7 w 12"/>
                <a:gd name="T3" fmla="*/ 6 h 7"/>
                <a:gd name="T4" fmla="*/ 1 w 12"/>
                <a:gd name="T5" fmla="*/ 2 h 7"/>
                <a:gd name="T6" fmla="*/ 5 w 12"/>
                <a:gd name="T7" fmla="*/ 0 h 7"/>
                <a:gd name="T8" fmla="*/ 12 w 12"/>
                <a:gd name="T9" fmla="*/ 5 h 7"/>
              </a:gdLst>
              <a:ahLst/>
              <a:cxnLst>
                <a:cxn ang="0">
                  <a:pos x="T0" y="T1"/>
                </a:cxn>
                <a:cxn ang="0">
                  <a:pos x="T2" y="T3"/>
                </a:cxn>
                <a:cxn ang="0">
                  <a:pos x="T4" y="T5"/>
                </a:cxn>
                <a:cxn ang="0">
                  <a:pos x="T6" y="T7"/>
                </a:cxn>
                <a:cxn ang="0">
                  <a:pos x="T8" y="T9"/>
                </a:cxn>
              </a:cxnLst>
              <a:rect l="0" t="0" r="r" b="b"/>
              <a:pathLst>
                <a:path w="12" h="7">
                  <a:moveTo>
                    <a:pt x="12" y="5"/>
                  </a:moveTo>
                  <a:cubicBezTo>
                    <a:pt x="10" y="6"/>
                    <a:pt x="8" y="7"/>
                    <a:pt x="7" y="6"/>
                  </a:cubicBezTo>
                  <a:cubicBezTo>
                    <a:pt x="4" y="6"/>
                    <a:pt x="2" y="4"/>
                    <a:pt x="1" y="2"/>
                  </a:cubicBezTo>
                  <a:cubicBezTo>
                    <a:pt x="0" y="0"/>
                    <a:pt x="2" y="0"/>
                    <a:pt x="5" y="0"/>
                  </a:cubicBezTo>
                  <a:cubicBezTo>
                    <a:pt x="7" y="1"/>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5" name="Freeform 2750">
              <a:extLst>
                <a:ext uri="{FF2B5EF4-FFF2-40B4-BE49-F238E27FC236}">
                  <a16:creationId xmlns:a16="http://schemas.microsoft.com/office/drawing/2014/main" id="{FAC235F7-C656-ADCC-B653-51BDC0817DFE}"/>
                </a:ext>
              </a:extLst>
            </p:cNvPr>
            <p:cNvSpPr>
              <a:spLocks/>
            </p:cNvSpPr>
            <p:nvPr/>
          </p:nvSpPr>
          <p:spPr bwMode="auto">
            <a:xfrm rot="5094805">
              <a:off x="1903469" y="379292"/>
              <a:ext cx="27420" cy="13710"/>
            </a:xfrm>
            <a:custGeom>
              <a:avLst/>
              <a:gdLst>
                <a:gd name="T0" fmla="*/ 11 w 11"/>
                <a:gd name="T1" fmla="*/ 3 h 5"/>
                <a:gd name="T2" fmla="*/ 5 w 11"/>
                <a:gd name="T3" fmla="*/ 5 h 5"/>
                <a:gd name="T4" fmla="*/ 0 w 11"/>
                <a:gd name="T5" fmla="*/ 2 h 5"/>
                <a:gd name="T6" fmla="*/ 4 w 11"/>
                <a:gd name="T7" fmla="*/ 0 h 5"/>
                <a:gd name="T8" fmla="*/ 11 w 11"/>
                <a:gd name="T9" fmla="*/ 3 h 5"/>
              </a:gdLst>
              <a:ahLst/>
              <a:cxnLst>
                <a:cxn ang="0">
                  <a:pos x="T0" y="T1"/>
                </a:cxn>
                <a:cxn ang="0">
                  <a:pos x="T2" y="T3"/>
                </a:cxn>
                <a:cxn ang="0">
                  <a:pos x="T4" y="T5"/>
                </a:cxn>
                <a:cxn ang="0">
                  <a:pos x="T6" y="T7"/>
                </a:cxn>
                <a:cxn ang="0">
                  <a:pos x="T8" y="T9"/>
                </a:cxn>
              </a:cxnLst>
              <a:rect l="0" t="0" r="r" b="b"/>
              <a:pathLst>
                <a:path w="11" h="5">
                  <a:moveTo>
                    <a:pt x="11" y="3"/>
                  </a:moveTo>
                  <a:cubicBezTo>
                    <a:pt x="9" y="4"/>
                    <a:pt x="7" y="5"/>
                    <a:pt x="5" y="5"/>
                  </a:cubicBezTo>
                  <a:cubicBezTo>
                    <a:pt x="3" y="5"/>
                    <a:pt x="0" y="3"/>
                    <a:pt x="0" y="2"/>
                  </a:cubicBezTo>
                  <a:cubicBezTo>
                    <a:pt x="0" y="0"/>
                    <a:pt x="2" y="0"/>
                    <a:pt x="4" y="0"/>
                  </a:cubicBezTo>
                  <a:cubicBezTo>
                    <a:pt x="6" y="0"/>
                    <a:pt x="8"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6" name="Freeform 2751">
              <a:extLst>
                <a:ext uri="{FF2B5EF4-FFF2-40B4-BE49-F238E27FC236}">
                  <a16:creationId xmlns:a16="http://schemas.microsoft.com/office/drawing/2014/main" id="{2295B8E3-2C0F-4F4A-4AF9-F440F3FB196C}"/>
                </a:ext>
              </a:extLst>
            </p:cNvPr>
            <p:cNvSpPr>
              <a:spLocks/>
            </p:cNvSpPr>
            <p:nvPr/>
          </p:nvSpPr>
          <p:spPr bwMode="auto">
            <a:xfrm rot="5094805">
              <a:off x="1892883" y="183152"/>
              <a:ext cx="22850" cy="13710"/>
            </a:xfrm>
            <a:custGeom>
              <a:avLst/>
              <a:gdLst>
                <a:gd name="T0" fmla="*/ 6 w 10"/>
                <a:gd name="T1" fmla="*/ 5 h 5"/>
                <a:gd name="T2" fmla="*/ 1 w 10"/>
                <a:gd name="T3" fmla="*/ 2 h 5"/>
                <a:gd name="T4" fmla="*/ 5 w 10"/>
                <a:gd name="T5" fmla="*/ 0 h 5"/>
                <a:gd name="T6" fmla="*/ 10 w 10"/>
                <a:gd name="T7" fmla="*/ 2 h 5"/>
                <a:gd name="T8" fmla="*/ 6 w 10"/>
                <a:gd name="T9" fmla="*/ 5 h 5"/>
              </a:gdLst>
              <a:ahLst/>
              <a:cxnLst>
                <a:cxn ang="0">
                  <a:pos x="T0" y="T1"/>
                </a:cxn>
                <a:cxn ang="0">
                  <a:pos x="T2" y="T3"/>
                </a:cxn>
                <a:cxn ang="0">
                  <a:pos x="T4" y="T5"/>
                </a:cxn>
                <a:cxn ang="0">
                  <a:pos x="T6" y="T7"/>
                </a:cxn>
                <a:cxn ang="0">
                  <a:pos x="T8" y="T9"/>
                </a:cxn>
              </a:cxnLst>
              <a:rect l="0" t="0" r="r" b="b"/>
              <a:pathLst>
                <a:path w="10" h="5">
                  <a:moveTo>
                    <a:pt x="6" y="5"/>
                  </a:moveTo>
                  <a:cubicBezTo>
                    <a:pt x="4" y="4"/>
                    <a:pt x="1" y="3"/>
                    <a:pt x="1" y="2"/>
                  </a:cubicBezTo>
                  <a:cubicBezTo>
                    <a:pt x="0" y="1"/>
                    <a:pt x="2" y="0"/>
                    <a:pt x="5" y="0"/>
                  </a:cubicBezTo>
                  <a:cubicBezTo>
                    <a:pt x="8" y="0"/>
                    <a:pt x="10" y="1"/>
                    <a:pt x="10" y="2"/>
                  </a:cubicBezTo>
                  <a:cubicBezTo>
                    <a:pt x="10" y="3"/>
                    <a:pt x="8"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7" name="Freeform 2752">
              <a:extLst>
                <a:ext uri="{FF2B5EF4-FFF2-40B4-BE49-F238E27FC236}">
                  <a16:creationId xmlns:a16="http://schemas.microsoft.com/office/drawing/2014/main" id="{90592945-D266-A322-37AD-0C15D7E3FF8F}"/>
                </a:ext>
              </a:extLst>
            </p:cNvPr>
            <p:cNvSpPr>
              <a:spLocks/>
            </p:cNvSpPr>
            <p:nvPr/>
          </p:nvSpPr>
          <p:spPr bwMode="auto">
            <a:xfrm rot="5094805">
              <a:off x="1836230" y="-1269"/>
              <a:ext cx="27420" cy="11425"/>
            </a:xfrm>
            <a:custGeom>
              <a:avLst/>
              <a:gdLst>
                <a:gd name="T0" fmla="*/ 11 w 11"/>
                <a:gd name="T1" fmla="*/ 0 h 5"/>
                <a:gd name="T2" fmla="*/ 5 w 11"/>
                <a:gd name="T3" fmla="*/ 4 h 5"/>
                <a:gd name="T4" fmla="*/ 0 w 11"/>
                <a:gd name="T5" fmla="*/ 4 h 5"/>
                <a:gd name="T6" fmla="*/ 5 w 11"/>
                <a:gd name="T7" fmla="*/ 0 h 5"/>
                <a:gd name="T8" fmla="*/ 11 w 11"/>
                <a:gd name="T9" fmla="*/ 0 h 5"/>
              </a:gdLst>
              <a:ahLst/>
              <a:cxnLst>
                <a:cxn ang="0">
                  <a:pos x="T0" y="T1"/>
                </a:cxn>
                <a:cxn ang="0">
                  <a:pos x="T2" y="T3"/>
                </a:cxn>
                <a:cxn ang="0">
                  <a:pos x="T4" y="T5"/>
                </a:cxn>
                <a:cxn ang="0">
                  <a:pos x="T6" y="T7"/>
                </a:cxn>
                <a:cxn ang="0">
                  <a:pos x="T8" y="T9"/>
                </a:cxn>
              </a:cxnLst>
              <a:rect l="0" t="0" r="r" b="b"/>
              <a:pathLst>
                <a:path w="11" h="5">
                  <a:moveTo>
                    <a:pt x="11" y="0"/>
                  </a:moveTo>
                  <a:cubicBezTo>
                    <a:pt x="8" y="2"/>
                    <a:pt x="7" y="3"/>
                    <a:pt x="5" y="4"/>
                  </a:cubicBezTo>
                  <a:cubicBezTo>
                    <a:pt x="2" y="5"/>
                    <a:pt x="0" y="5"/>
                    <a:pt x="0" y="4"/>
                  </a:cubicBezTo>
                  <a:cubicBezTo>
                    <a:pt x="0" y="2"/>
                    <a:pt x="2" y="1"/>
                    <a:pt x="5" y="0"/>
                  </a:cubicBezTo>
                  <a:cubicBezTo>
                    <a:pt x="7"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8" name="Freeform 2773">
              <a:extLst>
                <a:ext uri="{FF2B5EF4-FFF2-40B4-BE49-F238E27FC236}">
                  <a16:creationId xmlns:a16="http://schemas.microsoft.com/office/drawing/2014/main" id="{EE4C692F-B7E0-E974-2544-D018E24FD25B}"/>
                </a:ext>
              </a:extLst>
            </p:cNvPr>
            <p:cNvSpPr>
              <a:spLocks/>
            </p:cNvSpPr>
            <p:nvPr/>
          </p:nvSpPr>
          <p:spPr bwMode="auto">
            <a:xfrm rot="5094805">
              <a:off x="3055446" y="6919153"/>
              <a:ext cx="25135" cy="9140"/>
            </a:xfrm>
            <a:custGeom>
              <a:avLst/>
              <a:gdLst>
                <a:gd name="T0" fmla="*/ 11 w 11"/>
                <a:gd name="T1" fmla="*/ 0 h 4"/>
                <a:gd name="T2" fmla="*/ 5 w 11"/>
                <a:gd name="T3" fmla="*/ 3 h 4"/>
                <a:gd name="T4" fmla="*/ 0 w 11"/>
                <a:gd name="T5" fmla="*/ 3 h 4"/>
                <a:gd name="T6" fmla="*/ 4 w 11"/>
                <a:gd name="T7" fmla="*/ 0 h 4"/>
                <a:gd name="T8" fmla="*/ 11 w 11"/>
                <a:gd name="T9" fmla="*/ 0 h 4"/>
              </a:gdLst>
              <a:ahLst/>
              <a:cxnLst>
                <a:cxn ang="0">
                  <a:pos x="T0" y="T1"/>
                </a:cxn>
                <a:cxn ang="0">
                  <a:pos x="T2" y="T3"/>
                </a:cxn>
                <a:cxn ang="0">
                  <a:pos x="T4" y="T5"/>
                </a:cxn>
                <a:cxn ang="0">
                  <a:pos x="T6" y="T7"/>
                </a:cxn>
                <a:cxn ang="0">
                  <a:pos x="T8" y="T9"/>
                </a:cxn>
              </a:cxnLst>
              <a:rect l="0" t="0" r="r" b="b"/>
              <a:pathLst>
                <a:path w="11" h="4">
                  <a:moveTo>
                    <a:pt x="11" y="0"/>
                  </a:moveTo>
                  <a:cubicBezTo>
                    <a:pt x="8" y="1"/>
                    <a:pt x="6" y="2"/>
                    <a:pt x="5" y="3"/>
                  </a:cubicBezTo>
                  <a:cubicBezTo>
                    <a:pt x="2" y="4"/>
                    <a:pt x="0" y="4"/>
                    <a:pt x="0" y="3"/>
                  </a:cubicBezTo>
                  <a:cubicBezTo>
                    <a:pt x="0" y="2"/>
                    <a:pt x="2" y="1"/>
                    <a:pt x="4" y="0"/>
                  </a:cubicBezTo>
                  <a:cubicBezTo>
                    <a:pt x="6"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9" name="Freeform 2774">
              <a:extLst>
                <a:ext uri="{FF2B5EF4-FFF2-40B4-BE49-F238E27FC236}">
                  <a16:creationId xmlns:a16="http://schemas.microsoft.com/office/drawing/2014/main" id="{3BE037FA-C3DF-4ED9-4413-4D858B6BEA76}"/>
                </a:ext>
              </a:extLst>
            </p:cNvPr>
            <p:cNvSpPr>
              <a:spLocks/>
            </p:cNvSpPr>
            <p:nvPr/>
          </p:nvSpPr>
          <p:spPr bwMode="auto">
            <a:xfrm rot="5094805">
              <a:off x="1791107" y="4129576"/>
              <a:ext cx="29705" cy="13710"/>
            </a:xfrm>
            <a:custGeom>
              <a:avLst/>
              <a:gdLst>
                <a:gd name="T0" fmla="*/ 12 w 12"/>
                <a:gd name="T1" fmla="*/ 0 h 6"/>
                <a:gd name="T2" fmla="*/ 6 w 12"/>
                <a:gd name="T3" fmla="*/ 5 h 6"/>
                <a:gd name="T4" fmla="*/ 0 w 12"/>
                <a:gd name="T5" fmla="*/ 5 h 6"/>
                <a:gd name="T6" fmla="*/ 5 w 12"/>
                <a:gd name="T7" fmla="*/ 1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9" y="2"/>
                    <a:pt x="8" y="4"/>
                    <a:pt x="6" y="5"/>
                  </a:cubicBezTo>
                  <a:cubicBezTo>
                    <a:pt x="3" y="6"/>
                    <a:pt x="1" y="6"/>
                    <a:pt x="0" y="5"/>
                  </a:cubicBezTo>
                  <a:cubicBezTo>
                    <a:pt x="0" y="4"/>
                    <a:pt x="2" y="2"/>
                    <a:pt x="5" y="1"/>
                  </a:cubicBezTo>
                  <a:cubicBezTo>
                    <a:pt x="6" y="1"/>
                    <a:pt x="8"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0" name="Freeform 2775">
              <a:extLst>
                <a:ext uri="{FF2B5EF4-FFF2-40B4-BE49-F238E27FC236}">
                  <a16:creationId xmlns:a16="http://schemas.microsoft.com/office/drawing/2014/main" id="{0211D7EF-750B-AE68-A68B-1548446B2B2E}"/>
                </a:ext>
              </a:extLst>
            </p:cNvPr>
            <p:cNvSpPr>
              <a:spLocks/>
            </p:cNvSpPr>
            <p:nvPr/>
          </p:nvSpPr>
          <p:spPr bwMode="auto">
            <a:xfrm rot="5094805">
              <a:off x="1889124" y="4314699"/>
              <a:ext cx="29705" cy="15995"/>
            </a:xfrm>
            <a:custGeom>
              <a:avLst/>
              <a:gdLst>
                <a:gd name="T0" fmla="*/ 12 w 12"/>
                <a:gd name="T1" fmla="*/ 0 h 6"/>
                <a:gd name="T2" fmla="*/ 5 w 12"/>
                <a:gd name="T3" fmla="*/ 4 h 6"/>
                <a:gd name="T4" fmla="*/ 0 w 12"/>
                <a:gd name="T5" fmla="*/ 5 h 6"/>
                <a:gd name="T6" fmla="*/ 5 w 12"/>
                <a:gd name="T7" fmla="*/ 1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9" y="2"/>
                    <a:pt x="7" y="4"/>
                    <a:pt x="5" y="4"/>
                  </a:cubicBezTo>
                  <a:cubicBezTo>
                    <a:pt x="2" y="6"/>
                    <a:pt x="0" y="6"/>
                    <a:pt x="0" y="5"/>
                  </a:cubicBezTo>
                  <a:cubicBezTo>
                    <a:pt x="1" y="4"/>
                    <a:pt x="2" y="2"/>
                    <a:pt x="5" y="1"/>
                  </a:cubicBezTo>
                  <a:cubicBezTo>
                    <a:pt x="7" y="0"/>
                    <a:pt x="9"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1" name="Freeform 2776">
              <a:extLst>
                <a:ext uri="{FF2B5EF4-FFF2-40B4-BE49-F238E27FC236}">
                  <a16:creationId xmlns:a16="http://schemas.microsoft.com/office/drawing/2014/main" id="{B32C0AEA-0B14-8B67-252F-89EDB64B6CBF}"/>
                </a:ext>
              </a:extLst>
            </p:cNvPr>
            <p:cNvSpPr>
              <a:spLocks/>
            </p:cNvSpPr>
            <p:nvPr/>
          </p:nvSpPr>
          <p:spPr bwMode="auto">
            <a:xfrm rot="5094805">
              <a:off x="1998222" y="4496640"/>
              <a:ext cx="27420" cy="15995"/>
            </a:xfrm>
            <a:custGeom>
              <a:avLst/>
              <a:gdLst>
                <a:gd name="T0" fmla="*/ 11 w 11"/>
                <a:gd name="T1" fmla="*/ 0 h 6"/>
                <a:gd name="T2" fmla="*/ 6 w 11"/>
                <a:gd name="T3" fmla="*/ 4 h 6"/>
                <a:gd name="T4" fmla="*/ 0 w 11"/>
                <a:gd name="T5" fmla="*/ 6 h 6"/>
                <a:gd name="T6" fmla="*/ 4 w 11"/>
                <a:gd name="T7" fmla="*/ 2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9" y="2"/>
                    <a:pt x="8" y="3"/>
                    <a:pt x="6" y="4"/>
                  </a:cubicBezTo>
                  <a:cubicBezTo>
                    <a:pt x="3" y="6"/>
                    <a:pt x="1" y="6"/>
                    <a:pt x="0" y="6"/>
                  </a:cubicBezTo>
                  <a:cubicBezTo>
                    <a:pt x="0" y="5"/>
                    <a:pt x="1" y="3"/>
                    <a:pt x="4" y="2"/>
                  </a:cubicBezTo>
                  <a:cubicBezTo>
                    <a:pt x="6" y="1"/>
                    <a:pt x="8"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2" name="Freeform 2777">
              <a:extLst>
                <a:ext uri="{FF2B5EF4-FFF2-40B4-BE49-F238E27FC236}">
                  <a16:creationId xmlns:a16="http://schemas.microsoft.com/office/drawing/2014/main" id="{A2F344D2-B8B3-C53F-B5D9-726765AFEDED}"/>
                </a:ext>
              </a:extLst>
            </p:cNvPr>
            <p:cNvSpPr>
              <a:spLocks/>
            </p:cNvSpPr>
            <p:nvPr/>
          </p:nvSpPr>
          <p:spPr bwMode="auto">
            <a:xfrm rot="5094805">
              <a:off x="2110725" y="4676932"/>
              <a:ext cx="29705" cy="18280"/>
            </a:xfrm>
            <a:custGeom>
              <a:avLst/>
              <a:gdLst>
                <a:gd name="T0" fmla="*/ 12 w 12"/>
                <a:gd name="T1" fmla="*/ 0 h 7"/>
                <a:gd name="T2" fmla="*/ 6 w 12"/>
                <a:gd name="T3" fmla="*/ 5 h 7"/>
                <a:gd name="T4" fmla="*/ 1 w 12"/>
                <a:gd name="T5" fmla="*/ 7 h 7"/>
                <a:gd name="T6" fmla="*/ 4 w 12"/>
                <a:gd name="T7" fmla="*/ 3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9" y="3"/>
                    <a:pt x="8" y="4"/>
                    <a:pt x="6" y="5"/>
                  </a:cubicBezTo>
                  <a:cubicBezTo>
                    <a:pt x="4" y="7"/>
                    <a:pt x="1" y="7"/>
                    <a:pt x="1" y="7"/>
                  </a:cubicBezTo>
                  <a:cubicBezTo>
                    <a:pt x="0" y="6"/>
                    <a:pt x="2" y="4"/>
                    <a:pt x="4" y="3"/>
                  </a:cubicBezTo>
                  <a:cubicBezTo>
                    <a:pt x="6" y="2"/>
                    <a:pt x="8"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3" name="Freeform 2778">
              <a:extLst>
                <a:ext uri="{FF2B5EF4-FFF2-40B4-BE49-F238E27FC236}">
                  <a16:creationId xmlns:a16="http://schemas.microsoft.com/office/drawing/2014/main" id="{28CA937E-DD8B-07CA-3130-EA1E25FF7A0C}"/>
                </a:ext>
              </a:extLst>
            </p:cNvPr>
            <p:cNvSpPr>
              <a:spLocks/>
            </p:cNvSpPr>
            <p:nvPr/>
          </p:nvSpPr>
          <p:spPr bwMode="auto">
            <a:xfrm rot="5094805">
              <a:off x="2226650" y="4860549"/>
              <a:ext cx="27420" cy="13710"/>
            </a:xfrm>
            <a:custGeom>
              <a:avLst/>
              <a:gdLst>
                <a:gd name="T0" fmla="*/ 11 w 11"/>
                <a:gd name="T1" fmla="*/ 0 h 6"/>
                <a:gd name="T2" fmla="*/ 5 w 11"/>
                <a:gd name="T3" fmla="*/ 5 h 6"/>
                <a:gd name="T4" fmla="*/ 0 w 11"/>
                <a:gd name="T5" fmla="*/ 5 h 6"/>
                <a:gd name="T6" fmla="*/ 5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2"/>
                    <a:pt x="7" y="4"/>
                    <a:pt x="5" y="5"/>
                  </a:cubicBezTo>
                  <a:cubicBezTo>
                    <a:pt x="2" y="6"/>
                    <a:pt x="0" y="6"/>
                    <a:pt x="0" y="5"/>
                  </a:cubicBezTo>
                  <a:cubicBezTo>
                    <a:pt x="0" y="4"/>
                    <a:pt x="2" y="2"/>
                    <a:pt x="5" y="1"/>
                  </a:cubicBezTo>
                  <a:cubicBezTo>
                    <a:pt x="7" y="0"/>
                    <a:pt x="9"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4" name="Freeform 2779">
              <a:extLst>
                <a:ext uri="{FF2B5EF4-FFF2-40B4-BE49-F238E27FC236}">
                  <a16:creationId xmlns:a16="http://schemas.microsoft.com/office/drawing/2014/main" id="{2CA73336-7277-46D5-3274-9F0BFA22C882}"/>
                </a:ext>
              </a:extLst>
            </p:cNvPr>
            <p:cNvSpPr>
              <a:spLocks/>
            </p:cNvSpPr>
            <p:nvPr/>
          </p:nvSpPr>
          <p:spPr bwMode="auto">
            <a:xfrm rot="5094805">
              <a:off x="2341737" y="5045296"/>
              <a:ext cx="27420" cy="13710"/>
            </a:xfrm>
            <a:custGeom>
              <a:avLst/>
              <a:gdLst>
                <a:gd name="T0" fmla="*/ 11 w 11"/>
                <a:gd name="T1" fmla="*/ 0 h 6"/>
                <a:gd name="T2" fmla="*/ 4 w 11"/>
                <a:gd name="T3" fmla="*/ 5 h 6"/>
                <a:gd name="T4" fmla="*/ 0 w 11"/>
                <a:gd name="T5" fmla="*/ 5 h 6"/>
                <a:gd name="T6" fmla="*/ 4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2"/>
                    <a:pt x="6" y="4"/>
                    <a:pt x="4" y="5"/>
                  </a:cubicBezTo>
                  <a:cubicBezTo>
                    <a:pt x="2" y="6"/>
                    <a:pt x="0" y="6"/>
                    <a:pt x="0" y="5"/>
                  </a:cubicBezTo>
                  <a:cubicBezTo>
                    <a:pt x="0" y="4"/>
                    <a:pt x="2" y="2"/>
                    <a:pt x="4" y="1"/>
                  </a:cubicBezTo>
                  <a:cubicBezTo>
                    <a:pt x="6"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5" name="Freeform 2780">
              <a:extLst>
                <a:ext uri="{FF2B5EF4-FFF2-40B4-BE49-F238E27FC236}">
                  <a16:creationId xmlns:a16="http://schemas.microsoft.com/office/drawing/2014/main" id="{D2AC615C-B77B-43F1-461C-09ADB0C38B5E}"/>
                </a:ext>
              </a:extLst>
            </p:cNvPr>
            <p:cNvSpPr>
              <a:spLocks/>
            </p:cNvSpPr>
            <p:nvPr/>
          </p:nvSpPr>
          <p:spPr bwMode="auto">
            <a:xfrm rot="5094805">
              <a:off x="2451867" y="5225896"/>
              <a:ext cx="27420" cy="13710"/>
            </a:xfrm>
            <a:custGeom>
              <a:avLst/>
              <a:gdLst>
                <a:gd name="T0" fmla="*/ 11 w 11"/>
                <a:gd name="T1" fmla="*/ 0 h 6"/>
                <a:gd name="T2" fmla="*/ 5 w 11"/>
                <a:gd name="T3" fmla="*/ 5 h 6"/>
                <a:gd name="T4" fmla="*/ 0 w 11"/>
                <a:gd name="T5" fmla="*/ 5 h 6"/>
                <a:gd name="T6" fmla="*/ 5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9" y="2"/>
                    <a:pt x="7" y="4"/>
                    <a:pt x="5" y="5"/>
                  </a:cubicBezTo>
                  <a:cubicBezTo>
                    <a:pt x="3" y="6"/>
                    <a:pt x="0" y="6"/>
                    <a:pt x="0" y="5"/>
                  </a:cubicBezTo>
                  <a:cubicBezTo>
                    <a:pt x="0" y="4"/>
                    <a:pt x="2" y="2"/>
                    <a:pt x="5" y="1"/>
                  </a:cubicBezTo>
                  <a:cubicBezTo>
                    <a:pt x="7"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6" name="Freeform 2781">
              <a:extLst>
                <a:ext uri="{FF2B5EF4-FFF2-40B4-BE49-F238E27FC236}">
                  <a16:creationId xmlns:a16="http://schemas.microsoft.com/office/drawing/2014/main" id="{80236EC4-E1AF-FE76-820C-86EAB65166AF}"/>
                </a:ext>
              </a:extLst>
            </p:cNvPr>
            <p:cNvSpPr>
              <a:spLocks/>
            </p:cNvSpPr>
            <p:nvPr/>
          </p:nvSpPr>
          <p:spPr bwMode="auto">
            <a:xfrm rot="5094805">
              <a:off x="2555372" y="5409380"/>
              <a:ext cx="27420" cy="13710"/>
            </a:xfrm>
            <a:custGeom>
              <a:avLst/>
              <a:gdLst>
                <a:gd name="T0" fmla="*/ 11 w 11"/>
                <a:gd name="T1" fmla="*/ 0 h 6"/>
                <a:gd name="T2" fmla="*/ 4 w 11"/>
                <a:gd name="T3" fmla="*/ 4 h 6"/>
                <a:gd name="T4" fmla="*/ 0 w 11"/>
                <a:gd name="T5" fmla="*/ 4 h 6"/>
                <a:gd name="T6" fmla="*/ 5 w 11"/>
                <a:gd name="T7" fmla="*/ 0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2"/>
                    <a:pt x="6" y="4"/>
                    <a:pt x="4" y="4"/>
                  </a:cubicBezTo>
                  <a:cubicBezTo>
                    <a:pt x="2" y="6"/>
                    <a:pt x="0" y="5"/>
                    <a:pt x="0" y="4"/>
                  </a:cubicBezTo>
                  <a:cubicBezTo>
                    <a:pt x="0" y="3"/>
                    <a:pt x="2" y="1"/>
                    <a:pt x="5" y="0"/>
                  </a:cubicBezTo>
                  <a:cubicBezTo>
                    <a:pt x="7"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7" name="Freeform 2782">
              <a:extLst>
                <a:ext uri="{FF2B5EF4-FFF2-40B4-BE49-F238E27FC236}">
                  <a16:creationId xmlns:a16="http://schemas.microsoft.com/office/drawing/2014/main" id="{E1B85DF6-A662-F3E2-B7FA-7F5974D33B36}"/>
                </a:ext>
              </a:extLst>
            </p:cNvPr>
            <p:cNvSpPr>
              <a:spLocks/>
            </p:cNvSpPr>
            <p:nvPr/>
          </p:nvSpPr>
          <p:spPr bwMode="auto">
            <a:xfrm rot="5094805">
              <a:off x="2647391" y="5591495"/>
              <a:ext cx="29705" cy="15995"/>
            </a:xfrm>
            <a:custGeom>
              <a:avLst/>
              <a:gdLst>
                <a:gd name="T0" fmla="*/ 12 w 12"/>
                <a:gd name="T1" fmla="*/ 0 h 6"/>
                <a:gd name="T2" fmla="*/ 6 w 12"/>
                <a:gd name="T3" fmla="*/ 5 h 6"/>
                <a:gd name="T4" fmla="*/ 1 w 12"/>
                <a:gd name="T5" fmla="*/ 5 h 6"/>
                <a:gd name="T6" fmla="*/ 5 w 12"/>
                <a:gd name="T7" fmla="*/ 1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9" y="2"/>
                    <a:pt x="8" y="4"/>
                    <a:pt x="6" y="5"/>
                  </a:cubicBezTo>
                  <a:cubicBezTo>
                    <a:pt x="3" y="6"/>
                    <a:pt x="1" y="6"/>
                    <a:pt x="1" y="5"/>
                  </a:cubicBezTo>
                  <a:cubicBezTo>
                    <a:pt x="0" y="3"/>
                    <a:pt x="2" y="2"/>
                    <a:pt x="5" y="1"/>
                  </a:cubicBezTo>
                  <a:cubicBezTo>
                    <a:pt x="7" y="0"/>
                    <a:pt x="8"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8" name="Freeform 2783">
              <a:extLst>
                <a:ext uri="{FF2B5EF4-FFF2-40B4-BE49-F238E27FC236}">
                  <a16:creationId xmlns:a16="http://schemas.microsoft.com/office/drawing/2014/main" id="{A7D5F36B-F3E7-B5D3-56E4-3A25D97D7638}"/>
                </a:ext>
              </a:extLst>
            </p:cNvPr>
            <p:cNvSpPr>
              <a:spLocks/>
            </p:cNvSpPr>
            <p:nvPr/>
          </p:nvSpPr>
          <p:spPr bwMode="auto">
            <a:xfrm rot="5094805">
              <a:off x="2725966" y="5779589"/>
              <a:ext cx="27420" cy="13710"/>
            </a:xfrm>
            <a:custGeom>
              <a:avLst/>
              <a:gdLst>
                <a:gd name="T0" fmla="*/ 5 w 11"/>
                <a:gd name="T1" fmla="*/ 0 h 5"/>
                <a:gd name="T2" fmla="*/ 10 w 11"/>
                <a:gd name="T3" fmla="*/ 1 h 5"/>
                <a:gd name="T4" fmla="*/ 6 w 11"/>
                <a:gd name="T5" fmla="*/ 4 h 5"/>
                <a:gd name="T6" fmla="*/ 1 w 11"/>
                <a:gd name="T7" fmla="*/ 4 h 5"/>
                <a:gd name="T8" fmla="*/ 5 w 11"/>
                <a:gd name="T9" fmla="*/ 0 h 5"/>
              </a:gdLst>
              <a:ahLst/>
              <a:cxnLst>
                <a:cxn ang="0">
                  <a:pos x="T0" y="T1"/>
                </a:cxn>
                <a:cxn ang="0">
                  <a:pos x="T2" y="T3"/>
                </a:cxn>
                <a:cxn ang="0">
                  <a:pos x="T4" y="T5"/>
                </a:cxn>
                <a:cxn ang="0">
                  <a:pos x="T6" y="T7"/>
                </a:cxn>
                <a:cxn ang="0">
                  <a:pos x="T8" y="T9"/>
                </a:cxn>
              </a:cxnLst>
              <a:rect l="0" t="0" r="r" b="b"/>
              <a:pathLst>
                <a:path w="11" h="5">
                  <a:moveTo>
                    <a:pt x="5" y="0"/>
                  </a:moveTo>
                  <a:cubicBezTo>
                    <a:pt x="7" y="0"/>
                    <a:pt x="9" y="1"/>
                    <a:pt x="10" y="1"/>
                  </a:cubicBezTo>
                  <a:cubicBezTo>
                    <a:pt x="11" y="2"/>
                    <a:pt x="8" y="4"/>
                    <a:pt x="6" y="4"/>
                  </a:cubicBezTo>
                  <a:cubicBezTo>
                    <a:pt x="3" y="5"/>
                    <a:pt x="0" y="5"/>
                    <a:pt x="1" y="4"/>
                  </a:cubicBezTo>
                  <a:cubicBezTo>
                    <a:pt x="1" y="3"/>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9" name="Freeform 2784">
              <a:extLst>
                <a:ext uri="{FF2B5EF4-FFF2-40B4-BE49-F238E27FC236}">
                  <a16:creationId xmlns:a16="http://schemas.microsoft.com/office/drawing/2014/main" id="{E84E8B17-DF5E-54D9-86D8-F1B42E34E9FB}"/>
                </a:ext>
              </a:extLst>
            </p:cNvPr>
            <p:cNvSpPr>
              <a:spLocks/>
            </p:cNvSpPr>
            <p:nvPr/>
          </p:nvSpPr>
          <p:spPr bwMode="auto">
            <a:xfrm rot="5094805">
              <a:off x="2784153" y="5971686"/>
              <a:ext cx="27420" cy="9140"/>
            </a:xfrm>
            <a:custGeom>
              <a:avLst/>
              <a:gdLst>
                <a:gd name="T0" fmla="*/ 11 w 11"/>
                <a:gd name="T1" fmla="*/ 1 h 4"/>
                <a:gd name="T2" fmla="*/ 5 w 11"/>
                <a:gd name="T3" fmla="*/ 4 h 4"/>
                <a:gd name="T4" fmla="*/ 0 w 11"/>
                <a:gd name="T5" fmla="*/ 3 h 4"/>
                <a:gd name="T6" fmla="*/ 4 w 11"/>
                <a:gd name="T7" fmla="*/ 0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9" y="2"/>
                    <a:pt x="7" y="3"/>
                    <a:pt x="5" y="4"/>
                  </a:cubicBezTo>
                  <a:cubicBezTo>
                    <a:pt x="3" y="4"/>
                    <a:pt x="0" y="4"/>
                    <a:pt x="0" y="3"/>
                  </a:cubicBezTo>
                  <a:cubicBezTo>
                    <a:pt x="0" y="2"/>
                    <a:pt x="1" y="1"/>
                    <a:pt x="4" y="0"/>
                  </a:cubicBezTo>
                  <a:cubicBezTo>
                    <a:pt x="6" y="0"/>
                    <a:pt x="8"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0" name="Freeform 2785">
              <a:extLst>
                <a:ext uri="{FF2B5EF4-FFF2-40B4-BE49-F238E27FC236}">
                  <a16:creationId xmlns:a16="http://schemas.microsoft.com/office/drawing/2014/main" id="{4A7D6AA7-41C0-71FE-35D7-4C3ECDD7C7D7}"/>
                </a:ext>
              </a:extLst>
            </p:cNvPr>
            <p:cNvSpPr>
              <a:spLocks/>
            </p:cNvSpPr>
            <p:nvPr/>
          </p:nvSpPr>
          <p:spPr bwMode="auto">
            <a:xfrm rot="5094805">
              <a:off x="2820613" y="6162182"/>
              <a:ext cx="29705" cy="9140"/>
            </a:xfrm>
            <a:custGeom>
              <a:avLst/>
              <a:gdLst>
                <a:gd name="T0" fmla="*/ 12 w 12"/>
                <a:gd name="T1" fmla="*/ 1 h 3"/>
                <a:gd name="T2" fmla="*/ 5 w 12"/>
                <a:gd name="T3" fmla="*/ 3 h 3"/>
                <a:gd name="T4" fmla="*/ 1 w 12"/>
                <a:gd name="T5" fmla="*/ 2 h 3"/>
                <a:gd name="T6" fmla="*/ 5 w 12"/>
                <a:gd name="T7" fmla="*/ 0 h 3"/>
                <a:gd name="T8" fmla="*/ 12 w 12"/>
                <a:gd name="T9" fmla="*/ 1 h 3"/>
              </a:gdLst>
              <a:ahLst/>
              <a:cxnLst>
                <a:cxn ang="0">
                  <a:pos x="T0" y="T1"/>
                </a:cxn>
                <a:cxn ang="0">
                  <a:pos x="T2" y="T3"/>
                </a:cxn>
                <a:cxn ang="0">
                  <a:pos x="T4" y="T5"/>
                </a:cxn>
                <a:cxn ang="0">
                  <a:pos x="T6" y="T7"/>
                </a:cxn>
                <a:cxn ang="0">
                  <a:pos x="T8" y="T9"/>
                </a:cxn>
              </a:cxnLst>
              <a:rect l="0" t="0" r="r" b="b"/>
              <a:pathLst>
                <a:path w="12" h="3">
                  <a:moveTo>
                    <a:pt x="12" y="1"/>
                  </a:moveTo>
                  <a:cubicBezTo>
                    <a:pt x="9" y="2"/>
                    <a:pt x="7" y="3"/>
                    <a:pt x="5" y="3"/>
                  </a:cubicBezTo>
                  <a:cubicBezTo>
                    <a:pt x="3" y="3"/>
                    <a:pt x="0" y="3"/>
                    <a:pt x="1" y="2"/>
                  </a:cubicBezTo>
                  <a:cubicBezTo>
                    <a:pt x="1" y="1"/>
                    <a:pt x="3" y="0"/>
                    <a:pt x="5" y="0"/>
                  </a:cubicBezTo>
                  <a:cubicBezTo>
                    <a:pt x="7" y="0"/>
                    <a:pt x="9"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1" name="Freeform 2786">
              <a:extLst>
                <a:ext uri="{FF2B5EF4-FFF2-40B4-BE49-F238E27FC236}">
                  <a16:creationId xmlns:a16="http://schemas.microsoft.com/office/drawing/2014/main" id="{5BD892D6-79B6-96EC-BA89-3E6031565B40}"/>
                </a:ext>
              </a:extLst>
            </p:cNvPr>
            <p:cNvSpPr>
              <a:spLocks/>
            </p:cNvSpPr>
            <p:nvPr/>
          </p:nvSpPr>
          <p:spPr bwMode="auto">
            <a:xfrm rot="5094805">
              <a:off x="2866389" y="6354347"/>
              <a:ext cx="27420" cy="9140"/>
            </a:xfrm>
            <a:custGeom>
              <a:avLst/>
              <a:gdLst>
                <a:gd name="T0" fmla="*/ 11 w 11"/>
                <a:gd name="T1" fmla="*/ 1 h 4"/>
                <a:gd name="T2" fmla="*/ 5 w 11"/>
                <a:gd name="T3" fmla="*/ 4 h 4"/>
                <a:gd name="T4" fmla="*/ 0 w 11"/>
                <a:gd name="T5" fmla="*/ 3 h 4"/>
                <a:gd name="T6" fmla="*/ 5 w 11"/>
                <a:gd name="T7" fmla="*/ 0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9" y="2"/>
                    <a:pt x="7" y="3"/>
                    <a:pt x="5" y="4"/>
                  </a:cubicBezTo>
                  <a:cubicBezTo>
                    <a:pt x="2" y="4"/>
                    <a:pt x="0" y="4"/>
                    <a:pt x="0" y="3"/>
                  </a:cubicBezTo>
                  <a:cubicBezTo>
                    <a:pt x="0" y="2"/>
                    <a:pt x="2" y="1"/>
                    <a:pt x="5" y="0"/>
                  </a:cubicBezTo>
                  <a:cubicBezTo>
                    <a:pt x="7" y="0"/>
                    <a:pt x="9"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2" name="Freeform 2787">
              <a:extLst>
                <a:ext uri="{FF2B5EF4-FFF2-40B4-BE49-F238E27FC236}">
                  <a16:creationId xmlns:a16="http://schemas.microsoft.com/office/drawing/2014/main" id="{58B569E5-E949-F2DE-E666-F65CDE457FD9}"/>
                </a:ext>
              </a:extLst>
            </p:cNvPr>
            <p:cNvSpPr>
              <a:spLocks/>
            </p:cNvSpPr>
            <p:nvPr/>
          </p:nvSpPr>
          <p:spPr bwMode="auto">
            <a:xfrm rot="5094805">
              <a:off x="2922001" y="6539906"/>
              <a:ext cx="25135" cy="11425"/>
            </a:xfrm>
            <a:custGeom>
              <a:avLst/>
              <a:gdLst>
                <a:gd name="T0" fmla="*/ 5 w 10"/>
                <a:gd name="T1" fmla="*/ 0 h 4"/>
                <a:gd name="T2" fmla="*/ 10 w 10"/>
                <a:gd name="T3" fmla="*/ 1 h 4"/>
                <a:gd name="T4" fmla="*/ 5 w 10"/>
                <a:gd name="T5" fmla="*/ 3 h 4"/>
                <a:gd name="T6" fmla="*/ 1 w 10"/>
                <a:gd name="T7" fmla="*/ 3 h 4"/>
                <a:gd name="T8" fmla="*/ 5 w 10"/>
                <a:gd name="T9" fmla="*/ 0 h 4"/>
              </a:gdLst>
              <a:ahLst/>
              <a:cxnLst>
                <a:cxn ang="0">
                  <a:pos x="T0" y="T1"/>
                </a:cxn>
                <a:cxn ang="0">
                  <a:pos x="T2" y="T3"/>
                </a:cxn>
                <a:cxn ang="0">
                  <a:pos x="T4" y="T5"/>
                </a:cxn>
                <a:cxn ang="0">
                  <a:pos x="T6" y="T7"/>
                </a:cxn>
                <a:cxn ang="0">
                  <a:pos x="T8" y="T9"/>
                </a:cxn>
              </a:cxnLst>
              <a:rect l="0" t="0" r="r" b="b"/>
              <a:pathLst>
                <a:path w="10" h="4">
                  <a:moveTo>
                    <a:pt x="5" y="0"/>
                  </a:moveTo>
                  <a:cubicBezTo>
                    <a:pt x="7" y="0"/>
                    <a:pt x="9" y="1"/>
                    <a:pt x="10" y="1"/>
                  </a:cubicBezTo>
                  <a:cubicBezTo>
                    <a:pt x="10" y="2"/>
                    <a:pt x="8" y="3"/>
                    <a:pt x="5" y="3"/>
                  </a:cubicBezTo>
                  <a:cubicBezTo>
                    <a:pt x="3" y="4"/>
                    <a:pt x="0" y="4"/>
                    <a:pt x="1" y="3"/>
                  </a:cubicBezTo>
                  <a:cubicBezTo>
                    <a:pt x="1" y="2"/>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3" name="Freeform 2788">
              <a:extLst>
                <a:ext uri="{FF2B5EF4-FFF2-40B4-BE49-F238E27FC236}">
                  <a16:creationId xmlns:a16="http://schemas.microsoft.com/office/drawing/2014/main" id="{C7D53ECC-FF54-F7D9-EEBE-6754ABF6A0C5}"/>
                </a:ext>
              </a:extLst>
            </p:cNvPr>
            <p:cNvSpPr>
              <a:spLocks/>
            </p:cNvSpPr>
            <p:nvPr/>
          </p:nvSpPr>
          <p:spPr bwMode="auto">
            <a:xfrm rot="5094805">
              <a:off x="2985676" y="6728078"/>
              <a:ext cx="25135" cy="9140"/>
            </a:xfrm>
            <a:custGeom>
              <a:avLst/>
              <a:gdLst>
                <a:gd name="T0" fmla="*/ 6 w 10"/>
                <a:gd name="T1" fmla="*/ 4 h 4"/>
                <a:gd name="T2" fmla="*/ 1 w 10"/>
                <a:gd name="T3" fmla="*/ 4 h 4"/>
                <a:gd name="T4" fmla="*/ 5 w 10"/>
                <a:gd name="T5" fmla="*/ 1 h 4"/>
                <a:gd name="T6" fmla="*/ 10 w 10"/>
                <a:gd name="T7" fmla="*/ 1 h 4"/>
                <a:gd name="T8" fmla="*/ 6 w 10"/>
                <a:gd name="T9" fmla="*/ 4 h 4"/>
              </a:gdLst>
              <a:ahLst/>
              <a:cxnLst>
                <a:cxn ang="0">
                  <a:pos x="T0" y="T1"/>
                </a:cxn>
                <a:cxn ang="0">
                  <a:pos x="T2" y="T3"/>
                </a:cxn>
                <a:cxn ang="0">
                  <a:pos x="T4" y="T5"/>
                </a:cxn>
                <a:cxn ang="0">
                  <a:pos x="T6" y="T7"/>
                </a:cxn>
                <a:cxn ang="0">
                  <a:pos x="T8" y="T9"/>
                </a:cxn>
              </a:cxnLst>
              <a:rect l="0" t="0" r="r" b="b"/>
              <a:pathLst>
                <a:path w="10" h="4">
                  <a:moveTo>
                    <a:pt x="6" y="4"/>
                  </a:moveTo>
                  <a:cubicBezTo>
                    <a:pt x="3" y="4"/>
                    <a:pt x="1" y="4"/>
                    <a:pt x="1" y="4"/>
                  </a:cubicBezTo>
                  <a:cubicBezTo>
                    <a:pt x="0" y="3"/>
                    <a:pt x="2" y="2"/>
                    <a:pt x="5" y="1"/>
                  </a:cubicBezTo>
                  <a:cubicBezTo>
                    <a:pt x="8" y="0"/>
                    <a:pt x="10" y="0"/>
                    <a:pt x="10" y="1"/>
                  </a:cubicBezTo>
                  <a:cubicBezTo>
                    <a:pt x="10" y="2"/>
                    <a:pt x="8"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4" name="Freeform 2789">
              <a:extLst>
                <a:ext uri="{FF2B5EF4-FFF2-40B4-BE49-F238E27FC236}">
                  <a16:creationId xmlns:a16="http://schemas.microsoft.com/office/drawing/2014/main" id="{33C8E7AB-01C3-E0F2-1F4C-F26CB8A3BBF6}"/>
                </a:ext>
              </a:extLst>
            </p:cNvPr>
            <p:cNvSpPr>
              <a:spLocks/>
            </p:cNvSpPr>
            <p:nvPr/>
          </p:nvSpPr>
          <p:spPr bwMode="auto">
            <a:xfrm rot="5094805">
              <a:off x="2988765" y="6518003"/>
              <a:ext cx="22850" cy="9140"/>
            </a:xfrm>
            <a:custGeom>
              <a:avLst/>
              <a:gdLst>
                <a:gd name="T0" fmla="*/ 3 w 9"/>
                <a:gd name="T1" fmla="*/ 0 h 4"/>
                <a:gd name="T2" fmla="*/ 8 w 9"/>
                <a:gd name="T3" fmla="*/ 1 h 4"/>
                <a:gd name="T4" fmla="*/ 5 w 9"/>
                <a:gd name="T5" fmla="*/ 4 h 4"/>
                <a:gd name="T6" fmla="*/ 0 w 9"/>
                <a:gd name="T7" fmla="*/ 3 h 4"/>
                <a:gd name="T8" fmla="*/ 3 w 9"/>
                <a:gd name="T9" fmla="*/ 0 h 4"/>
              </a:gdLst>
              <a:ahLst/>
              <a:cxnLst>
                <a:cxn ang="0">
                  <a:pos x="T0" y="T1"/>
                </a:cxn>
                <a:cxn ang="0">
                  <a:pos x="T2" y="T3"/>
                </a:cxn>
                <a:cxn ang="0">
                  <a:pos x="T4" y="T5"/>
                </a:cxn>
                <a:cxn ang="0">
                  <a:pos x="T6" y="T7"/>
                </a:cxn>
                <a:cxn ang="0">
                  <a:pos x="T8" y="T9"/>
                </a:cxn>
              </a:cxnLst>
              <a:rect l="0" t="0" r="r" b="b"/>
              <a:pathLst>
                <a:path w="9" h="4">
                  <a:moveTo>
                    <a:pt x="3" y="0"/>
                  </a:moveTo>
                  <a:cubicBezTo>
                    <a:pt x="5" y="0"/>
                    <a:pt x="7" y="0"/>
                    <a:pt x="8" y="1"/>
                  </a:cubicBezTo>
                  <a:cubicBezTo>
                    <a:pt x="9" y="1"/>
                    <a:pt x="7" y="3"/>
                    <a:pt x="5" y="4"/>
                  </a:cubicBezTo>
                  <a:cubicBezTo>
                    <a:pt x="3" y="4"/>
                    <a:pt x="0" y="4"/>
                    <a:pt x="0" y="3"/>
                  </a:cubicBezTo>
                  <a:cubicBezTo>
                    <a:pt x="0" y="2"/>
                    <a:pt x="1"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5" name="Freeform 2790">
              <a:extLst>
                <a:ext uri="{FF2B5EF4-FFF2-40B4-BE49-F238E27FC236}">
                  <a16:creationId xmlns:a16="http://schemas.microsoft.com/office/drawing/2014/main" id="{F334BFA0-6EEA-22B0-D7CF-456EA32C5408}"/>
                </a:ext>
              </a:extLst>
            </p:cNvPr>
            <p:cNvSpPr>
              <a:spLocks/>
            </p:cNvSpPr>
            <p:nvPr/>
          </p:nvSpPr>
          <p:spPr bwMode="auto">
            <a:xfrm rot="5094805">
              <a:off x="2929633" y="6329223"/>
              <a:ext cx="27420" cy="11425"/>
            </a:xfrm>
            <a:custGeom>
              <a:avLst/>
              <a:gdLst>
                <a:gd name="T0" fmla="*/ 11 w 11"/>
                <a:gd name="T1" fmla="*/ 1 h 4"/>
                <a:gd name="T2" fmla="*/ 6 w 11"/>
                <a:gd name="T3" fmla="*/ 3 h 4"/>
                <a:gd name="T4" fmla="*/ 0 w 11"/>
                <a:gd name="T5" fmla="*/ 3 h 4"/>
                <a:gd name="T6" fmla="*/ 3 w 11"/>
                <a:gd name="T7" fmla="*/ 1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8" y="2"/>
                    <a:pt x="7" y="3"/>
                    <a:pt x="6" y="3"/>
                  </a:cubicBezTo>
                  <a:cubicBezTo>
                    <a:pt x="3" y="4"/>
                    <a:pt x="0" y="4"/>
                    <a:pt x="0" y="3"/>
                  </a:cubicBezTo>
                  <a:cubicBezTo>
                    <a:pt x="0" y="2"/>
                    <a:pt x="2" y="1"/>
                    <a:pt x="3" y="1"/>
                  </a:cubicBezTo>
                  <a:cubicBezTo>
                    <a:pt x="5" y="0"/>
                    <a:pt x="7"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6" name="Freeform 2791">
              <a:extLst>
                <a:ext uri="{FF2B5EF4-FFF2-40B4-BE49-F238E27FC236}">
                  <a16:creationId xmlns:a16="http://schemas.microsoft.com/office/drawing/2014/main" id="{84B44FE4-EA0D-70CB-61EF-0FFBE574FD26}"/>
                </a:ext>
              </a:extLst>
            </p:cNvPr>
            <p:cNvSpPr>
              <a:spLocks/>
            </p:cNvSpPr>
            <p:nvPr/>
          </p:nvSpPr>
          <p:spPr bwMode="auto">
            <a:xfrm rot="5094805">
              <a:off x="2886345" y="6139334"/>
              <a:ext cx="25135" cy="11425"/>
            </a:xfrm>
            <a:custGeom>
              <a:avLst/>
              <a:gdLst>
                <a:gd name="T0" fmla="*/ 10 w 10"/>
                <a:gd name="T1" fmla="*/ 1 h 4"/>
                <a:gd name="T2" fmla="*/ 5 w 10"/>
                <a:gd name="T3" fmla="*/ 3 h 4"/>
                <a:gd name="T4" fmla="*/ 0 w 10"/>
                <a:gd name="T5" fmla="*/ 2 h 4"/>
                <a:gd name="T6" fmla="*/ 2 w 10"/>
                <a:gd name="T7" fmla="*/ 1 h 4"/>
                <a:gd name="T8" fmla="*/ 10 w 10"/>
                <a:gd name="T9" fmla="*/ 1 h 4"/>
              </a:gdLst>
              <a:ahLst/>
              <a:cxnLst>
                <a:cxn ang="0">
                  <a:pos x="T0" y="T1"/>
                </a:cxn>
                <a:cxn ang="0">
                  <a:pos x="T2" y="T3"/>
                </a:cxn>
                <a:cxn ang="0">
                  <a:pos x="T4" y="T5"/>
                </a:cxn>
                <a:cxn ang="0">
                  <a:pos x="T6" y="T7"/>
                </a:cxn>
                <a:cxn ang="0">
                  <a:pos x="T8" y="T9"/>
                </a:cxn>
              </a:cxnLst>
              <a:rect l="0" t="0" r="r" b="b"/>
              <a:pathLst>
                <a:path w="10" h="4">
                  <a:moveTo>
                    <a:pt x="10" y="1"/>
                  </a:moveTo>
                  <a:cubicBezTo>
                    <a:pt x="8" y="2"/>
                    <a:pt x="7" y="3"/>
                    <a:pt x="5" y="3"/>
                  </a:cubicBezTo>
                  <a:cubicBezTo>
                    <a:pt x="3" y="4"/>
                    <a:pt x="0" y="3"/>
                    <a:pt x="0" y="2"/>
                  </a:cubicBezTo>
                  <a:cubicBezTo>
                    <a:pt x="0" y="2"/>
                    <a:pt x="1" y="1"/>
                    <a:pt x="2" y="1"/>
                  </a:cubicBezTo>
                  <a:cubicBezTo>
                    <a:pt x="4" y="0"/>
                    <a:pt x="6"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7" name="Freeform 2792">
              <a:extLst>
                <a:ext uri="{FF2B5EF4-FFF2-40B4-BE49-F238E27FC236}">
                  <a16:creationId xmlns:a16="http://schemas.microsoft.com/office/drawing/2014/main" id="{086ED751-0059-49E9-5262-F4598BE6030E}"/>
                </a:ext>
              </a:extLst>
            </p:cNvPr>
            <p:cNvSpPr>
              <a:spLocks/>
            </p:cNvSpPr>
            <p:nvPr/>
          </p:nvSpPr>
          <p:spPr bwMode="auto">
            <a:xfrm rot="5094805">
              <a:off x="2850618" y="5945327"/>
              <a:ext cx="22850" cy="9140"/>
            </a:xfrm>
            <a:custGeom>
              <a:avLst/>
              <a:gdLst>
                <a:gd name="T0" fmla="*/ 4 w 9"/>
                <a:gd name="T1" fmla="*/ 0 h 4"/>
                <a:gd name="T2" fmla="*/ 8 w 9"/>
                <a:gd name="T3" fmla="*/ 2 h 4"/>
                <a:gd name="T4" fmla="*/ 4 w 9"/>
                <a:gd name="T5" fmla="*/ 4 h 4"/>
                <a:gd name="T6" fmla="*/ 0 w 9"/>
                <a:gd name="T7" fmla="*/ 3 h 4"/>
                <a:gd name="T8" fmla="*/ 4 w 9"/>
                <a:gd name="T9" fmla="*/ 0 h 4"/>
              </a:gdLst>
              <a:ahLst/>
              <a:cxnLst>
                <a:cxn ang="0">
                  <a:pos x="T0" y="T1"/>
                </a:cxn>
                <a:cxn ang="0">
                  <a:pos x="T2" y="T3"/>
                </a:cxn>
                <a:cxn ang="0">
                  <a:pos x="T4" y="T5"/>
                </a:cxn>
                <a:cxn ang="0">
                  <a:pos x="T6" y="T7"/>
                </a:cxn>
                <a:cxn ang="0">
                  <a:pos x="T8" y="T9"/>
                </a:cxn>
              </a:cxnLst>
              <a:rect l="0" t="0" r="r" b="b"/>
              <a:pathLst>
                <a:path w="9" h="4">
                  <a:moveTo>
                    <a:pt x="4" y="0"/>
                  </a:moveTo>
                  <a:cubicBezTo>
                    <a:pt x="6" y="1"/>
                    <a:pt x="8" y="1"/>
                    <a:pt x="8" y="2"/>
                  </a:cubicBezTo>
                  <a:cubicBezTo>
                    <a:pt x="9" y="2"/>
                    <a:pt x="6" y="4"/>
                    <a:pt x="4" y="4"/>
                  </a:cubicBezTo>
                  <a:cubicBezTo>
                    <a:pt x="3" y="4"/>
                    <a:pt x="0" y="4"/>
                    <a:pt x="0" y="3"/>
                  </a:cubicBezTo>
                  <a:cubicBezTo>
                    <a:pt x="0" y="3"/>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8" name="Freeform 2793">
              <a:extLst>
                <a:ext uri="{FF2B5EF4-FFF2-40B4-BE49-F238E27FC236}">
                  <a16:creationId xmlns:a16="http://schemas.microsoft.com/office/drawing/2014/main" id="{E26A1DAF-E132-3651-945A-A37F3FFEE672}"/>
                </a:ext>
              </a:extLst>
            </p:cNvPr>
            <p:cNvSpPr>
              <a:spLocks/>
            </p:cNvSpPr>
            <p:nvPr/>
          </p:nvSpPr>
          <p:spPr bwMode="auto">
            <a:xfrm rot="5094805">
              <a:off x="2791486" y="5756547"/>
              <a:ext cx="27420" cy="11425"/>
            </a:xfrm>
            <a:custGeom>
              <a:avLst/>
              <a:gdLst>
                <a:gd name="T0" fmla="*/ 11 w 11"/>
                <a:gd name="T1" fmla="*/ 1 h 4"/>
                <a:gd name="T2" fmla="*/ 6 w 11"/>
                <a:gd name="T3" fmla="*/ 3 h 4"/>
                <a:gd name="T4" fmla="*/ 0 w 11"/>
                <a:gd name="T5" fmla="*/ 3 h 4"/>
                <a:gd name="T6" fmla="*/ 4 w 11"/>
                <a:gd name="T7" fmla="*/ 1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8" y="2"/>
                    <a:pt x="7" y="3"/>
                    <a:pt x="6" y="3"/>
                  </a:cubicBezTo>
                  <a:cubicBezTo>
                    <a:pt x="3" y="4"/>
                    <a:pt x="0" y="4"/>
                    <a:pt x="0" y="3"/>
                  </a:cubicBezTo>
                  <a:cubicBezTo>
                    <a:pt x="1" y="2"/>
                    <a:pt x="3" y="1"/>
                    <a:pt x="4" y="1"/>
                  </a:cubicBezTo>
                  <a:cubicBezTo>
                    <a:pt x="6" y="0"/>
                    <a:pt x="8"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9" name="Freeform 2794">
              <a:extLst>
                <a:ext uri="{FF2B5EF4-FFF2-40B4-BE49-F238E27FC236}">
                  <a16:creationId xmlns:a16="http://schemas.microsoft.com/office/drawing/2014/main" id="{3CEAD449-58C7-E54A-92FA-6EE98D893F3C}"/>
                </a:ext>
              </a:extLst>
            </p:cNvPr>
            <p:cNvSpPr>
              <a:spLocks/>
            </p:cNvSpPr>
            <p:nvPr/>
          </p:nvSpPr>
          <p:spPr bwMode="auto">
            <a:xfrm rot="5094805">
              <a:off x="2723066" y="5568993"/>
              <a:ext cx="22850" cy="9140"/>
            </a:xfrm>
            <a:custGeom>
              <a:avLst/>
              <a:gdLst>
                <a:gd name="T0" fmla="*/ 9 w 9"/>
                <a:gd name="T1" fmla="*/ 1 h 4"/>
                <a:gd name="T2" fmla="*/ 4 w 9"/>
                <a:gd name="T3" fmla="*/ 4 h 4"/>
                <a:gd name="T4" fmla="*/ 0 w 9"/>
                <a:gd name="T5" fmla="*/ 3 h 4"/>
                <a:gd name="T6" fmla="*/ 4 w 9"/>
                <a:gd name="T7" fmla="*/ 0 h 4"/>
                <a:gd name="T8" fmla="*/ 9 w 9"/>
                <a:gd name="T9" fmla="*/ 1 h 4"/>
              </a:gdLst>
              <a:ahLst/>
              <a:cxnLst>
                <a:cxn ang="0">
                  <a:pos x="T0" y="T1"/>
                </a:cxn>
                <a:cxn ang="0">
                  <a:pos x="T2" y="T3"/>
                </a:cxn>
                <a:cxn ang="0">
                  <a:pos x="T4" y="T5"/>
                </a:cxn>
                <a:cxn ang="0">
                  <a:pos x="T6" y="T7"/>
                </a:cxn>
                <a:cxn ang="0">
                  <a:pos x="T8" y="T9"/>
                </a:cxn>
              </a:cxnLst>
              <a:rect l="0" t="0" r="r" b="b"/>
              <a:pathLst>
                <a:path w="9" h="4">
                  <a:moveTo>
                    <a:pt x="9" y="1"/>
                  </a:moveTo>
                  <a:cubicBezTo>
                    <a:pt x="9" y="2"/>
                    <a:pt x="6" y="4"/>
                    <a:pt x="4" y="4"/>
                  </a:cubicBezTo>
                  <a:cubicBezTo>
                    <a:pt x="2" y="4"/>
                    <a:pt x="0" y="4"/>
                    <a:pt x="0" y="3"/>
                  </a:cubicBezTo>
                  <a:cubicBezTo>
                    <a:pt x="1" y="2"/>
                    <a:pt x="3" y="1"/>
                    <a:pt x="4" y="0"/>
                  </a:cubicBezTo>
                  <a:cubicBezTo>
                    <a:pt x="6" y="0"/>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0" name="Freeform 2795">
              <a:extLst>
                <a:ext uri="{FF2B5EF4-FFF2-40B4-BE49-F238E27FC236}">
                  <a16:creationId xmlns:a16="http://schemas.microsoft.com/office/drawing/2014/main" id="{F342DF61-6FD5-1E41-1632-195F16FB2D07}"/>
                </a:ext>
              </a:extLst>
            </p:cNvPr>
            <p:cNvSpPr>
              <a:spLocks/>
            </p:cNvSpPr>
            <p:nvPr/>
          </p:nvSpPr>
          <p:spPr bwMode="auto">
            <a:xfrm rot="5094805">
              <a:off x="2636834" y="5382838"/>
              <a:ext cx="22850" cy="15995"/>
            </a:xfrm>
            <a:custGeom>
              <a:avLst/>
              <a:gdLst>
                <a:gd name="T0" fmla="*/ 10 w 10"/>
                <a:gd name="T1" fmla="*/ 0 h 6"/>
                <a:gd name="T2" fmla="*/ 5 w 10"/>
                <a:gd name="T3" fmla="*/ 5 h 6"/>
                <a:gd name="T4" fmla="*/ 0 w 10"/>
                <a:gd name="T5" fmla="*/ 5 h 6"/>
                <a:gd name="T6" fmla="*/ 2 w 10"/>
                <a:gd name="T7" fmla="*/ 2 h 6"/>
                <a:gd name="T8" fmla="*/ 10 w 10"/>
                <a:gd name="T9" fmla="*/ 0 h 6"/>
              </a:gdLst>
              <a:ahLst/>
              <a:cxnLst>
                <a:cxn ang="0">
                  <a:pos x="T0" y="T1"/>
                </a:cxn>
                <a:cxn ang="0">
                  <a:pos x="T2" y="T3"/>
                </a:cxn>
                <a:cxn ang="0">
                  <a:pos x="T4" y="T5"/>
                </a:cxn>
                <a:cxn ang="0">
                  <a:pos x="T6" y="T7"/>
                </a:cxn>
                <a:cxn ang="0">
                  <a:pos x="T8" y="T9"/>
                </a:cxn>
              </a:cxnLst>
              <a:rect l="0" t="0" r="r" b="b"/>
              <a:pathLst>
                <a:path w="10" h="6">
                  <a:moveTo>
                    <a:pt x="10" y="0"/>
                  </a:moveTo>
                  <a:cubicBezTo>
                    <a:pt x="8" y="2"/>
                    <a:pt x="7" y="4"/>
                    <a:pt x="5" y="5"/>
                  </a:cubicBezTo>
                  <a:cubicBezTo>
                    <a:pt x="3" y="6"/>
                    <a:pt x="0" y="6"/>
                    <a:pt x="0" y="5"/>
                  </a:cubicBezTo>
                  <a:cubicBezTo>
                    <a:pt x="0" y="4"/>
                    <a:pt x="1" y="2"/>
                    <a:pt x="2" y="2"/>
                  </a:cubicBezTo>
                  <a:cubicBezTo>
                    <a:pt x="4" y="1"/>
                    <a:pt x="6" y="1"/>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1" name="Freeform 2796">
              <a:extLst>
                <a:ext uri="{FF2B5EF4-FFF2-40B4-BE49-F238E27FC236}">
                  <a16:creationId xmlns:a16="http://schemas.microsoft.com/office/drawing/2014/main" id="{B7FB2CC8-A637-2E16-9F25-CAA9CB5B816F}"/>
                </a:ext>
              </a:extLst>
            </p:cNvPr>
            <p:cNvSpPr>
              <a:spLocks/>
            </p:cNvSpPr>
            <p:nvPr/>
          </p:nvSpPr>
          <p:spPr bwMode="auto">
            <a:xfrm rot="5094805">
              <a:off x="2539954" y="5196470"/>
              <a:ext cx="22850" cy="15995"/>
            </a:xfrm>
            <a:custGeom>
              <a:avLst/>
              <a:gdLst>
                <a:gd name="T0" fmla="*/ 3 w 9"/>
                <a:gd name="T1" fmla="*/ 0 h 7"/>
                <a:gd name="T2" fmla="*/ 8 w 9"/>
                <a:gd name="T3" fmla="*/ 1 h 7"/>
                <a:gd name="T4" fmla="*/ 5 w 9"/>
                <a:gd name="T5" fmla="*/ 6 h 7"/>
                <a:gd name="T6" fmla="*/ 0 w 9"/>
                <a:gd name="T7" fmla="*/ 6 h 7"/>
                <a:gd name="T8" fmla="*/ 3 w 9"/>
                <a:gd name="T9" fmla="*/ 0 h 7"/>
              </a:gdLst>
              <a:ahLst/>
              <a:cxnLst>
                <a:cxn ang="0">
                  <a:pos x="T0" y="T1"/>
                </a:cxn>
                <a:cxn ang="0">
                  <a:pos x="T2" y="T3"/>
                </a:cxn>
                <a:cxn ang="0">
                  <a:pos x="T4" y="T5"/>
                </a:cxn>
                <a:cxn ang="0">
                  <a:pos x="T6" y="T7"/>
                </a:cxn>
                <a:cxn ang="0">
                  <a:pos x="T8" y="T9"/>
                </a:cxn>
              </a:cxnLst>
              <a:rect l="0" t="0" r="r" b="b"/>
              <a:pathLst>
                <a:path w="9" h="7">
                  <a:moveTo>
                    <a:pt x="3" y="0"/>
                  </a:moveTo>
                  <a:cubicBezTo>
                    <a:pt x="5" y="1"/>
                    <a:pt x="7" y="1"/>
                    <a:pt x="8" y="1"/>
                  </a:cubicBezTo>
                  <a:cubicBezTo>
                    <a:pt x="9" y="2"/>
                    <a:pt x="7" y="5"/>
                    <a:pt x="5" y="6"/>
                  </a:cubicBezTo>
                  <a:cubicBezTo>
                    <a:pt x="3" y="7"/>
                    <a:pt x="0" y="7"/>
                    <a:pt x="0" y="6"/>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2" name="Freeform 2797">
              <a:extLst>
                <a:ext uri="{FF2B5EF4-FFF2-40B4-BE49-F238E27FC236}">
                  <a16:creationId xmlns:a16="http://schemas.microsoft.com/office/drawing/2014/main" id="{8A76D2D1-41A1-2948-524D-DF8CABFA7161}"/>
                </a:ext>
              </a:extLst>
            </p:cNvPr>
            <p:cNvSpPr>
              <a:spLocks/>
            </p:cNvSpPr>
            <p:nvPr/>
          </p:nvSpPr>
          <p:spPr bwMode="auto">
            <a:xfrm rot="5094805">
              <a:off x="2435312" y="5011945"/>
              <a:ext cx="22850" cy="18280"/>
            </a:xfrm>
            <a:custGeom>
              <a:avLst/>
              <a:gdLst>
                <a:gd name="T0" fmla="*/ 5 w 9"/>
                <a:gd name="T1" fmla="*/ 0 h 8"/>
                <a:gd name="T2" fmla="*/ 9 w 9"/>
                <a:gd name="T3" fmla="*/ 4 h 8"/>
                <a:gd name="T4" fmla="*/ 5 w 9"/>
                <a:gd name="T5" fmla="*/ 8 h 8"/>
                <a:gd name="T6" fmla="*/ 0 w 9"/>
                <a:gd name="T7" fmla="*/ 7 h 8"/>
                <a:gd name="T8" fmla="*/ 5 w 9"/>
                <a:gd name="T9" fmla="*/ 0 h 8"/>
              </a:gdLst>
              <a:ahLst/>
              <a:cxnLst>
                <a:cxn ang="0">
                  <a:pos x="T0" y="T1"/>
                </a:cxn>
                <a:cxn ang="0">
                  <a:pos x="T2" y="T3"/>
                </a:cxn>
                <a:cxn ang="0">
                  <a:pos x="T4" y="T5"/>
                </a:cxn>
                <a:cxn ang="0">
                  <a:pos x="T6" y="T7"/>
                </a:cxn>
                <a:cxn ang="0">
                  <a:pos x="T8" y="T9"/>
                </a:cxn>
              </a:cxnLst>
              <a:rect l="0" t="0" r="r" b="b"/>
              <a:pathLst>
                <a:path w="9" h="8">
                  <a:moveTo>
                    <a:pt x="5" y="0"/>
                  </a:moveTo>
                  <a:cubicBezTo>
                    <a:pt x="7" y="2"/>
                    <a:pt x="8" y="2"/>
                    <a:pt x="9" y="4"/>
                  </a:cubicBezTo>
                  <a:cubicBezTo>
                    <a:pt x="9" y="4"/>
                    <a:pt x="6" y="7"/>
                    <a:pt x="5" y="8"/>
                  </a:cubicBezTo>
                  <a:cubicBezTo>
                    <a:pt x="3" y="8"/>
                    <a:pt x="0" y="8"/>
                    <a:pt x="0" y="7"/>
                  </a:cubicBezTo>
                  <a:cubicBezTo>
                    <a:pt x="1" y="6"/>
                    <a:pt x="2" y="3"/>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3" name="Freeform 2798">
              <a:extLst>
                <a:ext uri="{FF2B5EF4-FFF2-40B4-BE49-F238E27FC236}">
                  <a16:creationId xmlns:a16="http://schemas.microsoft.com/office/drawing/2014/main" id="{FB591092-25A5-08C6-6DB4-E86FFC060C93}"/>
                </a:ext>
              </a:extLst>
            </p:cNvPr>
            <p:cNvSpPr>
              <a:spLocks/>
            </p:cNvSpPr>
            <p:nvPr/>
          </p:nvSpPr>
          <p:spPr bwMode="auto">
            <a:xfrm rot="5094805">
              <a:off x="2319589" y="4832889"/>
              <a:ext cx="25135" cy="18280"/>
            </a:xfrm>
            <a:custGeom>
              <a:avLst/>
              <a:gdLst>
                <a:gd name="T0" fmla="*/ 10 w 10"/>
                <a:gd name="T1" fmla="*/ 0 h 8"/>
                <a:gd name="T2" fmla="*/ 5 w 10"/>
                <a:gd name="T3" fmla="*/ 6 h 8"/>
                <a:gd name="T4" fmla="*/ 0 w 10"/>
                <a:gd name="T5" fmla="*/ 6 h 8"/>
                <a:gd name="T6" fmla="*/ 3 w 10"/>
                <a:gd name="T7" fmla="*/ 1 h 8"/>
                <a:gd name="T8" fmla="*/ 10 w 10"/>
                <a:gd name="T9" fmla="*/ 0 h 8"/>
              </a:gdLst>
              <a:ahLst/>
              <a:cxnLst>
                <a:cxn ang="0">
                  <a:pos x="T0" y="T1"/>
                </a:cxn>
                <a:cxn ang="0">
                  <a:pos x="T2" y="T3"/>
                </a:cxn>
                <a:cxn ang="0">
                  <a:pos x="T4" y="T5"/>
                </a:cxn>
                <a:cxn ang="0">
                  <a:pos x="T6" y="T7"/>
                </a:cxn>
                <a:cxn ang="0">
                  <a:pos x="T8" y="T9"/>
                </a:cxn>
              </a:cxnLst>
              <a:rect l="0" t="0" r="r" b="b"/>
              <a:pathLst>
                <a:path w="10" h="8">
                  <a:moveTo>
                    <a:pt x="10" y="0"/>
                  </a:moveTo>
                  <a:cubicBezTo>
                    <a:pt x="8" y="3"/>
                    <a:pt x="7" y="5"/>
                    <a:pt x="5" y="6"/>
                  </a:cubicBezTo>
                  <a:cubicBezTo>
                    <a:pt x="3" y="8"/>
                    <a:pt x="0" y="8"/>
                    <a:pt x="0" y="6"/>
                  </a:cubicBezTo>
                  <a:cubicBezTo>
                    <a:pt x="0" y="4"/>
                    <a:pt x="2" y="1"/>
                    <a:pt x="3" y="1"/>
                  </a:cubicBezTo>
                  <a:cubicBezTo>
                    <a:pt x="5" y="0"/>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4" name="Freeform 2799">
              <a:extLst>
                <a:ext uri="{FF2B5EF4-FFF2-40B4-BE49-F238E27FC236}">
                  <a16:creationId xmlns:a16="http://schemas.microsoft.com/office/drawing/2014/main" id="{9F01A3B7-5D57-BB7F-7B40-E7A2746809FE}"/>
                </a:ext>
              </a:extLst>
            </p:cNvPr>
            <p:cNvSpPr>
              <a:spLocks/>
            </p:cNvSpPr>
            <p:nvPr/>
          </p:nvSpPr>
          <p:spPr bwMode="auto">
            <a:xfrm rot="5094805">
              <a:off x="2209265" y="4647930"/>
              <a:ext cx="20565" cy="22850"/>
            </a:xfrm>
            <a:custGeom>
              <a:avLst/>
              <a:gdLst>
                <a:gd name="T0" fmla="*/ 2 w 9"/>
                <a:gd name="T1" fmla="*/ 0 h 9"/>
                <a:gd name="T2" fmla="*/ 8 w 9"/>
                <a:gd name="T3" fmla="*/ 2 h 9"/>
                <a:gd name="T4" fmla="*/ 4 w 9"/>
                <a:gd name="T5" fmla="*/ 8 h 9"/>
                <a:gd name="T6" fmla="*/ 0 w 9"/>
                <a:gd name="T7" fmla="*/ 8 h 9"/>
                <a:gd name="T8" fmla="*/ 2 w 9"/>
                <a:gd name="T9" fmla="*/ 0 h 9"/>
              </a:gdLst>
              <a:ahLst/>
              <a:cxnLst>
                <a:cxn ang="0">
                  <a:pos x="T0" y="T1"/>
                </a:cxn>
                <a:cxn ang="0">
                  <a:pos x="T2" y="T3"/>
                </a:cxn>
                <a:cxn ang="0">
                  <a:pos x="T4" y="T5"/>
                </a:cxn>
                <a:cxn ang="0">
                  <a:pos x="T6" y="T7"/>
                </a:cxn>
                <a:cxn ang="0">
                  <a:pos x="T8" y="T9"/>
                </a:cxn>
              </a:cxnLst>
              <a:rect l="0" t="0" r="r" b="b"/>
              <a:pathLst>
                <a:path w="9" h="9">
                  <a:moveTo>
                    <a:pt x="2" y="0"/>
                  </a:moveTo>
                  <a:cubicBezTo>
                    <a:pt x="5" y="1"/>
                    <a:pt x="7" y="1"/>
                    <a:pt x="8" y="2"/>
                  </a:cubicBezTo>
                  <a:cubicBezTo>
                    <a:pt x="9" y="4"/>
                    <a:pt x="7" y="7"/>
                    <a:pt x="4" y="8"/>
                  </a:cubicBezTo>
                  <a:cubicBezTo>
                    <a:pt x="3" y="9"/>
                    <a:pt x="0" y="9"/>
                    <a:pt x="0" y="8"/>
                  </a:cubicBezTo>
                  <a:cubicBezTo>
                    <a:pt x="0" y="6"/>
                    <a:pt x="1" y="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5" name="Freeform 2800">
              <a:extLst>
                <a:ext uri="{FF2B5EF4-FFF2-40B4-BE49-F238E27FC236}">
                  <a16:creationId xmlns:a16="http://schemas.microsoft.com/office/drawing/2014/main" id="{BD53D135-94BB-83E5-CE90-F2E4661B6907}"/>
                </a:ext>
              </a:extLst>
            </p:cNvPr>
            <p:cNvSpPr>
              <a:spLocks/>
            </p:cNvSpPr>
            <p:nvPr/>
          </p:nvSpPr>
          <p:spPr bwMode="auto">
            <a:xfrm rot="5094805">
              <a:off x="2094169" y="4460696"/>
              <a:ext cx="25135" cy="27420"/>
            </a:xfrm>
            <a:custGeom>
              <a:avLst/>
              <a:gdLst>
                <a:gd name="T0" fmla="*/ 10 w 10"/>
                <a:gd name="T1" fmla="*/ 5 h 11"/>
                <a:gd name="T2" fmla="*/ 6 w 10"/>
                <a:gd name="T3" fmla="*/ 9 h 11"/>
                <a:gd name="T4" fmla="*/ 1 w 10"/>
                <a:gd name="T5" fmla="*/ 8 h 11"/>
                <a:gd name="T6" fmla="*/ 4 w 10"/>
                <a:gd name="T7" fmla="*/ 2 h 11"/>
                <a:gd name="T8" fmla="*/ 10 w 10"/>
                <a:gd name="T9" fmla="*/ 5 h 11"/>
              </a:gdLst>
              <a:ahLst/>
              <a:cxnLst>
                <a:cxn ang="0">
                  <a:pos x="T0" y="T1"/>
                </a:cxn>
                <a:cxn ang="0">
                  <a:pos x="T2" y="T3"/>
                </a:cxn>
                <a:cxn ang="0">
                  <a:pos x="T4" y="T5"/>
                </a:cxn>
                <a:cxn ang="0">
                  <a:pos x="T6" y="T7"/>
                </a:cxn>
                <a:cxn ang="0">
                  <a:pos x="T8" y="T9"/>
                </a:cxn>
              </a:cxnLst>
              <a:rect l="0" t="0" r="r" b="b"/>
              <a:pathLst>
                <a:path w="10" h="11">
                  <a:moveTo>
                    <a:pt x="10" y="5"/>
                  </a:moveTo>
                  <a:cubicBezTo>
                    <a:pt x="9" y="6"/>
                    <a:pt x="8" y="8"/>
                    <a:pt x="6" y="9"/>
                  </a:cubicBezTo>
                  <a:cubicBezTo>
                    <a:pt x="4" y="11"/>
                    <a:pt x="0" y="10"/>
                    <a:pt x="1" y="8"/>
                  </a:cubicBezTo>
                  <a:cubicBezTo>
                    <a:pt x="1" y="6"/>
                    <a:pt x="3" y="4"/>
                    <a:pt x="4" y="2"/>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6" name="Freeform 2801">
              <a:extLst>
                <a:ext uri="{FF2B5EF4-FFF2-40B4-BE49-F238E27FC236}">
                  <a16:creationId xmlns:a16="http://schemas.microsoft.com/office/drawing/2014/main" id="{F1A3984F-21DE-EA62-D3DF-E58AF45BA09A}"/>
                </a:ext>
              </a:extLst>
            </p:cNvPr>
            <p:cNvSpPr>
              <a:spLocks/>
            </p:cNvSpPr>
            <p:nvPr/>
          </p:nvSpPr>
          <p:spPr bwMode="auto">
            <a:xfrm rot="5094805">
              <a:off x="1989632" y="4280838"/>
              <a:ext cx="22850" cy="22850"/>
            </a:xfrm>
            <a:custGeom>
              <a:avLst/>
              <a:gdLst>
                <a:gd name="T0" fmla="*/ 3 w 9"/>
                <a:gd name="T1" fmla="*/ 0 h 9"/>
                <a:gd name="T2" fmla="*/ 9 w 9"/>
                <a:gd name="T3" fmla="*/ 4 h 9"/>
                <a:gd name="T4" fmla="*/ 5 w 9"/>
                <a:gd name="T5" fmla="*/ 8 h 9"/>
                <a:gd name="T6" fmla="*/ 1 w 9"/>
                <a:gd name="T7" fmla="*/ 8 h 9"/>
                <a:gd name="T8" fmla="*/ 3 w 9"/>
                <a:gd name="T9" fmla="*/ 0 h 9"/>
              </a:gdLst>
              <a:ahLst/>
              <a:cxnLst>
                <a:cxn ang="0">
                  <a:pos x="T0" y="T1"/>
                </a:cxn>
                <a:cxn ang="0">
                  <a:pos x="T2" y="T3"/>
                </a:cxn>
                <a:cxn ang="0">
                  <a:pos x="T4" y="T5"/>
                </a:cxn>
                <a:cxn ang="0">
                  <a:pos x="T6" y="T7"/>
                </a:cxn>
                <a:cxn ang="0">
                  <a:pos x="T8" y="T9"/>
                </a:cxn>
              </a:cxnLst>
              <a:rect l="0" t="0" r="r" b="b"/>
              <a:pathLst>
                <a:path w="9" h="9">
                  <a:moveTo>
                    <a:pt x="3" y="0"/>
                  </a:moveTo>
                  <a:cubicBezTo>
                    <a:pt x="6" y="2"/>
                    <a:pt x="8" y="2"/>
                    <a:pt x="9" y="4"/>
                  </a:cubicBezTo>
                  <a:cubicBezTo>
                    <a:pt x="9" y="4"/>
                    <a:pt x="7" y="8"/>
                    <a:pt x="5" y="8"/>
                  </a:cubicBezTo>
                  <a:cubicBezTo>
                    <a:pt x="4" y="9"/>
                    <a:pt x="1" y="9"/>
                    <a:pt x="1" y="8"/>
                  </a:cubicBezTo>
                  <a:cubicBezTo>
                    <a:pt x="0"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7" name="Freeform 2802">
              <a:extLst>
                <a:ext uri="{FF2B5EF4-FFF2-40B4-BE49-F238E27FC236}">
                  <a16:creationId xmlns:a16="http://schemas.microsoft.com/office/drawing/2014/main" id="{799E15E9-0E88-06E3-4791-7C9E0F49244F}"/>
                </a:ext>
              </a:extLst>
            </p:cNvPr>
            <p:cNvSpPr>
              <a:spLocks/>
            </p:cNvSpPr>
            <p:nvPr/>
          </p:nvSpPr>
          <p:spPr bwMode="auto">
            <a:xfrm rot="5094805">
              <a:off x="1894094" y="4095502"/>
              <a:ext cx="22850" cy="25135"/>
            </a:xfrm>
            <a:custGeom>
              <a:avLst/>
              <a:gdLst>
                <a:gd name="T0" fmla="*/ 9 w 9"/>
                <a:gd name="T1" fmla="*/ 5 h 10"/>
                <a:gd name="T2" fmla="*/ 5 w 9"/>
                <a:gd name="T3" fmla="*/ 8 h 10"/>
                <a:gd name="T4" fmla="*/ 0 w 9"/>
                <a:gd name="T5" fmla="*/ 7 h 10"/>
                <a:gd name="T6" fmla="*/ 4 w 9"/>
                <a:gd name="T7" fmla="*/ 2 h 10"/>
                <a:gd name="T8" fmla="*/ 9 w 9"/>
                <a:gd name="T9" fmla="*/ 5 h 10"/>
              </a:gdLst>
              <a:ahLst/>
              <a:cxnLst>
                <a:cxn ang="0">
                  <a:pos x="T0" y="T1"/>
                </a:cxn>
                <a:cxn ang="0">
                  <a:pos x="T2" y="T3"/>
                </a:cxn>
                <a:cxn ang="0">
                  <a:pos x="T4" y="T5"/>
                </a:cxn>
                <a:cxn ang="0">
                  <a:pos x="T6" y="T7"/>
                </a:cxn>
                <a:cxn ang="0">
                  <a:pos x="T8" y="T9"/>
                </a:cxn>
              </a:cxnLst>
              <a:rect l="0" t="0" r="r" b="b"/>
              <a:pathLst>
                <a:path w="9" h="10">
                  <a:moveTo>
                    <a:pt x="9" y="5"/>
                  </a:moveTo>
                  <a:cubicBezTo>
                    <a:pt x="8" y="6"/>
                    <a:pt x="7" y="7"/>
                    <a:pt x="5" y="8"/>
                  </a:cubicBezTo>
                  <a:cubicBezTo>
                    <a:pt x="3" y="10"/>
                    <a:pt x="0" y="9"/>
                    <a:pt x="0" y="7"/>
                  </a:cubicBezTo>
                  <a:cubicBezTo>
                    <a:pt x="1" y="5"/>
                    <a:pt x="2" y="3"/>
                    <a:pt x="4" y="2"/>
                  </a:cubicBezTo>
                  <a:cubicBezTo>
                    <a:pt x="6" y="0"/>
                    <a:pt x="9" y="2"/>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8" name="Freeform 2803">
              <a:extLst>
                <a:ext uri="{FF2B5EF4-FFF2-40B4-BE49-F238E27FC236}">
                  <a16:creationId xmlns:a16="http://schemas.microsoft.com/office/drawing/2014/main" id="{9031783F-6F7C-8E41-10A8-27F1D6AA4AAE}"/>
                </a:ext>
              </a:extLst>
            </p:cNvPr>
            <p:cNvSpPr>
              <a:spLocks/>
            </p:cNvSpPr>
            <p:nvPr/>
          </p:nvSpPr>
          <p:spPr bwMode="auto">
            <a:xfrm rot="5094805">
              <a:off x="3059374" y="6703378"/>
              <a:ext cx="20565" cy="13710"/>
            </a:xfrm>
            <a:custGeom>
              <a:avLst/>
              <a:gdLst>
                <a:gd name="T0" fmla="*/ 4 w 9"/>
                <a:gd name="T1" fmla="*/ 0 h 5"/>
                <a:gd name="T2" fmla="*/ 8 w 9"/>
                <a:gd name="T3" fmla="*/ 2 h 5"/>
                <a:gd name="T4" fmla="*/ 5 w 9"/>
                <a:gd name="T5" fmla="*/ 5 h 5"/>
                <a:gd name="T6" fmla="*/ 0 w 9"/>
                <a:gd name="T7" fmla="*/ 5 h 5"/>
                <a:gd name="T8" fmla="*/ 4 w 9"/>
                <a:gd name="T9" fmla="*/ 0 h 5"/>
              </a:gdLst>
              <a:ahLst/>
              <a:cxnLst>
                <a:cxn ang="0">
                  <a:pos x="T0" y="T1"/>
                </a:cxn>
                <a:cxn ang="0">
                  <a:pos x="T2" y="T3"/>
                </a:cxn>
                <a:cxn ang="0">
                  <a:pos x="T4" y="T5"/>
                </a:cxn>
                <a:cxn ang="0">
                  <a:pos x="T6" y="T7"/>
                </a:cxn>
                <a:cxn ang="0">
                  <a:pos x="T8" y="T9"/>
                </a:cxn>
              </a:cxnLst>
              <a:rect l="0" t="0" r="r" b="b"/>
              <a:pathLst>
                <a:path w="9" h="5">
                  <a:moveTo>
                    <a:pt x="4" y="0"/>
                  </a:moveTo>
                  <a:cubicBezTo>
                    <a:pt x="6" y="1"/>
                    <a:pt x="8" y="2"/>
                    <a:pt x="8" y="2"/>
                  </a:cubicBezTo>
                  <a:cubicBezTo>
                    <a:pt x="9" y="3"/>
                    <a:pt x="6" y="5"/>
                    <a:pt x="5" y="5"/>
                  </a:cubicBezTo>
                  <a:cubicBezTo>
                    <a:pt x="3" y="5"/>
                    <a:pt x="0" y="5"/>
                    <a:pt x="0" y="5"/>
                  </a:cubicBezTo>
                  <a:cubicBezTo>
                    <a:pt x="0" y="4"/>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9" name="Freeform 2804">
              <a:extLst>
                <a:ext uri="{FF2B5EF4-FFF2-40B4-BE49-F238E27FC236}">
                  <a16:creationId xmlns:a16="http://schemas.microsoft.com/office/drawing/2014/main" id="{6740F729-EA81-A481-499A-B5B089F878E6}"/>
                </a:ext>
              </a:extLst>
            </p:cNvPr>
            <p:cNvSpPr>
              <a:spLocks/>
            </p:cNvSpPr>
            <p:nvPr/>
          </p:nvSpPr>
          <p:spPr bwMode="auto">
            <a:xfrm rot="5094805">
              <a:off x="3134526" y="6890431"/>
              <a:ext cx="22850" cy="13710"/>
            </a:xfrm>
            <a:custGeom>
              <a:avLst/>
              <a:gdLst>
                <a:gd name="T0" fmla="*/ 9 w 9"/>
                <a:gd name="T1" fmla="*/ 0 h 5"/>
                <a:gd name="T2" fmla="*/ 3 w 9"/>
                <a:gd name="T3" fmla="*/ 4 h 5"/>
                <a:gd name="T4" fmla="*/ 0 w 9"/>
                <a:gd name="T5" fmla="*/ 3 h 5"/>
                <a:gd name="T6" fmla="*/ 4 w 9"/>
                <a:gd name="T7" fmla="*/ 0 h 5"/>
                <a:gd name="T8" fmla="*/ 9 w 9"/>
                <a:gd name="T9" fmla="*/ 0 h 5"/>
              </a:gdLst>
              <a:ahLst/>
              <a:cxnLst>
                <a:cxn ang="0">
                  <a:pos x="T0" y="T1"/>
                </a:cxn>
                <a:cxn ang="0">
                  <a:pos x="T2" y="T3"/>
                </a:cxn>
                <a:cxn ang="0">
                  <a:pos x="T4" y="T5"/>
                </a:cxn>
                <a:cxn ang="0">
                  <a:pos x="T6" y="T7"/>
                </a:cxn>
                <a:cxn ang="0">
                  <a:pos x="T8" y="T9"/>
                </a:cxn>
              </a:cxnLst>
              <a:rect l="0" t="0" r="r" b="b"/>
              <a:pathLst>
                <a:path w="9" h="5">
                  <a:moveTo>
                    <a:pt x="9" y="0"/>
                  </a:moveTo>
                  <a:cubicBezTo>
                    <a:pt x="8" y="2"/>
                    <a:pt x="6" y="4"/>
                    <a:pt x="3" y="4"/>
                  </a:cubicBezTo>
                  <a:cubicBezTo>
                    <a:pt x="2" y="5"/>
                    <a:pt x="0" y="4"/>
                    <a:pt x="0" y="3"/>
                  </a:cubicBezTo>
                  <a:cubicBezTo>
                    <a:pt x="0" y="2"/>
                    <a:pt x="3" y="0"/>
                    <a:pt x="4" y="0"/>
                  </a:cubicBezTo>
                  <a:cubicBezTo>
                    <a:pt x="6" y="0"/>
                    <a:pt x="8"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0" name="Freeform 2826">
              <a:extLst>
                <a:ext uri="{FF2B5EF4-FFF2-40B4-BE49-F238E27FC236}">
                  <a16:creationId xmlns:a16="http://schemas.microsoft.com/office/drawing/2014/main" id="{81FFEC22-54EF-FD8D-DE36-871C87530235}"/>
                </a:ext>
              </a:extLst>
            </p:cNvPr>
            <p:cNvSpPr>
              <a:spLocks/>
            </p:cNvSpPr>
            <p:nvPr/>
          </p:nvSpPr>
          <p:spPr bwMode="auto">
            <a:xfrm rot="5094805">
              <a:off x="1893688" y="-24638"/>
              <a:ext cx="25135" cy="9140"/>
            </a:xfrm>
            <a:custGeom>
              <a:avLst/>
              <a:gdLst>
                <a:gd name="T0" fmla="*/ 5 w 10"/>
                <a:gd name="T1" fmla="*/ 4 h 4"/>
                <a:gd name="T2" fmla="*/ 1 w 10"/>
                <a:gd name="T3" fmla="*/ 4 h 4"/>
                <a:gd name="T4" fmla="*/ 5 w 10"/>
                <a:gd name="T5" fmla="*/ 1 h 4"/>
                <a:gd name="T6" fmla="*/ 9 w 10"/>
                <a:gd name="T7" fmla="*/ 1 h 4"/>
                <a:gd name="T8" fmla="*/ 5 w 10"/>
                <a:gd name="T9" fmla="*/ 4 h 4"/>
              </a:gdLst>
              <a:ahLst/>
              <a:cxnLst>
                <a:cxn ang="0">
                  <a:pos x="T0" y="T1"/>
                </a:cxn>
                <a:cxn ang="0">
                  <a:pos x="T2" y="T3"/>
                </a:cxn>
                <a:cxn ang="0">
                  <a:pos x="T4" y="T5"/>
                </a:cxn>
                <a:cxn ang="0">
                  <a:pos x="T6" y="T7"/>
                </a:cxn>
                <a:cxn ang="0">
                  <a:pos x="T8" y="T9"/>
                </a:cxn>
              </a:cxnLst>
              <a:rect l="0" t="0" r="r" b="b"/>
              <a:pathLst>
                <a:path w="10" h="4">
                  <a:moveTo>
                    <a:pt x="5" y="4"/>
                  </a:moveTo>
                  <a:cubicBezTo>
                    <a:pt x="4" y="4"/>
                    <a:pt x="2" y="4"/>
                    <a:pt x="1" y="4"/>
                  </a:cubicBezTo>
                  <a:cubicBezTo>
                    <a:pt x="0" y="4"/>
                    <a:pt x="3" y="2"/>
                    <a:pt x="5" y="1"/>
                  </a:cubicBezTo>
                  <a:cubicBezTo>
                    <a:pt x="7" y="0"/>
                    <a:pt x="10" y="0"/>
                    <a:pt x="9" y="1"/>
                  </a:cubicBezTo>
                  <a:cubicBezTo>
                    <a:pt x="9" y="2"/>
                    <a:pt x="7" y="3"/>
                    <a:pt x="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1" name="Freeform 2827">
              <a:extLst>
                <a:ext uri="{FF2B5EF4-FFF2-40B4-BE49-F238E27FC236}">
                  <a16:creationId xmlns:a16="http://schemas.microsoft.com/office/drawing/2014/main" id="{AEB89DAA-A57D-0450-A201-620661E63E88}"/>
                </a:ext>
              </a:extLst>
            </p:cNvPr>
            <p:cNvSpPr>
              <a:spLocks/>
            </p:cNvSpPr>
            <p:nvPr/>
          </p:nvSpPr>
          <p:spPr bwMode="auto">
            <a:xfrm rot="5094805">
              <a:off x="1962957" y="161990"/>
              <a:ext cx="22850" cy="6855"/>
            </a:xfrm>
            <a:custGeom>
              <a:avLst/>
              <a:gdLst>
                <a:gd name="T0" fmla="*/ 5 w 9"/>
                <a:gd name="T1" fmla="*/ 0 h 3"/>
                <a:gd name="T2" fmla="*/ 9 w 9"/>
                <a:gd name="T3" fmla="*/ 2 h 3"/>
                <a:gd name="T4" fmla="*/ 4 w 9"/>
                <a:gd name="T5" fmla="*/ 3 h 3"/>
                <a:gd name="T6" fmla="*/ 0 w 9"/>
                <a:gd name="T7" fmla="*/ 3 h 3"/>
                <a:gd name="T8" fmla="*/ 5 w 9"/>
                <a:gd name="T9" fmla="*/ 0 h 3"/>
              </a:gdLst>
              <a:ahLst/>
              <a:cxnLst>
                <a:cxn ang="0">
                  <a:pos x="T0" y="T1"/>
                </a:cxn>
                <a:cxn ang="0">
                  <a:pos x="T2" y="T3"/>
                </a:cxn>
                <a:cxn ang="0">
                  <a:pos x="T4" y="T5"/>
                </a:cxn>
                <a:cxn ang="0">
                  <a:pos x="T6" y="T7"/>
                </a:cxn>
                <a:cxn ang="0">
                  <a:pos x="T8" y="T9"/>
                </a:cxn>
              </a:cxnLst>
              <a:rect l="0" t="0" r="r" b="b"/>
              <a:pathLst>
                <a:path w="9" h="3">
                  <a:moveTo>
                    <a:pt x="5" y="0"/>
                  </a:moveTo>
                  <a:cubicBezTo>
                    <a:pt x="7" y="1"/>
                    <a:pt x="8" y="1"/>
                    <a:pt x="9" y="2"/>
                  </a:cubicBezTo>
                  <a:cubicBezTo>
                    <a:pt x="9" y="2"/>
                    <a:pt x="6" y="3"/>
                    <a:pt x="4" y="3"/>
                  </a:cubicBezTo>
                  <a:cubicBezTo>
                    <a:pt x="3" y="3"/>
                    <a:pt x="0" y="3"/>
                    <a:pt x="0" y="3"/>
                  </a:cubicBezTo>
                  <a:cubicBezTo>
                    <a:pt x="1" y="2"/>
                    <a:pt x="2"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2" name="Freeform 2828">
              <a:extLst>
                <a:ext uri="{FF2B5EF4-FFF2-40B4-BE49-F238E27FC236}">
                  <a16:creationId xmlns:a16="http://schemas.microsoft.com/office/drawing/2014/main" id="{C180EC32-5460-6D05-B57E-DE49687D28C1}"/>
                </a:ext>
              </a:extLst>
            </p:cNvPr>
            <p:cNvSpPr>
              <a:spLocks/>
            </p:cNvSpPr>
            <p:nvPr/>
          </p:nvSpPr>
          <p:spPr bwMode="auto">
            <a:xfrm rot="5094805">
              <a:off x="1990216" y="351119"/>
              <a:ext cx="22850" cy="9140"/>
            </a:xfrm>
            <a:custGeom>
              <a:avLst/>
              <a:gdLst>
                <a:gd name="T0" fmla="*/ 9 w 9"/>
                <a:gd name="T1" fmla="*/ 2 h 4"/>
                <a:gd name="T2" fmla="*/ 5 w 9"/>
                <a:gd name="T3" fmla="*/ 3 h 4"/>
                <a:gd name="T4" fmla="*/ 0 w 9"/>
                <a:gd name="T5" fmla="*/ 2 h 4"/>
                <a:gd name="T6" fmla="*/ 4 w 9"/>
                <a:gd name="T7" fmla="*/ 0 h 4"/>
                <a:gd name="T8" fmla="*/ 9 w 9"/>
                <a:gd name="T9" fmla="*/ 2 h 4"/>
              </a:gdLst>
              <a:ahLst/>
              <a:cxnLst>
                <a:cxn ang="0">
                  <a:pos x="T0" y="T1"/>
                </a:cxn>
                <a:cxn ang="0">
                  <a:pos x="T2" y="T3"/>
                </a:cxn>
                <a:cxn ang="0">
                  <a:pos x="T4" y="T5"/>
                </a:cxn>
                <a:cxn ang="0">
                  <a:pos x="T6" y="T7"/>
                </a:cxn>
                <a:cxn ang="0">
                  <a:pos x="T8" y="T9"/>
                </a:cxn>
              </a:cxnLst>
              <a:rect l="0" t="0" r="r" b="b"/>
              <a:pathLst>
                <a:path w="9" h="4">
                  <a:moveTo>
                    <a:pt x="9" y="2"/>
                  </a:moveTo>
                  <a:cubicBezTo>
                    <a:pt x="8" y="3"/>
                    <a:pt x="7" y="3"/>
                    <a:pt x="5" y="3"/>
                  </a:cubicBezTo>
                  <a:cubicBezTo>
                    <a:pt x="3" y="4"/>
                    <a:pt x="0" y="2"/>
                    <a:pt x="0" y="2"/>
                  </a:cubicBezTo>
                  <a:cubicBezTo>
                    <a:pt x="1" y="1"/>
                    <a:pt x="2" y="0"/>
                    <a:pt x="4" y="0"/>
                  </a:cubicBezTo>
                  <a:cubicBezTo>
                    <a:pt x="6" y="0"/>
                    <a:pt x="9" y="1"/>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3" name="Freeform 2829">
              <a:extLst>
                <a:ext uri="{FF2B5EF4-FFF2-40B4-BE49-F238E27FC236}">
                  <a16:creationId xmlns:a16="http://schemas.microsoft.com/office/drawing/2014/main" id="{D56CB1CF-4F9C-F6EF-DEC9-C3C68F32290C}"/>
                </a:ext>
              </a:extLst>
            </p:cNvPr>
            <p:cNvSpPr>
              <a:spLocks/>
            </p:cNvSpPr>
            <p:nvPr/>
          </p:nvSpPr>
          <p:spPr bwMode="auto">
            <a:xfrm rot="5094805">
              <a:off x="1989527" y="546083"/>
              <a:ext cx="25135" cy="15995"/>
            </a:xfrm>
            <a:custGeom>
              <a:avLst/>
              <a:gdLst>
                <a:gd name="T0" fmla="*/ 3 w 10"/>
                <a:gd name="T1" fmla="*/ 0 h 6"/>
                <a:gd name="T2" fmla="*/ 8 w 10"/>
                <a:gd name="T3" fmla="*/ 3 h 6"/>
                <a:gd name="T4" fmla="*/ 5 w 10"/>
                <a:gd name="T5" fmla="*/ 5 h 6"/>
                <a:gd name="T6" fmla="*/ 0 w 10"/>
                <a:gd name="T7" fmla="*/ 3 h 6"/>
                <a:gd name="T8" fmla="*/ 3 w 10"/>
                <a:gd name="T9" fmla="*/ 0 h 6"/>
              </a:gdLst>
              <a:ahLst/>
              <a:cxnLst>
                <a:cxn ang="0">
                  <a:pos x="T0" y="T1"/>
                </a:cxn>
                <a:cxn ang="0">
                  <a:pos x="T2" y="T3"/>
                </a:cxn>
                <a:cxn ang="0">
                  <a:pos x="T4" y="T5"/>
                </a:cxn>
                <a:cxn ang="0">
                  <a:pos x="T6" y="T7"/>
                </a:cxn>
                <a:cxn ang="0">
                  <a:pos x="T8" y="T9"/>
                </a:cxn>
              </a:cxnLst>
              <a:rect l="0" t="0" r="r" b="b"/>
              <a:pathLst>
                <a:path w="10" h="6">
                  <a:moveTo>
                    <a:pt x="3" y="0"/>
                  </a:moveTo>
                  <a:cubicBezTo>
                    <a:pt x="5" y="1"/>
                    <a:pt x="7" y="2"/>
                    <a:pt x="8" y="3"/>
                  </a:cubicBezTo>
                  <a:cubicBezTo>
                    <a:pt x="10" y="4"/>
                    <a:pt x="7" y="6"/>
                    <a:pt x="5" y="5"/>
                  </a:cubicBezTo>
                  <a:cubicBezTo>
                    <a:pt x="3" y="4"/>
                    <a:pt x="0" y="3"/>
                    <a:pt x="0" y="3"/>
                  </a:cubicBezTo>
                  <a:cubicBezTo>
                    <a:pt x="0" y="2"/>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4" name="Freeform 2830">
              <a:extLst>
                <a:ext uri="{FF2B5EF4-FFF2-40B4-BE49-F238E27FC236}">
                  <a16:creationId xmlns:a16="http://schemas.microsoft.com/office/drawing/2014/main" id="{36A041E7-7126-0501-FF2F-E42B9261DE34}"/>
                </a:ext>
              </a:extLst>
            </p:cNvPr>
            <p:cNvSpPr>
              <a:spLocks/>
            </p:cNvSpPr>
            <p:nvPr/>
          </p:nvSpPr>
          <p:spPr bwMode="auto">
            <a:xfrm rot="5094805">
              <a:off x="1971373" y="739359"/>
              <a:ext cx="22850" cy="20565"/>
            </a:xfrm>
            <a:custGeom>
              <a:avLst/>
              <a:gdLst>
                <a:gd name="T0" fmla="*/ 3 w 9"/>
                <a:gd name="T1" fmla="*/ 0 h 8"/>
                <a:gd name="T2" fmla="*/ 8 w 9"/>
                <a:gd name="T3" fmla="*/ 6 h 8"/>
                <a:gd name="T4" fmla="*/ 5 w 9"/>
                <a:gd name="T5" fmla="*/ 7 h 8"/>
                <a:gd name="T6" fmla="*/ 0 w 9"/>
                <a:gd name="T7" fmla="*/ 5 h 8"/>
                <a:gd name="T8" fmla="*/ 3 w 9"/>
                <a:gd name="T9" fmla="*/ 0 h 8"/>
              </a:gdLst>
              <a:ahLst/>
              <a:cxnLst>
                <a:cxn ang="0">
                  <a:pos x="T0" y="T1"/>
                </a:cxn>
                <a:cxn ang="0">
                  <a:pos x="T2" y="T3"/>
                </a:cxn>
                <a:cxn ang="0">
                  <a:pos x="T4" y="T5"/>
                </a:cxn>
                <a:cxn ang="0">
                  <a:pos x="T6" y="T7"/>
                </a:cxn>
                <a:cxn ang="0">
                  <a:pos x="T8" y="T9"/>
                </a:cxn>
              </a:cxnLst>
              <a:rect l="0" t="0" r="r" b="b"/>
              <a:pathLst>
                <a:path w="9" h="8">
                  <a:moveTo>
                    <a:pt x="3" y="0"/>
                  </a:moveTo>
                  <a:cubicBezTo>
                    <a:pt x="5" y="3"/>
                    <a:pt x="8" y="4"/>
                    <a:pt x="8" y="6"/>
                  </a:cubicBezTo>
                  <a:cubicBezTo>
                    <a:pt x="9" y="7"/>
                    <a:pt x="7" y="8"/>
                    <a:pt x="5" y="7"/>
                  </a:cubicBezTo>
                  <a:cubicBezTo>
                    <a:pt x="4" y="7"/>
                    <a:pt x="0" y="5"/>
                    <a:pt x="0" y="5"/>
                  </a:cubicBezTo>
                  <a:cubicBezTo>
                    <a:pt x="0" y="3"/>
                    <a:pt x="1"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5" name="Freeform 2831">
              <a:extLst>
                <a:ext uri="{FF2B5EF4-FFF2-40B4-BE49-F238E27FC236}">
                  <a16:creationId xmlns:a16="http://schemas.microsoft.com/office/drawing/2014/main" id="{04E557B0-A0BB-EC92-9B1B-08F86E3114EA}"/>
                </a:ext>
              </a:extLst>
            </p:cNvPr>
            <p:cNvSpPr>
              <a:spLocks/>
            </p:cNvSpPr>
            <p:nvPr/>
          </p:nvSpPr>
          <p:spPr bwMode="auto">
            <a:xfrm rot="5094805">
              <a:off x="1931790" y="937776"/>
              <a:ext cx="25135" cy="22850"/>
            </a:xfrm>
            <a:custGeom>
              <a:avLst/>
              <a:gdLst>
                <a:gd name="T0" fmla="*/ 3 w 10"/>
                <a:gd name="T1" fmla="*/ 0 h 9"/>
                <a:gd name="T2" fmla="*/ 9 w 10"/>
                <a:gd name="T3" fmla="*/ 5 h 9"/>
                <a:gd name="T4" fmla="*/ 5 w 10"/>
                <a:gd name="T5" fmla="*/ 8 h 9"/>
                <a:gd name="T6" fmla="*/ 0 w 10"/>
                <a:gd name="T7" fmla="*/ 4 h 9"/>
                <a:gd name="T8" fmla="*/ 3 w 10"/>
                <a:gd name="T9" fmla="*/ 0 h 9"/>
              </a:gdLst>
              <a:ahLst/>
              <a:cxnLst>
                <a:cxn ang="0">
                  <a:pos x="T0" y="T1"/>
                </a:cxn>
                <a:cxn ang="0">
                  <a:pos x="T2" y="T3"/>
                </a:cxn>
                <a:cxn ang="0">
                  <a:pos x="T4" y="T5"/>
                </a:cxn>
                <a:cxn ang="0">
                  <a:pos x="T6" y="T7"/>
                </a:cxn>
                <a:cxn ang="0">
                  <a:pos x="T8" y="T9"/>
                </a:cxn>
              </a:cxnLst>
              <a:rect l="0" t="0" r="r" b="b"/>
              <a:pathLst>
                <a:path w="10" h="9">
                  <a:moveTo>
                    <a:pt x="3" y="0"/>
                  </a:moveTo>
                  <a:cubicBezTo>
                    <a:pt x="6" y="2"/>
                    <a:pt x="8" y="4"/>
                    <a:pt x="9" y="5"/>
                  </a:cubicBezTo>
                  <a:cubicBezTo>
                    <a:pt x="10" y="7"/>
                    <a:pt x="8" y="9"/>
                    <a:pt x="5" y="8"/>
                  </a:cubicBezTo>
                  <a:cubicBezTo>
                    <a:pt x="3" y="7"/>
                    <a:pt x="0" y="5"/>
                    <a:pt x="0" y="4"/>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6" name="Freeform 2832">
              <a:extLst>
                <a:ext uri="{FF2B5EF4-FFF2-40B4-BE49-F238E27FC236}">
                  <a16:creationId xmlns:a16="http://schemas.microsoft.com/office/drawing/2014/main" id="{ABA60717-537B-3942-DC9F-6A6DA57CC8DD}"/>
                </a:ext>
              </a:extLst>
            </p:cNvPr>
            <p:cNvSpPr>
              <a:spLocks/>
            </p:cNvSpPr>
            <p:nvPr/>
          </p:nvSpPr>
          <p:spPr bwMode="auto">
            <a:xfrm rot="5094805">
              <a:off x="1890143" y="1138874"/>
              <a:ext cx="22850" cy="25135"/>
            </a:xfrm>
            <a:custGeom>
              <a:avLst/>
              <a:gdLst>
                <a:gd name="T0" fmla="*/ 3 w 9"/>
                <a:gd name="T1" fmla="*/ 0 h 10"/>
                <a:gd name="T2" fmla="*/ 8 w 9"/>
                <a:gd name="T3" fmla="*/ 8 h 10"/>
                <a:gd name="T4" fmla="*/ 5 w 9"/>
                <a:gd name="T5" fmla="*/ 10 h 10"/>
                <a:gd name="T6" fmla="*/ 0 w 9"/>
                <a:gd name="T7" fmla="*/ 5 h 10"/>
                <a:gd name="T8" fmla="*/ 3 w 9"/>
                <a:gd name="T9" fmla="*/ 0 h 10"/>
              </a:gdLst>
              <a:ahLst/>
              <a:cxnLst>
                <a:cxn ang="0">
                  <a:pos x="T0" y="T1"/>
                </a:cxn>
                <a:cxn ang="0">
                  <a:pos x="T2" y="T3"/>
                </a:cxn>
                <a:cxn ang="0">
                  <a:pos x="T4" y="T5"/>
                </a:cxn>
                <a:cxn ang="0">
                  <a:pos x="T6" y="T7"/>
                </a:cxn>
                <a:cxn ang="0">
                  <a:pos x="T8" y="T9"/>
                </a:cxn>
              </a:cxnLst>
              <a:rect l="0" t="0" r="r" b="b"/>
              <a:pathLst>
                <a:path w="9" h="10">
                  <a:moveTo>
                    <a:pt x="3" y="0"/>
                  </a:moveTo>
                  <a:cubicBezTo>
                    <a:pt x="6" y="4"/>
                    <a:pt x="8" y="6"/>
                    <a:pt x="8" y="8"/>
                  </a:cubicBezTo>
                  <a:cubicBezTo>
                    <a:pt x="9" y="9"/>
                    <a:pt x="6" y="10"/>
                    <a:pt x="5" y="10"/>
                  </a:cubicBezTo>
                  <a:cubicBezTo>
                    <a:pt x="3" y="9"/>
                    <a:pt x="0" y="6"/>
                    <a:pt x="0" y="5"/>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7" name="Freeform 2833">
              <a:extLst>
                <a:ext uri="{FF2B5EF4-FFF2-40B4-BE49-F238E27FC236}">
                  <a16:creationId xmlns:a16="http://schemas.microsoft.com/office/drawing/2014/main" id="{34542562-AB5E-40E7-EE1F-54378BA62D4F}"/>
                </a:ext>
              </a:extLst>
            </p:cNvPr>
            <p:cNvSpPr>
              <a:spLocks/>
            </p:cNvSpPr>
            <p:nvPr/>
          </p:nvSpPr>
          <p:spPr bwMode="auto">
            <a:xfrm rot="5094805">
              <a:off x="1842498" y="1339249"/>
              <a:ext cx="22850" cy="22850"/>
            </a:xfrm>
            <a:custGeom>
              <a:avLst/>
              <a:gdLst>
                <a:gd name="T0" fmla="*/ 9 w 9"/>
                <a:gd name="T1" fmla="*/ 8 h 9"/>
                <a:gd name="T2" fmla="*/ 6 w 9"/>
                <a:gd name="T3" fmla="*/ 9 h 9"/>
                <a:gd name="T4" fmla="*/ 0 w 9"/>
                <a:gd name="T5" fmla="*/ 3 h 9"/>
                <a:gd name="T6" fmla="*/ 4 w 9"/>
                <a:gd name="T7" fmla="*/ 0 h 9"/>
                <a:gd name="T8" fmla="*/ 9 w 9"/>
                <a:gd name="T9" fmla="*/ 8 h 9"/>
              </a:gdLst>
              <a:ahLst/>
              <a:cxnLst>
                <a:cxn ang="0">
                  <a:pos x="T0" y="T1"/>
                </a:cxn>
                <a:cxn ang="0">
                  <a:pos x="T2" y="T3"/>
                </a:cxn>
                <a:cxn ang="0">
                  <a:pos x="T4" y="T5"/>
                </a:cxn>
                <a:cxn ang="0">
                  <a:pos x="T6" y="T7"/>
                </a:cxn>
                <a:cxn ang="0">
                  <a:pos x="T8" y="T9"/>
                </a:cxn>
              </a:cxnLst>
              <a:rect l="0" t="0" r="r" b="b"/>
              <a:pathLst>
                <a:path w="9" h="9">
                  <a:moveTo>
                    <a:pt x="9" y="8"/>
                  </a:moveTo>
                  <a:cubicBezTo>
                    <a:pt x="8" y="8"/>
                    <a:pt x="7" y="9"/>
                    <a:pt x="6" y="9"/>
                  </a:cubicBezTo>
                  <a:cubicBezTo>
                    <a:pt x="3" y="9"/>
                    <a:pt x="0" y="5"/>
                    <a:pt x="0" y="3"/>
                  </a:cubicBezTo>
                  <a:cubicBezTo>
                    <a:pt x="1" y="1"/>
                    <a:pt x="2" y="0"/>
                    <a:pt x="4" y="0"/>
                  </a:cubicBezTo>
                  <a:cubicBezTo>
                    <a:pt x="6" y="0"/>
                    <a:pt x="9" y="4"/>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8" name="Freeform 2834">
              <a:extLst>
                <a:ext uri="{FF2B5EF4-FFF2-40B4-BE49-F238E27FC236}">
                  <a16:creationId xmlns:a16="http://schemas.microsoft.com/office/drawing/2014/main" id="{12115E97-8C75-7962-44AA-60CD420EB9C6}"/>
                </a:ext>
              </a:extLst>
            </p:cNvPr>
            <p:cNvSpPr>
              <a:spLocks/>
            </p:cNvSpPr>
            <p:nvPr/>
          </p:nvSpPr>
          <p:spPr bwMode="auto">
            <a:xfrm rot="5094805">
              <a:off x="1799713" y="1537021"/>
              <a:ext cx="20565" cy="31990"/>
            </a:xfrm>
            <a:custGeom>
              <a:avLst/>
              <a:gdLst>
                <a:gd name="T0" fmla="*/ 6 w 9"/>
                <a:gd name="T1" fmla="*/ 13 h 13"/>
                <a:gd name="T2" fmla="*/ 0 w 9"/>
                <a:gd name="T3" fmla="*/ 4 h 13"/>
                <a:gd name="T4" fmla="*/ 3 w 9"/>
                <a:gd name="T5" fmla="*/ 0 h 13"/>
                <a:gd name="T6" fmla="*/ 9 w 9"/>
                <a:gd name="T7" fmla="*/ 7 h 13"/>
                <a:gd name="T8" fmla="*/ 6 w 9"/>
                <a:gd name="T9" fmla="*/ 13 h 13"/>
              </a:gdLst>
              <a:ahLst/>
              <a:cxnLst>
                <a:cxn ang="0">
                  <a:pos x="T0" y="T1"/>
                </a:cxn>
                <a:cxn ang="0">
                  <a:pos x="T2" y="T3"/>
                </a:cxn>
                <a:cxn ang="0">
                  <a:pos x="T4" y="T5"/>
                </a:cxn>
                <a:cxn ang="0">
                  <a:pos x="T6" y="T7"/>
                </a:cxn>
                <a:cxn ang="0">
                  <a:pos x="T8" y="T9"/>
                </a:cxn>
              </a:cxnLst>
              <a:rect l="0" t="0" r="r" b="b"/>
              <a:pathLst>
                <a:path w="9" h="13">
                  <a:moveTo>
                    <a:pt x="6" y="13"/>
                  </a:moveTo>
                  <a:cubicBezTo>
                    <a:pt x="3" y="9"/>
                    <a:pt x="1" y="6"/>
                    <a:pt x="0" y="4"/>
                  </a:cubicBezTo>
                  <a:cubicBezTo>
                    <a:pt x="0" y="3"/>
                    <a:pt x="2" y="1"/>
                    <a:pt x="3" y="0"/>
                  </a:cubicBezTo>
                  <a:cubicBezTo>
                    <a:pt x="6" y="0"/>
                    <a:pt x="9" y="4"/>
                    <a:pt x="9" y="7"/>
                  </a:cubicBezTo>
                  <a:cubicBezTo>
                    <a:pt x="8" y="9"/>
                    <a:pt x="7" y="10"/>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9" name="Freeform 2835">
              <a:extLst>
                <a:ext uri="{FF2B5EF4-FFF2-40B4-BE49-F238E27FC236}">
                  <a16:creationId xmlns:a16="http://schemas.microsoft.com/office/drawing/2014/main" id="{A9DF39E3-7EEA-113E-D096-25129ED1943B}"/>
                </a:ext>
              </a:extLst>
            </p:cNvPr>
            <p:cNvSpPr>
              <a:spLocks/>
            </p:cNvSpPr>
            <p:nvPr/>
          </p:nvSpPr>
          <p:spPr bwMode="auto">
            <a:xfrm rot="5094805">
              <a:off x="1775030" y="1735360"/>
              <a:ext cx="20565" cy="34275"/>
            </a:xfrm>
            <a:custGeom>
              <a:avLst/>
              <a:gdLst>
                <a:gd name="T0" fmla="*/ 4 w 8"/>
                <a:gd name="T1" fmla="*/ 0 h 14"/>
                <a:gd name="T2" fmla="*/ 8 w 8"/>
                <a:gd name="T3" fmla="*/ 10 h 14"/>
                <a:gd name="T4" fmla="*/ 4 w 8"/>
                <a:gd name="T5" fmla="*/ 13 h 14"/>
                <a:gd name="T6" fmla="*/ 0 w 8"/>
                <a:gd name="T7" fmla="*/ 8 h 14"/>
                <a:gd name="T8" fmla="*/ 4 w 8"/>
                <a:gd name="T9" fmla="*/ 0 h 14"/>
              </a:gdLst>
              <a:ahLst/>
              <a:cxnLst>
                <a:cxn ang="0">
                  <a:pos x="T0" y="T1"/>
                </a:cxn>
                <a:cxn ang="0">
                  <a:pos x="T2" y="T3"/>
                </a:cxn>
                <a:cxn ang="0">
                  <a:pos x="T4" y="T5"/>
                </a:cxn>
                <a:cxn ang="0">
                  <a:pos x="T6" y="T7"/>
                </a:cxn>
                <a:cxn ang="0">
                  <a:pos x="T8" y="T9"/>
                </a:cxn>
              </a:cxnLst>
              <a:rect l="0" t="0" r="r" b="b"/>
              <a:pathLst>
                <a:path w="8" h="14">
                  <a:moveTo>
                    <a:pt x="4" y="0"/>
                  </a:moveTo>
                  <a:cubicBezTo>
                    <a:pt x="6" y="5"/>
                    <a:pt x="8" y="8"/>
                    <a:pt x="8" y="10"/>
                  </a:cubicBezTo>
                  <a:cubicBezTo>
                    <a:pt x="8" y="12"/>
                    <a:pt x="6" y="14"/>
                    <a:pt x="4" y="13"/>
                  </a:cubicBezTo>
                  <a:cubicBezTo>
                    <a:pt x="3" y="13"/>
                    <a:pt x="0" y="9"/>
                    <a:pt x="0" y="8"/>
                  </a:cubicBezTo>
                  <a:cubicBezTo>
                    <a:pt x="0" y="5"/>
                    <a:pt x="2" y="3"/>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0" name="Freeform 2836">
              <a:extLst>
                <a:ext uri="{FF2B5EF4-FFF2-40B4-BE49-F238E27FC236}">
                  <a16:creationId xmlns:a16="http://schemas.microsoft.com/office/drawing/2014/main" id="{08418E1A-A62E-092C-145B-C17F43B08D6D}"/>
                </a:ext>
              </a:extLst>
            </p:cNvPr>
            <p:cNvSpPr>
              <a:spLocks/>
            </p:cNvSpPr>
            <p:nvPr/>
          </p:nvSpPr>
          <p:spPr bwMode="auto">
            <a:xfrm rot="5094805">
              <a:off x="1751573" y="1936718"/>
              <a:ext cx="27420" cy="31990"/>
            </a:xfrm>
            <a:custGeom>
              <a:avLst/>
              <a:gdLst>
                <a:gd name="T0" fmla="*/ 11 w 11"/>
                <a:gd name="T1" fmla="*/ 6 h 13"/>
                <a:gd name="T2" fmla="*/ 6 w 11"/>
                <a:gd name="T3" fmla="*/ 12 h 13"/>
                <a:gd name="T4" fmla="*/ 0 w 11"/>
                <a:gd name="T5" fmla="*/ 6 h 13"/>
                <a:gd name="T6" fmla="*/ 3 w 11"/>
                <a:gd name="T7" fmla="*/ 1 h 13"/>
                <a:gd name="T8" fmla="*/ 11 w 11"/>
                <a:gd name="T9" fmla="*/ 6 h 13"/>
              </a:gdLst>
              <a:ahLst/>
              <a:cxnLst>
                <a:cxn ang="0">
                  <a:pos x="T0" y="T1"/>
                </a:cxn>
                <a:cxn ang="0">
                  <a:pos x="T2" y="T3"/>
                </a:cxn>
                <a:cxn ang="0">
                  <a:pos x="T4" y="T5"/>
                </a:cxn>
                <a:cxn ang="0">
                  <a:pos x="T6" y="T7"/>
                </a:cxn>
                <a:cxn ang="0">
                  <a:pos x="T8" y="T9"/>
                </a:cxn>
              </a:cxnLst>
              <a:rect l="0" t="0" r="r" b="b"/>
              <a:pathLst>
                <a:path w="11" h="13">
                  <a:moveTo>
                    <a:pt x="11" y="6"/>
                  </a:moveTo>
                  <a:cubicBezTo>
                    <a:pt x="8" y="9"/>
                    <a:pt x="7" y="11"/>
                    <a:pt x="6" y="12"/>
                  </a:cubicBezTo>
                  <a:cubicBezTo>
                    <a:pt x="3" y="13"/>
                    <a:pt x="0" y="9"/>
                    <a:pt x="0" y="6"/>
                  </a:cubicBezTo>
                  <a:cubicBezTo>
                    <a:pt x="0" y="4"/>
                    <a:pt x="2" y="0"/>
                    <a:pt x="3" y="1"/>
                  </a:cubicBezTo>
                  <a:cubicBezTo>
                    <a:pt x="5" y="1"/>
                    <a:pt x="7" y="3"/>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1" name="Freeform 2837">
              <a:extLst>
                <a:ext uri="{FF2B5EF4-FFF2-40B4-BE49-F238E27FC236}">
                  <a16:creationId xmlns:a16="http://schemas.microsoft.com/office/drawing/2014/main" id="{678A092D-0354-E4F2-8F29-E4CDE4862F2C}"/>
                </a:ext>
              </a:extLst>
            </p:cNvPr>
            <p:cNvSpPr>
              <a:spLocks/>
            </p:cNvSpPr>
            <p:nvPr/>
          </p:nvSpPr>
          <p:spPr bwMode="auto">
            <a:xfrm rot="5094805">
              <a:off x="1766526" y="2128296"/>
              <a:ext cx="22850" cy="36560"/>
            </a:xfrm>
            <a:custGeom>
              <a:avLst/>
              <a:gdLst>
                <a:gd name="T0" fmla="*/ 4 w 9"/>
                <a:gd name="T1" fmla="*/ 0 h 15"/>
                <a:gd name="T2" fmla="*/ 9 w 9"/>
                <a:gd name="T3" fmla="*/ 11 h 15"/>
                <a:gd name="T4" fmla="*/ 5 w 9"/>
                <a:gd name="T5" fmla="*/ 15 h 15"/>
                <a:gd name="T6" fmla="*/ 0 w 9"/>
                <a:gd name="T7" fmla="*/ 11 h 15"/>
                <a:gd name="T8" fmla="*/ 4 w 9"/>
                <a:gd name="T9" fmla="*/ 0 h 15"/>
              </a:gdLst>
              <a:ahLst/>
              <a:cxnLst>
                <a:cxn ang="0">
                  <a:pos x="T0" y="T1"/>
                </a:cxn>
                <a:cxn ang="0">
                  <a:pos x="T2" y="T3"/>
                </a:cxn>
                <a:cxn ang="0">
                  <a:pos x="T4" y="T5"/>
                </a:cxn>
                <a:cxn ang="0">
                  <a:pos x="T6" y="T7"/>
                </a:cxn>
                <a:cxn ang="0">
                  <a:pos x="T8" y="T9"/>
                </a:cxn>
              </a:cxnLst>
              <a:rect l="0" t="0" r="r" b="b"/>
              <a:pathLst>
                <a:path w="9" h="15">
                  <a:moveTo>
                    <a:pt x="4" y="0"/>
                  </a:moveTo>
                  <a:cubicBezTo>
                    <a:pt x="6" y="5"/>
                    <a:pt x="8" y="8"/>
                    <a:pt x="9" y="11"/>
                  </a:cubicBezTo>
                  <a:cubicBezTo>
                    <a:pt x="9" y="12"/>
                    <a:pt x="6" y="15"/>
                    <a:pt x="5" y="15"/>
                  </a:cubicBezTo>
                  <a:cubicBezTo>
                    <a:pt x="3" y="15"/>
                    <a:pt x="0" y="12"/>
                    <a:pt x="0" y="11"/>
                  </a:cubicBezTo>
                  <a:cubicBezTo>
                    <a:pt x="0" y="8"/>
                    <a:pt x="2" y="5"/>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2" name="Freeform 2838">
              <a:extLst>
                <a:ext uri="{FF2B5EF4-FFF2-40B4-BE49-F238E27FC236}">
                  <a16:creationId xmlns:a16="http://schemas.microsoft.com/office/drawing/2014/main" id="{4F4FD3B8-CEAB-4E2D-5DF4-DB14540A8B98}"/>
                </a:ext>
              </a:extLst>
            </p:cNvPr>
            <p:cNvSpPr>
              <a:spLocks/>
            </p:cNvSpPr>
            <p:nvPr/>
          </p:nvSpPr>
          <p:spPr bwMode="auto">
            <a:xfrm rot="5094805">
              <a:off x="1799678" y="2320336"/>
              <a:ext cx="22850" cy="36560"/>
            </a:xfrm>
            <a:custGeom>
              <a:avLst/>
              <a:gdLst>
                <a:gd name="T0" fmla="*/ 3 w 9"/>
                <a:gd name="T1" fmla="*/ 0 h 15"/>
                <a:gd name="T2" fmla="*/ 8 w 9"/>
                <a:gd name="T3" fmla="*/ 10 h 15"/>
                <a:gd name="T4" fmla="*/ 5 w 9"/>
                <a:gd name="T5" fmla="*/ 15 h 15"/>
                <a:gd name="T6" fmla="*/ 0 w 9"/>
                <a:gd name="T7" fmla="*/ 11 h 15"/>
                <a:gd name="T8" fmla="*/ 3 w 9"/>
                <a:gd name="T9" fmla="*/ 0 h 15"/>
              </a:gdLst>
              <a:ahLst/>
              <a:cxnLst>
                <a:cxn ang="0">
                  <a:pos x="T0" y="T1"/>
                </a:cxn>
                <a:cxn ang="0">
                  <a:pos x="T2" y="T3"/>
                </a:cxn>
                <a:cxn ang="0">
                  <a:pos x="T4" y="T5"/>
                </a:cxn>
                <a:cxn ang="0">
                  <a:pos x="T6" y="T7"/>
                </a:cxn>
                <a:cxn ang="0">
                  <a:pos x="T8" y="T9"/>
                </a:cxn>
              </a:cxnLst>
              <a:rect l="0" t="0" r="r" b="b"/>
              <a:pathLst>
                <a:path w="9" h="15">
                  <a:moveTo>
                    <a:pt x="3" y="0"/>
                  </a:moveTo>
                  <a:cubicBezTo>
                    <a:pt x="6" y="5"/>
                    <a:pt x="8" y="7"/>
                    <a:pt x="8" y="10"/>
                  </a:cubicBezTo>
                  <a:cubicBezTo>
                    <a:pt x="9" y="11"/>
                    <a:pt x="6" y="15"/>
                    <a:pt x="5" y="15"/>
                  </a:cubicBezTo>
                  <a:cubicBezTo>
                    <a:pt x="3" y="15"/>
                    <a:pt x="0" y="12"/>
                    <a:pt x="0" y="11"/>
                  </a:cubicBezTo>
                  <a:cubicBezTo>
                    <a:pt x="0" y="8"/>
                    <a:pt x="2" y="5"/>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3" name="Freeform 2839">
              <a:extLst>
                <a:ext uri="{FF2B5EF4-FFF2-40B4-BE49-F238E27FC236}">
                  <a16:creationId xmlns:a16="http://schemas.microsoft.com/office/drawing/2014/main" id="{1B5CBC68-DACF-7443-B7E6-3FD2D1201FCA}"/>
                </a:ext>
              </a:extLst>
            </p:cNvPr>
            <p:cNvSpPr>
              <a:spLocks/>
            </p:cNvSpPr>
            <p:nvPr/>
          </p:nvSpPr>
          <p:spPr bwMode="auto">
            <a:xfrm rot="5094805">
              <a:off x="1821344" y="2513292"/>
              <a:ext cx="25135" cy="34275"/>
            </a:xfrm>
            <a:custGeom>
              <a:avLst/>
              <a:gdLst>
                <a:gd name="T0" fmla="*/ 10 w 10"/>
                <a:gd name="T1" fmla="*/ 6 h 14"/>
                <a:gd name="T2" fmla="*/ 5 w 10"/>
                <a:gd name="T3" fmla="*/ 12 h 14"/>
                <a:gd name="T4" fmla="*/ 1 w 10"/>
                <a:gd name="T5" fmla="*/ 6 h 14"/>
                <a:gd name="T6" fmla="*/ 6 w 10"/>
                <a:gd name="T7" fmla="*/ 1 h 14"/>
                <a:gd name="T8" fmla="*/ 10 w 10"/>
                <a:gd name="T9" fmla="*/ 6 h 14"/>
              </a:gdLst>
              <a:ahLst/>
              <a:cxnLst>
                <a:cxn ang="0">
                  <a:pos x="T0" y="T1"/>
                </a:cxn>
                <a:cxn ang="0">
                  <a:pos x="T2" y="T3"/>
                </a:cxn>
                <a:cxn ang="0">
                  <a:pos x="T4" y="T5"/>
                </a:cxn>
                <a:cxn ang="0">
                  <a:pos x="T6" y="T7"/>
                </a:cxn>
                <a:cxn ang="0">
                  <a:pos x="T8" y="T9"/>
                </a:cxn>
              </a:cxnLst>
              <a:rect l="0" t="0" r="r" b="b"/>
              <a:pathLst>
                <a:path w="10" h="14">
                  <a:moveTo>
                    <a:pt x="10" y="6"/>
                  </a:moveTo>
                  <a:cubicBezTo>
                    <a:pt x="10" y="12"/>
                    <a:pt x="7" y="14"/>
                    <a:pt x="5" y="12"/>
                  </a:cubicBezTo>
                  <a:cubicBezTo>
                    <a:pt x="3" y="11"/>
                    <a:pt x="1" y="8"/>
                    <a:pt x="1" y="6"/>
                  </a:cubicBezTo>
                  <a:cubicBezTo>
                    <a:pt x="0" y="3"/>
                    <a:pt x="4" y="0"/>
                    <a:pt x="6" y="1"/>
                  </a:cubicBezTo>
                  <a:cubicBezTo>
                    <a:pt x="8" y="3"/>
                    <a:pt x="9" y="5"/>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4" name="Freeform 2840">
              <a:extLst>
                <a:ext uri="{FF2B5EF4-FFF2-40B4-BE49-F238E27FC236}">
                  <a16:creationId xmlns:a16="http://schemas.microsoft.com/office/drawing/2014/main" id="{863BC002-5EB3-3274-14A8-84D82BFC8A72}"/>
                </a:ext>
              </a:extLst>
            </p:cNvPr>
            <p:cNvSpPr>
              <a:spLocks/>
            </p:cNvSpPr>
            <p:nvPr/>
          </p:nvSpPr>
          <p:spPr bwMode="auto">
            <a:xfrm rot="5094805">
              <a:off x="1820761" y="2712923"/>
              <a:ext cx="25135" cy="34275"/>
            </a:xfrm>
            <a:custGeom>
              <a:avLst/>
              <a:gdLst>
                <a:gd name="T0" fmla="*/ 5 w 10"/>
                <a:gd name="T1" fmla="*/ 14 h 14"/>
                <a:gd name="T2" fmla="*/ 1 w 10"/>
                <a:gd name="T3" fmla="*/ 6 h 14"/>
                <a:gd name="T4" fmla="*/ 5 w 10"/>
                <a:gd name="T5" fmla="*/ 1 h 14"/>
                <a:gd name="T6" fmla="*/ 9 w 10"/>
                <a:gd name="T7" fmla="*/ 9 h 14"/>
                <a:gd name="T8" fmla="*/ 5 w 10"/>
                <a:gd name="T9" fmla="*/ 14 h 14"/>
              </a:gdLst>
              <a:ahLst/>
              <a:cxnLst>
                <a:cxn ang="0">
                  <a:pos x="T0" y="T1"/>
                </a:cxn>
                <a:cxn ang="0">
                  <a:pos x="T2" y="T3"/>
                </a:cxn>
                <a:cxn ang="0">
                  <a:pos x="T4" y="T5"/>
                </a:cxn>
                <a:cxn ang="0">
                  <a:pos x="T6" y="T7"/>
                </a:cxn>
                <a:cxn ang="0">
                  <a:pos x="T8" y="T9"/>
                </a:cxn>
              </a:cxnLst>
              <a:rect l="0" t="0" r="r" b="b"/>
              <a:pathLst>
                <a:path w="10" h="14">
                  <a:moveTo>
                    <a:pt x="5" y="14"/>
                  </a:moveTo>
                  <a:cubicBezTo>
                    <a:pt x="3" y="11"/>
                    <a:pt x="1" y="9"/>
                    <a:pt x="1" y="6"/>
                  </a:cubicBezTo>
                  <a:cubicBezTo>
                    <a:pt x="0" y="3"/>
                    <a:pt x="3" y="0"/>
                    <a:pt x="5" y="1"/>
                  </a:cubicBezTo>
                  <a:cubicBezTo>
                    <a:pt x="8" y="2"/>
                    <a:pt x="10" y="6"/>
                    <a:pt x="9" y="9"/>
                  </a:cubicBezTo>
                  <a:cubicBezTo>
                    <a:pt x="9" y="11"/>
                    <a:pt x="7" y="12"/>
                    <a:pt x="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5" name="Freeform 2841">
              <a:extLst>
                <a:ext uri="{FF2B5EF4-FFF2-40B4-BE49-F238E27FC236}">
                  <a16:creationId xmlns:a16="http://schemas.microsoft.com/office/drawing/2014/main" id="{24D0AD01-16DB-4EDE-44C3-3371BBE6DDCF}"/>
                </a:ext>
              </a:extLst>
            </p:cNvPr>
            <p:cNvSpPr>
              <a:spLocks/>
            </p:cNvSpPr>
            <p:nvPr/>
          </p:nvSpPr>
          <p:spPr bwMode="auto">
            <a:xfrm rot="5094805">
              <a:off x="1801865" y="2914078"/>
              <a:ext cx="27420" cy="31990"/>
            </a:xfrm>
            <a:custGeom>
              <a:avLst/>
              <a:gdLst>
                <a:gd name="T0" fmla="*/ 5 w 11"/>
                <a:gd name="T1" fmla="*/ 13 h 13"/>
                <a:gd name="T2" fmla="*/ 1 w 11"/>
                <a:gd name="T3" fmla="*/ 6 h 13"/>
                <a:gd name="T4" fmla="*/ 5 w 11"/>
                <a:gd name="T5" fmla="*/ 1 h 13"/>
                <a:gd name="T6" fmla="*/ 10 w 11"/>
                <a:gd name="T7" fmla="*/ 9 h 13"/>
                <a:gd name="T8" fmla="*/ 5 w 11"/>
                <a:gd name="T9" fmla="*/ 13 h 13"/>
              </a:gdLst>
              <a:ahLst/>
              <a:cxnLst>
                <a:cxn ang="0">
                  <a:pos x="T0" y="T1"/>
                </a:cxn>
                <a:cxn ang="0">
                  <a:pos x="T2" y="T3"/>
                </a:cxn>
                <a:cxn ang="0">
                  <a:pos x="T4" y="T5"/>
                </a:cxn>
                <a:cxn ang="0">
                  <a:pos x="T6" y="T7"/>
                </a:cxn>
                <a:cxn ang="0">
                  <a:pos x="T8" y="T9"/>
                </a:cxn>
              </a:cxnLst>
              <a:rect l="0" t="0" r="r" b="b"/>
              <a:pathLst>
                <a:path w="11" h="13">
                  <a:moveTo>
                    <a:pt x="5" y="13"/>
                  </a:moveTo>
                  <a:cubicBezTo>
                    <a:pt x="3" y="10"/>
                    <a:pt x="2" y="8"/>
                    <a:pt x="1" y="6"/>
                  </a:cubicBezTo>
                  <a:cubicBezTo>
                    <a:pt x="0" y="3"/>
                    <a:pt x="3" y="0"/>
                    <a:pt x="5" y="1"/>
                  </a:cubicBezTo>
                  <a:cubicBezTo>
                    <a:pt x="8" y="2"/>
                    <a:pt x="11" y="6"/>
                    <a:pt x="10" y="9"/>
                  </a:cubicBezTo>
                  <a:cubicBezTo>
                    <a:pt x="9" y="10"/>
                    <a:pt x="7" y="11"/>
                    <a:pt x="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6" name="Freeform 2842">
              <a:extLst>
                <a:ext uri="{FF2B5EF4-FFF2-40B4-BE49-F238E27FC236}">
                  <a16:creationId xmlns:a16="http://schemas.microsoft.com/office/drawing/2014/main" id="{DA275D06-5AD3-C339-2EB5-E6E13E4924D1}"/>
                </a:ext>
              </a:extLst>
            </p:cNvPr>
            <p:cNvSpPr>
              <a:spLocks/>
            </p:cNvSpPr>
            <p:nvPr/>
          </p:nvSpPr>
          <p:spPr bwMode="auto">
            <a:xfrm rot="5094805">
              <a:off x="1776555" y="3122880"/>
              <a:ext cx="25135" cy="25135"/>
            </a:xfrm>
            <a:custGeom>
              <a:avLst/>
              <a:gdLst>
                <a:gd name="T0" fmla="*/ 10 w 10"/>
                <a:gd name="T1" fmla="*/ 5 h 10"/>
                <a:gd name="T2" fmla="*/ 6 w 10"/>
                <a:gd name="T3" fmla="*/ 9 h 10"/>
                <a:gd name="T4" fmla="*/ 0 w 10"/>
                <a:gd name="T5" fmla="*/ 4 h 10"/>
                <a:gd name="T6" fmla="*/ 2 w 10"/>
                <a:gd name="T7" fmla="*/ 0 h 10"/>
                <a:gd name="T8" fmla="*/ 10 w 10"/>
                <a:gd name="T9" fmla="*/ 5 h 10"/>
              </a:gdLst>
              <a:ahLst/>
              <a:cxnLst>
                <a:cxn ang="0">
                  <a:pos x="T0" y="T1"/>
                </a:cxn>
                <a:cxn ang="0">
                  <a:pos x="T2" y="T3"/>
                </a:cxn>
                <a:cxn ang="0">
                  <a:pos x="T4" y="T5"/>
                </a:cxn>
                <a:cxn ang="0">
                  <a:pos x="T6" y="T7"/>
                </a:cxn>
                <a:cxn ang="0">
                  <a:pos x="T8" y="T9"/>
                </a:cxn>
              </a:cxnLst>
              <a:rect l="0" t="0" r="r" b="b"/>
              <a:pathLst>
                <a:path w="10" h="10">
                  <a:moveTo>
                    <a:pt x="10" y="5"/>
                  </a:moveTo>
                  <a:cubicBezTo>
                    <a:pt x="8" y="7"/>
                    <a:pt x="7" y="9"/>
                    <a:pt x="6" y="9"/>
                  </a:cubicBezTo>
                  <a:cubicBezTo>
                    <a:pt x="3" y="10"/>
                    <a:pt x="0" y="7"/>
                    <a:pt x="0" y="4"/>
                  </a:cubicBezTo>
                  <a:cubicBezTo>
                    <a:pt x="0" y="2"/>
                    <a:pt x="1" y="0"/>
                    <a:pt x="2" y="0"/>
                  </a:cubicBezTo>
                  <a:cubicBezTo>
                    <a:pt x="4" y="0"/>
                    <a:pt x="6" y="3"/>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7" name="Freeform 2843">
              <a:extLst>
                <a:ext uri="{FF2B5EF4-FFF2-40B4-BE49-F238E27FC236}">
                  <a16:creationId xmlns:a16="http://schemas.microsoft.com/office/drawing/2014/main" id="{A4378FBC-0E04-7FA9-DF14-BF73BF2B2BCF}"/>
                </a:ext>
              </a:extLst>
            </p:cNvPr>
            <p:cNvSpPr>
              <a:spLocks/>
            </p:cNvSpPr>
            <p:nvPr/>
          </p:nvSpPr>
          <p:spPr bwMode="auto">
            <a:xfrm rot="5094805">
              <a:off x="1755189" y="3322164"/>
              <a:ext cx="22850" cy="22850"/>
            </a:xfrm>
            <a:custGeom>
              <a:avLst/>
              <a:gdLst>
                <a:gd name="T0" fmla="*/ 4 w 9"/>
                <a:gd name="T1" fmla="*/ 0 h 10"/>
                <a:gd name="T2" fmla="*/ 9 w 9"/>
                <a:gd name="T3" fmla="*/ 8 h 10"/>
                <a:gd name="T4" fmla="*/ 4 w 9"/>
                <a:gd name="T5" fmla="*/ 10 h 10"/>
                <a:gd name="T6" fmla="*/ 0 w 9"/>
                <a:gd name="T7" fmla="*/ 5 h 10"/>
                <a:gd name="T8" fmla="*/ 4 w 9"/>
                <a:gd name="T9" fmla="*/ 0 h 10"/>
              </a:gdLst>
              <a:ahLst/>
              <a:cxnLst>
                <a:cxn ang="0">
                  <a:pos x="T0" y="T1"/>
                </a:cxn>
                <a:cxn ang="0">
                  <a:pos x="T2" y="T3"/>
                </a:cxn>
                <a:cxn ang="0">
                  <a:pos x="T4" y="T5"/>
                </a:cxn>
                <a:cxn ang="0">
                  <a:pos x="T6" y="T7"/>
                </a:cxn>
                <a:cxn ang="0">
                  <a:pos x="T8" y="T9"/>
                </a:cxn>
              </a:cxnLst>
              <a:rect l="0" t="0" r="r" b="b"/>
              <a:pathLst>
                <a:path w="9" h="10">
                  <a:moveTo>
                    <a:pt x="4" y="0"/>
                  </a:moveTo>
                  <a:cubicBezTo>
                    <a:pt x="7" y="4"/>
                    <a:pt x="8" y="6"/>
                    <a:pt x="9" y="8"/>
                  </a:cubicBezTo>
                  <a:cubicBezTo>
                    <a:pt x="9" y="9"/>
                    <a:pt x="6" y="10"/>
                    <a:pt x="4" y="10"/>
                  </a:cubicBezTo>
                  <a:cubicBezTo>
                    <a:pt x="3" y="9"/>
                    <a:pt x="0" y="6"/>
                    <a:pt x="0" y="5"/>
                  </a:cubicBezTo>
                  <a:cubicBezTo>
                    <a:pt x="0" y="4"/>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8" name="Freeform 2844">
              <a:extLst>
                <a:ext uri="{FF2B5EF4-FFF2-40B4-BE49-F238E27FC236}">
                  <a16:creationId xmlns:a16="http://schemas.microsoft.com/office/drawing/2014/main" id="{577CE306-C9B9-9371-8956-7B7DD8FB1E3F}"/>
                </a:ext>
              </a:extLst>
            </p:cNvPr>
            <p:cNvSpPr>
              <a:spLocks/>
            </p:cNvSpPr>
            <p:nvPr/>
          </p:nvSpPr>
          <p:spPr bwMode="auto">
            <a:xfrm rot="5094805">
              <a:off x="1742089" y="3524051"/>
              <a:ext cx="22850" cy="20565"/>
            </a:xfrm>
            <a:custGeom>
              <a:avLst/>
              <a:gdLst>
                <a:gd name="T0" fmla="*/ 9 w 9"/>
                <a:gd name="T1" fmla="*/ 4 h 9"/>
                <a:gd name="T2" fmla="*/ 4 w 9"/>
                <a:gd name="T3" fmla="*/ 8 h 9"/>
                <a:gd name="T4" fmla="*/ 0 w 9"/>
                <a:gd name="T5" fmla="*/ 4 h 9"/>
                <a:gd name="T6" fmla="*/ 5 w 9"/>
                <a:gd name="T7" fmla="*/ 1 h 9"/>
                <a:gd name="T8" fmla="*/ 9 w 9"/>
                <a:gd name="T9" fmla="*/ 4 h 9"/>
              </a:gdLst>
              <a:ahLst/>
              <a:cxnLst>
                <a:cxn ang="0">
                  <a:pos x="T0" y="T1"/>
                </a:cxn>
                <a:cxn ang="0">
                  <a:pos x="T2" y="T3"/>
                </a:cxn>
                <a:cxn ang="0">
                  <a:pos x="T4" y="T5"/>
                </a:cxn>
                <a:cxn ang="0">
                  <a:pos x="T6" y="T7"/>
                </a:cxn>
                <a:cxn ang="0">
                  <a:pos x="T8" y="T9"/>
                </a:cxn>
              </a:cxnLst>
              <a:rect l="0" t="0" r="r" b="b"/>
              <a:pathLst>
                <a:path w="9" h="9">
                  <a:moveTo>
                    <a:pt x="9" y="4"/>
                  </a:moveTo>
                  <a:cubicBezTo>
                    <a:pt x="9" y="8"/>
                    <a:pt x="7" y="9"/>
                    <a:pt x="4" y="8"/>
                  </a:cubicBezTo>
                  <a:cubicBezTo>
                    <a:pt x="2" y="7"/>
                    <a:pt x="1" y="5"/>
                    <a:pt x="0" y="4"/>
                  </a:cubicBezTo>
                  <a:cubicBezTo>
                    <a:pt x="0" y="2"/>
                    <a:pt x="3" y="0"/>
                    <a:pt x="5" y="1"/>
                  </a:cubicBezTo>
                  <a:cubicBezTo>
                    <a:pt x="7" y="2"/>
                    <a:pt x="8" y="4"/>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9" name="Freeform 2845">
              <a:extLst>
                <a:ext uri="{FF2B5EF4-FFF2-40B4-BE49-F238E27FC236}">
                  <a16:creationId xmlns:a16="http://schemas.microsoft.com/office/drawing/2014/main" id="{BC3346B7-D726-540A-5189-6D00B74BDE1D}"/>
                </a:ext>
              </a:extLst>
            </p:cNvPr>
            <p:cNvSpPr>
              <a:spLocks/>
            </p:cNvSpPr>
            <p:nvPr/>
          </p:nvSpPr>
          <p:spPr bwMode="auto">
            <a:xfrm rot="5094805">
              <a:off x="1759511" y="3719785"/>
              <a:ext cx="22850" cy="20565"/>
            </a:xfrm>
            <a:custGeom>
              <a:avLst/>
              <a:gdLst>
                <a:gd name="T0" fmla="*/ 4 w 9"/>
                <a:gd name="T1" fmla="*/ 0 h 9"/>
                <a:gd name="T2" fmla="*/ 9 w 9"/>
                <a:gd name="T3" fmla="*/ 6 h 9"/>
                <a:gd name="T4" fmla="*/ 5 w 9"/>
                <a:gd name="T5" fmla="*/ 9 h 9"/>
                <a:gd name="T6" fmla="*/ 0 w 9"/>
                <a:gd name="T7" fmla="*/ 6 h 9"/>
                <a:gd name="T8" fmla="*/ 4 w 9"/>
                <a:gd name="T9" fmla="*/ 0 h 9"/>
              </a:gdLst>
              <a:ahLst/>
              <a:cxnLst>
                <a:cxn ang="0">
                  <a:pos x="T0" y="T1"/>
                </a:cxn>
                <a:cxn ang="0">
                  <a:pos x="T2" y="T3"/>
                </a:cxn>
                <a:cxn ang="0">
                  <a:pos x="T4" y="T5"/>
                </a:cxn>
                <a:cxn ang="0">
                  <a:pos x="T6" y="T7"/>
                </a:cxn>
                <a:cxn ang="0">
                  <a:pos x="T8" y="T9"/>
                </a:cxn>
              </a:cxnLst>
              <a:rect l="0" t="0" r="r" b="b"/>
              <a:pathLst>
                <a:path w="9" h="9">
                  <a:moveTo>
                    <a:pt x="4" y="0"/>
                  </a:moveTo>
                  <a:cubicBezTo>
                    <a:pt x="6" y="3"/>
                    <a:pt x="8" y="4"/>
                    <a:pt x="9" y="6"/>
                  </a:cubicBezTo>
                  <a:cubicBezTo>
                    <a:pt x="9" y="6"/>
                    <a:pt x="6" y="8"/>
                    <a:pt x="5" y="9"/>
                  </a:cubicBezTo>
                  <a:cubicBezTo>
                    <a:pt x="3" y="9"/>
                    <a:pt x="0" y="7"/>
                    <a:pt x="0" y="6"/>
                  </a:cubicBezTo>
                  <a:cubicBezTo>
                    <a:pt x="0" y="4"/>
                    <a:pt x="2" y="3"/>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0" name="Freeform 2846">
              <a:extLst>
                <a:ext uri="{FF2B5EF4-FFF2-40B4-BE49-F238E27FC236}">
                  <a16:creationId xmlns:a16="http://schemas.microsoft.com/office/drawing/2014/main" id="{525FFF19-B1D1-960D-3C5E-E819C22833F7}"/>
                </a:ext>
              </a:extLst>
            </p:cNvPr>
            <p:cNvSpPr>
              <a:spLocks/>
            </p:cNvSpPr>
            <p:nvPr/>
          </p:nvSpPr>
          <p:spPr bwMode="auto">
            <a:xfrm rot="5094805">
              <a:off x="1815625" y="3912075"/>
              <a:ext cx="22850" cy="20565"/>
            </a:xfrm>
            <a:custGeom>
              <a:avLst/>
              <a:gdLst>
                <a:gd name="T0" fmla="*/ 3 w 10"/>
                <a:gd name="T1" fmla="*/ 0 h 8"/>
                <a:gd name="T2" fmla="*/ 8 w 10"/>
                <a:gd name="T3" fmla="*/ 3 h 8"/>
                <a:gd name="T4" fmla="*/ 5 w 10"/>
                <a:gd name="T5" fmla="*/ 8 h 8"/>
                <a:gd name="T6" fmla="*/ 0 w 10"/>
                <a:gd name="T7" fmla="*/ 7 h 8"/>
                <a:gd name="T8" fmla="*/ 3 w 10"/>
                <a:gd name="T9" fmla="*/ 0 h 8"/>
              </a:gdLst>
              <a:ahLst/>
              <a:cxnLst>
                <a:cxn ang="0">
                  <a:pos x="T0" y="T1"/>
                </a:cxn>
                <a:cxn ang="0">
                  <a:pos x="T2" y="T3"/>
                </a:cxn>
                <a:cxn ang="0">
                  <a:pos x="T4" y="T5"/>
                </a:cxn>
                <a:cxn ang="0">
                  <a:pos x="T6" y="T7"/>
                </a:cxn>
                <a:cxn ang="0">
                  <a:pos x="T8" y="T9"/>
                </a:cxn>
              </a:cxnLst>
              <a:rect l="0" t="0" r="r" b="b"/>
              <a:pathLst>
                <a:path w="10" h="8">
                  <a:moveTo>
                    <a:pt x="3" y="0"/>
                  </a:moveTo>
                  <a:cubicBezTo>
                    <a:pt x="6" y="1"/>
                    <a:pt x="7" y="2"/>
                    <a:pt x="8" y="3"/>
                  </a:cubicBezTo>
                  <a:cubicBezTo>
                    <a:pt x="10" y="4"/>
                    <a:pt x="7" y="8"/>
                    <a:pt x="5" y="8"/>
                  </a:cubicBezTo>
                  <a:cubicBezTo>
                    <a:pt x="3" y="8"/>
                    <a:pt x="0" y="7"/>
                    <a:pt x="0" y="7"/>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1" name="Freeform 2848">
              <a:extLst>
                <a:ext uri="{FF2B5EF4-FFF2-40B4-BE49-F238E27FC236}">
                  <a16:creationId xmlns:a16="http://schemas.microsoft.com/office/drawing/2014/main" id="{F491E3EA-2E9D-404E-DD9D-82AD6B4B0AA1}"/>
                </a:ext>
              </a:extLst>
            </p:cNvPr>
            <p:cNvSpPr>
              <a:spLocks/>
            </p:cNvSpPr>
            <p:nvPr/>
          </p:nvSpPr>
          <p:spPr bwMode="auto">
            <a:xfrm rot="5094805">
              <a:off x="1967443" y="3970864"/>
              <a:ext cx="22850" cy="41130"/>
            </a:xfrm>
            <a:custGeom>
              <a:avLst/>
              <a:gdLst>
                <a:gd name="T0" fmla="*/ 3 w 9"/>
                <a:gd name="T1" fmla="*/ 0 h 16"/>
                <a:gd name="T2" fmla="*/ 8 w 9"/>
                <a:gd name="T3" fmla="*/ 7 h 16"/>
                <a:gd name="T4" fmla="*/ 5 w 9"/>
                <a:gd name="T5" fmla="*/ 15 h 16"/>
                <a:gd name="T6" fmla="*/ 1 w 9"/>
                <a:gd name="T7" fmla="*/ 10 h 16"/>
                <a:gd name="T8" fmla="*/ 3 w 9"/>
                <a:gd name="T9" fmla="*/ 0 h 16"/>
              </a:gdLst>
              <a:ahLst/>
              <a:cxnLst>
                <a:cxn ang="0">
                  <a:pos x="T0" y="T1"/>
                </a:cxn>
                <a:cxn ang="0">
                  <a:pos x="T2" y="T3"/>
                </a:cxn>
                <a:cxn ang="0">
                  <a:pos x="T4" y="T5"/>
                </a:cxn>
                <a:cxn ang="0">
                  <a:pos x="T6" y="T7"/>
                </a:cxn>
                <a:cxn ang="0">
                  <a:pos x="T8" y="T9"/>
                </a:cxn>
              </a:cxnLst>
              <a:rect l="0" t="0" r="r" b="b"/>
              <a:pathLst>
                <a:path w="9" h="16">
                  <a:moveTo>
                    <a:pt x="3" y="0"/>
                  </a:moveTo>
                  <a:cubicBezTo>
                    <a:pt x="5" y="3"/>
                    <a:pt x="7" y="5"/>
                    <a:pt x="8" y="7"/>
                  </a:cubicBezTo>
                  <a:cubicBezTo>
                    <a:pt x="9" y="10"/>
                    <a:pt x="7" y="16"/>
                    <a:pt x="5" y="15"/>
                  </a:cubicBezTo>
                  <a:cubicBezTo>
                    <a:pt x="3" y="15"/>
                    <a:pt x="1" y="13"/>
                    <a:pt x="1" y="10"/>
                  </a:cubicBezTo>
                  <a:cubicBezTo>
                    <a:pt x="0" y="8"/>
                    <a:pt x="2" y="5"/>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2" name="Freeform 2849">
              <a:extLst>
                <a:ext uri="{FF2B5EF4-FFF2-40B4-BE49-F238E27FC236}">
                  <a16:creationId xmlns:a16="http://schemas.microsoft.com/office/drawing/2014/main" id="{5A0CCF8A-2352-8886-F3FC-F2CC7250612C}"/>
                </a:ext>
              </a:extLst>
            </p:cNvPr>
            <p:cNvSpPr>
              <a:spLocks/>
            </p:cNvSpPr>
            <p:nvPr/>
          </p:nvSpPr>
          <p:spPr bwMode="auto">
            <a:xfrm rot="5094805">
              <a:off x="1890112" y="3786193"/>
              <a:ext cx="22850" cy="38845"/>
            </a:xfrm>
            <a:custGeom>
              <a:avLst/>
              <a:gdLst>
                <a:gd name="T0" fmla="*/ 9 w 9"/>
                <a:gd name="T1" fmla="*/ 7 h 15"/>
                <a:gd name="T2" fmla="*/ 4 w 9"/>
                <a:gd name="T3" fmla="*/ 13 h 15"/>
                <a:gd name="T4" fmla="*/ 0 w 9"/>
                <a:gd name="T5" fmla="*/ 6 h 15"/>
                <a:gd name="T6" fmla="*/ 4 w 9"/>
                <a:gd name="T7" fmla="*/ 1 h 15"/>
                <a:gd name="T8" fmla="*/ 9 w 9"/>
                <a:gd name="T9" fmla="*/ 7 h 15"/>
              </a:gdLst>
              <a:ahLst/>
              <a:cxnLst>
                <a:cxn ang="0">
                  <a:pos x="T0" y="T1"/>
                </a:cxn>
                <a:cxn ang="0">
                  <a:pos x="T2" y="T3"/>
                </a:cxn>
                <a:cxn ang="0">
                  <a:pos x="T4" y="T5"/>
                </a:cxn>
                <a:cxn ang="0">
                  <a:pos x="T6" y="T7"/>
                </a:cxn>
                <a:cxn ang="0">
                  <a:pos x="T8" y="T9"/>
                </a:cxn>
              </a:cxnLst>
              <a:rect l="0" t="0" r="r" b="b"/>
              <a:pathLst>
                <a:path w="9" h="15">
                  <a:moveTo>
                    <a:pt x="9" y="7"/>
                  </a:moveTo>
                  <a:cubicBezTo>
                    <a:pt x="7" y="10"/>
                    <a:pt x="6" y="12"/>
                    <a:pt x="4" y="13"/>
                  </a:cubicBezTo>
                  <a:cubicBezTo>
                    <a:pt x="2" y="15"/>
                    <a:pt x="0" y="10"/>
                    <a:pt x="0" y="6"/>
                  </a:cubicBezTo>
                  <a:cubicBezTo>
                    <a:pt x="0" y="2"/>
                    <a:pt x="2" y="0"/>
                    <a:pt x="4" y="1"/>
                  </a:cubicBezTo>
                  <a:cubicBezTo>
                    <a:pt x="6" y="2"/>
                    <a:pt x="7" y="4"/>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3" name="Freeform 2850">
              <a:extLst>
                <a:ext uri="{FF2B5EF4-FFF2-40B4-BE49-F238E27FC236}">
                  <a16:creationId xmlns:a16="http://schemas.microsoft.com/office/drawing/2014/main" id="{B43230CA-B3E1-CF04-466C-11C5E02DEF84}"/>
                </a:ext>
              </a:extLst>
            </p:cNvPr>
            <p:cNvSpPr>
              <a:spLocks/>
            </p:cNvSpPr>
            <p:nvPr/>
          </p:nvSpPr>
          <p:spPr bwMode="auto">
            <a:xfrm rot="5094805">
              <a:off x="1856864" y="3591974"/>
              <a:ext cx="20565" cy="41130"/>
            </a:xfrm>
            <a:custGeom>
              <a:avLst/>
              <a:gdLst>
                <a:gd name="T0" fmla="*/ 4 w 9"/>
                <a:gd name="T1" fmla="*/ 0 h 17"/>
                <a:gd name="T2" fmla="*/ 8 w 9"/>
                <a:gd name="T3" fmla="*/ 10 h 17"/>
                <a:gd name="T4" fmla="*/ 3 w 9"/>
                <a:gd name="T5" fmla="*/ 15 h 17"/>
                <a:gd name="T6" fmla="*/ 0 w 9"/>
                <a:gd name="T7" fmla="*/ 8 h 17"/>
                <a:gd name="T8" fmla="*/ 4 w 9"/>
                <a:gd name="T9" fmla="*/ 0 h 17"/>
              </a:gdLst>
              <a:ahLst/>
              <a:cxnLst>
                <a:cxn ang="0">
                  <a:pos x="T0" y="T1"/>
                </a:cxn>
                <a:cxn ang="0">
                  <a:pos x="T2" y="T3"/>
                </a:cxn>
                <a:cxn ang="0">
                  <a:pos x="T4" y="T5"/>
                </a:cxn>
                <a:cxn ang="0">
                  <a:pos x="T6" y="T7"/>
                </a:cxn>
                <a:cxn ang="0">
                  <a:pos x="T8" y="T9"/>
                </a:cxn>
              </a:cxnLst>
              <a:rect l="0" t="0" r="r" b="b"/>
              <a:pathLst>
                <a:path w="9" h="17">
                  <a:moveTo>
                    <a:pt x="4" y="0"/>
                  </a:moveTo>
                  <a:cubicBezTo>
                    <a:pt x="6" y="5"/>
                    <a:pt x="7" y="7"/>
                    <a:pt x="8" y="10"/>
                  </a:cubicBezTo>
                  <a:cubicBezTo>
                    <a:pt x="9" y="13"/>
                    <a:pt x="5" y="17"/>
                    <a:pt x="3" y="15"/>
                  </a:cubicBezTo>
                  <a:cubicBezTo>
                    <a:pt x="2" y="14"/>
                    <a:pt x="0" y="10"/>
                    <a:pt x="0" y="8"/>
                  </a:cubicBezTo>
                  <a:cubicBezTo>
                    <a:pt x="0" y="6"/>
                    <a:pt x="2" y="4"/>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4" name="Freeform 2851">
              <a:extLst>
                <a:ext uri="{FF2B5EF4-FFF2-40B4-BE49-F238E27FC236}">
                  <a16:creationId xmlns:a16="http://schemas.microsoft.com/office/drawing/2014/main" id="{E8A25524-F781-5E58-1E23-DFF86BD50521}"/>
                </a:ext>
              </a:extLst>
            </p:cNvPr>
            <p:cNvSpPr>
              <a:spLocks/>
            </p:cNvSpPr>
            <p:nvPr/>
          </p:nvSpPr>
          <p:spPr bwMode="auto">
            <a:xfrm rot="5094805">
              <a:off x="1849471" y="3396277"/>
              <a:ext cx="25135" cy="34275"/>
            </a:xfrm>
            <a:custGeom>
              <a:avLst/>
              <a:gdLst>
                <a:gd name="T0" fmla="*/ 10 w 10"/>
                <a:gd name="T1" fmla="*/ 7 h 14"/>
                <a:gd name="T2" fmla="*/ 6 w 10"/>
                <a:gd name="T3" fmla="*/ 13 h 14"/>
                <a:gd name="T4" fmla="*/ 1 w 10"/>
                <a:gd name="T5" fmla="*/ 8 h 14"/>
                <a:gd name="T6" fmla="*/ 4 w 10"/>
                <a:gd name="T7" fmla="*/ 1 h 14"/>
                <a:gd name="T8" fmla="*/ 10 w 10"/>
                <a:gd name="T9" fmla="*/ 7 h 14"/>
              </a:gdLst>
              <a:ahLst/>
              <a:cxnLst>
                <a:cxn ang="0">
                  <a:pos x="T0" y="T1"/>
                </a:cxn>
                <a:cxn ang="0">
                  <a:pos x="T2" y="T3"/>
                </a:cxn>
                <a:cxn ang="0">
                  <a:pos x="T4" y="T5"/>
                </a:cxn>
                <a:cxn ang="0">
                  <a:pos x="T6" y="T7"/>
                </a:cxn>
                <a:cxn ang="0">
                  <a:pos x="T8" y="T9"/>
                </a:cxn>
              </a:cxnLst>
              <a:rect l="0" t="0" r="r" b="b"/>
              <a:pathLst>
                <a:path w="10" h="14">
                  <a:moveTo>
                    <a:pt x="10" y="7"/>
                  </a:moveTo>
                  <a:cubicBezTo>
                    <a:pt x="8" y="10"/>
                    <a:pt x="8" y="12"/>
                    <a:pt x="6" y="13"/>
                  </a:cubicBezTo>
                  <a:cubicBezTo>
                    <a:pt x="4" y="14"/>
                    <a:pt x="2" y="12"/>
                    <a:pt x="1" y="8"/>
                  </a:cubicBezTo>
                  <a:cubicBezTo>
                    <a:pt x="0" y="4"/>
                    <a:pt x="2" y="0"/>
                    <a:pt x="4" y="1"/>
                  </a:cubicBezTo>
                  <a:cubicBezTo>
                    <a:pt x="6" y="2"/>
                    <a:pt x="8" y="5"/>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5" name="Freeform 2852">
              <a:extLst>
                <a:ext uri="{FF2B5EF4-FFF2-40B4-BE49-F238E27FC236}">
                  <a16:creationId xmlns:a16="http://schemas.microsoft.com/office/drawing/2014/main" id="{FFC1A90E-D962-76BB-EBFC-87CDC1613ED4}"/>
                </a:ext>
              </a:extLst>
            </p:cNvPr>
            <p:cNvSpPr>
              <a:spLocks/>
            </p:cNvSpPr>
            <p:nvPr/>
          </p:nvSpPr>
          <p:spPr bwMode="auto">
            <a:xfrm rot="5094805">
              <a:off x="1875205" y="3192432"/>
              <a:ext cx="18280" cy="41130"/>
            </a:xfrm>
            <a:custGeom>
              <a:avLst/>
              <a:gdLst>
                <a:gd name="T0" fmla="*/ 3 w 8"/>
                <a:gd name="T1" fmla="*/ 0 h 16"/>
                <a:gd name="T2" fmla="*/ 7 w 8"/>
                <a:gd name="T3" fmla="*/ 10 h 16"/>
                <a:gd name="T4" fmla="*/ 3 w 8"/>
                <a:gd name="T5" fmla="*/ 14 h 16"/>
                <a:gd name="T6" fmla="*/ 0 w 8"/>
                <a:gd name="T7" fmla="*/ 7 h 16"/>
                <a:gd name="T8" fmla="*/ 3 w 8"/>
                <a:gd name="T9" fmla="*/ 0 h 16"/>
              </a:gdLst>
              <a:ahLst/>
              <a:cxnLst>
                <a:cxn ang="0">
                  <a:pos x="T0" y="T1"/>
                </a:cxn>
                <a:cxn ang="0">
                  <a:pos x="T2" y="T3"/>
                </a:cxn>
                <a:cxn ang="0">
                  <a:pos x="T4" y="T5"/>
                </a:cxn>
                <a:cxn ang="0">
                  <a:pos x="T6" y="T7"/>
                </a:cxn>
                <a:cxn ang="0">
                  <a:pos x="T8" y="T9"/>
                </a:cxn>
              </a:cxnLst>
              <a:rect l="0" t="0" r="r" b="b"/>
              <a:pathLst>
                <a:path w="8" h="16">
                  <a:moveTo>
                    <a:pt x="3" y="0"/>
                  </a:moveTo>
                  <a:cubicBezTo>
                    <a:pt x="5" y="5"/>
                    <a:pt x="7" y="8"/>
                    <a:pt x="7" y="10"/>
                  </a:cubicBezTo>
                  <a:cubicBezTo>
                    <a:pt x="8" y="14"/>
                    <a:pt x="5" y="16"/>
                    <a:pt x="3" y="14"/>
                  </a:cubicBezTo>
                  <a:cubicBezTo>
                    <a:pt x="1" y="12"/>
                    <a:pt x="0" y="9"/>
                    <a:pt x="0" y="7"/>
                  </a:cubicBezTo>
                  <a:cubicBezTo>
                    <a:pt x="0" y="5"/>
                    <a:pt x="1"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6" name="Freeform 2853">
              <a:extLst>
                <a:ext uri="{FF2B5EF4-FFF2-40B4-BE49-F238E27FC236}">
                  <a16:creationId xmlns:a16="http://schemas.microsoft.com/office/drawing/2014/main" id="{049EC297-0E1C-A50A-1D70-D506E84088EC}"/>
                </a:ext>
              </a:extLst>
            </p:cNvPr>
            <p:cNvSpPr>
              <a:spLocks/>
            </p:cNvSpPr>
            <p:nvPr/>
          </p:nvSpPr>
          <p:spPr bwMode="auto">
            <a:xfrm rot="5094805">
              <a:off x="1903090" y="2992452"/>
              <a:ext cx="22850" cy="36560"/>
            </a:xfrm>
            <a:custGeom>
              <a:avLst/>
              <a:gdLst>
                <a:gd name="T0" fmla="*/ 4 w 9"/>
                <a:gd name="T1" fmla="*/ 0 h 15"/>
                <a:gd name="T2" fmla="*/ 8 w 9"/>
                <a:gd name="T3" fmla="*/ 9 h 15"/>
                <a:gd name="T4" fmla="*/ 3 w 9"/>
                <a:gd name="T5" fmla="*/ 13 h 15"/>
                <a:gd name="T6" fmla="*/ 0 w 9"/>
                <a:gd name="T7" fmla="*/ 6 h 15"/>
                <a:gd name="T8" fmla="*/ 4 w 9"/>
                <a:gd name="T9" fmla="*/ 0 h 15"/>
              </a:gdLst>
              <a:ahLst/>
              <a:cxnLst>
                <a:cxn ang="0">
                  <a:pos x="T0" y="T1"/>
                </a:cxn>
                <a:cxn ang="0">
                  <a:pos x="T2" y="T3"/>
                </a:cxn>
                <a:cxn ang="0">
                  <a:pos x="T4" y="T5"/>
                </a:cxn>
                <a:cxn ang="0">
                  <a:pos x="T6" y="T7"/>
                </a:cxn>
                <a:cxn ang="0">
                  <a:pos x="T8" y="T9"/>
                </a:cxn>
              </a:cxnLst>
              <a:rect l="0" t="0" r="r" b="b"/>
              <a:pathLst>
                <a:path w="9" h="15">
                  <a:moveTo>
                    <a:pt x="4" y="0"/>
                  </a:moveTo>
                  <a:cubicBezTo>
                    <a:pt x="6" y="4"/>
                    <a:pt x="7" y="7"/>
                    <a:pt x="8" y="9"/>
                  </a:cubicBezTo>
                  <a:cubicBezTo>
                    <a:pt x="9" y="13"/>
                    <a:pt x="5" y="15"/>
                    <a:pt x="3" y="13"/>
                  </a:cubicBezTo>
                  <a:cubicBezTo>
                    <a:pt x="2" y="11"/>
                    <a:pt x="0" y="8"/>
                    <a:pt x="0" y="6"/>
                  </a:cubicBezTo>
                  <a:cubicBezTo>
                    <a:pt x="0" y="4"/>
                    <a:pt x="2" y="3"/>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7" name="Freeform 2854">
              <a:extLst>
                <a:ext uri="{FF2B5EF4-FFF2-40B4-BE49-F238E27FC236}">
                  <a16:creationId xmlns:a16="http://schemas.microsoft.com/office/drawing/2014/main" id="{99E26D6B-D544-956E-CD15-BC120334EE01}"/>
                </a:ext>
              </a:extLst>
            </p:cNvPr>
            <p:cNvSpPr>
              <a:spLocks/>
            </p:cNvSpPr>
            <p:nvPr/>
          </p:nvSpPr>
          <p:spPr bwMode="auto">
            <a:xfrm rot="5094805">
              <a:off x="1932219" y="2795896"/>
              <a:ext cx="25135" cy="27420"/>
            </a:xfrm>
            <a:custGeom>
              <a:avLst/>
              <a:gdLst>
                <a:gd name="T0" fmla="*/ 10 w 10"/>
                <a:gd name="T1" fmla="*/ 6 h 11"/>
                <a:gd name="T2" fmla="*/ 5 w 10"/>
                <a:gd name="T3" fmla="*/ 10 h 11"/>
                <a:gd name="T4" fmla="*/ 0 w 10"/>
                <a:gd name="T5" fmla="*/ 4 h 11"/>
                <a:gd name="T6" fmla="*/ 4 w 10"/>
                <a:gd name="T7" fmla="*/ 1 h 11"/>
                <a:gd name="T8" fmla="*/ 10 w 10"/>
                <a:gd name="T9" fmla="*/ 6 h 11"/>
              </a:gdLst>
              <a:ahLst/>
              <a:cxnLst>
                <a:cxn ang="0">
                  <a:pos x="T0" y="T1"/>
                </a:cxn>
                <a:cxn ang="0">
                  <a:pos x="T2" y="T3"/>
                </a:cxn>
                <a:cxn ang="0">
                  <a:pos x="T4" y="T5"/>
                </a:cxn>
                <a:cxn ang="0">
                  <a:pos x="T6" y="T7"/>
                </a:cxn>
                <a:cxn ang="0">
                  <a:pos x="T8" y="T9"/>
                </a:cxn>
              </a:cxnLst>
              <a:rect l="0" t="0" r="r" b="b"/>
              <a:pathLst>
                <a:path w="10" h="11">
                  <a:moveTo>
                    <a:pt x="10" y="6"/>
                  </a:moveTo>
                  <a:cubicBezTo>
                    <a:pt x="8" y="8"/>
                    <a:pt x="7" y="10"/>
                    <a:pt x="5" y="10"/>
                  </a:cubicBezTo>
                  <a:cubicBezTo>
                    <a:pt x="3" y="11"/>
                    <a:pt x="0" y="7"/>
                    <a:pt x="0" y="4"/>
                  </a:cubicBezTo>
                  <a:cubicBezTo>
                    <a:pt x="1" y="2"/>
                    <a:pt x="3" y="0"/>
                    <a:pt x="4" y="1"/>
                  </a:cubicBezTo>
                  <a:cubicBezTo>
                    <a:pt x="5" y="1"/>
                    <a:pt x="7"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8" name="Freeform 2855">
              <a:extLst>
                <a:ext uri="{FF2B5EF4-FFF2-40B4-BE49-F238E27FC236}">
                  <a16:creationId xmlns:a16="http://schemas.microsoft.com/office/drawing/2014/main" id="{A29CDF84-3183-1773-BFA1-E1E2AA1B22C4}"/>
                </a:ext>
              </a:extLst>
            </p:cNvPr>
            <p:cNvSpPr>
              <a:spLocks/>
            </p:cNvSpPr>
            <p:nvPr/>
          </p:nvSpPr>
          <p:spPr bwMode="auto">
            <a:xfrm rot="5094805">
              <a:off x="1949775" y="2591424"/>
              <a:ext cx="22850" cy="31990"/>
            </a:xfrm>
            <a:custGeom>
              <a:avLst/>
              <a:gdLst>
                <a:gd name="T0" fmla="*/ 4 w 9"/>
                <a:gd name="T1" fmla="*/ 0 h 13"/>
                <a:gd name="T2" fmla="*/ 8 w 9"/>
                <a:gd name="T3" fmla="*/ 7 h 13"/>
                <a:gd name="T4" fmla="*/ 3 w 9"/>
                <a:gd name="T5" fmla="*/ 11 h 13"/>
                <a:gd name="T6" fmla="*/ 0 w 9"/>
                <a:gd name="T7" fmla="*/ 5 h 13"/>
                <a:gd name="T8" fmla="*/ 4 w 9"/>
                <a:gd name="T9" fmla="*/ 0 h 13"/>
              </a:gdLst>
              <a:ahLst/>
              <a:cxnLst>
                <a:cxn ang="0">
                  <a:pos x="T0" y="T1"/>
                </a:cxn>
                <a:cxn ang="0">
                  <a:pos x="T2" y="T3"/>
                </a:cxn>
                <a:cxn ang="0">
                  <a:pos x="T4" y="T5"/>
                </a:cxn>
                <a:cxn ang="0">
                  <a:pos x="T6" y="T7"/>
                </a:cxn>
                <a:cxn ang="0">
                  <a:pos x="T8" y="T9"/>
                </a:cxn>
              </a:cxnLst>
              <a:rect l="0" t="0" r="r" b="b"/>
              <a:pathLst>
                <a:path w="9" h="13">
                  <a:moveTo>
                    <a:pt x="4" y="0"/>
                  </a:moveTo>
                  <a:cubicBezTo>
                    <a:pt x="6" y="3"/>
                    <a:pt x="8" y="5"/>
                    <a:pt x="8" y="7"/>
                  </a:cubicBezTo>
                  <a:cubicBezTo>
                    <a:pt x="9" y="10"/>
                    <a:pt x="5" y="13"/>
                    <a:pt x="3" y="11"/>
                  </a:cubicBezTo>
                  <a:cubicBezTo>
                    <a:pt x="2" y="10"/>
                    <a:pt x="0" y="7"/>
                    <a:pt x="0" y="5"/>
                  </a:cubicBezTo>
                  <a:cubicBezTo>
                    <a:pt x="0" y="3"/>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9" name="Freeform 2856">
              <a:extLst>
                <a:ext uri="{FF2B5EF4-FFF2-40B4-BE49-F238E27FC236}">
                  <a16:creationId xmlns:a16="http://schemas.microsoft.com/office/drawing/2014/main" id="{07E657B4-24DF-13A4-010D-005B15CF9E02}"/>
                </a:ext>
              </a:extLst>
            </p:cNvPr>
            <p:cNvSpPr>
              <a:spLocks/>
            </p:cNvSpPr>
            <p:nvPr/>
          </p:nvSpPr>
          <p:spPr bwMode="auto">
            <a:xfrm rot="5094805">
              <a:off x="1938139" y="2398505"/>
              <a:ext cx="25135" cy="27420"/>
            </a:xfrm>
            <a:custGeom>
              <a:avLst/>
              <a:gdLst>
                <a:gd name="T0" fmla="*/ 10 w 10"/>
                <a:gd name="T1" fmla="*/ 4 h 11"/>
                <a:gd name="T2" fmla="*/ 6 w 10"/>
                <a:gd name="T3" fmla="*/ 10 h 11"/>
                <a:gd name="T4" fmla="*/ 1 w 10"/>
                <a:gd name="T5" fmla="*/ 7 h 11"/>
                <a:gd name="T6" fmla="*/ 4 w 10"/>
                <a:gd name="T7" fmla="*/ 0 h 11"/>
                <a:gd name="T8" fmla="*/ 10 w 10"/>
                <a:gd name="T9" fmla="*/ 4 h 11"/>
              </a:gdLst>
              <a:ahLst/>
              <a:cxnLst>
                <a:cxn ang="0">
                  <a:pos x="T0" y="T1"/>
                </a:cxn>
                <a:cxn ang="0">
                  <a:pos x="T2" y="T3"/>
                </a:cxn>
                <a:cxn ang="0">
                  <a:pos x="T4" y="T5"/>
                </a:cxn>
                <a:cxn ang="0">
                  <a:pos x="T6" y="T7"/>
                </a:cxn>
                <a:cxn ang="0">
                  <a:pos x="T8" y="T9"/>
                </a:cxn>
              </a:cxnLst>
              <a:rect l="0" t="0" r="r" b="b"/>
              <a:pathLst>
                <a:path w="10" h="11">
                  <a:moveTo>
                    <a:pt x="10" y="4"/>
                  </a:moveTo>
                  <a:cubicBezTo>
                    <a:pt x="8" y="7"/>
                    <a:pt x="7" y="9"/>
                    <a:pt x="6" y="10"/>
                  </a:cubicBezTo>
                  <a:cubicBezTo>
                    <a:pt x="4" y="11"/>
                    <a:pt x="2" y="10"/>
                    <a:pt x="1" y="7"/>
                  </a:cubicBezTo>
                  <a:cubicBezTo>
                    <a:pt x="0" y="4"/>
                    <a:pt x="1" y="0"/>
                    <a:pt x="4" y="0"/>
                  </a:cubicBezTo>
                  <a:cubicBezTo>
                    <a:pt x="5" y="1"/>
                    <a:pt x="7" y="2"/>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0" name="Freeform 2857">
              <a:extLst>
                <a:ext uri="{FF2B5EF4-FFF2-40B4-BE49-F238E27FC236}">
                  <a16:creationId xmlns:a16="http://schemas.microsoft.com/office/drawing/2014/main" id="{1FBA717E-C314-D0C8-832A-2484B5FA0352}"/>
                </a:ext>
              </a:extLst>
            </p:cNvPr>
            <p:cNvSpPr>
              <a:spLocks/>
            </p:cNvSpPr>
            <p:nvPr/>
          </p:nvSpPr>
          <p:spPr bwMode="auto">
            <a:xfrm rot="5094805">
              <a:off x="1900338" y="2204691"/>
              <a:ext cx="22850" cy="29705"/>
            </a:xfrm>
            <a:custGeom>
              <a:avLst/>
              <a:gdLst>
                <a:gd name="T0" fmla="*/ 10 w 10"/>
                <a:gd name="T1" fmla="*/ 4 h 12"/>
                <a:gd name="T2" fmla="*/ 6 w 10"/>
                <a:gd name="T3" fmla="*/ 10 h 12"/>
                <a:gd name="T4" fmla="*/ 1 w 10"/>
                <a:gd name="T5" fmla="*/ 7 h 12"/>
                <a:gd name="T6" fmla="*/ 4 w 10"/>
                <a:gd name="T7" fmla="*/ 1 h 12"/>
                <a:gd name="T8" fmla="*/ 10 w 10"/>
                <a:gd name="T9" fmla="*/ 4 h 12"/>
              </a:gdLst>
              <a:ahLst/>
              <a:cxnLst>
                <a:cxn ang="0">
                  <a:pos x="T0" y="T1"/>
                </a:cxn>
                <a:cxn ang="0">
                  <a:pos x="T2" y="T3"/>
                </a:cxn>
                <a:cxn ang="0">
                  <a:pos x="T4" y="T5"/>
                </a:cxn>
                <a:cxn ang="0">
                  <a:pos x="T6" y="T7"/>
                </a:cxn>
                <a:cxn ang="0">
                  <a:pos x="T8" y="T9"/>
                </a:cxn>
              </a:cxnLst>
              <a:rect l="0" t="0" r="r" b="b"/>
              <a:pathLst>
                <a:path w="10" h="12">
                  <a:moveTo>
                    <a:pt x="10" y="4"/>
                  </a:moveTo>
                  <a:cubicBezTo>
                    <a:pt x="8" y="7"/>
                    <a:pt x="7" y="9"/>
                    <a:pt x="6" y="10"/>
                  </a:cubicBezTo>
                  <a:cubicBezTo>
                    <a:pt x="4" y="12"/>
                    <a:pt x="2" y="10"/>
                    <a:pt x="1" y="7"/>
                  </a:cubicBezTo>
                  <a:cubicBezTo>
                    <a:pt x="0" y="4"/>
                    <a:pt x="1" y="0"/>
                    <a:pt x="4" y="1"/>
                  </a:cubicBezTo>
                  <a:cubicBezTo>
                    <a:pt x="6" y="1"/>
                    <a:pt x="7" y="2"/>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1" name="Freeform 2858">
              <a:extLst>
                <a:ext uri="{FF2B5EF4-FFF2-40B4-BE49-F238E27FC236}">
                  <a16:creationId xmlns:a16="http://schemas.microsoft.com/office/drawing/2014/main" id="{4521B714-6E1A-C7F2-E5CF-ACC02CC5FA3D}"/>
                </a:ext>
              </a:extLst>
            </p:cNvPr>
            <p:cNvSpPr>
              <a:spLocks/>
            </p:cNvSpPr>
            <p:nvPr/>
          </p:nvSpPr>
          <p:spPr bwMode="auto">
            <a:xfrm rot="5094805">
              <a:off x="1883022" y="2009054"/>
              <a:ext cx="20565" cy="31990"/>
            </a:xfrm>
            <a:custGeom>
              <a:avLst/>
              <a:gdLst>
                <a:gd name="T0" fmla="*/ 4 w 8"/>
                <a:gd name="T1" fmla="*/ 0 h 13"/>
                <a:gd name="T2" fmla="*/ 8 w 8"/>
                <a:gd name="T3" fmla="*/ 7 h 13"/>
                <a:gd name="T4" fmla="*/ 3 w 8"/>
                <a:gd name="T5" fmla="*/ 11 h 13"/>
                <a:gd name="T6" fmla="*/ 0 w 8"/>
                <a:gd name="T7" fmla="*/ 6 h 13"/>
                <a:gd name="T8" fmla="*/ 4 w 8"/>
                <a:gd name="T9" fmla="*/ 0 h 13"/>
              </a:gdLst>
              <a:ahLst/>
              <a:cxnLst>
                <a:cxn ang="0">
                  <a:pos x="T0" y="T1"/>
                </a:cxn>
                <a:cxn ang="0">
                  <a:pos x="T2" y="T3"/>
                </a:cxn>
                <a:cxn ang="0">
                  <a:pos x="T4" y="T5"/>
                </a:cxn>
                <a:cxn ang="0">
                  <a:pos x="T6" y="T7"/>
                </a:cxn>
                <a:cxn ang="0">
                  <a:pos x="T8" y="T9"/>
                </a:cxn>
              </a:cxnLst>
              <a:rect l="0" t="0" r="r" b="b"/>
              <a:pathLst>
                <a:path w="8" h="13">
                  <a:moveTo>
                    <a:pt x="4" y="0"/>
                  </a:moveTo>
                  <a:cubicBezTo>
                    <a:pt x="6" y="3"/>
                    <a:pt x="7" y="5"/>
                    <a:pt x="8" y="7"/>
                  </a:cubicBezTo>
                  <a:cubicBezTo>
                    <a:pt x="8" y="10"/>
                    <a:pt x="5" y="13"/>
                    <a:pt x="3" y="11"/>
                  </a:cubicBezTo>
                  <a:cubicBezTo>
                    <a:pt x="2" y="10"/>
                    <a:pt x="0" y="7"/>
                    <a:pt x="0" y="6"/>
                  </a:cubicBezTo>
                  <a:cubicBezTo>
                    <a:pt x="0" y="4"/>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2" name="Freeform 2859">
              <a:extLst>
                <a:ext uri="{FF2B5EF4-FFF2-40B4-BE49-F238E27FC236}">
                  <a16:creationId xmlns:a16="http://schemas.microsoft.com/office/drawing/2014/main" id="{27700846-A0E9-5698-BD3C-D4268C052754}"/>
                </a:ext>
              </a:extLst>
            </p:cNvPr>
            <p:cNvSpPr>
              <a:spLocks/>
            </p:cNvSpPr>
            <p:nvPr/>
          </p:nvSpPr>
          <p:spPr bwMode="auto">
            <a:xfrm rot="5094805">
              <a:off x="1881724" y="1816260"/>
              <a:ext cx="25135" cy="27420"/>
            </a:xfrm>
            <a:custGeom>
              <a:avLst/>
              <a:gdLst>
                <a:gd name="T0" fmla="*/ 10 w 10"/>
                <a:gd name="T1" fmla="*/ 6 h 11"/>
                <a:gd name="T2" fmla="*/ 6 w 10"/>
                <a:gd name="T3" fmla="*/ 11 h 11"/>
                <a:gd name="T4" fmla="*/ 1 w 10"/>
                <a:gd name="T5" fmla="*/ 7 h 11"/>
                <a:gd name="T6" fmla="*/ 4 w 10"/>
                <a:gd name="T7" fmla="*/ 1 h 11"/>
                <a:gd name="T8" fmla="*/ 10 w 10"/>
                <a:gd name="T9" fmla="*/ 6 h 11"/>
              </a:gdLst>
              <a:ahLst/>
              <a:cxnLst>
                <a:cxn ang="0">
                  <a:pos x="T0" y="T1"/>
                </a:cxn>
                <a:cxn ang="0">
                  <a:pos x="T2" y="T3"/>
                </a:cxn>
                <a:cxn ang="0">
                  <a:pos x="T4" y="T5"/>
                </a:cxn>
                <a:cxn ang="0">
                  <a:pos x="T6" y="T7"/>
                </a:cxn>
                <a:cxn ang="0">
                  <a:pos x="T8" y="T9"/>
                </a:cxn>
              </a:cxnLst>
              <a:rect l="0" t="0" r="r" b="b"/>
              <a:pathLst>
                <a:path w="10" h="11">
                  <a:moveTo>
                    <a:pt x="10" y="6"/>
                  </a:moveTo>
                  <a:cubicBezTo>
                    <a:pt x="8" y="8"/>
                    <a:pt x="7" y="10"/>
                    <a:pt x="6" y="11"/>
                  </a:cubicBezTo>
                  <a:cubicBezTo>
                    <a:pt x="4" y="11"/>
                    <a:pt x="2" y="9"/>
                    <a:pt x="1" y="7"/>
                  </a:cubicBezTo>
                  <a:cubicBezTo>
                    <a:pt x="0" y="3"/>
                    <a:pt x="1" y="0"/>
                    <a:pt x="4" y="1"/>
                  </a:cubicBezTo>
                  <a:cubicBezTo>
                    <a:pt x="6" y="2"/>
                    <a:pt x="7"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3" name="Freeform 2860">
              <a:extLst>
                <a:ext uri="{FF2B5EF4-FFF2-40B4-BE49-F238E27FC236}">
                  <a16:creationId xmlns:a16="http://schemas.microsoft.com/office/drawing/2014/main" id="{AFCC7849-2562-F787-9660-EA11044AC016}"/>
                </a:ext>
              </a:extLst>
            </p:cNvPr>
            <p:cNvSpPr>
              <a:spLocks/>
            </p:cNvSpPr>
            <p:nvPr/>
          </p:nvSpPr>
          <p:spPr bwMode="auto">
            <a:xfrm rot="5094805">
              <a:off x="1897312" y="1618933"/>
              <a:ext cx="20565" cy="25135"/>
            </a:xfrm>
            <a:custGeom>
              <a:avLst/>
              <a:gdLst>
                <a:gd name="T0" fmla="*/ 9 w 9"/>
                <a:gd name="T1" fmla="*/ 5 h 10"/>
                <a:gd name="T2" fmla="*/ 5 w 9"/>
                <a:gd name="T3" fmla="*/ 9 h 10"/>
                <a:gd name="T4" fmla="*/ 0 w 9"/>
                <a:gd name="T5" fmla="*/ 3 h 10"/>
                <a:gd name="T6" fmla="*/ 4 w 9"/>
                <a:gd name="T7" fmla="*/ 0 h 10"/>
                <a:gd name="T8" fmla="*/ 9 w 9"/>
                <a:gd name="T9" fmla="*/ 5 h 10"/>
              </a:gdLst>
              <a:ahLst/>
              <a:cxnLst>
                <a:cxn ang="0">
                  <a:pos x="T0" y="T1"/>
                </a:cxn>
                <a:cxn ang="0">
                  <a:pos x="T2" y="T3"/>
                </a:cxn>
                <a:cxn ang="0">
                  <a:pos x="T4" y="T5"/>
                </a:cxn>
                <a:cxn ang="0">
                  <a:pos x="T6" y="T7"/>
                </a:cxn>
                <a:cxn ang="0">
                  <a:pos x="T8" y="T9"/>
                </a:cxn>
              </a:cxnLst>
              <a:rect l="0" t="0" r="r" b="b"/>
              <a:pathLst>
                <a:path w="9" h="10">
                  <a:moveTo>
                    <a:pt x="9" y="5"/>
                  </a:moveTo>
                  <a:cubicBezTo>
                    <a:pt x="8" y="7"/>
                    <a:pt x="7" y="9"/>
                    <a:pt x="5" y="9"/>
                  </a:cubicBezTo>
                  <a:cubicBezTo>
                    <a:pt x="3" y="10"/>
                    <a:pt x="0" y="6"/>
                    <a:pt x="0" y="3"/>
                  </a:cubicBezTo>
                  <a:cubicBezTo>
                    <a:pt x="1" y="2"/>
                    <a:pt x="3" y="0"/>
                    <a:pt x="4" y="0"/>
                  </a:cubicBezTo>
                  <a:cubicBezTo>
                    <a:pt x="5" y="1"/>
                    <a:pt x="7" y="3"/>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4" name="Freeform 2861">
              <a:extLst>
                <a:ext uri="{FF2B5EF4-FFF2-40B4-BE49-F238E27FC236}">
                  <a16:creationId xmlns:a16="http://schemas.microsoft.com/office/drawing/2014/main" id="{32FDC11E-4BE5-3123-74E2-06F96D81C684}"/>
                </a:ext>
              </a:extLst>
            </p:cNvPr>
            <p:cNvSpPr>
              <a:spLocks/>
            </p:cNvSpPr>
            <p:nvPr/>
          </p:nvSpPr>
          <p:spPr bwMode="auto">
            <a:xfrm rot="5094805">
              <a:off x="1923124" y="1421432"/>
              <a:ext cx="25135" cy="20565"/>
            </a:xfrm>
            <a:custGeom>
              <a:avLst/>
              <a:gdLst>
                <a:gd name="T0" fmla="*/ 10 w 10"/>
                <a:gd name="T1" fmla="*/ 7 h 9"/>
                <a:gd name="T2" fmla="*/ 5 w 10"/>
                <a:gd name="T3" fmla="*/ 9 h 9"/>
                <a:gd name="T4" fmla="*/ 1 w 10"/>
                <a:gd name="T5" fmla="*/ 3 h 9"/>
                <a:gd name="T6" fmla="*/ 5 w 10"/>
                <a:gd name="T7" fmla="*/ 1 h 9"/>
                <a:gd name="T8" fmla="*/ 10 w 10"/>
                <a:gd name="T9" fmla="*/ 7 h 9"/>
              </a:gdLst>
              <a:ahLst/>
              <a:cxnLst>
                <a:cxn ang="0">
                  <a:pos x="T0" y="T1"/>
                </a:cxn>
                <a:cxn ang="0">
                  <a:pos x="T2" y="T3"/>
                </a:cxn>
                <a:cxn ang="0">
                  <a:pos x="T4" y="T5"/>
                </a:cxn>
                <a:cxn ang="0">
                  <a:pos x="T6" y="T7"/>
                </a:cxn>
                <a:cxn ang="0">
                  <a:pos x="T8" y="T9"/>
                </a:cxn>
              </a:cxnLst>
              <a:rect l="0" t="0" r="r" b="b"/>
              <a:pathLst>
                <a:path w="10" h="9">
                  <a:moveTo>
                    <a:pt x="10" y="7"/>
                  </a:moveTo>
                  <a:cubicBezTo>
                    <a:pt x="8" y="8"/>
                    <a:pt x="7" y="9"/>
                    <a:pt x="5" y="9"/>
                  </a:cubicBezTo>
                  <a:cubicBezTo>
                    <a:pt x="3" y="9"/>
                    <a:pt x="0" y="5"/>
                    <a:pt x="1" y="3"/>
                  </a:cubicBezTo>
                  <a:cubicBezTo>
                    <a:pt x="1" y="1"/>
                    <a:pt x="3" y="0"/>
                    <a:pt x="5" y="1"/>
                  </a:cubicBezTo>
                  <a:cubicBezTo>
                    <a:pt x="7" y="2"/>
                    <a:pt x="8" y="4"/>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5" name="Freeform 2862">
              <a:extLst>
                <a:ext uri="{FF2B5EF4-FFF2-40B4-BE49-F238E27FC236}">
                  <a16:creationId xmlns:a16="http://schemas.microsoft.com/office/drawing/2014/main" id="{063504CD-8EB9-7984-DE7E-084F9487A655}"/>
                </a:ext>
              </a:extLst>
            </p:cNvPr>
            <p:cNvSpPr>
              <a:spLocks/>
            </p:cNvSpPr>
            <p:nvPr/>
          </p:nvSpPr>
          <p:spPr bwMode="auto">
            <a:xfrm rot="5094805">
              <a:off x="1955976" y="1223517"/>
              <a:ext cx="25135" cy="20565"/>
            </a:xfrm>
            <a:custGeom>
              <a:avLst/>
              <a:gdLst>
                <a:gd name="T0" fmla="*/ 10 w 10"/>
                <a:gd name="T1" fmla="*/ 6 h 8"/>
                <a:gd name="T2" fmla="*/ 5 w 10"/>
                <a:gd name="T3" fmla="*/ 8 h 8"/>
                <a:gd name="T4" fmla="*/ 0 w 10"/>
                <a:gd name="T5" fmla="*/ 3 h 8"/>
                <a:gd name="T6" fmla="*/ 4 w 10"/>
                <a:gd name="T7" fmla="*/ 1 h 8"/>
                <a:gd name="T8" fmla="*/ 10 w 10"/>
                <a:gd name="T9" fmla="*/ 6 h 8"/>
              </a:gdLst>
              <a:ahLst/>
              <a:cxnLst>
                <a:cxn ang="0">
                  <a:pos x="T0" y="T1"/>
                </a:cxn>
                <a:cxn ang="0">
                  <a:pos x="T2" y="T3"/>
                </a:cxn>
                <a:cxn ang="0">
                  <a:pos x="T4" y="T5"/>
                </a:cxn>
                <a:cxn ang="0">
                  <a:pos x="T6" y="T7"/>
                </a:cxn>
                <a:cxn ang="0">
                  <a:pos x="T8" y="T9"/>
                </a:cxn>
              </a:cxnLst>
              <a:rect l="0" t="0" r="r" b="b"/>
              <a:pathLst>
                <a:path w="10" h="8">
                  <a:moveTo>
                    <a:pt x="10" y="6"/>
                  </a:moveTo>
                  <a:cubicBezTo>
                    <a:pt x="7" y="7"/>
                    <a:pt x="6" y="8"/>
                    <a:pt x="5" y="8"/>
                  </a:cubicBezTo>
                  <a:cubicBezTo>
                    <a:pt x="3" y="8"/>
                    <a:pt x="0" y="5"/>
                    <a:pt x="0" y="3"/>
                  </a:cubicBezTo>
                  <a:cubicBezTo>
                    <a:pt x="1" y="1"/>
                    <a:pt x="2" y="0"/>
                    <a:pt x="4" y="1"/>
                  </a:cubicBezTo>
                  <a:cubicBezTo>
                    <a:pt x="6" y="2"/>
                    <a:pt x="7"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6" name="Freeform 2863">
              <a:extLst>
                <a:ext uri="{FF2B5EF4-FFF2-40B4-BE49-F238E27FC236}">
                  <a16:creationId xmlns:a16="http://schemas.microsoft.com/office/drawing/2014/main" id="{647B3F9D-C7F9-3542-88F2-B7ADD5698922}"/>
                </a:ext>
              </a:extLst>
            </p:cNvPr>
            <p:cNvSpPr>
              <a:spLocks/>
            </p:cNvSpPr>
            <p:nvPr/>
          </p:nvSpPr>
          <p:spPr bwMode="auto">
            <a:xfrm rot="5094805">
              <a:off x="1988422" y="1023335"/>
              <a:ext cx="25135" cy="15995"/>
            </a:xfrm>
            <a:custGeom>
              <a:avLst/>
              <a:gdLst>
                <a:gd name="T0" fmla="*/ 10 w 10"/>
                <a:gd name="T1" fmla="*/ 5 h 7"/>
                <a:gd name="T2" fmla="*/ 6 w 10"/>
                <a:gd name="T3" fmla="*/ 7 h 7"/>
                <a:gd name="T4" fmla="*/ 1 w 10"/>
                <a:gd name="T5" fmla="*/ 4 h 7"/>
                <a:gd name="T6" fmla="*/ 4 w 10"/>
                <a:gd name="T7" fmla="*/ 1 h 7"/>
                <a:gd name="T8" fmla="*/ 10 w 10"/>
                <a:gd name="T9" fmla="*/ 5 h 7"/>
              </a:gdLst>
              <a:ahLst/>
              <a:cxnLst>
                <a:cxn ang="0">
                  <a:pos x="T0" y="T1"/>
                </a:cxn>
                <a:cxn ang="0">
                  <a:pos x="T2" y="T3"/>
                </a:cxn>
                <a:cxn ang="0">
                  <a:pos x="T4" y="T5"/>
                </a:cxn>
                <a:cxn ang="0">
                  <a:pos x="T6" y="T7"/>
                </a:cxn>
                <a:cxn ang="0">
                  <a:pos x="T8" y="T9"/>
                </a:cxn>
              </a:cxnLst>
              <a:rect l="0" t="0" r="r" b="b"/>
              <a:pathLst>
                <a:path w="10" h="7">
                  <a:moveTo>
                    <a:pt x="10" y="5"/>
                  </a:moveTo>
                  <a:cubicBezTo>
                    <a:pt x="8" y="6"/>
                    <a:pt x="7" y="7"/>
                    <a:pt x="6" y="7"/>
                  </a:cubicBezTo>
                  <a:cubicBezTo>
                    <a:pt x="4" y="7"/>
                    <a:pt x="2" y="6"/>
                    <a:pt x="1" y="4"/>
                  </a:cubicBezTo>
                  <a:cubicBezTo>
                    <a:pt x="0" y="2"/>
                    <a:pt x="2" y="0"/>
                    <a:pt x="4" y="1"/>
                  </a:cubicBezTo>
                  <a:cubicBezTo>
                    <a:pt x="6" y="2"/>
                    <a:pt x="8" y="3"/>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7" name="Freeform 2864">
              <a:extLst>
                <a:ext uri="{FF2B5EF4-FFF2-40B4-BE49-F238E27FC236}">
                  <a16:creationId xmlns:a16="http://schemas.microsoft.com/office/drawing/2014/main" id="{A7507662-E11E-1D63-DF37-605F3D0B352A}"/>
                </a:ext>
              </a:extLst>
            </p:cNvPr>
            <p:cNvSpPr>
              <a:spLocks/>
            </p:cNvSpPr>
            <p:nvPr/>
          </p:nvSpPr>
          <p:spPr bwMode="auto">
            <a:xfrm rot="5094805">
              <a:off x="2014243" y="823752"/>
              <a:ext cx="25135" cy="15995"/>
            </a:xfrm>
            <a:custGeom>
              <a:avLst/>
              <a:gdLst>
                <a:gd name="T0" fmla="*/ 0 w 10"/>
                <a:gd name="T1" fmla="*/ 1 h 6"/>
                <a:gd name="T2" fmla="*/ 4 w 10"/>
                <a:gd name="T3" fmla="*/ 0 h 6"/>
                <a:gd name="T4" fmla="*/ 9 w 10"/>
                <a:gd name="T5" fmla="*/ 2 h 6"/>
                <a:gd name="T6" fmla="*/ 6 w 10"/>
                <a:gd name="T7" fmla="*/ 5 h 6"/>
                <a:gd name="T8" fmla="*/ 0 w 10"/>
                <a:gd name="T9" fmla="*/ 1 h 6"/>
              </a:gdLst>
              <a:ahLst/>
              <a:cxnLst>
                <a:cxn ang="0">
                  <a:pos x="T0" y="T1"/>
                </a:cxn>
                <a:cxn ang="0">
                  <a:pos x="T2" y="T3"/>
                </a:cxn>
                <a:cxn ang="0">
                  <a:pos x="T4" y="T5"/>
                </a:cxn>
                <a:cxn ang="0">
                  <a:pos x="T6" y="T7"/>
                </a:cxn>
                <a:cxn ang="0">
                  <a:pos x="T8" y="T9"/>
                </a:cxn>
              </a:cxnLst>
              <a:rect l="0" t="0" r="r" b="b"/>
              <a:pathLst>
                <a:path w="10" h="6">
                  <a:moveTo>
                    <a:pt x="0" y="1"/>
                  </a:moveTo>
                  <a:cubicBezTo>
                    <a:pt x="2" y="1"/>
                    <a:pt x="3" y="0"/>
                    <a:pt x="4" y="0"/>
                  </a:cubicBezTo>
                  <a:cubicBezTo>
                    <a:pt x="6" y="0"/>
                    <a:pt x="8" y="1"/>
                    <a:pt x="9" y="2"/>
                  </a:cubicBezTo>
                  <a:cubicBezTo>
                    <a:pt x="10" y="4"/>
                    <a:pt x="8" y="6"/>
                    <a:pt x="6" y="5"/>
                  </a:cubicBezTo>
                  <a:cubicBezTo>
                    <a:pt x="4" y="4"/>
                    <a:pt x="3" y="3"/>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8" name="Freeform 2865">
              <a:extLst>
                <a:ext uri="{FF2B5EF4-FFF2-40B4-BE49-F238E27FC236}">
                  <a16:creationId xmlns:a16="http://schemas.microsoft.com/office/drawing/2014/main" id="{54CD098B-1DC0-F711-ED7D-61AD6470513F}"/>
                </a:ext>
              </a:extLst>
            </p:cNvPr>
            <p:cNvSpPr>
              <a:spLocks/>
            </p:cNvSpPr>
            <p:nvPr/>
          </p:nvSpPr>
          <p:spPr bwMode="auto">
            <a:xfrm rot="5094805">
              <a:off x="2035821" y="631517"/>
              <a:ext cx="22850" cy="9140"/>
            </a:xfrm>
            <a:custGeom>
              <a:avLst/>
              <a:gdLst>
                <a:gd name="T0" fmla="*/ 10 w 10"/>
                <a:gd name="T1" fmla="*/ 3 h 4"/>
                <a:gd name="T2" fmla="*/ 5 w 10"/>
                <a:gd name="T3" fmla="*/ 4 h 4"/>
                <a:gd name="T4" fmla="*/ 1 w 10"/>
                <a:gd name="T5" fmla="*/ 1 h 4"/>
                <a:gd name="T6" fmla="*/ 5 w 10"/>
                <a:gd name="T7" fmla="*/ 0 h 4"/>
                <a:gd name="T8" fmla="*/ 10 w 10"/>
                <a:gd name="T9" fmla="*/ 3 h 4"/>
              </a:gdLst>
              <a:ahLst/>
              <a:cxnLst>
                <a:cxn ang="0">
                  <a:pos x="T0" y="T1"/>
                </a:cxn>
                <a:cxn ang="0">
                  <a:pos x="T2" y="T3"/>
                </a:cxn>
                <a:cxn ang="0">
                  <a:pos x="T4" y="T5"/>
                </a:cxn>
                <a:cxn ang="0">
                  <a:pos x="T6" y="T7"/>
                </a:cxn>
                <a:cxn ang="0">
                  <a:pos x="T8" y="T9"/>
                </a:cxn>
              </a:cxnLst>
              <a:rect l="0" t="0" r="r" b="b"/>
              <a:pathLst>
                <a:path w="10" h="4">
                  <a:moveTo>
                    <a:pt x="10" y="3"/>
                  </a:moveTo>
                  <a:cubicBezTo>
                    <a:pt x="8" y="4"/>
                    <a:pt x="7" y="4"/>
                    <a:pt x="5" y="4"/>
                  </a:cubicBezTo>
                  <a:cubicBezTo>
                    <a:pt x="3" y="4"/>
                    <a:pt x="0" y="3"/>
                    <a:pt x="1" y="1"/>
                  </a:cubicBezTo>
                  <a:cubicBezTo>
                    <a:pt x="1" y="0"/>
                    <a:pt x="2" y="0"/>
                    <a:pt x="5" y="0"/>
                  </a:cubicBezTo>
                  <a:cubicBezTo>
                    <a:pt x="6" y="1"/>
                    <a:pt x="8" y="2"/>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9" name="Freeform 2866">
              <a:extLst>
                <a:ext uri="{FF2B5EF4-FFF2-40B4-BE49-F238E27FC236}">
                  <a16:creationId xmlns:a16="http://schemas.microsoft.com/office/drawing/2014/main" id="{41DCB7A9-CD71-D860-DE72-E58B9FFF510D}"/>
                </a:ext>
              </a:extLst>
            </p:cNvPr>
            <p:cNvSpPr>
              <a:spLocks/>
            </p:cNvSpPr>
            <p:nvPr/>
          </p:nvSpPr>
          <p:spPr bwMode="auto">
            <a:xfrm rot="5094805">
              <a:off x="2032151" y="436746"/>
              <a:ext cx="25135" cy="6855"/>
            </a:xfrm>
            <a:custGeom>
              <a:avLst/>
              <a:gdLst>
                <a:gd name="T0" fmla="*/ 0 w 10"/>
                <a:gd name="T1" fmla="*/ 1 h 3"/>
                <a:gd name="T2" fmla="*/ 4 w 10"/>
                <a:gd name="T3" fmla="*/ 0 h 3"/>
                <a:gd name="T4" fmla="*/ 8 w 10"/>
                <a:gd name="T5" fmla="*/ 1 h 3"/>
                <a:gd name="T6" fmla="*/ 5 w 10"/>
                <a:gd name="T7" fmla="*/ 3 h 3"/>
                <a:gd name="T8" fmla="*/ 0 w 10"/>
                <a:gd name="T9" fmla="*/ 1 h 3"/>
              </a:gdLst>
              <a:ahLst/>
              <a:cxnLst>
                <a:cxn ang="0">
                  <a:pos x="T0" y="T1"/>
                </a:cxn>
                <a:cxn ang="0">
                  <a:pos x="T2" y="T3"/>
                </a:cxn>
                <a:cxn ang="0">
                  <a:pos x="T4" y="T5"/>
                </a:cxn>
                <a:cxn ang="0">
                  <a:pos x="T6" y="T7"/>
                </a:cxn>
                <a:cxn ang="0">
                  <a:pos x="T8" y="T9"/>
                </a:cxn>
              </a:cxnLst>
              <a:rect l="0" t="0" r="r" b="b"/>
              <a:pathLst>
                <a:path w="10" h="3">
                  <a:moveTo>
                    <a:pt x="0" y="1"/>
                  </a:moveTo>
                  <a:cubicBezTo>
                    <a:pt x="2" y="1"/>
                    <a:pt x="2" y="0"/>
                    <a:pt x="4" y="0"/>
                  </a:cubicBezTo>
                  <a:cubicBezTo>
                    <a:pt x="5" y="0"/>
                    <a:pt x="8" y="0"/>
                    <a:pt x="8" y="1"/>
                  </a:cubicBezTo>
                  <a:cubicBezTo>
                    <a:pt x="10" y="2"/>
                    <a:pt x="8" y="3"/>
                    <a:pt x="5" y="3"/>
                  </a:cubicBezTo>
                  <a:cubicBezTo>
                    <a:pt x="4" y="3"/>
                    <a:pt x="2"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0" name="Freeform 2867">
              <a:extLst>
                <a:ext uri="{FF2B5EF4-FFF2-40B4-BE49-F238E27FC236}">
                  <a16:creationId xmlns:a16="http://schemas.microsoft.com/office/drawing/2014/main" id="{C26554B3-EA1C-DD62-FC77-AD344C77A766}"/>
                </a:ext>
              </a:extLst>
            </p:cNvPr>
            <p:cNvSpPr>
              <a:spLocks/>
            </p:cNvSpPr>
            <p:nvPr/>
          </p:nvSpPr>
          <p:spPr bwMode="auto">
            <a:xfrm rot="5094805">
              <a:off x="2010590" y="246172"/>
              <a:ext cx="20565" cy="6855"/>
            </a:xfrm>
            <a:custGeom>
              <a:avLst/>
              <a:gdLst>
                <a:gd name="T0" fmla="*/ 4 w 8"/>
                <a:gd name="T1" fmla="*/ 0 h 3"/>
                <a:gd name="T2" fmla="*/ 8 w 8"/>
                <a:gd name="T3" fmla="*/ 1 h 3"/>
                <a:gd name="T4" fmla="*/ 3 w 8"/>
                <a:gd name="T5" fmla="*/ 2 h 3"/>
                <a:gd name="T6" fmla="*/ 0 w 8"/>
                <a:gd name="T7" fmla="*/ 1 h 3"/>
                <a:gd name="T8" fmla="*/ 4 w 8"/>
                <a:gd name="T9" fmla="*/ 0 h 3"/>
              </a:gdLst>
              <a:ahLst/>
              <a:cxnLst>
                <a:cxn ang="0">
                  <a:pos x="T0" y="T1"/>
                </a:cxn>
                <a:cxn ang="0">
                  <a:pos x="T2" y="T3"/>
                </a:cxn>
                <a:cxn ang="0">
                  <a:pos x="T4" y="T5"/>
                </a:cxn>
                <a:cxn ang="0">
                  <a:pos x="T6" y="T7"/>
                </a:cxn>
                <a:cxn ang="0">
                  <a:pos x="T8" y="T9"/>
                </a:cxn>
              </a:cxnLst>
              <a:rect l="0" t="0" r="r" b="b"/>
              <a:pathLst>
                <a:path w="8" h="3">
                  <a:moveTo>
                    <a:pt x="4" y="0"/>
                  </a:moveTo>
                  <a:cubicBezTo>
                    <a:pt x="6" y="0"/>
                    <a:pt x="7" y="0"/>
                    <a:pt x="8" y="1"/>
                  </a:cubicBezTo>
                  <a:cubicBezTo>
                    <a:pt x="8" y="1"/>
                    <a:pt x="5" y="3"/>
                    <a:pt x="3" y="2"/>
                  </a:cubicBezTo>
                  <a:cubicBezTo>
                    <a:pt x="1" y="2"/>
                    <a:pt x="0" y="2"/>
                    <a:pt x="0" y="1"/>
                  </a:cubicBezTo>
                  <a:cubicBezTo>
                    <a:pt x="0" y="1"/>
                    <a:pt x="2"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1" name="Freeform 2868">
              <a:extLst>
                <a:ext uri="{FF2B5EF4-FFF2-40B4-BE49-F238E27FC236}">
                  <a16:creationId xmlns:a16="http://schemas.microsoft.com/office/drawing/2014/main" id="{627FB892-F5E2-5982-BE07-7C41322910A4}"/>
                </a:ext>
              </a:extLst>
            </p:cNvPr>
            <p:cNvSpPr>
              <a:spLocks/>
            </p:cNvSpPr>
            <p:nvPr/>
          </p:nvSpPr>
          <p:spPr bwMode="auto">
            <a:xfrm rot="5094805">
              <a:off x="1956019" y="57190"/>
              <a:ext cx="20565" cy="9140"/>
            </a:xfrm>
            <a:custGeom>
              <a:avLst/>
              <a:gdLst>
                <a:gd name="T0" fmla="*/ 4 w 9"/>
                <a:gd name="T1" fmla="*/ 3 h 4"/>
                <a:gd name="T2" fmla="*/ 0 w 9"/>
                <a:gd name="T3" fmla="*/ 3 h 4"/>
                <a:gd name="T4" fmla="*/ 3 w 9"/>
                <a:gd name="T5" fmla="*/ 1 h 4"/>
                <a:gd name="T6" fmla="*/ 8 w 9"/>
                <a:gd name="T7" fmla="*/ 1 h 4"/>
                <a:gd name="T8" fmla="*/ 4 w 9"/>
                <a:gd name="T9" fmla="*/ 3 h 4"/>
              </a:gdLst>
              <a:ahLst/>
              <a:cxnLst>
                <a:cxn ang="0">
                  <a:pos x="T0" y="T1"/>
                </a:cxn>
                <a:cxn ang="0">
                  <a:pos x="T2" y="T3"/>
                </a:cxn>
                <a:cxn ang="0">
                  <a:pos x="T4" y="T5"/>
                </a:cxn>
                <a:cxn ang="0">
                  <a:pos x="T6" y="T7"/>
                </a:cxn>
                <a:cxn ang="0">
                  <a:pos x="T8" y="T9"/>
                </a:cxn>
              </a:cxnLst>
              <a:rect l="0" t="0" r="r" b="b"/>
              <a:pathLst>
                <a:path w="9" h="4">
                  <a:moveTo>
                    <a:pt x="4" y="3"/>
                  </a:moveTo>
                  <a:cubicBezTo>
                    <a:pt x="2" y="3"/>
                    <a:pt x="1" y="4"/>
                    <a:pt x="0" y="3"/>
                  </a:cubicBezTo>
                  <a:cubicBezTo>
                    <a:pt x="0" y="3"/>
                    <a:pt x="2" y="2"/>
                    <a:pt x="3" y="1"/>
                  </a:cubicBezTo>
                  <a:cubicBezTo>
                    <a:pt x="6" y="1"/>
                    <a:pt x="9" y="0"/>
                    <a:pt x="8" y="1"/>
                  </a:cubicBezTo>
                  <a:cubicBezTo>
                    <a:pt x="7" y="2"/>
                    <a:pt x="6"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2" name="Freeform 2886">
              <a:extLst>
                <a:ext uri="{FF2B5EF4-FFF2-40B4-BE49-F238E27FC236}">
                  <a16:creationId xmlns:a16="http://schemas.microsoft.com/office/drawing/2014/main" id="{11051431-D30A-0185-2383-1ADD368776D5}"/>
                </a:ext>
              </a:extLst>
            </p:cNvPr>
            <p:cNvSpPr>
              <a:spLocks/>
            </p:cNvSpPr>
            <p:nvPr/>
          </p:nvSpPr>
          <p:spPr bwMode="auto">
            <a:xfrm rot="5094805">
              <a:off x="3136596" y="6784927"/>
              <a:ext cx="18280" cy="13710"/>
            </a:xfrm>
            <a:custGeom>
              <a:avLst/>
              <a:gdLst>
                <a:gd name="T0" fmla="*/ 5 w 8"/>
                <a:gd name="T1" fmla="*/ 5 h 5"/>
                <a:gd name="T2" fmla="*/ 0 w 8"/>
                <a:gd name="T3" fmla="*/ 4 h 5"/>
                <a:gd name="T4" fmla="*/ 2 w 8"/>
                <a:gd name="T5" fmla="*/ 1 h 5"/>
                <a:gd name="T6" fmla="*/ 8 w 8"/>
                <a:gd name="T7" fmla="*/ 1 h 5"/>
                <a:gd name="T8" fmla="*/ 5 w 8"/>
                <a:gd name="T9" fmla="*/ 5 h 5"/>
              </a:gdLst>
              <a:ahLst/>
              <a:cxnLst>
                <a:cxn ang="0">
                  <a:pos x="T0" y="T1"/>
                </a:cxn>
                <a:cxn ang="0">
                  <a:pos x="T2" y="T3"/>
                </a:cxn>
                <a:cxn ang="0">
                  <a:pos x="T4" y="T5"/>
                </a:cxn>
                <a:cxn ang="0">
                  <a:pos x="T6" y="T7"/>
                </a:cxn>
                <a:cxn ang="0">
                  <a:pos x="T8" y="T9"/>
                </a:cxn>
              </a:cxnLst>
              <a:rect l="0" t="0" r="r" b="b"/>
              <a:pathLst>
                <a:path w="8" h="5">
                  <a:moveTo>
                    <a:pt x="5" y="5"/>
                  </a:moveTo>
                  <a:cubicBezTo>
                    <a:pt x="3" y="4"/>
                    <a:pt x="1" y="4"/>
                    <a:pt x="0" y="4"/>
                  </a:cubicBezTo>
                  <a:cubicBezTo>
                    <a:pt x="0" y="3"/>
                    <a:pt x="1" y="2"/>
                    <a:pt x="2" y="1"/>
                  </a:cubicBezTo>
                  <a:cubicBezTo>
                    <a:pt x="4" y="0"/>
                    <a:pt x="8" y="0"/>
                    <a:pt x="8" y="1"/>
                  </a:cubicBezTo>
                  <a:cubicBezTo>
                    <a:pt x="7" y="2"/>
                    <a:pt x="6" y="3"/>
                    <a:pt x="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3" name="Freeform 2887">
              <a:extLst>
                <a:ext uri="{FF2B5EF4-FFF2-40B4-BE49-F238E27FC236}">
                  <a16:creationId xmlns:a16="http://schemas.microsoft.com/office/drawing/2014/main" id="{BDEE3229-A319-D6BC-B7F9-029D5E91AED0}"/>
                </a:ext>
              </a:extLst>
            </p:cNvPr>
            <p:cNvSpPr>
              <a:spLocks/>
            </p:cNvSpPr>
            <p:nvPr/>
          </p:nvSpPr>
          <p:spPr bwMode="auto">
            <a:xfrm rot="5094805">
              <a:off x="3060298" y="6598915"/>
              <a:ext cx="20565" cy="11425"/>
            </a:xfrm>
            <a:custGeom>
              <a:avLst/>
              <a:gdLst>
                <a:gd name="T0" fmla="*/ 4 w 8"/>
                <a:gd name="T1" fmla="*/ 5 h 5"/>
                <a:gd name="T2" fmla="*/ 0 w 8"/>
                <a:gd name="T3" fmla="*/ 4 h 5"/>
                <a:gd name="T4" fmla="*/ 3 w 8"/>
                <a:gd name="T5" fmla="*/ 1 h 5"/>
                <a:gd name="T6" fmla="*/ 7 w 8"/>
                <a:gd name="T7" fmla="*/ 2 h 5"/>
                <a:gd name="T8" fmla="*/ 4 w 8"/>
                <a:gd name="T9" fmla="*/ 5 h 5"/>
              </a:gdLst>
              <a:ahLst/>
              <a:cxnLst>
                <a:cxn ang="0">
                  <a:pos x="T0" y="T1"/>
                </a:cxn>
                <a:cxn ang="0">
                  <a:pos x="T2" y="T3"/>
                </a:cxn>
                <a:cxn ang="0">
                  <a:pos x="T4" y="T5"/>
                </a:cxn>
                <a:cxn ang="0">
                  <a:pos x="T6" y="T7"/>
                </a:cxn>
                <a:cxn ang="0">
                  <a:pos x="T8" y="T9"/>
                </a:cxn>
              </a:cxnLst>
              <a:rect l="0" t="0" r="r" b="b"/>
              <a:pathLst>
                <a:path w="8" h="5">
                  <a:moveTo>
                    <a:pt x="4" y="5"/>
                  </a:moveTo>
                  <a:cubicBezTo>
                    <a:pt x="2" y="4"/>
                    <a:pt x="0" y="4"/>
                    <a:pt x="0" y="4"/>
                  </a:cubicBezTo>
                  <a:cubicBezTo>
                    <a:pt x="0" y="3"/>
                    <a:pt x="1" y="2"/>
                    <a:pt x="3" y="1"/>
                  </a:cubicBezTo>
                  <a:cubicBezTo>
                    <a:pt x="5" y="0"/>
                    <a:pt x="8" y="1"/>
                    <a:pt x="7" y="2"/>
                  </a:cubicBezTo>
                  <a:cubicBezTo>
                    <a:pt x="7" y="3"/>
                    <a:pt x="5" y="3"/>
                    <a:pt x="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4" name="Freeform 2888">
              <a:extLst>
                <a:ext uri="{FF2B5EF4-FFF2-40B4-BE49-F238E27FC236}">
                  <a16:creationId xmlns:a16="http://schemas.microsoft.com/office/drawing/2014/main" id="{69F4245E-F9BC-D7D7-3BC4-C161D7531991}"/>
                </a:ext>
              </a:extLst>
            </p:cNvPr>
            <p:cNvSpPr>
              <a:spLocks/>
            </p:cNvSpPr>
            <p:nvPr/>
          </p:nvSpPr>
          <p:spPr bwMode="auto">
            <a:xfrm rot="5094805">
              <a:off x="2993103" y="6412093"/>
              <a:ext cx="22850" cy="9140"/>
            </a:xfrm>
            <a:custGeom>
              <a:avLst/>
              <a:gdLst>
                <a:gd name="T0" fmla="*/ 4 w 9"/>
                <a:gd name="T1" fmla="*/ 4 h 4"/>
                <a:gd name="T2" fmla="*/ 0 w 9"/>
                <a:gd name="T3" fmla="*/ 3 h 4"/>
                <a:gd name="T4" fmla="*/ 3 w 9"/>
                <a:gd name="T5" fmla="*/ 1 h 4"/>
                <a:gd name="T6" fmla="*/ 8 w 9"/>
                <a:gd name="T7" fmla="*/ 2 h 4"/>
                <a:gd name="T8" fmla="*/ 4 w 9"/>
                <a:gd name="T9" fmla="*/ 4 h 4"/>
              </a:gdLst>
              <a:ahLst/>
              <a:cxnLst>
                <a:cxn ang="0">
                  <a:pos x="T0" y="T1"/>
                </a:cxn>
                <a:cxn ang="0">
                  <a:pos x="T2" y="T3"/>
                </a:cxn>
                <a:cxn ang="0">
                  <a:pos x="T4" y="T5"/>
                </a:cxn>
                <a:cxn ang="0">
                  <a:pos x="T6" y="T7"/>
                </a:cxn>
                <a:cxn ang="0">
                  <a:pos x="T8" y="T9"/>
                </a:cxn>
              </a:cxnLst>
              <a:rect l="0" t="0" r="r" b="b"/>
              <a:pathLst>
                <a:path w="9" h="4">
                  <a:moveTo>
                    <a:pt x="4" y="4"/>
                  </a:moveTo>
                  <a:cubicBezTo>
                    <a:pt x="2" y="4"/>
                    <a:pt x="0" y="4"/>
                    <a:pt x="0" y="3"/>
                  </a:cubicBezTo>
                  <a:cubicBezTo>
                    <a:pt x="0" y="2"/>
                    <a:pt x="2" y="1"/>
                    <a:pt x="3" y="1"/>
                  </a:cubicBezTo>
                  <a:cubicBezTo>
                    <a:pt x="6" y="0"/>
                    <a:pt x="9" y="1"/>
                    <a:pt x="8" y="2"/>
                  </a:cubicBezTo>
                  <a:cubicBezTo>
                    <a:pt x="8" y="2"/>
                    <a:pt x="6" y="3"/>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5" name="Freeform 2889">
              <a:extLst>
                <a:ext uri="{FF2B5EF4-FFF2-40B4-BE49-F238E27FC236}">
                  <a16:creationId xmlns:a16="http://schemas.microsoft.com/office/drawing/2014/main" id="{02572B1E-CFED-C909-4762-25EFFAA655B8}"/>
                </a:ext>
              </a:extLst>
            </p:cNvPr>
            <p:cNvSpPr>
              <a:spLocks/>
            </p:cNvSpPr>
            <p:nvPr/>
          </p:nvSpPr>
          <p:spPr bwMode="auto">
            <a:xfrm rot="5094805">
              <a:off x="2942890" y="6222917"/>
              <a:ext cx="18280" cy="6855"/>
            </a:xfrm>
            <a:custGeom>
              <a:avLst/>
              <a:gdLst>
                <a:gd name="T0" fmla="*/ 4 w 8"/>
                <a:gd name="T1" fmla="*/ 3 h 3"/>
                <a:gd name="T2" fmla="*/ 0 w 8"/>
                <a:gd name="T3" fmla="*/ 2 h 3"/>
                <a:gd name="T4" fmla="*/ 2 w 8"/>
                <a:gd name="T5" fmla="*/ 1 h 3"/>
                <a:gd name="T6" fmla="*/ 8 w 8"/>
                <a:gd name="T7" fmla="*/ 1 h 3"/>
                <a:gd name="T8" fmla="*/ 4 w 8"/>
                <a:gd name="T9" fmla="*/ 3 h 3"/>
              </a:gdLst>
              <a:ahLst/>
              <a:cxnLst>
                <a:cxn ang="0">
                  <a:pos x="T0" y="T1"/>
                </a:cxn>
                <a:cxn ang="0">
                  <a:pos x="T2" y="T3"/>
                </a:cxn>
                <a:cxn ang="0">
                  <a:pos x="T4" y="T5"/>
                </a:cxn>
                <a:cxn ang="0">
                  <a:pos x="T6" y="T7"/>
                </a:cxn>
                <a:cxn ang="0">
                  <a:pos x="T8" y="T9"/>
                </a:cxn>
              </a:cxnLst>
              <a:rect l="0" t="0" r="r" b="b"/>
              <a:pathLst>
                <a:path w="8" h="3">
                  <a:moveTo>
                    <a:pt x="4" y="3"/>
                  </a:moveTo>
                  <a:cubicBezTo>
                    <a:pt x="2" y="3"/>
                    <a:pt x="0" y="3"/>
                    <a:pt x="0" y="2"/>
                  </a:cubicBezTo>
                  <a:cubicBezTo>
                    <a:pt x="0" y="2"/>
                    <a:pt x="1" y="1"/>
                    <a:pt x="2" y="1"/>
                  </a:cubicBezTo>
                  <a:cubicBezTo>
                    <a:pt x="4" y="0"/>
                    <a:pt x="8" y="0"/>
                    <a:pt x="8" y="1"/>
                  </a:cubicBezTo>
                  <a:cubicBezTo>
                    <a:pt x="7" y="2"/>
                    <a:pt x="6"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6" name="Freeform 2890">
              <a:extLst>
                <a:ext uri="{FF2B5EF4-FFF2-40B4-BE49-F238E27FC236}">
                  <a16:creationId xmlns:a16="http://schemas.microsoft.com/office/drawing/2014/main" id="{C4D467F3-D843-31FB-BA95-7F2AA9C0FC7C}"/>
                </a:ext>
              </a:extLst>
            </p:cNvPr>
            <p:cNvSpPr>
              <a:spLocks/>
            </p:cNvSpPr>
            <p:nvPr/>
          </p:nvSpPr>
          <p:spPr bwMode="auto">
            <a:xfrm rot="5094805">
              <a:off x="2900529" y="6029306"/>
              <a:ext cx="20565" cy="9140"/>
            </a:xfrm>
            <a:custGeom>
              <a:avLst/>
              <a:gdLst>
                <a:gd name="T0" fmla="*/ 4 w 8"/>
                <a:gd name="T1" fmla="*/ 4 h 4"/>
                <a:gd name="T2" fmla="*/ 0 w 8"/>
                <a:gd name="T3" fmla="*/ 2 h 4"/>
                <a:gd name="T4" fmla="*/ 3 w 8"/>
                <a:gd name="T5" fmla="*/ 0 h 4"/>
                <a:gd name="T6" fmla="*/ 8 w 8"/>
                <a:gd name="T7" fmla="*/ 1 h 4"/>
                <a:gd name="T8" fmla="*/ 4 w 8"/>
                <a:gd name="T9" fmla="*/ 4 h 4"/>
              </a:gdLst>
              <a:ahLst/>
              <a:cxnLst>
                <a:cxn ang="0">
                  <a:pos x="T0" y="T1"/>
                </a:cxn>
                <a:cxn ang="0">
                  <a:pos x="T2" y="T3"/>
                </a:cxn>
                <a:cxn ang="0">
                  <a:pos x="T4" y="T5"/>
                </a:cxn>
                <a:cxn ang="0">
                  <a:pos x="T6" y="T7"/>
                </a:cxn>
                <a:cxn ang="0">
                  <a:pos x="T8" y="T9"/>
                </a:cxn>
              </a:cxnLst>
              <a:rect l="0" t="0" r="r" b="b"/>
              <a:pathLst>
                <a:path w="8" h="4">
                  <a:moveTo>
                    <a:pt x="4" y="4"/>
                  </a:moveTo>
                  <a:cubicBezTo>
                    <a:pt x="2" y="3"/>
                    <a:pt x="0" y="3"/>
                    <a:pt x="0" y="2"/>
                  </a:cubicBezTo>
                  <a:cubicBezTo>
                    <a:pt x="0" y="2"/>
                    <a:pt x="2" y="1"/>
                    <a:pt x="3" y="0"/>
                  </a:cubicBezTo>
                  <a:cubicBezTo>
                    <a:pt x="5" y="0"/>
                    <a:pt x="8" y="1"/>
                    <a:pt x="8" y="1"/>
                  </a:cubicBezTo>
                  <a:cubicBezTo>
                    <a:pt x="7" y="2"/>
                    <a:pt x="6" y="3"/>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7" name="Freeform 2891">
              <a:extLst>
                <a:ext uri="{FF2B5EF4-FFF2-40B4-BE49-F238E27FC236}">
                  <a16:creationId xmlns:a16="http://schemas.microsoft.com/office/drawing/2014/main" id="{D9CD13B9-8EE5-B629-4CD5-4103388AFDB7}"/>
                </a:ext>
              </a:extLst>
            </p:cNvPr>
            <p:cNvSpPr>
              <a:spLocks/>
            </p:cNvSpPr>
            <p:nvPr/>
          </p:nvSpPr>
          <p:spPr bwMode="auto">
            <a:xfrm rot="5094805">
              <a:off x="2859614" y="5839108"/>
              <a:ext cx="20565" cy="11425"/>
            </a:xfrm>
            <a:custGeom>
              <a:avLst/>
              <a:gdLst>
                <a:gd name="T0" fmla="*/ 3 w 8"/>
                <a:gd name="T1" fmla="*/ 0 h 4"/>
                <a:gd name="T2" fmla="*/ 7 w 8"/>
                <a:gd name="T3" fmla="*/ 2 h 4"/>
                <a:gd name="T4" fmla="*/ 2 w 8"/>
                <a:gd name="T5" fmla="*/ 4 h 4"/>
                <a:gd name="T6" fmla="*/ 0 w 8"/>
                <a:gd name="T7" fmla="*/ 3 h 4"/>
                <a:gd name="T8" fmla="*/ 3 w 8"/>
                <a:gd name="T9" fmla="*/ 0 h 4"/>
              </a:gdLst>
              <a:ahLst/>
              <a:cxnLst>
                <a:cxn ang="0">
                  <a:pos x="T0" y="T1"/>
                </a:cxn>
                <a:cxn ang="0">
                  <a:pos x="T2" y="T3"/>
                </a:cxn>
                <a:cxn ang="0">
                  <a:pos x="T4" y="T5"/>
                </a:cxn>
                <a:cxn ang="0">
                  <a:pos x="T6" y="T7"/>
                </a:cxn>
                <a:cxn ang="0">
                  <a:pos x="T8" y="T9"/>
                </a:cxn>
              </a:cxnLst>
              <a:rect l="0" t="0" r="r" b="b"/>
              <a:pathLst>
                <a:path w="8" h="4">
                  <a:moveTo>
                    <a:pt x="3" y="0"/>
                  </a:moveTo>
                  <a:cubicBezTo>
                    <a:pt x="5" y="1"/>
                    <a:pt x="7" y="1"/>
                    <a:pt x="7" y="2"/>
                  </a:cubicBezTo>
                  <a:cubicBezTo>
                    <a:pt x="8" y="2"/>
                    <a:pt x="4" y="4"/>
                    <a:pt x="2" y="4"/>
                  </a:cubicBezTo>
                  <a:cubicBezTo>
                    <a:pt x="1" y="4"/>
                    <a:pt x="0" y="3"/>
                    <a:pt x="0" y="3"/>
                  </a:cubicBezTo>
                  <a:cubicBezTo>
                    <a:pt x="0" y="2"/>
                    <a:pt x="1"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8" name="Freeform 2892">
              <a:extLst>
                <a:ext uri="{FF2B5EF4-FFF2-40B4-BE49-F238E27FC236}">
                  <a16:creationId xmlns:a16="http://schemas.microsoft.com/office/drawing/2014/main" id="{1653ADC6-B413-1F0F-7C18-15B507716EC1}"/>
                </a:ext>
              </a:extLst>
            </p:cNvPr>
            <p:cNvSpPr>
              <a:spLocks/>
            </p:cNvSpPr>
            <p:nvPr/>
          </p:nvSpPr>
          <p:spPr bwMode="auto">
            <a:xfrm rot="5094805">
              <a:off x="2801426" y="5649297"/>
              <a:ext cx="20565" cy="11425"/>
            </a:xfrm>
            <a:custGeom>
              <a:avLst/>
              <a:gdLst>
                <a:gd name="T0" fmla="*/ 9 w 9"/>
                <a:gd name="T1" fmla="*/ 1 h 5"/>
                <a:gd name="T2" fmla="*/ 4 w 9"/>
                <a:gd name="T3" fmla="*/ 4 h 5"/>
                <a:gd name="T4" fmla="*/ 0 w 9"/>
                <a:gd name="T5" fmla="*/ 3 h 5"/>
                <a:gd name="T6" fmla="*/ 4 w 9"/>
                <a:gd name="T7" fmla="*/ 0 h 5"/>
                <a:gd name="T8" fmla="*/ 9 w 9"/>
                <a:gd name="T9" fmla="*/ 1 h 5"/>
              </a:gdLst>
              <a:ahLst/>
              <a:cxnLst>
                <a:cxn ang="0">
                  <a:pos x="T0" y="T1"/>
                </a:cxn>
                <a:cxn ang="0">
                  <a:pos x="T2" y="T3"/>
                </a:cxn>
                <a:cxn ang="0">
                  <a:pos x="T4" y="T5"/>
                </a:cxn>
                <a:cxn ang="0">
                  <a:pos x="T6" y="T7"/>
                </a:cxn>
                <a:cxn ang="0">
                  <a:pos x="T8" y="T9"/>
                </a:cxn>
              </a:cxnLst>
              <a:rect l="0" t="0" r="r" b="b"/>
              <a:pathLst>
                <a:path w="9" h="5">
                  <a:moveTo>
                    <a:pt x="9" y="1"/>
                  </a:moveTo>
                  <a:cubicBezTo>
                    <a:pt x="7" y="3"/>
                    <a:pt x="6" y="4"/>
                    <a:pt x="4" y="4"/>
                  </a:cubicBezTo>
                  <a:cubicBezTo>
                    <a:pt x="2" y="5"/>
                    <a:pt x="0" y="4"/>
                    <a:pt x="0" y="3"/>
                  </a:cubicBezTo>
                  <a:cubicBezTo>
                    <a:pt x="0" y="2"/>
                    <a:pt x="2" y="1"/>
                    <a:pt x="4" y="0"/>
                  </a:cubicBezTo>
                  <a:cubicBezTo>
                    <a:pt x="6" y="0"/>
                    <a:pt x="7" y="1"/>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9" name="Freeform 2893">
              <a:extLst>
                <a:ext uri="{FF2B5EF4-FFF2-40B4-BE49-F238E27FC236}">
                  <a16:creationId xmlns:a16="http://schemas.microsoft.com/office/drawing/2014/main" id="{E4BD6BEE-6CC5-F0A1-2ED5-AE09232D7D00}"/>
                </a:ext>
              </a:extLst>
            </p:cNvPr>
            <p:cNvSpPr>
              <a:spLocks/>
            </p:cNvSpPr>
            <p:nvPr/>
          </p:nvSpPr>
          <p:spPr bwMode="auto">
            <a:xfrm rot="5094805">
              <a:off x="2729573" y="5458213"/>
              <a:ext cx="25135" cy="15995"/>
            </a:xfrm>
            <a:custGeom>
              <a:avLst/>
              <a:gdLst>
                <a:gd name="T0" fmla="*/ 10 w 10"/>
                <a:gd name="T1" fmla="*/ 2 h 6"/>
                <a:gd name="T2" fmla="*/ 5 w 10"/>
                <a:gd name="T3" fmla="*/ 5 h 6"/>
                <a:gd name="T4" fmla="*/ 1 w 10"/>
                <a:gd name="T5" fmla="*/ 3 h 6"/>
                <a:gd name="T6" fmla="*/ 5 w 10"/>
                <a:gd name="T7" fmla="*/ 0 h 6"/>
                <a:gd name="T8" fmla="*/ 10 w 10"/>
                <a:gd name="T9" fmla="*/ 2 h 6"/>
              </a:gdLst>
              <a:ahLst/>
              <a:cxnLst>
                <a:cxn ang="0">
                  <a:pos x="T0" y="T1"/>
                </a:cxn>
                <a:cxn ang="0">
                  <a:pos x="T2" y="T3"/>
                </a:cxn>
                <a:cxn ang="0">
                  <a:pos x="T4" y="T5"/>
                </a:cxn>
                <a:cxn ang="0">
                  <a:pos x="T6" y="T7"/>
                </a:cxn>
                <a:cxn ang="0">
                  <a:pos x="T8" y="T9"/>
                </a:cxn>
              </a:cxnLst>
              <a:rect l="0" t="0" r="r" b="b"/>
              <a:pathLst>
                <a:path w="10" h="6">
                  <a:moveTo>
                    <a:pt x="10" y="2"/>
                  </a:moveTo>
                  <a:cubicBezTo>
                    <a:pt x="8" y="3"/>
                    <a:pt x="6" y="4"/>
                    <a:pt x="5" y="5"/>
                  </a:cubicBezTo>
                  <a:cubicBezTo>
                    <a:pt x="3" y="6"/>
                    <a:pt x="0" y="5"/>
                    <a:pt x="1" y="3"/>
                  </a:cubicBezTo>
                  <a:cubicBezTo>
                    <a:pt x="1" y="2"/>
                    <a:pt x="3" y="0"/>
                    <a:pt x="5" y="0"/>
                  </a:cubicBezTo>
                  <a:cubicBezTo>
                    <a:pt x="7" y="0"/>
                    <a:pt x="8" y="1"/>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0" name="Freeform 2894">
              <a:extLst>
                <a:ext uri="{FF2B5EF4-FFF2-40B4-BE49-F238E27FC236}">
                  <a16:creationId xmlns:a16="http://schemas.microsoft.com/office/drawing/2014/main" id="{7DA5346E-FD9F-1C33-8A24-09AB2A6D604F}"/>
                </a:ext>
              </a:extLst>
            </p:cNvPr>
            <p:cNvSpPr>
              <a:spLocks/>
            </p:cNvSpPr>
            <p:nvPr/>
          </p:nvSpPr>
          <p:spPr bwMode="auto">
            <a:xfrm rot="5094805">
              <a:off x="2651114" y="5270419"/>
              <a:ext cx="20565" cy="20565"/>
            </a:xfrm>
            <a:custGeom>
              <a:avLst/>
              <a:gdLst>
                <a:gd name="T0" fmla="*/ 4 w 8"/>
                <a:gd name="T1" fmla="*/ 8 h 8"/>
                <a:gd name="T2" fmla="*/ 0 w 8"/>
                <a:gd name="T3" fmla="*/ 5 h 8"/>
                <a:gd name="T4" fmla="*/ 3 w 8"/>
                <a:gd name="T5" fmla="*/ 1 h 8"/>
                <a:gd name="T6" fmla="*/ 7 w 8"/>
                <a:gd name="T7" fmla="*/ 3 h 8"/>
                <a:gd name="T8" fmla="*/ 4 w 8"/>
                <a:gd name="T9" fmla="*/ 8 h 8"/>
              </a:gdLst>
              <a:ahLst/>
              <a:cxnLst>
                <a:cxn ang="0">
                  <a:pos x="T0" y="T1"/>
                </a:cxn>
                <a:cxn ang="0">
                  <a:pos x="T2" y="T3"/>
                </a:cxn>
                <a:cxn ang="0">
                  <a:pos x="T4" y="T5"/>
                </a:cxn>
                <a:cxn ang="0">
                  <a:pos x="T6" y="T7"/>
                </a:cxn>
                <a:cxn ang="0">
                  <a:pos x="T8" y="T9"/>
                </a:cxn>
              </a:cxnLst>
              <a:rect l="0" t="0" r="r" b="b"/>
              <a:pathLst>
                <a:path w="8" h="8">
                  <a:moveTo>
                    <a:pt x="4" y="8"/>
                  </a:moveTo>
                  <a:cubicBezTo>
                    <a:pt x="2" y="7"/>
                    <a:pt x="0" y="6"/>
                    <a:pt x="0" y="5"/>
                  </a:cubicBezTo>
                  <a:cubicBezTo>
                    <a:pt x="0" y="4"/>
                    <a:pt x="1" y="2"/>
                    <a:pt x="3" y="1"/>
                  </a:cubicBezTo>
                  <a:cubicBezTo>
                    <a:pt x="5" y="0"/>
                    <a:pt x="8" y="1"/>
                    <a:pt x="7" y="3"/>
                  </a:cubicBezTo>
                  <a:cubicBezTo>
                    <a:pt x="7" y="4"/>
                    <a:pt x="6" y="5"/>
                    <a:pt x="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1" name="Freeform 2895">
              <a:extLst>
                <a:ext uri="{FF2B5EF4-FFF2-40B4-BE49-F238E27FC236}">
                  <a16:creationId xmlns:a16="http://schemas.microsoft.com/office/drawing/2014/main" id="{20C48942-6AF5-1BBD-9556-7A41195A02E0}"/>
                </a:ext>
              </a:extLst>
            </p:cNvPr>
            <p:cNvSpPr>
              <a:spLocks/>
            </p:cNvSpPr>
            <p:nvPr/>
          </p:nvSpPr>
          <p:spPr bwMode="auto">
            <a:xfrm rot="5094805">
              <a:off x="2557842" y="5086963"/>
              <a:ext cx="25135" cy="18280"/>
            </a:xfrm>
            <a:custGeom>
              <a:avLst/>
              <a:gdLst>
                <a:gd name="T0" fmla="*/ 10 w 10"/>
                <a:gd name="T1" fmla="*/ 1 h 8"/>
                <a:gd name="T2" fmla="*/ 6 w 10"/>
                <a:gd name="T3" fmla="*/ 7 h 8"/>
                <a:gd name="T4" fmla="*/ 1 w 10"/>
                <a:gd name="T5" fmla="*/ 6 h 8"/>
                <a:gd name="T6" fmla="*/ 4 w 10"/>
                <a:gd name="T7" fmla="*/ 0 h 8"/>
                <a:gd name="T8" fmla="*/ 10 w 10"/>
                <a:gd name="T9" fmla="*/ 1 h 8"/>
              </a:gdLst>
              <a:ahLst/>
              <a:cxnLst>
                <a:cxn ang="0">
                  <a:pos x="T0" y="T1"/>
                </a:cxn>
                <a:cxn ang="0">
                  <a:pos x="T2" y="T3"/>
                </a:cxn>
                <a:cxn ang="0">
                  <a:pos x="T4" y="T5"/>
                </a:cxn>
                <a:cxn ang="0">
                  <a:pos x="T6" y="T7"/>
                </a:cxn>
                <a:cxn ang="0">
                  <a:pos x="T8" y="T9"/>
                </a:cxn>
              </a:cxnLst>
              <a:rect l="0" t="0" r="r" b="b"/>
              <a:pathLst>
                <a:path w="10" h="8">
                  <a:moveTo>
                    <a:pt x="10" y="1"/>
                  </a:moveTo>
                  <a:cubicBezTo>
                    <a:pt x="8" y="4"/>
                    <a:pt x="7" y="5"/>
                    <a:pt x="6" y="7"/>
                  </a:cubicBezTo>
                  <a:cubicBezTo>
                    <a:pt x="4" y="8"/>
                    <a:pt x="2" y="8"/>
                    <a:pt x="1" y="6"/>
                  </a:cubicBezTo>
                  <a:cubicBezTo>
                    <a:pt x="0" y="4"/>
                    <a:pt x="2" y="1"/>
                    <a:pt x="4" y="0"/>
                  </a:cubicBezTo>
                  <a:cubicBezTo>
                    <a:pt x="6" y="0"/>
                    <a:pt x="8"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2" name="Freeform 2896">
              <a:extLst>
                <a:ext uri="{FF2B5EF4-FFF2-40B4-BE49-F238E27FC236}">
                  <a16:creationId xmlns:a16="http://schemas.microsoft.com/office/drawing/2014/main" id="{F0AD7A62-CA22-6978-419C-3366F4F44DC0}"/>
                </a:ext>
              </a:extLst>
            </p:cNvPr>
            <p:cNvSpPr>
              <a:spLocks/>
            </p:cNvSpPr>
            <p:nvPr/>
          </p:nvSpPr>
          <p:spPr bwMode="auto">
            <a:xfrm rot="5094805">
              <a:off x="2464588" y="4899343"/>
              <a:ext cx="20565" cy="25135"/>
            </a:xfrm>
            <a:custGeom>
              <a:avLst/>
              <a:gdLst>
                <a:gd name="T0" fmla="*/ 3 w 9"/>
                <a:gd name="T1" fmla="*/ 0 h 10"/>
                <a:gd name="T2" fmla="*/ 8 w 9"/>
                <a:gd name="T3" fmla="*/ 3 h 10"/>
                <a:gd name="T4" fmla="*/ 4 w 9"/>
                <a:gd name="T5" fmla="*/ 10 h 10"/>
                <a:gd name="T6" fmla="*/ 0 w 9"/>
                <a:gd name="T7" fmla="*/ 7 h 10"/>
                <a:gd name="T8" fmla="*/ 3 w 9"/>
                <a:gd name="T9" fmla="*/ 0 h 10"/>
              </a:gdLst>
              <a:ahLst/>
              <a:cxnLst>
                <a:cxn ang="0">
                  <a:pos x="T0" y="T1"/>
                </a:cxn>
                <a:cxn ang="0">
                  <a:pos x="T2" y="T3"/>
                </a:cxn>
                <a:cxn ang="0">
                  <a:pos x="T4" y="T5"/>
                </a:cxn>
                <a:cxn ang="0">
                  <a:pos x="T6" y="T7"/>
                </a:cxn>
                <a:cxn ang="0">
                  <a:pos x="T8" y="T9"/>
                </a:cxn>
              </a:cxnLst>
              <a:rect l="0" t="0" r="r" b="b"/>
              <a:pathLst>
                <a:path w="9" h="10">
                  <a:moveTo>
                    <a:pt x="3" y="0"/>
                  </a:moveTo>
                  <a:cubicBezTo>
                    <a:pt x="5" y="2"/>
                    <a:pt x="7" y="2"/>
                    <a:pt x="8" y="3"/>
                  </a:cubicBezTo>
                  <a:cubicBezTo>
                    <a:pt x="9" y="5"/>
                    <a:pt x="7" y="9"/>
                    <a:pt x="4" y="10"/>
                  </a:cubicBezTo>
                  <a:cubicBezTo>
                    <a:pt x="3" y="10"/>
                    <a:pt x="1" y="9"/>
                    <a:pt x="0" y="7"/>
                  </a:cubicBezTo>
                  <a:cubicBezTo>
                    <a:pt x="0" y="6"/>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3" name="Freeform 2897">
              <a:extLst>
                <a:ext uri="{FF2B5EF4-FFF2-40B4-BE49-F238E27FC236}">
                  <a16:creationId xmlns:a16="http://schemas.microsoft.com/office/drawing/2014/main" id="{8042BD8D-03DD-2A7F-74F9-E0334EDE477A}"/>
                </a:ext>
              </a:extLst>
            </p:cNvPr>
            <p:cNvSpPr>
              <a:spLocks/>
            </p:cNvSpPr>
            <p:nvPr/>
          </p:nvSpPr>
          <p:spPr bwMode="auto">
            <a:xfrm rot="5094805">
              <a:off x="2361084" y="4713574"/>
              <a:ext cx="20565" cy="29705"/>
            </a:xfrm>
            <a:custGeom>
              <a:avLst/>
              <a:gdLst>
                <a:gd name="T0" fmla="*/ 3 w 8"/>
                <a:gd name="T1" fmla="*/ 0 h 12"/>
                <a:gd name="T2" fmla="*/ 7 w 8"/>
                <a:gd name="T3" fmla="*/ 5 h 12"/>
                <a:gd name="T4" fmla="*/ 3 w 8"/>
                <a:gd name="T5" fmla="*/ 11 h 12"/>
                <a:gd name="T6" fmla="*/ 0 w 8"/>
                <a:gd name="T7" fmla="*/ 7 h 12"/>
                <a:gd name="T8" fmla="*/ 3 w 8"/>
                <a:gd name="T9" fmla="*/ 0 h 12"/>
              </a:gdLst>
              <a:ahLst/>
              <a:cxnLst>
                <a:cxn ang="0">
                  <a:pos x="T0" y="T1"/>
                </a:cxn>
                <a:cxn ang="0">
                  <a:pos x="T2" y="T3"/>
                </a:cxn>
                <a:cxn ang="0">
                  <a:pos x="T4" y="T5"/>
                </a:cxn>
                <a:cxn ang="0">
                  <a:pos x="T6" y="T7"/>
                </a:cxn>
                <a:cxn ang="0">
                  <a:pos x="T8" y="T9"/>
                </a:cxn>
              </a:cxnLst>
              <a:rect l="0" t="0" r="r" b="b"/>
              <a:pathLst>
                <a:path w="8" h="12">
                  <a:moveTo>
                    <a:pt x="3" y="0"/>
                  </a:moveTo>
                  <a:cubicBezTo>
                    <a:pt x="5" y="2"/>
                    <a:pt x="7" y="3"/>
                    <a:pt x="7" y="5"/>
                  </a:cubicBezTo>
                  <a:cubicBezTo>
                    <a:pt x="8" y="7"/>
                    <a:pt x="5" y="12"/>
                    <a:pt x="3" y="11"/>
                  </a:cubicBezTo>
                  <a:cubicBezTo>
                    <a:pt x="1" y="11"/>
                    <a:pt x="0" y="9"/>
                    <a:pt x="0" y="7"/>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4" name="Freeform 2898">
              <a:extLst>
                <a:ext uri="{FF2B5EF4-FFF2-40B4-BE49-F238E27FC236}">
                  <a16:creationId xmlns:a16="http://schemas.microsoft.com/office/drawing/2014/main" id="{B3DE2636-E05C-79C0-409C-2AFCB2F00DE2}"/>
                </a:ext>
              </a:extLst>
            </p:cNvPr>
            <p:cNvSpPr>
              <a:spLocks/>
            </p:cNvSpPr>
            <p:nvPr/>
          </p:nvSpPr>
          <p:spPr bwMode="auto">
            <a:xfrm rot="5094805">
              <a:off x="2250742" y="4530495"/>
              <a:ext cx="25135" cy="29705"/>
            </a:xfrm>
            <a:custGeom>
              <a:avLst/>
              <a:gdLst>
                <a:gd name="T0" fmla="*/ 10 w 10"/>
                <a:gd name="T1" fmla="*/ 2 h 12"/>
                <a:gd name="T2" fmla="*/ 6 w 10"/>
                <a:gd name="T3" fmla="*/ 10 h 12"/>
                <a:gd name="T4" fmla="*/ 1 w 10"/>
                <a:gd name="T5" fmla="*/ 8 h 12"/>
                <a:gd name="T6" fmla="*/ 4 w 10"/>
                <a:gd name="T7" fmla="*/ 0 h 12"/>
                <a:gd name="T8" fmla="*/ 10 w 10"/>
                <a:gd name="T9" fmla="*/ 2 h 12"/>
              </a:gdLst>
              <a:ahLst/>
              <a:cxnLst>
                <a:cxn ang="0">
                  <a:pos x="T0" y="T1"/>
                </a:cxn>
                <a:cxn ang="0">
                  <a:pos x="T2" y="T3"/>
                </a:cxn>
                <a:cxn ang="0">
                  <a:pos x="T4" y="T5"/>
                </a:cxn>
                <a:cxn ang="0">
                  <a:pos x="T6" y="T7"/>
                </a:cxn>
                <a:cxn ang="0">
                  <a:pos x="T8" y="T9"/>
                </a:cxn>
              </a:cxnLst>
              <a:rect l="0" t="0" r="r" b="b"/>
              <a:pathLst>
                <a:path w="10" h="12">
                  <a:moveTo>
                    <a:pt x="10" y="2"/>
                  </a:moveTo>
                  <a:cubicBezTo>
                    <a:pt x="8" y="5"/>
                    <a:pt x="8" y="8"/>
                    <a:pt x="6" y="10"/>
                  </a:cubicBezTo>
                  <a:cubicBezTo>
                    <a:pt x="4" y="12"/>
                    <a:pt x="2" y="11"/>
                    <a:pt x="1" y="8"/>
                  </a:cubicBezTo>
                  <a:cubicBezTo>
                    <a:pt x="0" y="5"/>
                    <a:pt x="2" y="0"/>
                    <a:pt x="4" y="0"/>
                  </a:cubicBezTo>
                  <a:cubicBezTo>
                    <a:pt x="6" y="0"/>
                    <a:pt x="8" y="1"/>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5" name="Freeform 2899">
              <a:extLst>
                <a:ext uri="{FF2B5EF4-FFF2-40B4-BE49-F238E27FC236}">
                  <a16:creationId xmlns:a16="http://schemas.microsoft.com/office/drawing/2014/main" id="{D1E963AF-0ECF-BE2D-B379-5E662826C4EA}"/>
                </a:ext>
              </a:extLst>
            </p:cNvPr>
            <p:cNvSpPr>
              <a:spLocks/>
            </p:cNvSpPr>
            <p:nvPr/>
          </p:nvSpPr>
          <p:spPr bwMode="auto">
            <a:xfrm rot="5094805">
              <a:off x="2149619" y="4346906"/>
              <a:ext cx="22850" cy="31990"/>
            </a:xfrm>
            <a:custGeom>
              <a:avLst/>
              <a:gdLst>
                <a:gd name="T0" fmla="*/ 9 w 9"/>
                <a:gd name="T1" fmla="*/ 3 h 13"/>
                <a:gd name="T2" fmla="*/ 6 w 9"/>
                <a:gd name="T3" fmla="*/ 11 h 13"/>
                <a:gd name="T4" fmla="*/ 1 w 9"/>
                <a:gd name="T5" fmla="*/ 10 h 13"/>
                <a:gd name="T6" fmla="*/ 3 w 9"/>
                <a:gd name="T7" fmla="*/ 1 h 13"/>
                <a:gd name="T8" fmla="*/ 9 w 9"/>
                <a:gd name="T9" fmla="*/ 3 h 13"/>
              </a:gdLst>
              <a:ahLst/>
              <a:cxnLst>
                <a:cxn ang="0">
                  <a:pos x="T0" y="T1"/>
                </a:cxn>
                <a:cxn ang="0">
                  <a:pos x="T2" y="T3"/>
                </a:cxn>
                <a:cxn ang="0">
                  <a:pos x="T4" y="T5"/>
                </a:cxn>
                <a:cxn ang="0">
                  <a:pos x="T6" y="T7"/>
                </a:cxn>
                <a:cxn ang="0">
                  <a:pos x="T8" y="T9"/>
                </a:cxn>
              </a:cxnLst>
              <a:rect l="0" t="0" r="r" b="b"/>
              <a:pathLst>
                <a:path w="9" h="13">
                  <a:moveTo>
                    <a:pt x="9" y="3"/>
                  </a:moveTo>
                  <a:cubicBezTo>
                    <a:pt x="8" y="6"/>
                    <a:pt x="7" y="9"/>
                    <a:pt x="6" y="11"/>
                  </a:cubicBezTo>
                  <a:cubicBezTo>
                    <a:pt x="4" y="13"/>
                    <a:pt x="2" y="12"/>
                    <a:pt x="1" y="10"/>
                  </a:cubicBezTo>
                  <a:cubicBezTo>
                    <a:pt x="0" y="6"/>
                    <a:pt x="1" y="1"/>
                    <a:pt x="3" y="1"/>
                  </a:cubicBezTo>
                  <a:cubicBezTo>
                    <a:pt x="5" y="0"/>
                    <a:pt x="7"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6" name="Freeform 2900">
              <a:extLst>
                <a:ext uri="{FF2B5EF4-FFF2-40B4-BE49-F238E27FC236}">
                  <a16:creationId xmlns:a16="http://schemas.microsoft.com/office/drawing/2014/main" id="{5C4A0AE0-03DD-E515-4D49-EA9FE9482AFE}"/>
                </a:ext>
              </a:extLst>
            </p:cNvPr>
            <p:cNvSpPr>
              <a:spLocks/>
            </p:cNvSpPr>
            <p:nvPr/>
          </p:nvSpPr>
          <p:spPr bwMode="auto">
            <a:xfrm rot="5094805">
              <a:off x="2057398" y="4160230"/>
              <a:ext cx="20565" cy="34275"/>
            </a:xfrm>
            <a:custGeom>
              <a:avLst/>
              <a:gdLst>
                <a:gd name="T0" fmla="*/ 3 w 9"/>
                <a:gd name="T1" fmla="*/ 0 h 14"/>
                <a:gd name="T2" fmla="*/ 8 w 9"/>
                <a:gd name="T3" fmla="*/ 6 h 14"/>
                <a:gd name="T4" fmla="*/ 4 w 9"/>
                <a:gd name="T5" fmla="*/ 14 h 14"/>
                <a:gd name="T6" fmla="*/ 1 w 9"/>
                <a:gd name="T7" fmla="*/ 9 h 14"/>
                <a:gd name="T8" fmla="*/ 3 w 9"/>
                <a:gd name="T9" fmla="*/ 0 h 14"/>
              </a:gdLst>
              <a:ahLst/>
              <a:cxnLst>
                <a:cxn ang="0">
                  <a:pos x="T0" y="T1"/>
                </a:cxn>
                <a:cxn ang="0">
                  <a:pos x="T2" y="T3"/>
                </a:cxn>
                <a:cxn ang="0">
                  <a:pos x="T4" y="T5"/>
                </a:cxn>
                <a:cxn ang="0">
                  <a:pos x="T6" y="T7"/>
                </a:cxn>
                <a:cxn ang="0">
                  <a:pos x="T8" y="T9"/>
                </a:cxn>
              </a:cxnLst>
              <a:rect l="0" t="0" r="r" b="b"/>
              <a:pathLst>
                <a:path w="9" h="14">
                  <a:moveTo>
                    <a:pt x="3" y="0"/>
                  </a:moveTo>
                  <a:cubicBezTo>
                    <a:pt x="6" y="3"/>
                    <a:pt x="7" y="4"/>
                    <a:pt x="8" y="6"/>
                  </a:cubicBezTo>
                  <a:cubicBezTo>
                    <a:pt x="9" y="9"/>
                    <a:pt x="7" y="14"/>
                    <a:pt x="4" y="14"/>
                  </a:cubicBezTo>
                  <a:cubicBezTo>
                    <a:pt x="3" y="14"/>
                    <a:pt x="1" y="11"/>
                    <a:pt x="1" y="9"/>
                  </a:cubicBezTo>
                  <a:cubicBezTo>
                    <a:pt x="0" y="7"/>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7" name="Freeform 2901">
              <a:extLst>
                <a:ext uri="{FF2B5EF4-FFF2-40B4-BE49-F238E27FC236}">
                  <a16:creationId xmlns:a16="http://schemas.microsoft.com/office/drawing/2014/main" id="{A301FFCF-5785-15D7-1E42-9CEAFF78022D}"/>
                </a:ext>
              </a:extLst>
            </p:cNvPr>
            <p:cNvSpPr>
              <a:spLocks/>
            </p:cNvSpPr>
            <p:nvPr/>
          </p:nvSpPr>
          <p:spPr bwMode="auto">
            <a:xfrm rot="5094805">
              <a:off x="1787382" y="4023338"/>
              <a:ext cx="27420" cy="13710"/>
            </a:xfrm>
            <a:custGeom>
              <a:avLst/>
              <a:gdLst>
                <a:gd name="T0" fmla="*/ 0 w 11"/>
                <a:gd name="T1" fmla="*/ 5 h 6"/>
                <a:gd name="T2" fmla="*/ 5 w 11"/>
                <a:gd name="T3" fmla="*/ 1 h 6"/>
                <a:gd name="T4" fmla="*/ 10 w 11"/>
                <a:gd name="T5" fmla="*/ 2 h 6"/>
                <a:gd name="T6" fmla="*/ 6 w 11"/>
                <a:gd name="T7" fmla="*/ 5 h 6"/>
                <a:gd name="T8" fmla="*/ 0 w 11"/>
                <a:gd name="T9" fmla="*/ 5 h 6"/>
              </a:gdLst>
              <a:ahLst/>
              <a:cxnLst>
                <a:cxn ang="0">
                  <a:pos x="T0" y="T1"/>
                </a:cxn>
                <a:cxn ang="0">
                  <a:pos x="T2" y="T3"/>
                </a:cxn>
                <a:cxn ang="0">
                  <a:pos x="T4" y="T5"/>
                </a:cxn>
                <a:cxn ang="0">
                  <a:pos x="T6" y="T7"/>
                </a:cxn>
                <a:cxn ang="0">
                  <a:pos x="T8" y="T9"/>
                </a:cxn>
              </a:cxnLst>
              <a:rect l="0" t="0" r="r" b="b"/>
              <a:pathLst>
                <a:path w="11" h="6">
                  <a:moveTo>
                    <a:pt x="0" y="5"/>
                  </a:moveTo>
                  <a:cubicBezTo>
                    <a:pt x="2" y="3"/>
                    <a:pt x="4" y="1"/>
                    <a:pt x="5" y="1"/>
                  </a:cubicBezTo>
                  <a:cubicBezTo>
                    <a:pt x="8" y="0"/>
                    <a:pt x="11" y="0"/>
                    <a:pt x="10" y="2"/>
                  </a:cubicBezTo>
                  <a:cubicBezTo>
                    <a:pt x="9" y="3"/>
                    <a:pt x="7" y="5"/>
                    <a:pt x="6" y="5"/>
                  </a:cubicBezTo>
                  <a:cubicBezTo>
                    <a:pt x="4" y="6"/>
                    <a:pt x="2" y="5"/>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8" name="Freeform 2902">
              <a:extLst>
                <a:ext uri="{FF2B5EF4-FFF2-40B4-BE49-F238E27FC236}">
                  <a16:creationId xmlns:a16="http://schemas.microsoft.com/office/drawing/2014/main" id="{CFED3258-46EE-0EC2-616D-E344B05BFD59}"/>
                </a:ext>
              </a:extLst>
            </p:cNvPr>
            <p:cNvSpPr>
              <a:spLocks/>
            </p:cNvSpPr>
            <p:nvPr/>
          </p:nvSpPr>
          <p:spPr bwMode="auto">
            <a:xfrm rot="5094805">
              <a:off x="1878571" y="4209069"/>
              <a:ext cx="27420" cy="15995"/>
            </a:xfrm>
            <a:custGeom>
              <a:avLst/>
              <a:gdLst>
                <a:gd name="T0" fmla="*/ 11 w 11"/>
                <a:gd name="T1" fmla="*/ 0 h 6"/>
                <a:gd name="T2" fmla="*/ 4 w 11"/>
                <a:gd name="T3" fmla="*/ 5 h 6"/>
                <a:gd name="T4" fmla="*/ 1 w 11"/>
                <a:gd name="T5" fmla="*/ 5 h 6"/>
                <a:gd name="T6" fmla="*/ 4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3"/>
                    <a:pt x="6" y="4"/>
                    <a:pt x="4" y="5"/>
                  </a:cubicBezTo>
                  <a:cubicBezTo>
                    <a:pt x="3" y="6"/>
                    <a:pt x="1" y="5"/>
                    <a:pt x="1" y="5"/>
                  </a:cubicBezTo>
                  <a:cubicBezTo>
                    <a:pt x="0" y="4"/>
                    <a:pt x="2" y="2"/>
                    <a:pt x="4" y="1"/>
                  </a:cubicBezTo>
                  <a:cubicBezTo>
                    <a:pt x="6" y="1"/>
                    <a:pt x="8"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9" name="Freeform 2903">
              <a:extLst>
                <a:ext uri="{FF2B5EF4-FFF2-40B4-BE49-F238E27FC236}">
                  <a16:creationId xmlns:a16="http://schemas.microsoft.com/office/drawing/2014/main" id="{AEAD29F8-5232-446B-127E-146EF5375763}"/>
                </a:ext>
              </a:extLst>
            </p:cNvPr>
            <p:cNvSpPr>
              <a:spLocks/>
            </p:cNvSpPr>
            <p:nvPr/>
          </p:nvSpPr>
          <p:spPr bwMode="auto">
            <a:xfrm rot="5094805">
              <a:off x="1981988" y="4392862"/>
              <a:ext cx="20565" cy="13710"/>
            </a:xfrm>
            <a:custGeom>
              <a:avLst/>
              <a:gdLst>
                <a:gd name="T0" fmla="*/ 3 w 9"/>
                <a:gd name="T1" fmla="*/ 0 h 6"/>
                <a:gd name="T2" fmla="*/ 9 w 9"/>
                <a:gd name="T3" fmla="*/ 0 h 6"/>
                <a:gd name="T4" fmla="*/ 6 w 9"/>
                <a:gd name="T5" fmla="*/ 4 h 6"/>
                <a:gd name="T6" fmla="*/ 0 w 9"/>
                <a:gd name="T7" fmla="*/ 4 h 6"/>
                <a:gd name="T8" fmla="*/ 3 w 9"/>
                <a:gd name="T9" fmla="*/ 0 h 6"/>
              </a:gdLst>
              <a:ahLst/>
              <a:cxnLst>
                <a:cxn ang="0">
                  <a:pos x="T0" y="T1"/>
                </a:cxn>
                <a:cxn ang="0">
                  <a:pos x="T2" y="T3"/>
                </a:cxn>
                <a:cxn ang="0">
                  <a:pos x="T4" y="T5"/>
                </a:cxn>
                <a:cxn ang="0">
                  <a:pos x="T6" y="T7"/>
                </a:cxn>
                <a:cxn ang="0">
                  <a:pos x="T8" y="T9"/>
                </a:cxn>
              </a:cxnLst>
              <a:rect l="0" t="0" r="r" b="b"/>
              <a:pathLst>
                <a:path w="9" h="6">
                  <a:moveTo>
                    <a:pt x="3" y="0"/>
                  </a:moveTo>
                  <a:cubicBezTo>
                    <a:pt x="6" y="0"/>
                    <a:pt x="8" y="0"/>
                    <a:pt x="9" y="0"/>
                  </a:cubicBezTo>
                  <a:cubicBezTo>
                    <a:pt x="9" y="1"/>
                    <a:pt x="7" y="3"/>
                    <a:pt x="6" y="4"/>
                  </a:cubicBezTo>
                  <a:cubicBezTo>
                    <a:pt x="3" y="5"/>
                    <a:pt x="0" y="6"/>
                    <a:pt x="0" y="4"/>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0" name="Freeform 2904">
              <a:extLst>
                <a:ext uri="{FF2B5EF4-FFF2-40B4-BE49-F238E27FC236}">
                  <a16:creationId xmlns:a16="http://schemas.microsoft.com/office/drawing/2014/main" id="{55A7C13D-F731-1DD5-99D8-934C24161E09}"/>
                </a:ext>
              </a:extLst>
            </p:cNvPr>
            <p:cNvSpPr>
              <a:spLocks/>
            </p:cNvSpPr>
            <p:nvPr/>
          </p:nvSpPr>
          <p:spPr bwMode="auto">
            <a:xfrm rot="5094805">
              <a:off x="2094693" y="4575429"/>
              <a:ext cx="22850" cy="15995"/>
            </a:xfrm>
            <a:custGeom>
              <a:avLst/>
              <a:gdLst>
                <a:gd name="T0" fmla="*/ 9 w 9"/>
                <a:gd name="T1" fmla="*/ 1 h 6"/>
                <a:gd name="T2" fmla="*/ 4 w 9"/>
                <a:gd name="T3" fmla="*/ 5 h 6"/>
                <a:gd name="T4" fmla="*/ 0 w 9"/>
                <a:gd name="T5" fmla="*/ 6 h 6"/>
                <a:gd name="T6" fmla="*/ 2 w 9"/>
                <a:gd name="T7" fmla="*/ 2 h 6"/>
                <a:gd name="T8" fmla="*/ 9 w 9"/>
                <a:gd name="T9" fmla="*/ 1 h 6"/>
              </a:gdLst>
              <a:ahLst/>
              <a:cxnLst>
                <a:cxn ang="0">
                  <a:pos x="T0" y="T1"/>
                </a:cxn>
                <a:cxn ang="0">
                  <a:pos x="T2" y="T3"/>
                </a:cxn>
                <a:cxn ang="0">
                  <a:pos x="T4" y="T5"/>
                </a:cxn>
                <a:cxn ang="0">
                  <a:pos x="T6" y="T7"/>
                </a:cxn>
                <a:cxn ang="0">
                  <a:pos x="T8" y="T9"/>
                </a:cxn>
              </a:cxnLst>
              <a:rect l="0" t="0" r="r" b="b"/>
              <a:pathLst>
                <a:path w="9" h="6">
                  <a:moveTo>
                    <a:pt x="9" y="1"/>
                  </a:moveTo>
                  <a:cubicBezTo>
                    <a:pt x="8" y="2"/>
                    <a:pt x="6" y="4"/>
                    <a:pt x="4" y="5"/>
                  </a:cubicBezTo>
                  <a:cubicBezTo>
                    <a:pt x="4" y="6"/>
                    <a:pt x="1" y="6"/>
                    <a:pt x="0" y="6"/>
                  </a:cubicBezTo>
                  <a:cubicBezTo>
                    <a:pt x="0" y="5"/>
                    <a:pt x="1" y="3"/>
                    <a:pt x="2" y="2"/>
                  </a:cubicBezTo>
                  <a:cubicBezTo>
                    <a:pt x="4" y="1"/>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1" name="Freeform 2905">
              <a:extLst>
                <a:ext uri="{FF2B5EF4-FFF2-40B4-BE49-F238E27FC236}">
                  <a16:creationId xmlns:a16="http://schemas.microsoft.com/office/drawing/2014/main" id="{A5845BB9-20C8-2846-57FD-6432E67DEE73}"/>
                </a:ext>
              </a:extLst>
            </p:cNvPr>
            <p:cNvSpPr>
              <a:spLocks/>
            </p:cNvSpPr>
            <p:nvPr/>
          </p:nvSpPr>
          <p:spPr bwMode="auto">
            <a:xfrm rot="5094805">
              <a:off x="2209375" y="4755624"/>
              <a:ext cx="22850" cy="15995"/>
            </a:xfrm>
            <a:custGeom>
              <a:avLst/>
              <a:gdLst>
                <a:gd name="T0" fmla="*/ 9 w 9"/>
                <a:gd name="T1" fmla="*/ 1 h 6"/>
                <a:gd name="T2" fmla="*/ 5 w 9"/>
                <a:gd name="T3" fmla="*/ 5 h 6"/>
                <a:gd name="T4" fmla="*/ 1 w 9"/>
                <a:gd name="T5" fmla="*/ 6 h 6"/>
                <a:gd name="T6" fmla="*/ 3 w 9"/>
                <a:gd name="T7" fmla="*/ 2 h 6"/>
                <a:gd name="T8" fmla="*/ 9 w 9"/>
                <a:gd name="T9" fmla="*/ 1 h 6"/>
              </a:gdLst>
              <a:ahLst/>
              <a:cxnLst>
                <a:cxn ang="0">
                  <a:pos x="T0" y="T1"/>
                </a:cxn>
                <a:cxn ang="0">
                  <a:pos x="T2" y="T3"/>
                </a:cxn>
                <a:cxn ang="0">
                  <a:pos x="T4" y="T5"/>
                </a:cxn>
                <a:cxn ang="0">
                  <a:pos x="T6" y="T7"/>
                </a:cxn>
                <a:cxn ang="0">
                  <a:pos x="T8" y="T9"/>
                </a:cxn>
              </a:cxnLst>
              <a:rect l="0" t="0" r="r" b="b"/>
              <a:pathLst>
                <a:path w="9" h="6">
                  <a:moveTo>
                    <a:pt x="9" y="1"/>
                  </a:moveTo>
                  <a:cubicBezTo>
                    <a:pt x="8" y="2"/>
                    <a:pt x="7" y="4"/>
                    <a:pt x="5" y="5"/>
                  </a:cubicBezTo>
                  <a:cubicBezTo>
                    <a:pt x="4" y="6"/>
                    <a:pt x="1" y="6"/>
                    <a:pt x="1" y="6"/>
                  </a:cubicBezTo>
                  <a:cubicBezTo>
                    <a:pt x="0" y="5"/>
                    <a:pt x="2" y="3"/>
                    <a:pt x="3" y="2"/>
                  </a:cubicBezTo>
                  <a:cubicBezTo>
                    <a:pt x="5" y="1"/>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2" name="Freeform 2906">
              <a:extLst>
                <a:ext uri="{FF2B5EF4-FFF2-40B4-BE49-F238E27FC236}">
                  <a16:creationId xmlns:a16="http://schemas.microsoft.com/office/drawing/2014/main" id="{E1F70C76-508C-E51F-7914-AD04F1E4CDA5}"/>
                </a:ext>
              </a:extLst>
            </p:cNvPr>
            <p:cNvSpPr>
              <a:spLocks/>
            </p:cNvSpPr>
            <p:nvPr/>
          </p:nvSpPr>
          <p:spPr bwMode="auto">
            <a:xfrm rot="5094805">
              <a:off x="2324357" y="4940274"/>
              <a:ext cx="25135" cy="13710"/>
            </a:xfrm>
            <a:custGeom>
              <a:avLst/>
              <a:gdLst>
                <a:gd name="T0" fmla="*/ 10 w 10"/>
                <a:gd name="T1" fmla="*/ 0 h 6"/>
                <a:gd name="T2" fmla="*/ 4 w 10"/>
                <a:gd name="T3" fmla="*/ 5 h 6"/>
                <a:gd name="T4" fmla="*/ 0 w 10"/>
                <a:gd name="T5" fmla="*/ 5 h 6"/>
                <a:gd name="T6" fmla="*/ 3 w 10"/>
                <a:gd name="T7" fmla="*/ 1 h 6"/>
                <a:gd name="T8" fmla="*/ 10 w 10"/>
                <a:gd name="T9" fmla="*/ 0 h 6"/>
              </a:gdLst>
              <a:ahLst/>
              <a:cxnLst>
                <a:cxn ang="0">
                  <a:pos x="T0" y="T1"/>
                </a:cxn>
                <a:cxn ang="0">
                  <a:pos x="T2" y="T3"/>
                </a:cxn>
                <a:cxn ang="0">
                  <a:pos x="T4" y="T5"/>
                </a:cxn>
                <a:cxn ang="0">
                  <a:pos x="T6" y="T7"/>
                </a:cxn>
                <a:cxn ang="0">
                  <a:pos x="T8" y="T9"/>
                </a:cxn>
              </a:cxnLst>
              <a:rect l="0" t="0" r="r" b="b"/>
              <a:pathLst>
                <a:path w="10" h="6">
                  <a:moveTo>
                    <a:pt x="10" y="0"/>
                  </a:moveTo>
                  <a:cubicBezTo>
                    <a:pt x="7" y="2"/>
                    <a:pt x="6" y="4"/>
                    <a:pt x="4" y="5"/>
                  </a:cubicBezTo>
                  <a:cubicBezTo>
                    <a:pt x="3" y="6"/>
                    <a:pt x="0" y="6"/>
                    <a:pt x="0" y="5"/>
                  </a:cubicBezTo>
                  <a:cubicBezTo>
                    <a:pt x="0" y="4"/>
                    <a:pt x="2" y="2"/>
                    <a:pt x="3" y="1"/>
                  </a:cubicBezTo>
                  <a:cubicBezTo>
                    <a:pt x="5" y="0"/>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3" name="Freeform 2907">
              <a:extLst>
                <a:ext uri="{FF2B5EF4-FFF2-40B4-BE49-F238E27FC236}">
                  <a16:creationId xmlns:a16="http://schemas.microsoft.com/office/drawing/2014/main" id="{AF575B4F-9EC3-3E46-B9E0-8E7EE4E99757}"/>
                </a:ext>
              </a:extLst>
            </p:cNvPr>
            <p:cNvSpPr>
              <a:spLocks/>
            </p:cNvSpPr>
            <p:nvPr/>
          </p:nvSpPr>
          <p:spPr bwMode="auto">
            <a:xfrm rot="5094805">
              <a:off x="2441323" y="5120469"/>
              <a:ext cx="20565" cy="13710"/>
            </a:xfrm>
            <a:custGeom>
              <a:avLst/>
              <a:gdLst>
                <a:gd name="T0" fmla="*/ 9 w 9"/>
                <a:gd name="T1" fmla="*/ 1 h 6"/>
                <a:gd name="T2" fmla="*/ 5 w 9"/>
                <a:gd name="T3" fmla="*/ 5 h 6"/>
                <a:gd name="T4" fmla="*/ 1 w 9"/>
                <a:gd name="T5" fmla="*/ 5 h 6"/>
                <a:gd name="T6" fmla="*/ 3 w 9"/>
                <a:gd name="T7" fmla="*/ 2 h 6"/>
                <a:gd name="T8" fmla="*/ 9 w 9"/>
                <a:gd name="T9" fmla="*/ 1 h 6"/>
              </a:gdLst>
              <a:ahLst/>
              <a:cxnLst>
                <a:cxn ang="0">
                  <a:pos x="T0" y="T1"/>
                </a:cxn>
                <a:cxn ang="0">
                  <a:pos x="T2" y="T3"/>
                </a:cxn>
                <a:cxn ang="0">
                  <a:pos x="T4" y="T5"/>
                </a:cxn>
                <a:cxn ang="0">
                  <a:pos x="T6" y="T7"/>
                </a:cxn>
                <a:cxn ang="0">
                  <a:pos x="T8" y="T9"/>
                </a:cxn>
              </a:cxnLst>
              <a:rect l="0" t="0" r="r" b="b"/>
              <a:pathLst>
                <a:path w="9" h="6">
                  <a:moveTo>
                    <a:pt x="9" y="1"/>
                  </a:moveTo>
                  <a:cubicBezTo>
                    <a:pt x="8" y="2"/>
                    <a:pt x="7" y="4"/>
                    <a:pt x="5" y="5"/>
                  </a:cubicBezTo>
                  <a:cubicBezTo>
                    <a:pt x="4" y="6"/>
                    <a:pt x="1" y="6"/>
                    <a:pt x="1" y="5"/>
                  </a:cubicBezTo>
                  <a:cubicBezTo>
                    <a:pt x="0" y="5"/>
                    <a:pt x="1" y="3"/>
                    <a:pt x="3" y="2"/>
                  </a:cubicBezTo>
                  <a:cubicBezTo>
                    <a:pt x="5" y="0"/>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4" name="Freeform 2908">
              <a:extLst>
                <a:ext uri="{FF2B5EF4-FFF2-40B4-BE49-F238E27FC236}">
                  <a16:creationId xmlns:a16="http://schemas.microsoft.com/office/drawing/2014/main" id="{8A2408A0-8E8F-988D-8395-869DC9198FE9}"/>
                </a:ext>
              </a:extLst>
            </p:cNvPr>
            <p:cNvSpPr>
              <a:spLocks/>
            </p:cNvSpPr>
            <p:nvPr/>
          </p:nvSpPr>
          <p:spPr bwMode="auto">
            <a:xfrm rot="5094805">
              <a:off x="2551559" y="5303451"/>
              <a:ext cx="18280" cy="11425"/>
            </a:xfrm>
            <a:custGeom>
              <a:avLst/>
              <a:gdLst>
                <a:gd name="T0" fmla="*/ 8 w 8"/>
                <a:gd name="T1" fmla="*/ 1 h 5"/>
                <a:gd name="T2" fmla="*/ 4 w 8"/>
                <a:gd name="T3" fmla="*/ 5 h 5"/>
                <a:gd name="T4" fmla="*/ 0 w 8"/>
                <a:gd name="T5" fmla="*/ 5 h 5"/>
                <a:gd name="T6" fmla="*/ 2 w 8"/>
                <a:gd name="T7" fmla="*/ 3 h 5"/>
                <a:gd name="T8" fmla="*/ 8 w 8"/>
                <a:gd name="T9" fmla="*/ 1 h 5"/>
              </a:gdLst>
              <a:ahLst/>
              <a:cxnLst>
                <a:cxn ang="0">
                  <a:pos x="T0" y="T1"/>
                </a:cxn>
                <a:cxn ang="0">
                  <a:pos x="T2" y="T3"/>
                </a:cxn>
                <a:cxn ang="0">
                  <a:pos x="T4" y="T5"/>
                </a:cxn>
                <a:cxn ang="0">
                  <a:pos x="T6" y="T7"/>
                </a:cxn>
                <a:cxn ang="0">
                  <a:pos x="T8" y="T9"/>
                </a:cxn>
              </a:cxnLst>
              <a:rect l="0" t="0" r="r" b="b"/>
              <a:pathLst>
                <a:path w="8" h="5">
                  <a:moveTo>
                    <a:pt x="8" y="1"/>
                  </a:moveTo>
                  <a:cubicBezTo>
                    <a:pt x="7" y="2"/>
                    <a:pt x="6" y="4"/>
                    <a:pt x="4" y="5"/>
                  </a:cubicBezTo>
                  <a:cubicBezTo>
                    <a:pt x="3" y="5"/>
                    <a:pt x="1" y="5"/>
                    <a:pt x="0" y="5"/>
                  </a:cubicBezTo>
                  <a:cubicBezTo>
                    <a:pt x="0" y="5"/>
                    <a:pt x="1" y="3"/>
                    <a:pt x="2" y="3"/>
                  </a:cubicBezTo>
                  <a:cubicBezTo>
                    <a:pt x="4" y="1"/>
                    <a:pt x="7" y="0"/>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5" name="Freeform 2909">
              <a:extLst>
                <a:ext uri="{FF2B5EF4-FFF2-40B4-BE49-F238E27FC236}">
                  <a16:creationId xmlns:a16="http://schemas.microsoft.com/office/drawing/2014/main" id="{3EFDED68-A0DF-AA9F-BA15-C7AFA63ABD4B}"/>
                </a:ext>
              </a:extLst>
            </p:cNvPr>
            <p:cNvSpPr>
              <a:spLocks/>
            </p:cNvSpPr>
            <p:nvPr/>
          </p:nvSpPr>
          <p:spPr bwMode="auto">
            <a:xfrm rot="5094805">
              <a:off x="2643675" y="5487745"/>
              <a:ext cx="22850" cy="11425"/>
            </a:xfrm>
            <a:custGeom>
              <a:avLst/>
              <a:gdLst>
                <a:gd name="T0" fmla="*/ 9 w 9"/>
                <a:gd name="T1" fmla="*/ 0 h 4"/>
                <a:gd name="T2" fmla="*/ 5 w 9"/>
                <a:gd name="T3" fmla="*/ 3 h 4"/>
                <a:gd name="T4" fmla="*/ 1 w 9"/>
                <a:gd name="T5" fmla="*/ 4 h 4"/>
                <a:gd name="T6" fmla="*/ 3 w 9"/>
                <a:gd name="T7" fmla="*/ 1 h 4"/>
                <a:gd name="T8" fmla="*/ 9 w 9"/>
                <a:gd name="T9" fmla="*/ 0 h 4"/>
              </a:gdLst>
              <a:ahLst/>
              <a:cxnLst>
                <a:cxn ang="0">
                  <a:pos x="T0" y="T1"/>
                </a:cxn>
                <a:cxn ang="0">
                  <a:pos x="T2" y="T3"/>
                </a:cxn>
                <a:cxn ang="0">
                  <a:pos x="T4" y="T5"/>
                </a:cxn>
                <a:cxn ang="0">
                  <a:pos x="T6" y="T7"/>
                </a:cxn>
                <a:cxn ang="0">
                  <a:pos x="T8" y="T9"/>
                </a:cxn>
              </a:cxnLst>
              <a:rect l="0" t="0" r="r" b="b"/>
              <a:pathLst>
                <a:path w="9" h="4">
                  <a:moveTo>
                    <a:pt x="9" y="0"/>
                  </a:moveTo>
                  <a:cubicBezTo>
                    <a:pt x="8" y="1"/>
                    <a:pt x="7" y="2"/>
                    <a:pt x="5" y="3"/>
                  </a:cubicBezTo>
                  <a:cubicBezTo>
                    <a:pt x="4" y="4"/>
                    <a:pt x="1" y="4"/>
                    <a:pt x="1" y="4"/>
                  </a:cubicBezTo>
                  <a:cubicBezTo>
                    <a:pt x="0" y="3"/>
                    <a:pt x="2" y="2"/>
                    <a:pt x="3" y="1"/>
                  </a:cubicBezTo>
                  <a:cubicBezTo>
                    <a:pt x="5" y="0"/>
                    <a:pt x="8"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6" name="Freeform 2910">
              <a:extLst>
                <a:ext uri="{FF2B5EF4-FFF2-40B4-BE49-F238E27FC236}">
                  <a16:creationId xmlns:a16="http://schemas.microsoft.com/office/drawing/2014/main" id="{8EA3047D-9F34-71CC-6A2A-CB9A0D4F18CF}"/>
                </a:ext>
              </a:extLst>
            </p:cNvPr>
            <p:cNvSpPr>
              <a:spLocks/>
            </p:cNvSpPr>
            <p:nvPr/>
          </p:nvSpPr>
          <p:spPr bwMode="auto">
            <a:xfrm rot="5094805">
              <a:off x="2725549" y="5674093"/>
              <a:ext cx="27420" cy="9140"/>
            </a:xfrm>
            <a:custGeom>
              <a:avLst/>
              <a:gdLst>
                <a:gd name="T0" fmla="*/ 0 w 11"/>
                <a:gd name="T1" fmla="*/ 4 h 4"/>
                <a:gd name="T2" fmla="*/ 5 w 11"/>
                <a:gd name="T3" fmla="*/ 1 h 4"/>
                <a:gd name="T4" fmla="*/ 10 w 11"/>
                <a:gd name="T5" fmla="*/ 1 h 4"/>
                <a:gd name="T6" fmla="*/ 6 w 11"/>
                <a:gd name="T7" fmla="*/ 4 h 4"/>
                <a:gd name="T8" fmla="*/ 0 w 11"/>
                <a:gd name="T9" fmla="*/ 4 h 4"/>
              </a:gdLst>
              <a:ahLst/>
              <a:cxnLst>
                <a:cxn ang="0">
                  <a:pos x="T0" y="T1"/>
                </a:cxn>
                <a:cxn ang="0">
                  <a:pos x="T2" y="T3"/>
                </a:cxn>
                <a:cxn ang="0">
                  <a:pos x="T4" y="T5"/>
                </a:cxn>
                <a:cxn ang="0">
                  <a:pos x="T6" y="T7"/>
                </a:cxn>
                <a:cxn ang="0">
                  <a:pos x="T8" y="T9"/>
                </a:cxn>
              </a:cxnLst>
              <a:rect l="0" t="0" r="r" b="b"/>
              <a:pathLst>
                <a:path w="11" h="4">
                  <a:moveTo>
                    <a:pt x="0" y="4"/>
                  </a:moveTo>
                  <a:cubicBezTo>
                    <a:pt x="2" y="3"/>
                    <a:pt x="4" y="2"/>
                    <a:pt x="5" y="1"/>
                  </a:cubicBezTo>
                  <a:cubicBezTo>
                    <a:pt x="8" y="0"/>
                    <a:pt x="11" y="0"/>
                    <a:pt x="10" y="1"/>
                  </a:cubicBezTo>
                  <a:cubicBezTo>
                    <a:pt x="9" y="2"/>
                    <a:pt x="7" y="3"/>
                    <a:pt x="6" y="4"/>
                  </a:cubicBezTo>
                  <a:cubicBezTo>
                    <a:pt x="4" y="4"/>
                    <a:pt x="2" y="4"/>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7" name="Freeform 2911">
              <a:extLst>
                <a:ext uri="{FF2B5EF4-FFF2-40B4-BE49-F238E27FC236}">
                  <a16:creationId xmlns:a16="http://schemas.microsoft.com/office/drawing/2014/main" id="{E8839DF4-0496-6E13-18C3-B127CA4BE149}"/>
                </a:ext>
              </a:extLst>
            </p:cNvPr>
            <p:cNvSpPr>
              <a:spLocks/>
            </p:cNvSpPr>
            <p:nvPr/>
          </p:nvSpPr>
          <p:spPr bwMode="auto">
            <a:xfrm rot="5094805">
              <a:off x="2793996" y="5864541"/>
              <a:ext cx="18280" cy="6855"/>
            </a:xfrm>
            <a:custGeom>
              <a:avLst/>
              <a:gdLst>
                <a:gd name="T0" fmla="*/ 8 w 8"/>
                <a:gd name="T1" fmla="*/ 1 h 3"/>
                <a:gd name="T2" fmla="*/ 4 w 8"/>
                <a:gd name="T3" fmla="*/ 3 h 3"/>
                <a:gd name="T4" fmla="*/ 0 w 8"/>
                <a:gd name="T5" fmla="*/ 3 h 3"/>
                <a:gd name="T6" fmla="*/ 2 w 8"/>
                <a:gd name="T7" fmla="*/ 1 h 3"/>
                <a:gd name="T8" fmla="*/ 8 w 8"/>
                <a:gd name="T9" fmla="*/ 1 h 3"/>
              </a:gdLst>
              <a:ahLst/>
              <a:cxnLst>
                <a:cxn ang="0">
                  <a:pos x="T0" y="T1"/>
                </a:cxn>
                <a:cxn ang="0">
                  <a:pos x="T2" y="T3"/>
                </a:cxn>
                <a:cxn ang="0">
                  <a:pos x="T4" y="T5"/>
                </a:cxn>
                <a:cxn ang="0">
                  <a:pos x="T6" y="T7"/>
                </a:cxn>
                <a:cxn ang="0">
                  <a:pos x="T8" y="T9"/>
                </a:cxn>
              </a:cxnLst>
              <a:rect l="0" t="0" r="r" b="b"/>
              <a:pathLst>
                <a:path w="8" h="3">
                  <a:moveTo>
                    <a:pt x="8" y="1"/>
                  </a:moveTo>
                  <a:cubicBezTo>
                    <a:pt x="7" y="1"/>
                    <a:pt x="6" y="2"/>
                    <a:pt x="4" y="3"/>
                  </a:cubicBezTo>
                  <a:cubicBezTo>
                    <a:pt x="3" y="3"/>
                    <a:pt x="0" y="3"/>
                    <a:pt x="0" y="3"/>
                  </a:cubicBezTo>
                  <a:cubicBezTo>
                    <a:pt x="0" y="2"/>
                    <a:pt x="1" y="1"/>
                    <a:pt x="2" y="1"/>
                  </a:cubicBezTo>
                  <a:cubicBezTo>
                    <a:pt x="4" y="0"/>
                    <a:pt x="7" y="0"/>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8" name="Freeform 2912">
              <a:extLst>
                <a:ext uri="{FF2B5EF4-FFF2-40B4-BE49-F238E27FC236}">
                  <a16:creationId xmlns:a16="http://schemas.microsoft.com/office/drawing/2014/main" id="{7C915925-A1EF-30EB-343F-8810897E864A}"/>
                </a:ext>
              </a:extLst>
            </p:cNvPr>
            <p:cNvSpPr>
              <a:spLocks/>
            </p:cNvSpPr>
            <p:nvPr/>
          </p:nvSpPr>
          <p:spPr bwMode="auto">
            <a:xfrm rot="5094805">
              <a:off x="2836437" y="6057641"/>
              <a:ext cx="27420" cy="6855"/>
            </a:xfrm>
            <a:custGeom>
              <a:avLst/>
              <a:gdLst>
                <a:gd name="T0" fmla="*/ 11 w 11"/>
                <a:gd name="T1" fmla="*/ 1 h 3"/>
                <a:gd name="T2" fmla="*/ 4 w 11"/>
                <a:gd name="T3" fmla="*/ 3 h 3"/>
                <a:gd name="T4" fmla="*/ 0 w 11"/>
                <a:gd name="T5" fmla="*/ 2 h 3"/>
                <a:gd name="T6" fmla="*/ 3 w 11"/>
                <a:gd name="T7" fmla="*/ 0 h 3"/>
                <a:gd name="T8" fmla="*/ 11 w 11"/>
                <a:gd name="T9" fmla="*/ 1 h 3"/>
              </a:gdLst>
              <a:ahLst/>
              <a:cxnLst>
                <a:cxn ang="0">
                  <a:pos x="T0" y="T1"/>
                </a:cxn>
                <a:cxn ang="0">
                  <a:pos x="T2" y="T3"/>
                </a:cxn>
                <a:cxn ang="0">
                  <a:pos x="T4" y="T5"/>
                </a:cxn>
                <a:cxn ang="0">
                  <a:pos x="T6" y="T7"/>
                </a:cxn>
                <a:cxn ang="0">
                  <a:pos x="T8" y="T9"/>
                </a:cxn>
              </a:cxnLst>
              <a:rect l="0" t="0" r="r" b="b"/>
              <a:pathLst>
                <a:path w="11" h="3">
                  <a:moveTo>
                    <a:pt x="11" y="1"/>
                  </a:moveTo>
                  <a:cubicBezTo>
                    <a:pt x="8" y="2"/>
                    <a:pt x="6" y="3"/>
                    <a:pt x="4" y="3"/>
                  </a:cubicBezTo>
                  <a:cubicBezTo>
                    <a:pt x="3" y="3"/>
                    <a:pt x="0" y="2"/>
                    <a:pt x="0" y="2"/>
                  </a:cubicBezTo>
                  <a:cubicBezTo>
                    <a:pt x="0" y="1"/>
                    <a:pt x="2" y="0"/>
                    <a:pt x="3" y="0"/>
                  </a:cubicBezTo>
                  <a:cubicBezTo>
                    <a:pt x="5" y="0"/>
                    <a:pt x="7"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9" name="Freeform 2913">
              <a:extLst>
                <a:ext uri="{FF2B5EF4-FFF2-40B4-BE49-F238E27FC236}">
                  <a16:creationId xmlns:a16="http://schemas.microsoft.com/office/drawing/2014/main" id="{3D5ED66A-942C-BD95-91AC-466564E8A373}"/>
                </a:ext>
              </a:extLst>
            </p:cNvPr>
            <p:cNvSpPr>
              <a:spLocks/>
            </p:cNvSpPr>
            <p:nvPr/>
          </p:nvSpPr>
          <p:spPr bwMode="auto">
            <a:xfrm rot="5094805">
              <a:off x="2877158" y="6243481"/>
              <a:ext cx="22850" cy="9140"/>
            </a:xfrm>
            <a:custGeom>
              <a:avLst/>
              <a:gdLst>
                <a:gd name="T0" fmla="*/ 5 w 9"/>
                <a:gd name="T1" fmla="*/ 0 h 4"/>
                <a:gd name="T2" fmla="*/ 9 w 9"/>
                <a:gd name="T3" fmla="*/ 2 h 4"/>
                <a:gd name="T4" fmla="*/ 5 w 9"/>
                <a:gd name="T5" fmla="*/ 4 h 4"/>
                <a:gd name="T6" fmla="*/ 1 w 9"/>
                <a:gd name="T7" fmla="*/ 3 h 4"/>
                <a:gd name="T8" fmla="*/ 5 w 9"/>
                <a:gd name="T9" fmla="*/ 0 h 4"/>
              </a:gdLst>
              <a:ahLst/>
              <a:cxnLst>
                <a:cxn ang="0">
                  <a:pos x="T0" y="T1"/>
                </a:cxn>
                <a:cxn ang="0">
                  <a:pos x="T2" y="T3"/>
                </a:cxn>
                <a:cxn ang="0">
                  <a:pos x="T4" y="T5"/>
                </a:cxn>
                <a:cxn ang="0">
                  <a:pos x="T6" y="T7"/>
                </a:cxn>
                <a:cxn ang="0">
                  <a:pos x="T8" y="T9"/>
                </a:cxn>
              </a:cxnLst>
              <a:rect l="0" t="0" r="r" b="b"/>
              <a:pathLst>
                <a:path w="9" h="4">
                  <a:moveTo>
                    <a:pt x="5" y="0"/>
                  </a:moveTo>
                  <a:cubicBezTo>
                    <a:pt x="7" y="1"/>
                    <a:pt x="9" y="2"/>
                    <a:pt x="9" y="2"/>
                  </a:cubicBezTo>
                  <a:cubicBezTo>
                    <a:pt x="9" y="3"/>
                    <a:pt x="7" y="4"/>
                    <a:pt x="5" y="4"/>
                  </a:cubicBezTo>
                  <a:cubicBezTo>
                    <a:pt x="3" y="4"/>
                    <a:pt x="0" y="4"/>
                    <a:pt x="1" y="3"/>
                  </a:cubicBezTo>
                  <a:cubicBezTo>
                    <a:pt x="1" y="2"/>
                    <a:pt x="3"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0" name="Freeform 2914">
              <a:extLst>
                <a:ext uri="{FF2B5EF4-FFF2-40B4-BE49-F238E27FC236}">
                  <a16:creationId xmlns:a16="http://schemas.microsoft.com/office/drawing/2014/main" id="{04970954-D612-517E-7EB9-704B532D7B3B}"/>
                </a:ext>
              </a:extLst>
            </p:cNvPr>
            <p:cNvSpPr>
              <a:spLocks/>
            </p:cNvSpPr>
            <p:nvPr/>
          </p:nvSpPr>
          <p:spPr bwMode="auto">
            <a:xfrm rot="5094805">
              <a:off x="2925210" y="6435443"/>
              <a:ext cx="20565" cy="9140"/>
            </a:xfrm>
            <a:custGeom>
              <a:avLst/>
              <a:gdLst>
                <a:gd name="T0" fmla="*/ 3 w 9"/>
                <a:gd name="T1" fmla="*/ 0 h 4"/>
                <a:gd name="T2" fmla="*/ 9 w 9"/>
                <a:gd name="T3" fmla="*/ 1 h 4"/>
                <a:gd name="T4" fmla="*/ 6 w 9"/>
                <a:gd name="T5" fmla="*/ 3 h 4"/>
                <a:gd name="T6" fmla="*/ 0 w 9"/>
                <a:gd name="T7" fmla="*/ 3 h 4"/>
                <a:gd name="T8" fmla="*/ 3 w 9"/>
                <a:gd name="T9" fmla="*/ 0 h 4"/>
              </a:gdLst>
              <a:ahLst/>
              <a:cxnLst>
                <a:cxn ang="0">
                  <a:pos x="T0" y="T1"/>
                </a:cxn>
                <a:cxn ang="0">
                  <a:pos x="T2" y="T3"/>
                </a:cxn>
                <a:cxn ang="0">
                  <a:pos x="T4" y="T5"/>
                </a:cxn>
                <a:cxn ang="0">
                  <a:pos x="T6" y="T7"/>
                </a:cxn>
                <a:cxn ang="0">
                  <a:pos x="T8" y="T9"/>
                </a:cxn>
              </a:cxnLst>
              <a:rect l="0" t="0" r="r" b="b"/>
              <a:pathLst>
                <a:path w="9" h="4">
                  <a:moveTo>
                    <a:pt x="3" y="0"/>
                  </a:moveTo>
                  <a:cubicBezTo>
                    <a:pt x="6" y="0"/>
                    <a:pt x="8" y="1"/>
                    <a:pt x="9" y="1"/>
                  </a:cubicBezTo>
                  <a:cubicBezTo>
                    <a:pt x="9" y="1"/>
                    <a:pt x="7" y="3"/>
                    <a:pt x="6" y="3"/>
                  </a:cubicBezTo>
                  <a:cubicBezTo>
                    <a:pt x="4" y="4"/>
                    <a:pt x="0" y="4"/>
                    <a:pt x="0" y="3"/>
                  </a:cubicBezTo>
                  <a:cubicBezTo>
                    <a:pt x="0" y="2"/>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1" name="Freeform 2915">
              <a:extLst>
                <a:ext uri="{FF2B5EF4-FFF2-40B4-BE49-F238E27FC236}">
                  <a16:creationId xmlns:a16="http://schemas.microsoft.com/office/drawing/2014/main" id="{3A8DD723-88AE-E421-F8A4-21AD63AECAF9}"/>
                </a:ext>
              </a:extLst>
            </p:cNvPr>
            <p:cNvSpPr>
              <a:spLocks/>
            </p:cNvSpPr>
            <p:nvPr/>
          </p:nvSpPr>
          <p:spPr bwMode="auto">
            <a:xfrm rot="5094805">
              <a:off x="2981315" y="6627531"/>
              <a:ext cx="25135" cy="9140"/>
            </a:xfrm>
            <a:custGeom>
              <a:avLst/>
              <a:gdLst>
                <a:gd name="T0" fmla="*/ 10 w 10"/>
                <a:gd name="T1" fmla="*/ 0 h 4"/>
                <a:gd name="T2" fmla="*/ 3 w 10"/>
                <a:gd name="T3" fmla="*/ 4 h 4"/>
                <a:gd name="T4" fmla="*/ 0 w 10"/>
                <a:gd name="T5" fmla="*/ 3 h 4"/>
                <a:gd name="T6" fmla="*/ 3 w 10"/>
                <a:gd name="T7" fmla="*/ 1 h 4"/>
                <a:gd name="T8" fmla="*/ 10 w 10"/>
                <a:gd name="T9" fmla="*/ 0 h 4"/>
              </a:gdLst>
              <a:ahLst/>
              <a:cxnLst>
                <a:cxn ang="0">
                  <a:pos x="T0" y="T1"/>
                </a:cxn>
                <a:cxn ang="0">
                  <a:pos x="T2" y="T3"/>
                </a:cxn>
                <a:cxn ang="0">
                  <a:pos x="T4" y="T5"/>
                </a:cxn>
                <a:cxn ang="0">
                  <a:pos x="T6" y="T7"/>
                </a:cxn>
                <a:cxn ang="0">
                  <a:pos x="T8" y="T9"/>
                </a:cxn>
              </a:cxnLst>
              <a:rect l="0" t="0" r="r" b="b"/>
              <a:pathLst>
                <a:path w="10" h="4">
                  <a:moveTo>
                    <a:pt x="10" y="0"/>
                  </a:moveTo>
                  <a:cubicBezTo>
                    <a:pt x="7" y="2"/>
                    <a:pt x="5" y="3"/>
                    <a:pt x="3" y="4"/>
                  </a:cubicBezTo>
                  <a:cubicBezTo>
                    <a:pt x="2" y="4"/>
                    <a:pt x="0" y="3"/>
                    <a:pt x="0" y="3"/>
                  </a:cubicBezTo>
                  <a:cubicBezTo>
                    <a:pt x="0" y="2"/>
                    <a:pt x="2" y="1"/>
                    <a:pt x="3" y="1"/>
                  </a:cubicBezTo>
                  <a:cubicBezTo>
                    <a:pt x="5" y="0"/>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2" name="Freeform 2916">
              <a:extLst>
                <a:ext uri="{FF2B5EF4-FFF2-40B4-BE49-F238E27FC236}">
                  <a16:creationId xmlns:a16="http://schemas.microsoft.com/office/drawing/2014/main" id="{CBD97CE9-403D-EC22-73E7-51B3C38E2D27}"/>
                </a:ext>
              </a:extLst>
            </p:cNvPr>
            <p:cNvSpPr>
              <a:spLocks/>
            </p:cNvSpPr>
            <p:nvPr/>
          </p:nvSpPr>
          <p:spPr bwMode="auto">
            <a:xfrm rot="5094805">
              <a:off x="3051518" y="6810639"/>
              <a:ext cx="22850" cy="9140"/>
            </a:xfrm>
            <a:custGeom>
              <a:avLst/>
              <a:gdLst>
                <a:gd name="T0" fmla="*/ 6 w 9"/>
                <a:gd name="T1" fmla="*/ 3 h 4"/>
                <a:gd name="T2" fmla="*/ 1 w 9"/>
                <a:gd name="T3" fmla="*/ 2 h 4"/>
                <a:gd name="T4" fmla="*/ 5 w 9"/>
                <a:gd name="T5" fmla="*/ 0 h 4"/>
                <a:gd name="T6" fmla="*/ 9 w 9"/>
                <a:gd name="T7" fmla="*/ 0 h 4"/>
                <a:gd name="T8" fmla="*/ 6 w 9"/>
                <a:gd name="T9" fmla="*/ 3 h 4"/>
              </a:gdLst>
              <a:ahLst/>
              <a:cxnLst>
                <a:cxn ang="0">
                  <a:pos x="T0" y="T1"/>
                </a:cxn>
                <a:cxn ang="0">
                  <a:pos x="T2" y="T3"/>
                </a:cxn>
                <a:cxn ang="0">
                  <a:pos x="T4" y="T5"/>
                </a:cxn>
                <a:cxn ang="0">
                  <a:pos x="T6" y="T7"/>
                </a:cxn>
                <a:cxn ang="0">
                  <a:pos x="T8" y="T9"/>
                </a:cxn>
              </a:cxnLst>
              <a:rect l="0" t="0" r="r" b="b"/>
              <a:pathLst>
                <a:path w="9" h="4">
                  <a:moveTo>
                    <a:pt x="6" y="3"/>
                  </a:moveTo>
                  <a:cubicBezTo>
                    <a:pt x="2" y="4"/>
                    <a:pt x="0" y="3"/>
                    <a:pt x="1" y="2"/>
                  </a:cubicBezTo>
                  <a:cubicBezTo>
                    <a:pt x="1" y="1"/>
                    <a:pt x="3" y="0"/>
                    <a:pt x="5" y="0"/>
                  </a:cubicBezTo>
                  <a:cubicBezTo>
                    <a:pt x="7" y="0"/>
                    <a:pt x="9" y="0"/>
                    <a:pt x="9" y="0"/>
                  </a:cubicBezTo>
                  <a:cubicBezTo>
                    <a:pt x="9" y="1"/>
                    <a:pt x="7" y="3"/>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3" name="Freeform 2939">
              <a:extLst>
                <a:ext uri="{FF2B5EF4-FFF2-40B4-BE49-F238E27FC236}">
                  <a16:creationId xmlns:a16="http://schemas.microsoft.com/office/drawing/2014/main" id="{92837A80-DC98-6E7B-734F-04E28FC50BD3}"/>
                </a:ext>
              </a:extLst>
            </p:cNvPr>
            <p:cNvSpPr>
              <a:spLocks/>
            </p:cNvSpPr>
            <p:nvPr/>
          </p:nvSpPr>
          <p:spPr bwMode="auto">
            <a:xfrm rot="5094805">
              <a:off x="1906325" y="78716"/>
              <a:ext cx="22850" cy="9140"/>
            </a:xfrm>
            <a:custGeom>
              <a:avLst/>
              <a:gdLst>
                <a:gd name="T0" fmla="*/ 4 w 9"/>
                <a:gd name="T1" fmla="*/ 0 h 4"/>
                <a:gd name="T2" fmla="*/ 9 w 9"/>
                <a:gd name="T3" fmla="*/ 2 h 4"/>
                <a:gd name="T4" fmla="*/ 5 w 9"/>
                <a:gd name="T5" fmla="*/ 4 h 4"/>
                <a:gd name="T6" fmla="*/ 1 w 9"/>
                <a:gd name="T7" fmla="*/ 3 h 4"/>
                <a:gd name="T8" fmla="*/ 4 w 9"/>
                <a:gd name="T9" fmla="*/ 0 h 4"/>
              </a:gdLst>
              <a:ahLst/>
              <a:cxnLst>
                <a:cxn ang="0">
                  <a:pos x="T0" y="T1"/>
                </a:cxn>
                <a:cxn ang="0">
                  <a:pos x="T2" y="T3"/>
                </a:cxn>
                <a:cxn ang="0">
                  <a:pos x="T4" y="T5"/>
                </a:cxn>
                <a:cxn ang="0">
                  <a:pos x="T6" y="T7"/>
                </a:cxn>
                <a:cxn ang="0">
                  <a:pos x="T8" y="T9"/>
                </a:cxn>
              </a:cxnLst>
              <a:rect l="0" t="0" r="r" b="b"/>
              <a:pathLst>
                <a:path w="9" h="4">
                  <a:moveTo>
                    <a:pt x="4" y="0"/>
                  </a:moveTo>
                  <a:cubicBezTo>
                    <a:pt x="6" y="1"/>
                    <a:pt x="8" y="1"/>
                    <a:pt x="9" y="2"/>
                  </a:cubicBezTo>
                  <a:cubicBezTo>
                    <a:pt x="9" y="2"/>
                    <a:pt x="7" y="3"/>
                    <a:pt x="5" y="4"/>
                  </a:cubicBezTo>
                  <a:cubicBezTo>
                    <a:pt x="3" y="4"/>
                    <a:pt x="0" y="4"/>
                    <a:pt x="1" y="3"/>
                  </a:cubicBezTo>
                  <a:cubicBezTo>
                    <a:pt x="1" y="2"/>
                    <a:pt x="3"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4" name="Freeform 2940">
              <a:extLst>
                <a:ext uri="{FF2B5EF4-FFF2-40B4-BE49-F238E27FC236}">
                  <a16:creationId xmlns:a16="http://schemas.microsoft.com/office/drawing/2014/main" id="{75AF6552-8FF7-4BDD-2844-7434E818BCE1}"/>
                </a:ext>
              </a:extLst>
            </p:cNvPr>
            <p:cNvSpPr>
              <a:spLocks/>
            </p:cNvSpPr>
            <p:nvPr/>
          </p:nvSpPr>
          <p:spPr bwMode="auto">
            <a:xfrm rot="5094805">
              <a:off x="1947346" y="269011"/>
              <a:ext cx="20565" cy="9140"/>
            </a:xfrm>
            <a:custGeom>
              <a:avLst/>
              <a:gdLst>
                <a:gd name="T0" fmla="*/ 6 w 9"/>
                <a:gd name="T1" fmla="*/ 4 h 4"/>
                <a:gd name="T2" fmla="*/ 0 w 9"/>
                <a:gd name="T3" fmla="*/ 2 h 4"/>
                <a:gd name="T4" fmla="*/ 5 w 9"/>
                <a:gd name="T5" fmla="*/ 1 h 4"/>
                <a:gd name="T6" fmla="*/ 9 w 9"/>
                <a:gd name="T7" fmla="*/ 2 h 4"/>
                <a:gd name="T8" fmla="*/ 6 w 9"/>
                <a:gd name="T9" fmla="*/ 4 h 4"/>
              </a:gdLst>
              <a:ahLst/>
              <a:cxnLst>
                <a:cxn ang="0">
                  <a:pos x="T0" y="T1"/>
                </a:cxn>
                <a:cxn ang="0">
                  <a:pos x="T2" y="T3"/>
                </a:cxn>
                <a:cxn ang="0">
                  <a:pos x="T4" y="T5"/>
                </a:cxn>
                <a:cxn ang="0">
                  <a:pos x="T6" y="T7"/>
                </a:cxn>
                <a:cxn ang="0">
                  <a:pos x="T8" y="T9"/>
                </a:cxn>
              </a:cxnLst>
              <a:rect l="0" t="0" r="r" b="b"/>
              <a:pathLst>
                <a:path w="9" h="4">
                  <a:moveTo>
                    <a:pt x="6" y="4"/>
                  </a:moveTo>
                  <a:cubicBezTo>
                    <a:pt x="2" y="4"/>
                    <a:pt x="0" y="3"/>
                    <a:pt x="0" y="2"/>
                  </a:cubicBezTo>
                  <a:cubicBezTo>
                    <a:pt x="1" y="1"/>
                    <a:pt x="3" y="0"/>
                    <a:pt x="5" y="1"/>
                  </a:cubicBezTo>
                  <a:cubicBezTo>
                    <a:pt x="6" y="1"/>
                    <a:pt x="9" y="2"/>
                    <a:pt x="9" y="2"/>
                  </a:cubicBezTo>
                  <a:cubicBezTo>
                    <a:pt x="8" y="3"/>
                    <a:pt x="6" y="4"/>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5" name="Freeform 2941">
              <a:extLst>
                <a:ext uri="{FF2B5EF4-FFF2-40B4-BE49-F238E27FC236}">
                  <a16:creationId xmlns:a16="http://schemas.microsoft.com/office/drawing/2014/main" id="{EA2870C4-8E6E-EB15-E5C2-B247E3335728}"/>
                </a:ext>
              </a:extLst>
            </p:cNvPr>
            <p:cNvSpPr>
              <a:spLocks/>
            </p:cNvSpPr>
            <p:nvPr/>
          </p:nvSpPr>
          <p:spPr bwMode="auto">
            <a:xfrm rot="5094805">
              <a:off x="1946648" y="466057"/>
              <a:ext cx="27420" cy="11425"/>
            </a:xfrm>
            <a:custGeom>
              <a:avLst/>
              <a:gdLst>
                <a:gd name="T0" fmla="*/ 11 w 11"/>
                <a:gd name="T1" fmla="*/ 3 h 4"/>
                <a:gd name="T2" fmla="*/ 4 w 11"/>
                <a:gd name="T3" fmla="*/ 4 h 4"/>
                <a:gd name="T4" fmla="*/ 0 w 11"/>
                <a:gd name="T5" fmla="*/ 1 h 4"/>
                <a:gd name="T6" fmla="*/ 3 w 11"/>
                <a:gd name="T7" fmla="*/ 0 h 4"/>
                <a:gd name="T8" fmla="*/ 11 w 11"/>
                <a:gd name="T9" fmla="*/ 3 h 4"/>
              </a:gdLst>
              <a:ahLst/>
              <a:cxnLst>
                <a:cxn ang="0">
                  <a:pos x="T0" y="T1"/>
                </a:cxn>
                <a:cxn ang="0">
                  <a:pos x="T2" y="T3"/>
                </a:cxn>
                <a:cxn ang="0">
                  <a:pos x="T4" y="T5"/>
                </a:cxn>
                <a:cxn ang="0">
                  <a:pos x="T6" y="T7"/>
                </a:cxn>
                <a:cxn ang="0">
                  <a:pos x="T8" y="T9"/>
                </a:cxn>
              </a:cxnLst>
              <a:rect l="0" t="0" r="r" b="b"/>
              <a:pathLst>
                <a:path w="11" h="4">
                  <a:moveTo>
                    <a:pt x="11" y="3"/>
                  </a:moveTo>
                  <a:cubicBezTo>
                    <a:pt x="7" y="4"/>
                    <a:pt x="6" y="4"/>
                    <a:pt x="4" y="4"/>
                  </a:cubicBezTo>
                  <a:cubicBezTo>
                    <a:pt x="3" y="4"/>
                    <a:pt x="0" y="2"/>
                    <a:pt x="0" y="1"/>
                  </a:cubicBezTo>
                  <a:cubicBezTo>
                    <a:pt x="0" y="1"/>
                    <a:pt x="2" y="0"/>
                    <a:pt x="3" y="0"/>
                  </a:cubicBezTo>
                  <a:cubicBezTo>
                    <a:pt x="5" y="0"/>
                    <a:pt x="7" y="1"/>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6" name="Freeform 2942">
              <a:extLst>
                <a:ext uri="{FF2B5EF4-FFF2-40B4-BE49-F238E27FC236}">
                  <a16:creationId xmlns:a16="http://schemas.microsoft.com/office/drawing/2014/main" id="{21489676-09BD-8276-3B19-1A5020B15F4F}"/>
                </a:ext>
              </a:extLst>
            </p:cNvPr>
            <p:cNvSpPr>
              <a:spLocks/>
            </p:cNvSpPr>
            <p:nvPr/>
          </p:nvSpPr>
          <p:spPr bwMode="auto">
            <a:xfrm rot="5094805">
              <a:off x="1924983" y="658601"/>
              <a:ext cx="22850" cy="15995"/>
            </a:xfrm>
            <a:custGeom>
              <a:avLst/>
              <a:gdLst>
                <a:gd name="T0" fmla="*/ 2 w 9"/>
                <a:gd name="T1" fmla="*/ 0 h 7"/>
                <a:gd name="T2" fmla="*/ 8 w 9"/>
                <a:gd name="T3" fmla="*/ 5 h 7"/>
                <a:gd name="T4" fmla="*/ 5 w 9"/>
                <a:gd name="T5" fmla="*/ 7 h 7"/>
                <a:gd name="T6" fmla="*/ 0 w 9"/>
                <a:gd name="T7" fmla="*/ 3 h 7"/>
                <a:gd name="T8" fmla="*/ 2 w 9"/>
                <a:gd name="T9" fmla="*/ 0 h 7"/>
              </a:gdLst>
              <a:ahLst/>
              <a:cxnLst>
                <a:cxn ang="0">
                  <a:pos x="T0" y="T1"/>
                </a:cxn>
                <a:cxn ang="0">
                  <a:pos x="T2" y="T3"/>
                </a:cxn>
                <a:cxn ang="0">
                  <a:pos x="T4" y="T5"/>
                </a:cxn>
                <a:cxn ang="0">
                  <a:pos x="T6" y="T7"/>
                </a:cxn>
                <a:cxn ang="0">
                  <a:pos x="T8" y="T9"/>
                </a:cxn>
              </a:cxnLst>
              <a:rect l="0" t="0" r="r" b="b"/>
              <a:pathLst>
                <a:path w="9" h="7">
                  <a:moveTo>
                    <a:pt x="2" y="0"/>
                  </a:moveTo>
                  <a:cubicBezTo>
                    <a:pt x="5" y="2"/>
                    <a:pt x="8" y="4"/>
                    <a:pt x="8" y="5"/>
                  </a:cubicBezTo>
                  <a:cubicBezTo>
                    <a:pt x="9" y="6"/>
                    <a:pt x="7" y="7"/>
                    <a:pt x="5" y="7"/>
                  </a:cubicBezTo>
                  <a:cubicBezTo>
                    <a:pt x="3" y="7"/>
                    <a:pt x="0" y="4"/>
                    <a:pt x="0" y="3"/>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7" name="Freeform 2943">
              <a:extLst>
                <a:ext uri="{FF2B5EF4-FFF2-40B4-BE49-F238E27FC236}">
                  <a16:creationId xmlns:a16="http://schemas.microsoft.com/office/drawing/2014/main" id="{679254C9-E8CF-E0B6-29DD-46C04AB94AFD}"/>
                </a:ext>
              </a:extLst>
            </p:cNvPr>
            <p:cNvSpPr>
              <a:spLocks/>
            </p:cNvSpPr>
            <p:nvPr/>
          </p:nvSpPr>
          <p:spPr bwMode="auto">
            <a:xfrm rot="5094805">
              <a:off x="1878872" y="862081"/>
              <a:ext cx="27420" cy="15995"/>
            </a:xfrm>
            <a:custGeom>
              <a:avLst/>
              <a:gdLst>
                <a:gd name="T0" fmla="*/ 11 w 11"/>
                <a:gd name="T1" fmla="*/ 6 h 7"/>
                <a:gd name="T2" fmla="*/ 4 w 11"/>
                <a:gd name="T3" fmla="*/ 6 h 7"/>
                <a:gd name="T4" fmla="*/ 0 w 11"/>
                <a:gd name="T5" fmla="*/ 2 h 7"/>
                <a:gd name="T6" fmla="*/ 3 w 11"/>
                <a:gd name="T7" fmla="*/ 0 h 7"/>
                <a:gd name="T8" fmla="*/ 11 w 11"/>
                <a:gd name="T9" fmla="*/ 6 h 7"/>
              </a:gdLst>
              <a:ahLst/>
              <a:cxnLst>
                <a:cxn ang="0">
                  <a:pos x="T0" y="T1"/>
                </a:cxn>
                <a:cxn ang="0">
                  <a:pos x="T2" y="T3"/>
                </a:cxn>
                <a:cxn ang="0">
                  <a:pos x="T4" y="T5"/>
                </a:cxn>
                <a:cxn ang="0">
                  <a:pos x="T6" y="T7"/>
                </a:cxn>
                <a:cxn ang="0">
                  <a:pos x="T8" y="T9"/>
                </a:cxn>
              </a:cxnLst>
              <a:rect l="0" t="0" r="r" b="b"/>
              <a:pathLst>
                <a:path w="11" h="7">
                  <a:moveTo>
                    <a:pt x="11" y="6"/>
                  </a:moveTo>
                  <a:cubicBezTo>
                    <a:pt x="8" y="6"/>
                    <a:pt x="6" y="7"/>
                    <a:pt x="4" y="6"/>
                  </a:cubicBezTo>
                  <a:cubicBezTo>
                    <a:pt x="3" y="6"/>
                    <a:pt x="0" y="3"/>
                    <a:pt x="0" y="2"/>
                  </a:cubicBezTo>
                  <a:cubicBezTo>
                    <a:pt x="0" y="1"/>
                    <a:pt x="2" y="0"/>
                    <a:pt x="3" y="0"/>
                  </a:cubicBezTo>
                  <a:cubicBezTo>
                    <a:pt x="5" y="1"/>
                    <a:pt x="7" y="3"/>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8" name="Freeform 2944">
              <a:extLst>
                <a:ext uri="{FF2B5EF4-FFF2-40B4-BE49-F238E27FC236}">
                  <a16:creationId xmlns:a16="http://schemas.microsoft.com/office/drawing/2014/main" id="{BB0E2A1E-2DB6-52E8-37E1-0DD44CE5B3BD}"/>
                </a:ext>
              </a:extLst>
            </p:cNvPr>
            <p:cNvSpPr>
              <a:spLocks/>
            </p:cNvSpPr>
            <p:nvPr/>
          </p:nvSpPr>
          <p:spPr bwMode="auto">
            <a:xfrm rot="5094805">
              <a:off x="1714313" y="3834009"/>
              <a:ext cx="20565" cy="13710"/>
            </a:xfrm>
            <a:custGeom>
              <a:avLst/>
              <a:gdLst>
                <a:gd name="T0" fmla="*/ 6 w 9"/>
                <a:gd name="T1" fmla="*/ 6 h 6"/>
                <a:gd name="T2" fmla="*/ 1 w 9"/>
                <a:gd name="T3" fmla="*/ 4 h 6"/>
                <a:gd name="T4" fmla="*/ 5 w 9"/>
                <a:gd name="T5" fmla="*/ 0 h 6"/>
                <a:gd name="T6" fmla="*/ 9 w 9"/>
                <a:gd name="T7" fmla="*/ 2 h 6"/>
                <a:gd name="T8" fmla="*/ 6 w 9"/>
                <a:gd name="T9" fmla="*/ 6 h 6"/>
              </a:gdLst>
              <a:ahLst/>
              <a:cxnLst>
                <a:cxn ang="0">
                  <a:pos x="T0" y="T1"/>
                </a:cxn>
                <a:cxn ang="0">
                  <a:pos x="T2" y="T3"/>
                </a:cxn>
                <a:cxn ang="0">
                  <a:pos x="T4" y="T5"/>
                </a:cxn>
                <a:cxn ang="0">
                  <a:pos x="T6" y="T7"/>
                </a:cxn>
                <a:cxn ang="0">
                  <a:pos x="T8" y="T9"/>
                </a:cxn>
              </a:cxnLst>
              <a:rect l="0" t="0" r="r" b="b"/>
              <a:pathLst>
                <a:path w="9" h="6">
                  <a:moveTo>
                    <a:pt x="6" y="6"/>
                  </a:moveTo>
                  <a:cubicBezTo>
                    <a:pt x="4" y="5"/>
                    <a:pt x="2" y="5"/>
                    <a:pt x="1" y="4"/>
                  </a:cubicBezTo>
                  <a:cubicBezTo>
                    <a:pt x="0" y="3"/>
                    <a:pt x="2" y="0"/>
                    <a:pt x="5" y="0"/>
                  </a:cubicBezTo>
                  <a:cubicBezTo>
                    <a:pt x="6" y="0"/>
                    <a:pt x="9" y="1"/>
                    <a:pt x="9" y="2"/>
                  </a:cubicBezTo>
                  <a:cubicBezTo>
                    <a:pt x="9" y="3"/>
                    <a:pt x="8" y="4"/>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9" name="Freeform 2945">
              <a:extLst>
                <a:ext uri="{FF2B5EF4-FFF2-40B4-BE49-F238E27FC236}">
                  <a16:creationId xmlns:a16="http://schemas.microsoft.com/office/drawing/2014/main" id="{E4B939D7-F3B6-4109-FED5-0E8B0D4F6525}"/>
                </a:ext>
              </a:extLst>
            </p:cNvPr>
            <p:cNvSpPr>
              <a:spLocks/>
            </p:cNvSpPr>
            <p:nvPr/>
          </p:nvSpPr>
          <p:spPr bwMode="auto">
            <a:xfrm rot="5094805">
              <a:off x="1673080" y="3641236"/>
              <a:ext cx="27420" cy="13710"/>
            </a:xfrm>
            <a:custGeom>
              <a:avLst/>
              <a:gdLst>
                <a:gd name="T0" fmla="*/ 0 w 11"/>
                <a:gd name="T1" fmla="*/ 2 h 5"/>
                <a:gd name="T2" fmla="*/ 6 w 11"/>
                <a:gd name="T3" fmla="*/ 0 h 5"/>
                <a:gd name="T4" fmla="*/ 10 w 11"/>
                <a:gd name="T5" fmla="*/ 3 h 5"/>
                <a:gd name="T6" fmla="*/ 6 w 11"/>
                <a:gd name="T7" fmla="*/ 5 h 5"/>
                <a:gd name="T8" fmla="*/ 0 w 11"/>
                <a:gd name="T9" fmla="*/ 2 h 5"/>
              </a:gdLst>
              <a:ahLst/>
              <a:cxnLst>
                <a:cxn ang="0">
                  <a:pos x="T0" y="T1"/>
                </a:cxn>
                <a:cxn ang="0">
                  <a:pos x="T2" y="T3"/>
                </a:cxn>
                <a:cxn ang="0">
                  <a:pos x="T4" y="T5"/>
                </a:cxn>
                <a:cxn ang="0">
                  <a:pos x="T6" y="T7"/>
                </a:cxn>
                <a:cxn ang="0">
                  <a:pos x="T8" y="T9"/>
                </a:cxn>
              </a:cxnLst>
              <a:rect l="0" t="0" r="r" b="b"/>
              <a:pathLst>
                <a:path w="11" h="5">
                  <a:moveTo>
                    <a:pt x="0" y="2"/>
                  </a:moveTo>
                  <a:cubicBezTo>
                    <a:pt x="3" y="1"/>
                    <a:pt x="4" y="0"/>
                    <a:pt x="6" y="0"/>
                  </a:cubicBezTo>
                  <a:cubicBezTo>
                    <a:pt x="8" y="0"/>
                    <a:pt x="11" y="2"/>
                    <a:pt x="10" y="3"/>
                  </a:cubicBezTo>
                  <a:cubicBezTo>
                    <a:pt x="10" y="4"/>
                    <a:pt x="7" y="5"/>
                    <a:pt x="6" y="5"/>
                  </a:cubicBezTo>
                  <a:cubicBezTo>
                    <a:pt x="4" y="5"/>
                    <a:pt x="3" y="4"/>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0" name="Freeform 2946">
              <a:extLst>
                <a:ext uri="{FF2B5EF4-FFF2-40B4-BE49-F238E27FC236}">
                  <a16:creationId xmlns:a16="http://schemas.microsoft.com/office/drawing/2014/main" id="{17E0904B-7BF7-DB98-C048-E2200E8773F6}"/>
                </a:ext>
              </a:extLst>
            </p:cNvPr>
            <p:cNvSpPr>
              <a:spLocks/>
            </p:cNvSpPr>
            <p:nvPr/>
          </p:nvSpPr>
          <p:spPr bwMode="auto">
            <a:xfrm rot="5094805">
              <a:off x="1666111" y="3443642"/>
              <a:ext cx="22850" cy="20565"/>
            </a:xfrm>
            <a:custGeom>
              <a:avLst/>
              <a:gdLst>
                <a:gd name="T0" fmla="*/ 9 w 9"/>
                <a:gd name="T1" fmla="*/ 5 h 8"/>
                <a:gd name="T2" fmla="*/ 4 w 9"/>
                <a:gd name="T3" fmla="*/ 8 h 8"/>
                <a:gd name="T4" fmla="*/ 0 w 9"/>
                <a:gd name="T5" fmla="*/ 5 h 8"/>
                <a:gd name="T6" fmla="*/ 2 w 9"/>
                <a:gd name="T7" fmla="*/ 1 h 8"/>
                <a:gd name="T8" fmla="*/ 9 w 9"/>
                <a:gd name="T9" fmla="*/ 5 h 8"/>
              </a:gdLst>
              <a:ahLst/>
              <a:cxnLst>
                <a:cxn ang="0">
                  <a:pos x="T0" y="T1"/>
                </a:cxn>
                <a:cxn ang="0">
                  <a:pos x="T2" y="T3"/>
                </a:cxn>
                <a:cxn ang="0">
                  <a:pos x="T4" y="T5"/>
                </a:cxn>
                <a:cxn ang="0">
                  <a:pos x="T6" y="T7"/>
                </a:cxn>
                <a:cxn ang="0">
                  <a:pos x="T8" y="T9"/>
                </a:cxn>
              </a:cxnLst>
              <a:rect l="0" t="0" r="r" b="b"/>
              <a:pathLst>
                <a:path w="9" h="8">
                  <a:moveTo>
                    <a:pt x="9" y="5"/>
                  </a:moveTo>
                  <a:cubicBezTo>
                    <a:pt x="8" y="6"/>
                    <a:pt x="6" y="7"/>
                    <a:pt x="4" y="8"/>
                  </a:cubicBezTo>
                  <a:cubicBezTo>
                    <a:pt x="4" y="8"/>
                    <a:pt x="1" y="6"/>
                    <a:pt x="0" y="5"/>
                  </a:cubicBezTo>
                  <a:cubicBezTo>
                    <a:pt x="0" y="4"/>
                    <a:pt x="1" y="2"/>
                    <a:pt x="2" y="1"/>
                  </a:cubicBezTo>
                  <a:cubicBezTo>
                    <a:pt x="4" y="0"/>
                    <a:pt x="8" y="2"/>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1" name="Freeform 2947">
              <a:extLst>
                <a:ext uri="{FF2B5EF4-FFF2-40B4-BE49-F238E27FC236}">
                  <a16:creationId xmlns:a16="http://schemas.microsoft.com/office/drawing/2014/main" id="{2A01FBC8-A0EE-967E-E64B-C2FBF8D1C31B}"/>
                </a:ext>
              </a:extLst>
            </p:cNvPr>
            <p:cNvSpPr>
              <a:spLocks/>
            </p:cNvSpPr>
            <p:nvPr/>
          </p:nvSpPr>
          <p:spPr bwMode="auto">
            <a:xfrm rot="5094805">
              <a:off x="1673627" y="3243500"/>
              <a:ext cx="20565" cy="22850"/>
            </a:xfrm>
            <a:custGeom>
              <a:avLst/>
              <a:gdLst>
                <a:gd name="T0" fmla="*/ 9 w 9"/>
                <a:gd name="T1" fmla="*/ 6 h 9"/>
                <a:gd name="T2" fmla="*/ 4 w 9"/>
                <a:gd name="T3" fmla="*/ 9 h 9"/>
                <a:gd name="T4" fmla="*/ 0 w 9"/>
                <a:gd name="T5" fmla="*/ 5 h 9"/>
                <a:gd name="T6" fmla="*/ 2 w 9"/>
                <a:gd name="T7" fmla="*/ 1 h 9"/>
                <a:gd name="T8" fmla="*/ 9 w 9"/>
                <a:gd name="T9" fmla="*/ 6 h 9"/>
              </a:gdLst>
              <a:ahLst/>
              <a:cxnLst>
                <a:cxn ang="0">
                  <a:pos x="T0" y="T1"/>
                </a:cxn>
                <a:cxn ang="0">
                  <a:pos x="T2" y="T3"/>
                </a:cxn>
                <a:cxn ang="0">
                  <a:pos x="T4" y="T5"/>
                </a:cxn>
                <a:cxn ang="0">
                  <a:pos x="T6" y="T7"/>
                </a:cxn>
                <a:cxn ang="0">
                  <a:pos x="T8" y="T9"/>
                </a:cxn>
              </a:cxnLst>
              <a:rect l="0" t="0" r="r" b="b"/>
              <a:pathLst>
                <a:path w="9" h="9">
                  <a:moveTo>
                    <a:pt x="9" y="6"/>
                  </a:moveTo>
                  <a:cubicBezTo>
                    <a:pt x="7" y="7"/>
                    <a:pt x="6" y="8"/>
                    <a:pt x="4" y="9"/>
                  </a:cubicBezTo>
                  <a:cubicBezTo>
                    <a:pt x="3" y="9"/>
                    <a:pt x="0" y="6"/>
                    <a:pt x="0" y="5"/>
                  </a:cubicBezTo>
                  <a:cubicBezTo>
                    <a:pt x="0" y="3"/>
                    <a:pt x="1" y="1"/>
                    <a:pt x="2" y="1"/>
                  </a:cubicBezTo>
                  <a:cubicBezTo>
                    <a:pt x="4" y="0"/>
                    <a:pt x="7" y="2"/>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2" name="Freeform 2948">
              <a:extLst>
                <a:ext uri="{FF2B5EF4-FFF2-40B4-BE49-F238E27FC236}">
                  <a16:creationId xmlns:a16="http://schemas.microsoft.com/office/drawing/2014/main" id="{BBDAECCA-42C9-899A-2E88-71F72A6DE269}"/>
                </a:ext>
              </a:extLst>
            </p:cNvPr>
            <p:cNvSpPr>
              <a:spLocks/>
            </p:cNvSpPr>
            <p:nvPr/>
          </p:nvSpPr>
          <p:spPr bwMode="auto">
            <a:xfrm rot="5094805">
              <a:off x="1686622" y="3039231"/>
              <a:ext cx="22850" cy="27420"/>
            </a:xfrm>
            <a:custGeom>
              <a:avLst/>
              <a:gdLst>
                <a:gd name="T0" fmla="*/ 9 w 9"/>
                <a:gd name="T1" fmla="*/ 7 h 11"/>
                <a:gd name="T2" fmla="*/ 5 w 9"/>
                <a:gd name="T3" fmla="*/ 11 h 11"/>
                <a:gd name="T4" fmla="*/ 1 w 9"/>
                <a:gd name="T5" fmla="*/ 6 h 11"/>
                <a:gd name="T6" fmla="*/ 3 w 9"/>
                <a:gd name="T7" fmla="*/ 2 h 11"/>
                <a:gd name="T8" fmla="*/ 9 w 9"/>
                <a:gd name="T9" fmla="*/ 7 h 11"/>
              </a:gdLst>
              <a:ahLst/>
              <a:cxnLst>
                <a:cxn ang="0">
                  <a:pos x="T0" y="T1"/>
                </a:cxn>
                <a:cxn ang="0">
                  <a:pos x="T2" y="T3"/>
                </a:cxn>
                <a:cxn ang="0">
                  <a:pos x="T4" y="T5"/>
                </a:cxn>
                <a:cxn ang="0">
                  <a:pos x="T6" y="T7"/>
                </a:cxn>
                <a:cxn ang="0">
                  <a:pos x="T8" y="T9"/>
                </a:cxn>
              </a:cxnLst>
              <a:rect l="0" t="0" r="r" b="b"/>
              <a:pathLst>
                <a:path w="9" h="11">
                  <a:moveTo>
                    <a:pt x="9" y="7"/>
                  </a:moveTo>
                  <a:cubicBezTo>
                    <a:pt x="8" y="8"/>
                    <a:pt x="7" y="10"/>
                    <a:pt x="5" y="11"/>
                  </a:cubicBezTo>
                  <a:cubicBezTo>
                    <a:pt x="4" y="11"/>
                    <a:pt x="1" y="8"/>
                    <a:pt x="1" y="6"/>
                  </a:cubicBezTo>
                  <a:cubicBezTo>
                    <a:pt x="0" y="5"/>
                    <a:pt x="1" y="2"/>
                    <a:pt x="3" y="2"/>
                  </a:cubicBezTo>
                  <a:cubicBezTo>
                    <a:pt x="5" y="0"/>
                    <a:pt x="8" y="3"/>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3" name="Freeform 2949">
              <a:extLst>
                <a:ext uri="{FF2B5EF4-FFF2-40B4-BE49-F238E27FC236}">
                  <a16:creationId xmlns:a16="http://schemas.microsoft.com/office/drawing/2014/main" id="{B9D5A749-579C-4E3B-3D4F-65729290DE07}"/>
                </a:ext>
              </a:extLst>
            </p:cNvPr>
            <p:cNvSpPr>
              <a:spLocks/>
            </p:cNvSpPr>
            <p:nvPr/>
          </p:nvSpPr>
          <p:spPr bwMode="auto">
            <a:xfrm rot="5094805">
              <a:off x="1694033" y="2834422"/>
              <a:ext cx="22850" cy="36560"/>
            </a:xfrm>
            <a:custGeom>
              <a:avLst/>
              <a:gdLst>
                <a:gd name="T0" fmla="*/ 6 w 10"/>
                <a:gd name="T1" fmla="*/ 15 h 15"/>
                <a:gd name="T2" fmla="*/ 1 w 10"/>
                <a:gd name="T3" fmla="*/ 7 h 15"/>
                <a:gd name="T4" fmla="*/ 5 w 10"/>
                <a:gd name="T5" fmla="*/ 2 h 15"/>
                <a:gd name="T6" fmla="*/ 10 w 10"/>
                <a:gd name="T7" fmla="*/ 7 h 15"/>
                <a:gd name="T8" fmla="*/ 6 w 10"/>
                <a:gd name="T9" fmla="*/ 15 h 15"/>
              </a:gdLst>
              <a:ahLst/>
              <a:cxnLst>
                <a:cxn ang="0">
                  <a:pos x="T0" y="T1"/>
                </a:cxn>
                <a:cxn ang="0">
                  <a:pos x="T2" y="T3"/>
                </a:cxn>
                <a:cxn ang="0">
                  <a:pos x="T4" y="T5"/>
                </a:cxn>
                <a:cxn ang="0">
                  <a:pos x="T6" y="T7"/>
                </a:cxn>
                <a:cxn ang="0">
                  <a:pos x="T8" y="T9"/>
                </a:cxn>
              </a:cxnLst>
              <a:rect l="0" t="0" r="r" b="b"/>
              <a:pathLst>
                <a:path w="10" h="15">
                  <a:moveTo>
                    <a:pt x="6" y="15"/>
                  </a:moveTo>
                  <a:cubicBezTo>
                    <a:pt x="4" y="11"/>
                    <a:pt x="2" y="9"/>
                    <a:pt x="1" y="7"/>
                  </a:cubicBezTo>
                  <a:cubicBezTo>
                    <a:pt x="0" y="4"/>
                    <a:pt x="2" y="0"/>
                    <a:pt x="5" y="2"/>
                  </a:cubicBezTo>
                  <a:cubicBezTo>
                    <a:pt x="7" y="2"/>
                    <a:pt x="9" y="5"/>
                    <a:pt x="10" y="7"/>
                  </a:cubicBezTo>
                  <a:cubicBezTo>
                    <a:pt x="10" y="9"/>
                    <a:pt x="8" y="11"/>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4" name="Freeform 2950">
              <a:extLst>
                <a:ext uri="{FF2B5EF4-FFF2-40B4-BE49-F238E27FC236}">
                  <a16:creationId xmlns:a16="http://schemas.microsoft.com/office/drawing/2014/main" id="{BD045230-B42B-80C5-C005-F0FB1C9DFF84}"/>
                </a:ext>
              </a:extLst>
            </p:cNvPr>
            <p:cNvSpPr>
              <a:spLocks/>
            </p:cNvSpPr>
            <p:nvPr/>
          </p:nvSpPr>
          <p:spPr bwMode="auto">
            <a:xfrm rot="5094805">
              <a:off x="1694818" y="2634782"/>
              <a:ext cx="22850" cy="41130"/>
            </a:xfrm>
            <a:custGeom>
              <a:avLst/>
              <a:gdLst>
                <a:gd name="T0" fmla="*/ 3 w 9"/>
                <a:gd name="T1" fmla="*/ 0 h 16"/>
                <a:gd name="T2" fmla="*/ 9 w 9"/>
                <a:gd name="T3" fmla="*/ 9 h 16"/>
                <a:gd name="T4" fmla="*/ 6 w 9"/>
                <a:gd name="T5" fmla="*/ 14 h 16"/>
                <a:gd name="T6" fmla="*/ 0 w 9"/>
                <a:gd name="T7" fmla="*/ 8 h 16"/>
                <a:gd name="T8" fmla="*/ 3 w 9"/>
                <a:gd name="T9" fmla="*/ 0 h 16"/>
              </a:gdLst>
              <a:ahLst/>
              <a:cxnLst>
                <a:cxn ang="0">
                  <a:pos x="T0" y="T1"/>
                </a:cxn>
                <a:cxn ang="0">
                  <a:pos x="T2" y="T3"/>
                </a:cxn>
                <a:cxn ang="0">
                  <a:pos x="T4" y="T5"/>
                </a:cxn>
                <a:cxn ang="0">
                  <a:pos x="T6" y="T7"/>
                </a:cxn>
                <a:cxn ang="0">
                  <a:pos x="T8" y="T9"/>
                </a:cxn>
              </a:cxnLst>
              <a:rect l="0" t="0" r="r" b="b"/>
              <a:pathLst>
                <a:path w="9" h="16">
                  <a:moveTo>
                    <a:pt x="3" y="0"/>
                  </a:moveTo>
                  <a:cubicBezTo>
                    <a:pt x="6" y="4"/>
                    <a:pt x="8" y="6"/>
                    <a:pt x="9" y="9"/>
                  </a:cubicBezTo>
                  <a:cubicBezTo>
                    <a:pt x="9" y="10"/>
                    <a:pt x="7" y="13"/>
                    <a:pt x="6" y="14"/>
                  </a:cubicBezTo>
                  <a:cubicBezTo>
                    <a:pt x="4" y="16"/>
                    <a:pt x="0" y="12"/>
                    <a:pt x="0" y="8"/>
                  </a:cubicBezTo>
                  <a:cubicBezTo>
                    <a:pt x="0"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5" name="Freeform 2951">
              <a:extLst>
                <a:ext uri="{FF2B5EF4-FFF2-40B4-BE49-F238E27FC236}">
                  <a16:creationId xmlns:a16="http://schemas.microsoft.com/office/drawing/2014/main" id="{DD99FEBE-34C1-2D62-6238-C3676F2569B5}"/>
                </a:ext>
              </a:extLst>
            </p:cNvPr>
            <p:cNvSpPr>
              <a:spLocks/>
            </p:cNvSpPr>
            <p:nvPr/>
          </p:nvSpPr>
          <p:spPr bwMode="auto">
            <a:xfrm rot="5094805">
              <a:off x="1671908" y="2445258"/>
              <a:ext cx="22850" cy="34275"/>
            </a:xfrm>
            <a:custGeom>
              <a:avLst/>
              <a:gdLst>
                <a:gd name="T0" fmla="*/ 5 w 9"/>
                <a:gd name="T1" fmla="*/ 14 h 14"/>
                <a:gd name="T2" fmla="*/ 0 w 9"/>
                <a:gd name="T3" fmla="*/ 5 h 14"/>
                <a:gd name="T4" fmla="*/ 4 w 9"/>
                <a:gd name="T5" fmla="*/ 1 h 14"/>
                <a:gd name="T6" fmla="*/ 9 w 9"/>
                <a:gd name="T7" fmla="*/ 7 h 14"/>
                <a:gd name="T8" fmla="*/ 5 w 9"/>
                <a:gd name="T9" fmla="*/ 14 h 14"/>
              </a:gdLst>
              <a:ahLst/>
              <a:cxnLst>
                <a:cxn ang="0">
                  <a:pos x="T0" y="T1"/>
                </a:cxn>
                <a:cxn ang="0">
                  <a:pos x="T2" y="T3"/>
                </a:cxn>
                <a:cxn ang="0">
                  <a:pos x="T4" y="T5"/>
                </a:cxn>
                <a:cxn ang="0">
                  <a:pos x="T6" y="T7"/>
                </a:cxn>
                <a:cxn ang="0">
                  <a:pos x="T8" y="T9"/>
                </a:cxn>
              </a:cxnLst>
              <a:rect l="0" t="0" r="r" b="b"/>
              <a:pathLst>
                <a:path w="9" h="14">
                  <a:moveTo>
                    <a:pt x="5" y="14"/>
                  </a:moveTo>
                  <a:cubicBezTo>
                    <a:pt x="2" y="13"/>
                    <a:pt x="0" y="9"/>
                    <a:pt x="0" y="5"/>
                  </a:cubicBezTo>
                  <a:cubicBezTo>
                    <a:pt x="1" y="2"/>
                    <a:pt x="2" y="0"/>
                    <a:pt x="4" y="1"/>
                  </a:cubicBezTo>
                  <a:cubicBezTo>
                    <a:pt x="6" y="2"/>
                    <a:pt x="9" y="5"/>
                    <a:pt x="9" y="7"/>
                  </a:cubicBezTo>
                  <a:cubicBezTo>
                    <a:pt x="8" y="10"/>
                    <a:pt x="6" y="12"/>
                    <a:pt x="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6" name="Freeform 2952">
              <a:extLst>
                <a:ext uri="{FF2B5EF4-FFF2-40B4-BE49-F238E27FC236}">
                  <a16:creationId xmlns:a16="http://schemas.microsoft.com/office/drawing/2014/main" id="{7D278E7E-2252-AF04-7856-B70598C12940}"/>
                </a:ext>
              </a:extLst>
            </p:cNvPr>
            <p:cNvSpPr>
              <a:spLocks/>
            </p:cNvSpPr>
            <p:nvPr/>
          </p:nvSpPr>
          <p:spPr bwMode="auto">
            <a:xfrm rot="5094805">
              <a:off x="1634001" y="2246777"/>
              <a:ext cx="22850" cy="43415"/>
            </a:xfrm>
            <a:custGeom>
              <a:avLst/>
              <a:gdLst>
                <a:gd name="T0" fmla="*/ 3 w 9"/>
                <a:gd name="T1" fmla="*/ 0 h 17"/>
                <a:gd name="T2" fmla="*/ 9 w 9"/>
                <a:gd name="T3" fmla="*/ 9 h 17"/>
                <a:gd name="T4" fmla="*/ 6 w 9"/>
                <a:gd name="T5" fmla="*/ 15 h 17"/>
                <a:gd name="T6" fmla="*/ 0 w 9"/>
                <a:gd name="T7" fmla="*/ 9 h 17"/>
                <a:gd name="T8" fmla="*/ 3 w 9"/>
                <a:gd name="T9" fmla="*/ 0 h 17"/>
              </a:gdLst>
              <a:ahLst/>
              <a:cxnLst>
                <a:cxn ang="0">
                  <a:pos x="T0" y="T1"/>
                </a:cxn>
                <a:cxn ang="0">
                  <a:pos x="T2" y="T3"/>
                </a:cxn>
                <a:cxn ang="0">
                  <a:pos x="T4" y="T5"/>
                </a:cxn>
                <a:cxn ang="0">
                  <a:pos x="T6" y="T7"/>
                </a:cxn>
                <a:cxn ang="0">
                  <a:pos x="T8" y="T9"/>
                </a:cxn>
              </a:cxnLst>
              <a:rect l="0" t="0" r="r" b="b"/>
              <a:pathLst>
                <a:path w="9" h="17">
                  <a:moveTo>
                    <a:pt x="3" y="0"/>
                  </a:moveTo>
                  <a:cubicBezTo>
                    <a:pt x="6" y="4"/>
                    <a:pt x="8" y="6"/>
                    <a:pt x="9" y="9"/>
                  </a:cubicBezTo>
                  <a:cubicBezTo>
                    <a:pt x="9" y="10"/>
                    <a:pt x="7" y="14"/>
                    <a:pt x="6" y="15"/>
                  </a:cubicBezTo>
                  <a:cubicBezTo>
                    <a:pt x="4" y="17"/>
                    <a:pt x="0" y="13"/>
                    <a:pt x="0" y="9"/>
                  </a:cubicBezTo>
                  <a:cubicBezTo>
                    <a:pt x="0" y="7"/>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7" name="Freeform 2953">
              <a:extLst>
                <a:ext uri="{FF2B5EF4-FFF2-40B4-BE49-F238E27FC236}">
                  <a16:creationId xmlns:a16="http://schemas.microsoft.com/office/drawing/2014/main" id="{5C119A0F-5C53-3F46-9D6A-2D18F3EC53ED}"/>
                </a:ext>
              </a:extLst>
            </p:cNvPr>
            <p:cNvSpPr>
              <a:spLocks/>
            </p:cNvSpPr>
            <p:nvPr/>
          </p:nvSpPr>
          <p:spPr bwMode="auto">
            <a:xfrm rot="5094805">
              <a:off x="1620195" y="2054158"/>
              <a:ext cx="22850" cy="41130"/>
            </a:xfrm>
            <a:custGeom>
              <a:avLst/>
              <a:gdLst>
                <a:gd name="T0" fmla="*/ 3 w 9"/>
                <a:gd name="T1" fmla="*/ 0 h 17"/>
                <a:gd name="T2" fmla="*/ 9 w 9"/>
                <a:gd name="T3" fmla="*/ 10 h 17"/>
                <a:gd name="T4" fmla="*/ 6 w 9"/>
                <a:gd name="T5" fmla="*/ 15 h 17"/>
                <a:gd name="T6" fmla="*/ 0 w 9"/>
                <a:gd name="T7" fmla="*/ 9 h 17"/>
                <a:gd name="T8" fmla="*/ 3 w 9"/>
                <a:gd name="T9" fmla="*/ 0 h 17"/>
              </a:gdLst>
              <a:ahLst/>
              <a:cxnLst>
                <a:cxn ang="0">
                  <a:pos x="T0" y="T1"/>
                </a:cxn>
                <a:cxn ang="0">
                  <a:pos x="T2" y="T3"/>
                </a:cxn>
                <a:cxn ang="0">
                  <a:pos x="T4" y="T5"/>
                </a:cxn>
                <a:cxn ang="0">
                  <a:pos x="T6" y="T7"/>
                </a:cxn>
                <a:cxn ang="0">
                  <a:pos x="T8" y="T9"/>
                </a:cxn>
              </a:cxnLst>
              <a:rect l="0" t="0" r="r" b="b"/>
              <a:pathLst>
                <a:path w="9" h="17">
                  <a:moveTo>
                    <a:pt x="3" y="0"/>
                  </a:moveTo>
                  <a:cubicBezTo>
                    <a:pt x="6" y="4"/>
                    <a:pt x="8" y="7"/>
                    <a:pt x="9" y="10"/>
                  </a:cubicBezTo>
                  <a:cubicBezTo>
                    <a:pt x="9" y="11"/>
                    <a:pt x="7" y="14"/>
                    <a:pt x="6" y="15"/>
                  </a:cubicBezTo>
                  <a:cubicBezTo>
                    <a:pt x="4" y="17"/>
                    <a:pt x="0" y="12"/>
                    <a:pt x="0" y="9"/>
                  </a:cubicBezTo>
                  <a:cubicBezTo>
                    <a:pt x="0"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8" name="Freeform 2954">
              <a:extLst>
                <a:ext uri="{FF2B5EF4-FFF2-40B4-BE49-F238E27FC236}">
                  <a16:creationId xmlns:a16="http://schemas.microsoft.com/office/drawing/2014/main" id="{9DE831CB-0D33-E455-DEE2-A6DD9CBC8AEE}"/>
                </a:ext>
              </a:extLst>
            </p:cNvPr>
            <p:cNvSpPr>
              <a:spLocks/>
            </p:cNvSpPr>
            <p:nvPr/>
          </p:nvSpPr>
          <p:spPr bwMode="auto">
            <a:xfrm rot="5094805">
              <a:off x="1627703" y="1860668"/>
              <a:ext cx="25135" cy="29705"/>
            </a:xfrm>
            <a:custGeom>
              <a:avLst/>
              <a:gdLst>
                <a:gd name="T0" fmla="*/ 0 w 11"/>
                <a:gd name="T1" fmla="*/ 3 h 12"/>
                <a:gd name="T2" fmla="*/ 6 w 11"/>
                <a:gd name="T3" fmla="*/ 0 h 12"/>
                <a:gd name="T4" fmla="*/ 11 w 11"/>
                <a:gd name="T5" fmla="*/ 7 h 12"/>
                <a:gd name="T6" fmla="*/ 7 w 11"/>
                <a:gd name="T7" fmla="*/ 11 h 12"/>
                <a:gd name="T8" fmla="*/ 0 w 11"/>
                <a:gd name="T9" fmla="*/ 3 h 12"/>
              </a:gdLst>
              <a:ahLst/>
              <a:cxnLst>
                <a:cxn ang="0">
                  <a:pos x="T0" y="T1"/>
                </a:cxn>
                <a:cxn ang="0">
                  <a:pos x="T2" y="T3"/>
                </a:cxn>
                <a:cxn ang="0">
                  <a:pos x="T4" y="T5"/>
                </a:cxn>
                <a:cxn ang="0">
                  <a:pos x="T6" y="T7"/>
                </a:cxn>
                <a:cxn ang="0">
                  <a:pos x="T8" y="T9"/>
                </a:cxn>
              </a:cxnLst>
              <a:rect l="0" t="0" r="r" b="b"/>
              <a:pathLst>
                <a:path w="11" h="12">
                  <a:moveTo>
                    <a:pt x="0" y="3"/>
                  </a:moveTo>
                  <a:cubicBezTo>
                    <a:pt x="3" y="1"/>
                    <a:pt x="4" y="0"/>
                    <a:pt x="6" y="0"/>
                  </a:cubicBezTo>
                  <a:cubicBezTo>
                    <a:pt x="8" y="0"/>
                    <a:pt x="11" y="5"/>
                    <a:pt x="11" y="7"/>
                  </a:cubicBezTo>
                  <a:cubicBezTo>
                    <a:pt x="10" y="9"/>
                    <a:pt x="8" y="12"/>
                    <a:pt x="7" y="11"/>
                  </a:cubicBezTo>
                  <a:cubicBezTo>
                    <a:pt x="5" y="10"/>
                    <a:pt x="3" y="7"/>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9" name="Freeform 2955">
              <a:extLst>
                <a:ext uri="{FF2B5EF4-FFF2-40B4-BE49-F238E27FC236}">
                  <a16:creationId xmlns:a16="http://schemas.microsoft.com/office/drawing/2014/main" id="{1B08CB8A-C2B4-414F-5AA6-958C152DBE37}"/>
                </a:ext>
              </a:extLst>
            </p:cNvPr>
            <p:cNvSpPr>
              <a:spLocks/>
            </p:cNvSpPr>
            <p:nvPr/>
          </p:nvSpPr>
          <p:spPr bwMode="auto">
            <a:xfrm rot="5094805">
              <a:off x="1661595" y="1661615"/>
              <a:ext cx="22850" cy="29705"/>
            </a:xfrm>
            <a:custGeom>
              <a:avLst/>
              <a:gdLst>
                <a:gd name="T0" fmla="*/ 9 w 9"/>
                <a:gd name="T1" fmla="*/ 8 h 12"/>
                <a:gd name="T2" fmla="*/ 5 w 9"/>
                <a:gd name="T3" fmla="*/ 12 h 12"/>
                <a:gd name="T4" fmla="*/ 1 w 9"/>
                <a:gd name="T5" fmla="*/ 6 h 12"/>
                <a:gd name="T6" fmla="*/ 3 w 9"/>
                <a:gd name="T7" fmla="*/ 1 h 12"/>
                <a:gd name="T8" fmla="*/ 9 w 9"/>
                <a:gd name="T9" fmla="*/ 8 h 12"/>
              </a:gdLst>
              <a:ahLst/>
              <a:cxnLst>
                <a:cxn ang="0">
                  <a:pos x="T0" y="T1"/>
                </a:cxn>
                <a:cxn ang="0">
                  <a:pos x="T2" y="T3"/>
                </a:cxn>
                <a:cxn ang="0">
                  <a:pos x="T4" y="T5"/>
                </a:cxn>
                <a:cxn ang="0">
                  <a:pos x="T6" y="T7"/>
                </a:cxn>
                <a:cxn ang="0">
                  <a:pos x="T8" y="T9"/>
                </a:cxn>
              </a:cxnLst>
              <a:rect l="0" t="0" r="r" b="b"/>
              <a:pathLst>
                <a:path w="9" h="12">
                  <a:moveTo>
                    <a:pt x="9" y="8"/>
                  </a:moveTo>
                  <a:cubicBezTo>
                    <a:pt x="8" y="9"/>
                    <a:pt x="7" y="12"/>
                    <a:pt x="5" y="12"/>
                  </a:cubicBezTo>
                  <a:cubicBezTo>
                    <a:pt x="4" y="12"/>
                    <a:pt x="1" y="8"/>
                    <a:pt x="1" y="6"/>
                  </a:cubicBezTo>
                  <a:cubicBezTo>
                    <a:pt x="0" y="4"/>
                    <a:pt x="1" y="1"/>
                    <a:pt x="3" y="1"/>
                  </a:cubicBezTo>
                  <a:cubicBezTo>
                    <a:pt x="5" y="0"/>
                    <a:pt x="8" y="3"/>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0" name="Freeform 2956">
              <a:extLst>
                <a:ext uri="{FF2B5EF4-FFF2-40B4-BE49-F238E27FC236}">
                  <a16:creationId xmlns:a16="http://schemas.microsoft.com/office/drawing/2014/main" id="{684A5803-9F1B-6A58-376D-1FC6ABC6E603}"/>
                </a:ext>
              </a:extLst>
            </p:cNvPr>
            <p:cNvSpPr>
              <a:spLocks/>
            </p:cNvSpPr>
            <p:nvPr/>
          </p:nvSpPr>
          <p:spPr bwMode="auto">
            <a:xfrm rot="5094805">
              <a:off x="1706753" y="1461250"/>
              <a:ext cx="27420" cy="27420"/>
            </a:xfrm>
            <a:custGeom>
              <a:avLst/>
              <a:gdLst>
                <a:gd name="T0" fmla="*/ 0 w 11"/>
                <a:gd name="T1" fmla="*/ 2 h 11"/>
                <a:gd name="T2" fmla="*/ 5 w 11"/>
                <a:gd name="T3" fmla="*/ 1 h 11"/>
                <a:gd name="T4" fmla="*/ 10 w 11"/>
                <a:gd name="T5" fmla="*/ 8 h 11"/>
                <a:gd name="T6" fmla="*/ 6 w 11"/>
                <a:gd name="T7" fmla="*/ 11 h 11"/>
                <a:gd name="T8" fmla="*/ 0 w 11"/>
                <a:gd name="T9" fmla="*/ 2 h 11"/>
              </a:gdLst>
              <a:ahLst/>
              <a:cxnLst>
                <a:cxn ang="0">
                  <a:pos x="T0" y="T1"/>
                </a:cxn>
                <a:cxn ang="0">
                  <a:pos x="T2" y="T3"/>
                </a:cxn>
                <a:cxn ang="0">
                  <a:pos x="T4" y="T5"/>
                </a:cxn>
                <a:cxn ang="0">
                  <a:pos x="T6" y="T7"/>
                </a:cxn>
                <a:cxn ang="0">
                  <a:pos x="T8" y="T9"/>
                </a:cxn>
              </a:cxnLst>
              <a:rect l="0" t="0" r="r" b="b"/>
              <a:pathLst>
                <a:path w="11" h="11">
                  <a:moveTo>
                    <a:pt x="0" y="2"/>
                  </a:moveTo>
                  <a:cubicBezTo>
                    <a:pt x="2" y="2"/>
                    <a:pt x="4" y="0"/>
                    <a:pt x="5" y="1"/>
                  </a:cubicBezTo>
                  <a:cubicBezTo>
                    <a:pt x="8" y="1"/>
                    <a:pt x="11" y="6"/>
                    <a:pt x="10" y="8"/>
                  </a:cubicBezTo>
                  <a:cubicBezTo>
                    <a:pt x="10" y="10"/>
                    <a:pt x="8" y="11"/>
                    <a:pt x="6" y="11"/>
                  </a:cubicBezTo>
                  <a:cubicBezTo>
                    <a:pt x="4" y="9"/>
                    <a:pt x="3" y="6"/>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1" name="Freeform 2957">
              <a:extLst>
                <a:ext uri="{FF2B5EF4-FFF2-40B4-BE49-F238E27FC236}">
                  <a16:creationId xmlns:a16="http://schemas.microsoft.com/office/drawing/2014/main" id="{59F022B0-7891-5053-18B1-B2D2F59DE673}"/>
                </a:ext>
              </a:extLst>
            </p:cNvPr>
            <p:cNvSpPr>
              <a:spLocks/>
            </p:cNvSpPr>
            <p:nvPr/>
          </p:nvSpPr>
          <p:spPr bwMode="auto">
            <a:xfrm rot="5094805">
              <a:off x="1769105" y="1261009"/>
              <a:ext cx="20565" cy="25135"/>
            </a:xfrm>
            <a:custGeom>
              <a:avLst/>
              <a:gdLst>
                <a:gd name="T0" fmla="*/ 9 w 9"/>
                <a:gd name="T1" fmla="*/ 8 h 10"/>
                <a:gd name="T2" fmla="*/ 4 w 9"/>
                <a:gd name="T3" fmla="*/ 10 h 10"/>
                <a:gd name="T4" fmla="*/ 0 w 9"/>
                <a:gd name="T5" fmla="*/ 5 h 10"/>
                <a:gd name="T6" fmla="*/ 2 w 9"/>
                <a:gd name="T7" fmla="*/ 1 h 10"/>
                <a:gd name="T8" fmla="*/ 9 w 9"/>
                <a:gd name="T9" fmla="*/ 8 h 10"/>
              </a:gdLst>
              <a:ahLst/>
              <a:cxnLst>
                <a:cxn ang="0">
                  <a:pos x="T0" y="T1"/>
                </a:cxn>
                <a:cxn ang="0">
                  <a:pos x="T2" y="T3"/>
                </a:cxn>
                <a:cxn ang="0">
                  <a:pos x="T4" y="T5"/>
                </a:cxn>
                <a:cxn ang="0">
                  <a:pos x="T6" y="T7"/>
                </a:cxn>
                <a:cxn ang="0">
                  <a:pos x="T8" y="T9"/>
                </a:cxn>
              </a:cxnLst>
              <a:rect l="0" t="0" r="r" b="b"/>
              <a:pathLst>
                <a:path w="9" h="10">
                  <a:moveTo>
                    <a:pt x="9" y="8"/>
                  </a:moveTo>
                  <a:cubicBezTo>
                    <a:pt x="8" y="8"/>
                    <a:pt x="6" y="10"/>
                    <a:pt x="4" y="10"/>
                  </a:cubicBezTo>
                  <a:cubicBezTo>
                    <a:pt x="4" y="10"/>
                    <a:pt x="1" y="6"/>
                    <a:pt x="0" y="5"/>
                  </a:cubicBezTo>
                  <a:cubicBezTo>
                    <a:pt x="0" y="3"/>
                    <a:pt x="1" y="1"/>
                    <a:pt x="2" y="1"/>
                  </a:cubicBezTo>
                  <a:cubicBezTo>
                    <a:pt x="4" y="0"/>
                    <a:pt x="8" y="4"/>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2" name="Freeform 2958">
              <a:extLst>
                <a:ext uri="{FF2B5EF4-FFF2-40B4-BE49-F238E27FC236}">
                  <a16:creationId xmlns:a16="http://schemas.microsoft.com/office/drawing/2014/main" id="{296360CA-8068-660A-40AB-2F70F40AA826}"/>
                </a:ext>
              </a:extLst>
            </p:cNvPr>
            <p:cNvSpPr>
              <a:spLocks/>
            </p:cNvSpPr>
            <p:nvPr/>
          </p:nvSpPr>
          <p:spPr bwMode="auto">
            <a:xfrm rot="5094805">
              <a:off x="1825440" y="1057355"/>
              <a:ext cx="25135" cy="22850"/>
            </a:xfrm>
            <a:custGeom>
              <a:avLst/>
              <a:gdLst>
                <a:gd name="T0" fmla="*/ 6 w 10"/>
                <a:gd name="T1" fmla="*/ 9 h 9"/>
                <a:gd name="T2" fmla="*/ 1 w 10"/>
                <a:gd name="T3" fmla="*/ 2 h 9"/>
                <a:gd name="T4" fmla="*/ 5 w 10"/>
                <a:gd name="T5" fmla="*/ 2 h 9"/>
                <a:gd name="T6" fmla="*/ 10 w 10"/>
                <a:gd name="T7" fmla="*/ 7 h 9"/>
                <a:gd name="T8" fmla="*/ 6 w 10"/>
                <a:gd name="T9" fmla="*/ 9 h 9"/>
              </a:gdLst>
              <a:ahLst/>
              <a:cxnLst>
                <a:cxn ang="0">
                  <a:pos x="T0" y="T1"/>
                </a:cxn>
                <a:cxn ang="0">
                  <a:pos x="T2" y="T3"/>
                </a:cxn>
                <a:cxn ang="0">
                  <a:pos x="T4" y="T5"/>
                </a:cxn>
                <a:cxn ang="0">
                  <a:pos x="T6" y="T7"/>
                </a:cxn>
                <a:cxn ang="0">
                  <a:pos x="T8" y="T9"/>
                </a:cxn>
              </a:cxnLst>
              <a:rect l="0" t="0" r="r" b="b"/>
              <a:pathLst>
                <a:path w="10" h="9">
                  <a:moveTo>
                    <a:pt x="6" y="9"/>
                  </a:moveTo>
                  <a:cubicBezTo>
                    <a:pt x="2" y="7"/>
                    <a:pt x="0" y="4"/>
                    <a:pt x="1" y="2"/>
                  </a:cubicBezTo>
                  <a:cubicBezTo>
                    <a:pt x="1" y="0"/>
                    <a:pt x="3" y="0"/>
                    <a:pt x="5" y="2"/>
                  </a:cubicBezTo>
                  <a:cubicBezTo>
                    <a:pt x="7" y="3"/>
                    <a:pt x="10" y="6"/>
                    <a:pt x="10" y="7"/>
                  </a:cubicBezTo>
                  <a:cubicBezTo>
                    <a:pt x="9" y="8"/>
                    <a:pt x="7" y="9"/>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3" name="Freeform 2959">
              <a:extLst>
                <a:ext uri="{FF2B5EF4-FFF2-40B4-BE49-F238E27FC236}">
                  <a16:creationId xmlns:a16="http://schemas.microsoft.com/office/drawing/2014/main" id="{E28F7639-6F4F-A3DC-BB1B-1224656907CD}"/>
                </a:ext>
              </a:extLst>
            </p:cNvPr>
            <p:cNvSpPr>
              <a:spLocks/>
            </p:cNvSpPr>
            <p:nvPr/>
          </p:nvSpPr>
          <p:spPr bwMode="auto">
            <a:xfrm rot="5094805">
              <a:off x="2024190" y="1310339"/>
              <a:ext cx="25135" cy="13710"/>
            </a:xfrm>
            <a:custGeom>
              <a:avLst/>
              <a:gdLst>
                <a:gd name="T0" fmla="*/ 11 w 11"/>
                <a:gd name="T1" fmla="*/ 4 h 5"/>
                <a:gd name="T2" fmla="*/ 5 w 11"/>
                <a:gd name="T3" fmla="*/ 5 h 5"/>
                <a:gd name="T4" fmla="*/ 0 w 11"/>
                <a:gd name="T5" fmla="*/ 2 h 5"/>
                <a:gd name="T6" fmla="*/ 2 w 11"/>
                <a:gd name="T7" fmla="*/ 0 h 5"/>
                <a:gd name="T8" fmla="*/ 11 w 11"/>
                <a:gd name="T9" fmla="*/ 4 h 5"/>
              </a:gdLst>
              <a:ahLst/>
              <a:cxnLst>
                <a:cxn ang="0">
                  <a:pos x="T0" y="T1"/>
                </a:cxn>
                <a:cxn ang="0">
                  <a:pos x="T2" y="T3"/>
                </a:cxn>
                <a:cxn ang="0">
                  <a:pos x="T4" y="T5"/>
                </a:cxn>
                <a:cxn ang="0">
                  <a:pos x="T6" y="T7"/>
                </a:cxn>
                <a:cxn ang="0">
                  <a:pos x="T8" y="T9"/>
                </a:cxn>
              </a:cxnLst>
              <a:rect l="0" t="0" r="r" b="b"/>
              <a:pathLst>
                <a:path w="11" h="5">
                  <a:moveTo>
                    <a:pt x="11" y="4"/>
                  </a:moveTo>
                  <a:cubicBezTo>
                    <a:pt x="7" y="5"/>
                    <a:pt x="6" y="5"/>
                    <a:pt x="5" y="5"/>
                  </a:cubicBezTo>
                  <a:cubicBezTo>
                    <a:pt x="2" y="5"/>
                    <a:pt x="0" y="4"/>
                    <a:pt x="0" y="2"/>
                  </a:cubicBezTo>
                  <a:cubicBezTo>
                    <a:pt x="0" y="1"/>
                    <a:pt x="1" y="0"/>
                    <a:pt x="2" y="0"/>
                  </a:cubicBezTo>
                  <a:cubicBezTo>
                    <a:pt x="4" y="1"/>
                    <a:pt x="5" y="2"/>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4" name="Freeform 2960">
              <a:extLst>
                <a:ext uri="{FF2B5EF4-FFF2-40B4-BE49-F238E27FC236}">
                  <a16:creationId xmlns:a16="http://schemas.microsoft.com/office/drawing/2014/main" id="{D7EA85F3-A0E5-2858-172E-6FE924E7D62F}"/>
                </a:ext>
              </a:extLst>
            </p:cNvPr>
            <p:cNvSpPr>
              <a:spLocks/>
            </p:cNvSpPr>
            <p:nvPr/>
          </p:nvSpPr>
          <p:spPr bwMode="auto">
            <a:xfrm rot="5094805">
              <a:off x="2005842" y="1501542"/>
              <a:ext cx="18280" cy="18280"/>
            </a:xfrm>
            <a:custGeom>
              <a:avLst/>
              <a:gdLst>
                <a:gd name="T0" fmla="*/ 4 w 7"/>
                <a:gd name="T1" fmla="*/ 7 h 7"/>
                <a:gd name="T2" fmla="*/ 0 w 7"/>
                <a:gd name="T3" fmla="*/ 2 h 7"/>
                <a:gd name="T4" fmla="*/ 3 w 7"/>
                <a:gd name="T5" fmla="*/ 0 h 7"/>
                <a:gd name="T6" fmla="*/ 7 w 7"/>
                <a:gd name="T7" fmla="*/ 4 h 7"/>
                <a:gd name="T8" fmla="*/ 4 w 7"/>
                <a:gd name="T9" fmla="*/ 7 h 7"/>
              </a:gdLst>
              <a:ahLst/>
              <a:cxnLst>
                <a:cxn ang="0">
                  <a:pos x="T0" y="T1"/>
                </a:cxn>
                <a:cxn ang="0">
                  <a:pos x="T2" y="T3"/>
                </a:cxn>
                <a:cxn ang="0">
                  <a:pos x="T4" y="T5"/>
                </a:cxn>
                <a:cxn ang="0">
                  <a:pos x="T6" y="T7"/>
                </a:cxn>
                <a:cxn ang="0">
                  <a:pos x="T8" y="T9"/>
                </a:cxn>
              </a:cxnLst>
              <a:rect l="0" t="0" r="r" b="b"/>
              <a:pathLst>
                <a:path w="7" h="7">
                  <a:moveTo>
                    <a:pt x="4" y="7"/>
                  </a:moveTo>
                  <a:cubicBezTo>
                    <a:pt x="3" y="5"/>
                    <a:pt x="1" y="4"/>
                    <a:pt x="0" y="2"/>
                  </a:cubicBezTo>
                  <a:cubicBezTo>
                    <a:pt x="0" y="2"/>
                    <a:pt x="2" y="0"/>
                    <a:pt x="3" y="0"/>
                  </a:cubicBezTo>
                  <a:cubicBezTo>
                    <a:pt x="5" y="0"/>
                    <a:pt x="7" y="1"/>
                    <a:pt x="7" y="4"/>
                  </a:cubicBezTo>
                  <a:cubicBezTo>
                    <a:pt x="7" y="5"/>
                    <a:pt x="6" y="6"/>
                    <a:pt x="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5" name="Freeform 2961">
              <a:extLst>
                <a:ext uri="{FF2B5EF4-FFF2-40B4-BE49-F238E27FC236}">
                  <a16:creationId xmlns:a16="http://schemas.microsoft.com/office/drawing/2014/main" id="{FD18C2C5-3C09-BA15-21A2-6047D950430E}"/>
                </a:ext>
              </a:extLst>
            </p:cNvPr>
            <p:cNvSpPr>
              <a:spLocks/>
            </p:cNvSpPr>
            <p:nvPr/>
          </p:nvSpPr>
          <p:spPr bwMode="auto">
            <a:xfrm rot="5094805">
              <a:off x="1991586" y="1699699"/>
              <a:ext cx="27420" cy="22850"/>
            </a:xfrm>
            <a:custGeom>
              <a:avLst/>
              <a:gdLst>
                <a:gd name="T0" fmla="*/ 11 w 11"/>
                <a:gd name="T1" fmla="*/ 5 h 9"/>
                <a:gd name="T2" fmla="*/ 5 w 11"/>
                <a:gd name="T3" fmla="*/ 8 h 9"/>
                <a:gd name="T4" fmla="*/ 1 w 11"/>
                <a:gd name="T5" fmla="*/ 4 h 9"/>
                <a:gd name="T6" fmla="*/ 3 w 11"/>
                <a:gd name="T7" fmla="*/ 0 h 9"/>
                <a:gd name="T8" fmla="*/ 11 w 11"/>
                <a:gd name="T9" fmla="*/ 5 h 9"/>
              </a:gdLst>
              <a:ahLst/>
              <a:cxnLst>
                <a:cxn ang="0">
                  <a:pos x="T0" y="T1"/>
                </a:cxn>
                <a:cxn ang="0">
                  <a:pos x="T2" y="T3"/>
                </a:cxn>
                <a:cxn ang="0">
                  <a:pos x="T4" y="T5"/>
                </a:cxn>
                <a:cxn ang="0">
                  <a:pos x="T6" y="T7"/>
                </a:cxn>
                <a:cxn ang="0">
                  <a:pos x="T8" y="T9"/>
                </a:cxn>
              </a:cxnLst>
              <a:rect l="0" t="0" r="r" b="b"/>
              <a:pathLst>
                <a:path w="11" h="9">
                  <a:moveTo>
                    <a:pt x="11" y="5"/>
                  </a:moveTo>
                  <a:cubicBezTo>
                    <a:pt x="8" y="7"/>
                    <a:pt x="7" y="8"/>
                    <a:pt x="5" y="8"/>
                  </a:cubicBezTo>
                  <a:cubicBezTo>
                    <a:pt x="3" y="9"/>
                    <a:pt x="1" y="7"/>
                    <a:pt x="1" y="4"/>
                  </a:cubicBezTo>
                  <a:cubicBezTo>
                    <a:pt x="0" y="3"/>
                    <a:pt x="2" y="0"/>
                    <a:pt x="3" y="0"/>
                  </a:cubicBezTo>
                  <a:cubicBezTo>
                    <a:pt x="4" y="0"/>
                    <a:pt x="6" y="2"/>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6" name="Freeform 2962">
              <a:extLst>
                <a:ext uri="{FF2B5EF4-FFF2-40B4-BE49-F238E27FC236}">
                  <a16:creationId xmlns:a16="http://schemas.microsoft.com/office/drawing/2014/main" id="{10F35486-4F14-49B4-ABBD-B391F3A03B81}"/>
                </a:ext>
              </a:extLst>
            </p:cNvPr>
            <p:cNvSpPr>
              <a:spLocks/>
            </p:cNvSpPr>
            <p:nvPr/>
          </p:nvSpPr>
          <p:spPr bwMode="auto">
            <a:xfrm rot="5094805">
              <a:off x="2001793" y="1889609"/>
              <a:ext cx="18280" cy="27420"/>
            </a:xfrm>
            <a:custGeom>
              <a:avLst/>
              <a:gdLst>
                <a:gd name="T0" fmla="*/ 2 w 8"/>
                <a:gd name="T1" fmla="*/ 0 h 12"/>
                <a:gd name="T2" fmla="*/ 7 w 8"/>
                <a:gd name="T3" fmla="*/ 6 h 12"/>
                <a:gd name="T4" fmla="*/ 5 w 8"/>
                <a:gd name="T5" fmla="*/ 12 h 12"/>
                <a:gd name="T6" fmla="*/ 0 w 8"/>
                <a:gd name="T7" fmla="*/ 6 h 12"/>
                <a:gd name="T8" fmla="*/ 2 w 8"/>
                <a:gd name="T9" fmla="*/ 0 h 12"/>
              </a:gdLst>
              <a:ahLst/>
              <a:cxnLst>
                <a:cxn ang="0">
                  <a:pos x="T0" y="T1"/>
                </a:cxn>
                <a:cxn ang="0">
                  <a:pos x="T2" y="T3"/>
                </a:cxn>
                <a:cxn ang="0">
                  <a:pos x="T4" y="T5"/>
                </a:cxn>
                <a:cxn ang="0">
                  <a:pos x="T6" y="T7"/>
                </a:cxn>
                <a:cxn ang="0">
                  <a:pos x="T8" y="T9"/>
                </a:cxn>
              </a:cxnLst>
              <a:rect l="0" t="0" r="r" b="b"/>
              <a:pathLst>
                <a:path w="8" h="12">
                  <a:moveTo>
                    <a:pt x="2" y="0"/>
                  </a:moveTo>
                  <a:cubicBezTo>
                    <a:pt x="5" y="3"/>
                    <a:pt x="6" y="4"/>
                    <a:pt x="7" y="6"/>
                  </a:cubicBezTo>
                  <a:cubicBezTo>
                    <a:pt x="8" y="8"/>
                    <a:pt x="7" y="12"/>
                    <a:pt x="5" y="12"/>
                  </a:cubicBezTo>
                  <a:cubicBezTo>
                    <a:pt x="3" y="11"/>
                    <a:pt x="0" y="10"/>
                    <a:pt x="0" y="6"/>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7" name="Freeform 2963">
              <a:extLst>
                <a:ext uri="{FF2B5EF4-FFF2-40B4-BE49-F238E27FC236}">
                  <a16:creationId xmlns:a16="http://schemas.microsoft.com/office/drawing/2014/main" id="{EC894E8D-182C-F4CD-8B62-8CA1E903BC24}"/>
                </a:ext>
              </a:extLst>
            </p:cNvPr>
            <p:cNvSpPr>
              <a:spLocks/>
            </p:cNvSpPr>
            <p:nvPr/>
          </p:nvSpPr>
          <p:spPr bwMode="auto">
            <a:xfrm rot="5094805">
              <a:off x="2022524" y="2081515"/>
              <a:ext cx="20565" cy="31990"/>
            </a:xfrm>
            <a:custGeom>
              <a:avLst/>
              <a:gdLst>
                <a:gd name="T0" fmla="*/ 1 w 8"/>
                <a:gd name="T1" fmla="*/ 0 h 13"/>
                <a:gd name="T2" fmla="*/ 7 w 8"/>
                <a:gd name="T3" fmla="*/ 6 h 13"/>
                <a:gd name="T4" fmla="*/ 5 w 8"/>
                <a:gd name="T5" fmla="*/ 13 h 13"/>
                <a:gd name="T6" fmla="*/ 0 w 8"/>
                <a:gd name="T7" fmla="*/ 7 h 13"/>
                <a:gd name="T8" fmla="*/ 1 w 8"/>
                <a:gd name="T9" fmla="*/ 0 h 13"/>
              </a:gdLst>
              <a:ahLst/>
              <a:cxnLst>
                <a:cxn ang="0">
                  <a:pos x="T0" y="T1"/>
                </a:cxn>
                <a:cxn ang="0">
                  <a:pos x="T2" y="T3"/>
                </a:cxn>
                <a:cxn ang="0">
                  <a:pos x="T4" y="T5"/>
                </a:cxn>
                <a:cxn ang="0">
                  <a:pos x="T6" y="T7"/>
                </a:cxn>
                <a:cxn ang="0">
                  <a:pos x="T8" y="T9"/>
                </a:cxn>
              </a:cxnLst>
              <a:rect l="0" t="0" r="r" b="b"/>
              <a:pathLst>
                <a:path w="8" h="13">
                  <a:moveTo>
                    <a:pt x="1" y="0"/>
                  </a:moveTo>
                  <a:cubicBezTo>
                    <a:pt x="4" y="3"/>
                    <a:pt x="6" y="4"/>
                    <a:pt x="7" y="6"/>
                  </a:cubicBezTo>
                  <a:cubicBezTo>
                    <a:pt x="8" y="8"/>
                    <a:pt x="7" y="13"/>
                    <a:pt x="5" y="13"/>
                  </a:cubicBezTo>
                  <a:cubicBezTo>
                    <a:pt x="2" y="13"/>
                    <a:pt x="0" y="12"/>
                    <a:pt x="0" y="7"/>
                  </a:cubicBezTo>
                  <a:cubicBezTo>
                    <a:pt x="0" y="5"/>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8" name="Freeform 2964">
              <a:extLst>
                <a:ext uri="{FF2B5EF4-FFF2-40B4-BE49-F238E27FC236}">
                  <a16:creationId xmlns:a16="http://schemas.microsoft.com/office/drawing/2014/main" id="{9B0A3F9F-43A2-93D4-8FE3-468C8926F78C}"/>
                </a:ext>
              </a:extLst>
            </p:cNvPr>
            <p:cNvSpPr>
              <a:spLocks/>
            </p:cNvSpPr>
            <p:nvPr/>
          </p:nvSpPr>
          <p:spPr bwMode="auto">
            <a:xfrm rot="5094805">
              <a:off x="2056911" y="2274490"/>
              <a:ext cx="22850" cy="31990"/>
            </a:xfrm>
            <a:custGeom>
              <a:avLst/>
              <a:gdLst>
                <a:gd name="T0" fmla="*/ 9 w 9"/>
                <a:gd name="T1" fmla="*/ 4 h 13"/>
                <a:gd name="T2" fmla="*/ 4 w 9"/>
                <a:gd name="T3" fmla="*/ 12 h 13"/>
                <a:gd name="T4" fmla="*/ 0 w 9"/>
                <a:gd name="T5" fmla="*/ 7 h 13"/>
                <a:gd name="T6" fmla="*/ 4 w 9"/>
                <a:gd name="T7" fmla="*/ 1 h 13"/>
                <a:gd name="T8" fmla="*/ 9 w 9"/>
                <a:gd name="T9" fmla="*/ 4 h 13"/>
              </a:gdLst>
              <a:ahLst/>
              <a:cxnLst>
                <a:cxn ang="0">
                  <a:pos x="T0" y="T1"/>
                </a:cxn>
                <a:cxn ang="0">
                  <a:pos x="T2" y="T3"/>
                </a:cxn>
                <a:cxn ang="0">
                  <a:pos x="T4" y="T5"/>
                </a:cxn>
                <a:cxn ang="0">
                  <a:pos x="T6" y="T7"/>
                </a:cxn>
                <a:cxn ang="0">
                  <a:pos x="T8" y="T9"/>
                </a:cxn>
              </a:cxnLst>
              <a:rect l="0" t="0" r="r" b="b"/>
              <a:pathLst>
                <a:path w="9" h="13">
                  <a:moveTo>
                    <a:pt x="9" y="4"/>
                  </a:moveTo>
                  <a:cubicBezTo>
                    <a:pt x="6" y="9"/>
                    <a:pt x="6" y="12"/>
                    <a:pt x="4" y="12"/>
                  </a:cubicBezTo>
                  <a:cubicBezTo>
                    <a:pt x="2" y="13"/>
                    <a:pt x="0" y="12"/>
                    <a:pt x="0" y="7"/>
                  </a:cubicBezTo>
                  <a:cubicBezTo>
                    <a:pt x="0" y="2"/>
                    <a:pt x="1" y="0"/>
                    <a:pt x="4" y="1"/>
                  </a:cubicBezTo>
                  <a:cubicBezTo>
                    <a:pt x="5" y="1"/>
                    <a:pt x="7" y="3"/>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9" name="Freeform 2965">
              <a:extLst>
                <a:ext uri="{FF2B5EF4-FFF2-40B4-BE49-F238E27FC236}">
                  <a16:creationId xmlns:a16="http://schemas.microsoft.com/office/drawing/2014/main" id="{D30B3EFA-76ED-2A02-1D49-54E81B534105}"/>
                </a:ext>
              </a:extLst>
            </p:cNvPr>
            <p:cNvSpPr>
              <a:spLocks/>
            </p:cNvSpPr>
            <p:nvPr/>
          </p:nvSpPr>
          <p:spPr bwMode="auto">
            <a:xfrm rot="5094805">
              <a:off x="2096794" y="2463743"/>
              <a:ext cx="20565" cy="34275"/>
            </a:xfrm>
            <a:custGeom>
              <a:avLst/>
              <a:gdLst>
                <a:gd name="T0" fmla="*/ 9 w 9"/>
                <a:gd name="T1" fmla="*/ 4 h 14"/>
                <a:gd name="T2" fmla="*/ 6 w 9"/>
                <a:gd name="T3" fmla="*/ 12 h 14"/>
                <a:gd name="T4" fmla="*/ 1 w 9"/>
                <a:gd name="T5" fmla="*/ 7 h 14"/>
                <a:gd name="T6" fmla="*/ 2 w 9"/>
                <a:gd name="T7" fmla="*/ 1 h 14"/>
                <a:gd name="T8" fmla="*/ 9 w 9"/>
                <a:gd name="T9" fmla="*/ 4 h 14"/>
              </a:gdLst>
              <a:ahLst/>
              <a:cxnLst>
                <a:cxn ang="0">
                  <a:pos x="T0" y="T1"/>
                </a:cxn>
                <a:cxn ang="0">
                  <a:pos x="T2" y="T3"/>
                </a:cxn>
                <a:cxn ang="0">
                  <a:pos x="T4" y="T5"/>
                </a:cxn>
                <a:cxn ang="0">
                  <a:pos x="T6" y="T7"/>
                </a:cxn>
                <a:cxn ang="0">
                  <a:pos x="T8" y="T9"/>
                </a:cxn>
              </a:cxnLst>
              <a:rect l="0" t="0" r="r" b="b"/>
              <a:pathLst>
                <a:path w="9" h="14">
                  <a:moveTo>
                    <a:pt x="9" y="4"/>
                  </a:moveTo>
                  <a:cubicBezTo>
                    <a:pt x="7" y="8"/>
                    <a:pt x="7" y="11"/>
                    <a:pt x="6" y="12"/>
                  </a:cubicBezTo>
                  <a:cubicBezTo>
                    <a:pt x="4" y="14"/>
                    <a:pt x="1" y="12"/>
                    <a:pt x="1" y="7"/>
                  </a:cubicBezTo>
                  <a:cubicBezTo>
                    <a:pt x="0" y="5"/>
                    <a:pt x="1" y="1"/>
                    <a:pt x="2" y="1"/>
                  </a:cubicBezTo>
                  <a:cubicBezTo>
                    <a:pt x="4" y="0"/>
                    <a:pt x="6" y="2"/>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0" name="Freeform 2966">
              <a:extLst>
                <a:ext uri="{FF2B5EF4-FFF2-40B4-BE49-F238E27FC236}">
                  <a16:creationId xmlns:a16="http://schemas.microsoft.com/office/drawing/2014/main" id="{3C686898-6F59-1CFF-81FE-E87A5F149377}"/>
                </a:ext>
              </a:extLst>
            </p:cNvPr>
            <p:cNvSpPr>
              <a:spLocks/>
            </p:cNvSpPr>
            <p:nvPr/>
          </p:nvSpPr>
          <p:spPr bwMode="auto">
            <a:xfrm rot="5094805">
              <a:off x="2105112" y="2660288"/>
              <a:ext cx="20565" cy="34275"/>
            </a:xfrm>
            <a:custGeom>
              <a:avLst/>
              <a:gdLst>
                <a:gd name="T0" fmla="*/ 8 w 8"/>
                <a:gd name="T1" fmla="*/ 5 h 14"/>
                <a:gd name="T2" fmla="*/ 5 w 8"/>
                <a:gd name="T3" fmla="*/ 13 h 14"/>
                <a:gd name="T4" fmla="*/ 0 w 8"/>
                <a:gd name="T5" fmla="*/ 7 h 14"/>
                <a:gd name="T6" fmla="*/ 2 w 8"/>
                <a:gd name="T7" fmla="*/ 0 h 14"/>
                <a:gd name="T8" fmla="*/ 8 w 8"/>
                <a:gd name="T9" fmla="*/ 5 h 14"/>
              </a:gdLst>
              <a:ahLst/>
              <a:cxnLst>
                <a:cxn ang="0">
                  <a:pos x="T0" y="T1"/>
                </a:cxn>
                <a:cxn ang="0">
                  <a:pos x="T2" y="T3"/>
                </a:cxn>
                <a:cxn ang="0">
                  <a:pos x="T4" y="T5"/>
                </a:cxn>
                <a:cxn ang="0">
                  <a:pos x="T6" y="T7"/>
                </a:cxn>
                <a:cxn ang="0">
                  <a:pos x="T8" y="T9"/>
                </a:cxn>
              </a:cxnLst>
              <a:rect l="0" t="0" r="r" b="b"/>
              <a:pathLst>
                <a:path w="8" h="14">
                  <a:moveTo>
                    <a:pt x="8" y="5"/>
                  </a:moveTo>
                  <a:cubicBezTo>
                    <a:pt x="7" y="9"/>
                    <a:pt x="6" y="12"/>
                    <a:pt x="5" y="13"/>
                  </a:cubicBezTo>
                  <a:cubicBezTo>
                    <a:pt x="3" y="14"/>
                    <a:pt x="1" y="12"/>
                    <a:pt x="0" y="7"/>
                  </a:cubicBezTo>
                  <a:cubicBezTo>
                    <a:pt x="0" y="5"/>
                    <a:pt x="1" y="0"/>
                    <a:pt x="2" y="0"/>
                  </a:cubicBezTo>
                  <a:cubicBezTo>
                    <a:pt x="3" y="0"/>
                    <a:pt x="5" y="3"/>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1" name="Freeform 2967">
              <a:extLst>
                <a:ext uri="{FF2B5EF4-FFF2-40B4-BE49-F238E27FC236}">
                  <a16:creationId xmlns:a16="http://schemas.microsoft.com/office/drawing/2014/main" id="{B2ABA4BF-1AB7-1CAC-CF5F-8A4174021955}"/>
                </a:ext>
              </a:extLst>
            </p:cNvPr>
            <p:cNvSpPr>
              <a:spLocks/>
            </p:cNvSpPr>
            <p:nvPr/>
          </p:nvSpPr>
          <p:spPr bwMode="auto">
            <a:xfrm rot="5094805">
              <a:off x="2093053" y="2854182"/>
              <a:ext cx="18280" cy="45700"/>
            </a:xfrm>
            <a:custGeom>
              <a:avLst/>
              <a:gdLst>
                <a:gd name="T0" fmla="*/ 3 w 8"/>
                <a:gd name="T1" fmla="*/ 0 h 18"/>
                <a:gd name="T2" fmla="*/ 7 w 8"/>
                <a:gd name="T3" fmla="*/ 10 h 18"/>
                <a:gd name="T4" fmla="*/ 4 w 8"/>
                <a:gd name="T5" fmla="*/ 16 h 18"/>
                <a:gd name="T6" fmla="*/ 0 w 8"/>
                <a:gd name="T7" fmla="*/ 10 h 18"/>
                <a:gd name="T8" fmla="*/ 3 w 8"/>
                <a:gd name="T9" fmla="*/ 0 h 18"/>
              </a:gdLst>
              <a:ahLst/>
              <a:cxnLst>
                <a:cxn ang="0">
                  <a:pos x="T0" y="T1"/>
                </a:cxn>
                <a:cxn ang="0">
                  <a:pos x="T2" y="T3"/>
                </a:cxn>
                <a:cxn ang="0">
                  <a:pos x="T4" y="T5"/>
                </a:cxn>
                <a:cxn ang="0">
                  <a:pos x="T6" y="T7"/>
                </a:cxn>
                <a:cxn ang="0">
                  <a:pos x="T8" y="T9"/>
                </a:cxn>
              </a:cxnLst>
              <a:rect l="0" t="0" r="r" b="b"/>
              <a:pathLst>
                <a:path w="8" h="18">
                  <a:moveTo>
                    <a:pt x="3" y="0"/>
                  </a:moveTo>
                  <a:cubicBezTo>
                    <a:pt x="5" y="5"/>
                    <a:pt x="7" y="7"/>
                    <a:pt x="7" y="10"/>
                  </a:cubicBezTo>
                  <a:cubicBezTo>
                    <a:pt x="8" y="16"/>
                    <a:pt x="6" y="18"/>
                    <a:pt x="4" y="16"/>
                  </a:cubicBezTo>
                  <a:cubicBezTo>
                    <a:pt x="3" y="15"/>
                    <a:pt x="0" y="11"/>
                    <a:pt x="0" y="10"/>
                  </a:cubicBezTo>
                  <a:cubicBezTo>
                    <a:pt x="1"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2" name="Freeform 2968">
              <a:extLst>
                <a:ext uri="{FF2B5EF4-FFF2-40B4-BE49-F238E27FC236}">
                  <a16:creationId xmlns:a16="http://schemas.microsoft.com/office/drawing/2014/main" id="{23A584EF-A0FF-E0A8-F280-2A7EBE13E93C}"/>
                </a:ext>
              </a:extLst>
            </p:cNvPr>
            <p:cNvSpPr>
              <a:spLocks/>
            </p:cNvSpPr>
            <p:nvPr/>
          </p:nvSpPr>
          <p:spPr bwMode="auto">
            <a:xfrm rot="5094805">
              <a:off x="2067435" y="3058327"/>
              <a:ext cx="18280" cy="41130"/>
            </a:xfrm>
            <a:custGeom>
              <a:avLst/>
              <a:gdLst>
                <a:gd name="T0" fmla="*/ 3 w 7"/>
                <a:gd name="T1" fmla="*/ 0 h 17"/>
                <a:gd name="T2" fmla="*/ 7 w 7"/>
                <a:gd name="T3" fmla="*/ 10 h 17"/>
                <a:gd name="T4" fmla="*/ 3 w 7"/>
                <a:gd name="T5" fmla="*/ 16 h 17"/>
                <a:gd name="T6" fmla="*/ 0 w 7"/>
                <a:gd name="T7" fmla="*/ 9 h 17"/>
                <a:gd name="T8" fmla="*/ 3 w 7"/>
                <a:gd name="T9" fmla="*/ 0 h 17"/>
              </a:gdLst>
              <a:ahLst/>
              <a:cxnLst>
                <a:cxn ang="0">
                  <a:pos x="T0" y="T1"/>
                </a:cxn>
                <a:cxn ang="0">
                  <a:pos x="T2" y="T3"/>
                </a:cxn>
                <a:cxn ang="0">
                  <a:pos x="T4" y="T5"/>
                </a:cxn>
                <a:cxn ang="0">
                  <a:pos x="T6" y="T7"/>
                </a:cxn>
                <a:cxn ang="0">
                  <a:pos x="T8" y="T9"/>
                </a:cxn>
              </a:cxnLst>
              <a:rect l="0" t="0" r="r" b="b"/>
              <a:pathLst>
                <a:path w="7" h="17">
                  <a:moveTo>
                    <a:pt x="3" y="0"/>
                  </a:moveTo>
                  <a:cubicBezTo>
                    <a:pt x="5" y="5"/>
                    <a:pt x="6" y="7"/>
                    <a:pt x="7" y="10"/>
                  </a:cubicBezTo>
                  <a:cubicBezTo>
                    <a:pt x="7" y="16"/>
                    <a:pt x="6" y="17"/>
                    <a:pt x="3" y="16"/>
                  </a:cubicBezTo>
                  <a:cubicBezTo>
                    <a:pt x="2" y="15"/>
                    <a:pt x="0" y="10"/>
                    <a:pt x="0" y="9"/>
                  </a:cubicBezTo>
                  <a:cubicBezTo>
                    <a:pt x="0" y="6"/>
                    <a:pt x="1"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3" name="Freeform 2969">
              <a:extLst>
                <a:ext uri="{FF2B5EF4-FFF2-40B4-BE49-F238E27FC236}">
                  <a16:creationId xmlns:a16="http://schemas.microsoft.com/office/drawing/2014/main" id="{8F48F845-9603-8926-34C0-884752DDD073}"/>
                </a:ext>
              </a:extLst>
            </p:cNvPr>
            <p:cNvSpPr>
              <a:spLocks/>
            </p:cNvSpPr>
            <p:nvPr/>
          </p:nvSpPr>
          <p:spPr bwMode="auto">
            <a:xfrm rot="5094805">
              <a:off x="2036311" y="3265991"/>
              <a:ext cx="27420" cy="34275"/>
            </a:xfrm>
            <a:custGeom>
              <a:avLst/>
              <a:gdLst>
                <a:gd name="T0" fmla="*/ 11 w 11"/>
                <a:gd name="T1" fmla="*/ 8 h 14"/>
                <a:gd name="T2" fmla="*/ 5 w 11"/>
                <a:gd name="T3" fmla="*/ 13 h 14"/>
                <a:gd name="T4" fmla="*/ 0 w 11"/>
                <a:gd name="T5" fmla="*/ 6 h 14"/>
                <a:gd name="T6" fmla="*/ 2 w 11"/>
                <a:gd name="T7" fmla="*/ 0 h 14"/>
                <a:gd name="T8" fmla="*/ 11 w 11"/>
                <a:gd name="T9" fmla="*/ 8 h 14"/>
              </a:gdLst>
              <a:ahLst/>
              <a:cxnLst>
                <a:cxn ang="0">
                  <a:pos x="T0" y="T1"/>
                </a:cxn>
                <a:cxn ang="0">
                  <a:pos x="T2" y="T3"/>
                </a:cxn>
                <a:cxn ang="0">
                  <a:pos x="T4" y="T5"/>
                </a:cxn>
                <a:cxn ang="0">
                  <a:pos x="T6" y="T7"/>
                </a:cxn>
                <a:cxn ang="0">
                  <a:pos x="T8" y="T9"/>
                </a:cxn>
              </a:cxnLst>
              <a:rect l="0" t="0" r="r" b="b"/>
              <a:pathLst>
                <a:path w="11" h="14">
                  <a:moveTo>
                    <a:pt x="11" y="8"/>
                  </a:moveTo>
                  <a:cubicBezTo>
                    <a:pt x="8" y="11"/>
                    <a:pt x="7" y="13"/>
                    <a:pt x="5" y="13"/>
                  </a:cubicBezTo>
                  <a:cubicBezTo>
                    <a:pt x="3" y="14"/>
                    <a:pt x="1" y="12"/>
                    <a:pt x="0" y="6"/>
                  </a:cubicBezTo>
                  <a:cubicBezTo>
                    <a:pt x="0" y="4"/>
                    <a:pt x="1" y="0"/>
                    <a:pt x="2" y="0"/>
                  </a:cubicBezTo>
                  <a:cubicBezTo>
                    <a:pt x="4" y="0"/>
                    <a:pt x="6" y="3"/>
                    <a:pt x="1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4" name="Freeform 2970">
              <a:extLst>
                <a:ext uri="{FF2B5EF4-FFF2-40B4-BE49-F238E27FC236}">
                  <a16:creationId xmlns:a16="http://schemas.microsoft.com/office/drawing/2014/main" id="{CB2CA04B-ECB4-FF8D-F68A-AD7A36CBD7DE}"/>
                </a:ext>
              </a:extLst>
            </p:cNvPr>
            <p:cNvSpPr>
              <a:spLocks/>
            </p:cNvSpPr>
            <p:nvPr/>
          </p:nvSpPr>
          <p:spPr bwMode="auto">
            <a:xfrm rot="5094805">
              <a:off x="2024551" y="3468910"/>
              <a:ext cx="27420" cy="34275"/>
            </a:xfrm>
            <a:custGeom>
              <a:avLst/>
              <a:gdLst>
                <a:gd name="T0" fmla="*/ 11 w 11"/>
                <a:gd name="T1" fmla="*/ 7 h 14"/>
                <a:gd name="T2" fmla="*/ 5 w 11"/>
                <a:gd name="T3" fmla="*/ 13 h 14"/>
                <a:gd name="T4" fmla="*/ 0 w 11"/>
                <a:gd name="T5" fmla="*/ 6 h 14"/>
                <a:gd name="T6" fmla="*/ 2 w 11"/>
                <a:gd name="T7" fmla="*/ 0 h 14"/>
                <a:gd name="T8" fmla="*/ 11 w 11"/>
                <a:gd name="T9" fmla="*/ 7 h 14"/>
              </a:gdLst>
              <a:ahLst/>
              <a:cxnLst>
                <a:cxn ang="0">
                  <a:pos x="T0" y="T1"/>
                </a:cxn>
                <a:cxn ang="0">
                  <a:pos x="T2" y="T3"/>
                </a:cxn>
                <a:cxn ang="0">
                  <a:pos x="T4" y="T5"/>
                </a:cxn>
                <a:cxn ang="0">
                  <a:pos x="T6" y="T7"/>
                </a:cxn>
                <a:cxn ang="0">
                  <a:pos x="T8" y="T9"/>
                </a:cxn>
              </a:cxnLst>
              <a:rect l="0" t="0" r="r" b="b"/>
              <a:pathLst>
                <a:path w="11" h="14">
                  <a:moveTo>
                    <a:pt x="11" y="7"/>
                  </a:moveTo>
                  <a:cubicBezTo>
                    <a:pt x="7" y="10"/>
                    <a:pt x="6" y="12"/>
                    <a:pt x="5" y="13"/>
                  </a:cubicBezTo>
                  <a:cubicBezTo>
                    <a:pt x="2" y="14"/>
                    <a:pt x="0" y="11"/>
                    <a:pt x="0" y="6"/>
                  </a:cubicBezTo>
                  <a:cubicBezTo>
                    <a:pt x="0" y="4"/>
                    <a:pt x="1" y="0"/>
                    <a:pt x="2" y="0"/>
                  </a:cubicBezTo>
                  <a:cubicBezTo>
                    <a:pt x="3" y="0"/>
                    <a:pt x="5" y="2"/>
                    <a:pt x="1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5" name="Freeform 2971">
              <a:extLst>
                <a:ext uri="{FF2B5EF4-FFF2-40B4-BE49-F238E27FC236}">
                  <a16:creationId xmlns:a16="http://schemas.microsoft.com/office/drawing/2014/main" id="{2CD72C55-C925-8FC4-7613-33AD50F3A9D1}"/>
                </a:ext>
              </a:extLst>
            </p:cNvPr>
            <p:cNvSpPr>
              <a:spLocks/>
            </p:cNvSpPr>
            <p:nvPr/>
          </p:nvSpPr>
          <p:spPr bwMode="auto">
            <a:xfrm rot="5094805">
              <a:off x="2041577" y="3660295"/>
              <a:ext cx="22850" cy="34275"/>
            </a:xfrm>
            <a:custGeom>
              <a:avLst/>
              <a:gdLst>
                <a:gd name="T0" fmla="*/ 9 w 9"/>
                <a:gd name="T1" fmla="*/ 3 h 14"/>
                <a:gd name="T2" fmla="*/ 6 w 9"/>
                <a:gd name="T3" fmla="*/ 12 h 14"/>
                <a:gd name="T4" fmla="*/ 1 w 9"/>
                <a:gd name="T5" fmla="*/ 7 h 14"/>
                <a:gd name="T6" fmla="*/ 2 w 9"/>
                <a:gd name="T7" fmla="*/ 0 h 14"/>
                <a:gd name="T8" fmla="*/ 9 w 9"/>
                <a:gd name="T9" fmla="*/ 3 h 14"/>
              </a:gdLst>
              <a:ahLst/>
              <a:cxnLst>
                <a:cxn ang="0">
                  <a:pos x="T0" y="T1"/>
                </a:cxn>
                <a:cxn ang="0">
                  <a:pos x="T2" y="T3"/>
                </a:cxn>
                <a:cxn ang="0">
                  <a:pos x="T4" y="T5"/>
                </a:cxn>
                <a:cxn ang="0">
                  <a:pos x="T6" y="T7"/>
                </a:cxn>
                <a:cxn ang="0">
                  <a:pos x="T8" y="T9"/>
                </a:cxn>
              </a:cxnLst>
              <a:rect l="0" t="0" r="r" b="b"/>
              <a:pathLst>
                <a:path w="9" h="14">
                  <a:moveTo>
                    <a:pt x="9" y="3"/>
                  </a:moveTo>
                  <a:cubicBezTo>
                    <a:pt x="7" y="8"/>
                    <a:pt x="7" y="11"/>
                    <a:pt x="6" y="12"/>
                  </a:cubicBezTo>
                  <a:cubicBezTo>
                    <a:pt x="3" y="14"/>
                    <a:pt x="1" y="11"/>
                    <a:pt x="1" y="7"/>
                  </a:cubicBezTo>
                  <a:cubicBezTo>
                    <a:pt x="0" y="5"/>
                    <a:pt x="1" y="0"/>
                    <a:pt x="2" y="0"/>
                  </a:cubicBezTo>
                  <a:cubicBezTo>
                    <a:pt x="4" y="0"/>
                    <a:pt x="6"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6" name="Freeform 2972">
              <a:extLst>
                <a:ext uri="{FF2B5EF4-FFF2-40B4-BE49-F238E27FC236}">
                  <a16:creationId xmlns:a16="http://schemas.microsoft.com/office/drawing/2014/main" id="{29CB52F4-0583-19ED-14DE-F988A6099DB6}"/>
                </a:ext>
              </a:extLst>
            </p:cNvPr>
            <p:cNvSpPr>
              <a:spLocks/>
            </p:cNvSpPr>
            <p:nvPr/>
          </p:nvSpPr>
          <p:spPr bwMode="auto">
            <a:xfrm rot="5094805">
              <a:off x="2100912" y="3853635"/>
              <a:ext cx="18280" cy="27420"/>
            </a:xfrm>
            <a:custGeom>
              <a:avLst/>
              <a:gdLst>
                <a:gd name="T0" fmla="*/ 8 w 8"/>
                <a:gd name="T1" fmla="*/ 1 h 11"/>
                <a:gd name="T2" fmla="*/ 6 w 8"/>
                <a:gd name="T3" fmla="*/ 11 h 11"/>
                <a:gd name="T4" fmla="*/ 0 w 8"/>
                <a:gd name="T5" fmla="*/ 8 h 11"/>
                <a:gd name="T6" fmla="*/ 2 w 8"/>
                <a:gd name="T7" fmla="*/ 1 h 11"/>
                <a:gd name="T8" fmla="*/ 8 w 8"/>
                <a:gd name="T9" fmla="*/ 1 h 11"/>
              </a:gdLst>
              <a:ahLst/>
              <a:cxnLst>
                <a:cxn ang="0">
                  <a:pos x="T0" y="T1"/>
                </a:cxn>
                <a:cxn ang="0">
                  <a:pos x="T2" y="T3"/>
                </a:cxn>
                <a:cxn ang="0">
                  <a:pos x="T4" y="T5"/>
                </a:cxn>
                <a:cxn ang="0">
                  <a:pos x="T6" y="T7"/>
                </a:cxn>
                <a:cxn ang="0">
                  <a:pos x="T8" y="T9"/>
                </a:cxn>
              </a:cxnLst>
              <a:rect l="0" t="0" r="r" b="b"/>
              <a:pathLst>
                <a:path w="8" h="11">
                  <a:moveTo>
                    <a:pt x="8" y="1"/>
                  </a:moveTo>
                  <a:cubicBezTo>
                    <a:pt x="7" y="6"/>
                    <a:pt x="6" y="11"/>
                    <a:pt x="6" y="11"/>
                  </a:cubicBezTo>
                  <a:cubicBezTo>
                    <a:pt x="4" y="11"/>
                    <a:pt x="2" y="9"/>
                    <a:pt x="0" y="8"/>
                  </a:cubicBezTo>
                  <a:cubicBezTo>
                    <a:pt x="1" y="6"/>
                    <a:pt x="1" y="1"/>
                    <a:pt x="2" y="1"/>
                  </a:cubicBezTo>
                  <a:cubicBezTo>
                    <a:pt x="3" y="0"/>
                    <a:pt x="5" y="1"/>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7" name="Freeform 2973">
              <a:extLst>
                <a:ext uri="{FF2B5EF4-FFF2-40B4-BE49-F238E27FC236}">
                  <a16:creationId xmlns:a16="http://schemas.microsoft.com/office/drawing/2014/main" id="{05B4F3C3-9BE9-72CD-20D0-B69FD9D97CBF}"/>
                </a:ext>
              </a:extLst>
            </p:cNvPr>
            <p:cNvSpPr>
              <a:spLocks/>
            </p:cNvSpPr>
            <p:nvPr/>
          </p:nvSpPr>
          <p:spPr bwMode="auto">
            <a:xfrm rot="5094805">
              <a:off x="2047436" y="1108788"/>
              <a:ext cx="22850" cy="11425"/>
            </a:xfrm>
            <a:custGeom>
              <a:avLst/>
              <a:gdLst>
                <a:gd name="T0" fmla="*/ 9 w 9"/>
                <a:gd name="T1" fmla="*/ 3 h 5"/>
                <a:gd name="T2" fmla="*/ 5 w 9"/>
                <a:gd name="T3" fmla="*/ 5 h 5"/>
                <a:gd name="T4" fmla="*/ 1 w 9"/>
                <a:gd name="T5" fmla="*/ 2 h 5"/>
                <a:gd name="T6" fmla="*/ 3 w 9"/>
                <a:gd name="T7" fmla="*/ 0 h 5"/>
                <a:gd name="T8" fmla="*/ 9 w 9"/>
                <a:gd name="T9" fmla="*/ 3 h 5"/>
              </a:gdLst>
              <a:ahLst/>
              <a:cxnLst>
                <a:cxn ang="0">
                  <a:pos x="T0" y="T1"/>
                </a:cxn>
                <a:cxn ang="0">
                  <a:pos x="T2" y="T3"/>
                </a:cxn>
                <a:cxn ang="0">
                  <a:pos x="T4" y="T5"/>
                </a:cxn>
                <a:cxn ang="0">
                  <a:pos x="T6" y="T7"/>
                </a:cxn>
                <a:cxn ang="0">
                  <a:pos x="T8" y="T9"/>
                </a:cxn>
              </a:cxnLst>
              <a:rect l="0" t="0" r="r" b="b"/>
              <a:pathLst>
                <a:path w="9" h="5">
                  <a:moveTo>
                    <a:pt x="9" y="3"/>
                  </a:moveTo>
                  <a:cubicBezTo>
                    <a:pt x="7" y="4"/>
                    <a:pt x="7" y="5"/>
                    <a:pt x="5" y="5"/>
                  </a:cubicBezTo>
                  <a:cubicBezTo>
                    <a:pt x="3" y="5"/>
                    <a:pt x="1" y="4"/>
                    <a:pt x="1" y="2"/>
                  </a:cubicBezTo>
                  <a:cubicBezTo>
                    <a:pt x="0" y="1"/>
                    <a:pt x="2" y="0"/>
                    <a:pt x="3" y="0"/>
                  </a:cubicBezTo>
                  <a:cubicBezTo>
                    <a:pt x="4" y="0"/>
                    <a:pt x="6"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8" name="Freeform 2974">
              <a:extLst>
                <a:ext uri="{FF2B5EF4-FFF2-40B4-BE49-F238E27FC236}">
                  <a16:creationId xmlns:a16="http://schemas.microsoft.com/office/drawing/2014/main" id="{D53A26A6-A93A-8062-AF18-72B612B495E3}"/>
                </a:ext>
              </a:extLst>
            </p:cNvPr>
            <p:cNvSpPr>
              <a:spLocks/>
            </p:cNvSpPr>
            <p:nvPr/>
          </p:nvSpPr>
          <p:spPr bwMode="auto">
            <a:xfrm rot="5094805">
              <a:off x="2066632" y="912089"/>
              <a:ext cx="22850" cy="11425"/>
            </a:xfrm>
            <a:custGeom>
              <a:avLst/>
              <a:gdLst>
                <a:gd name="T0" fmla="*/ 9 w 9"/>
                <a:gd name="T1" fmla="*/ 3 h 5"/>
                <a:gd name="T2" fmla="*/ 5 w 9"/>
                <a:gd name="T3" fmla="*/ 4 h 5"/>
                <a:gd name="T4" fmla="*/ 1 w 9"/>
                <a:gd name="T5" fmla="*/ 2 h 5"/>
                <a:gd name="T6" fmla="*/ 2 w 9"/>
                <a:gd name="T7" fmla="*/ 0 h 5"/>
                <a:gd name="T8" fmla="*/ 9 w 9"/>
                <a:gd name="T9" fmla="*/ 3 h 5"/>
              </a:gdLst>
              <a:ahLst/>
              <a:cxnLst>
                <a:cxn ang="0">
                  <a:pos x="T0" y="T1"/>
                </a:cxn>
                <a:cxn ang="0">
                  <a:pos x="T2" y="T3"/>
                </a:cxn>
                <a:cxn ang="0">
                  <a:pos x="T4" y="T5"/>
                </a:cxn>
                <a:cxn ang="0">
                  <a:pos x="T6" y="T7"/>
                </a:cxn>
                <a:cxn ang="0">
                  <a:pos x="T8" y="T9"/>
                </a:cxn>
              </a:cxnLst>
              <a:rect l="0" t="0" r="r" b="b"/>
              <a:pathLst>
                <a:path w="9" h="5">
                  <a:moveTo>
                    <a:pt x="9" y="3"/>
                  </a:moveTo>
                  <a:cubicBezTo>
                    <a:pt x="7" y="3"/>
                    <a:pt x="6" y="4"/>
                    <a:pt x="5" y="4"/>
                  </a:cubicBezTo>
                  <a:cubicBezTo>
                    <a:pt x="3" y="5"/>
                    <a:pt x="1" y="3"/>
                    <a:pt x="1" y="2"/>
                  </a:cubicBezTo>
                  <a:cubicBezTo>
                    <a:pt x="0" y="1"/>
                    <a:pt x="2" y="0"/>
                    <a:pt x="2" y="0"/>
                  </a:cubicBezTo>
                  <a:cubicBezTo>
                    <a:pt x="4" y="1"/>
                    <a:pt x="6"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9" name="Freeform 2975">
              <a:extLst>
                <a:ext uri="{FF2B5EF4-FFF2-40B4-BE49-F238E27FC236}">
                  <a16:creationId xmlns:a16="http://schemas.microsoft.com/office/drawing/2014/main" id="{96370350-9054-B9C2-4CCA-12E8FEF2AD40}"/>
                </a:ext>
              </a:extLst>
            </p:cNvPr>
            <p:cNvSpPr>
              <a:spLocks/>
            </p:cNvSpPr>
            <p:nvPr/>
          </p:nvSpPr>
          <p:spPr bwMode="auto">
            <a:xfrm rot="5094805">
              <a:off x="2080976" y="713624"/>
              <a:ext cx="20565" cy="9140"/>
            </a:xfrm>
            <a:custGeom>
              <a:avLst/>
              <a:gdLst>
                <a:gd name="T0" fmla="*/ 2 w 8"/>
                <a:gd name="T1" fmla="*/ 0 h 4"/>
                <a:gd name="T2" fmla="*/ 7 w 8"/>
                <a:gd name="T3" fmla="*/ 2 h 4"/>
                <a:gd name="T4" fmla="*/ 4 w 8"/>
                <a:gd name="T5" fmla="*/ 4 h 4"/>
                <a:gd name="T6" fmla="*/ 0 w 8"/>
                <a:gd name="T7" fmla="*/ 2 h 4"/>
                <a:gd name="T8" fmla="*/ 2 w 8"/>
                <a:gd name="T9" fmla="*/ 0 h 4"/>
              </a:gdLst>
              <a:ahLst/>
              <a:cxnLst>
                <a:cxn ang="0">
                  <a:pos x="T0" y="T1"/>
                </a:cxn>
                <a:cxn ang="0">
                  <a:pos x="T2" y="T3"/>
                </a:cxn>
                <a:cxn ang="0">
                  <a:pos x="T4" y="T5"/>
                </a:cxn>
                <a:cxn ang="0">
                  <a:pos x="T6" y="T7"/>
                </a:cxn>
                <a:cxn ang="0">
                  <a:pos x="T8" y="T9"/>
                </a:cxn>
              </a:cxnLst>
              <a:rect l="0" t="0" r="r" b="b"/>
              <a:pathLst>
                <a:path w="8" h="4">
                  <a:moveTo>
                    <a:pt x="2" y="0"/>
                  </a:moveTo>
                  <a:cubicBezTo>
                    <a:pt x="5" y="1"/>
                    <a:pt x="6" y="2"/>
                    <a:pt x="7" y="2"/>
                  </a:cubicBezTo>
                  <a:cubicBezTo>
                    <a:pt x="8" y="3"/>
                    <a:pt x="6" y="4"/>
                    <a:pt x="4" y="4"/>
                  </a:cubicBezTo>
                  <a:cubicBezTo>
                    <a:pt x="2" y="4"/>
                    <a:pt x="0" y="3"/>
                    <a:pt x="0" y="2"/>
                  </a:cubicBezTo>
                  <a:cubicBezTo>
                    <a:pt x="0" y="1"/>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0" name="Freeform 2976">
              <a:extLst>
                <a:ext uri="{FF2B5EF4-FFF2-40B4-BE49-F238E27FC236}">
                  <a16:creationId xmlns:a16="http://schemas.microsoft.com/office/drawing/2014/main" id="{6FA1D192-F782-BAA1-8190-DCEB1F3B151D}"/>
                </a:ext>
              </a:extLst>
            </p:cNvPr>
            <p:cNvSpPr>
              <a:spLocks/>
            </p:cNvSpPr>
            <p:nvPr/>
          </p:nvSpPr>
          <p:spPr bwMode="auto">
            <a:xfrm rot="5094805">
              <a:off x="2077614" y="521227"/>
              <a:ext cx="20565" cy="9140"/>
            </a:xfrm>
            <a:custGeom>
              <a:avLst/>
              <a:gdLst>
                <a:gd name="T0" fmla="*/ 8 w 8"/>
                <a:gd name="T1" fmla="*/ 2 h 3"/>
                <a:gd name="T2" fmla="*/ 2 w 8"/>
                <a:gd name="T3" fmla="*/ 2 h 3"/>
                <a:gd name="T4" fmla="*/ 0 w 8"/>
                <a:gd name="T5" fmla="*/ 1 h 3"/>
                <a:gd name="T6" fmla="*/ 4 w 8"/>
                <a:gd name="T7" fmla="*/ 0 h 3"/>
                <a:gd name="T8" fmla="*/ 8 w 8"/>
                <a:gd name="T9" fmla="*/ 2 h 3"/>
              </a:gdLst>
              <a:ahLst/>
              <a:cxnLst>
                <a:cxn ang="0">
                  <a:pos x="T0" y="T1"/>
                </a:cxn>
                <a:cxn ang="0">
                  <a:pos x="T2" y="T3"/>
                </a:cxn>
                <a:cxn ang="0">
                  <a:pos x="T4" y="T5"/>
                </a:cxn>
                <a:cxn ang="0">
                  <a:pos x="T6" y="T7"/>
                </a:cxn>
                <a:cxn ang="0">
                  <a:pos x="T8" y="T9"/>
                </a:cxn>
              </a:cxnLst>
              <a:rect l="0" t="0" r="r" b="b"/>
              <a:pathLst>
                <a:path w="8" h="3">
                  <a:moveTo>
                    <a:pt x="8" y="2"/>
                  </a:moveTo>
                  <a:cubicBezTo>
                    <a:pt x="6" y="2"/>
                    <a:pt x="4" y="3"/>
                    <a:pt x="2" y="2"/>
                  </a:cubicBezTo>
                  <a:cubicBezTo>
                    <a:pt x="1" y="2"/>
                    <a:pt x="1" y="2"/>
                    <a:pt x="0" y="1"/>
                  </a:cubicBezTo>
                  <a:cubicBezTo>
                    <a:pt x="1" y="1"/>
                    <a:pt x="3" y="0"/>
                    <a:pt x="4" y="0"/>
                  </a:cubicBezTo>
                  <a:cubicBezTo>
                    <a:pt x="5" y="0"/>
                    <a:pt x="6" y="1"/>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1" name="Freeform 2977">
              <a:extLst>
                <a:ext uri="{FF2B5EF4-FFF2-40B4-BE49-F238E27FC236}">
                  <a16:creationId xmlns:a16="http://schemas.microsoft.com/office/drawing/2014/main" id="{9B0925C4-ADA4-43E9-ADA8-1776EC6D3F68}"/>
                </a:ext>
              </a:extLst>
            </p:cNvPr>
            <p:cNvSpPr>
              <a:spLocks/>
            </p:cNvSpPr>
            <p:nvPr/>
          </p:nvSpPr>
          <p:spPr bwMode="auto">
            <a:xfrm rot="5094805">
              <a:off x="2056989" y="331702"/>
              <a:ext cx="15995" cy="2285"/>
            </a:xfrm>
            <a:custGeom>
              <a:avLst/>
              <a:gdLst>
                <a:gd name="T0" fmla="*/ 7 w 7"/>
                <a:gd name="T1" fmla="*/ 0 h 1"/>
                <a:gd name="T2" fmla="*/ 5 w 7"/>
                <a:gd name="T3" fmla="*/ 1 h 1"/>
                <a:gd name="T4" fmla="*/ 0 w 7"/>
                <a:gd name="T5" fmla="*/ 1 h 1"/>
                <a:gd name="T6" fmla="*/ 1 w 7"/>
                <a:gd name="T7" fmla="*/ 0 h 1"/>
                <a:gd name="T8" fmla="*/ 7 w 7"/>
                <a:gd name="T9" fmla="*/ 0 h 1"/>
              </a:gdLst>
              <a:ahLst/>
              <a:cxnLst>
                <a:cxn ang="0">
                  <a:pos x="T0" y="T1"/>
                </a:cxn>
                <a:cxn ang="0">
                  <a:pos x="T2" y="T3"/>
                </a:cxn>
                <a:cxn ang="0">
                  <a:pos x="T4" y="T5"/>
                </a:cxn>
                <a:cxn ang="0">
                  <a:pos x="T6" y="T7"/>
                </a:cxn>
                <a:cxn ang="0">
                  <a:pos x="T8" y="T9"/>
                </a:cxn>
              </a:cxnLst>
              <a:rect l="0" t="0" r="r" b="b"/>
              <a:pathLst>
                <a:path w="7" h="1">
                  <a:moveTo>
                    <a:pt x="7" y="0"/>
                  </a:moveTo>
                  <a:cubicBezTo>
                    <a:pt x="6" y="0"/>
                    <a:pt x="5" y="1"/>
                    <a:pt x="5" y="1"/>
                  </a:cubicBezTo>
                  <a:cubicBezTo>
                    <a:pt x="3" y="1"/>
                    <a:pt x="1" y="1"/>
                    <a:pt x="0" y="1"/>
                  </a:cubicBezTo>
                  <a:cubicBezTo>
                    <a:pt x="0" y="0"/>
                    <a:pt x="0" y="0"/>
                    <a:pt x="1" y="0"/>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2" name="Freeform 2978">
              <a:extLst>
                <a:ext uri="{FF2B5EF4-FFF2-40B4-BE49-F238E27FC236}">
                  <a16:creationId xmlns:a16="http://schemas.microsoft.com/office/drawing/2014/main" id="{83E88BB5-F13A-4208-0F7E-F4D1D7C0F996}"/>
                </a:ext>
              </a:extLst>
            </p:cNvPr>
            <p:cNvSpPr>
              <a:spLocks/>
            </p:cNvSpPr>
            <p:nvPr/>
          </p:nvSpPr>
          <p:spPr bwMode="auto">
            <a:xfrm rot="5094805">
              <a:off x="2008205" y="143251"/>
              <a:ext cx="18280" cy="4570"/>
            </a:xfrm>
            <a:custGeom>
              <a:avLst/>
              <a:gdLst>
                <a:gd name="T0" fmla="*/ 1 w 8"/>
                <a:gd name="T1" fmla="*/ 1 h 2"/>
                <a:gd name="T2" fmla="*/ 6 w 8"/>
                <a:gd name="T3" fmla="*/ 0 h 2"/>
                <a:gd name="T4" fmla="*/ 4 w 8"/>
                <a:gd name="T5" fmla="*/ 2 h 2"/>
                <a:gd name="T6" fmla="*/ 0 w 8"/>
                <a:gd name="T7" fmla="*/ 2 h 2"/>
                <a:gd name="T8" fmla="*/ 1 w 8"/>
                <a:gd name="T9" fmla="*/ 1 h 2"/>
              </a:gdLst>
              <a:ahLst/>
              <a:cxnLst>
                <a:cxn ang="0">
                  <a:pos x="T0" y="T1"/>
                </a:cxn>
                <a:cxn ang="0">
                  <a:pos x="T2" y="T3"/>
                </a:cxn>
                <a:cxn ang="0">
                  <a:pos x="T4" y="T5"/>
                </a:cxn>
                <a:cxn ang="0">
                  <a:pos x="T6" y="T7"/>
                </a:cxn>
                <a:cxn ang="0">
                  <a:pos x="T8" y="T9"/>
                </a:cxn>
              </a:cxnLst>
              <a:rect l="0" t="0" r="r" b="b"/>
              <a:pathLst>
                <a:path w="8" h="2">
                  <a:moveTo>
                    <a:pt x="1" y="1"/>
                  </a:moveTo>
                  <a:cubicBezTo>
                    <a:pt x="4" y="0"/>
                    <a:pt x="6" y="0"/>
                    <a:pt x="6" y="0"/>
                  </a:cubicBezTo>
                  <a:cubicBezTo>
                    <a:pt x="8" y="0"/>
                    <a:pt x="6" y="1"/>
                    <a:pt x="4" y="2"/>
                  </a:cubicBezTo>
                  <a:cubicBezTo>
                    <a:pt x="2" y="2"/>
                    <a:pt x="0" y="2"/>
                    <a:pt x="0" y="2"/>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3" name="Freeform 2979">
              <a:extLst>
                <a:ext uri="{FF2B5EF4-FFF2-40B4-BE49-F238E27FC236}">
                  <a16:creationId xmlns:a16="http://schemas.microsoft.com/office/drawing/2014/main" id="{8F06532D-9277-76AC-B86C-353E1190F995}"/>
                </a:ext>
              </a:extLst>
            </p:cNvPr>
            <p:cNvSpPr>
              <a:spLocks/>
            </p:cNvSpPr>
            <p:nvPr/>
          </p:nvSpPr>
          <p:spPr bwMode="auto">
            <a:xfrm rot="5094805">
              <a:off x="1925475" y="-42374"/>
              <a:ext cx="25135" cy="11425"/>
            </a:xfrm>
            <a:custGeom>
              <a:avLst/>
              <a:gdLst>
                <a:gd name="T0" fmla="*/ 10 w 10"/>
                <a:gd name="T1" fmla="*/ 0 h 5"/>
                <a:gd name="T2" fmla="*/ 4 w 10"/>
                <a:gd name="T3" fmla="*/ 3 h 5"/>
                <a:gd name="T4" fmla="*/ 0 w 10"/>
                <a:gd name="T5" fmla="*/ 5 h 5"/>
                <a:gd name="T6" fmla="*/ 2 w 10"/>
                <a:gd name="T7" fmla="*/ 3 h 5"/>
                <a:gd name="T8" fmla="*/ 10 w 10"/>
                <a:gd name="T9" fmla="*/ 0 h 5"/>
              </a:gdLst>
              <a:ahLst/>
              <a:cxnLst>
                <a:cxn ang="0">
                  <a:pos x="T0" y="T1"/>
                </a:cxn>
                <a:cxn ang="0">
                  <a:pos x="T2" y="T3"/>
                </a:cxn>
                <a:cxn ang="0">
                  <a:pos x="T4" y="T5"/>
                </a:cxn>
                <a:cxn ang="0">
                  <a:pos x="T6" y="T7"/>
                </a:cxn>
                <a:cxn ang="0">
                  <a:pos x="T8" y="T9"/>
                </a:cxn>
              </a:cxnLst>
              <a:rect l="0" t="0" r="r" b="b"/>
              <a:pathLst>
                <a:path w="10" h="5">
                  <a:moveTo>
                    <a:pt x="10" y="0"/>
                  </a:moveTo>
                  <a:cubicBezTo>
                    <a:pt x="7" y="2"/>
                    <a:pt x="5" y="3"/>
                    <a:pt x="4" y="3"/>
                  </a:cubicBezTo>
                  <a:cubicBezTo>
                    <a:pt x="2" y="4"/>
                    <a:pt x="0" y="5"/>
                    <a:pt x="0" y="5"/>
                  </a:cubicBezTo>
                  <a:cubicBezTo>
                    <a:pt x="0" y="5"/>
                    <a:pt x="1" y="4"/>
                    <a:pt x="2" y="3"/>
                  </a:cubicBezTo>
                  <a:cubicBezTo>
                    <a:pt x="3" y="3"/>
                    <a:pt x="5" y="2"/>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4" name="Freeform 3000">
              <a:extLst>
                <a:ext uri="{FF2B5EF4-FFF2-40B4-BE49-F238E27FC236}">
                  <a16:creationId xmlns:a16="http://schemas.microsoft.com/office/drawing/2014/main" id="{872DCC17-886F-3C21-E2A8-841A51170DE5}"/>
                </a:ext>
              </a:extLst>
            </p:cNvPr>
            <p:cNvSpPr>
              <a:spLocks/>
            </p:cNvSpPr>
            <p:nvPr/>
          </p:nvSpPr>
          <p:spPr bwMode="auto">
            <a:xfrm rot="5094805">
              <a:off x="3207916" y="6865644"/>
              <a:ext cx="20565" cy="11425"/>
            </a:xfrm>
            <a:custGeom>
              <a:avLst/>
              <a:gdLst>
                <a:gd name="T0" fmla="*/ 2 w 8"/>
                <a:gd name="T1" fmla="*/ 0 h 5"/>
                <a:gd name="T2" fmla="*/ 7 w 8"/>
                <a:gd name="T3" fmla="*/ 1 h 5"/>
                <a:gd name="T4" fmla="*/ 5 w 8"/>
                <a:gd name="T5" fmla="*/ 4 h 5"/>
                <a:gd name="T6" fmla="*/ 0 w 8"/>
                <a:gd name="T7" fmla="*/ 4 h 5"/>
                <a:gd name="T8" fmla="*/ 2 w 8"/>
                <a:gd name="T9" fmla="*/ 0 h 5"/>
              </a:gdLst>
              <a:ahLst/>
              <a:cxnLst>
                <a:cxn ang="0">
                  <a:pos x="T0" y="T1"/>
                </a:cxn>
                <a:cxn ang="0">
                  <a:pos x="T2" y="T3"/>
                </a:cxn>
                <a:cxn ang="0">
                  <a:pos x="T4" y="T5"/>
                </a:cxn>
                <a:cxn ang="0">
                  <a:pos x="T6" y="T7"/>
                </a:cxn>
                <a:cxn ang="0">
                  <a:pos x="T8" y="T9"/>
                </a:cxn>
              </a:cxnLst>
              <a:rect l="0" t="0" r="r" b="b"/>
              <a:pathLst>
                <a:path w="8" h="5">
                  <a:moveTo>
                    <a:pt x="2" y="0"/>
                  </a:moveTo>
                  <a:cubicBezTo>
                    <a:pt x="5" y="0"/>
                    <a:pt x="6" y="0"/>
                    <a:pt x="7" y="1"/>
                  </a:cubicBezTo>
                  <a:cubicBezTo>
                    <a:pt x="8" y="1"/>
                    <a:pt x="7" y="3"/>
                    <a:pt x="5" y="4"/>
                  </a:cubicBezTo>
                  <a:cubicBezTo>
                    <a:pt x="3" y="5"/>
                    <a:pt x="1" y="5"/>
                    <a:pt x="0" y="4"/>
                  </a:cubicBezTo>
                  <a:cubicBezTo>
                    <a:pt x="0" y="3"/>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5" name="Freeform 3001">
              <a:extLst>
                <a:ext uri="{FF2B5EF4-FFF2-40B4-BE49-F238E27FC236}">
                  <a16:creationId xmlns:a16="http://schemas.microsoft.com/office/drawing/2014/main" id="{FAB960A5-D2CF-283E-9180-C5E8FA8C3050}"/>
                </a:ext>
              </a:extLst>
            </p:cNvPr>
            <p:cNvSpPr>
              <a:spLocks/>
            </p:cNvSpPr>
            <p:nvPr/>
          </p:nvSpPr>
          <p:spPr bwMode="auto">
            <a:xfrm rot="5094805">
              <a:off x="2170770" y="4044402"/>
              <a:ext cx="25135" cy="29705"/>
            </a:xfrm>
            <a:custGeom>
              <a:avLst/>
              <a:gdLst>
                <a:gd name="T0" fmla="*/ 10 w 10"/>
                <a:gd name="T1" fmla="*/ 3 h 12"/>
                <a:gd name="T2" fmla="*/ 4 w 10"/>
                <a:gd name="T3" fmla="*/ 11 h 12"/>
                <a:gd name="T4" fmla="*/ 0 w 10"/>
                <a:gd name="T5" fmla="*/ 7 h 12"/>
                <a:gd name="T6" fmla="*/ 2 w 10"/>
                <a:gd name="T7" fmla="*/ 0 h 12"/>
                <a:gd name="T8" fmla="*/ 10 w 10"/>
                <a:gd name="T9" fmla="*/ 3 h 12"/>
              </a:gdLst>
              <a:ahLst/>
              <a:cxnLst>
                <a:cxn ang="0">
                  <a:pos x="T0" y="T1"/>
                </a:cxn>
                <a:cxn ang="0">
                  <a:pos x="T2" y="T3"/>
                </a:cxn>
                <a:cxn ang="0">
                  <a:pos x="T4" y="T5"/>
                </a:cxn>
                <a:cxn ang="0">
                  <a:pos x="T6" y="T7"/>
                </a:cxn>
                <a:cxn ang="0">
                  <a:pos x="T8" y="T9"/>
                </a:cxn>
              </a:cxnLst>
              <a:rect l="0" t="0" r="r" b="b"/>
              <a:pathLst>
                <a:path w="10" h="12">
                  <a:moveTo>
                    <a:pt x="10" y="3"/>
                  </a:moveTo>
                  <a:cubicBezTo>
                    <a:pt x="7" y="8"/>
                    <a:pt x="6" y="10"/>
                    <a:pt x="4" y="11"/>
                  </a:cubicBezTo>
                  <a:cubicBezTo>
                    <a:pt x="2" y="12"/>
                    <a:pt x="0" y="11"/>
                    <a:pt x="0" y="7"/>
                  </a:cubicBezTo>
                  <a:cubicBezTo>
                    <a:pt x="0" y="5"/>
                    <a:pt x="1" y="1"/>
                    <a:pt x="2" y="0"/>
                  </a:cubicBezTo>
                  <a:cubicBezTo>
                    <a:pt x="3" y="0"/>
                    <a:pt x="5" y="1"/>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6" name="Freeform 3002">
              <a:extLst>
                <a:ext uri="{FF2B5EF4-FFF2-40B4-BE49-F238E27FC236}">
                  <a16:creationId xmlns:a16="http://schemas.microsoft.com/office/drawing/2014/main" id="{ED009F26-AA93-26DB-0F28-DC1650E77369}"/>
                </a:ext>
              </a:extLst>
            </p:cNvPr>
            <p:cNvSpPr>
              <a:spLocks/>
            </p:cNvSpPr>
            <p:nvPr/>
          </p:nvSpPr>
          <p:spPr bwMode="auto">
            <a:xfrm rot="5094805">
              <a:off x="2259287" y="4225986"/>
              <a:ext cx="20565" cy="31990"/>
            </a:xfrm>
            <a:custGeom>
              <a:avLst/>
              <a:gdLst>
                <a:gd name="T0" fmla="*/ 1 w 8"/>
                <a:gd name="T1" fmla="*/ 0 h 13"/>
                <a:gd name="T2" fmla="*/ 6 w 8"/>
                <a:gd name="T3" fmla="*/ 5 h 13"/>
                <a:gd name="T4" fmla="*/ 4 w 8"/>
                <a:gd name="T5" fmla="*/ 13 h 13"/>
                <a:gd name="T6" fmla="*/ 0 w 8"/>
                <a:gd name="T7" fmla="*/ 8 h 13"/>
                <a:gd name="T8" fmla="*/ 1 w 8"/>
                <a:gd name="T9" fmla="*/ 0 h 13"/>
              </a:gdLst>
              <a:ahLst/>
              <a:cxnLst>
                <a:cxn ang="0">
                  <a:pos x="T0" y="T1"/>
                </a:cxn>
                <a:cxn ang="0">
                  <a:pos x="T2" y="T3"/>
                </a:cxn>
                <a:cxn ang="0">
                  <a:pos x="T4" y="T5"/>
                </a:cxn>
                <a:cxn ang="0">
                  <a:pos x="T6" y="T7"/>
                </a:cxn>
                <a:cxn ang="0">
                  <a:pos x="T8" y="T9"/>
                </a:cxn>
              </a:cxnLst>
              <a:rect l="0" t="0" r="r" b="b"/>
              <a:pathLst>
                <a:path w="8" h="13">
                  <a:moveTo>
                    <a:pt x="1" y="0"/>
                  </a:moveTo>
                  <a:cubicBezTo>
                    <a:pt x="4" y="2"/>
                    <a:pt x="5" y="3"/>
                    <a:pt x="6" y="5"/>
                  </a:cubicBezTo>
                  <a:cubicBezTo>
                    <a:pt x="8" y="7"/>
                    <a:pt x="6" y="13"/>
                    <a:pt x="4" y="13"/>
                  </a:cubicBezTo>
                  <a:cubicBezTo>
                    <a:pt x="2" y="13"/>
                    <a:pt x="0" y="13"/>
                    <a:pt x="0" y="8"/>
                  </a:cubicBezTo>
                  <a:cubicBezTo>
                    <a:pt x="0" y="5"/>
                    <a:pt x="1" y="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7" name="Freeform 3003">
              <a:extLst>
                <a:ext uri="{FF2B5EF4-FFF2-40B4-BE49-F238E27FC236}">
                  <a16:creationId xmlns:a16="http://schemas.microsoft.com/office/drawing/2014/main" id="{6554C50F-D1AF-BEB1-2DFB-F0A4D89C6098}"/>
                </a:ext>
              </a:extLst>
            </p:cNvPr>
            <p:cNvSpPr>
              <a:spLocks/>
            </p:cNvSpPr>
            <p:nvPr/>
          </p:nvSpPr>
          <p:spPr bwMode="auto">
            <a:xfrm rot="5094805">
              <a:off x="2346966" y="4413270"/>
              <a:ext cx="18280" cy="29705"/>
            </a:xfrm>
            <a:custGeom>
              <a:avLst/>
              <a:gdLst>
                <a:gd name="T0" fmla="*/ 1 w 8"/>
                <a:gd name="T1" fmla="*/ 0 h 12"/>
                <a:gd name="T2" fmla="*/ 6 w 8"/>
                <a:gd name="T3" fmla="*/ 4 h 12"/>
                <a:gd name="T4" fmla="*/ 4 w 8"/>
                <a:gd name="T5" fmla="*/ 12 h 12"/>
                <a:gd name="T6" fmla="*/ 0 w 8"/>
                <a:gd name="T7" fmla="*/ 7 h 12"/>
                <a:gd name="T8" fmla="*/ 1 w 8"/>
                <a:gd name="T9" fmla="*/ 0 h 12"/>
              </a:gdLst>
              <a:ahLst/>
              <a:cxnLst>
                <a:cxn ang="0">
                  <a:pos x="T0" y="T1"/>
                </a:cxn>
                <a:cxn ang="0">
                  <a:pos x="T2" y="T3"/>
                </a:cxn>
                <a:cxn ang="0">
                  <a:pos x="T4" y="T5"/>
                </a:cxn>
                <a:cxn ang="0">
                  <a:pos x="T6" y="T7"/>
                </a:cxn>
                <a:cxn ang="0">
                  <a:pos x="T8" y="T9"/>
                </a:cxn>
              </a:cxnLst>
              <a:rect l="0" t="0" r="r" b="b"/>
              <a:pathLst>
                <a:path w="8" h="12">
                  <a:moveTo>
                    <a:pt x="1" y="0"/>
                  </a:moveTo>
                  <a:cubicBezTo>
                    <a:pt x="4" y="2"/>
                    <a:pt x="5" y="3"/>
                    <a:pt x="6" y="4"/>
                  </a:cubicBezTo>
                  <a:cubicBezTo>
                    <a:pt x="8" y="6"/>
                    <a:pt x="6" y="11"/>
                    <a:pt x="4" y="12"/>
                  </a:cubicBezTo>
                  <a:cubicBezTo>
                    <a:pt x="2" y="12"/>
                    <a:pt x="0" y="12"/>
                    <a:pt x="0" y="7"/>
                  </a:cubicBezTo>
                  <a:cubicBezTo>
                    <a:pt x="0" y="5"/>
                    <a:pt x="1" y="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8" name="Freeform 3004">
              <a:extLst>
                <a:ext uri="{FF2B5EF4-FFF2-40B4-BE49-F238E27FC236}">
                  <a16:creationId xmlns:a16="http://schemas.microsoft.com/office/drawing/2014/main" id="{B6CAC0C8-16AF-45FA-1559-4598DE7383E6}"/>
                </a:ext>
              </a:extLst>
            </p:cNvPr>
            <p:cNvSpPr>
              <a:spLocks/>
            </p:cNvSpPr>
            <p:nvPr/>
          </p:nvSpPr>
          <p:spPr bwMode="auto">
            <a:xfrm rot="5094805">
              <a:off x="2435773" y="4601392"/>
              <a:ext cx="20565" cy="25135"/>
            </a:xfrm>
            <a:custGeom>
              <a:avLst/>
              <a:gdLst>
                <a:gd name="T0" fmla="*/ 1 w 8"/>
                <a:gd name="T1" fmla="*/ 0 h 10"/>
                <a:gd name="T2" fmla="*/ 6 w 8"/>
                <a:gd name="T3" fmla="*/ 3 h 10"/>
                <a:gd name="T4" fmla="*/ 4 w 8"/>
                <a:gd name="T5" fmla="*/ 10 h 10"/>
                <a:gd name="T6" fmla="*/ 0 w 8"/>
                <a:gd name="T7" fmla="*/ 6 h 10"/>
                <a:gd name="T8" fmla="*/ 1 w 8"/>
                <a:gd name="T9" fmla="*/ 0 h 10"/>
              </a:gdLst>
              <a:ahLst/>
              <a:cxnLst>
                <a:cxn ang="0">
                  <a:pos x="T0" y="T1"/>
                </a:cxn>
                <a:cxn ang="0">
                  <a:pos x="T2" y="T3"/>
                </a:cxn>
                <a:cxn ang="0">
                  <a:pos x="T4" y="T5"/>
                </a:cxn>
                <a:cxn ang="0">
                  <a:pos x="T6" y="T7"/>
                </a:cxn>
                <a:cxn ang="0">
                  <a:pos x="T8" y="T9"/>
                </a:cxn>
              </a:cxnLst>
              <a:rect l="0" t="0" r="r" b="b"/>
              <a:pathLst>
                <a:path w="8" h="10">
                  <a:moveTo>
                    <a:pt x="1" y="0"/>
                  </a:moveTo>
                  <a:cubicBezTo>
                    <a:pt x="4" y="1"/>
                    <a:pt x="5" y="2"/>
                    <a:pt x="6" y="3"/>
                  </a:cubicBezTo>
                  <a:cubicBezTo>
                    <a:pt x="8" y="5"/>
                    <a:pt x="6" y="9"/>
                    <a:pt x="4" y="10"/>
                  </a:cubicBezTo>
                  <a:cubicBezTo>
                    <a:pt x="2" y="10"/>
                    <a:pt x="0" y="10"/>
                    <a:pt x="0"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9" name="Freeform 3005">
              <a:extLst>
                <a:ext uri="{FF2B5EF4-FFF2-40B4-BE49-F238E27FC236}">
                  <a16:creationId xmlns:a16="http://schemas.microsoft.com/office/drawing/2014/main" id="{0DA0C9A4-A6A4-B633-55B9-99E961323670}"/>
                </a:ext>
              </a:extLst>
            </p:cNvPr>
            <p:cNvSpPr>
              <a:spLocks/>
            </p:cNvSpPr>
            <p:nvPr/>
          </p:nvSpPr>
          <p:spPr bwMode="auto">
            <a:xfrm rot="5094805">
              <a:off x="2521909" y="4783083"/>
              <a:ext cx="18280" cy="25135"/>
            </a:xfrm>
            <a:custGeom>
              <a:avLst/>
              <a:gdLst>
                <a:gd name="T0" fmla="*/ 5 w 7"/>
                <a:gd name="T1" fmla="*/ 10 h 10"/>
                <a:gd name="T2" fmla="*/ 1 w 7"/>
                <a:gd name="T3" fmla="*/ 6 h 10"/>
                <a:gd name="T4" fmla="*/ 3 w 7"/>
                <a:gd name="T5" fmla="*/ 1 h 10"/>
                <a:gd name="T6" fmla="*/ 7 w 7"/>
                <a:gd name="T7" fmla="*/ 4 h 10"/>
                <a:gd name="T8" fmla="*/ 5 w 7"/>
                <a:gd name="T9" fmla="*/ 10 h 10"/>
              </a:gdLst>
              <a:ahLst/>
              <a:cxnLst>
                <a:cxn ang="0">
                  <a:pos x="T0" y="T1"/>
                </a:cxn>
                <a:cxn ang="0">
                  <a:pos x="T2" y="T3"/>
                </a:cxn>
                <a:cxn ang="0">
                  <a:pos x="T4" y="T5"/>
                </a:cxn>
                <a:cxn ang="0">
                  <a:pos x="T6" y="T7"/>
                </a:cxn>
                <a:cxn ang="0">
                  <a:pos x="T8" y="T9"/>
                </a:cxn>
              </a:cxnLst>
              <a:rect l="0" t="0" r="r" b="b"/>
              <a:pathLst>
                <a:path w="7" h="10">
                  <a:moveTo>
                    <a:pt x="5" y="10"/>
                  </a:moveTo>
                  <a:cubicBezTo>
                    <a:pt x="3" y="8"/>
                    <a:pt x="1" y="7"/>
                    <a:pt x="1" y="6"/>
                  </a:cubicBezTo>
                  <a:cubicBezTo>
                    <a:pt x="0" y="5"/>
                    <a:pt x="2" y="2"/>
                    <a:pt x="3" y="1"/>
                  </a:cubicBezTo>
                  <a:cubicBezTo>
                    <a:pt x="5" y="0"/>
                    <a:pt x="7" y="1"/>
                    <a:pt x="7" y="4"/>
                  </a:cubicBezTo>
                  <a:cubicBezTo>
                    <a:pt x="7" y="5"/>
                    <a:pt x="6" y="7"/>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0" name="Freeform 3006">
              <a:extLst>
                <a:ext uri="{FF2B5EF4-FFF2-40B4-BE49-F238E27FC236}">
                  <a16:creationId xmlns:a16="http://schemas.microsoft.com/office/drawing/2014/main" id="{83F76E32-5774-E9F7-B7B5-303120411ABB}"/>
                </a:ext>
              </a:extLst>
            </p:cNvPr>
            <p:cNvSpPr>
              <a:spLocks/>
            </p:cNvSpPr>
            <p:nvPr/>
          </p:nvSpPr>
          <p:spPr bwMode="auto">
            <a:xfrm rot="5094805">
              <a:off x="2605229" y="4975130"/>
              <a:ext cx="20565" cy="18280"/>
            </a:xfrm>
            <a:custGeom>
              <a:avLst/>
              <a:gdLst>
                <a:gd name="T0" fmla="*/ 8 w 8"/>
                <a:gd name="T1" fmla="*/ 3 h 7"/>
                <a:gd name="T2" fmla="*/ 2 w 8"/>
                <a:gd name="T3" fmla="*/ 7 h 7"/>
                <a:gd name="T4" fmla="*/ 0 w 8"/>
                <a:gd name="T5" fmla="*/ 4 h 7"/>
                <a:gd name="T6" fmla="*/ 4 w 8"/>
                <a:gd name="T7" fmla="*/ 0 h 7"/>
                <a:gd name="T8" fmla="*/ 8 w 8"/>
                <a:gd name="T9" fmla="*/ 3 h 7"/>
              </a:gdLst>
              <a:ahLst/>
              <a:cxnLst>
                <a:cxn ang="0">
                  <a:pos x="T0" y="T1"/>
                </a:cxn>
                <a:cxn ang="0">
                  <a:pos x="T2" y="T3"/>
                </a:cxn>
                <a:cxn ang="0">
                  <a:pos x="T4" y="T5"/>
                </a:cxn>
                <a:cxn ang="0">
                  <a:pos x="T6" y="T7"/>
                </a:cxn>
                <a:cxn ang="0">
                  <a:pos x="T8" y="T9"/>
                </a:cxn>
              </a:cxnLst>
              <a:rect l="0" t="0" r="r" b="b"/>
              <a:pathLst>
                <a:path w="8" h="7">
                  <a:moveTo>
                    <a:pt x="8" y="3"/>
                  </a:moveTo>
                  <a:cubicBezTo>
                    <a:pt x="5" y="5"/>
                    <a:pt x="4" y="6"/>
                    <a:pt x="2" y="7"/>
                  </a:cubicBezTo>
                  <a:cubicBezTo>
                    <a:pt x="1" y="7"/>
                    <a:pt x="0" y="5"/>
                    <a:pt x="0" y="4"/>
                  </a:cubicBezTo>
                  <a:cubicBezTo>
                    <a:pt x="0" y="2"/>
                    <a:pt x="2" y="0"/>
                    <a:pt x="4" y="0"/>
                  </a:cubicBezTo>
                  <a:cubicBezTo>
                    <a:pt x="5" y="0"/>
                    <a:pt x="6" y="2"/>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1" name="Freeform 3007">
              <a:extLst>
                <a:ext uri="{FF2B5EF4-FFF2-40B4-BE49-F238E27FC236}">
                  <a16:creationId xmlns:a16="http://schemas.microsoft.com/office/drawing/2014/main" id="{413313C2-EF7C-5D17-B5C6-9A14B673ACEA}"/>
                </a:ext>
              </a:extLst>
            </p:cNvPr>
            <p:cNvSpPr>
              <a:spLocks/>
            </p:cNvSpPr>
            <p:nvPr/>
          </p:nvSpPr>
          <p:spPr bwMode="auto">
            <a:xfrm rot="5094805">
              <a:off x="2680680" y="5166638"/>
              <a:ext cx="25135" cy="15995"/>
            </a:xfrm>
            <a:custGeom>
              <a:avLst/>
              <a:gdLst>
                <a:gd name="T0" fmla="*/ 10 w 10"/>
                <a:gd name="T1" fmla="*/ 1 h 6"/>
                <a:gd name="T2" fmla="*/ 4 w 10"/>
                <a:gd name="T3" fmla="*/ 5 h 6"/>
                <a:gd name="T4" fmla="*/ 0 w 10"/>
                <a:gd name="T5" fmla="*/ 4 h 6"/>
                <a:gd name="T6" fmla="*/ 2 w 10"/>
                <a:gd name="T7" fmla="*/ 1 h 6"/>
                <a:gd name="T8" fmla="*/ 10 w 10"/>
                <a:gd name="T9" fmla="*/ 1 h 6"/>
              </a:gdLst>
              <a:ahLst/>
              <a:cxnLst>
                <a:cxn ang="0">
                  <a:pos x="T0" y="T1"/>
                </a:cxn>
                <a:cxn ang="0">
                  <a:pos x="T2" y="T3"/>
                </a:cxn>
                <a:cxn ang="0">
                  <a:pos x="T4" y="T5"/>
                </a:cxn>
                <a:cxn ang="0">
                  <a:pos x="T6" y="T7"/>
                </a:cxn>
                <a:cxn ang="0">
                  <a:pos x="T8" y="T9"/>
                </a:cxn>
              </a:cxnLst>
              <a:rect l="0" t="0" r="r" b="b"/>
              <a:pathLst>
                <a:path w="10" h="6">
                  <a:moveTo>
                    <a:pt x="10" y="1"/>
                  </a:moveTo>
                  <a:cubicBezTo>
                    <a:pt x="7" y="3"/>
                    <a:pt x="6" y="4"/>
                    <a:pt x="4" y="5"/>
                  </a:cubicBezTo>
                  <a:cubicBezTo>
                    <a:pt x="2" y="6"/>
                    <a:pt x="0" y="6"/>
                    <a:pt x="0" y="4"/>
                  </a:cubicBezTo>
                  <a:cubicBezTo>
                    <a:pt x="0" y="3"/>
                    <a:pt x="1" y="1"/>
                    <a:pt x="2" y="1"/>
                  </a:cubicBezTo>
                  <a:cubicBezTo>
                    <a:pt x="3" y="0"/>
                    <a:pt x="5"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2" name="Freeform 3008">
              <a:extLst>
                <a:ext uri="{FF2B5EF4-FFF2-40B4-BE49-F238E27FC236}">
                  <a16:creationId xmlns:a16="http://schemas.microsoft.com/office/drawing/2014/main" id="{68F2D3C5-428B-500F-AE78-6BE91EB9AE2D}"/>
                </a:ext>
              </a:extLst>
            </p:cNvPr>
            <p:cNvSpPr>
              <a:spLocks/>
            </p:cNvSpPr>
            <p:nvPr/>
          </p:nvSpPr>
          <p:spPr bwMode="auto">
            <a:xfrm rot="5094805">
              <a:off x="2755541" y="5351723"/>
              <a:ext cx="20565" cy="13710"/>
            </a:xfrm>
            <a:custGeom>
              <a:avLst/>
              <a:gdLst>
                <a:gd name="T0" fmla="*/ 1 w 8"/>
                <a:gd name="T1" fmla="*/ 0 h 5"/>
                <a:gd name="T2" fmla="*/ 7 w 8"/>
                <a:gd name="T3" fmla="*/ 1 h 5"/>
                <a:gd name="T4" fmla="*/ 4 w 8"/>
                <a:gd name="T5" fmla="*/ 5 h 5"/>
                <a:gd name="T6" fmla="*/ 0 w 8"/>
                <a:gd name="T7" fmla="*/ 3 h 5"/>
                <a:gd name="T8" fmla="*/ 1 w 8"/>
                <a:gd name="T9" fmla="*/ 0 h 5"/>
              </a:gdLst>
              <a:ahLst/>
              <a:cxnLst>
                <a:cxn ang="0">
                  <a:pos x="T0" y="T1"/>
                </a:cxn>
                <a:cxn ang="0">
                  <a:pos x="T2" y="T3"/>
                </a:cxn>
                <a:cxn ang="0">
                  <a:pos x="T4" y="T5"/>
                </a:cxn>
                <a:cxn ang="0">
                  <a:pos x="T6" y="T7"/>
                </a:cxn>
                <a:cxn ang="0">
                  <a:pos x="T8" y="T9"/>
                </a:cxn>
              </a:cxnLst>
              <a:rect l="0" t="0" r="r" b="b"/>
              <a:pathLst>
                <a:path w="8" h="5">
                  <a:moveTo>
                    <a:pt x="1" y="0"/>
                  </a:moveTo>
                  <a:cubicBezTo>
                    <a:pt x="4" y="1"/>
                    <a:pt x="6" y="1"/>
                    <a:pt x="7" y="1"/>
                  </a:cubicBezTo>
                  <a:cubicBezTo>
                    <a:pt x="8" y="2"/>
                    <a:pt x="6" y="4"/>
                    <a:pt x="4" y="5"/>
                  </a:cubicBezTo>
                  <a:cubicBezTo>
                    <a:pt x="2" y="5"/>
                    <a:pt x="0" y="5"/>
                    <a:pt x="0" y="3"/>
                  </a:cubicBezTo>
                  <a:cubicBezTo>
                    <a:pt x="0" y="2"/>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3" name="Freeform 3009">
              <a:extLst>
                <a:ext uri="{FF2B5EF4-FFF2-40B4-BE49-F238E27FC236}">
                  <a16:creationId xmlns:a16="http://schemas.microsoft.com/office/drawing/2014/main" id="{86DF5425-5926-E3E8-962D-8025A4C68764}"/>
                </a:ext>
              </a:extLst>
            </p:cNvPr>
            <p:cNvSpPr>
              <a:spLocks/>
            </p:cNvSpPr>
            <p:nvPr/>
          </p:nvSpPr>
          <p:spPr bwMode="auto">
            <a:xfrm rot="5094805">
              <a:off x="2815899" y="5543520"/>
              <a:ext cx="22850" cy="6855"/>
            </a:xfrm>
            <a:custGeom>
              <a:avLst/>
              <a:gdLst>
                <a:gd name="T0" fmla="*/ 9 w 9"/>
                <a:gd name="T1" fmla="*/ 1 h 3"/>
                <a:gd name="T2" fmla="*/ 3 w 9"/>
                <a:gd name="T3" fmla="*/ 3 h 3"/>
                <a:gd name="T4" fmla="*/ 0 w 9"/>
                <a:gd name="T5" fmla="*/ 2 h 3"/>
                <a:gd name="T6" fmla="*/ 4 w 9"/>
                <a:gd name="T7" fmla="*/ 0 h 3"/>
                <a:gd name="T8" fmla="*/ 9 w 9"/>
                <a:gd name="T9" fmla="*/ 1 h 3"/>
              </a:gdLst>
              <a:ahLst/>
              <a:cxnLst>
                <a:cxn ang="0">
                  <a:pos x="T0" y="T1"/>
                </a:cxn>
                <a:cxn ang="0">
                  <a:pos x="T2" y="T3"/>
                </a:cxn>
                <a:cxn ang="0">
                  <a:pos x="T4" y="T5"/>
                </a:cxn>
                <a:cxn ang="0">
                  <a:pos x="T6" y="T7"/>
                </a:cxn>
                <a:cxn ang="0">
                  <a:pos x="T8" y="T9"/>
                </a:cxn>
              </a:cxnLst>
              <a:rect l="0" t="0" r="r" b="b"/>
              <a:pathLst>
                <a:path w="9" h="3">
                  <a:moveTo>
                    <a:pt x="9" y="1"/>
                  </a:moveTo>
                  <a:cubicBezTo>
                    <a:pt x="6" y="2"/>
                    <a:pt x="4" y="3"/>
                    <a:pt x="3" y="3"/>
                  </a:cubicBezTo>
                  <a:cubicBezTo>
                    <a:pt x="2" y="3"/>
                    <a:pt x="0" y="2"/>
                    <a:pt x="0" y="2"/>
                  </a:cubicBezTo>
                  <a:cubicBezTo>
                    <a:pt x="0" y="1"/>
                    <a:pt x="2" y="0"/>
                    <a:pt x="4" y="0"/>
                  </a:cubicBezTo>
                  <a:cubicBezTo>
                    <a:pt x="6" y="0"/>
                    <a:pt x="6"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4" name="Freeform 3010">
              <a:extLst>
                <a:ext uri="{FF2B5EF4-FFF2-40B4-BE49-F238E27FC236}">
                  <a16:creationId xmlns:a16="http://schemas.microsoft.com/office/drawing/2014/main" id="{FCE10254-89C3-19FA-FD22-B9139783CF3D}"/>
                </a:ext>
              </a:extLst>
            </p:cNvPr>
            <p:cNvSpPr>
              <a:spLocks/>
            </p:cNvSpPr>
            <p:nvPr/>
          </p:nvSpPr>
          <p:spPr bwMode="auto">
            <a:xfrm rot="5094805">
              <a:off x="2870778" y="5734875"/>
              <a:ext cx="20565" cy="6855"/>
            </a:xfrm>
            <a:custGeom>
              <a:avLst/>
              <a:gdLst>
                <a:gd name="T0" fmla="*/ 9 w 9"/>
                <a:gd name="T1" fmla="*/ 0 h 3"/>
                <a:gd name="T2" fmla="*/ 4 w 9"/>
                <a:gd name="T3" fmla="*/ 3 h 3"/>
                <a:gd name="T4" fmla="*/ 0 w 9"/>
                <a:gd name="T5" fmla="*/ 2 h 3"/>
                <a:gd name="T6" fmla="*/ 4 w 9"/>
                <a:gd name="T7" fmla="*/ 0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6" y="2"/>
                    <a:pt x="5" y="3"/>
                    <a:pt x="4" y="3"/>
                  </a:cubicBezTo>
                  <a:cubicBezTo>
                    <a:pt x="2" y="3"/>
                    <a:pt x="0" y="3"/>
                    <a:pt x="0" y="2"/>
                  </a:cubicBezTo>
                  <a:cubicBezTo>
                    <a:pt x="0" y="1"/>
                    <a:pt x="1" y="1"/>
                    <a:pt x="4" y="0"/>
                  </a:cubicBezTo>
                  <a:cubicBezTo>
                    <a:pt x="5" y="0"/>
                    <a:pt x="7"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5" name="Freeform 3011">
              <a:extLst>
                <a:ext uri="{FF2B5EF4-FFF2-40B4-BE49-F238E27FC236}">
                  <a16:creationId xmlns:a16="http://schemas.microsoft.com/office/drawing/2014/main" id="{868ECB85-FBFE-BB74-A2CB-536457AB2D26}"/>
                </a:ext>
              </a:extLst>
            </p:cNvPr>
            <p:cNvSpPr>
              <a:spLocks/>
            </p:cNvSpPr>
            <p:nvPr/>
          </p:nvSpPr>
          <p:spPr bwMode="auto">
            <a:xfrm rot="5094805">
              <a:off x="2912832" y="5923829"/>
              <a:ext cx="20565" cy="6855"/>
            </a:xfrm>
            <a:custGeom>
              <a:avLst/>
              <a:gdLst>
                <a:gd name="T0" fmla="*/ 3 w 8"/>
                <a:gd name="T1" fmla="*/ 3 h 3"/>
                <a:gd name="T2" fmla="*/ 0 w 8"/>
                <a:gd name="T3" fmla="*/ 1 h 3"/>
                <a:gd name="T4" fmla="*/ 4 w 8"/>
                <a:gd name="T5" fmla="*/ 0 h 3"/>
                <a:gd name="T6" fmla="*/ 7 w 8"/>
                <a:gd name="T7" fmla="*/ 1 h 3"/>
                <a:gd name="T8" fmla="*/ 3 w 8"/>
                <a:gd name="T9" fmla="*/ 3 h 3"/>
              </a:gdLst>
              <a:ahLst/>
              <a:cxnLst>
                <a:cxn ang="0">
                  <a:pos x="T0" y="T1"/>
                </a:cxn>
                <a:cxn ang="0">
                  <a:pos x="T2" y="T3"/>
                </a:cxn>
                <a:cxn ang="0">
                  <a:pos x="T4" y="T5"/>
                </a:cxn>
                <a:cxn ang="0">
                  <a:pos x="T6" y="T7"/>
                </a:cxn>
                <a:cxn ang="0">
                  <a:pos x="T8" y="T9"/>
                </a:cxn>
              </a:cxnLst>
              <a:rect l="0" t="0" r="r" b="b"/>
              <a:pathLst>
                <a:path w="8" h="3">
                  <a:moveTo>
                    <a:pt x="3" y="3"/>
                  </a:moveTo>
                  <a:cubicBezTo>
                    <a:pt x="2" y="2"/>
                    <a:pt x="1" y="2"/>
                    <a:pt x="0" y="1"/>
                  </a:cubicBezTo>
                  <a:cubicBezTo>
                    <a:pt x="0" y="1"/>
                    <a:pt x="2" y="0"/>
                    <a:pt x="4" y="0"/>
                  </a:cubicBezTo>
                  <a:cubicBezTo>
                    <a:pt x="6" y="0"/>
                    <a:pt x="8" y="0"/>
                    <a:pt x="7" y="1"/>
                  </a:cubicBezTo>
                  <a:cubicBezTo>
                    <a:pt x="7" y="1"/>
                    <a:pt x="5"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6" name="Freeform 3012">
              <a:extLst>
                <a:ext uri="{FF2B5EF4-FFF2-40B4-BE49-F238E27FC236}">
                  <a16:creationId xmlns:a16="http://schemas.microsoft.com/office/drawing/2014/main" id="{A0DC4FF9-3B4D-3CE6-F8D6-5FA893ECC3D4}"/>
                </a:ext>
              </a:extLst>
            </p:cNvPr>
            <p:cNvSpPr>
              <a:spLocks/>
            </p:cNvSpPr>
            <p:nvPr/>
          </p:nvSpPr>
          <p:spPr bwMode="auto">
            <a:xfrm rot="5094805">
              <a:off x="2948356" y="6115560"/>
              <a:ext cx="22850" cy="9140"/>
            </a:xfrm>
            <a:custGeom>
              <a:avLst/>
              <a:gdLst>
                <a:gd name="T0" fmla="*/ 9 w 9"/>
                <a:gd name="T1" fmla="*/ 0 h 3"/>
                <a:gd name="T2" fmla="*/ 4 w 9"/>
                <a:gd name="T3" fmla="*/ 2 h 3"/>
                <a:gd name="T4" fmla="*/ 0 w 9"/>
                <a:gd name="T5" fmla="*/ 2 h 3"/>
                <a:gd name="T6" fmla="*/ 4 w 9"/>
                <a:gd name="T7" fmla="*/ 0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6" y="2"/>
                    <a:pt x="5" y="2"/>
                    <a:pt x="4" y="2"/>
                  </a:cubicBezTo>
                  <a:cubicBezTo>
                    <a:pt x="2" y="3"/>
                    <a:pt x="0" y="2"/>
                    <a:pt x="0" y="2"/>
                  </a:cubicBezTo>
                  <a:cubicBezTo>
                    <a:pt x="0" y="1"/>
                    <a:pt x="2" y="0"/>
                    <a:pt x="4" y="0"/>
                  </a:cubicBezTo>
                  <a:cubicBezTo>
                    <a:pt x="6" y="0"/>
                    <a:pt x="7"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7" name="Freeform 3013">
              <a:extLst>
                <a:ext uri="{FF2B5EF4-FFF2-40B4-BE49-F238E27FC236}">
                  <a16:creationId xmlns:a16="http://schemas.microsoft.com/office/drawing/2014/main" id="{A55A2233-DB76-AD06-E809-228DFE9FF6DF}"/>
                </a:ext>
              </a:extLst>
            </p:cNvPr>
            <p:cNvSpPr>
              <a:spLocks/>
            </p:cNvSpPr>
            <p:nvPr/>
          </p:nvSpPr>
          <p:spPr bwMode="auto">
            <a:xfrm rot="5094805">
              <a:off x="2997449" y="6306385"/>
              <a:ext cx="18280" cy="9140"/>
            </a:xfrm>
            <a:custGeom>
              <a:avLst/>
              <a:gdLst>
                <a:gd name="T0" fmla="*/ 8 w 8"/>
                <a:gd name="T1" fmla="*/ 1 h 3"/>
                <a:gd name="T2" fmla="*/ 2 w 8"/>
                <a:gd name="T3" fmla="*/ 3 h 3"/>
                <a:gd name="T4" fmla="*/ 0 w 8"/>
                <a:gd name="T5" fmla="*/ 2 h 3"/>
                <a:gd name="T6" fmla="*/ 4 w 8"/>
                <a:gd name="T7" fmla="*/ 1 h 3"/>
                <a:gd name="T8" fmla="*/ 8 w 8"/>
                <a:gd name="T9" fmla="*/ 1 h 3"/>
              </a:gdLst>
              <a:ahLst/>
              <a:cxnLst>
                <a:cxn ang="0">
                  <a:pos x="T0" y="T1"/>
                </a:cxn>
                <a:cxn ang="0">
                  <a:pos x="T2" y="T3"/>
                </a:cxn>
                <a:cxn ang="0">
                  <a:pos x="T4" y="T5"/>
                </a:cxn>
                <a:cxn ang="0">
                  <a:pos x="T6" y="T7"/>
                </a:cxn>
                <a:cxn ang="0">
                  <a:pos x="T8" y="T9"/>
                </a:cxn>
              </a:cxnLst>
              <a:rect l="0" t="0" r="r" b="b"/>
              <a:pathLst>
                <a:path w="8" h="3">
                  <a:moveTo>
                    <a:pt x="8" y="1"/>
                  </a:moveTo>
                  <a:cubicBezTo>
                    <a:pt x="5" y="2"/>
                    <a:pt x="4" y="2"/>
                    <a:pt x="2" y="3"/>
                  </a:cubicBezTo>
                  <a:cubicBezTo>
                    <a:pt x="1" y="3"/>
                    <a:pt x="1" y="2"/>
                    <a:pt x="0" y="2"/>
                  </a:cubicBezTo>
                  <a:cubicBezTo>
                    <a:pt x="1" y="2"/>
                    <a:pt x="3" y="1"/>
                    <a:pt x="4" y="1"/>
                  </a:cubicBezTo>
                  <a:cubicBezTo>
                    <a:pt x="5" y="0"/>
                    <a:pt x="6" y="1"/>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8" name="Freeform 3014">
              <a:extLst>
                <a:ext uri="{FF2B5EF4-FFF2-40B4-BE49-F238E27FC236}">
                  <a16:creationId xmlns:a16="http://schemas.microsoft.com/office/drawing/2014/main" id="{48F58B10-CEE4-5E63-9F0B-5D7E34EC0A8B}"/>
                </a:ext>
              </a:extLst>
            </p:cNvPr>
            <p:cNvSpPr>
              <a:spLocks/>
            </p:cNvSpPr>
            <p:nvPr/>
          </p:nvSpPr>
          <p:spPr bwMode="auto">
            <a:xfrm rot="5094805">
              <a:off x="3054489" y="6497238"/>
              <a:ext cx="22850" cy="6855"/>
            </a:xfrm>
            <a:custGeom>
              <a:avLst/>
              <a:gdLst>
                <a:gd name="T0" fmla="*/ 9 w 9"/>
                <a:gd name="T1" fmla="*/ 0 h 3"/>
                <a:gd name="T2" fmla="*/ 4 w 9"/>
                <a:gd name="T3" fmla="*/ 2 h 3"/>
                <a:gd name="T4" fmla="*/ 0 w 9"/>
                <a:gd name="T5" fmla="*/ 2 h 3"/>
                <a:gd name="T6" fmla="*/ 4 w 9"/>
                <a:gd name="T7" fmla="*/ 1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6" y="1"/>
                    <a:pt x="6" y="2"/>
                    <a:pt x="4" y="2"/>
                  </a:cubicBezTo>
                  <a:cubicBezTo>
                    <a:pt x="2" y="3"/>
                    <a:pt x="0" y="3"/>
                    <a:pt x="0" y="2"/>
                  </a:cubicBezTo>
                  <a:cubicBezTo>
                    <a:pt x="0" y="2"/>
                    <a:pt x="2" y="1"/>
                    <a:pt x="4" y="1"/>
                  </a:cubicBezTo>
                  <a:cubicBezTo>
                    <a:pt x="6" y="0"/>
                    <a:pt x="7"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9" name="Freeform 3015">
              <a:extLst>
                <a:ext uri="{FF2B5EF4-FFF2-40B4-BE49-F238E27FC236}">
                  <a16:creationId xmlns:a16="http://schemas.microsoft.com/office/drawing/2014/main" id="{FF84BA09-3749-5661-7432-BC04F688C5E6}"/>
                </a:ext>
              </a:extLst>
            </p:cNvPr>
            <p:cNvSpPr>
              <a:spLocks/>
            </p:cNvSpPr>
            <p:nvPr/>
          </p:nvSpPr>
          <p:spPr bwMode="auto">
            <a:xfrm rot="5094805">
              <a:off x="3122813" y="6682613"/>
              <a:ext cx="25135" cy="11425"/>
            </a:xfrm>
            <a:custGeom>
              <a:avLst/>
              <a:gdLst>
                <a:gd name="T0" fmla="*/ 10 w 10"/>
                <a:gd name="T1" fmla="*/ 0 h 4"/>
                <a:gd name="T2" fmla="*/ 5 w 10"/>
                <a:gd name="T3" fmla="*/ 3 h 4"/>
                <a:gd name="T4" fmla="*/ 1 w 10"/>
                <a:gd name="T5" fmla="*/ 3 h 4"/>
                <a:gd name="T6" fmla="*/ 5 w 10"/>
                <a:gd name="T7" fmla="*/ 1 h 4"/>
                <a:gd name="T8" fmla="*/ 10 w 10"/>
                <a:gd name="T9" fmla="*/ 0 h 4"/>
              </a:gdLst>
              <a:ahLst/>
              <a:cxnLst>
                <a:cxn ang="0">
                  <a:pos x="T0" y="T1"/>
                </a:cxn>
                <a:cxn ang="0">
                  <a:pos x="T2" y="T3"/>
                </a:cxn>
                <a:cxn ang="0">
                  <a:pos x="T4" y="T5"/>
                </a:cxn>
                <a:cxn ang="0">
                  <a:pos x="T6" y="T7"/>
                </a:cxn>
                <a:cxn ang="0">
                  <a:pos x="T8" y="T9"/>
                </a:cxn>
              </a:cxnLst>
              <a:rect l="0" t="0" r="r" b="b"/>
              <a:pathLst>
                <a:path w="10" h="4">
                  <a:moveTo>
                    <a:pt x="10" y="0"/>
                  </a:moveTo>
                  <a:cubicBezTo>
                    <a:pt x="7" y="1"/>
                    <a:pt x="6" y="2"/>
                    <a:pt x="5" y="3"/>
                  </a:cubicBezTo>
                  <a:cubicBezTo>
                    <a:pt x="3" y="3"/>
                    <a:pt x="1" y="4"/>
                    <a:pt x="1" y="3"/>
                  </a:cubicBezTo>
                  <a:cubicBezTo>
                    <a:pt x="0" y="2"/>
                    <a:pt x="2" y="2"/>
                    <a:pt x="5" y="1"/>
                  </a:cubicBezTo>
                  <a:cubicBezTo>
                    <a:pt x="6" y="1"/>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0" name="Freeform 3016">
              <a:extLst>
                <a:ext uri="{FF2B5EF4-FFF2-40B4-BE49-F238E27FC236}">
                  <a16:creationId xmlns:a16="http://schemas.microsoft.com/office/drawing/2014/main" id="{6620D171-67B1-4945-0F38-4AC295F9B0F3}"/>
                </a:ext>
              </a:extLst>
            </p:cNvPr>
            <p:cNvSpPr>
              <a:spLocks/>
            </p:cNvSpPr>
            <p:nvPr/>
          </p:nvSpPr>
          <p:spPr bwMode="auto">
            <a:xfrm rot="5094805">
              <a:off x="2140343" y="1373834"/>
              <a:ext cx="15995" cy="22850"/>
            </a:xfrm>
            <a:custGeom>
              <a:avLst/>
              <a:gdLst>
                <a:gd name="T0" fmla="*/ 3 w 6"/>
                <a:gd name="T1" fmla="*/ 0 h 10"/>
                <a:gd name="T2" fmla="*/ 6 w 6"/>
                <a:gd name="T3" fmla="*/ 6 h 10"/>
                <a:gd name="T4" fmla="*/ 4 w 6"/>
                <a:gd name="T5" fmla="*/ 10 h 10"/>
                <a:gd name="T6" fmla="*/ 0 w 6"/>
                <a:gd name="T7" fmla="*/ 6 h 10"/>
                <a:gd name="T8" fmla="*/ 3 w 6"/>
                <a:gd name="T9" fmla="*/ 0 h 10"/>
              </a:gdLst>
              <a:ahLst/>
              <a:cxnLst>
                <a:cxn ang="0">
                  <a:pos x="T0" y="T1"/>
                </a:cxn>
                <a:cxn ang="0">
                  <a:pos x="T2" y="T3"/>
                </a:cxn>
                <a:cxn ang="0">
                  <a:pos x="T4" y="T5"/>
                </a:cxn>
                <a:cxn ang="0">
                  <a:pos x="T6" y="T7"/>
                </a:cxn>
                <a:cxn ang="0">
                  <a:pos x="T8" y="T9"/>
                </a:cxn>
              </a:cxnLst>
              <a:rect l="0" t="0" r="r" b="b"/>
              <a:pathLst>
                <a:path w="6" h="10">
                  <a:moveTo>
                    <a:pt x="3" y="0"/>
                  </a:moveTo>
                  <a:cubicBezTo>
                    <a:pt x="4" y="2"/>
                    <a:pt x="6" y="4"/>
                    <a:pt x="6" y="6"/>
                  </a:cubicBezTo>
                  <a:cubicBezTo>
                    <a:pt x="6" y="7"/>
                    <a:pt x="5" y="10"/>
                    <a:pt x="4" y="10"/>
                  </a:cubicBezTo>
                  <a:cubicBezTo>
                    <a:pt x="3" y="10"/>
                    <a:pt x="1" y="7"/>
                    <a:pt x="0" y="6"/>
                  </a:cubicBezTo>
                  <a:cubicBezTo>
                    <a:pt x="0" y="4"/>
                    <a:pt x="1"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1" name="Freeform 3017">
              <a:extLst>
                <a:ext uri="{FF2B5EF4-FFF2-40B4-BE49-F238E27FC236}">
                  <a16:creationId xmlns:a16="http://schemas.microsoft.com/office/drawing/2014/main" id="{99DCF427-E7C8-8CBE-1BD6-F0B33B1ADB8B}"/>
                </a:ext>
              </a:extLst>
            </p:cNvPr>
            <p:cNvSpPr>
              <a:spLocks/>
            </p:cNvSpPr>
            <p:nvPr/>
          </p:nvSpPr>
          <p:spPr bwMode="auto">
            <a:xfrm rot="5094805">
              <a:off x="2153117" y="1565509"/>
              <a:ext cx="13710" cy="29705"/>
            </a:xfrm>
            <a:custGeom>
              <a:avLst/>
              <a:gdLst>
                <a:gd name="T0" fmla="*/ 2 w 6"/>
                <a:gd name="T1" fmla="*/ 0 h 12"/>
                <a:gd name="T2" fmla="*/ 5 w 6"/>
                <a:gd name="T3" fmla="*/ 7 h 12"/>
                <a:gd name="T4" fmla="*/ 3 w 6"/>
                <a:gd name="T5" fmla="*/ 12 h 12"/>
                <a:gd name="T6" fmla="*/ 0 w 6"/>
                <a:gd name="T7" fmla="*/ 7 h 12"/>
                <a:gd name="T8" fmla="*/ 2 w 6"/>
                <a:gd name="T9" fmla="*/ 0 h 12"/>
              </a:gdLst>
              <a:ahLst/>
              <a:cxnLst>
                <a:cxn ang="0">
                  <a:pos x="T0" y="T1"/>
                </a:cxn>
                <a:cxn ang="0">
                  <a:pos x="T2" y="T3"/>
                </a:cxn>
                <a:cxn ang="0">
                  <a:pos x="T4" y="T5"/>
                </a:cxn>
                <a:cxn ang="0">
                  <a:pos x="T6" y="T7"/>
                </a:cxn>
                <a:cxn ang="0">
                  <a:pos x="T8" y="T9"/>
                </a:cxn>
              </a:cxnLst>
              <a:rect l="0" t="0" r="r" b="b"/>
              <a:pathLst>
                <a:path w="6" h="12">
                  <a:moveTo>
                    <a:pt x="2" y="0"/>
                  </a:moveTo>
                  <a:cubicBezTo>
                    <a:pt x="4" y="3"/>
                    <a:pt x="5" y="5"/>
                    <a:pt x="5" y="7"/>
                  </a:cubicBezTo>
                  <a:cubicBezTo>
                    <a:pt x="6" y="9"/>
                    <a:pt x="4" y="12"/>
                    <a:pt x="3" y="12"/>
                  </a:cubicBezTo>
                  <a:cubicBezTo>
                    <a:pt x="2" y="12"/>
                    <a:pt x="0" y="9"/>
                    <a:pt x="0" y="7"/>
                  </a:cubicBezTo>
                  <a:cubicBezTo>
                    <a:pt x="0" y="5"/>
                    <a:pt x="1" y="3"/>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2" name="Freeform 3018">
              <a:extLst>
                <a:ext uri="{FF2B5EF4-FFF2-40B4-BE49-F238E27FC236}">
                  <a16:creationId xmlns:a16="http://schemas.microsoft.com/office/drawing/2014/main" id="{3CD84B23-BBFB-51C4-8DBF-5ACA00D6FA44}"/>
                </a:ext>
              </a:extLst>
            </p:cNvPr>
            <p:cNvSpPr>
              <a:spLocks/>
            </p:cNvSpPr>
            <p:nvPr/>
          </p:nvSpPr>
          <p:spPr bwMode="auto">
            <a:xfrm rot="5094805">
              <a:off x="2170328" y="1758764"/>
              <a:ext cx="18280" cy="29705"/>
            </a:xfrm>
            <a:custGeom>
              <a:avLst/>
              <a:gdLst>
                <a:gd name="T0" fmla="*/ 7 w 7"/>
                <a:gd name="T1" fmla="*/ 10 h 12"/>
                <a:gd name="T2" fmla="*/ 2 w 7"/>
                <a:gd name="T3" fmla="*/ 11 h 12"/>
                <a:gd name="T4" fmla="*/ 1 w 7"/>
                <a:gd name="T5" fmla="*/ 4 h 12"/>
                <a:gd name="T6" fmla="*/ 4 w 7"/>
                <a:gd name="T7" fmla="*/ 1 h 12"/>
                <a:gd name="T8" fmla="*/ 7 w 7"/>
                <a:gd name="T9" fmla="*/ 10 h 12"/>
              </a:gdLst>
              <a:ahLst/>
              <a:cxnLst>
                <a:cxn ang="0">
                  <a:pos x="T0" y="T1"/>
                </a:cxn>
                <a:cxn ang="0">
                  <a:pos x="T2" y="T3"/>
                </a:cxn>
                <a:cxn ang="0">
                  <a:pos x="T4" y="T5"/>
                </a:cxn>
                <a:cxn ang="0">
                  <a:pos x="T6" y="T7"/>
                </a:cxn>
                <a:cxn ang="0">
                  <a:pos x="T8" y="T9"/>
                </a:cxn>
              </a:cxnLst>
              <a:rect l="0" t="0" r="r" b="b"/>
              <a:pathLst>
                <a:path w="7" h="12">
                  <a:moveTo>
                    <a:pt x="7" y="10"/>
                  </a:moveTo>
                  <a:cubicBezTo>
                    <a:pt x="5" y="11"/>
                    <a:pt x="3" y="12"/>
                    <a:pt x="2" y="11"/>
                  </a:cubicBezTo>
                  <a:cubicBezTo>
                    <a:pt x="1" y="10"/>
                    <a:pt x="0" y="5"/>
                    <a:pt x="1" y="4"/>
                  </a:cubicBezTo>
                  <a:cubicBezTo>
                    <a:pt x="1" y="2"/>
                    <a:pt x="3" y="0"/>
                    <a:pt x="4" y="1"/>
                  </a:cubicBezTo>
                  <a:cubicBezTo>
                    <a:pt x="5" y="2"/>
                    <a:pt x="6" y="6"/>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3" name="Freeform 3020">
              <a:extLst>
                <a:ext uri="{FF2B5EF4-FFF2-40B4-BE49-F238E27FC236}">
                  <a16:creationId xmlns:a16="http://schemas.microsoft.com/office/drawing/2014/main" id="{7E900ECB-6873-119B-1D64-F8A8B2910812}"/>
                </a:ext>
              </a:extLst>
            </p:cNvPr>
            <p:cNvSpPr>
              <a:spLocks/>
            </p:cNvSpPr>
            <p:nvPr/>
          </p:nvSpPr>
          <p:spPr bwMode="auto">
            <a:xfrm rot="5094805">
              <a:off x="2204521" y="1947382"/>
              <a:ext cx="15995" cy="34275"/>
            </a:xfrm>
            <a:custGeom>
              <a:avLst/>
              <a:gdLst>
                <a:gd name="T0" fmla="*/ 6 w 6"/>
                <a:gd name="T1" fmla="*/ 9 h 14"/>
                <a:gd name="T2" fmla="*/ 3 w 6"/>
                <a:gd name="T3" fmla="*/ 13 h 14"/>
                <a:gd name="T4" fmla="*/ 0 w 6"/>
                <a:gd name="T5" fmla="*/ 6 h 14"/>
                <a:gd name="T6" fmla="*/ 2 w 6"/>
                <a:gd name="T7" fmla="*/ 0 h 14"/>
                <a:gd name="T8" fmla="*/ 6 w 6"/>
                <a:gd name="T9" fmla="*/ 9 h 14"/>
              </a:gdLst>
              <a:ahLst/>
              <a:cxnLst>
                <a:cxn ang="0">
                  <a:pos x="T0" y="T1"/>
                </a:cxn>
                <a:cxn ang="0">
                  <a:pos x="T2" y="T3"/>
                </a:cxn>
                <a:cxn ang="0">
                  <a:pos x="T4" y="T5"/>
                </a:cxn>
                <a:cxn ang="0">
                  <a:pos x="T6" y="T7"/>
                </a:cxn>
                <a:cxn ang="0">
                  <a:pos x="T8" y="T9"/>
                </a:cxn>
              </a:cxnLst>
              <a:rect l="0" t="0" r="r" b="b"/>
              <a:pathLst>
                <a:path w="6" h="14">
                  <a:moveTo>
                    <a:pt x="6" y="9"/>
                  </a:moveTo>
                  <a:cubicBezTo>
                    <a:pt x="5" y="11"/>
                    <a:pt x="4" y="14"/>
                    <a:pt x="3" y="13"/>
                  </a:cubicBezTo>
                  <a:cubicBezTo>
                    <a:pt x="1" y="12"/>
                    <a:pt x="0" y="8"/>
                    <a:pt x="0" y="6"/>
                  </a:cubicBezTo>
                  <a:cubicBezTo>
                    <a:pt x="0" y="3"/>
                    <a:pt x="1" y="0"/>
                    <a:pt x="2" y="0"/>
                  </a:cubicBezTo>
                  <a:cubicBezTo>
                    <a:pt x="3" y="0"/>
                    <a:pt x="5" y="5"/>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4" name="Freeform 3021">
              <a:extLst>
                <a:ext uri="{FF2B5EF4-FFF2-40B4-BE49-F238E27FC236}">
                  <a16:creationId xmlns:a16="http://schemas.microsoft.com/office/drawing/2014/main" id="{8EFDCF8A-ED5E-A391-EB62-B88F9D4C04D1}"/>
                </a:ext>
              </a:extLst>
            </p:cNvPr>
            <p:cNvSpPr>
              <a:spLocks/>
            </p:cNvSpPr>
            <p:nvPr/>
          </p:nvSpPr>
          <p:spPr bwMode="auto">
            <a:xfrm rot="5094805">
              <a:off x="2250287" y="2139344"/>
              <a:ext cx="18280" cy="34275"/>
            </a:xfrm>
            <a:custGeom>
              <a:avLst/>
              <a:gdLst>
                <a:gd name="T0" fmla="*/ 8 w 8"/>
                <a:gd name="T1" fmla="*/ 8 h 14"/>
                <a:gd name="T2" fmla="*/ 4 w 8"/>
                <a:gd name="T3" fmla="*/ 14 h 14"/>
                <a:gd name="T4" fmla="*/ 0 w 8"/>
                <a:gd name="T5" fmla="*/ 8 h 14"/>
                <a:gd name="T6" fmla="*/ 2 w 8"/>
                <a:gd name="T7" fmla="*/ 0 h 14"/>
                <a:gd name="T8" fmla="*/ 8 w 8"/>
                <a:gd name="T9" fmla="*/ 8 h 14"/>
              </a:gdLst>
              <a:ahLst/>
              <a:cxnLst>
                <a:cxn ang="0">
                  <a:pos x="T0" y="T1"/>
                </a:cxn>
                <a:cxn ang="0">
                  <a:pos x="T2" y="T3"/>
                </a:cxn>
                <a:cxn ang="0">
                  <a:pos x="T4" y="T5"/>
                </a:cxn>
                <a:cxn ang="0">
                  <a:pos x="T6" y="T7"/>
                </a:cxn>
                <a:cxn ang="0">
                  <a:pos x="T8" y="T9"/>
                </a:cxn>
              </a:cxnLst>
              <a:rect l="0" t="0" r="r" b="b"/>
              <a:pathLst>
                <a:path w="8" h="14">
                  <a:moveTo>
                    <a:pt x="8" y="8"/>
                  </a:moveTo>
                  <a:cubicBezTo>
                    <a:pt x="6" y="11"/>
                    <a:pt x="5" y="14"/>
                    <a:pt x="4" y="14"/>
                  </a:cubicBezTo>
                  <a:cubicBezTo>
                    <a:pt x="3" y="14"/>
                    <a:pt x="1" y="10"/>
                    <a:pt x="0" y="8"/>
                  </a:cubicBezTo>
                  <a:cubicBezTo>
                    <a:pt x="0" y="6"/>
                    <a:pt x="1" y="1"/>
                    <a:pt x="2" y="0"/>
                  </a:cubicBezTo>
                  <a:cubicBezTo>
                    <a:pt x="3" y="0"/>
                    <a:pt x="4" y="3"/>
                    <a:pt x="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5" name="Freeform 3022">
              <a:extLst>
                <a:ext uri="{FF2B5EF4-FFF2-40B4-BE49-F238E27FC236}">
                  <a16:creationId xmlns:a16="http://schemas.microsoft.com/office/drawing/2014/main" id="{11A2E682-9671-1C85-495C-D124D1EABE0D}"/>
                </a:ext>
              </a:extLst>
            </p:cNvPr>
            <p:cNvSpPr>
              <a:spLocks/>
            </p:cNvSpPr>
            <p:nvPr/>
          </p:nvSpPr>
          <p:spPr bwMode="auto">
            <a:xfrm rot="5094805">
              <a:off x="2312631" y="2319831"/>
              <a:ext cx="13710" cy="43415"/>
            </a:xfrm>
            <a:custGeom>
              <a:avLst/>
              <a:gdLst>
                <a:gd name="T0" fmla="*/ 1 w 6"/>
                <a:gd name="T1" fmla="*/ 0 h 18"/>
                <a:gd name="T2" fmla="*/ 5 w 6"/>
                <a:gd name="T3" fmla="*/ 8 h 18"/>
                <a:gd name="T4" fmla="*/ 4 w 6"/>
                <a:gd name="T5" fmla="*/ 18 h 18"/>
                <a:gd name="T6" fmla="*/ 0 w 6"/>
                <a:gd name="T7" fmla="*/ 12 h 18"/>
                <a:gd name="T8" fmla="*/ 1 w 6"/>
                <a:gd name="T9" fmla="*/ 0 h 18"/>
              </a:gdLst>
              <a:ahLst/>
              <a:cxnLst>
                <a:cxn ang="0">
                  <a:pos x="T0" y="T1"/>
                </a:cxn>
                <a:cxn ang="0">
                  <a:pos x="T2" y="T3"/>
                </a:cxn>
                <a:cxn ang="0">
                  <a:pos x="T4" y="T5"/>
                </a:cxn>
                <a:cxn ang="0">
                  <a:pos x="T6" y="T7"/>
                </a:cxn>
                <a:cxn ang="0">
                  <a:pos x="T8" y="T9"/>
                </a:cxn>
              </a:cxnLst>
              <a:rect l="0" t="0" r="r" b="b"/>
              <a:pathLst>
                <a:path w="6" h="18">
                  <a:moveTo>
                    <a:pt x="1" y="0"/>
                  </a:moveTo>
                  <a:cubicBezTo>
                    <a:pt x="3" y="4"/>
                    <a:pt x="5" y="6"/>
                    <a:pt x="5" y="8"/>
                  </a:cubicBezTo>
                  <a:cubicBezTo>
                    <a:pt x="6" y="11"/>
                    <a:pt x="5" y="15"/>
                    <a:pt x="4" y="18"/>
                  </a:cubicBezTo>
                  <a:cubicBezTo>
                    <a:pt x="3" y="16"/>
                    <a:pt x="1" y="15"/>
                    <a:pt x="0" y="12"/>
                  </a:cubicBezTo>
                  <a:cubicBezTo>
                    <a:pt x="0" y="10"/>
                    <a:pt x="1" y="6"/>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6" name="Freeform 3023">
              <a:extLst>
                <a:ext uri="{FF2B5EF4-FFF2-40B4-BE49-F238E27FC236}">
                  <a16:creationId xmlns:a16="http://schemas.microsoft.com/office/drawing/2014/main" id="{E590EEF5-F40E-BA18-EE0A-D3B8914068C0}"/>
                </a:ext>
              </a:extLst>
            </p:cNvPr>
            <p:cNvSpPr>
              <a:spLocks/>
            </p:cNvSpPr>
            <p:nvPr/>
          </p:nvSpPr>
          <p:spPr bwMode="auto">
            <a:xfrm rot="5094805">
              <a:off x="2339148" y="2516837"/>
              <a:ext cx="18280" cy="38845"/>
            </a:xfrm>
            <a:custGeom>
              <a:avLst/>
              <a:gdLst>
                <a:gd name="T0" fmla="*/ 7 w 7"/>
                <a:gd name="T1" fmla="*/ 10 h 15"/>
                <a:gd name="T2" fmla="*/ 3 w 7"/>
                <a:gd name="T3" fmla="*/ 14 h 15"/>
                <a:gd name="T4" fmla="*/ 0 w 7"/>
                <a:gd name="T5" fmla="*/ 6 h 15"/>
                <a:gd name="T6" fmla="*/ 3 w 7"/>
                <a:gd name="T7" fmla="*/ 0 h 15"/>
                <a:gd name="T8" fmla="*/ 7 w 7"/>
                <a:gd name="T9" fmla="*/ 10 h 15"/>
              </a:gdLst>
              <a:ahLst/>
              <a:cxnLst>
                <a:cxn ang="0">
                  <a:pos x="T0" y="T1"/>
                </a:cxn>
                <a:cxn ang="0">
                  <a:pos x="T2" y="T3"/>
                </a:cxn>
                <a:cxn ang="0">
                  <a:pos x="T4" y="T5"/>
                </a:cxn>
                <a:cxn ang="0">
                  <a:pos x="T6" y="T7"/>
                </a:cxn>
                <a:cxn ang="0">
                  <a:pos x="T8" y="T9"/>
                </a:cxn>
              </a:cxnLst>
              <a:rect l="0" t="0" r="r" b="b"/>
              <a:pathLst>
                <a:path w="7" h="15">
                  <a:moveTo>
                    <a:pt x="7" y="10"/>
                  </a:moveTo>
                  <a:cubicBezTo>
                    <a:pt x="5" y="12"/>
                    <a:pt x="4" y="15"/>
                    <a:pt x="3" y="14"/>
                  </a:cubicBezTo>
                  <a:cubicBezTo>
                    <a:pt x="2" y="14"/>
                    <a:pt x="0" y="8"/>
                    <a:pt x="0" y="6"/>
                  </a:cubicBezTo>
                  <a:cubicBezTo>
                    <a:pt x="0" y="3"/>
                    <a:pt x="2" y="0"/>
                    <a:pt x="3" y="0"/>
                  </a:cubicBezTo>
                  <a:cubicBezTo>
                    <a:pt x="4" y="0"/>
                    <a:pt x="5" y="5"/>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7" name="Freeform 3024">
              <a:extLst>
                <a:ext uri="{FF2B5EF4-FFF2-40B4-BE49-F238E27FC236}">
                  <a16:creationId xmlns:a16="http://schemas.microsoft.com/office/drawing/2014/main" id="{B5C5713F-F7DF-F8DD-C67B-EA9E75B2AE84}"/>
                </a:ext>
              </a:extLst>
            </p:cNvPr>
            <p:cNvSpPr>
              <a:spLocks/>
            </p:cNvSpPr>
            <p:nvPr/>
          </p:nvSpPr>
          <p:spPr bwMode="auto">
            <a:xfrm rot="5094805">
              <a:off x="2338565" y="2716468"/>
              <a:ext cx="18280" cy="38845"/>
            </a:xfrm>
            <a:custGeom>
              <a:avLst/>
              <a:gdLst>
                <a:gd name="T0" fmla="*/ 8 w 8"/>
                <a:gd name="T1" fmla="*/ 10 h 16"/>
                <a:gd name="T2" fmla="*/ 4 w 8"/>
                <a:gd name="T3" fmla="*/ 15 h 16"/>
                <a:gd name="T4" fmla="*/ 0 w 8"/>
                <a:gd name="T5" fmla="*/ 8 h 16"/>
                <a:gd name="T6" fmla="*/ 2 w 8"/>
                <a:gd name="T7" fmla="*/ 1 h 16"/>
                <a:gd name="T8" fmla="*/ 8 w 8"/>
                <a:gd name="T9" fmla="*/ 10 h 16"/>
              </a:gdLst>
              <a:ahLst/>
              <a:cxnLst>
                <a:cxn ang="0">
                  <a:pos x="T0" y="T1"/>
                </a:cxn>
                <a:cxn ang="0">
                  <a:pos x="T2" y="T3"/>
                </a:cxn>
                <a:cxn ang="0">
                  <a:pos x="T4" y="T5"/>
                </a:cxn>
                <a:cxn ang="0">
                  <a:pos x="T6" y="T7"/>
                </a:cxn>
                <a:cxn ang="0">
                  <a:pos x="T8" y="T9"/>
                </a:cxn>
              </a:cxnLst>
              <a:rect l="0" t="0" r="r" b="b"/>
              <a:pathLst>
                <a:path w="8" h="16">
                  <a:moveTo>
                    <a:pt x="8" y="10"/>
                  </a:moveTo>
                  <a:cubicBezTo>
                    <a:pt x="6" y="13"/>
                    <a:pt x="5" y="16"/>
                    <a:pt x="4" y="15"/>
                  </a:cubicBezTo>
                  <a:cubicBezTo>
                    <a:pt x="2" y="15"/>
                    <a:pt x="1" y="11"/>
                    <a:pt x="0" y="8"/>
                  </a:cubicBezTo>
                  <a:cubicBezTo>
                    <a:pt x="0" y="6"/>
                    <a:pt x="1" y="1"/>
                    <a:pt x="2" y="1"/>
                  </a:cubicBezTo>
                  <a:cubicBezTo>
                    <a:pt x="3" y="0"/>
                    <a:pt x="4" y="4"/>
                    <a:pt x="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8" name="Freeform 3025">
              <a:extLst>
                <a:ext uri="{FF2B5EF4-FFF2-40B4-BE49-F238E27FC236}">
                  <a16:creationId xmlns:a16="http://schemas.microsoft.com/office/drawing/2014/main" id="{ABAA1B82-41F2-8F74-420A-045EE939FD90}"/>
                </a:ext>
              </a:extLst>
            </p:cNvPr>
            <p:cNvSpPr>
              <a:spLocks/>
            </p:cNvSpPr>
            <p:nvPr/>
          </p:nvSpPr>
          <p:spPr bwMode="auto">
            <a:xfrm rot="5094805">
              <a:off x="2317296" y="2915646"/>
              <a:ext cx="18280" cy="38845"/>
            </a:xfrm>
            <a:custGeom>
              <a:avLst/>
              <a:gdLst>
                <a:gd name="T0" fmla="*/ 7 w 7"/>
                <a:gd name="T1" fmla="*/ 11 h 16"/>
                <a:gd name="T2" fmla="*/ 3 w 7"/>
                <a:gd name="T3" fmla="*/ 15 h 16"/>
                <a:gd name="T4" fmla="*/ 0 w 7"/>
                <a:gd name="T5" fmla="*/ 6 h 16"/>
                <a:gd name="T6" fmla="*/ 3 w 7"/>
                <a:gd name="T7" fmla="*/ 1 h 16"/>
                <a:gd name="T8" fmla="*/ 7 w 7"/>
                <a:gd name="T9" fmla="*/ 11 h 16"/>
              </a:gdLst>
              <a:ahLst/>
              <a:cxnLst>
                <a:cxn ang="0">
                  <a:pos x="T0" y="T1"/>
                </a:cxn>
                <a:cxn ang="0">
                  <a:pos x="T2" y="T3"/>
                </a:cxn>
                <a:cxn ang="0">
                  <a:pos x="T4" y="T5"/>
                </a:cxn>
                <a:cxn ang="0">
                  <a:pos x="T6" y="T7"/>
                </a:cxn>
                <a:cxn ang="0">
                  <a:pos x="T8" y="T9"/>
                </a:cxn>
              </a:cxnLst>
              <a:rect l="0" t="0" r="r" b="b"/>
              <a:pathLst>
                <a:path w="7" h="16">
                  <a:moveTo>
                    <a:pt x="7" y="11"/>
                  </a:moveTo>
                  <a:cubicBezTo>
                    <a:pt x="5" y="13"/>
                    <a:pt x="4" y="16"/>
                    <a:pt x="3" y="15"/>
                  </a:cubicBezTo>
                  <a:cubicBezTo>
                    <a:pt x="2" y="14"/>
                    <a:pt x="0" y="8"/>
                    <a:pt x="0" y="6"/>
                  </a:cubicBezTo>
                  <a:cubicBezTo>
                    <a:pt x="0" y="3"/>
                    <a:pt x="2" y="0"/>
                    <a:pt x="3" y="1"/>
                  </a:cubicBezTo>
                  <a:cubicBezTo>
                    <a:pt x="4" y="1"/>
                    <a:pt x="5" y="6"/>
                    <a:pt x="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9" name="Freeform 3026">
              <a:extLst>
                <a:ext uri="{FF2B5EF4-FFF2-40B4-BE49-F238E27FC236}">
                  <a16:creationId xmlns:a16="http://schemas.microsoft.com/office/drawing/2014/main" id="{4A9F6375-C38C-31DE-79C6-17A197DBC88D}"/>
                </a:ext>
              </a:extLst>
            </p:cNvPr>
            <p:cNvSpPr>
              <a:spLocks/>
            </p:cNvSpPr>
            <p:nvPr/>
          </p:nvSpPr>
          <p:spPr bwMode="auto">
            <a:xfrm rot="5094805">
              <a:off x="2287029" y="3118016"/>
              <a:ext cx="15995" cy="36560"/>
            </a:xfrm>
            <a:custGeom>
              <a:avLst/>
              <a:gdLst>
                <a:gd name="T0" fmla="*/ 0 w 7"/>
                <a:gd name="T1" fmla="*/ 5 h 15"/>
                <a:gd name="T2" fmla="*/ 4 w 7"/>
                <a:gd name="T3" fmla="*/ 0 h 15"/>
                <a:gd name="T4" fmla="*/ 7 w 7"/>
                <a:gd name="T5" fmla="*/ 10 h 15"/>
                <a:gd name="T6" fmla="*/ 4 w 7"/>
                <a:gd name="T7" fmla="*/ 14 h 15"/>
                <a:gd name="T8" fmla="*/ 0 w 7"/>
                <a:gd name="T9" fmla="*/ 5 h 15"/>
              </a:gdLst>
              <a:ahLst/>
              <a:cxnLst>
                <a:cxn ang="0">
                  <a:pos x="T0" y="T1"/>
                </a:cxn>
                <a:cxn ang="0">
                  <a:pos x="T2" y="T3"/>
                </a:cxn>
                <a:cxn ang="0">
                  <a:pos x="T4" y="T5"/>
                </a:cxn>
                <a:cxn ang="0">
                  <a:pos x="T6" y="T7"/>
                </a:cxn>
                <a:cxn ang="0">
                  <a:pos x="T8" y="T9"/>
                </a:cxn>
              </a:cxnLst>
              <a:rect l="0" t="0" r="r" b="b"/>
              <a:pathLst>
                <a:path w="7" h="15">
                  <a:moveTo>
                    <a:pt x="0" y="5"/>
                  </a:moveTo>
                  <a:cubicBezTo>
                    <a:pt x="2" y="3"/>
                    <a:pt x="3" y="0"/>
                    <a:pt x="4" y="0"/>
                  </a:cubicBezTo>
                  <a:cubicBezTo>
                    <a:pt x="5" y="1"/>
                    <a:pt x="7" y="7"/>
                    <a:pt x="7" y="10"/>
                  </a:cubicBezTo>
                  <a:cubicBezTo>
                    <a:pt x="7" y="12"/>
                    <a:pt x="5" y="15"/>
                    <a:pt x="4" y="14"/>
                  </a:cubicBezTo>
                  <a:cubicBezTo>
                    <a:pt x="3" y="13"/>
                    <a:pt x="2" y="9"/>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0" name="Freeform 3027">
              <a:extLst>
                <a:ext uri="{FF2B5EF4-FFF2-40B4-BE49-F238E27FC236}">
                  <a16:creationId xmlns:a16="http://schemas.microsoft.com/office/drawing/2014/main" id="{F72C5BC3-9055-B397-87B0-037699AF73B1}"/>
                </a:ext>
              </a:extLst>
            </p:cNvPr>
            <p:cNvSpPr>
              <a:spLocks/>
            </p:cNvSpPr>
            <p:nvPr/>
          </p:nvSpPr>
          <p:spPr bwMode="auto">
            <a:xfrm rot="5094805">
              <a:off x="2260669" y="3325469"/>
              <a:ext cx="20565" cy="34275"/>
            </a:xfrm>
            <a:custGeom>
              <a:avLst/>
              <a:gdLst>
                <a:gd name="T0" fmla="*/ 8 w 8"/>
                <a:gd name="T1" fmla="*/ 7 h 14"/>
                <a:gd name="T2" fmla="*/ 3 w 8"/>
                <a:gd name="T3" fmla="*/ 14 h 14"/>
                <a:gd name="T4" fmla="*/ 0 w 8"/>
                <a:gd name="T5" fmla="*/ 6 h 14"/>
                <a:gd name="T6" fmla="*/ 3 w 8"/>
                <a:gd name="T7" fmla="*/ 0 h 14"/>
                <a:gd name="T8" fmla="*/ 8 w 8"/>
                <a:gd name="T9" fmla="*/ 7 h 14"/>
              </a:gdLst>
              <a:ahLst/>
              <a:cxnLst>
                <a:cxn ang="0">
                  <a:pos x="T0" y="T1"/>
                </a:cxn>
                <a:cxn ang="0">
                  <a:pos x="T2" y="T3"/>
                </a:cxn>
                <a:cxn ang="0">
                  <a:pos x="T4" y="T5"/>
                </a:cxn>
                <a:cxn ang="0">
                  <a:pos x="T6" y="T7"/>
                </a:cxn>
                <a:cxn ang="0">
                  <a:pos x="T8" y="T9"/>
                </a:cxn>
              </a:cxnLst>
              <a:rect l="0" t="0" r="r" b="b"/>
              <a:pathLst>
                <a:path w="8" h="14">
                  <a:moveTo>
                    <a:pt x="8" y="7"/>
                  </a:moveTo>
                  <a:cubicBezTo>
                    <a:pt x="5" y="11"/>
                    <a:pt x="4" y="14"/>
                    <a:pt x="3" y="14"/>
                  </a:cubicBezTo>
                  <a:cubicBezTo>
                    <a:pt x="2" y="13"/>
                    <a:pt x="1" y="9"/>
                    <a:pt x="0" y="6"/>
                  </a:cubicBezTo>
                  <a:cubicBezTo>
                    <a:pt x="1" y="4"/>
                    <a:pt x="2" y="0"/>
                    <a:pt x="3" y="0"/>
                  </a:cubicBezTo>
                  <a:cubicBezTo>
                    <a:pt x="4" y="0"/>
                    <a:pt x="6" y="4"/>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1" name="Freeform 3028">
              <a:extLst>
                <a:ext uri="{FF2B5EF4-FFF2-40B4-BE49-F238E27FC236}">
                  <a16:creationId xmlns:a16="http://schemas.microsoft.com/office/drawing/2014/main" id="{DC3418F5-549A-1365-A291-3F2EC575339F}"/>
                </a:ext>
              </a:extLst>
            </p:cNvPr>
            <p:cNvSpPr>
              <a:spLocks/>
            </p:cNvSpPr>
            <p:nvPr/>
          </p:nvSpPr>
          <p:spPr bwMode="auto">
            <a:xfrm rot="5094805">
              <a:off x="2255341" y="3523431"/>
              <a:ext cx="15995" cy="34275"/>
            </a:xfrm>
            <a:custGeom>
              <a:avLst/>
              <a:gdLst>
                <a:gd name="T0" fmla="*/ 7 w 7"/>
                <a:gd name="T1" fmla="*/ 6 h 14"/>
                <a:gd name="T2" fmla="*/ 5 w 7"/>
                <a:gd name="T3" fmla="*/ 14 h 14"/>
                <a:gd name="T4" fmla="*/ 1 w 7"/>
                <a:gd name="T5" fmla="*/ 9 h 14"/>
                <a:gd name="T6" fmla="*/ 2 w 7"/>
                <a:gd name="T7" fmla="*/ 1 h 14"/>
                <a:gd name="T8" fmla="*/ 7 w 7"/>
                <a:gd name="T9" fmla="*/ 6 h 14"/>
              </a:gdLst>
              <a:ahLst/>
              <a:cxnLst>
                <a:cxn ang="0">
                  <a:pos x="T0" y="T1"/>
                </a:cxn>
                <a:cxn ang="0">
                  <a:pos x="T2" y="T3"/>
                </a:cxn>
                <a:cxn ang="0">
                  <a:pos x="T4" y="T5"/>
                </a:cxn>
                <a:cxn ang="0">
                  <a:pos x="T6" y="T7"/>
                </a:cxn>
                <a:cxn ang="0">
                  <a:pos x="T8" y="T9"/>
                </a:cxn>
              </a:cxnLst>
              <a:rect l="0" t="0" r="r" b="b"/>
              <a:pathLst>
                <a:path w="7" h="14">
                  <a:moveTo>
                    <a:pt x="7" y="6"/>
                  </a:moveTo>
                  <a:cubicBezTo>
                    <a:pt x="6" y="9"/>
                    <a:pt x="6" y="14"/>
                    <a:pt x="5" y="14"/>
                  </a:cubicBezTo>
                  <a:cubicBezTo>
                    <a:pt x="4" y="14"/>
                    <a:pt x="1" y="11"/>
                    <a:pt x="1" y="9"/>
                  </a:cubicBezTo>
                  <a:cubicBezTo>
                    <a:pt x="0" y="7"/>
                    <a:pt x="1" y="2"/>
                    <a:pt x="2" y="1"/>
                  </a:cubicBezTo>
                  <a:cubicBezTo>
                    <a:pt x="3" y="0"/>
                    <a:pt x="5" y="4"/>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2" name="Freeform 3029">
              <a:extLst>
                <a:ext uri="{FF2B5EF4-FFF2-40B4-BE49-F238E27FC236}">
                  <a16:creationId xmlns:a16="http://schemas.microsoft.com/office/drawing/2014/main" id="{21F66E0B-5AE5-7A27-FFBD-C48665E0B6D5}"/>
                </a:ext>
              </a:extLst>
            </p:cNvPr>
            <p:cNvSpPr>
              <a:spLocks/>
            </p:cNvSpPr>
            <p:nvPr/>
          </p:nvSpPr>
          <p:spPr bwMode="auto">
            <a:xfrm rot="5094805">
              <a:off x="2274192" y="3724459"/>
              <a:ext cx="22850" cy="29705"/>
            </a:xfrm>
            <a:custGeom>
              <a:avLst/>
              <a:gdLst>
                <a:gd name="T0" fmla="*/ 9 w 9"/>
                <a:gd name="T1" fmla="*/ 7 h 12"/>
                <a:gd name="T2" fmla="*/ 4 w 9"/>
                <a:gd name="T3" fmla="*/ 12 h 12"/>
                <a:gd name="T4" fmla="*/ 0 w 9"/>
                <a:gd name="T5" fmla="*/ 7 h 12"/>
                <a:gd name="T6" fmla="*/ 2 w 9"/>
                <a:gd name="T7" fmla="*/ 0 h 12"/>
                <a:gd name="T8" fmla="*/ 9 w 9"/>
                <a:gd name="T9" fmla="*/ 7 h 12"/>
              </a:gdLst>
              <a:ahLst/>
              <a:cxnLst>
                <a:cxn ang="0">
                  <a:pos x="T0" y="T1"/>
                </a:cxn>
                <a:cxn ang="0">
                  <a:pos x="T2" y="T3"/>
                </a:cxn>
                <a:cxn ang="0">
                  <a:pos x="T4" y="T5"/>
                </a:cxn>
                <a:cxn ang="0">
                  <a:pos x="T6" y="T7"/>
                </a:cxn>
                <a:cxn ang="0">
                  <a:pos x="T8" y="T9"/>
                </a:cxn>
              </a:cxnLst>
              <a:rect l="0" t="0" r="r" b="b"/>
              <a:pathLst>
                <a:path w="9" h="12">
                  <a:moveTo>
                    <a:pt x="9" y="7"/>
                  </a:moveTo>
                  <a:cubicBezTo>
                    <a:pt x="6" y="10"/>
                    <a:pt x="5" y="12"/>
                    <a:pt x="4" y="12"/>
                  </a:cubicBezTo>
                  <a:cubicBezTo>
                    <a:pt x="3" y="12"/>
                    <a:pt x="1" y="9"/>
                    <a:pt x="0" y="7"/>
                  </a:cubicBezTo>
                  <a:cubicBezTo>
                    <a:pt x="1" y="5"/>
                    <a:pt x="1" y="1"/>
                    <a:pt x="2" y="0"/>
                  </a:cubicBezTo>
                  <a:cubicBezTo>
                    <a:pt x="3" y="0"/>
                    <a:pt x="5" y="3"/>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3" name="Freeform 3030">
              <a:extLst>
                <a:ext uri="{FF2B5EF4-FFF2-40B4-BE49-F238E27FC236}">
                  <a16:creationId xmlns:a16="http://schemas.microsoft.com/office/drawing/2014/main" id="{D697E524-40CE-A753-DC36-1362AC2E593C}"/>
                </a:ext>
              </a:extLst>
            </p:cNvPr>
            <p:cNvSpPr>
              <a:spLocks/>
            </p:cNvSpPr>
            <p:nvPr/>
          </p:nvSpPr>
          <p:spPr bwMode="auto">
            <a:xfrm rot="5094805">
              <a:off x="2333227" y="3911059"/>
              <a:ext cx="15995" cy="29705"/>
            </a:xfrm>
            <a:custGeom>
              <a:avLst/>
              <a:gdLst>
                <a:gd name="T0" fmla="*/ 6 w 6"/>
                <a:gd name="T1" fmla="*/ 4 h 12"/>
                <a:gd name="T2" fmla="*/ 4 w 6"/>
                <a:gd name="T3" fmla="*/ 12 h 12"/>
                <a:gd name="T4" fmla="*/ 0 w 6"/>
                <a:gd name="T5" fmla="*/ 8 h 12"/>
                <a:gd name="T6" fmla="*/ 2 w 6"/>
                <a:gd name="T7" fmla="*/ 1 h 12"/>
                <a:gd name="T8" fmla="*/ 6 w 6"/>
                <a:gd name="T9" fmla="*/ 4 h 12"/>
              </a:gdLst>
              <a:ahLst/>
              <a:cxnLst>
                <a:cxn ang="0">
                  <a:pos x="T0" y="T1"/>
                </a:cxn>
                <a:cxn ang="0">
                  <a:pos x="T2" y="T3"/>
                </a:cxn>
                <a:cxn ang="0">
                  <a:pos x="T4" y="T5"/>
                </a:cxn>
                <a:cxn ang="0">
                  <a:pos x="T6" y="T7"/>
                </a:cxn>
                <a:cxn ang="0">
                  <a:pos x="T8" y="T9"/>
                </a:cxn>
              </a:cxnLst>
              <a:rect l="0" t="0" r="r" b="b"/>
              <a:pathLst>
                <a:path w="6" h="12">
                  <a:moveTo>
                    <a:pt x="6" y="4"/>
                  </a:moveTo>
                  <a:cubicBezTo>
                    <a:pt x="5" y="8"/>
                    <a:pt x="5" y="12"/>
                    <a:pt x="4" y="12"/>
                  </a:cubicBezTo>
                  <a:cubicBezTo>
                    <a:pt x="3" y="12"/>
                    <a:pt x="1" y="10"/>
                    <a:pt x="0" y="8"/>
                  </a:cubicBezTo>
                  <a:cubicBezTo>
                    <a:pt x="0" y="7"/>
                    <a:pt x="1" y="2"/>
                    <a:pt x="2" y="1"/>
                  </a:cubicBezTo>
                  <a:cubicBezTo>
                    <a:pt x="3" y="0"/>
                    <a:pt x="4"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4" name="Freeform 3031">
              <a:extLst>
                <a:ext uri="{FF2B5EF4-FFF2-40B4-BE49-F238E27FC236}">
                  <a16:creationId xmlns:a16="http://schemas.microsoft.com/office/drawing/2014/main" id="{69AE8AED-E6C7-CF43-721F-E27A3780DFC8}"/>
                </a:ext>
              </a:extLst>
            </p:cNvPr>
            <p:cNvSpPr>
              <a:spLocks/>
            </p:cNvSpPr>
            <p:nvPr/>
          </p:nvSpPr>
          <p:spPr bwMode="auto">
            <a:xfrm rot="5094805">
              <a:off x="2136682" y="1179266"/>
              <a:ext cx="13710" cy="20565"/>
            </a:xfrm>
            <a:custGeom>
              <a:avLst/>
              <a:gdLst>
                <a:gd name="T0" fmla="*/ 3 w 6"/>
                <a:gd name="T1" fmla="*/ 0 h 8"/>
                <a:gd name="T2" fmla="*/ 6 w 6"/>
                <a:gd name="T3" fmla="*/ 5 h 8"/>
                <a:gd name="T4" fmla="*/ 4 w 6"/>
                <a:gd name="T5" fmla="*/ 8 h 8"/>
                <a:gd name="T6" fmla="*/ 1 w 6"/>
                <a:gd name="T7" fmla="*/ 5 h 8"/>
                <a:gd name="T8" fmla="*/ 3 w 6"/>
                <a:gd name="T9" fmla="*/ 0 h 8"/>
              </a:gdLst>
              <a:ahLst/>
              <a:cxnLst>
                <a:cxn ang="0">
                  <a:pos x="T0" y="T1"/>
                </a:cxn>
                <a:cxn ang="0">
                  <a:pos x="T2" y="T3"/>
                </a:cxn>
                <a:cxn ang="0">
                  <a:pos x="T4" y="T5"/>
                </a:cxn>
                <a:cxn ang="0">
                  <a:pos x="T6" y="T7"/>
                </a:cxn>
                <a:cxn ang="0">
                  <a:pos x="T8" y="T9"/>
                </a:cxn>
              </a:cxnLst>
              <a:rect l="0" t="0" r="r" b="b"/>
              <a:pathLst>
                <a:path w="6" h="8">
                  <a:moveTo>
                    <a:pt x="3" y="0"/>
                  </a:moveTo>
                  <a:cubicBezTo>
                    <a:pt x="4" y="2"/>
                    <a:pt x="6" y="4"/>
                    <a:pt x="6" y="5"/>
                  </a:cubicBezTo>
                  <a:cubicBezTo>
                    <a:pt x="6" y="6"/>
                    <a:pt x="5" y="8"/>
                    <a:pt x="4" y="8"/>
                  </a:cubicBezTo>
                  <a:cubicBezTo>
                    <a:pt x="3" y="8"/>
                    <a:pt x="1" y="6"/>
                    <a:pt x="1" y="5"/>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5" name="Freeform 3032">
              <a:extLst>
                <a:ext uri="{FF2B5EF4-FFF2-40B4-BE49-F238E27FC236}">
                  <a16:creationId xmlns:a16="http://schemas.microsoft.com/office/drawing/2014/main" id="{17DB7E9F-20AE-A945-642B-78EB0DD12B0B}"/>
                </a:ext>
              </a:extLst>
            </p:cNvPr>
            <p:cNvSpPr>
              <a:spLocks/>
            </p:cNvSpPr>
            <p:nvPr/>
          </p:nvSpPr>
          <p:spPr bwMode="auto">
            <a:xfrm rot="5094805">
              <a:off x="2131044" y="989356"/>
              <a:ext cx="13710" cy="15995"/>
            </a:xfrm>
            <a:custGeom>
              <a:avLst/>
              <a:gdLst>
                <a:gd name="T0" fmla="*/ 3 w 6"/>
                <a:gd name="T1" fmla="*/ 6 h 6"/>
                <a:gd name="T2" fmla="*/ 0 w 6"/>
                <a:gd name="T3" fmla="*/ 2 h 6"/>
                <a:gd name="T4" fmla="*/ 3 w 6"/>
                <a:gd name="T5" fmla="*/ 0 h 6"/>
                <a:gd name="T6" fmla="*/ 5 w 6"/>
                <a:gd name="T7" fmla="*/ 3 h 6"/>
                <a:gd name="T8" fmla="*/ 3 w 6"/>
                <a:gd name="T9" fmla="*/ 6 h 6"/>
              </a:gdLst>
              <a:ahLst/>
              <a:cxnLst>
                <a:cxn ang="0">
                  <a:pos x="T0" y="T1"/>
                </a:cxn>
                <a:cxn ang="0">
                  <a:pos x="T2" y="T3"/>
                </a:cxn>
                <a:cxn ang="0">
                  <a:pos x="T4" y="T5"/>
                </a:cxn>
                <a:cxn ang="0">
                  <a:pos x="T6" y="T7"/>
                </a:cxn>
                <a:cxn ang="0">
                  <a:pos x="T8" y="T9"/>
                </a:cxn>
              </a:cxnLst>
              <a:rect l="0" t="0" r="r" b="b"/>
              <a:pathLst>
                <a:path w="6" h="6">
                  <a:moveTo>
                    <a:pt x="3" y="6"/>
                  </a:moveTo>
                  <a:cubicBezTo>
                    <a:pt x="2" y="4"/>
                    <a:pt x="0" y="3"/>
                    <a:pt x="0" y="2"/>
                  </a:cubicBezTo>
                  <a:cubicBezTo>
                    <a:pt x="0" y="1"/>
                    <a:pt x="2" y="0"/>
                    <a:pt x="3" y="0"/>
                  </a:cubicBezTo>
                  <a:cubicBezTo>
                    <a:pt x="4" y="1"/>
                    <a:pt x="5" y="2"/>
                    <a:pt x="5" y="3"/>
                  </a:cubicBezTo>
                  <a:cubicBezTo>
                    <a:pt x="6" y="4"/>
                    <a:pt x="4" y="5"/>
                    <a:pt x="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6" name="Freeform 3033">
              <a:extLst>
                <a:ext uri="{FF2B5EF4-FFF2-40B4-BE49-F238E27FC236}">
                  <a16:creationId xmlns:a16="http://schemas.microsoft.com/office/drawing/2014/main" id="{2B4565D4-75F5-57D2-95E3-F0801276055A}"/>
                </a:ext>
              </a:extLst>
            </p:cNvPr>
            <p:cNvSpPr>
              <a:spLocks/>
            </p:cNvSpPr>
            <p:nvPr/>
          </p:nvSpPr>
          <p:spPr bwMode="auto">
            <a:xfrm rot="5094805">
              <a:off x="2124251" y="800285"/>
              <a:ext cx="22850" cy="9140"/>
            </a:xfrm>
            <a:custGeom>
              <a:avLst/>
              <a:gdLst>
                <a:gd name="T0" fmla="*/ 9 w 9"/>
                <a:gd name="T1" fmla="*/ 2 h 4"/>
                <a:gd name="T2" fmla="*/ 4 w 9"/>
                <a:gd name="T3" fmla="*/ 3 h 4"/>
                <a:gd name="T4" fmla="*/ 0 w 9"/>
                <a:gd name="T5" fmla="*/ 2 h 4"/>
                <a:gd name="T6" fmla="*/ 3 w 9"/>
                <a:gd name="T7" fmla="*/ 0 h 4"/>
                <a:gd name="T8" fmla="*/ 9 w 9"/>
                <a:gd name="T9" fmla="*/ 2 h 4"/>
              </a:gdLst>
              <a:ahLst/>
              <a:cxnLst>
                <a:cxn ang="0">
                  <a:pos x="T0" y="T1"/>
                </a:cxn>
                <a:cxn ang="0">
                  <a:pos x="T2" y="T3"/>
                </a:cxn>
                <a:cxn ang="0">
                  <a:pos x="T4" y="T5"/>
                </a:cxn>
                <a:cxn ang="0">
                  <a:pos x="T6" y="T7"/>
                </a:cxn>
                <a:cxn ang="0">
                  <a:pos x="T8" y="T9"/>
                </a:cxn>
              </a:cxnLst>
              <a:rect l="0" t="0" r="r" b="b"/>
              <a:pathLst>
                <a:path w="9" h="4">
                  <a:moveTo>
                    <a:pt x="9" y="2"/>
                  </a:moveTo>
                  <a:cubicBezTo>
                    <a:pt x="6" y="3"/>
                    <a:pt x="5" y="4"/>
                    <a:pt x="4" y="3"/>
                  </a:cubicBezTo>
                  <a:cubicBezTo>
                    <a:pt x="3" y="3"/>
                    <a:pt x="1" y="2"/>
                    <a:pt x="0" y="2"/>
                  </a:cubicBezTo>
                  <a:cubicBezTo>
                    <a:pt x="1" y="1"/>
                    <a:pt x="1" y="0"/>
                    <a:pt x="3" y="0"/>
                  </a:cubicBezTo>
                  <a:cubicBezTo>
                    <a:pt x="3" y="0"/>
                    <a:pt x="5" y="1"/>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7" name="Freeform 3034">
              <a:extLst>
                <a:ext uri="{FF2B5EF4-FFF2-40B4-BE49-F238E27FC236}">
                  <a16:creationId xmlns:a16="http://schemas.microsoft.com/office/drawing/2014/main" id="{C6F359E4-DDE5-0860-EF00-EE899D5CD805}"/>
                </a:ext>
              </a:extLst>
            </p:cNvPr>
            <p:cNvSpPr>
              <a:spLocks/>
            </p:cNvSpPr>
            <p:nvPr/>
          </p:nvSpPr>
          <p:spPr bwMode="auto">
            <a:xfrm rot="5094805">
              <a:off x="2121543" y="602602"/>
              <a:ext cx="11425" cy="9140"/>
            </a:xfrm>
            <a:custGeom>
              <a:avLst/>
              <a:gdLst>
                <a:gd name="T0" fmla="*/ 1 w 5"/>
                <a:gd name="T1" fmla="*/ 0 h 3"/>
                <a:gd name="T2" fmla="*/ 5 w 5"/>
                <a:gd name="T3" fmla="*/ 1 h 3"/>
                <a:gd name="T4" fmla="*/ 3 w 5"/>
                <a:gd name="T5" fmla="*/ 3 h 3"/>
                <a:gd name="T6" fmla="*/ 0 w 5"/>
                <a:gd name="T7" fmla="*/ 2 h 3"/>
                <a:gd name="T8" fmla="*/ 1 w 5"/>
                <a:gd name="T9" fmla="*/ 0 h 3"/>
              </a:gdLst>
              <a:ahLst/>
              <a:cxnLst>
                <a:cxn ang="0">
                  <a:pos x="T0" y="T1"/>
                </a:cxn>
                <a:cxn ang="0">
                  <a:pos x="T2" y="T3"/>
                </a:cxn>
                <a:cxn ang="0">
                  <a:pos x="T4" y="T5"/>
                </a:cxn>
                <a:cxn ang="0">
                  <a:pos x="T6" y="T7"/>
                </a:cxn>
                <a:cxn ang="0">
                  <a:pos x="T8" y="T9"/>
                </a:cxn>
              </a:cxnLst>
              <a:rect l="0" t="0" r="r" b="b"/>
              <a:pathLst>
                <a:path w="5" h="3">
                  <a:moveTo>
                    <a:pt x="1" y="0"/>
                  </a:moveTo>
                  <a:cubicBezTo>
                    <a:pt x="3" y="1"/>
                    <a:pt x="5" y="1"/>
                    <a:pt x="5" y="1"/>
                  </a:cubicBezTo>
                  <a:cubicBezTo>
                    <a:pt x="5" y="2"/>
                    <a:pt x="4" y="2"/>
                    <a:pt x="3" y="3"/>
                  </a:cubicBezTo>
                  <a:cubicBezTo>
                    <a:pt x="2" y="2"/>
                    <a:pt x="0" y="2"/>
                    <a:pt x="0" y="2"/>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8" name="Freeform 3035">
              <a:extLst>
                <a:ext uri="{FF2B5EF4-FFF2-40B4-BE49-F238E27FC236}">
                  <a16:creationId xmlns:a16="http://schemas.microsoft.com/office/drawing/2014/main" id="{4737014E-109D-5F50-7F6E-D14727581D95}"/>
                </a:ext>
              </a:extLst>
            </p:cNvPr>
            <p:cNvSpPr>
              <a:spLocks/>
            </p:cNvSpPr>
            <p:nvPr/>
          </p:nvSpPr>
          <p:spPr bwMode="auto">
            <a:xfrm rot="5094805">
              <a:off x="2097592" y="414216"/>
              <a:ext cx="13710" cy="2285"/>
            </a:xfrm>
            <a:custGeom>
              <a:avLst/>
              <a:gdLst>
                <a:gd name="T0" fmla="*/ 3 w 6"/>
                <a:gd name="T1" fmla="*/ 0 h 1"/>
                <a:gd name="T2" fmla="*/ 6 w 6"/>
                <a:gd name="T3" fmla="*/ 0 h 1"/>
                <a:gd name="T4" fmla="*/ 4 w 6"/>
                <a:gd name="T5" fmla="*/ 1 h 1"/>
                <a:gd name="T6" fmla="*/ 0 w 6"/>
                <a:gd name="T7" fmla="*/ 1 h 1"/>
                <a:gd name="T8" fmla="*/ 3 w 6"/>
                <a:gd name="T9" fmla="*/ 0 h 1"/>
              </a:gdLst>
              <a:ahLst/>
              <a:cxnLst>
                <a:cxn ang="0">
                  <a:pos x="T0" y="T1"/>
                </a:cxn>
                <a:cxn ang="0">
                  <a:pos x="T2" y="T3"/>
                </a:cxn>
                <a:cxn ang="0">
                  <a:pos x="T4" y="T5"/>
                </a:cxn>
                <a:cxn ang="0">
                  <a:pos x="T6" y="T7"/>
                </a:cxn>
                <a:cxn ang="0">
                  <a:pos x="T8" y="T9"/>
                </a:cxn>
              </a:cxnLst>
              <a:rect l="0" t="0" r="r" b="b"/>
              <a:pathLst>
                <a:path w="6" h="1">
                  <a:moveTo>
                    <a:pt x="3" y="0"/>
                  </a:moveTo>
                  <a:cubicBezTo>
                    <a:pt x="4" y="0"/>
                    <a:pt x="6" y="0"/>
                    <a:pt x="6" y="0"/>
                  </a:cubicBezTo>
                  <a:cubicBezTo>
                    <a:pt x="6" y="1"/>
                    <a:pt x="4" y="1"/>
                    <a:pt x="4" y="1"/>
                  </a:cubicBezTo>
                  <a:cubicBezTo>
                    <a:pt x="2" y="1"/>
                    <a:pt x="1" y="1"/>
                    <a:pt x="0" y="1"/>
                  </a:cubicBezTo>
                  <a:cubicBezTo>
                    <a:pt x="0" y="1"/>
                    <a:pt x="2"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9" name="Freeform 3036">
              <a:extLst>
                <a:ext uri="{FF2B5EF4-FFF2-40B4-BE49-F238E27FC236}">
                  <a16:creationId xmlns:a16="http://schemas.microsoft.com/office/drawing/2014/main" id="{7B3FAE4F-6B7E-EA17-DE9F-56D28753F6BE}"/>
                </a:ext>
              </a:extLst>
            </p:cNvPr>
            <p:cNvSpPr>
              <a:spLocks/>
            </p:cNvSpPr>
            <p:nvPr/>
          </p:nvSpPr>
          <p:spPr bwMode="auto">
            <a:xfrm rot="5094805">
              <a:off x="2052309" y="226295"/>
              <a:ext cx="22850" cy="4570"/>
            </a:xfrm>
            <a:custGeom>
              <a:avLst/>
              <a:gdLst>
                <a:gd name="T0" fmla="*/ 9 w 9"/>
                <a:gd name="T1" fmla="*/ 0 h 1"/>
                <a:gd name="T2" fmla="*/ 4 w 9"/>
                <a:gd name="T3" fmla="*/ 1 h 1"/>
                <a:gd name="T4" fmla="*/ 0 w 9"/>
                <a:gd name="T5" fmla="*/ 1 h 1"/>
                <a:gd name="T6" fmla="*/ 3 w 9"/>
                <a:gd name="T7" fmla="*/ 1 h 1"/>
                <a:gd name="T8" fmla="*/ 9 w 9"/>
                <a:gd name="T9" fmla="*/ 0 h 1"/>
              </a:gdLst>
              <a:ahLst/>
              <a:cxnLst>
                <a:cxn ang="0">
                  <a:pos x="T0" y="T1"/>
                </a:cxn>
                <a:cxn ang="0">
                  <a:pos x="T2" y="T3"/>
                </a:cxn>
                <a:cxn ang="0">
                  <a:pos x="T4" y="T5"/>
                </a:cxn>
                <a:cxn ang="0">
                  <a:pos x="T6" y="T7"/>
                </a:cxn>
                <a:cxn ang="0">
                  <a:pos x="T8" y="T9"/>
                </a:cxn>
              </a:cxnLst>
              <a:rect l="0" t="0" r="r" b="b"/>
              <a:pathLst>
                <a:path w="9" h="1">
                  <a:moveTo>
                    <a:pt x="9" y="0"/>
                  </a:moveTo>
                  <a:cubicBezTo>
                    <a:pt x="6" y="0"/>
                    <a:pt x="5" y="1"/>
                    <a:pt x="4" y="1"/>
                  </a:cubicBezTo>
                  <a:cubicBezTo>
                    <a:pt x="3" y="1"/>
                    <a:pt x="2" y="1"/>
                    <a:pt x="0" y="1"/>
                  </a:cubicBezTo>
                  <a:cubicBezTo>
                    <a:pt x="1" y="1"/>
                    <a:pt x="2" y="1"/>
                    <a:pt x="3" y="1"/>
                  </a:cubicBezTo>
                  <a:cubicBezTo>
                    <a:pt x="4" y="0"/>
                    <a:pt x="5"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0" name="Freeform 3037">
              <a:extLst>
                <a:ext uri="{FF2B5EF4-FFF2-40B4-BE49-F238E27FC236}">
                  <a16:creationId xmlns:a16="http://schemas.microsoft.com/office/drawing/2014/main" id="{9F4D795D-F7A4-D3A8-EE02-C6EF95C998EE}"/>
                </a:ext>
              </a:extLst>
            </p:cNvPr>
            <p:cNvSpPr>
              <a:spLocks/>
            </p:cNvSpPr>
            <p:nvPr/>
          </p:nvSpPr>
          <p:spPr bwMode="auto">
            <a:xfrm rot="5094805">
              <a:off x="1986271" y="38634"/>
              <a:ext cx="15995" cy="4570"/>
            </a:xfrm>
            <a:custGeom>
              <a:avLst/>
              <a:gdLst>
                <a:gd name="T0" fmla="*/ 6 w 6"/>
                <a:gd name="T1" fmla="*/ 0 h 2"/>
                <a:gd name="T2" fmla="*/ 4 w 6"/>
                <a:gd name="T3" fmla="*/ 1 h 2"/>
                <a:gd name="T4" fmla="*/ 0 w 6"/>
                <a:gd name="T5" fmla="*/ 2 h 2"/>
                <a:gd name="T6" fmla="*/ 2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5" y="1"/>
                    <a:pt x="5" y="1"/>
                    <a:pt x="4" y="1"/>
                  </a:cubicBezTo>
                  <a:cubicBezTo>
                    <a:pt x="3" y="2"/>
                    <a:pt x="1" y="2"/>
                    <a:pt x="0" y="2"/>
                  </a:cubicBezTo>
                  <a:cubicBezTo>
                    <a:pt x="0" y="2"/>
                    <a:pt x="1" y="2"/>
                    <a:pt x="2" y="1"/>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1" name="Freeform 3058">
              <a:extLst>
                <a:ext uri="{FF2B5EF4-FFF2-40B4-BE49-F238E27FC236}">
                  <a16:creationId xmlns:a16="http://schemas.microsoft.com/office/drawing/2014/main" id="{296FC338-5705-764C-658E-1F090C8911A6}"/>
                </a:ext>
              </a:extLst>
            </p:cNvPr>
            <p:cNvSpPr>
              <a:spLocks/>
            </p:cNvSpPr>
            <p:nvPr/>
          </p:nvSpPr>
          <p:spPr bwMode="auto">
            <a:xfrm rot="5094805">
              <a:off x="3225512" y="6754169"/>
              <a:ext cx="15995" cy="11425"/>
            </a:xfrm>
            <a:custGeom>
              <a:avLst/>
              <a:gdLst>
                <a:gd name="T0" fmla="*/ 7 w 7"/>
                <a:gd name="T1" fmla="*/ 0 h 4"/>
                <a:gd name="T2" fmla="*/ 4 w 7"/>
                <a:gd name="T3" fmla="*/ 3 h 4"/>
                <a:gd name="T4" fmla="*/ 1 w 7"/>
                <a:gd name="T5" fmla="*/ 3 h 4"/>
                <a:gd name="T6" fmla="*/ 2 w 7"/>
                <a:gd name="T7" fmla="*/ 0 h 4"/>
                <a:gd name="T8" fmla="*/ 7 w 7"/>
                <a:gd name="T9" fmla="*/ 0 h 4"/>
              </a:gdLst>
              <a:ahLst/>
              <a:cxnLst>
                <a:cxn ang="0">
                  <a:pos x="T0" y="T1"/>
                </a:cxn>
                <a:cxn ang="0">
                  <a:pos x="T2" y="T3"/>
                </a:cxn>
                <a:cxn ang="0">
                  <a:pos x="T4" y="T5"/>
                </a:cxn>
                <a:cxn ang="0">
                  <a:pos x="T6" y="T7"/>
                </a:cxn>
                <a:cxn ang="0">
                  <a:pos x="T8" y="T9"/>
                </a:cxn>
              </a:cxnLst>
              <a:rect l="0" t="0" r="r" b="b"/>
              <a:pathLst>
                <a:path w="7" h="4">
                  <a:moveTo>
                    <a:pt x="7" y="0"/>
                  </a:moveTo>
                  <a:cubicBezTo>
                    <a:pt x="6" y="1"/>
                    <a:pt x="5" y="3"/>
                    <a:pt x="4" y="3"/>
                  </a:cubicBezTo>
                  <a:cubicBezTo>
                    <a:pt x="3" y="4"/>
                    <a:pt x="1" y="4"/>
                    <a:pt x="1" y="3"/>
                  </a:cubicBezTo>
                  <a:cubicBezTo>
                    <a:pt x="0" y="3"/>
                    <a:pt x="1" y="1"/>
                    <a:pt x="2" y="0"/>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2" name="Freeform 3059">
              <a:extLst>
                <a:ext uri="{FF2B5EF4-FFF2-40B4-BE49-F238E27FC236}">
                  <a16:creationId xmlns:a16="http://schemas.microsoft.com/office/drawing/2014/main" id="{75ABF705-1F04-413E-2E94-AA7C68330874}"/>
                </a:ext>
              </a:extLst>
            </p:cNvPr>
            <p:cNvSpPr>
              <a:spLocks/>
            </p:cNvSpPr>
            <p:nvPr/>
          </p:nvSpPr>
          <p:spPr bwMode="auto">
            <a:xfrm rot="5094805">
              <a:off x="2398146" y="4100369"/>
              <a:ext cx="13710" cy="27420"/>
            </a:xfrm>
            <a:custGeom>
              <a:avLst/>
              <a:gdLst>
                <a:gd name="T0" fmla="*/ 0 w 6"/>
                <a:gd name="T1" fmla="*/ 5 h 11"/>
                <a:gd name="T2" fmla="*/ 3 w 6"/>
                <a:gd name="T3" fmla="*/ 0 h 11"/>
                <a:gd name="T4" fmla="*/ 6 w 6"/>
                <a:gd name="T5" fmla="*/ 6 h 11"/>
                <a:gd name="T6" fmla="*/ 3 w 6"/>
                <a:gd name="T7" fmla="*/ 11 h 11"/>
                <a:gd name="T8" fmla="*/ 0 w 6"/>
                <a:gd name="T9" fmla="*/ 5 h 11"/>
              </a:gdLst>
              <a:ahLst/>
              <a:cxnLst>
                <a:cxn ang="0">
                  <a:pos x="T0" y="T1"/>
                </a:cxn>
                <a:cxn ang="0">
                  <a:pos x="T2" y="T3"/>
                </a:cxn>
                <a:cxn ang="0">
                  <a:pos x="T4" y="T5"/>
                </a:cxn>
                <a:cxn ang="0">
                  <a:pos x="T6" y="T7"/>
                </a:cxn>
                <a:cxn ang="0">
                  <a:pos x="T8" y="T9"/>
                </a:cxn>
              </a:cxnLst>
              <a:rect l="0" t="0" r="r" b="b"/>
              <a:pathLst>
                <a:path w="6" h="11">
                  <a:moveTo>
                    <a:pt x="0" y="5"/>
                  </a:moveTo>
                  <a:cubicBezTo>
                    <a:pt x="1" y="3"/>
                    <a:pt x="2" y="0"/>
                    <a:pt x="3" y="0"/>
                  </a:cubicBezTo>
                  <a:cubicBezTo>
                    <a:pt x="4" y="1"/>
                    <a:pt x="6" y="4"/>
                    <a:pt x="6" y="6"/>
                  </a:cubicBezTo>
                  <a:cubicBezTo>
                    <a:pt x="6" y="8"/>
                    <a:pt x="4" y="11"/>
                    <a:pt x="3" y="11"/>
                  </a:cubicBezTo>
                  <a:cubicBezTo>
                    <a:pt x="2" y="11"/>
                    <a:pt x="1"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3" name="Freeform 3060">
              <a:extLst>
                <a:ext uri="{FF2B5EF4-FFF2-40B4-BE49-F238E27FC236}">
                  <a16:creationId xmlns:a16="http://schemas.microsoft.com/office/drawing/2014/main" id="{0F8C6BD2-C916-B55E-A5C1-F80F35C45598}"/>
                </a:ext>
              </a:extLst>
            </p:cNvPr>
            <p:cNvSpPr>
              <a:spLocks/>
            </p:cNvSpPr>
            <p:nvPr/>
          </p:nvSpPr>
          <p:spPr bwMode="auto">
            <a:xfrm rot="5094805">
              <a:off x="2465437" y="4291655"/>
              <a:ext cx="13710" cy="22850"/>
            </a:xfrm>
            <a:custGeom>
              <a:avLst/>
              <a:gdLst>
                <a:gd name="T0" fmla="*/ 6 w 6"/>
                <a:gd name="T1" fmla="*/ 3 h 10"/>
                <a:gd name="T2" fmla="*/ 4 w 6"/>
                <a:gd name="T3" fmla="*/ 9 h 10"/>
                <a:gd name="T4" fmla="*/ 0 w 6"/>
                <a:gd name="T5" fmla="*/ 7 h 10"/>
                <a:gd name="T6" fmla="*/ 2 w 6"/>
                <a:gd name="T7" fmla="*/ 1 h 10"/>
                <a:gd name="T8" fmla="*/ 6 w 6"/>
                <a:gd name="T9" fmla="*/ 3 h 10"/>
              </a:gdLst>
              <a:ahLst/>
              <a:cxnLst>
                <a:cxn ang="0">
                  <a:pos x="T0" y="T1"/>
                </a:cxn>
                <a:cxn ang="0">
                  <a:pos x="T2" y="T3"/>
                </a:cxn>
                <a:cxn ang="0">
                  <a:pos x="T4" y="T5"/>
                </a:cxn>
                <a:cxn ang="0">
                  <a:pos x="T6" y="T7"/>
                </a:cxn>
                <a:cxn ang="0">
                  <a:pos x="T8" y="T9"/>
                </a:cxn>
              </a:cxnLst>
              <a:rect l="0" t="0" r="r" b="b"/>
              <a:pathLst>
                <a:path w="6" h="10">
                  <a:moveTo>
                    <a:pt x="6" y="3"/>
                  </a:moveTo>
                  <a:cubicBezTo>
                    <a:pt x="5" y="6"/>
                    <a:pt x="5" y="9"/>
                    <a:pt x="4" y="9"/>
                  </a:cubicBezTo>
                  <a:cubicBezTo>
                    <a:pt x="3" y="10"/>
                    <a:pt x="1" y="8"/>
                    <a:pt x="0" y="7"/>
                  </a:cubicBezTo>
                  <a:cubicBezTo>
                    <a:pt x="0" y="5"/>
                    <a:pt x="1" y="2"/>
                    <a:pt x="2" y="1"/>
                  </a:cubicBezTo>
                  <a:cubicBezTo>
                    <a:pt x="3" y="0"/>
                    <a:pt x="4" y="2"/>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4" name="Freeform 3061">
              <a:extLst>
                <a:ext uri="{FF2B5EF4-FFF2-40B4-BE49-F238E27FC236}">
                  <a16:creationId xmlns:a16="http://schemas.microsoft.com/office/drawing/2014/main" id="{2BB435E8-B30A-BA18-2641-815FA3B9410D}"/>
                </a:ext>
              </a:extLst>
            </p:cNvPr>
            <p:cNvSpPr>
              <a:spLocks/>
            </p:cNvSpPr>
            <p:nvPr/>
          </p:nvSpPr>
          <p:spPr bwMode="auto">
            <a:xfrm rot="5094805">
              <a:off x="2529500" y="4483973"/>
              <a:ext cx="22850" cy="20565"/>
            </a:xfrm>
            <a:custGeom>
              <a:avLst/>
              <a:gdLst>
                <a:gd name="T0" fmla="*/ 9 w 9"/>
                <a:gd name="T1" fmla="*/ 3 h 8"/>
                <a:gd name="T2" fmla="*/ 4 w 9"/>
                <a:gd name="T3" fmla="*/ 8 h 8"/>
                <a:gd name="T4" fmla="*/ 0 w 9"/>
                <a:gd name="T5" fmla="*/ 5 h 8"/>
                <a:gd name="T6" fmla="*/ 2 w 9"/>
                <a:gd name="T7" fmla="*/ 0 h 8"/>
                <a:gd name="T8" fmla="*/ 9 w 9"/>
                <a:gd name="T9" fmla="*/ 3 h 8"/>
              </a:gdLst>
              <a:ahLst/>
              <a:cxnLst>
                <a:cxn ang="0">
                  <a:pos x="T0" y="T1"/>
                </a:cxn>
                <a:cxn ang="0">
                  <a:pos x="T2" y="T3"/>
                </a:cxn>
                <a:cxn ang="0">
                  <a:pos x="T4" y="T5"/>
                </a:cxn>
                <a:cxn ang="0">
                  <a:pos x="T6" y="T7"/>
                </a:cxn>
                <a:cxn ang="0">
                  <a:pos x="T8" y="T9"/>
                </a:cxn>
              </a:cxnLst>
              <a:rect l="0" t="0" r="r" b="b"/>
              <a:pathLst>
                <a:path w="9" h="8">
                  <a:moveTo>
                    <a:pt x="9" y="3"/>
                  </a:moveTo>
                  <a:cubicBezTo>
                    <a:pt x="6" y="6"/>
                    <a:pt x="5" y="8"/>
                    <a:pt x="4" y="8"/>
                  </a:cubicBezTo>
                  <a:cubicBezTo>
                    <a:pt x="3" y="8"/>
                    <a:pt x="1" y="6"/>
                    <a:pt x="0" y="5"/>
                  </a:cubicBezTo>
                  <a:cubicBezTo>
                    <a:pt x="1" y="3"/>
                    <a:pt x="1" y="1"/>
                    <a:pt x="2" y="0"/>
                  </a:cubicBezTo>
                  <a:cubicBezTo>
                    <a:pt x="3" y="0"/>
                    <a:pt x="5" y="1"/>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5" name="Freeform 3062">
              <a:extLst>
                <a:ext uri="{FF2B5EF4-FFF2-40B4-BE49-F238E27FC236}">
                  <a16:creationId xmlns:a16="http://schemas.microsoft.com/office/drawing/2014/main" id="{596F9A0B-60DF-A676-8607-909B8697E3BF}"/>
                </a:ext>
              </a:extLst>
            </p:cNvPr>
            <p:cNvSpPr>
              <a:spLocks/>
            </p:cNvSpPr>
            <p:nvPr/>
          </p:nvSpPr>
          <p:spPr bwMode="auto">
            <a:xfrm rot="5094805">
              <a:off x="2604370" y="4669261"/>
              <a:ext cx="13710" cy="18280"/>
            </a:xfrm>
            <a:custGeom>
              <a:avLst/>
              <a:gdLst>
                <a:gd name="T0" fmla="*/ 0 w 6"/>
                <a:gd name="T1" fmla="*/ 4 h 7"/>
                <a:gd name="T2" fmla="*/ 4 w 6"/>
                <a:gd name="T3" fmla="*/ 0 h 7"/>
                <a:gd name="T4" fmla="*/ 6 w 6"/>
                <a:gd name="T5" fmla="*/ 4 h 7"/>
                <a:gd name="T6" fmla="*/ 3 w 6"/>
                <a:gd name="T7" fmla="*/ 7 h 7"/>
                <a:gd name="T8" fmla="*/ 0 w 6"/>
                <a:gd name="T9" fmla="*/ 4 h 7"/>
              </a:gdLst>
              <a:ahLst/>
              <a:cxnLst>
                <a:cxn ang="0">
                  <a:pos x="T0" y="T1"/>
                </a:cxn>
                <a:cxn ang="0">
                  <a:pos x="T2" y="T3"/>
                </a:cxn>
                <a:cxn ang="0">
                  <a:pos x="T4" y="T5"/>
                </a:cxn>
                <a:cxn ang="0">
                  <a:pos x="T6" y="T7"/>
                </a:cxn>
                <a:cxn ang="0">
                  <a:pos x="T8" y="T9"/>
                </a:cxn>
              </a:cxnLst>
              <a:rect l="0" t="0" r="r" b="b"/>
              <a:pathLst>
                <a:path w="6" h="7">
                  <a:moveTo>
                    <a:pt x="0" y="4"/>
                  </a:moveTo>
                  <a:cubicBezTo>
                    <a:pt x="1" y="2"/>
                    <a:pt x="3" y="0"/>
                    <a:pt x="4" y="0"/>
                  </a:cubicBezTo>
                  <a:cubicBezTo>
                    <a:pt x="5" y="0"/>
                    <a:pt x="6" y="3"/>
                    <a:pt x="6" y="4"/>
                  </a:cubicBezTo>
                  <a:cubicBezTo>
                    <a:pt x="6" y="5"/>
                    <a:pt x="4" y="7"/>
                    <a:pt x="3" y="7"/>
                  </a:cubicBezTo>
                  <a:cubicBezTo>
                    <a:pt x="2" y="7"/>
                    <a:pt x="1"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6" name="Freeform 3063">
              <a:extLst>
                <a:ext uri="{FF2B5EF4-FFF2-40B4-BE49-F238E27FC236}">
                  <a16:creationId xmlns:a16="http://schemas.microsoft.com/office/drawing/2014/main" id="{DD5E0C3A-E2A3-8F60-5A38-FB660F2C9138}"/>
                </a:ext>
              </a:extLst>
            </p:cNvPr>
            <p:cNvSpPr>
              <a:spLocks/>
            </p:cNvSpPr>
            <p:nvPr/>
          </p:nvSpPr>
          <p:spPr bwMode="auto">
            <a:xfrm rot="5094805">
              <a:off x="2671565" y="4858368"/>
              <a:ext cx="11425" cy="15995"/>
            </a:xfrm>
            <a:custGeom>
              <a:avLst/>
              <a:gdLst>
                <a:gd name="T0" fmla="*/ 2 w 5"/>
                <a:gd name="T1" fmla="*/ 0 h 7"/>
                <a:gd name="T2" fmla="*/ 5 w 5"/>
                <a:gd name="T3" fmla="*/ 3 h 7"/>
                <a:gd name="T4" fmla="*/ 4 w 5"/>
                <a:gd name="T5" fmla="*/ 7 h 7"/>
                <a:gd name="T6" fmla="*/ 0 w 5"/>
                <a:gd name="T7" fmla="*/ 5 h 7"/>
                <a:gd name="T8" fmla="*/ 2 w 5"/>
                <a:gd name="T9" fmla="*/ 0 h 7"/>
              </a:gdLst>
              <a:ahLst/>
              <a:cxnLst>
                <a:cxn ang="0">
                  <a:pos x="T0" y="T1"/>
                </a:cxn>
                <a:cxn ang="0">
                  <a:pos x="T2" y="T3"/>
                </a:cxn>
                <a:cxn ang="0">
                  <a:pos x="T4" y="T5"/>
                </a:cxn>
                <a:cxn ang="0">
                  <a:pos x="T6" y="T7"/>
                </a:cxn>
                <a:cxn ang="0">
                  <a:pos x="T8" y="T9"/>
                </a:cxn>
              </a:cxnLst>
              <a:rect l="0" t="0" r="r" b="b"/>
              <a:pathLst>
                <a:path w="5" h="7">
                  <a:moveTo>
                    <a:pt x="2" y="0"/>
                  </a:moveTo>
                  <a:cubicBezTo>
                    <a:pt x="3" y="1"/>
                    <a:pt x="5" y="2"/>
                    <a:pt x="5" y="3"/>
                  </a:cubicBezTo>
                  <a:cubicBezTo>
                    <a:pt x="5" y="4"/>
                    <a:pt x="4" y="5"/>
                    <a:pt x="4" y="7"/>
                  </a:cubicBezTo>
                  <a:cubicBezTo>
                    <a:pt x="2" y="6"/>
                    <a:pt x="1" y="6"/>
                    <a:pt x="0" y="5"/>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7" name="Freeform 3064">
              <a:extLst>
                <a:ext uri="{FF2B5EF4-FFF2-40B4-BE49-F238E27FC236}">
                  <a16:creationId xmlns:a16="http://schemas.microsoft.com/office/drawing/2014/main" id="{E9BFD5F5-1D81-C534-6E70-4FE900E505C6}"/>
                </a:ext>
              </a:extLst>
            </p:cNvPr>
            <p:cNvSpPr>
              <a:spLocks/>
            </p:cNvSpPr>
            <p:nvPr/>
          </p:nvSpPr>
          <p:spPr bwMode="auto">
            <a:xfrm rot="5094805">
              <a:off x="2729637" y="5047880"/>
              <a:ext cx="18280" cy="13710"/>
            </a:xfrm>
            <a:custGeom>
              <a:avLst/>
              <a:gdLst>
                <a:gd name="T0" fmla="*/ 0 w 7"/>
                <a:gd name="T1" fmla="*/ 3 h 5"/>
                <a:gd name="T2" fmla="*/ 4 w 7"/>
                <a:gd name="T3" fmla="*/ 0 h 5"/>
                <a:gd name="T4" fmla="*/ 7 w 7"/>
                <a:gd name="T5" fmla="*/ 2 h 5"/>
                <a:gd name="T6" fmla="*/ 4 w 7"/>
                <a:gd name="T7" fmla="*/ 5 h 5"/>
                <a:gd name="T8" fmla="*/ 0 w 7"/>
                <a:gd name="T9" fmla="*/ 3 h 5"/>
              </a:gdLst>
              <a:ahLst/>
              <a:cxnLst>
                <a:cxn ang="0">
                  <a:pos x="T0" y="T1"/>
                </a:cxn>
                <a:cxn ang="0">
                  <a:pos x="T2" y="T3"/>
                </a:cxn>
                <a:cxn ang="0">
                  <a:pos x="T4" y="T5"/>
                </a:cxn>
                <a:cxn ang="0">
                  <a:pos x="T6" y="T7"/>
                </a:cxn>
                <a:cxn ang="0">
                  <a:pos x="T8" y="T9"/>
                </a:cxn>
              </a:cxnLst>
              <a:rect l="0" t="0" r="r" b="b"/>
              <a:pathLst>
                <a:path w="7" h="5">
                  <a:moveTo>
                    <a:pt x="0" y="3"/>
                  </a:moveTo>
                  <a:cubicBezTo>
                    <a:pt x="2" y="2"/>
                    <a:pt x="3" y="0"/>
                    <a:pt x="4" y="0"/>
                  </a:cubicBezTo>
                  <a:cubicBezTo>
                    <a:pt x="5" y="0"/>
                    <a:pt x="7" y="2"/>
                    <a:pt x="7" y="2"/>
                  </a:cubicBezTo>
                  <a:cubicBezTo>
                    <a:pt x="7" y="3"/>
                    <a:pt x="5" y="5"/>
                    <a:pt x="4" y="5"/>
                  </a:cubicBezTo>
                  <a:cubicBezTo>
                    <a:pt x="3" y="5"/>
                    <a:pt x="2" y="4"/>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8" name="Freeform 3065">
              <a:extLst>
                <a:ext uri="{FF2B5EF4-FFF2-40B4-BE49-F238E27FC236}">
                  <a16:creationId xmlns:a16="http://schemas.microsoft.com/office/drawing/2014/main" id="{6E02B403-B9C1-A933-8DE9-E2507C7FB220}"/>
                </a:ext>
              </a:extLst>
            </p:cNvPr>
            <p:cNvSpPr>
              <a:spLocks/>
            </p:cNvSpPr>
            <p:nvPr/>
          </p:nvSpPr>
          <p:spPr bwMode="auto">
            <a:xfrm rot="5094805">
              <a:off x="2788230" y="5244529"/>
              <a:ext cx="18280" cy="9140"/>
            </a:xfrm>
            <a:custGeom>
              <a:avLst/>
              <a:gdLst>
                <a:gd name="T0" fmla="*/ 8 w 8"/>
                <a:gd name="T1" fmla="*/ 1 h 4"/>
                <a:gd name="T2" fmla="*/ 3 w 8"/>
                <a:gd name="T3" fmla="*/ 4 h 4"/>
                <a:gd name="T4" fmla="*/ 0 w 8"/>
                <a:gd name="T5" fmla="*/ 3 h 4"/>
                <a:gd name="T6" fmla="*/ 3 w 8"/>
                <a:gd name="T7" fmla="*/ 0 h 4"/>
                <a:gd name="T8" fmla="*/ 8 w 8"/>
                <a:gd name="T9" fmla="*/ 1 h 4"/>
              </a:gdLst>
              <a:ahLst/>
              <a:cxnLst>
                <a:cxn ang="0">
                  <a:pos x="T0" y="T1"/>
                </a:cxn>
                <a:cxn ang="0">
                  <a:pos x="T2" y="T3"/>
                </a:cxn>
                <a:cxn ang="0">
                  <a:pos x="T4" y="T5"/>
                </a:cxn>
                <a:cxn ang="0">
                  <a:pos x="T6" y="T7"/>
                </a:cxn>
                <a:cxn ang="0">
                  <a:pos x="T8" y="T9"/>
                </a:cxn>
              </a:cxnLst>
              <a:rect l="0" t="0" r="r" b="b"/>
              <a:pathLst>
                <a:path w="8" h="4">
                  <a:moveTo>
                    <a:pt x="8" y="1"/>
                  </a:moveTo>
                  <a:cubicBezTo>
                    <a:pt x="5" y="3"/>
                    <a:pt x="4" y="4"/>
                    <a:pt x="3" y="4"/>
                  </a:cubicBezTo>
                  <a:cubicBezTo>
                    <a:pt x="2" y="4"/>
                    <a:pt x="1" y="3"/>
                    <a:pt x="0" y="3"/>
                  </a:cubicBezTo>
                  <a:cubicBezTo>
                    <a:pt x="1" y="2"/>
                    <a:pt x="1" y="1"/>
                    <a:pt x="3" y="0"/>
                  </a:cubicBezTo>
                  <a:cubicBezTo>
                    <a:pt x="4" y="0"/>
                    <a:pt x="5" y="1"/>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9" name="Freeform 3066">
              <a:extLst>
                <a:ext uri="{FF2B5EF4-FFF2-40B4-BE49-F238E27FC236}">
                  <a16:creationId xmlns:a16="http://schemas.microsoft.com/office/drawing/2014/main" id="{10AE0E60-F383-3D10-A0D0-B4EE3B00C736}"/>
                </a:ext>
              </a:extLst>
            </p:cNvPr>
            <p:cNvSpPr>
              <a:spLocks/>
            </p:cNvSpPr>
            <p:nvPr/>
          </p:nvSpPr>
          <p:spPr bwMode="auto">
            <a:xfrm rot="5094805">
              <a:off x="2841566" y="5432575"/>
              <a:ext cx="15995" cy="6855"/>
            </a:xfrm>
            <a:custGeom>
              <a:avLst/>
              <a:gdLst>
                <a:gd name="T0" fmla="*/ 7 w 7"/>
                <a:gd name="T1" fmla="*/ 1 h 3"/>
                <a:gd name="T2" fmla="*/ 4 w 7"/>
                <a:gd name="T3" fmla="*/ 3 h 3"/>
                <a:gd name="T4" fmla="*/ 1 w 7"/>
                <a:gd name="T5" fmla="*/ 3 h 3"/>
                <a:gd name="T6" fmla="*/ 2 w 7"/>
                <a:gd name="T7" fmla="*/ 1 h 3"/>
                <a:gd name="T8" fmla="*/ 7 w 7"/>
                <a:gd name="T9" fmla="*/ 1 h 3"/>
              </a:gdLst>
              <a:ahLst/>
              <a:cxnLst>
                <a:cxn ang="0">
                  <a:pos x="T0" y="T1"/>
                </a:cxn>
                <a:cxn ang="0">
                  <a:pos x="T2" y="T3"/>
                </a:cxn>
                <a:cxn ang="0">
                  <a:pos x="T4" y="T5"/>
                </a:cxn>
                <a:cxn ang="0">
                  <a:pos x="T6" y="T7"/>
                </a:cxn>
                <a:cxn ang="0">
                  <a:pos x="T8" y="T9"/>
                </a:cxn>
              </a:cxnLst>
              <a:rect l="0" t="0" r="r" b="b"/>
              <a:pathLst>
                <a:path w="7" h="3">
                  <a:moveTo>
                    <a:pt x="7" y="1"/>
                  </a:moveTo>
                  <a:cubicBezTo>
                    <a:pt x="6" y="2"/>
                    <a:pt x="5" y="3"/>
                    <a:pt x="4" y="3"/>
                  </a:cubicBezTo>
                  <a:cubicBezTo>
                    <a:pt x="3" y="3"/>
                    <a:pt x="1" y="3"/>
                    <a:pt x="1" y="3"/>
                  </a:cubicBezTo>
                  <a:cubicBezTo>
                    <a:pt x="0" y="2"/>
                    <a:pt x="1" y="1"/>
                    <a:pt x="2" y="1"/>
                  </a:cubicBezTo>
                  <a:cubicBezTo>
                    <a:pt x="3" y="0"/>
                    <a:pt x="5" y="1"/>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0" name="Freeform 3067">
              <a:extLst>
                <a:ext uri="{FF2B5EF4-FFF2-40B4-BE49-F238E27FC236}">
                  <a16:creationId xmlns:a16="http://schemas.microsoft.com/office/drawing/2014/main" id="{40521F38-5C8D-18A8-44AB-C9C66F7980EF}"/>
                </a:ext>
              </a:extLst>
            </p:cNvPr>
            <p:cNvSpPr>
              <a:spLocks/>
            </p:cNvSpPr>
            <p:nvPr/>
          </p:nvSpPr>
          <p:spPr bwMode="auto">
            <a:xfrm rot="5094805">
              <a:off x="2885154" y="5626919"/>
              <a:ext cx="20565" cy="4570"/>
            </a:xfrm>
            <a:custGeom>
              <a:avLst/>
              <a:gdLst>
                <a:gd name="T0" fmla="*/ 8 w 8"/>
                <a:gd name="T1" fmla="*/ 0 h 2"/>
                <a:gd name="T2" fmla="*/ 3 w 8"/>
                <a:gd name="T3" fmla="*/ 2 h 2"/>
                <a:gd name="T4" fmla="*/ 0 w 8"/>
                <a:gd name="T5" fmla="*/ 1 h 2"/>
                <a:gd name="T6" fmla="*/ 3 w 8"/>
                <a:gd name="T7" fmla="*/ 0 h 2"/>
                <a:gd name="T8" fmla="*/ 8 w 8"/>
                <a:gd name="T9" fmla="*/ 0 h 2"/>
              </a:gdLst>
              <a:ahLst/>
              <a:cxnLst>
                <a:cxn ang="0">
                  <a:pos x="T0" y="T1"/>
                </a:cxn>
                <a:cxn ang="0">
                  <a:pos x="T2" y="T3"/>
                </a:cxn>
                <a:cxn ang="0">
                  <a:pos x="T4" y="T5"/>
                </a:cxn>
                <a:cxn ang="0">
                  <a:pos x="T6" y="T7"/>
                </a:cxn>
                <a:cxn ang="0">
                  <a:pos x="T8" y="T9"/>
                </a:cxn>
              </a:cxnLst>
              <a:rect l="0" t="0" r="r" b="b"/>
              <a:pathLst>
                <a:path w="8" h="2">
                  <a:moveTo>
                    <a:pt x="8" y="0"/>
                  </a:moveTo>
                  <a:cubicBezTo>
                    <a:pt x="5" y="1"/>
                    <a:pt x="4" y="2"/>
                    <a:pt x="3" y="2"/>
                  </a:cubicBezTo>
                  <a:cubicBezTo>
                    <a:pt x="2" y="2"/>
                    <a:pt x="1" y="2"/>
                    <a:pt x="0" y="1"/>
                  </a:cubicBezTo>
                  <a:cubicBezTo>
                    <a:pt x="1" y="1"/>
                    <a:pt x="2" y="0"/>
                    <a:pt x="3" y="0"/>
                  </a:cubicBezTo>
                  <a:cubicBezTo>
                    <a:pt x="4" y="0"/>
                    <a:pt x="5"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1" name="Freeform 3068">
              <a:extLst>
                <a:ext uri="{FF2B5EF4-FFF2-40B4-BE49-F238E27FC236}">
                  <a16:creationId xmlns:a16="http://schemas.microsoft.com/office/drawing/2014/main" id="{5E28A963-D5FC-8865-51FD-6B44AE1E05DE}"/>
                </a:ext>
              </a:extLst>
            </p:cNvPr>
            <p:cNvSpPr>
              <a:spLocks/>
            </p:cNvSpPr>
            <p:nvPr/>
          </p:nvSpPr>
          <p:spPr bwMode="auto">
            <a:xfrm rot="5094805">
              <a:off x="2929289" y="5813597"/>
              <a:ext cx="15995" cy="4570"/>
            </a:xfrm>
            <a:custGeom>
              <a:avLst/>
              <a:gdLst>
                <a:gd name="T0" fmla="*/ 0 w 6"/>
                <a:gd name="T1" fmla="*/ 2 h 2"/>
                <a:gd name="T2" fmla="*/ 4 w 6"/>
                <a:gd name="T3" fmla="*/ 0 h 2"/>
                <a:gd name="T4" fmla="*/ 6 w 6"/>
                <a:gd name="T5" fmla="*/ 1 h 2"/>
                <a:gd name="T6" fmla="*/ 3 w 6"/>
                <a:gd name="T7" fmla="*/ 2 h 2"/>
                <a:gd name="T8" fmla="*/ 0 w 6"/>
                <a:gd name="T9" fmla="*/ 2 h 2"/>
              </a:gdLst>
              <a:ahLst/>
              <a:cxnLst>
                <a:cxn ang="0">
                  <a:pos x="T0" y="T1"/>
                </a:cxn>
                <a:cxn ang="0">
                  <a:pos x="T2" y="T3"/>
                </a:cxn>
                <a:cxn ang="0">
                  <a:pos x="T4" y="T5"/>
                </a:cxn>
                <a:cxn ang="0">
                  <a:pos x="T6" y="T7"/>
                </a:cxn>
                <a:cxn ang="0">
                  <a:pos x="T8" y="T9"/>
                </a:cxn>
              </a:cxnLst>
              <a:rect l="0" t="0" r="r" b="b"/>
              <a:pathLst>
                <a:path w="6" h="2">
                  <a:moveTo>
                    <a:pt x="0" y="2"/>
                  </a:moveTo>
                  <a:cubicBezTo>
                    <a:pt x="1" y="1"/>
                    <a:pt x="3" y="0"/>
                    <a:pt x="4" y="0"/>
                  </a:cubicBezTo>
                  <a:cubicBezTo>
                    <a:pt x="5" y="0"/>
                    <a:pt x="6" y="1"/>
                    <a:pt x="6" y="1"/>
                  </a:cubicBezTo>
                  <a:cubicBezTo>
                    <a:pt x="6" y="2"/>
                    <a:pt x="4" y="2"/>
                    <a:pt x="3" y="2"/>
                  </a:cubicBezTo>
                  <a:cubicBezTo>
                    <a:pt x="2" y="2"/>
                    <a:pt x="1"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2" name="Freeform 3069">
              <a:extLst>
                <a:ext uri="{FF2B5EF4-FFF2-40B4-BE49-F238E27FC236}">
                  <a16:creationId xmlns:a16="http://schemas.microsoft.com/office/drawing/2014/main" id="{529E04DF-7CDF-6667-20AC-085DEE433AAD}"/>
                </a:ext>
              </a:extLst>
            </p:cNvPr>
            <p:cNvSpPr>
              <a:spLocks/>
            </p:cNvSpPr>
            <p:nvPr/>
          </p:nvSpPr>
          <p:spPr bwMode="auto">
            <a:xfrm rot="5094805">
              <a:off x="2962644" y="6007913"/>
              <a:ext cx="15995" cy="4570"/>
            </a:xfrm>
            <a:custGeom>
              <a:avLst/>
              <a:gdLst>
                <a:gd name="T0" fmla="*/ 7 w 7"/>
                <a:gd name="T1" fmla="*/ 1 h 2"/>
                <a:gd name="T2" fmla="*/ 3 w 7"/>
                <a:gd name="T3" fmla="*/ 2 h 2"/>
                <a:gd name="T4" fmla="*/ 1 w 7"/>
                <a:gd name="T5" fmla="*/ 1 h 2"/>
                <a:gd name="T6" fmla="*/ 4 w 7"/>
                <a:gd name="T7" fmla="*/ 0 h 2"/>
                <a:gd name="T8" fmla="*/ 7 w 7"/>
                <a:gd name="T9" fmla="*/ 1 h 2"/>
              </a:gdLst>
              <a:ahLst/>
              <a:cxnLst>
                <a:cxn ang="0">
                  <a:pos x="T0" y="T1"/>
                </a:cxn>
                <a:cxn ang="0">
                  <a:pos x="T2" y="T3"/>
                </a:cxn>
                <a:cxn ang="0">
                  <a:pos x="T4" y="T5"/>
                </a:cxn>
                <a:cxn ang="0">
                  <a:pos x="T6" y="T7"/>
                </a:cxn>
                <a:cxn ang="0">
                  <a:pos x="T8" y="T9"/>
                </a:cxn>
              </a:cxnLst>
              <a:rect l="0" t="0" r="r" b="b"/>
              <a:pathLst>
                <a:path w="7" h="2">
                  <a:moveTo>
                    <a:pt x="7" y="1"/>
                  </a:moveTo>
                  <a:cubicBezTo>
                    <a:pt x="5" y="1"/>
                    <a:pt x="4" y="2"/>
                    <a:pt x="3" y="2"/>
                  </a:cubicBezTo>
                  <a:cubicBezTo>
                    <a:pt x="2" y="2"/>
                    <a:pt x="0" y="1"/>
                    <a:pt x="1" y="1"/>
                  </a:cubicBezTo>
                  <a:cubicBezTo>
                    <a:pt x="1" y="0"/>
                    <a:pt x="3" y="0"/>
                    <a:pt x="4" y="0"/>
                  </a:cubicBezTo>
                  <a:cubicBezTo>
                    <a:pt x="5" y="0"/>
                    <a:pt x="5" y="0"/>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3" name="Freeform 3070">
              <a:extLst>
                <a:ext uri="{FF2B5EF4-FFF2-40B4-BE49-F238E27FC236}">
                  <a16:creationId xmlns:a16="http://schemas.microsoft.com/office/drawing/2014/main" id="{E633D014-F965-B36E-7D02-7A3125568AEE}"/>
                </a:ext>
              </a:extLst>
            </p:cNvPr>
            <p:cNvSpPr>
              <a:spLocks/>
            </p:cNvSpPr>
            <p:nvPr/>
          </p:nvSpPr>
          <p:spPr bwMode="auto">
            <a:xfrm rot="5094805">
              <a:off x="3000541" y="6201621"/>
              <a:ext cx="20565" cy="4570"/>
            </a:xfrm>
            <a:custGeom>
              <a:avLst/>
              <a:gdLst>
                <a:gd name="T0" fmla="*/ 8 w 8"/>
                <a:gd name="T1" fmla="*/ 0 h 2"/>
                <a:gd name="T2" fmla="*/ 3 w 8"/>
                <a:gd name="T3" fmla="*/ 2 h 2"/>
                <a:gd name="T4" fmla="*/ 0 w 8"/>
                <a:gd name="T5" fmla="*/ 1 h 2"/>
                <a:gd name="T6" fmla="*/ 3 w 8"/>
                <a:gd name="T7" fmla="*/ 0 h 2"/>
                <a:gd name="T8" fmla="*/ 8 w 8"/>
                <a:gd name="T9" fmla="*/ 0 h 2"/>
              </a:gdLst>
              <a:ahLst/>
              <a:cxnLst>
                <a:cxn ang="0">
                  <a:pos x="T0" y="T1"/>
                </a:cxn>
                <a:cxn ang="0">
                  <a:pos x="T2" y="T3"/>
                </a:cxn>
                <a:cxn ang="0">
                  <a:pos x="T4" y="T5"/>
                </a:cxn>
                <a:cxn ang="0">
                  <a:pos x="T6" y="T7"/>
                </a:cxn>
                <a:cxn ang="0">
                  <a:pos x="T8" y="T9"/>
                </a:cxn>
              </a:cxnLst>
              <a:rect l="0" t="0" r="r" b="b"/>
              <a:pathLst>
                <a:path w="8" h="2">
                  <a:moveTo>
                    <a:pt x="8" y="0"/>
                  </a:moveTo>
                  <a:cubicBezTo>
                    <a:pt x="5" y="1"/>
                    <a:pt x="4" y="2"/>
                    <a:pt x="3" y="2"/>
                  </a:cubicBezTo>
                  <a:cubicBezTo>
                    <a:pt x="2" y="2"/>
                    <a:pt x="1" y="1"/>
                    <a:pt x="0" y="1"/>
                  </a:cubicBezTo>
                  <a:cubicBezTo>
                    <a:pt x="1" y="1"/>
                    <a:pt x="2" y="0"/>
                    <a:pt x="3" y="0"/>
                  </a:cubicBezTo>
                  <a:cubicBezTo>
                    <a:pt x="4" y="0"/>
                    <a:pt x="5"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4" name="Freeform 3071">
              <a:extLst>
                <a:ext uri="{FF2B5EF4-FFF2-40B4-BE49-F238E27FC236}">
                  <a16:creationId xmlns:a16="http://schemas.microsoft.com/office/drawing/2014/main" id="{EC93823E-53E2-16ED-0C09-CD1574DA996F}"/>
                </a:ext>
              </a:extLst>
            </p:cNvPr>
            <p:cNvSpPr>
              <a:spLocks/>
            </p:cNvSpPr>
            <p:nvPr/>
          </p:nvSpPr>
          <p:spPr bwMode="auto">
            <a:xfrm rot="5094805">
              <a:off x="3059471" y="6385840"/>
              <a:ext cx="15995" cy="6855"/>
            </a:xfrm>
            <a:custGeom>
              <a:avLst/>
              <a:gdLst>
                <a:gd name="T0" fmla="*/ 2 w 6"/>
                <a:gd name="T1" fmla="*/ 0 h 3"/>
                <a:gd name="T2" fmla="*/ 6 w 6"/>
                <a:gd name="T3" fmla="*/ 1 h 3"/>
                <a:gd name="T4" fmla="*/ 3 w 6"/>
                <a:gd name="T5" fmla="*/ 3 h 3"/>
                <a:gd name="T6" fmla="*/ 0 w 6"/>
                <a:gd name="T7" fmla="*/ 2 h 3"/>
                <a:gd name="T8" fmla="*/ 2 w 6"/>
                <a:gd name="T9" fmla="*/ 0 h 3"/>
              </a:gdLst>
              <a:ahLst/>
              <a:cxnLst>
                <a:cxn ang="0">
                  <a:pos x="T0" y="T1"/>
                </a:cxn>
                <a:cxn ang="0">
                  <a:pos x="T2" y="T3"/>
                </a:cxn>
                <a:cxn ang="0">
                  <a:pos x="T4" y="T5"/>
                </a:cxn>
                <a:cxn ang="0">
                  <a:pos x="T6" y="T7"/>
                </a:cxn>
                <a:cxn ang="0">
                  <a:pos x="T8" y="T9"/>
                </a:cxn>
              </a:cxnLst>
              <a:rect l="0" t="0" r="r" b="b"/>
              <a:pathLst>
                <a:path w="6" h="3">
                  <a:moveTo>
                    <a:pt x="2" y="0"/>
                  </a:moveTo>
                  <a:cubicBezTo>
                    <a:pt x="4" y="0"/>
                    <a:pt x="6" y="1"/>
                    <a:pt x="6" y="1"/>
                  </a:cubicBezTo>
                  <a:cubicBezTo>
                    <a:pt x="6" y="1"/>
                    <a:pt x="4" y="3"/>
                    <a:pt x="3" y="3"/>
                  </a:cubicBezTo>
                  <a:cubicBezTo>
                    <a:pt x="2" y="3"/>
                    <a:pt x="0" y="3"/>
                    <a:pt x="0" y="2"/>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5" name="Freeform 3072">
              <a:extLst>
                <a:ext uri="{FF2B5EF4-FFF2-40B4-BE49-F238E27FC236}">
                  <a16:creationId xmlns:a16="http://schemas.microsoft.com/office/drawing/2014/main" id="{A47649F6-2EDA-4C96-A991-5D787EABC979}"/>
                </a:ext>
              </a:extLst>
            </p:cNvPr>
            <p:cNvSpPr>
              <a:spLocks/>
            </p:cNvSpPr>
            <p:nvPr/>
          </p:nvSpPr>
          <p:spPr bwMode="auto">
            <a:xfrm rot="5094805">
              <a:off x="3135672" y="6571957"/>
              <a:ext cx="11425" cy="6855"/>
            </a:xfrm>
            <a:custGeom>
              <a:avLst/>
              <a:gdLst>
                <a:gd name="T0" fmla="*/ 2 w 5"/>
                <a:gd name="T1" fmla="*/ 0 h 3"/>
                <a:gd name="T2" fmla="*/ 5 w 5"/>
                <a:gd name="T3" fmla="*/ 0 h 3"/>
                <a:gd name="T4" fmla="*/ 4 w 5"/>
                <a:gd name="T5" fmla="*/ 3 h 3"/>
                <a:gd name="T6" fmla="*/ 0 w 5"/>
                <a:gd name="T7" fmla="*/ 3 h 3"/>
                <a:gd name="T8" fmla="*/ 2 w 5"/>
                <a:gd name="T9" fmla="*/ 0 h 3"/>
              </a:gdLst>
              <a:ahLst/>
              <a:cxnLst>
                <a:cxn ang="0">
                  <a:pos x="T0" y="T1"/>
                </a:cxn>
                <a:cxn ang="0">
                  <a:pos x="T2" y="T3"/>
                </a:cxn>
                <a:cxn ang="0">
                  <a:pos x="T4" y="T5"/>
                </a:cxn>
                <a:cxn ang="0">
                  <a:pos x="T6" y="T7"/>
                </a:cxn>
                <a:cxn ang="0">
                  <a:pos x="T8" y="T9"/>
                </a:cxn>
              </a:cxnLst>
              <a:rect l="0" t="0" r="r" b="b"/>
              <a:pathLst>
                <a:path w="5" h="3">
                  <a:moveTo>
                    <a:pt x="2" y="0"/>
                  </a:moveTo>
                  <a:cubicBezTo>
                    <a:pt x="3" y="0"/>
                    <a:pt x="5" y="0"/>
                    <a:pt x="5" y="0"/>
                  </a:cubicBezTo>
                  <a:cubicBezTo>
                    <a:pt x="5" y="1"/>
                    <a:pt x="4" y="2"/>
                    <a:pt x="4" y="3"/>
                  </a:cubicBezTo>
                  <a:cubicBezTo>
                    <a:pt x="2" y="3"/>
                    <a:pt x="1" y="3"/>
                    <a:pt x="0" y="3"/>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6" name="Freeform 3073">
              <a:extLst>
                <a:ext uri="{FF2B5EF4-FFF2-40B4-BE49-F238E27FC236}">
                  <a16:creationId xmlns:a16="http://schemas.microsoft.com/office/drawing/2014/main" id="{4AB453FF-B72B-9F01-E9D1-9C0BD0159CC4}"/>
                </a:ext>
              </a:extLst>
            </p:cNvPr>
            <p:cNvSpPr>
              <a:spLocks/>
            </p:cNvSpPr>
            <p:nvPr/>
          </p:nvSpPr>
          <p:spPr bwMode="auto">
            <a:xfrm rot="5094805">
              <a:off x="2292010" y="1247927"/>
              <a:ext cx="15995" cy="22850"/>
            </a:xfrm>
            <a:custGeom>
              <a:avLst/>
              <a:gdLst>
                <a:gd name="T0" fmla="*/ 7 w 7"/>
                <a:gd name="T1" fmla="*/ 4 h 9"/>
                <a:gd name="T2" fmla="*/ 4 w 7"/>
                <a:gd name="T3" fmla="*/ 9 h 9"/>
                <a:gd name="T4" fmla="*/ 0 w 7"/>
                <a:gd name="T5" fmla="*/ 6 h 9"/>
                <a:gd name="T6" fmla="*/ 2 w 7"/>
                <a:gd name="T7" fmla="*/ 1 h 9"/>
                <a:gd name="T8" fmla="*/ 7 w 7"/>
                <a:gd name="T9" fmla="*/ 4 h 9"/>
              </a:gdLst>
              <a:ahLst/>
              <a:cxnLst>
                <a:cxn ang="0">
                  <a:pos x="T0" y="T1"/>
                </a:cxn>
                <a:cxn ang="0">
                  <a:pos x="T2" y="T3"/>
                </a:cxn>
                <a:cxn ang="0">
                  <a:pos x="T4" y="T5"/>
                </a:cxn>
                <a:cxn ang="0">
                  <a:pos x="T6" y="T7"/>
                </a:cxn>
                <a:cxn ang="0">
                  <a:pos x="T8" y="T9"/>
                </a:cxn>
              </a:cxnLst>
              <a:rect l="0" t="0" r="r" b="b"/>
              <a:pathLst>
                <a:path w="7" h="9">
                  <a:moveTo>
                    <a:pt x="7" y="4"/>
                  </a:moveTo>
                  <a:cubicBezTo>
                    <a:pt x="5" y="6"/>
                    <a:pt x="5" y="9"/>
                    <a:pt x="4" y="9"/>
                  </a:cubicBezTo>
                  <a:cubicBezTo>
                    <a:pt x="3" y="9"/>
                    <a:pt x="2" y="7"/>
                    <a:pt x="0" y="6"/>
                  </a:cubicBezTo>
                  <a:cubicBezTo>
                    <a:pt x="1" y="4"/>
                    <a:pt x="1" y="1"/>
                    <a:pt x="2" y="1"/>
                  </a:cubicBezTo>
                  <a:cubicBezTo>
                    <a:pt x="3" y="0"/>
                    <a:pt x="5" y="2"/>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7" name="Freeform 3074">
              <a:extLst>
                <a:ext uri="{FF2B5EF4-FFF2-40B4-BE49-F238E27FC236}">
                  <a16:creationId xmlns:a16="http://schemas.microsoft.com/office/drawing/2014/main" id="{32C75B27-669A-C648-E15B-0B3C63C28FB7}"/>
                </a:ext>
              </a:extLst>
            </p:cNvPr>
            <p:cNvSpPr>
              <a:spLocks/>
            </p:cNvSpPr>
            <p:nvPr/>
          </p:nvSpPr>
          <p:spPr bwMode="auto">
            <a:xfrm rot="5094805">
              <a:off x="2328277" y="1434066"/>
              <a:ext cx="13710" cy="27420"/>
            </a:xfrm>
            <a:custGeom>
              <a:avLst/>
              <a:gdLst>
                <a:gd name="T0" fmla="*/ 6 w 6"/>
                <a:gd name="T1" fmla="*/ 4 h 11"/>
                <a:gd name="T2" fmla="*/ 4 w 6"/>
                <a:gd name="T3" fmla="*/ 11 h 11"/>
                <a:gd name="T4" fmla="*/ 0 w 6"/>
                <a:gd name="T5" fmla="*/ 7 h 11"/>
                <a:gd name="T6" fmla="*/ 2 w 6"/>
                <a:gd name="T7" fmla="*/ 1 h 11"/>
                <a:gd name="T8" fmla="*/ 6 w 6"/>
                <a:gd name="T9" fmla="*/ 4 h 11"/>
              </a:gdLst>
              <a:ahLst/>
              <a:cxnLst>
                <a:cxn ang="0">
                  <a:pos x="T0" y="T1"/>
                </a:cxn>
                <a:cxn ang="0">
                  <a:pos x="T2" y="T3"/>
                </a:cxn>
                <a:cxn ang="0">
                  <a:pos x="T4" y="T5"/>
                </a:cxn>
                <a:cxn ang="0">
                  <a:pos x="T6" y="T7"/>
                </a:cxn>
                <a:cxn ang="0">
                  <a:pos x="T8" y="T9"/>
                </a:cxn>
              </a:cxnLst>
              <a:rect l="0" t="0" r="r" b="b"/>
              <a:pathLst>
                <a:path w="6" h="11">
                  <a:moveTo>
                    <a:pt x="6" y="4"/>
                  </a:moveTo>
                  <a:cubicBezTo>
                    <a:pt x="5" y="7"/>
                    <a:pt x="5" y="10"/>
                    <a:pt x="4" y="11"/>
                  </a:cubicBezTo>
                  <a:cubicBezTo>
                    <a:pt x="3" y="11"/>
                    <a:pt x="2" y="8"/>
                    <a:pt x="0" y="7"/>
                  </a:cubicBezTo>
                  <a:cubicBezTo>
                    <a:pt x="1" y="5"/>
                    <a:pt x="1" y="1"/>
                    <a:pt x="2" y="1"/>
                  </a:cubicBezTo>
                  <a:cubicBezTo>
                    <a:pt x="3" y="0"/>
                    <a:pt x="4" y="2"/>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8" name="Freeform 3075">
              <a:extLst>
                <a:ext uri="{FF2B5EF4-FFF2-40B4-BE49-F238E27FC236}">
                  <a16:creationId xmlns:a16="http://schemas.microsoft.com/office/drawing/2014/main" id="{A3AFC536-ED83-14D1-5C50-319A60A770E3}"/>
                </a:ext>
              </a:extLst>
            </p:cNvPr>
            <p:cNvSpPr>
              <a:spLocks/>
            </p:cNvSpPr>
            <p:nvPr/>
          </p:nvSpPr>
          <p:spPr bwMode="auto">
            <a:xfrm rot="5094805">
              <a:off x="2370427" y="1622914"/>
              <a:ext cx="15995" cy="29705"/>
            </a:xfrm>
            <a:custGeom>
              <a:avLst/>
              <a:gdLst>
                <a:gd name="T0" fmla="*/ 6 w 6"/>
                <a:gd name="T1" fmla="*/ 4 h 12"/>
                <a:gd name="T2" fmla="*/ 4 w 6"/>
                <a:gd name="T3" fmla="*/ 12 h 12"/>
                <a:gd name="T4" fmla="*/ 0 w 6"/>
                <a:gd name="T5" fmla="*/ 7 h 12"/>
                <a:gd name="T6" fmla="*/ 2 w 6"/>
                <a:gd name="T7" fmla="*/ 0 h 12"/>
                <a:gd name="T8" fmla="*/ 6 w 6"/>
                <a:gd name="T9" fmla="*/ 4 h 12"/>
              </a:gdLst>
              <a:ahLst/>
              <a:cxnLst>
                <a:cxn ang="0">
                  <a:pos x="T0" y="T1"/>
                </a:cxn>
                <a:cxn ang="0">
                  <a:pos x="T2" y="T3"/>
                </a:cxn>
                <a:cxn ang="0">
                  <a:pos x="T4" y="T5"/>
                </a:cxn>
                <a:cxn ang="0">
                  <a:pos x="T6" y="T7"/>
                </a:cxn>
                <a:cxn ang="0">
                  <a:pos x="T8" y="T9"/>
                </a:cxn>
              </a:cxnLst>
              <a:rect l="0" t="0" r="r" b="b"/>
              <a:pathLst>
                <a:path w="6" h="12">
                  <a:moveTo>
                    <a:pt x="6" y="4"/>
                  </a:moveTo>
                  <a:cubicBezTo>
                    <a:pt x="5" y="8"/>
                    <a:pt x="5" y="11"/>
                    <a:pt x="4" y="12"/>
                  </a:cubicBezTo>
                  <a:cubicBezTo>
                    <a:pt x="3" y="12"/>
                    <a:pt x="1" y="9"/>
                    <a:pt x="0" y="7"/>
                  </a:cubicBezTo>
                  <a:cubicBezTo>
                    <a:pt x="1" y="5"/>
                    <a:pt x="1" y="1"/>
                    <a:pt x="2" y="0"/>
                  </a:cubicBezTo>
                  <a:cubicBezTo>
                    <a:pt x="3" y="0"/>
                    <a:pt x="4" y="2"/>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9" name="Freeform 3076">
              <a:extLst>
                <a:ext uri="{FF2B5EF4-FFF2-40B4-BE49-F238E27FC236}">
                  <a16:creationId xmlns:a16="http://schemas.microsoft.com/office/drawing/2014/main" id="{F0B054E6-7B52-627C-4893-0292C9011F2B}"/>
                </a:ext>
              </a:extLst>
            </p:cNvPr>
            <p:cNvSpPr>
              <a:spLocks/>
            </p:cNvSpPr>
            <p:nvPr/>
          </p:nvSpPr>
          <p:spPr bwMode="auto">
            <a:xfrm rot="5094805">
              <a:off x="2419211" y="1806795"/>
              <a:ext cx="13710" cy="36560"/>
            </a:xfrm>
            <a:custGeom>
              <a:avLst/>
              <a:gdLst>
                <a:gd name="T0" fmla="*/ 3 w 5"/>
                <a:gd name="T1" fmla="*/ 15 h 15"/>
                <a:gd name="T2" fmla="*/ 0 w 5"/>
                <a:gd name="T3" fmla="*/ 6 h 15"/>
                <a:gd name="T4" fmla="*/ 2 w 5"/>
                <a:gd name="T5" fmla="*/ 0 h 15"/>
                <a:gd name="T6" fmla="*/ 5 w 5"/>
                <a:gd name="T7" fmla="*/ 7 h 15"/>
                <a:gd name="T8" fmla="*/ 3 w 5"/>
                <a:gd name="T9" fmla="*/ 15 h 15"/>
              </a:gdLst>
              <a:ahLst/>
              <a:cxnLst>
                <a:cxn ang="0">
                  <a:pos x="T0" y="T1"/>
                </a:cxn>
                <a:cxn ang="0">
                  <a:pos x="T2" y="T3"/>
                </a:cxn>
                <a:cxn ang="0">
                  <a:pos x="T4" y="T5"/>
                </a:cxn>
                <a:cxn ang="0">
                  <a:pos x="T6" y="T7"/>
                </a:cxn>
                <a:cxn ang="0">
                  <a:pos x="T8" y="T9"/>
                </a:cxn>
              </a:cxnLst>
              <a:rect l="0" t="0" r="r" b="b"/>
              <a:pathLst>
                <a:path w="5" h="15">
                  <a:moveTo>
                    <a:pt x="3" y="15"/>
                  </a:moveTo>
                  <a:cubicBezTo>
                    <a:pt x="1" y="11"/>
                    <a:pt x="0" y="8"/>
                    <a:pt x="0" y="6"/>
                  </a:cubicBezTo>
                  <a:cubicBezTo>
                    <a:pt x="0" y="3"/>
                    <a:pt x="1" y="0"/>
                    <a:pt x="2" y="0"/>
                  </a:cubicBezTo>
                  <a:cubicBezTo>
                    <a:pt x="3" y="0"/>
                    <a:pt x="5" y="5"/>
                    <a:pt x="5" y="7"/>
                  </a:cubicBezTo>
                  <a:cubicBezTo>
                    <a:pt x="5" y="10"/>
                    <a:pt x="4" y="12"/>
                    <a:pt x="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0" name="Freeform 3077">
              <a:extLst>
                <a:ext uri="{FF2B5EF4-FFF2-40B4-BE49-F238E27FC236}">
                  <a16:creationId xmlns:a16="http://schemas.microsoft.com/office/drawing/2014/main" id="{F26227D4-F4A5-6FE1-E8BB-3AEEA8197A0A}"/>
                </a:ext>
              </a:extLst>
            </p:cNvPr>
            <p:cNvSpPr>
              <a:spLocks/>
            </p:cNvSpPr>
            <p:nvPr/>
          </p:nvSpPr>
          <p:spPr bwMode="auto">
            <a:xfrm rot="5094805">
              <a:off x="2485268" y="1992576"/>
              <a:ext cx="11425" cy="41130"/>
            </a:xfrm>
            <a:custGeom>
              <a:avLst/>
              <a:gdLst>
                <a:gd name="T0" fmla="*/ 2 w 5"/>
                <a:gd name="T1" fmla="*/ 0 h 17"/>
                <a:gd name="T2" fmla="*/ 5 w 5"/>
                <a:gd name="T3" fmla="*/ 10 h 17"/>
                <a:gd name="T4" fmla="*/ 3 w 5"/>
                <a:gd name="T5" fmla="*/ 17 h 17"/>
                <a:gd name="T6" fmla="*/ 0 w 5"/>
                <a:gd name="T7" fmla="*/ 9 h 17"/>
                <a:gd name="T8" fmla="*/ 2 w 5"/>
                <a:gd name="T9" fmla="*/ 0 h 17"/>
              </a:gdLst>
              <a:ahLst/>
              <a:cxnLst>
                <a:cxn ang="0">
                  <a:pos x="T0" y="T1"/>
                </a:cxn>
                <a:cxn ang="0">
                  <a:pos x="T2" y="T3"/>
                </a:cxn>
                <a:cxn ang="0">
                  <a:pos x="T4" y="T5"/>
                </a:cxn>
                <a:cxn ang="0">
                  <a:pos x="T6" y="T7"/>
                </a:cxn>
                <a:cxn ang="0">
                  <a:pos x="T8" y="T9"/>
                </a:cxn>
              </a:cxnLst>
              <a:rect l="0" t="0" r="r" b="b"/>
              <a:pathLst>
                <a:path w="5" h="17">
                  <a:moveTo>
                    <a:pt x="2" y="0"/>
                  </a:moveTo>
                  <a:cubicBezTo>
                    <a:pt x="3" y="5"/>
                    <a:pt x="5" y="8"/>
                    <a:pt x="5" y="10"/>
                  </a:cubicBezTo>
                  <a:cubicBezTo>
                    <a:pt x="5" y="13"/>
                    <a:pt x="4" y="17"/>
                    <a:pt x="3" y="17"/>
                  </a:cubicBezTo>
                  <a:cubicBezTo>
                    <a:pt x="2" y="17"/>
                    <a:pt x="0" y="12"/>
                    <a:pt x="0" y="9"/>
                  </a:cubicBezTo>
                  <a:cubicBezTo>
                    <a:pt x="0" y="7"/>
                    <a:pt x="1" y="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1" name="Freeform 3078">
              <a:extLst>
                <a:ext uri="{FF2B5EF4-FFF2-40B4-BE49-F238E27FC236}">
                  <a16:creationId xmlns:a16="http://schemas.microsoft.com/office/drawing/2014/main" id="{86F7AB25-D386-AD2F-1A5A-95D874E3EBEF}"/>
                </a:ext>
              </a:extLst>
            </p:cNvPr>
            <p:cNvSpPr>
              <a:spLocks/>
            </p:cNvSpPr>
            <p:nvPr/>
          </p:nvSpPr>
          <p:spPr bwMode="auto">
            <a:xfrm rot="5094805">
              <a:off x="2543446" y="2184470"/>
              <a:ext cx="15995" cy="36560"/>
            </a:xfrm>
            <a:custGeom>
              <a:avLst/>
              <a:gdLst>
                <a:gd name="T0" fmla="*/ 6 w 6"/>
                <a:gd name="T1" fmla="*/ 5 h 15"/>
                <a:gd name="T2" fmla="*/ 3 w 6"/>
                <a:gd name="T3" fmla="*/ 15 h 15"/>
                <a:gd name="T4" fmla="*/ 0 w 6"/>
                <a:gd name="T5" fmla="*/ 10 h 15"/>
                <a:gd name="T6" fmla="*/ 1 w 6"/>
                <a:gd name="T7" fmla="*/ 1 h 15"/>
                <a:gd name="T8" fmla="*/ 6 w 6"/>
                <a:gd name="T9" fmla="*/ 5 h 15"/>
              </a:gdLst>
              <a:ahLst/>
              <a:cxnLst>
                <a:cxn ang="0">
                  <a:pos x="T0" y="T1"/>
                </a:cxn>
                <a:cxn ang="0">
                  <a:pos x="T2" y="T3"/>
                </a:cxn>
                <a:cxn ang="0">
                  <a:pos x="T4" y="T5"/>
                </a:cxn>
                <a:cxn ang="0">
                  <a:pos x="T6" y="T7"/>
                </a:cxn>
                <a:cxn ang="0">
                  <a:pos x="T8" y="T9"/>
                </a:cxn>
              </a:cxnLst>
              <a:rect l="0" t="0" r="r" b="b"/>
              <a:pathLst>
                <a:path w="6" h="15">
                  <a:moveTo>
                    <a:pt x="6" y="5"/>
                  </a:moveTo>
                  <a:cubicBezTo>
                    <a:pt x="5" y="10"/>
                    <a:pt x="4" y="14"/>
                    <a:pt x="3" y="15"/>
                  </a:cubicBezTo>
                  <a:cubicBezTo>
                    <a:pt x="2" y="15"/>
                    <a:pt x="1" y="12"/>
                    <a:pt x="0" y="10"/>
                  </a:cubicBezTo>
                  <a:cubicBezTo>
                    <a:pt x="0" y="7"/>
                    <a:pt x="0" y="2"/>
                    <a:pt x="1" y="1"/>
                  </a:cubicBezTo>
                  <a:cubicBezTo>
                    <a:pt x="2" y="0"/>
                    <a:pt x="4" y="3"/>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2" name="Freeform 3079">
              <a:extLst>
                <a:ext uri="{FF2B5EF4-FFF2-40B4-BE49-F238E27FC236}">
                  <a16:creationId xmlns:a16="http://schemas.microsoft.com/office/drawing/2014/main" id="{19BA5243-0943-BE26-938A-5357F632B7C4}"/>
                </a:ext>
              </a:extLst>
            </p:cNvPr>
            <p:cNvSpPr>
              <a:spLocks/>
            </p:cNvSpPr>
            <p:nvPr/>
          </p:nvSpPr>
          <p:spPr bwMode="auto">
            <a:xfrm rot="5094805">
              <a:off x="2596879" y="2372411"/>
              <a:ext cx="15995" cy="36560"/>
            </a:xfrm>
            <a:custGeom>
              <a:avLst/>
              <a:gdLst>
                <a:gd name="T0" fmla="*/ 6 w 6"/>
                <a:gd name="T1" fmla="*/ 6 h 15"/>
                <a:gd name="T2" fmla="*/ 4 w 6"/>
                <a:gd name="T3" fmla="*/ 15 h 15"/>
                <a:gd name="T4" fmla="*/ 0 w 6"/>
                <a:gd name="T5" fmla="*/ 9 h 15"/>
                <a:gd name="T6" fmla="*/ 2 w 6"/>
                <a:gd name="T7" fmla="*/ 1 h 15"/>
                <a:gd name="T8" fmla="*/ 6 w 6"/>
                <a:gd name="T9" fmla="*/ 6 h 15"/>
              </a:gdLst>
              <a:ahLst/>
              <a:cxnLst>
                <a:cxn ang="0">
                  <a:pos x="T0" y="T1"/>
                </a:cxn>
                <a:cxn ang="0">
                  <a:pos x="T2" y="T3"/>
                </a:cxn>
                <a:cxn ang="0">
                  <a:pos x="T4" y="T5"/>
                </a:cxn>
                <a:cxn ang="0">
                  <a:pos x="T6" y="T7"/>
                </a:cxn>
                <a:cxn ang="0">
                  <a:pos x="T8" y="T9"/>
                </a:cxn>
              </a:cxnLst>
              <a:rect l="0" t="0" r="r" b="b"/>
              <a:pathLst>
                <a:path w="6" h="15">
                  <a:moveTo>
                    <a:pt x="6" y="6"/>
                  </a:moveTo>
                  <a:cubicBezTo>
                    <a:pt x="5" y="10"/>
                    <a:pt x="4" y="14"/>
                    <a:pt x="4" y="15"/>
                  </a:cubicBezTo>
                  <a:cubicBezTo>
                    <a:pt x="3" y="15"/>
                    <a:pt x="1" y="11"/>
                    <a:pt x="0" y="9"/>
                  </a:cubicBezTo>
                  <a:cubicBezTo>
                    <a:pt x="0" y="6"/>
                    <a:pt x="1" y="1"/>
                    <a:pt x="2" y="1"/>
                  </a:cubicBezTo>
                  <a:cubicBezTo>
                    <a:pt x="2" y="0"/>
                    <a:pt x="4" y="3"/>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3" name="Freeform 3080">
              <a:extLst>
                <a:ext uri="{FF2B5EF4-FFF2-40B4-BE49-F238E27FC236}">
                  <a16:creationId xmlns:a16="http://schemas.microsoft.com/office/drawing/2014/main" id="{E7A8E59F-BD38-0D73-0858-B93281420140}"/>
                </a:ext>
              </a:extLst>
            </p:cNvPr>
            <p:cNvSpPr>
              <a:spLocks/>
            </p:cNvSpPr>
            <p:nvPr/>
          </p:nvSpPr>
          <p:spPr bwMode="auto">
            <a:xfrm rot="5094805">
              <a:off x="2608612" y="2569794"/>
              <a:ext cx="15995" cy="34275"/>
            </a:xfrm>
            <a:custGeom>
              <a:avLst/>
              <a:gdLst>
                <a:gd name="T0" fmla="*/ 7 w 7"/>
                <a:gd name="T1" fmla="*/ 8 h 14"/>
                <a:gd name="T2" fmla="*/ 3 w 7"/>
                <a:gd name="T3" fmla="*/ 13 h 14"/>
                <a:gd name="T4" fmla="*/ 0 w 7"/>
                <a:gd name="T5" fmla="*/ 5 h 14"/>
                <a:gd name="T6" fmla="*/ 3 w 7"/>
                <a:gd name="T7" fmla="*/ 0 h 14"/>
                <a:gd name="T8" fmla="*/ 7 w 7"/>
                <a:gd name="T9" fmla="*/ 8 h 14"/>
              </a:gdLst>
              <a:ahLst/>
              <a:cxnLst>
                <a:cxn ang="0">
                  <a:pos x="T0" y="T1"/>
                </a:cxn>
                <a:cxn ang="0">
                  <a:pos x="T2" y="T3"/>
                </a:cxn>
                <a:cxn ang="0">
                  <a:pos x="T4" y="T5"/>
                </a:cxn>
                <a:cxn ang="0">
                  <a:pos x="T6" y="T7"/>
                </a:cxn>
                <a:cxn ang="0">
                  <a:pos x="T8" y="T9"/>
                </a:cxn>
              </a:cxnLst>
              <a:rect l="0" t="0" r="r" b="b"/>
              <a:pathLst>
                <a:path w="7" h="14">
                  <a:moveTo>
                    <a:pt x="7" y="8"/>
                  </a:moveTo>
                  <a:cubicBezTo>
                    <a:pt x="5" y="11"/>
                    <a:pt x="4" y="14"/>
                    <a:pt x="3" y="13"/>
                  </a:cubicBezTo>
                  <a:cubicBezTo>
                    <a:pt x="2" y="13"/>
                    <a:pt x="1" y="8"/>
                    <a:pt x="0" y="5"/>
                  </a:cubicBezTo>
                  <a:cubicBezTo>
                    <a:pt x="1" y="3"/>
                    <a:pt x="2" y="0"/>
                    <a:pt x="3" y="0"/>
                  </a:cubicBezTo>
                  <a:cubicBezTo>
                    <a:pt x="4" y="0"/>
                    <a:pt x="5" y="4"/>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4" name="Freeform 3081">
              <a:extLst>
                <a:ext uri="{FF2B5EF4-FFF2-40B4-BE49-F238E27FC236}">
                  <a16:creationId xmlns:a16="http://schemas.microsoft.com/office/drawing/2014/main" id="{0402245B-B2C2-FE1A-A586-0A74E45EE614}"/>
                </a:ext>
              </a:extLst>
            </p:cNvPr>
            <p:cNvSpPr>
              <a:spLocks/>
            </p:cNvSpPr>
            <p:nvPr/>
          </p:nvSpPr>
          <p:spPr bwMode="auto">
            <a:xfrm rot="5094805">
              <a:off x="2591056" y="2771981"/>
              <a:ext cx="18280" cy="34275"/>
            </a:xfrm>
            <a:custGeom>
              <a:avLst/>
              <a:gdLst>
                <a:gd name="T0" fmla="*/ 7 w 7"/>
                <a:gd name="T1" fmla="*/ 9 h 14"/>
                <a:gd name="T2" fmla="*/ 3 w 7"/>
                <a:gd name="T3" fmla="*/ 14 h 14"/>
                <a:gd name="T4" fmla="*/ 0 w 7"/>
                <a:gd name="T5" fmla="*/ 5 h 14"/>
                <a:gd name="T6" fmla="*/ 3 w 7"/>
                <a:gd name="T7" fmla="*/ 1 h 14"/>
                <a:gd name="T8" fmla="*/ 7 w 7"/>
                <a:gd name="T9" fmla="*/ 9 h 14"/>
              </a:gdLst>
              <a:ahLst/>
              <a:cxnLst>
                <a:cxn ang="0">
                  <a:pos x="T0" y="T1"/>
                </a:cxn>
                <a:cxn ang="0">
                  <a:pos x="T2" y="T3"/>
                </a:cxn>
                <a:cxn ang="0">
                  <a:pos x="T4" y="T5"/>
                </a:cxn>
                <a:cxn ang="0">
                  <a:pos x="T6" y="T7"/>
                </a:cxn>
                <a:cxn ang="0">
                  <a:pos x="T8" y="T9"/>
                </a:cxn>
              </a:cxnLst>
              <a:rect l="0" t="0" r="r" b="b"/>
              <a:pathLst>
                <a:path w="7" h="14">
                  <a:moveTo>
                    <a:pt x="7" y="9"/>
                  </a:moveTo>
                  <a:cubicBezTo>
                    <a:pt x="5" y="11"/>
                    <a:pt x="4" y="14"/>
                    <a:pt x="3" y="14"/>
                  </a:cubicBezTo>
                  <a:cubicBezTo>
                    <a:pt x="2" y="13"/>
                    <a:pt x="1" y="8"/>
                    <a:pt x="0" y="5"/>
                  </a:cubicBezTo>
                  <a:cubicBezTo>
                    <a:pt x="1" y="4"/>
                    <a:pt x="2" y="0"/>
                    <a:pt x="3" y="1"/>
                  </a:cubicBezTo>
                  <a:cubicBezTo>
                    <a:pt x="4" y="1"/>
                    <a:pt x="5" y="5"/>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5" name="Freeform 3082">
              <a:extLst>
                <a:ext uri="{FF2B5EF4-FFF2-40B4-BE49-F238E27FC236}">
                  <a16:creationId xmlns:a16="http://schemas.microsoft.com/office/drawing/2014/main" id="{3B0DED10-79B3-7C10-FE15-6DD95DD72D07}"/>
                </a:ext>
              </a:extLst>
            </p:cNvPr>
            <p:cNvSpPr>
              <a:spLocks/>
            </p:cNvSpPr>
            <p:nvPr/>
          </p:nvSpPr>
          <p:spPr bwMode="auto">
            <a:xfrm rot="5094805">
              <a:off x="2558619" y="2972365"/>
              <a:ext cx="13710" cy="38845"/>
            </a:xfrm>
            <a:custGeom>
              <a:avLst/>
              <a:gdLst>
                <a:gd name="T0" fmla="*/ 3 w 6"/>
                <a:gd name="T1" fmla="*/ 0 h 16"/>
                <a:gd name="T2" fmla="*/ 6 w 6"/>
                <a:gd name="T3" fmla="*/ 11 h 16"/>
                <a:gd name="T4" fmla="*/ 3 w 6"/>
                <a:gd name="T5" fmla="*/ 15 h 16"/>
                <a:gd name="T6" fmla="*/ 0 w 6"/>
                <a:gd name="T7" fmla="*/ 7 h 16"/>
                <a:gd name="T8" fmla="*/ 3 w 6"/>
                <a:gd name="T9" fmla="*/ 0 h 16"/>
              </a:gdLst>
              <a:ahLst/>
              <a:cxnLst>
                <a:cxn ang="0">
                  <a:pos x="T0" y="T1"/>
                </a:cxn>
                <a:cxn ang="0">
                  <a:pos x="T2" y="T3"/>
                </a:cxn>
                <a:cxn ang="0">
                  <a:pos x="T4" y="T5"/>
                </a:cxn>
                <a:cxn ang="0">
                  <a:pos x="T6" y="T7"/>
                </a:cxn>
                <a:cxn ang="0">
                  <a:pos x="T8" y="T9"/>
                </a:cxn>
              </a:cxnLst>
              <a:rect l="0" t="0" r="r" b="b"/>
              <a:pathLst>
                <a:path w="6" h="16">
                  <a:moveTo>
                    <a:pt x="3" y="0"/>
                  </a:moveTo>
                  <a:cubicBezTo>
                    <a:pt x="4" y="5"/>
                    <a:pt x="6" y="9"/>
                    <a:pt x="6" y="11"/>
                  </a:cubicBezTo>
                  <a:cubicBezTo>
                    <a:pt x="6" y="13"/>
                    <a:pt x="4" y="16"/>
                    <a:pt x="3" y="15"/>
                  </a:cubicBezTo>
                  <a:cubicBezTo>
                    <a:pt x="2" y="15"/>
                    <a:pt x="1" y="10"/>
                    <a:pt x="0" y="7"/>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6" name="Freeform 3083">
              <a:extLst>
                <a:ext uri="{FF2B5EF4-FFF2-40B4-BE49-F238E27FC236}">
                  <a16:creationId xmlns:a16="http://schemas.microsoft.com/office/drawing/2014/main" id="{C550ACB7-8C64-9253-1ED5-303ACD7085EF}"/>
                </a:ext>
              </a:extLst>
            </p:cNvPr>
            <p:cNvSpPr>
              <a:spLocks/>
            </p:cNvSpPr>
            <p:nvPr/>
          </p:nvSpPr>
          <p:spPr bwMode="auto">
            <a:xfrm rot="5094805">
              <a:off x="2512816" y="3182788"/>
              <a:ext cx="15995" cy="31990"/>
            </a:xfrm>
            <a:custGeom>
              <a:avLst/>
              <a:gdLst>
                <a:gd name="T0" fmla="*/ 6 w 6"/>
                <a:gd name="T1" fmla="*/ 8 h 13"/>
                <a:gd name="T2" fmla="*/ 3 w 6"/>
                <a:gd name="T3" fmla="*/ 12 h 13"/>
                <a:gd name="T4" fmla="*/ 0 w 6"/>
                <a:gd name="T5" fmla="*/ 4 h 13"/>
                <a:gd name="T6" fmla="*/ 2 w 6"/>
                <a:gd name="T7" fmla="*/ 0 h 13"/>
                <a:gd name="T8" fmla="*/ 6 w 6"/>
                <a:gd name="T9" fmla="*/ 8 h 13"/>
              </a:gdLst>
              <a:ahLst/>
              <a:cxnLst>
                <a:cxn ang="0">
                  <a:pos x="T0" y="T1"/>
                </a:cxn>
                <a:cxn ang="0">
                  <a:pos x="T2" y="T3"/>
                </a:cxn>
                <a:cxn ang="0">
                  <a:pos x="T4" y="T5"/>
                </a:cxn>
                <a:cxn ang="0">
                  <a:pos x="T6" y="T7"/>
                </a:cxn>
                <a:cxn ang="0">
                  <a:pos x="T8" y="T9"/>
                </a:cxn>
              </a:cxnLst>
              <a:rect l="0" t="0" r="r" b="b"/>
              <a:pathLst>
                <a:path w="6" h="13">
                  <a:moveTo>
                    <a:pt x="6" y="8"/>
                  </a:moveTo>
                  <a:cubicBezTo>
                    <a:pt x="5" y="10"/>
                    <a:pt x="4" y="13"/>
                    <a:pt x="3" y="12"/>
                  </a:cubicBezTo>
                  <a:cubicBezTo>
                    <a:pt x="2" y="11"/>
                    <a:pt x="1" y="7"/>
                    <a:pt x="0" y="4"/>
                  </a:cubicBezTo>
                  <a:cubicBezTo>
                    <a:pt x="1" y="3"/>
                    <a:pt x="1" y="0"/>
                    <a:pt x="2" y="0"/>
                  </a:cubicBezTo>
                  <a:cubicBezTo>
                    <a:pt x="3" y="1"/>
                    <a:pt x="5" y="4"/>
                    <a:pt x="6"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7" name="Freeform 3084">
              <a:extLst>
                <a:ext uri="{FF2B5EF4-FFF2-40B4-BE49-F238E27FC236}">
                  <a16:creationId xmlns:a16="http://schemas.microsoft.com/office/drawing/2014/main" id="{52E0E60D-EEA7-C298-C4FD-BFE5C17EA9C7}"/>
                </a:ext>
              </a:extLst>
            </p:cNvPr>
            <p:cNvSpPr>
              <a:spLocks/>
            </p:cNvSpPr>
            <p:nvPr/>
          </p:nvSpPr>
          <p:spPr bwMode="auto">
            <a:xfrm rot="5094805">
              <a:off x="2483890" y="3388475"/>
              <a:ext cx="13710" cy="27420"/>
            </a:xfrm>
            <a:custGeom>
              <a:avLst/>
              <a:gdLst>
                <a:gd name="T0" fmla="*/ 6 w 6"/>
                <a:gd name="T1" fmla="*/ 5 h 11"/>
                <a:gd name="T2" fmla="*/ 4 w 6"/>
                <a:gd name="T3" fmla="*/ 11 h 11"/>
                <a:gd name="T4" fmla="*/ 0 w 6"/>
                <a:gd name="T5" fmla="*/ 6 h 11"/>
                <a:gd name="T6" fmla="*/ 2 w 6"/>
                <a:gd name="T7" fmla="*/ 0 h 11"/>
                <a:gd name="T8" fmla="*/ 6 w 6"/>
                <a:gd name="T9" fmla="*/ 5 h 11"/>
              </a:gdLst>
              <a:ahLst/>
              <a:cxnLst>
                <a:cxn ang="0">
                  <a:pos x="T0" y="T1"/>
                </a:cxn>
                <a:cxn ang="0">
                  <a:pos x="T2" y="T3"/>
                </a:cxn>
                <a:cxn ang="0">
                  <a:pos x="T4" y="T5"/>
                </a:cxn>
                <a:cxn ang="0">
                  <a:pos x="T6" y="T7"/>
                </a:cxn>
                <a:cxn ang="0">
                  <a:pos x="T8" y="T9"/>
                </a:cxn>
              </a:cxnLst>
              <a:rect l="0" t="0" r="r" b="b"/>
              <a:pathLst>
                <a:path w="6" h="11">
                  <a:moveTo>
                    <a:pt x="6" y="5"/>
                  </a:moveTo>
                  <a:cubicBezTo>
                    <a:pt x="5" y="8"/>
                    <a:pt x="5" y="11"/>
                    <a:pt x="4" y="11"/>
                  </a:cubicBezTo>
                  <a:cubicBezTo>
                    <a:pt x="3" y="11"/>
                    <a:pt x="1" y="8"/>
                    <a:pt x="0" y="6"/>
                  </a:cubicBezTo>
                  <a:cubicBezTo>
                    <a:pt x="1" y="4"/>
                    <a:pt x="1" y="0"/>
                    <a:pt x="2" y="0"/>
                  </a:cubicBezTo>
                  <a:cubicBezTo>
                    <a:pt x="3" y="0"/>
                    <a:pt x="4" y="3"/>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8" name="Freeform 3085">
              <a:extLst>
                <a:ext uri="{FF2B5EF4-FFF2-40B4-BE49-F238E27FC236}">
                  <a16:creationId xmlns:a16="http://schemas.microsoft.com/office/drawing/2014/main" id="{1B024116-07DF-6292-F4FC-25A11DA64F5E}"/>
                </a:ext>
              </a:extLst>
            </p:cNvPr>
            <p:cNvSpPr>
              <a:spLocks/>
            </p:cNvSpPr>
            <p:nvPr/>
          </p:nvSpPr>
          <p:spPr bwMode="auto">
            <a:xfrm rot="5094805">
              <a:off x="2475341" y="3587673"/>
              <a:ext cx="13710" cy="29705"/>
            </a:xfrm>
            <a:custGeom>
              <a:avLst/>
              <a:gdLst>
                <a:gd name="T0" fmla="*/ 2 w 5"/>
                <a:gd name="T1" fmla="*/ 0 h 12"/>
                <a:gd name="T2" fmla="*/ 5 w 5"/>
                <a:gd name="T3" fmla="*/ 8 h 12"/>
                <a:gd name="T4" fmla="*/ 2 w 5"/>
                <a:gd name="T5" fmla="*/ 12 h 12"/>
                <a:gd name="T6" fmla="*/ 0 w 5"/>
                <a:gd name="T7" fmla="*/ 6 h 12"/>
                <a:gd name="T8" fmla="*/ 2 w 5"/>
                <a:gd name="T9" fmla="*/ 0 h 12"/>
              </a:gdLst>
              <a:ahLst/>
              <a:cxnLst>
                <a:cxn ang="0">
                  <a:pos x="T0" y="T1"/>
                </a:cxn>
                <a:cxn ang="0">
                  <a:pos x="T2" y="T3"/>
                </a:cxn>
                <a:cxn ang="0">
                  <a:pos x="T4" y="T5"/>
                </a:cxn>
                <a:cxn ang="0">
                  <a:pos x="T6" y="T7"/>
                </a:cxn>
                <a:cxn ang="0">
                  <a:pos x="T8" y="T9"/>
                </a:cxn>
              </a:cxnLst>
              <a:rect l="0" t="0" r="r" b="b"/>
              <a:pathLst>
                <a:path w="5" h="12">
                  <a:moveTo>
                    <a:pt x="2" y="0"/>
                  </a:moveTo>
                  <a:cubicBezTo>
                    <a:pt x="3" y="3"/>
                    <a:pt x="5" y="6"/>
                    <a:pt x="5" y="8"/>
                  </a:cubicBezTo>
                  <a:cubicBezTo>
                    <a:pt x="5" y="10"/>
                    <a:pt x="3" y="12"/>
                    <a:pt x="2" y="12"/>
                  </a:cubicBezTo>
                  <a:cubicBezTo>
                    <a:pt x="1" y="12"/>
                    <a:pt x="0" y="8"/>
                    <a:pt x="0" y="6"/>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9" name="Freeform 3086">
              <a:extLst>
                <a:ext uri="{FF2B5EF4-FFF2-40B4-BE49-F238E27FC236}">
                  <a16:creationId xmlns:a16="http://schemas.microsoft.com/office/drawing/2014/main" id="{84665F4F-9DB1-64C4-5103-0D1E9C0A01D4}"/>
                </a:ext>
              </a:extLst>
            </p:cNvPr>
            <p:cNvSpPr>
              <a:spLocks/>
            </p:cNvSpPr>
            <p:nvPr/>
          </p:nvSpPr>
          <p:spPr bwMode="auto">
            <a:xfrm rot="5094805">
              <a:off x="2498454" y="3786328"/>
              <a:ext cx="13710" cy="22850"/>
            </a:xfrm>
            <a:custGeom>
              <a:avLst/>
              <a:gdLst>
                <a:gd name="T0" fmla="*/ 6 w 6"/>
                <a:gd name="T1" fmla="*/ 3 h 9"/>
                <a:gd name="T2" fmla="*/ 4 w 6"/>
                <a:gd name="T3" fmla="*/ 9 h 9"/>
                <a:gd name="T4" fmla="*/ 0 w 6"/>
                <a:gd name="T5" fmla="*/ 6 h 9"/>
                <a:gd name="T6" fmla="*/ 2 w 6"/>
                <a:gd name="T7" fmla="*/ 0 h 9"/>
                <a:gd name="T8" fmla="*/ 6 w 6"/>
                <a:gd name="T9" fmla="*/ 3 h 9"/>
              </a:gdLst>
              <a:ahLst/>
              <a:cxnLst>
                <a:cxn ang="0">
                  <a:pos x="T0" y="T1"/>
                </a:cxn>
                <a:cxn ang="0">
                  <a:pos x="T2" y="T3"/>
                </a:cxn>
                <a:cxn ang="0">
                  <a:pos x="T4" y="T5"/>
                </a:cxn>
                <a:cxn ang="0">
                  <a:pos x="T6" y="T7"/>
                </a:cxn>
                <a:cxn ang="0">
                  <a:pos x="T8" y="T9"/>
                </a:cxn>
              </a:cxnLst>
              <a:rect l="0" t="0" r="r" b="b"/>
              <a:pathLst>
                <a:path w="6" h="9">
                  <a:moveTo>
                    <a:pt x="6" y="3"/>
                  </a:moveTo>
                  <a:cubicBezTo>
                    <a:pt x="5" y="6"/>
                    <a:pt x="5" y="9"/>
                    <a:pt x="4" y="9"/>
                  </a:cubicBezTo>
                  <a:cubicBezTo>
                    <a:pt x="3" y="9"/>
                    <a:pt x="1" y="7"/>
                    <a:pt x="0" y="6"/>
                  </a:cubicBezTo>
                  <a:cubicBezTo>
                    <a:pt x="1" y="4"/>
                    <a:pt x="1" y="1"/>
                    <a:pt x="2" y="0"/>
                  </a:cubicBezTo>
                  <a:cubicBezTo>
                    <a:pt x="3" y="0"/>
                    <a:pt x="4" y="2"/>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0" name="Freeform 3087">
              <a:extLst>
                <a:ext uri="{FF2B5EF4-FFF2-40B4-BE49-F238E27FC236}">
                  <a16:creationId xmlns:a16="http://schemas.microsoft.com/office/drawing/2014/main" id="{097F6255-DAEB-81F2-729F-AAFC2D30BE8B}"/>
                </a:ext>
              </a:extLst>
            </p:cNvPr>
            <p:cNvSpPr>
              <a:spLocks/>
            </p:cNvSpPr>
            <p:nvPr/>
          </p:nvSpPr>
          <p:spPr bwMode="auto">
            <a:xfrm rot="5094805">
              <a:off x="2258858" y="1055887"/>
              <a:ext cx="15995" cy="22850"/>
            </a:xfrm>
            <a:custGeom>
              <a:avLst/>
              <a:gdLst>
                <a:gd name="T0" fmla="*/ 3 w 6"/>
                <a:gd name="T1" fmla="*/ 0 h 9"/>
                <a:gd name="T2" fmla="*/ 6 w 6"/>
                <a:gd name="T3" fmla="*/ 6 h 9"/>
                <a:gd name="T4" fmla="*/ 3 w 6"/>
                <a:gd name="T5" fmla="*/ 9 h 9"/>
                <a:gd name="T6" fmla="*/ 1 w 6"/>
                <a:gd name="T7" fmla="*/ 5 h 9"/>
                <a:gd name="T8" fmla="*/ 3 w 6"/>
                <a:gd name="T9" fmla="*/ 0 h 9"/>
              </a:gdLst>
              <a:ahLst/>
              <a:cxnLst>
                <a:cxn ang="0">
                  <a:pos x="T0" y="T1"/>
                </a:cxn>
                <a:cxn ang="0">
                  <a:pos x="T2" y="T3"/>
                </a:cxn>
                <a:cxn ang="0">
                  <a:pos x="T4" y="T5"/>
                </a:cxn>
                <a:cxn ang="0">
                  <a:pos x="T6" y="T7"/>
                </a:cxn>
                <a:cxn ang="0">
                  <a:pos x="T8" y="T9"/>
                </a:cxn>
              </a:cxnLst>
              <a:rect l="0" t="0" r="r" b="b"/>
              <a:pathLst>
                <a:path w="6" h="9">
                  <a:moveTo>
                    <a:pt x="3" y="0"/>
                  </a:moveTo>
                  <a:cubicBezTo>
                    <a:pt x="4" y="3"/>
                    <a:pt x="6" y="5"/>
                    <a:pt x="6" y="6"/>
                  </a:cubicBezTo>
                  <a:cubicBezTo>
                    <a:pt x="6" y="7"/>
                    <a:pt x="4" y="9"/>
                    <a:pt x="3" y="9"/>
                  </a:cubicBezTo>
                  <a:cubicBezTo>
                    <a:pt x="2" y="9"/>
                    <a:pt x="1" y="6"/>
                    <a:pt x="1" y="5"/>
                  </a:cubicBezTo>
                  <a:cubicBezTo>
                    <a:pt x="0" y="4"/>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1" name="Freeform 3088">
              <a:extLst>
                <a:ext uri="{FF2B5EF4-FFF2-40B4-BE49-F238E27FC236}">
                  <a16:creationId xmlns:a16="http://schemas.microsoft.com/office/drawing/2014/main" id="{F8050BFD-6443-62E1-B2D9-B520C7CD817B}"/>
                </a:ext>
              </a:extLst>
            </p:cNvPr>
            <p:cNvSpPr>
              <a:spLocks/>
            </p:cNvSpPr>
            <p:nvPr/>
          </p:nvSpPr>
          <p:spPr bwMode="auto">
            <a:xfrm rot="5094805">
              <a:off x="2223730" y="873075"/>
              <a:ext cx="18280" cy="11425"/>
            </a:xfrm>
            <a:custGeom>
              <a:avLst/>
              <a:gdLst>
                <a:gd name="T0" fmla="*/ 7 w 7"/>
                <a:gd name="T1" fmla="*/ 3 h 5"/>
                <a:gd name="T2" fmla="*/ 3 w 7"/>
                <a:gd name="T3" fmla="*/ 5 h 5"/>
                <a:gd name="T4" fmla="*/ 0 w 7"/>
                <a:gd name="T5" fmla="*/ 2 h 5"/>
                <a:gd name="T6" fmla="*/ 3 w 7"/>
                <a:gd name="T7" fmla="*/ 0 h 5"/>
                <a:gd name="T8" fmla="*/ 7 w 7"/>
                <a:gd name="T9" fmla="*/ 3 h 5"/>
              </a:gdLst>
              <a:ahLst/>
              <a:cxnLst>
                <a:cxn ang="0">
                  <a:pos x="T0" y="T1"/>
                </a:cxn>
                <a:cxn ang="0">
                  <a:pos x="T2" y="T3"/>
                </a:cxn>
                <a:cxn ang="0">
                  <a:pos x="T4" y="T5"/>
                </a:cxn>
                <a:cxn ang="0">
                  <a:pos x="T6" y="T7"/>
                </a:cxn>
                <a:cxn ang="0">
                  <a:pos x="T8" y="T9"/>
                </a:cxn>
              </a:cxnLst>
              <a:rect l="0" t="0" r="r" b="b"/>
              <a:pathLst>
                <a:path w="7" h="5">
                  <a:moveTo>
                    <a:pt x="7" y="3"/>
                  </a:moveTo>
                  <a:cubicBezTo>
                    <a:pt x="5" y="4"/>
                    <a:pt x="4" y="5"/>
                    <a:pt x="3" y="5"/>
                  </a:cubicBezTo>
                  <a:cubicBezTo>
                    <a:pt x="2" y="5"/>
                    <a:pt x="1" y="3"/>
                    <a:pt x="0" y="2"/>
                  </a:cubicBezTo>
                  <a:cubicBezTo>
                    <a:pt x="1" y="1"/>
                    <a:pt x="2" y="0"/>
                    <a:pt x="3" y="0"/>
                  </a:cubicBezTo>
                  <a:cubicBezTo>
                    <a:pt x="4" y="0"/>
                    <a:pt x="5" y="1"/>
                    <a:pt x="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2" name="Freeform 3089">
              <a:extLst>
                <a:ext uri="{FF2B5EF4-FFF2-40B4-BE49-F238E27FC236}">
                  <a16:creationId xmlns:a16="http://schemas.microsoft.com/office/drawing/2014/main" id="{63F409CE-C2EC-810A-34FA-8733E4A50DA9}"/>
                </a:ext>
              </a:extLst>
            </p:cNvPr>
            <p:cNvSpPr>
              <a:spLocks/>
            </p:cNvSpPr>
            <p:nvPr/>
          </p:nvSpPr>
          <p:spPr bwMode="auto">
            <a:xfrm rot="5094805">
              <a:off x="2195245" y="680929"/>
              <a:ext cx="11425" cy="13710"/>
            </a:xfrm>
            <a:custGeom>
              <a:avLst/>
              <a:gdLst>
                <a:gd name="T0" fmla="*/ 2 w 5"/>
                <a:gd name="T1" fmla="*/ 0 h 5"/>
                <a:gd name="T2" fmla="*/ 5 w 5"/>
                <a:gd name="T3" fmla="*/ 3 h 5"/>
                <a:gd name="T4" fmla="*/ 2 w 5"/>
                <a:gd name="T5" fmla="*/ 5 h 5"/>
                <a:gd name="T6" fmla="*/ 0 w 5"/>
                <a:gd name="T7" fmla="*/ 3 h 5"/>
                <a:gd name="T8" fmla="*/ 2 w 5"/>
                <a:gd name="T9" fmla="*/ 0 h 5"/>
              </a:gdLst>
              <a:ahLst/>
              <a:cxnLst>
                <a:cxn ang="0">
                  <a:pos x="T0" y="T1"/>
                </a:cxn>
                <a:cxn ang="0">
                  <a:pos x="T2" y="T3"/>
                </a:cxn>
                <a:cxn ang="0">
                  <a:pos x="T4" y="T5"/>
                </a:cxn>
                <a:cxn ang="0">
                  <a:pos x="T6" y="T7"/>
                </a:cxn>
                <a:cxn ang="0">
                  <a:pos x="T8" y="T9"/>
                </a:cxn>
              </a:cxnLst>
              <a:rect l="0" t="0" r="r" b="b"/>
              <a:pathLst>
                <a:path w="5" h="5">
                  <a:moveTo>
                    <a:pt x="2" y="0"/>
                  </a:moveTo>
                  <a:cubicBezTo>
                    <a:pt x="3" y="2"/>
                    <a:pt x="5" y="3"/>
                    <a:pt x="5" y="3"/>
                  </a:cubicBezTo>
                  <a:cubicBezTo>
                    <a:pt x="5" y="4"/>
                    <a:pt x="3" y="5"/>
                    <a:pt x="2" y="5"/>
                  </a:cubicBezTo>
                  <a:cubicBezTo>
                    <a:pt x="1" y="5"/>
                    <a:pt x="0" y="4"/>
                    <a:pt x="0" y="3"/>
                  </a:cubicBezTo>
                  <a:cubicBezTo>
                    <a:pt x="0" y="2"/>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3" name="Freeform 3090">
              <a:extLst>
                <a:ext uri="{FF2B5EF4-FFF2-40B4-BE49-F238E27FC236}">
                  <a16:creationId xmlns:a16="http://schemas.microsoft.com/office/drawing/2014/main" id="{67228E39-8BA2-435C-4B79-2AE9F3729967}"/>
                </a:ext>
              </a:extLst>
            </p:cNvPr>
            <p:cNvSpPr>
              <a:spLocks/>
            </p:cNvSpPr>
            <p:nvPr/>
          </p:nvSpPr>
          <p:spPr bwMode="auto">
            <a:xfrm rot="5094805">
              <a:off x="2155468" y="494058"/>
              <a:ext cx="11425" cy="9140"/>
            </a:xfrm>
            <a:custGeom>
              <a:avLst/>
              <a:gdLst>
                <a:gd name="T0" fmla="*/ 2 w 5"/>
                <a:gd name="T1" fmla="*/ 0 h 4"/>
                <a:gd name="T2" fmla="*/ 5 w 5"/>
                <a:gd name="T3" fmla="*/ 2 h 4"/>
                <a:gd name="T4" fmla="*/ 2 w 5"/>
                <a:gd name="T5" fmla="*/ 4 h 4"/>
                <a:gd name="T6" fmla="*/ 0 w 5"/>
                <a:gd name="T7" fmla="*/ 3 h 4"/>
                <a:gd name="T8" fmla="*/ 2 w 5"/>
                <a:gd name="T9" fmla="*/ 0 h 4"/>
              </a:gdLst>
              <a:ahLst/>
              <a:cxnLst>
                <a:cxn ang="0">
                  <a:pos x="T0" y="T1"/>
                </a:cxn>
                <a:cxn ang="0">
                  <a:pos x="T2" y="T3"/>
                </a:cxn>
                <a:cxn ang="0">
                  <a:pos x="T4" y="T5"/>
                </a:cxn>
                <a:cxn ang="0">
                  <a:pos x="T6" y="T7"/>
                </a:cxn>
                <a:cxn ang="0">
                  <a:pos x="T8" y="T9"/>
                </a:cxn>
              </a:cxnLst>
              <a:rect l="0" t="0" r="r" b="b"/>
              <a:pathLst>
                <a:path w="5" h="4">
                  <a:moveTo>
                    <a:pt x="2" y="0"/>
                  </a:moveTo>
                  <a:cubicBezTo>
                    <a:pt x="4" y="1"/>
                    <a:pt x="5" y="2"/>
                    <a:pt x="5" y="2"/>
                  </a:cubicBezTo>
                  <a:cubicBezTo>
                    <a:pt x="5" y="3"/>
                    <a:pt x="3" y="4"/>
                    <a:pt x="2" y="4"/>
                  </a:cubicBezTo>
                  <a:cubicBezTo>
                    <a:pt x="1" y="4"/>
                    <a:pt x="0" y="3"/>
                    <a:pt x="0" y="3"/>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4" name="Freeform 3091">
              <a:extLst>
                <a:ext uri="{FF2B5EF4-FFF2-40B4-BE49-F238E27FC236}">
                  <a16:creationId xmlns:a16="http://schemas.microsoft.com/office/drawing/2014/main" id="{1730A63D-7B21-59F2-DA7E-3BE689A0ED28}"/>
                </a:ext>
              </a:extLst>
            </p:cNvPr>
            <p:cNvSpPr>
              <a:spLocks/>
            </p:cNvSpPr>
            <p:nvPr/>
          </p:nvSpPr>
          <p:spPr bwMode="auto">
            <a:xfrm rot="5094805">
              <a:off x="2102026" y="308200"/>
              <a:ext cx="15995" cy="4570"/>
            </a:xfrm>
            <a:custGeom>
              <a:avLst/>
              <a:gdLst>
                <a:gd name="T0" fmla="*/ 6 w 6"/>
                <a:gd name="T1" fmla="*/ 0 h 2"/>
                <a:gd name="T2" fmla="*/ 3 w 6"/>
                <a:gd name="T3" fmla="*/ 2 h 2"/>
                <a:gd name="T4" fmla="*/ 0 w 6"/>
                <a:gd name="T5" fmla="*/ 2 h 2"/>
                <a:gd name="T6" fmla="*/ 2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5" y="1"/>
                    <a:pt x="4" y="2"/>
                    <a:pt x="3" y="2"/>
                  </a:cubicBezTo>
                  <a:cubicBezTo>
                    <a:pt x="2" y="2"/>
                    <a:pt x="1" y="2"/>
                    <a:pt x="0" y="2"/>
                  </a:cubicBezTo>
                  <a:cubicBezTo>
                    <a:pt x="1" y="2"/>
                    <a:pt x="1" y="1"/>
                    <a:pt x="2" y="1"/>
                  </a:cubicBezTo>
                  <a:cubicBezTo>
                    <a:pt x="3" y="0"/>
                    <a:pt x="4"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5" name="Freeform 3092">
              <a:extLst>
                <a:ext uri="{FF2B5EF4-FFF2-40B4-BE49-F238E27FC236}">
                  <a16:creationId xmlns:a16="http://schemas.microsoft.com/office/drawing/2014/main" id="{8B1472DA-0225-6306-CB59-D86CCA160670}"/>
                </a:ext>
              </a:extLst>
            </p:cNvPr>
            <p:cNvSpPr>
              <a:spLocks/>
            </p:cNvSpPr>
            <p:nvPr/>
          </p:nvSpPr>
          <p:spPr bwMode="auto">
            <a:xfrm rot="5094805">
              <a:off x="2032863" y="123953"/>
              <a:ext cx="15995" cy="4570"/>
            </a:xfrm>
            <a:custGeom>
              <a:avLst/>
              <a:gdLst>
                <a:gd name="T0" fmla="*/ 6 w 6"/>
                <a:gd name="T1" fmla="*/ 0 h 2"/>
                <a:gd name="T2" fmla="*/ 3 w 6"/>
                <a:gd name="T3" fmla="*/ 1 h 2"/>
                <a:gd name="T4" fmla="*/ 0 w 6"/>
                <a:gd name="T5" fmla="*/ 2 h 2"/>
                <a:gd name="T6" fmla="*/ 2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4" y="1"/>
                    <a:pt x="4" y="1"/>
                    <a:pt x="3" y="1"/>
                  </a:cubicBezTo>
                  <a:cubicBezTo>
                    <a:pt x="2" y="2"/>
                    <a:pt x="1" y="2"/>
                    <a:pt x="0" y="2"/>
                  </a:cubicBezTo>
                  <a:cubicBezTo>
                    <a:pt x="0" y="2"/>
                    <a:pt x="1" y="1"/>
                    <a:pt x="2" y="1"/>
                  </a:cubicBezTo>
                  <a:cubicBezTo>
                    <a:pt x="3" y="1"/>
                    <a:pt x="4"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6" name="Freeform 3093">
              <a:extLst>
                <a:ext uri="{FF2B5EF4-FFF2-40B4-BE49-F238E27FC236}">
                  <a16:creationId xmlns:a16="http://schemas.microsoft.com/office/drawing/2014/main" id="{D5BCA97E-F1CB-FC1F-E045-A9E723D158CF}"/>
                </a:ext>
              </a:extLst>
            </p:cNvPr>
            <p:cNvSpPr>
              <a:spLocks/>
            </p:cNvSpPr>
            <p:nvPr/>
          </p:nvSpPr>
          <p:spPr bwMode="auto">
            <a:xfrm rot="5094805">
              <a:off x="1943120" y="-60649"/>
              <a:ext cx="13710" cy="6855"/>
            </a:xfrm>
            <a:custGeom>
              <a:avLst/>
              <a:gdLst>
                <a:gd name="T0" fmla="*/ 6 w 6"/>
                <a:gd name="T1" fmla="*/ 0 h 3"/>
                <a:gd name="T2" fmla="*/ 2 w 6"/>
                <a:gd name="T3" fmla="*/ 2 h 3"/>
                <a:gd name="T4" fmla="*/ 0 w 6"/>
                <a:gd name="T5" fmla="*/ 3 h 3"/>
                <a:gd name="T6" fmla="*/ 2 w 6"/>
                <a:gd name="T7" fmla="*/ 1 h 3"/>
                <a:gd name="T8" fmla="*/ 6 w 6"/>
                <a:gd name="T9" fmla="*/ 0 h 3"/>
              </a:gdLst>
              <a:ahLst/>
              <a:cxnLst>
                <a:cxn ang="0">
                  <a:pos x="T0" y="T1"/>
                </a:cxn>
                <a:cxn ang="0">
                  <a:pos x="T2" y="T3"/>
                </a:cxn>
                <a:cxn ang="0">
                  <a:pos x="T4" y="T5"/>
                </a:cxn>
                <a:cxn ang="0">
                  <a:pos x="T6" y="T7"/>
                </a:cxn>
                <a:cxn ang="0">
                  <a:pos x="T8" y="T9"/>
                </a:cxn>
              </a:cxnLst>
              <a:rect l="0" t="0" r="r" b="b"/>
              <a:pathLst>
                <a:path w="6" h="3">
                  <a:moveTo>
                    <a:pt x="6" y="0"/>
                  </a:moveTo>
                  <a:cubicBezTo>
                    <a:pt x="4" y="1"/>
                    <a:pt x="3" y="1"/>
                    <a:pt x="2" y="2"/>
                  </a:cubicBezTo>
                  <a:cubicBezTo>
                    <a:pt x="1" y="2"/>
                    <a:pt x="0" y="3"/>
                    <a:pt x="0" y="3"/>
                  </a:cubicBezTo>
                  <a:cubicBezTo>
                    <a:pt x="0" y="2"/>
                    <a:pt x="1" y="2"/>
                    <a:pt x="2" y="1"/>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7" name="Freeform 3114">
              <a:extLst>
                <a:ext uri="{FF2B5EF4-FFF2-40B4-BE49-F238E27FC236}">
                  <a16:creationId xmlns:a16="http://schemas.microsoft.com/office/drawing/2014/main" id="{91407E75-74A2-514E-3C42-C668CF9DF4AF}"/>
                </a:ext>
              </a:extLst>
            </p:cNvPr>
            <p:cNvSpPr>
              <a:spLocks/>
            </p:cNvSpPr>
            <p:nvPr/>
          </p:nvSpPr>
          <p:spPr bwMode="auto">
            <a:xfrm rot="5094805">
              <a:off x="3356122" y="6827634"/>
              <a:ext cx="11425" cy="15995"/>
            </a:xfrm>
            <a:custGeom>
              <a:avLst/>
              <a:gdLst>
                <a:gd name="T0" fmla="*/ 2 w 5"/>
                <a:gd name="T1" fmla="*/ 0 h 6"/>
                <a:gd name="T2" fmla="*/ 5 w 5"/>
                <a:gd name="T3" fmla="*/ 2 h 6"/>
                <a:gd name="T4" fmla="*/ 2 w 5"/>
                <a:gd name="T5" fmla="*/ 5 h 6"/>
                <a:gd name="T6" fmla="*/ 0 w 5"/>
                <a:gd name="T7" fmla="*/ 4 h 6"/>
                <a:gd name="T8" fmla="*/ 2 w 5"/>
                <a:gd name="T9" fmla="*/ 0 h 6"/>
              </a:gdLst>
              <a:ahLst/>
              <a:cxnLst>
                <a:cxn ang="0">
                  <a:pos x="T0" y="T1"/>
                </a:cxn>
                <a:cxn ang="0">
                  <a:pos x="T2" y="T3"/>
                </a:cxn>
                <a:cxn ang="0">
                  <a:pos x="T4" y="T5"/>
                </a:cxn>
                <a:cxn ang="0">
                  <a:pos x="T6" y="T7"/>
                </a:cxn>
                <a:cxn ang="0">
                  <a:pos x="T8" y="T9"/>
                </a:cxn>
              </a:cxnLst>
              <a:rect l="0" t="0" r="r" b="b"/>
              <a:pathLst>
                <a:path w="5" h="6">
                  <a:moveTo>
                    <a:pt x="2" y="0"/>
                  </a:moveTo>
                  <a:cubicBezTo>
                    <a:pt x="3" y="1"/>
                    <a:pt x="5" y="1"/>
                    <a:pt x="5" y="2"/>
                  </a:cubicBezTo>
                  <a:cubicBezTo>
                    <a:pt x="4" y="3"/>
                    <a:pt x="3" y="5"/>
                    <a:pt x="2" y="5"/>
                  </a:cubicBezTo>
                  <a:cubicBezTo>
                    <a:pt x="1" y="6"/>
                    <a:pt x="0" y="5"/>
                    <a:pt x="0" y="4"/>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8" name="Freeform 3115">
              <a:extLst>
                <a:ext uri="{FF2B5EF4-FFF2-40B4-BE49-F238E27FC236}">
                  <a16:creationId xmlns:a16="http://schemas.microsoft.com/office/drawing/2014/main" id="{181913B1-C18F-6DFC-84F5-91C2F32D95AE}"/>
                </a:ext>
              </a:extLst>
            </p:cNvPr>
            <p:cNvSpPr>
              <a:spLocks/>
            </p:cNvSpPr>
            <p:nvPr/>
          </p:nvSpPr>
          <p:spPr bwMode="auto">
            <a:xfrm rot="5094805">
              <a:off x="2538627" y="3979834"/>
              <a:ext cx="18280" cy="22850"/>
            </a:xfrm>
            <a:custGeom>
              <a:avLst/>
              <a:gdLst>
                <a:gd name="T0" fmla="*/ 7 w 7"/>
                <a:gd name="T1" fmla="*/ 4 h 9"/>
                <a:gd name="T2" fmla="*/ 3 w 7"/>
                <a:gd name="T3" fmla="*/ 9 h 9"/>
                <a:gd name="T4" fmla="*/ 0 w 7"/>
                <a:gd name="T5" fmla="*/ 4 h 9"/>
                <a:gd name="T6" fmla="*/ 3 w 7"/>
                <a:gd name="T7" fmla="*/ 0 h 9"/>
                <a:gd name="T8" fmla="*/ 7 w 7"/>
                <a:gd name="T9" fmla="*/ 4 h 9"/>
              </a:gdLst>
              <a:ahLst/>
              <a:cxnLst>
                <a:cxn ang="0">
                  <a:pos x="T0" y="T1"/>
                </a:cxn>
                <a:cxn ang="0">
                  <a:pos x="T2" y="T3"/>
                </a:cxn>
                <a:cxn ang="0">
                  <a:pos x="T4" y="T5"/>
                </a:cxn>
                <a:cxn ang="0">
                  <a:pos x="T6" y="T7"/>
                </a:cxn>
                <a:cxn ang="0">
                  <a:pos x="T8" y="T9"/>
                </a:cxn>
              </a:cxnLst>
              <a:rect l="0" t="0" r="r" b="b"/>
              <a:pathLst>
                <a:path w="7" h="9">
                  <a:moveTo>
                    <a:pt x="7" y="4"/>
                  </a:moveTo>
                  <a:cubicBezTo>
                    <a:pt x="5" y="6"/>
                    <a:pt x="4" y="9"/>
                    <a:pt x="3" y="9"/>
                  </a:cubicBezTo>
                  <a:cubicBezTo>
                    <a:pt x="2" y="8"/>
                    <a:pt x="1" y="6"/>
                    <a:pt x="0" y="4"/>
                  </a:cubicBezTo>
                  <a:cubicBezTo>
                    <a:pt x="1" y="3"/>
                    <a:pt x="2" y="0"/>
                    <a:pt x="3" y="0"/>
                  </a:cubicBezTo>
                  <a:cubicBezTo>
                    <a:pt x="4" y="0"/>
                    <a:pt x="5" y="2"/>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9" name="Freeform 3116">
              <a:extLst>
                <a:ext uri="{FF2B5EF4-FFF2-40B4-BE49-F238E27FC236}">
                  <a16:creationId xmlns:a16="http://schemas.microsoft.com/office/drawing/2014/main" id="{12C95FF8-3BDA-6E6D-22A8-C5F4E6783C2F}"/>
                </a:ext>
              </a:extLst>
            </p:cNvPr>
            <p:cNvSpPr>
              <a:spLocks/>
            </p:cNvSpPr>
            <p:nvPr/>
          </p:nvSpPr>
          <p:spPr bwMode="auto">
            <a:xfrm rot="5094805">
              <a:off x="2586476" y="4171805"/>
              <a:ext cx="15995" cy="18280"/>
            </a:xfrm>
            <a:custGeom>
              <a:avLst/>
              <a:gdLst>
                <a:gd name="T0" fmla="*/ 6 w 6"/>
                <a:gd name="T1" fmla="*/ 2 h 7"/>
                <a:gd name="T2" fmla="*/ 3 w 6"/>
                <a:gd name="T3" fmla="*/ 7 h 7"/>
                <a:gd name="T4" fmla="*/ 0 w 6"/>
                <a:gd name="T5" fmla="*/ 5 h 7"/>
                <a:gd name="T6" fmla="*/ 2 w 6"/>
                <a:gd name="T7" fmla="*/ 0 h 7"/>
                <a:gd name="T8" fmla="*/ 6 w 6"/>
                <a:gd name="T9" fmla="*/ 2 h 7"/>
              </a:gdLst>
              <a:ahLst/>
              <a:cxnLst>
                <a:cxn ang="0">
                  <a:pos x="T0" y="T1"/>
                </a:cxn>
                <a:cxn ang="0">
                  <a:pos x="T2" y="T3"/>
                </a:cxn>
                <a:cxn ang="0">
                  <a:pos x="T4" y="T5"/>
                </a:cxn>
                <a:cxn ang="0">
                  <a:pos x="T6" y="T7"/>
                </a:cxn>
                <a:cxn ang="0">
                  <a:pos x="T8" y="T9"/>
                </a:cxn>
              </a:cxnLst>
              <a:rect l="0" t="0" r="r" b="b"/>
              <a:pathLst>
                <a:path w="6" h="7">
                  <a:moveTo>
                    <a:pt x="6" y="2"/>
                  </a:moveTo>
                  <a:cubicBezTo>
                    <a:pt x="5" y="4"/>
                    <a:pt x="4" y="7"/>
                    <a:pt x="3" y="7"/>
                  </a:cubicBezTo>
                  <a:cubicBezTo>
                    <a:pt x="2" y="7"/>
                    <a:pt x="1" y="6"/>
                    <a:pt x="0" y="5"/>
                  </a:cubicBezTo>
                  <a:cubicBezTo>
                    <a:pt x="1" y="3"/>
                    <a:pt x="1" y="1"/>
                    <a:pt x="2" y="0"/>
                  </a:cubicBezTo>
                  <a:cubicBezTo>
                    <a:pt x="3" y="0"/>
                    <a:pt x="4" y="1"/>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0" name="Freeform 3117">
              <a:extLst>
                <a:ext uri="{FF2B5EF4-FFF2-40B4-BE49-F238E27FC236}">
                  <a16:creationId xmlns:a16="http://schemas.microsoft.com/office/drawing/2014/main" id="{4DA5D3D5-7302-8EF1-EA3A-68DBB9EB2A92}"/>
                </a:ext>
              </a:extLst>
            </p:cNvPr>
            <p:cNvSpPr>
              <a:spLocks/>
            </p:cNvSpPr>
            <p:nvPr/>
          </p:nvSpPr>
          <p:spPr bwMode="auto">
            <a:xfrm rot="5094805">
              <a:off x="2636804" y="4363565"/>
              <a:ext cx="13710" cy="18280"/>
            </a:xfrm>
            <a:custGeom>
              <a:avLst/>
              <a:gdLst>
                <a:gd name="T0" fmla="*/ 6 w 6"/>
                <a:gd name="T1" fmla="*/ 3 h 7"/>
                <a:gd name="T2" fmla="*/ 3 w 6"/>
                <a:gd name="T3" fmla="*/ 7 h 7"/>
                <a:gd name="T4" fmla="*/ 0 w 6"/>
                <a:gd name="T5" fmla="*/ 5 h 7"/>
                <a:gd name="T6" fmla="*/ 2 w 6"/>
                <a:gd name="T7" fmla="*/ 1 h 7"/>
                <a:gd name="T8" fmla="*/ 6 w 6"/>
                <a:gd name="T9" fmla="*/ 3 h 7"/>
              </a:gdLst>
              <a:ahLst/>
              <a:cxnLst>
                <a:cxn ang="0">
                  <a:pos x="T0" y="T1"/>
                </a:cxn>
                <a:cxn ang="0">
                  <a:pos x="T2" y="T3"/>
                </a:cxn>
                <a:cxn ang="0">
                  <a:pos x="T4" y="T5"/>
                </a:cxn>
                <a:cxn ang="0">
                  <a:pos x="T6" y="T7"/>
                </a:cxn>
                <a:cxn ang="0">
                  <a:pos x="T8" y="T9"/>
                </a:cxn>
              </a:cxnLst>
              <a:rect l="0" t="0" r="r" b="b"/>
              <a:pathLst>
                <a:path w="6" h="7">
                  <a:moveTo>
                    <a:pt x="6" y="3"/>
                  </a:moveTo>
                  <a:cubicBezTo>
                    <a:pt x="5" y="5"/>
                    <a:pt x="4" y="7"/>
                    <a:pt x="3" y="7"/>
                  </a:cubicBezTo>
                  <a:cubicBezTo>
                    <a:pt x="2" y="7"/>
                    <a:pt x="1" y="6"/>
                    <a:pt x="0" y="5"/>
                  </a:cubicBezTo>
                  <a:cubicBezTo>
                    <a:pt x="0" y="4"/>
                    <a:pt x="1" y="1"/>
                    <a:pt x="2" y="1"/>
                  </a:cubicBezTo>
                  <a:cubicBezTo>
                    <a:pt x="3" y="0"/>
                    <a:pt x="4" y="2"/>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1" name="Freeform 3118">
              <a:extLst>
                <a:ext uri="{FF2B5EF4-FFF2-40B4-BE49-F238E27FC236}">
                  <a16:creationId xmlns:a16="http://schemas.microsoft.com/office/drawing/2014/main" id="{C6905088-A4A9-5BC6-BD44-0A579A3A9265}"/>
                </a:ext>
              </a:extLst>
            </p:cNvPr>
            <p:cNvSpPr>
              <a:spLocks/>
            </p:cNvSpPr>
            <p:nvPr/>
          </p:nvSpPr>
          <p:spPr bwMode="auto">
            <a:xfrm rot="5094805">
              <a:off x="2683409" y="4552113"/>
              <a:ext cx="13710" cy="18280"/>
            </a:xfrm>
            <a:custGeom>
              <a:avLst/>
              <a:gdLst>
                <a:gd name="T0" fmla="*/ 3 w 6"/>
                <a:gd name="T1" fmla="*/ 7 h 7"/>
                <a:gd name="T2" fmla="*/ 0 w 6"/>
                <a:gd name="T3" fmla="*/ 3 h 7"/>
                <a:gd name="T4" fmla="*/ 3 w 6"/>
                <a:gd name="T5" fmla="*/ 0 h 7"/>
                <a:gd name="T6" fmla="*/ 6 w 6"/>
                <a:gd name="T7" fmla="*/ 3 h 7"/>
                <a:gd name="T8" fmla="*/ 3 w 6"/>
                <a:gd name="T9" fmla="*/ 7 h 7"/>
              </a:gdLst>
              <a:ahLst/>
              <a:cxnLst>
                <a:cxn ang="0">
                  <a:pos x="T0" y="T1"/>
                </a:cxn>
                <a:cxn ang="0">
                  <a:pos x="T2" y="T3"/>
                </a:cxn>
                <a:cxn ang="0">
                  <a:pos x="T4" y="T5"/>
                </a:cxn>
                <a:cxn ang="0">
                  <a:pos x="T6" y="T7"/>
                </a:cxn>
                <a:cxn ang="0">
                  <a:pos x="T8" y="T9"/>
                </a:cxn>
              </a:cxnLst>
              <a:rect l="0" t="0" r="r" b="b"/>
              <a:pathLst>
                <a:path w="6" h="7">
                  <a:moveTo>
                    <a:pt x="3" y="7"/>
                  </a:moveTo>
                  <a:cubicBezTo>
                    <a:pt x="2" y="5"/>
                    <a:pt x="0" y="4"/>
                    <a:pt x="0" y="3"/>
                  </a:cubicBezTo>
                  <a:cubicBezTo>
                    <a:pt x="1" y="1"/>
                    <a:pt x="2" y="0"/>
                    <a:pt x="3" y="0"/>
                  </a:cubicBezTo>
                  <a:cubicBezTo>
                    <a:pt x="4" y="0"/>
                    <a:pt x="6" y="2"/>
                    <a:pt x="6" y="3"/>
                  </a:cubicBezTo>
                  <a:cubicBezTo>
                    <a:pt x="6" y="4"/>
                    <a:pt x="4" y="5"/>
                    <a:pt x="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2" name="Freeform 3119">
              <a:extLst>
                <a:ext uri="{FF2B5EF4-FFF2-40B4-BE49-F238E27FC236}">
                  <a16:creationId xmlns:a16="http://schemas.microsoft.com/office/drawing/2014/main" id="{DDD6EEB3-8C21-8D0F-3EF0-EFCBCD218733}"/>
                </a:ext>
              </a:extLst>
            </p:cNvPr>
            <p:cNvSpPr>
              <a:spLocks/>
            </p:cNvSpPr>
            <p:nvPr/>
          </p:nvSpPr>
          <p:spPr bwMode="auto">
            <a:xfrm rot="5094805">
              <a:off x="2734768" y="4742533"/>
              <a:ext cx="13710" cy="18280"/>
            </a:xfrm>
            <a:custGeom>
              <a:avLst/>
              <a:gdLst>
                <a:gd name="T0" fmla="*/ 3 w 5"/>
                <a:gd name="T1" fmla="*/ 7 h 7"/>
                <a:gd name="T2" fmla="*/ 0 w 5"/>
                <a:gd name="T3" fmla="*/ 3 h 7"/>
                <a:gd name="T4" fmla="*/ 3 w 5"/>
                <a:gd name="T5" fmla="*/ 0 h 7"/>
                <a:gd name="T6" fmla="*/ 5 w 5"/>
                <a:gd name="T7" fmla="*/ 3 h 7"/>
                <a:gd name="T8" fmla="*/ 3 w 5"/>
                <a:gd name="T9" fmla="*/ 7 h 7"/>
              </a:gdLst>
              <a:ahLst/>
              <a:cxnLst>
                <a:cxn ang="0">
                  <a:pos x="T0" y="T1"/>
                </a:cxn>
                <a:cxn ang="0">
                  <a:pos x="T2" y="T3"/>
                </a:cxn>
                <a:cxn ang="0">
                  <a:pos x="T4" y="T5"/>
                </a:cxn>
                <a:cxn ang="0">
                  <a:pos x="T6" y="T7"/>
                </a:cxn>
                <a:cxn ang="0">
                  <a:pos x="T8" y="T9"/>
                </a:cxn>
              </a:cxnLst>
              <a:rect l="0" t="0" r="r" b="b"/>
              <a:pathLst>
                <a:path w="5" h="7">
                  <a:moveTo>
                    <a:pt x="3" y="7"/>
                  </a:moveTo>
                  <a:cubicBezTo>
                    <a:pt x="1" y="5"/>
                    <a:pt x="0" y="4"/>
                    <a:pt x="0" y="3"/>
                  </a:cubicBezTo>
                  <a:cubicBezTo>
                    <a:pt x="0" y="2"/>
                    <a:pt x="2" y="0"/>
                    <a:pt x="3" y="0"/>
                  </a:cubicBezTo>
                  <a:cubicBezTo>
                    <a:pt x="4" y="1"/>
                    <a:pt x="5" y="2"/>
                    <a:pt x="5" y="3"/>
                  </a:cubicBezTo>
                  <a:cubicBezTo>
                    <a:pt x="5" y="4"/>
                    <a:pt x="4" y="5"/>
                    <a:pt x="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3" name="Freeform 3120">
              <a:extLst>
                <a:ext uri="{FF2B5EF4-FFF2-40B4-BE49-F238E27FC236}">
                  <a16:creationId xmlns:a16="http://schemas.microsoft.com/office/drawing/2014/main" id="{BA1CADD7-DAE3-39C8-129B-C22A2FDCDC75}"/>
                </a:ext>
              </a:extLst>
            </p:cNvPr>
            <p:cNvSpPr>
              <a:spLocks/>
            </p:cNvSpPr>
            <p:nvPr/>
          </p:nvSpPr>
          <p:spPr bwMode="auto">
            <a:xfrm rot="5094805">
              <a:off x="2784055" y="4937715"/>
              <a:ext cx="13710" cy="13710"/>
            </a:xfrm>
            <a:custGeom>
              <a:avLst/>
              <a:gdLst>
                <a:gd name="T0" fmla="*/ 6 w 6"/>
                <a:gd name="T1" fmla="*/ 1 h 5"/>
                <a:gd name="T2" fmla="*/ 3 w 6"/>
                <a:gd name="T3" fmla="*/ 5 h 5"/>
                <a:gd name="T4" fmla="*/ 0 w 6"/>
                <a:gd name="T5" fmla="*/ 3 h 5"/>
                <a:gd name="T6" fmla="*/ 2 w 6"/>
                <a:gd name="T7" fmla="*/ 0 h 5"/>
                <a:gd name="T8" fmla="*/ 6 w 6"/>
                <a:gd name="T9" fmla="*/ 1 h 5"/>
              </a:gdLst>
              <a:ahLst/>
              <a:cxnLst>
                <a:cxn ang="0">
                  <a:pos x="T0" y="T1"/>
                </a:cxn>
                <a:cxn ang="0">
                  <a:pos x="T2" y="T3"/>
                </a:cxn>
                <a:cxn ang="0">
                  <a:pos x="T4" y="T5"/>
                </a:cxn>
                <a:cxn ang="0">
                  <a:pos x="T6" y="T7"/>
                </a:cxn>
                <a:cxn ang="0">
                  <a:pos x="T8" y="T9"/>
                </a:cxn>
              </a:cxnLst>
              <a:rect l="0" t="0" r="r" b="b"/>
              <a:pathLst>
                <a:path w="6" h="5">
                  <a:moveTo>
                    <a:pt x="6" y="1"/>
                  </a:moveTo>
                  <a:cubicBezTo>
                    <a:pt x="5" y="3"/>
                    <a:pt x="4" y="4"/>
                    <a:pt x="3" y="5"/>
                  </a:cubicBezTo>
                  <a:cubicBezTo>
                    <a:pt x="2" y="5"/>
                    <a:pt x="1" y="4"/>
                    <a:pt x="0" y="3"/>
                  </a:cubicBezTo>
                  <a:cubicBezTo>
                    <a:pt x="0" y="2"/>
                    <a:pt x="1" y="0"/>
                    <a:pt x="2" y="0"/>
                  </a:cubicBezTo>
                  <a:cubicBezTo>
                    <a:pt x="3" y="0"/>
                    <a:pt x="4"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4" name="Freeform 3121">
              <a:extLst>
                <a:ext uri="{FF2B5EF4-FFF2-40B4-BE49-F238E27FC236}">
                  <a16:creationId xmlns:a16="http://schemas.microsoft.com/office/drawing/2014/main" id="{13AD16B8-B753-AAC6-C8C4-8B6744C543BF}"/>
                </a:ext>
              </a:extLst>
            </p:cNvPr>
            <p:cNvSpPr>
              <a:spLocks/>
            </p:cNvSpPr>
            <p:nvPr/>
          </p:nvSpPr>
          <p:spPr bwMode="auto">
            <a:xfrm rot="5094805">
              <a:off x="2828577" y="5128540"/>
              <a:ext cx="18280" cy="13710"/>
            </a:xfrm>
            <a:custGeom>
              <a:avLst/>
              <a:gdLst>
                <a:gd name="T0" fmla="*/ 7 w 7"/>
                <a:gd name="T1" fmla="*/ 2 h 5"/>
                <a:gd name="T2" fmla="*/ 3 w 7"/>
                <a:gd name="T3" fmla="*/ 5 h 5"/>
                <a:gd name="T4" fmla="*/ 0 w 7"/>
                <a:gd name="T5" fmla="*/ 3 h 5"/>
                <a:gd name="T6" fmla="*/ 3 w 7"/>
                <a:gd name="T7" fmla="*/ 0 h 5"/>
                <a:gd name="T8" fmla="*/ 7 w 7"/>
                <a:gd name="T9" fmla="*/ 2 h 5"/>
              </a:gdLst>
              <a:ahLst/>
              <a:cxnLst>
                <a:cxn ang="0">
                  <a:pos x="T0" y="T1"/>
                </a:cxn>
                <a:cxn ang="0">
                  <a:pos x="T2" y="T3"/>
                </a:cxn>
                <a:cxn ang="0">
                  <a:pos x="T4" y="T5"/>
                </a:cxn>
                <a:cxn ang="0">
                  <a:pos x="T6" y="T7"/>
                </a:cxn>
                <a:cxn ang="0">
                  <a:pos x="T8" y="T9"/>
                </a:cxn>
              </a:cxnLst>
              <a:rect l="0" t="0" r="r" b="b"/>
              <a:pathLst>
                <a:path w="7" h="5">
                  <a:moveTo>
                    <a:pt x="7" y="2"/>
                  </a:moveTo>
                  <a:cubicBezTo>
                    <a:pt x="5" y="3"/>
                    <a:pt x="4" y="5"/>
                    <a:pt x="3" y="5"/>
                  </a:cubicBezTo>
                  <a:cubicBezTo>
                    <a:pt x="2" y="5"/>
                    <a:pt x="1" y="3"/>
                    <a:pt x="0" y="3"/>
                  </a:cubicBezTo>
                  <a:cubicBezTo>
                    <a:pt x="1" y="2"/>
                    <a:pt x="2" y="1"/>
                    <a:pt x="3" y="0"/>
                  </a:cubicBezTo>
                  <a:cubicBezTo>
                    <a:pt x="4" y="0"/>
                    <a:pt x="5" y="1"/>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5" name="Freeform 3122">
              <a:extLst>
                <a:ext uri="{FF2B5EF4-FFF2-40B4-BE49-F238E27FC236}">
                  <a16:creationId xmlns:a16="http://schemas.microsoft.com/office/drawing/2014/main" id="{D54522F0-874C-219C-C773-AA30EF6C1386}"/>
                </a:ext>
              </a:extLst>
            </p:cNvPr>
            <p:cNvSpPr>
              <a:spLocks/>
            </p:cNvSpPr>
            <p:nvPr/>
          </p:nvSpPr>
          <p:spPr bwMode="auto">
            <a:xfrm rot="5094805">
              <a:off x="2871874" y="5320917"/>
              <a:ext cx="15995" cy="9140"/>
            </a:xfrm>
            <a:custGeom>
              <a:avLst/>
              <a:gdLst>
                <a:gd name="T0" fmla="*/ 6 w 6"/>
                <a:gd name="T1" fmla="*/ 1 h 4"/>
                <a:gd name="T2" fmla="*/ 3 w 6"/>
                <a:gd name="T3" fmla="*/ 4 h 4"/>
                <a:gd name="T4" fmla="*/ 0 w 6"/>
                <a:gd name="T5" fmla="*/ 3 h 4"/>
                <a:gd name="T6" fmla="*/ 2 w 6"/>
                <a:gd name="T7" fmla="*/ 1 h 4"/>
                <a:gd name="T8" fmla="*/ 6 w 6"/>
                <a:gd name="T9" fmla="*/ 1 h 4"/>
              </a:gdLst>
              <a:ahLst/>
              <a:cxnLst>
                <a:cxn ang="0">
                  <a:pos x="T0" y="T1"/>
                </a:cxn>
                <a:cxn ang="0">
                  <a:pos x="T2" y="T3"/>
                </a:cxn>
                <a:cxn ang="0">
                  <a:pos x="T4" y="T5"/>
                </a:cxn>
                <a:cxn ang="0">
                  <a:pos x="T6" y="T7"/>
                </a:cxn>
                <a:cxn ang="0">
                  <a:pos x="T8" y="T9"/>
                </a:cxn>
              </a:cxnLst>
              <a:rect l="0" t="0" r="r" b="b"/>
              <a:pathLst>
                <a:path w="6" h="4">
                  <a:moveTo>
                    <a:pt x="6" y="1"/>
                  </a:moveTo>
                  <a:cubicBezTo>
                    <a:pt x="5" y="2"/>
                    <a:pt x="4" y="4"/>
                    <a:pt x="3" y="4"/>
                  </a:cubicBezTo>
                  <a:cubicBezTo>
                    <a:pt x="3" y="4"/>
                    <a:pt x="1" y="3"/>
                    <a:pt x="0" y="3"/>
                  </a:cubicBezTo>
                  <a:cubicBezTo>
                    <a:pt x="1" y="2"/>
                    <a:pt x="1" y="1"/>
                    <a:pt x="2" y="1"/>
                  </a:cubicBezTo>
                  <a:cubicBezTo>
                    <a:pt x="3" y="0"/>
                    <a:pt x="5"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6" name="Freeform 3123">
              <a:extLst>
                <a:ext uri="{FF2B5EF4-FFF2-40B4-BE49-F238E27FC236}">
                  <a16:creationId xmlns:a16="http://schemas.microsoft.com/office/drawing/2014/main" id="{532C7C1F-A757-949B-A63D-7FA70416421A}"/>
                </a:ext>
              </a:extLst>
            </p:cNvPr>
            <p:cNvSpPr>
              <a:spLocks/>
            </p:cNvSpPr>
            <p:nvPr/>
          </p:nvSpPr>
          <p:spPr bwMode="auto">
            <a:xfrm rot="5094805">
              <a:off x="2911960" y="5514731"/>
              <a:ext cx="13710" cy="6855"/>
            </a:xfrm>
            <a:custGeom>
              <a:avLst/>
              <a:gdLst>
                <a:gd name="T0" fmla="*/ 6 w 6"/>
                <a:gd name="T1" fmla="*/ 1 h 3"/>
                <a:gd name="T2" fmla="*/ 3 w 6"/>
                <a:gd name="T3" fmla="*/ 3 h 3"/>
                <a:gd name="T4" fmla="*/ 0 w 6"/>
                <a:gd name="T5" fmla="*/ 1 h 3"/>
                <a:gd name="T6" fmla="*/ 3 w 6"/>
                <a:gd name="T7" fmla="*/ 0 h 3"/>
                <a:gd name="T8" fmla="*/ 6 w 6"/>
                <a:gd name="T9" fmla="*/ 1 h 3"/>
              </a:gdLst>
              <a:ahLst/>
              <a:cxnLst>
                <a:cxn ang="0">
                  <a:pos x="T0" y="T1"/>
                </a:cxn>
                <a:cxn ang="0">
                  <a:pos x="T2" y="T3"/>
                </a:cxn>
                <a:cxn ang="0">
                  <a:pos x="T4" y="T5"/>
                </a:cxn>
                <a:cxn ang="0">
                  <a:pos x="T6" y="T7"/>
                </a:cxn>
                <a:cxn ang="0">
                  <a:pos x="T8" y="T9"/>
                </a:cxn>
              </a:cxnLst>
              <a:rect l="0" t="0" r="r" b="b"/>
              <a:pathLst>
                <a:path w="6" h="3">
                  <a:moveTo>
                    <a:pt x="6" y="1"/>
                  </a:moveTo>
                  <a:cubicBezTo>
                    <a:pt x="5" y="2"/>
                    <a:pt x="4" y="3"/>
                    <a:pt x="3" y="3"/>
                  </a:cubicBezTo>
                  <a:cubicBezTo>
                    <a:pt x="2" y="3"/>
                    <a:pt x="1" y="2"/>
                    <a:pt x="0" y="1"/>
                  </a:cubicBezTo>
                  <a:cubicBezTo>
                    <a:pt x="1" y="1"/>
                    <a:pt x="2" y="0"/>
                    <a:pt x="3" y="0"/>
                  </a:cubicBezTo>
                  <a:cubicBezTo>
                    <a:pt x="4" y="0"/>
                    <a:pt x="5"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7" name="Freeform 3124">
              <a:extLst>
                <a:ext uri="{FF2B5EF4-FFF2-40B4-BE49-F238E27FC236}">
                  <a16:creationId xmlns:a16="http://schemas.microsoft.com/office/drawing/2014/main" id="{7FB9D3E2-8AB8-8908-D487-7CFA748CD5A4}"/>
                </a:ext>
              </a:extLst>
            </p:cNvPr>
            <p:cNvSpPr>
              <a:spLocks/>
            </p:cNvSpPr>
            <p:nvPr/>
          </p:nvSpPr>
          <p:spPr bwMode="auto">
            <a:xfrm rot="5094805">
              <a:off x="2947291" y="5704389"/>
              <a:ext cx="11425" cy="9140"/>
            </a:xfrm>
            <a:custGeom>
              <a:avLst/>
              <a:gdLst>
                <a:gd name="T0" fmla="*/ 2 w 5"/>
                <a:gd name="T1" fmla="*/ 3 h 3"/>
                <a:gd name="T2" fmla="*/ 0 w 5"/>
                <a:gd name="T3" fmla="*/ 1 h 3"/>
                <a:gd name="T4" fmla="*/ 3 w 5"/>
                <a:gd name="T5" fmla="*/ 0 h 3"/>
                <a:gd name="T6" fmla="*/ 5 w 5"/>
                <a:gd name="T7" fmla="*/ 1 h 3"/>
                <a:gd name="T8" fmla="*/ 2 w 5"/>
                <a:gd name="T9" fmla="*/ 3 h 3"/>
              </a:gdLst>
              <a:ahLst/>
              <a:cxnLst>
                <a:cxn ang="0">
                  <a:pos x="T0" y="T1"/>
                </a:cxn>
                <a:cxn ang="0">
                  <a:pos x="T2" y="T3"/>
                </a:cxn>
                <a:cxn ang="0">
                  <a:pos x="T4" y="T5"/>
                </a:cxn>
                <a:cxn ang="0">
                  <a:pos x="T6" y="T7"/>
                </a:cxn>
                <a:cxn ang="0">
                  <a:pos x="T8" y="T9"/>
                </a:cxn>
              </a:cxnLst>
              <a:rect l="0" t="0" r="r" b="b"/>
              <a:pathLst>
                <a:path w="5" h="3">
                  <a:moveTo>
                    <a:pt x="2" y="3"/>
                  </a:moveTo>
                  <a:cubicBezTo>
                    <a:pt x="1" y="2"/>
                    <a:pt x="0" y="1"/>
                    <a:pt x="0" y="1"/>
                  </a:cubicBezTo>
                  <a:cubicBezTo>
                    <a:pt x="0" y="1"/>
                    <a:pt x="2" y="0"/>
                    <a:pt x="3" y="0"/>
                  </a:cubicBezTo>
                  <a:cubicBezTo>
                    <a:pt x="4" y="0"/>
                    <a:pt x="5" y="1"/>
                    <a:pt x="5" y="1"/>
                  </a:cubicBezTo>
                  <a:cubicBezTo>
                    <a:pt x="5" y="1"/>
                    <a:pt x="3"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8" name="Freeform 3125">
              <a:extLst>
                <a:ext uri="{FF2B5EF4-FFF2-40B4-BE49-F238E27FC236}">
                  <a16:creationId xmlns:a16="http://schemas.microsoft.com/office/drawing/2014/main" id="{C483FF08-6130-FF4B-950A-4FF5BE6E3B3A}"/>
                </a:ext>
              </a:extLst>
            </p:cNvPr>
            <p:cNvSpPr>
              <a:spLocks/>
            </p:cNvSpPr>
            <p:nvPr/>
          </p:nvSpPr>
          <p:spPr bwMode="auto">
            <a:xfrm rot="5094805">
              <a:off x="2978360" y="5900990"/>
              <a:ext cx="15995" cy="4570"/>
            </a:xfrm>
            <a:custGeom>
              <a:avLst/>
              <a:gdLst>
                <a:gd name="T0" fmla="*/ 6 w 6"/>
                <a:gd name="T1" fmla="*/ 1 h 2"/>
                <a:gd name="T2" fmla="*/ 2 w 6"/>
                <a:gd name="T3" fmla="*/ 2 h 2"/>
                <a:gd name="T4" fmla="*/ 0 w 6"/>
                <a:gd name="T5" fmla="*/ 1 h 2"/>
                <a:gd name="T6" fmla="*/ 2 w 6"/>
                <a:gd name="T7" fmla="*/ 0 h 2"/>
                <a:gd name="T8" fmla="*/ 6 w 6"/>
                <a:gd name="T9" fmla="*/ 1 h 2"/>
              </a:gdLst>
              <a:ahLst/>
              <a:cxnLst>
                <a:cxn ang="0">
                  <a:pos x="T0" y="T1"/>
                </a:cxn>
                <a:cxn ang="0">
                  <a:pos x="T2" y="T3"/>
                </a:cxn>
                <a:cxn ang="0">
                  <a:pos x="T4" y="T5"/>
                </a:cxn>
                <a:cxn ang="0">
                  <a:pos x="T6" y="T7"/>
                </a:cxn>
                <a:cxn ang="0">
                  <a:pos x="T8" y="T9"/>
                </a:cxn>
              </a:cxnLst>
              <a:rect l="0" t="0" r="r" b="b"/>
              <a:pathLst>
                <a:path w="6" h="2">
                  <a:moveTo>
                    <a:pt x="6" y="1"/>
                  </a:moveTo>
                  <a:cubicBezTo>
                    <a:pt x="4" y="1"/>
                    <a:pt x="3" y="2"/>
                    <a:pt x="2" y="2"/>
                  </a:cubicBezTo>
                  <a:cubicBezTo>
                    <a:pt x="1" y="2"/>
                    <a:pt x="1" y="1"/>
                    <a:pt x="0" y="1"/>
                  </a:cubicBezTo>
                  <a:cubicBezTo>
                    <a:pt x="1" y="0"/>
                    <a:pt x="1" y="0"/>
                    <a:pt x="2" y="0"/>
                  </a:cubicBezTo>
                  <a:cubicBezTo>
                    <a:pt x="3" y="0"/>
                    <a:pt x="4"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9" name="Freeform 3126">
              <a:extLst>
                <a:ext uri="{FF2B5EF4-FFF2-40B4-BE49-F238E27FC236}">
                  <a16:creationId xmlns:a16="http://schemas.microsoft.com/office/drawing/2014/main" id="{701718EC-CBCB-084A-3AC7-8B18EA95A1AA}"/>
                </a:ext>
              </a:extLst>
            </p:cNvPr>
            <p:cNvSpPr>
              <a:spLocks/>
            </p:cNvSpPr>
            <p:nvPr/>
          </p:nvSpPr>
          <p:spPr bwMode="auto">
            <a:xfrm rot="5094805">
              <a:off x="3015967" y="6090445"/>
              <a:ext cx="13710" cy="6855"/>
            </a:xfrm>
            <a:custGeom>
              <a:avLst/>
              <a:gdLst>
                <a:gd name="T0" fmla="*/ 3 w 6"/>
                <a:gd name="T1" fmla="*/ 0 h 3"/>
                <a:gd name="T2" fmla="*/ 6 w 6"/>
                <a:gd name="T3" fmla="*/ 2 h 3"/>
                <a:gd name="T4" fmla="*/ 3 w 6"/>
                <a:gd name="T5" fmla="*/ 3 h 3"/>
                <a:gd name="T6" fmla="*/ 1 w 6"/>
                <a:gd name="T7" fmla="*/ 3 h 3"/>
                <a:gd name="T8" fmla="*/ 3 w 6"/>
                <a:gd name="T9" fmla="*/ 0 h 3"/>
              </a:gdLst>
              <a:ahLst/>
              <a:cxnLst>
                <a:cxn ang="0">
                  <a:pos x="T0" y="T1"/>
                </a:cxn>
                <a:cxn ang="0">
                  <a:pos x="T2" y="T3"/>
                </a:cxn>
                <a:cxn ang="0">
                  <a:pos x="T4" y="T5"/>
                </a:cxn>
                <a:cxn ang="0">
                  <a:pos x="T6" y="T7"/>
                </a:cxn>
                <a:cxn ang="0">
                  <a:pos x="T8" y="T9"/>
                </a:cxn>
              </a:cxnLst>
              <a:rect l="0" t="0" r="r" b="b"/>
              <a:pathLst>
                <a:path w="6" h="3">
                  <a:moveTo>
                    <a:pt x="3" y="0"/>
                  </a:moveTo>
                  <a:cubicBezTo>
                    <a:pt x="5" y="1"/>
                    <a:pt x="6" y="1"/>
                    <a:pt x="6" y="2"/>
                  </a:cubicBezTo>
                  <a:cubicBezTo>
                    <a:pt x="6" y="2"/>
                    <a:pt x="4" y="3"/>
                    <a:pt x="3" y="3"/>
                  </a:cubicBezTo>
                  <a:cubicBezTo>
                    <a:pt x="3" y="3"/>
                    <a:pt x="1" y="3"/>
                    <a:pt x="1" y="3"/>
                  </a:cubicBezTo>
                  <a:cubicBezTo>
                    <a:pt x="0" y="2"/>
                    <a:pt x="1"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0" name="Freeform 3127">
              <a:extLst>
                <a:ext uri="{FF2B5EF4-FFF2-40B4-BE49-F238E27FC236}">
                  <a16:creationId xmlns:a16="http://schemas.microsoft.com/office/drawing/2014/main" id="{79A7DD40-7CFD-5479-6DA5-3729FB25AB07}"/>
                </a:ext>
              </a:extLst>
            </p:cNvPr>
            <p:cNvSpPr>
              <a:spLocks/>
            </p:cNvSpPr>
            <p:nvPr/>
          </p:nvSpPr>
          <p:spPr bwMode="auto">
            <a:xfrm rot="5094805">
              <a:off x="3068368" y="6279727"/>
              <a:ext cx="11425" cy="6855"/>
            </a:xfrm>
            <a:custGeom>
              <a:avLst/>
              <a:gdLst>
                <a:gd name="T0" fmla="*/ 3 w 5"/>
                <a:gd name="T1" fmla="*/ 3 h 3"/>
                <a:gd name="T2" fmla="*/ 0 w 5"/>
                <a:gd name="T3" fmla="*/ 2 h 3"/>
                <a:gd name="T4" fmla="*/ 2 w 5"/>
                <a:gd name="T5" fmla="*/ 1 h 3"/>
                <a:gd name="T6" fmla="*/ 5 w 5"/>
                <a:gd name="T7" fmla="*/ 1 h 3"/>
                <a:gd name="T8" fmla="*/ 3 w 5"/>
                <a:gd name="T9" fmla="*/ 3 h 3"/>
              </a:gdLst>
              <a:ahLst/>
              <a:cxnLst>
                <a:cxn ang="0">
                  <a:pos x="T0" y="T1"/>
                </a:cxn>
                <a:cxn ang="0">
                  <a:pos x="T2" y="T3"/>
                </a:cxn>
                <a:cxn ang="0">
                  <a:pos x="T4" y="T5"/>
                </a:cxn>
                <a:cxn ang="0">
                  <a:pos x="T6" y="T7"/>
                </a:cxn>
                <a:cxn ang="0">
                  <a:pos x="T8" y="T9"/>
                </a:cxn>
              </a:cxnLst>
              <a:rect l="0" t="0" r="r" b="b"/>
              <a:pathLst>
                <a:path w="5" h="3">
                  <a:moveTo>
                    <a:pt x="3" y="3"/>
                  </a:moveTo>
                  <a:cubicBezTo>
                    <a:pt x="1" y="3"/>
                    <a:pt x="0" y="3"/>
                    <a:pt x="0" y="2"/>
                  </a:cubicBezTo>
                  <a:cubicBezTo>
                    <a:pt x="0" y="2"/>
                    <a:pt x="1" y="1"/>
                    <a:pt x="2" y="1"/>
                  </a:cubicBezTo>
                  <a:cubicBezTo>
                    <a:pt x="3" y="0"/>
                    <a:pt x="4" y="0"/>
                    <a:pt x="5" y="1"/>
                  </a:cubicBezTo>
                  <a:cubicBezTo>
                    <a:pt x="5" y="1"/>
                    <a:pt x="4"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1" name="Freeform 3128">
              <a:extLst>
                <a:ext uri="{FF2B5EF4-FFF2-40B4-BE49-F238E27FC236}">
                  <a16:creationId xmlns:a16="http://schemas.microsoft.com/office/drawing/2014/main" id="{29164CAD-A4F8-0CB8-B751-F18A18AA5492}"/>
                </a:ext>
              </a:extLst>
            </p:cNvPr>
            <p:cNvSpPr>
              <a:spLocks/>
            </p:cNvSpPr>
            <p:nvPr/>
          </p:nvSpPr>
          <p:spPr bwMode="auto">
            <a:xfrm rot="5094805">
              <a:off x="3141235" y="6466779"/>
              <a:ext cx="18280" cy="6855"/>
            </a:xfrm>
            <a:custGeom>
              <a:avLst/>
              <a:gdLst>
                <a:gd name="T0" fmla="*/ 7 w 7"/>
                <a:gd name="T1" fmla="*/ 0 h 3"/>
                <a:gd name="T2" fmla="*/ 4 w 7"/>
                <a:gd name="T3" fmla="*/ 3 h 3"/>
                <a:gd name="T4" fmla="*/ 0 w 7"/>
                <a:gd name="T5" fmla="*/ 3 h 3"/>
                <a:gd name="T6" fmla="*/ 2 w 7"/>
                <a:gd name="T7" fmla="*/ 1 h 3"/>
                <a:gd name="T8" fmla="*/ 7 w 7"/>
                <a:gd name="T9" fmla="*/ 0 h 3"/>
              </a:gdLst>
              <a:ahLst/>
              <a:cxnLst>
                <a:cxn ang="0">
                  <a:pos x="T0" y="T1"/>
                </a:cxn>
                <a:cxn ang="0">
                  <a:pos x="T2" y="T3"/>
                </a:cxn>
                <a:cxn ang="0">
                  <a:pos x="T4" y="T5"/>
                </a:cxn>
                <a:cxn ang="0">
                  <a:pos x="T6" y="T7"/>
                </a:cxn>
                <a:cxn ang="0">
                  <a:pos x="T8" y="T9"/>
                </a:cxn>
              </a:cxnLst>
              <a:rect l="0" t="0" r="r" b="b"/>
              <a:pathLst>
                <a:path w="7" h="3">
                  <a:moveTo>
                    <a:pt x="7" y="0"/>
                  </a:moveTo>
                  <a:cubicBezTo>
                    <a:pt x="5" y="1"/>
                    <a:pt x="5" y="2"/>
                    <a:pt x="4" y="3"/>
                  </a:cubicBezTo>
                  <a:cubicBezTo>
                    <a:pt x="3" y="3"/>
                    <a:pt x="1" y="3"/>
                    <a:pt x="0" y="3"/>
                  </a:cubicBezTo>
                  <a:cubicBezTo>
                    <a:pt x="1" y="2"/>
                    <a:pt x="1" y="1"/>
                    <a:pt x="2" y="1"/>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2" name="Freeform 3129">
              <a:extLst>
                <a:ext uri="{FF2B5EF4-FFF2-40B4-BE49-F238E27FC236}">
                  <a16:creationId xmlns:a16="http://schemas.microsoft.com/office/drawing/2014/main" id="{FACF8193-E02C-7E0D-436A-CF90AB2E57DC}"/>
                </a:ext>
              </a:extLst>
            </p:cNvPr>
            <p:cNvSpPr>
              <a:spLocks/>
            </p:cNvSpPr>
            <p:nvPr/>
          </p:nvSpPr>
          <p:spPr bwMode="auto">
            <a:xfrm rot="5094805">
              <a:off x="3239059" y="6649830"/>
              <a:ext cx="13710" cy="9140"/>
            </a:xfrm>
            <a:custGeom>
              <a:avLst/>
              <a:gdLst>
                <a:gd name="T0" fmla="*/ 6 w 6"/>
                <a:gd name="T1" fmla="*/ 0 h 4"/>
                <a:gd name="T2" fmla="*/ 3 w 6"/>
                <a:gd name="T3" fmla="*/ 4 h 4"/>
                <a:gd name="T4" fmla="*/ 0 w 6"/>
                <a:gd name="T5" fmla="*/ 4 h 4"/>
                <a:gd name="T6" fmla="*/ 2 w 6"/>
                <a:gd name="T7" fmla="*/ 1 h 4"/>
                <a:gd name="T8" fmla="*/ 6 w 6"/>
                <a:gd name="T9" fmla="*/ 0 h 4"/>
              </a:gdLst>
              <a:ahLst/>
              <a:cxnLst>
                <a:cxn ang="0">
                  <a:pos x="T0" y="T1"/>
                </a:cxn>
                <a:cxn ang="0">
                  <a:pos x="T2" y="T3"/>
                </a:cxn>
                <a:cxn ang="0">
                  <a:pos x="T4" y="T5"/>
                </a:cxn>
                <a:cxn ang="0">
                  <a:pos x="T6" y="T7"/>
                </a:cxn>
                <a:cxn ang="0">
                  <a:pos x="T8" y="T9"/>
                </a:cxn>
              </a:cxnLst>
              <a:rect l="0" t="0" r="r" b="b"/>
              <a:pathLst>
                <a:path w="6" h="4">
                  <a:moveTo>
                    <a:pt x="6" y="0"/>
                  </a:moveTo>
                  <a:cubicBezTo>
                    <a:pt x="5" y="2"/>
                    <a:pt x="4" y="3"/>
                    <a:pt x="3" y="4"/>
                  </a:cubicBezTo>
                  <a:cubicBezTo>
                    <a:pt x="2" y="4"/>
                    <a:pt x="1" y="4"/>
                    <a:pt x="0" y="4"/>
                  </a:cubicBezTo>
                  <a:cubicBezTo>
                    <a:pt x="1" y="3"/>
                    <a:pt x="1" y="2"/>
                    <a:pt x="2" y="1"/>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3" name="Freeform 3130">
              <a:extLst>
                <a:ext uri="{FF2B5EF4-FFF2-40B4-BE49-F238E27FC236}">
                  <a16:creationId xmlns:a16="http://schemas.microsoft.com/office/drawing/2014/main" id="{5D742C52-BB2C-4DE0-8D1D-187E2F45D88B}"/>
                </a:ext>
              </a:extLst>
            </p:cNvPr>
            <p:cNvSpPr>
              <a:spLocks/>
            </p:cNvSpPr>
            <p:nvPr/>
          </p:nvSpPr>
          <p:spPr bwMode="auto">
            <a:xfrm rot="5094805">
              <a:off x="3229533" y="6439832"/>
              <a:ext cx="9140" cy="9140"/>
            </a:xfrm>
            <a:custGeom>
              <a:avLst/>
              <a:gdLst>
                <a:gd name="T0" fmla="*/ 1 w 4"/>
                <a:gd name="T1" fmla="*/ 1 h 3"/>
                <a:gd name="T2" fmla="*/ 4 w 4"/>
                <a:gd name="T3" fmla="*/ 1 h 3"/>
                <a:gd name="T4" fmla="*/ 3 w 4"/>
                <a:gd name="T5" fmla="*/ 2 h 3"/>
                <a:gd name="T6" fmla="*/ 1 w 4"/>
                <a:gd name="T7" fmla="*/ 3 h 3"/>
                <a:gd name="T8" fmla="*/ 1 w 4"/>
                <a:gd name="T9" fmla="*/ 1 h 3"/>
              </a:gdLst>
              <a:ahLst/>
              <a:cxnLst>
                <a:cxn ang="0">
                  <a:pos x="T0" y="T1"/>
                </a:cxn>
                <a:cxn ang="0">
                  <a:pos x="T2" y="T3"/>
                </a:cxn>
                <a:cxn ang="0">
                  <a:pos x="T4" y="T5"/>
                </a:cxn>
                <a:cxn ang="0">
                  <a:pos x="T6" y="T7"/>
                </a:cxn>
                <a:cxn ang="0">
                  <a:pos x="T8" y="T9"/>
                </a:cxn>
              </a:cxnLst>
              <a:rect l="0" t="0" r="r" b="b"/>
              <a:pathLst>
                <a:path w="4" h="3">
                  <a:moveTo>
                    <a:pt x="1" y="1"/>
                  </a:moveTo>
                  <a:cubicBezTo>
                    <a:pt x="2" y="1"/>
                    <a:pt x="4" y="0"/>
                    <a:pt x="4" y="1"/>
                  </a:cubicBezTo>
                  <a:cubicBezTo>
                    <a:pt x="4" y="1"/>
                    <a:pt x="3" y="2"/>
                    <a:pt x="3" y="2"/>
                  </a:cubicBezTo>
                  <a:cubicBezTo>
                    <a:pt x="2" y="2"/>
                    <a:pt x="1" y="3"/>
                    <a:pt x="1" y="3"/>
                  </a:cubicBezTo>
                  <a:cubicBezTo>
                    <a:pt x="0" y="2"/>
                    <a:pt x="1"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4" name="Freeform 3131">
              <a:extLst>
                <a:ext uri="{FF2B5EF4-FFF2-40B4-BE49-F238E27FC236}">
                  <a16:creationId xmlns:a16="http://schemas.microsoft.com/office/drawing/2014/main" id="{5C11F877-CD5F-85CD-082C-E54243665082}"/>
                </a:ext>
              </a:extLst>
            </p:cNvPr>
            <p:cNvSpPr>
              <a:spLocks/>
            </p:cNvSpPr>
            <p:nvPr/>
          </p:nvSpPr>
          <p:spPr bwMode="auto">
            <a:xfrm rot="5094805">
              <a:off x="3138441" y="6256280"/>
              <a:ext cx="11425" cy="4570"/>
            </a:xfrm>
            <a:custGeom>
              <a:avLst/>
              <a:gdLst>
                <a:gd name="T0" fmla="*/ 4 w 4"/>
                <a:gd name="T1" fmla="*/ 0 h 2"/>
                <a:gd name="T2" fmla="*/ 1 w 4"/>
                <a:gd name="T3" fmla="*/ 2 h 2"/>
                <a:gd name="T4" fmla="*/ 0 w 4"/>
                <a:gd name="T5" fmla="*/ 1 h 2"/>
                <a:gd name="T6" fmla="*/ 2 w 4"/>
                <a:gd name="T7" fmla="*/ 0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3" y="1"/>
                    <a:pt x="2" y="1"/>
                    <a:pt x="1" y="2"/>
                  </a:cubicBezTo>
                  <a:cubicBezTo>
                    <a:pt x="1" y="2"/>
                    <a:pt x="0" y="1"/>
                    <a:pt x="0" y="1"/>
                  </a:cubicBezTo>
                  <a:cubicBezTo>
                    <a:pt x="0" y="1"/>
                    <a:pt x="2" y="0"/>
                    <a:pt x="2"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5" name="Freeform 3132">
              <a:extLst>
                <a:ext uri="{FF2B5EF4-FFF2-40B4-BE49-F238E27FC236}">
                  <a16:creationId xmlns:a16="http://schemas.microsoft.com/office/drawing/2014/main" id="{C879E2FC-5BA2-9C22-9CEC-2DABF2C9B90C}"/>
                </a:ext>
              </a:extLst>
            </p:cNvPr>
            <p:cNvSpPr>
              <a:spLocks/>
            </p:cNvSpPr>
            <p:nvPr/>
          </p:nvSpPr>
          <p:spPr bwMode="auto">
            <a:xfrm rot="5094805">
              <a:off x="3078074" y="6068850"/>
              <a:ext cx="13710" cy="2285"/>
            </a:xfrm>
            <a:custGeom>
              <a:avLst/>
              <a:gdLst>
                <a:gd name="T0" fmla="*/ 5 w 5"/>
                <a:gd name="T1" fmla="*/ 0 h 1"/>
                <a:gd name="T2" fmla="*/ 1 w 5"/>
                <a:gd name="T3" fmla="*/ 1 h 1"/>
                <a:gd name="T4" fmla="*/ 0 w 5"/>
                <a:gd name="T5" fmla="*/ 0 h 1"/>
                <a:gd name="T6" fmla="*/ 3 w 5"/>
                <a:gd name="T7" fmla="*/ 0 h 1"/>
                <a:gd name="T8" fmla="*/ 5 w 5"/>
                <a:gd name="T9" fmla="*/ 0 h 1"/>
              </a:gdLst>
              <a:ahLst/>
              <a:cxnLst>
                <a:cxn ang="0">
                  <a:pos x="T0" y="T1"/>
                </a:cxn>
                <a:cxn ang="0">
                  <a:pos x="T2" y="T3"/>
                </a:cxn>
                <a:cxn ang="0">
                  <a:pos x="T4" y="T5"/>
                </a:cxn>
                <a:cxn ang="0">
                  <a:pos x="T6" y="T7"/>
                </a:cxn>
                <a:cxn ang="0">
                  <a:pos x="T8" y="T9"/>
                </a:cxn>
              </a:cxnLst>
              <a:rect l="0" t="0" r="r" b="b"/>
              <a:pathLst>
                <a:path w="5" h="1">
                  <a:moveTo>
                    <a:pt x="5" y="0"/>
                  </a:moveTo>
                  <a:cubicBezTo>
                    <a:pt x="4" y="1"/>
                    <a:pt x="3" y="1"/>
                    <a:pt x="1" y="1"/>
                  </a:cubicBezTo>
                  <a:cubicBezTo>
                    <a:pt x="1" y="1"/>
                    <a:pt x="0" y="1"/>
                    <a:pt x="0" y="0"/>
                  </a:cubicBezTo>
                  <a:cubicBezTo>
                    <a:pt x="1" y="0"/>
                    <a:pt x="2" y="0"/>
                    <a:pt x="3" y="0"/>
                  </a:cubicBezTo>
                  <a:cubicBezTo>
                    <a:pt x="4" y="0"/>
                    <a:pt x="4"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6" name="Freeform 3133">
              <a:extLst>
                <a:ext uri="{FF2B5EF4-FFF2-40B4-BE49-F238E27FC236}">
                  <a16:creationId xmlns:a16="http://schemas.microsoft.com/office/drawing/2014/main" id="{5B1D9D37-39A1-3548-AC58-AA90B2204471}"/>
                </a:ext>
              </a:extLst>
            </p:cNvPr>
            <p:cNvSpPr>
              <a:spLocks/>
            </p:cNvSpPr>
            <p:nvPr/>
          </p:nvSpPr>
          <p:spPr bwMode="auto">
            <a:xfrm rot="5094805">
              <a:off x="3052791" y="5872779"/>
              <a:ext cx="11425" cy="6855"/>
            </a:xfrm>
            <a:custGeom>
              <a:avLst/>
              <a:gdLst>
                <a:gd name="T0" fmla="*/ 5 w 5"/>
                <a:gd name="T1" fmla="*/ 1 h 2"/>
                <a:gd name="T2" fmla="*/ 4 w 5"/>
                <a:gd name="T3" fmla="*/ 2 h 2"/>
                <a:gd name="T4" fmla="*/ 1 w 5"/>
                <a:gd name="T5" fmla="*/ 1 h 2"/>
                <a:gd name="T6" fmla="*/ 1 w 5"/>
                <a:gd name="T7" fmla="*/ 0 h 2"/>
                <a:gd name="T8" fmla="*/ 5 w 5"/>
                <a:gd name="T9" fmla="*/ 1 h 2"/>
              </a:gdLst>
              <a:ahLst/>
              <a:cxnLst>
                <a:cxn ang="0">
                  <a:pos x="T0" y="T1"/>
                </a:cxn>
                <a:cxn ang="0">
                  <a:pos x="T2" y="T3"/>
                </a:cxn>
                <a:cxn ang="0">
                  <a:pos x="T4" y="T5"/>
                </a:cxn>
                <a:cxn ang="0">
                  <a:pos x="T6" y="T7"/>
                </a:cxn>
                <a:cxn ang="0">
                  <a:pos x="T8" y="T9"/>
                </a:cxn>
              </a:cxnLst>
              <a:rect l="0" t="0" r="r" b="b"/>
              <a:pathLst>
                <a:path w="5" h="2">
                  <a:moveTo>
                    <a:pt x="5" y="1"/>
                  </a:moveTo>
                  <a:cubicBezTo>
                    <a:pt x="4" y="1"/>
                    <a:pt x="4" y="2"/>
                    <a:pt x="4" y="2"/>
                  </a:cubicBezTo>
                  <a:cubicBezTo>
                    <a:pt x="3" y="2"/>
                    <a:pt x="1" y="2"/>
                    <a:pt x="1" y="1"/>
                  </a:cubicBezTo>
                  <a:cubicBezTo>
                    <a:pt x="0" y="1"/>
                    <a:pt x="1" y="1"/>
                    <a:pt x="1" y="0"/>
                  </a:cubicBezTo>
                  <a:cubicBezTo>
                    <a:pt x="2" y="1"/>
                    <a:pt x="4" y="1"/>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7" name="Freeform 3134">
              <a:extLst>
                <a:ext uri="{FF2B5EF4-FFF2-40B4-BE49-F238E27FC236}">
                  <a16:creationId xmlns:a16="http://schemas.microsoft.com/office/drawing/2014/main" id="{F548238E-77DB-7996-45A4-25A49A8901C7}"/>
                </a:ext>
              </a:extLst>
            </p:cNvPr>
            <p:cNvSpPr>
              <a:spLocks/>
            </p:cNvSpPr>
            <p:nvPr/>
          </p:nvSpPr>
          <p:spPr bwMode="auto">
            <a:xfrm rot="5094805">
              <a:off x="3037645" y="5676843"/>
              <a:ext cx="11425" cy="6855"/>
            </a:xfrm>
            <a:custGeom>
              <a:avLst/>
              <a:gdLst>
                <a:gd name="T0" fmla="*/ 4 w 4"/>
                <a:gd name="T1" fmla="*/ 1 h 2"/>
                <a:gd name="T2" fmla="*/ 3 w 4"/>
                <a:gd name="T3" fmla="*/ 2 h 2"/>
                <a:gd name="T4" fmla="*/ 0 w 4"/>
                <a:gd name="T5" fmla="*/ 1 h 2"/>
                <a:gd name="T6" fmla="*/ 1 w 4"/>
                <a:gd name="T7" fmla="*/ 0 h 2"/>
                <a:gd name="T8" fmla="*/ 4 w 4"/>
                <a:gd name="T9" fmla="*/ 1 h 2"/>
              </a:gdLst>
              <a:ahLst/>
              <a:cxnLst>
                <a:cxn ang="0">
                  <a:pos x="T0" y="T1"/>
                </a:cxn>
                <a:cxn ang="0">
                  <a:pos x="T2" y="T3"/>
                </a:cxn>
                <a:cxn ang="0">
                  <a:pos x="T4" y="T5"/>
                </a:cxn>
                <a:cxn ang="0">
                  <a:pos x="T6" y="T7"/>
                </a:cxn>
                <a:cxn ang="0">
                  <a:pos x="T8" y="T9"/>
                </a:cxn>
              </a:cxnLst>
              <a:rect l="0" t="0" r="r" b="b"/>
              <a:pathLst>
                <a:path w="4" h="2">
                  <a:moveTo>
                    <a:pt x="4" y="1"/>
                  </a:moveTo>
                  <a:cubicBezTo>
                    <a:pt x="4" y="1"/>
                    <a:pt x="4" y="2"/>
                    <a:pt x="3" y="2"/>
                  </a:cubicBezTo>
                  <a:cubicBezTo>
                    <a:pt x="2" y="2"/>
                    <a:pt x="1" y="2"/>
                    <a:pt x="0" y="1"/>
                  </a:cubicBezTo>
                  <a:cubicBezTo>
                    <a:pt x="0" y="1"/>
                    <a:pt x="1" y="0"/>
                    <a:pt x="1" y="0"/>
                  </a:cubicBezTo>
                  <a:cubicBezTo>
                    <a:pt x="2"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8" name="Freeform 3135">
              <a:extLst>
                <a:ext uri="{FF2B5EF4-FFF2-40B4-BE49-F238E27FC236}">
                  <a16:creationId xmlns:a16="http://schemas.microsoft.com/office/drawing/2014/main" id="{912765DB-F13D-8BCE-54D9-2B37EC69F54E}"/>
                </a:ext>
              </a:extLst>
            </p:cNvPr>
            <p:cNvSpPr>
              <a:spLocks/>
            </p:cNvSpPr>
            <p:nvPr/>
          </p:nvSpPr>
          <p:spPr bwMode="auto">
            <a:xfrm rot="5094805">
              <a:off x="3029432" y="5482680"/>
              <a:ext cx="9140" cy="4570"/>
            </a:xfrm>
            <a:custGeom>
              <a:avLst/>
              <a:gdLst>
                <a:gd name="T0" fmla="*/ 1 w 4"/>
                <a:gd name="T1" fmla="*/ 2 h 2"/>
                <a:gd name="T2" fmla="*/ 0 w 4"/>
                <a:gd name="T3" fmla="*/ 0 h 2"/>
                <a:gd name="T4" fmla="*/ 2 w 4"/>
                <a:gd name="T5" fmla="*/ 0 h 2"/>
                <a:gd name="T6" fmla="*/ 4 w 4"/>
                <a:gd name="T7" fmla="*/ 2 h 2"/>
                <a:gd name="T8" fmla="*/ 1 w 4"/>
                <a:gd name="T9" fmla="*/ 2 h 2"/>
              </a:gdLst>
              <a:ahLst/>
              <a:cxnLst>
                <a:cxn ang="0">
                  <a:pos x="T0" y="T1"/>
                </a:cxn>
                <a:cxn ang="0">
                  <a:pos x="T2" y="T3"/>
                </a:cxn>
                <a:cxn ang="0">
                  <a:pos x="T4" y="T5"/>
                </a:cxn>
                <a:cxn ang="0">
                  <a:pos x="T6" y="T7"/>
                </a:cxn>
                <a:cxn ang="0">
                  <a:pos x="T8" y="T9"/>
                </a:cxn>
              </a:cxnLst>
              <a:rect l="0" t="0" r="r" b="b"/>
              <a:pathLst>
                <a:path w="4" h="2">
                  <a:moveTo>
                    <a:pt x="1" y="2"/>
                  </a:moveTo>
                  <a:cubicBezTo>
                    <a:pt x="1" y="2"/>
                    <a:pt x="0" y="1"/>
                    <a:pt x="0" y="0"/>
                  </a:cubicBezTo>
                  <a:cubicBezTo>
                    <a:pt x="0" y="0"/>
                    <a:pt x="2" y="0"/>
                    <a:pt x="2" y="0"/>
                  </a:cubicBezTo>
                  <a:cubicBezTo>
                    <a:pt x="3" y="0"/>
                    <a:pt x="3" y="1"/>
                    <a:pt x="4" y="2"/>
                  </a:cubicBezTo>
                  <a:cubicBezTo>
                    <a:pt x="4" y="2"/>
                    <a:pt x="3" y="2"/>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9" name="Freeform 3136">
              <a:extLst>
                <a:ext uri="{FF2B5EF4-FFF2-40B4-BE49-F238E27FC236}">
                  <a16:creationId xmlns:a16="http://schemas.microsoft.com/office/drawing/2014/main" id="{936C2DAA-A53E-0C41-0303-0628114E2E8A}"/>
                </a:ext>
              </a:extLst>
            </p:cNvPr>
            <p:cNvSpPr>
              <a:spLocks/>
            </p:cNvSpPr>
            <p:nvPr/>
          </p:nvSpPr>
          <p:spPr bwMode="auto">
            <a:xfrm rot="5094805">
              <a:off x="3021210" y="5286030"/>
              <a:ext cx="11425" cy="6855"/>
            </a:xfrm>
            <a:custGeom>
              <a:avLst/>
              <a:gdLst>
                <a:gd name="T0" fmla="*/ 5 w 5"/>
                <a:gd name="T1" fmla="*/ 1 h 3"/>
                <a:gd name="T2" fmla="*/ 4 w 5"/>
                <a:gd name="T3" fmla="*/ 3 h 3"/>
                <a:gd name="T4" fmla="*/ 1 w 5"/>
                <a:gd name="T5" fmla="*/ 2 h 3"/>
                <a:gd name="T6" fmla="*/ 1 w 5"/>
                <a:gd name="T7" fmla="*/ 0 h 3"/>
                <a:gd name="T8" fmla="*/ 5 w 5"/>
                <a:gd name="T9" fmla="*/ 1 h 3"/>
              </a:gdLst>
              <a:ahLst/>
              <a:cxnLst>
                <a:cxn ang="0">
                  <a:pos x="T0" y="T1"/>
                </a:cxn>
                <a:cxn ang="0">
                  <a:pos x="T2" y="T3"/>
                </a:cxn>
                <a:cxn ang="0">
                  <a:pos x="T4" y="T5"/>
                </a:cxn>
                <a:cxn ang="0">
                  <a:pos x="T6" y="T7"/>
                </a:cxn>
                <a:cxn ang="0">
                  <a:pos x="T8" y="T9"/>
                </a:cxn>
              </a:cxnLst>
              <a:rect l="0" t="0" r="r" b="b"/>
              <a:pathLst>
                <a:path w="5" h="3">
                  <a:moveTo>
                    <a:pt x="5" y="1"/>
                  </a:moveTo>
                  <a:cubicBezTo>
                    <a:pt x="4" y="2"/>
                    <a:pt x="4" y="3"/>
                    <a:pt x="4" y="3"/>
                  </a:cubicBezTo>
                  <a:cubicBezTo>
                    <a:pt x="3" y="3"/>
                    <a:pt x="1" y="3"/>
                    <a:pt x="1" y="2"/>
                  </a:cubicBezTo>
                  <a:cubicBezTo>
                    <a:pt x="0" y="2"/>
                    <a:pt x="1" y="0"/>
                    <a:pt x="1" y="0"/>
                  </a:cubicBezTo>
                  <a:cubicBezTo>
                    <a:pt x="2" y="0"/>
                    <a:pt x="3" y="1"/>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0" name="Freeform 3137">
              <a:extLst>
                <a:ext uri="{FF2B5EF4-FFF2-40B4-BE49-F238E27FC236}">
                  <a16:creationId xmlns:a16="http://schemas.microsoft.com/office/drawing/2014/main" id="{EFD32F57-17BD-F3EB-93B7-FBA14DB7213F}"/>
                </a:ext>
              </a:extLst>
            </p:cNvPr>
            <p:cNvSpPr>
              <a:spLocks/>
            </p:cNvSpPr>
            <p:nvPr/>
          </p:nvSpPr>
          <p:spPr bwMode="auto">
            <a:xfrm rot="5094805">
              <a:off x="3014029" y="5085956"/>
              <a:ext cx="11425" cy="13710"/>
            </a:xfrm>
            <a:custGeom>
              <a:avLst/>
              <a:gdLst>
                <a:gd name="T0" fmla="*/ 1 w 4"/>
                <a:gd name="T1" fmla="*/ 0 h 5"/>
                <a:gd name="T2" fmla="*/ 3 w 4"/>
                <a:gd name="T3" fmla="*/ 1 h 5"/>
                <a:gd name="T4" fmla="*/ 3 w 4"/>
                <a:gd name="T5" fmla="*/ 5 h 5"/>
                <a:gd name="T6" fmla="*/ 0 w 4"/>
                <a:gd name="T7" fmla="*/ 3 h 5"/>
                <a:gd name="T8" fmla="*/ 1 w 4"/>
                <a:gd name="T9" fmla="*/ 0 h 5"/>
              </a:gdLst>
              <a:ahLst/>
              <a:cxnLst>
                <a:cxn ang="0">
                  <a:pos x="T0" y="T1"/>
                </a:cxn>
                <a:cxn ang="0">
                  <a:pos x="T2" y="T3"/>
                </a:cxn>
                <a:cxn ang="0">
                  <a:pos x="T4" y="T5"/>
                </a:cxn>
                <a:cxn ang="0">
                  <a:pos x="T6" y="T7"/>
                </a:cxn>
                <a:cxn ang="0">
                  <a:pos x="T8" y="T9"/>
                </a:cxn>
              </a:cxnLst>
              <a:rect l="0" t="0" r="r" b="b"/>
              <a:pathLst>
                <a:path w="4" h="5">
                  <a:moveTo>
                    <a:pt x="1" y="0"/>
                  </a:moveTo>
                  <a:cubicBezTo>
                    <a:pt x="2" y="1"/>
                    <a:pt x="4" y="1"/>
                    <a:pt x="3" y="1"/>
                  </a:cubicBezTo>
                  <a:cubicBezTo>
                    <a:pt x="3" y="2"/>
                    <a:pt x="3" y="3"/>
                    <a:pt x="3" y="5"/>
                  </a:cubicBezTo>
                  <a:cubicBezTo>
                    <a:pt x="2" y="4"/>
                    <a:pt x="0" y="4"/>
                    <a:pt x="0" y="3"/>
                  </a:cubicBezTo>
                  <a:cubicBezTo>
                    <a:pt x="0" y="2"/>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1" name="Freeform 3138">
              <a:extLst>
                <a:ext uri="{FF2B5EF4-FFF2-40B4-BE49-F238E27FC236}">
                  <a16:creationId xmlns:a16="http://schemas.microsoft.com/office/drawing/2014/main" id="{930586D3-3B57-1C92-D6D3-5277ADE897E7}"/>
                </a:ext>
              </a:extLst>
            </p:cNvPr>
            <p:cNvSpPr>
              <a:spLocks/>
            </p:cNvSpPr>
            <p:nvPr/>
          </p:nvSpPr>
          <p:spPr bwMode="auto">
            <a:xfrm rot="5094805">
              <a:off x="3006849" y="4890453"/>
              <a:ext cx="11425" cy="11425"/>
            </a:xfrm>
            <a:custGeom>
              <a:avLst/>
              <a:gdLst>
                <a:gd name="T0" fmla="*/ 5 w 5"/>
                <a:gd name="T1" fmla="*/ 4 h 5"/>
                <a:gd name="T2" fmla="*/ 1 w 5"/>
                <a:gd name="T3" fmla="*/ 5 h 5"/>
                <a:gd name="T4" fmla="*/ 0 w 5"/>
                <a:gd name="T5" fmla="*/ 2 h 5"/>
                <a:gd name="T6" fmla="*/ 3 w 5"/>
                <a:gd name="T7" fmla="*/ 0 h 5"/>
                <a:gd name="T8" fmla="*/ 5 w 5"/>
                <a:gd name="T9" fmla="*/ 4 h 5"/>
              </a:gdLst>
              <a:ahLst/>
              <a:cxnLst>
                <a:cxn ang="0">
                  <a:pos x="T0" y="T1"/>
                </a:cxn>
                <a:cxn ang="0">
                  <a:pos x="T2" y="T3"/>
                </a:cxn>
                <a:cxn ang="0">
                  <a:pos x="T4" y="T5"/>
                </a:cxn>
                <a:cxn ang="0">
                  <a:pos x="T6" y="T7"/>
                </a:cxn>
                <a:cxn ang="0">
                  <a:pos x="T8" y="T9"/>
                </a:cxn>
              </a:cxnLst>
              <a:rect l="0" t="0" r="r" b="b"/>
              <a:pathLst>
                <a:path w="5" h="5">
                  <a:moveTo>
                    <a:pt x="5" y="4"/>
                  </a:moveTo>
                  <a:cubicBezTo>
                    <a:pt x="4" y="4"/>
                    <a:pt x="3" y="5"/>
                    <a:pt x="1" y="5"/>
                  </a:cubicBezTo>
                  <a:cubicBezTo>
                    <a:pt x="1" y="5"/>
                    <a:pt x="0" y="2"/>
                    <a:pt x="0" y="2"/>
                  </a:cubicBezTo>
                  <a:cubicBezTo>
                    <a:pt x="1" y="1"/>
                    <a:pt x="2" y="1"/>
                    <a:pt x="3" y="0"/>
                  </a:cubicBezTo>
                  <a:cubicBezTo>
                    <a:pt x="4" y="1"/>
                    <a:pt x="4" y="2"/>
                    <a:pt x="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2" name="Freeform 3139">
              <a:extLst>
                <a:ext uri="{FF2B5EF4-FFF2-40B4-BE49-F238E27FC236}">
                  <a16:creationId xmlns:a16="http://schemas.microsoft.com/office/drawing/2014/main" id="{A10D00E5-F0B2-093C-0171-49CDE186AED8}"/>
                </a:ext>
              </a:extLst>
            </p:cNvPr>
            <p:cNvSpPr>
              <a:spLocks/>
            </p:cNvSpPr>
            <p:nvPr/>
          </p:nvSpPr>
          <p:spPr bwMode="auto">
            <a:xfrm rot="5094805">
              <a:off x="2996254" y="4691826"/>
              <a:ext cx="11425" cy="15995"/>
            </a:xfrm>
            <a:custGeom>
              <a:avLst/>
              <a:gdLst>
                <a:gd name="T0" fmla="*/ 4 w 4"/>
                <a:gd name="T1" fmla="*/ 2 h 7"/>
                <a:gd name="T2" fmla="*/ 3 w 4"/>
                <a:gd name="T3" fmla="*/ 7 h 7"/>
                <a:gd name="T4" fmla="*/ 0 w 4"/>
                <a:gd name="T5" fmla="*/ 4 h 7"/>
                <a:gd name="T6" fmla="*/ 1 w 4"/>
                <a:gd name="T7" fmla="*/ 0 h 7"/>
                <a:gd name="T8" fmla="*/ 4 w 4"/>
                <a:gd name="T9" fmla="*/ 2 h 7"/>
              </a:gdLst>
              <a:ahLst/>
              <a:cxnLst>
                <a:cxn ang="0">
                  <a:pos x="T0" y="T1"/>
                </a:cxn>
                <a:cxn ang="0">
                  <a:pos x="T2" y="T3"/>
                </a:cxn>
                <a:cxn ang="0">
                  <a:pos x="T4" y="T5"/>
                </a:cxn>
                <a:cxn ang="0">
                  <a:pos x="T6" y="T7"/>
                </a:cxn>
                <a:cxn ang="0">
                  <a:pos x="T8" y="T9"/>
                </a:cxn>
              </a:cxnLst>
              <a:rect l="0" t="0" r="r" b="b"/>
              <a:pathLst>
                <a:path w="4" h="7">
                  <a:moveTo>
                    <a:pt x="4" y="2"/>
                  </a:moveTo>
                  <a:cubicBezTo>
                    <a:pt x="4" y="4"/>
                    <a:pt x="3" y="5"/>
                    <a:pt x="3" y="7"/>
                  </a:cubicBezTo>
                  <a:cubicBezTo>
                    <a:pt x="2" y="6"/>
                    <a:pt x="1" y="5"/>
                    <a:pt x="0" y="4"/>
                  </a:cubicBezTo>
                  <a:cubicBezTo>
                    <a:pt x="0" y="3"/>
                    <a:pt x="0" y="1"/>
                    <a:pt x="1" y="0"/>
                  </a:cubicBezTo>
                  <a:cubicBezTo>
                    <a:pt x="2" y="1"/>
                    <a:pt x="3"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3" name="Freeform 3140">
              <a:extLst>
                <a:ext uri="{FF2B5EF4-FFF2-40B4-BE49-F238E27FC236}">
                  <a16:creationId xmlns:a16="http://schemas.microsoft.com/office/drawing/2014/main" id="{C9E4EC62-5577-AD0B-303A-B3D0EC3707D1}"/>
                </a:ext>
              </a:extLst>
            </p:cNvPr>
            <p:cNvSpPr>
              <a:spLocks/>
            </p:cNvSpPr>
            <p:nvPr/>
          </p:nvSpPr>
          <p:spPr bwMode="auto">
            <a:xfrm rot="5094805">
              <a:off x="2987944" y="4493200"/>
              <a:ext cx="6855" cy="20565"/>
            </a:xfrm>
            <a:custGeom>
              <a:avLst/>
              <a:gdLst>
                <a:gd name="T0" fmla="*/ 0 w 3"/>
                <a:gd name="T1" fmla="*/ 0 h 8"/>
                <a:gd name="T2" fmla="*/ 3 w 3"/>
                <a:gd name="T3" fmla="*/ 3 h 8"/>
                <a:gd name="T4" fmla="*/ 2 w 3"/>
                <a:gd name="T5" fmla="*/ 8 h 8"/>
                <a:gd name="T6" fmla="*/ 0 w 3"/>
                <a:gd name="T7" fmla="*/ 6 h 8"/>
                <a:gd name="T8" fmla="*/ 0 w 3"/>
                <a:gd name="T9" fmla="*/ 0 h 8"/>
              </a:gdLst>
              <a:ahLst/>
              <a:cxnLst>
                <a:cxn ang="0">
                  <a:pos x="T0" y="T1"/>
                </a:cxn>
                <a:cxn ang="0">
                  <a:pos x="T2" y="T3"/>
                </a:cxn>
                <a:cxn ang="0">
                  <a:pos x="T4" y="T5"/>
                </a:cxn>
                <a:cxn ang="0">
                  <a:pos x="T6" y="T7"/>
                </a:cxn>
                <a:cxn ang="0">
                  <a:pos x="T8" y="T9"/>
                </a:cxn>
              </a:cxnLst>
              <a:rect l="0" t="0" r="r" b="b"/>
              <a:pathLst>
                <a:path w="3" h="8">
                  <a:moveTo>
                    <a:pt x="0" y="0"/>
                  </a:moveTo>
                  <a:cubicBezTo>
                    <a:pt x="1" y="1"/>
                    <a:pt x="3" y="2"/>
                    <a:pt x="3" y="3"/>
                  </a:cubicBezTo>
                  <a:cubicBezTo>
                    <a:pt x="3" y="5"/>
                    <a:pt x="3" y="6"/>
                    <a:pt x="2" y="8"/>
                  </a:cubicBezTo>
                  <a:cubicBezTo>
                    <a:pt x="1" y="8"/>
                    <a:pt x="0" y="7"/>
                    <a:pt x="0" y="6"/>
                  </a:cubicBezTo>
                  <a:cubicBezTo>
                    <a:pt x="0" y="5"/>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4" name="Freeform 3141">
              <a:extLst>
                <a:ext uri="{FF2B5EF4-FFF2-40B4-BE49-F238E27FC236}">
                  <a16:creationId xmlns:a16="http://schemas.microsoft.com/office/drawing/2014/main" id="{FB4F49AE-CD68-D589-D8AF-D1054F220B80}"/>
                </a:ext>
              </a:extLst>
            </p:cNvPr>
            <p:cNvSpPr>
              <a:spLocks/>
            </p:cNvSpPr>
            <p:nvPr/>
          </p:nvSpPr>
          <p:spPr bwMode="auto">
            <a:xfrm rot="5094805">
              <a:off x="2969480" y="4298603"/>
              <a:ext cx="9140" cy="20565"/>
            </a:xfrm>
            <a:custGeom>
              <a:avLst/>
              <a:gdLst>
                <a:gd name="T0" fmla="*/ 4 w 4"/>
                <a:gd name="T1" fmla="*/ 2 h 8"/>
                <a:gd name="T2" fmla="*/ 4 w 4"/>
                <a:gd name="T3" fmla="*/ 8 h 8"/>
                <a:gd name="T4" fmla="*/ 0 w 4"/>
                <a:gd name="T5" fmla="*/ 5 h 8"/>
                <a:gd name="T6" fmla="*/ 1 w 4"/>
                <a:gd name="T7" fmla="*/ 1 h 8"/>
                <a:gd name="T8" fmla="*/ 4 w 4"/>
                <a:gd name="T9" fmla="*/ 2 h 8"/>
              </a:gdLst>
              <a:ahLst/>
              <a:cxnLst>
                <a:cxn ang="0">
                  <a:pos x="T0" y="T1"/>
                </a:cxn>
                <a:cxn ang="0">
                  <a:pos x="T2" y="T3"/>
                </a:cxn>
                <a:cxn ang="0">
                  <a:pos x="T4" y="T5"/>
                </a:cxn>
                <a:cxn ang="0">
                  <a:pos x="T6" y="T7"/>
                </a:cxn>
                <a:cxn ang="0">
                  <a:pos x="T8" y="T9"/>
                </a:cxn>
              </a:cxnLst>
              <a:rect l="0" t="0" r="r" b="b"/>
              <a:pathLst>
                <a:path w="4" h="8">
                  <a:moveTo>
                    <a:pt x="4" y="2"/>
                  </a:moveTo>
                  <a:cubicBezTo>
                    <a:pt x="4" y="4"/>
                    <a:pt x="4" y="6"/>
                    <a:pt x="4" y="8"/>
                  </a:cubicBezTo>
                  <a:cubicBezTo>
                    <a:pt x="2" y="7"/>
                    <a:pt x="1" y="6"/>
                    <a:pt x="0" y="5"/>
                  </a:cubicBezTo>
                  <a:cubicBezTo>
                    <a:pt x="0" y="4"/>
                    <a:pt x="0" y="1"/>
                    <a:pt x="1" y="1"/>
                  </a:cubicBezTo>
                  <a:cubicBezTo>
                    <a:pt x="2"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5" name="Freeform 3142">
              <a:extLst>
                <a:ext uri="{FF2B5EF4-FFF2-40B4-BE49-F238E27FC236}">
                  <a16:creationId xmlns:a16="http://schemas.microsoft.com/office/drawing/2014/main" id="{FD13679D-79EE-F276-1D31-E819371BB2AD}"/>
                </a:ext>
              </a:extLst>
            </p:cNvPr>
            <p:cNvSpPr>
              <a:spLocks/>
            </p:cNvSpPr>
            <p:nvPr/>
          </p:nvSpPr>
          <p:spPr bwMode="auto">
            <a:xfrm rot="5094805">
              <a:off x="2947603" y="4105454"/>
              <a:ext cx="11425" cy="18280"/>
            </a:xfrm>
            <a:custGeom>
              <a:avLst/>
              <a:gdLst>
                <a:gd name="T0" fmla="*/ 4 w 4"/>
                <a:gd name="T1" fmla="*/ 1 h 8"/>
                <a:gd name="T2" fmla="*/ 3 w 4"/>
                <a:gd name="T3" fmla="*/ 8 h 8"/>
                <a:gd name="T4" fmla="*/ 0 w 4"/>
                <a:gd name="T5" fmla="*/ 5 h 8"/>
                <a:gd name="T6" fmla="*/ 0 w 4"/>
                <a:gd name="T7" fmla="*/ 0 h 8"/>
                <a:gd name="T8" fmla="*/ 4 w 4"/>
                <a:gd name="T9" fmla="*/ 1 h 8"/>
              </a:gdLst>
              <a:ahLst/>
              <a:cxnLst>
                <a:cxn ang="0">
                  <a:pos x="T0" y="T1"/>
                </a:cxn>
                <a:cxn ang="0">
                  <a:pos x="T2" y="T3"/>
                </a:cxn>
                <a:cxn ang="0">
                  <a:pos x="T4" y="T5"/>
                </a:cxn>
                <a:cxn ang="0">
                  <a:pos x="T6" y="T7"/>
                </a:cxn>
                <a:cxn ang="0">
                  <a:pos x="T8" y="T9"/>
                </a:cxn>
              </a:cxnLst>
              <a:rect l="0" t="0" r="r" b="b"/>
              <a:pathLst>
                <a:path w="4" h="8">
                  <a:moveTo>
                    <a:pt x="4" y="1"/>
                  </a:moveTo>
                  <a:cubicBezTo>
                    <a:pt x="4" y="4"/>
                    <a:pt x="3" y="6"/>
                    <a:pt x="3" y="8"/>
                  </a:cubicBezTo>
                  <a:cubicBezTo>
                    <a:pt x="2" y="7"/>
                    <a:pt x="1" y="6"/>
                    <a:pt x="0" y="5"/>
                  </a:cubicBezTo>
                  <a:cubicBezTo>
                    <a:pt x="0" y="4"/>
                    <a:pt x="0" y="0"/>
                    <a:pt x="0" y="0"/>
                  </a:cubicBezTo>
                  <a:cubicBezTo>
                    <a:pt x="1"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6" name="Freeform 3143">
              <a:extLst>
                <a:ext uri="{FF2B5EF4-FFF2-40B4-BE49-F238E27FC236}">
                  <a16:creationId xmlns:a16="http://schemas.microsoft.com/office/drawing/2014/main" id="{99C9E467-E3AF-7949-A85C-250193A93D48}"/>
                </a:ext>
              </a:extLst>
            </p:cNvPr>
            <p:cNvSpPr>
              <a:spLocks/>
            </p:cNvSpPr>
            <p:nvPr/>
          </p:nvSpPr>
          <p:spPr bwMode="auto">
            <a:xfrm rot="5094805">
              <a:off x="2927904" y="3909922"/>
              <a:ext cx="11425" cy="18280"/>
            </a:xfrm>
            <a:custGeom>
              <a:avLst/>
              <a:gdLst>
                <a:gd name="T0" fmla="*/ 5 w 5"/>
                <a:gd name="T1" fmla="*/ 6 h 8"/>
                <a:gd name="T2" fmla="*/ 2 w 5"/>
                <a:gd name="T3" fmla="*/ 8 h 8"/>
                <a:gd name="T4" fmla="*/ 0 w 5"/>
                <a:gd name="T5" fmla="*/ 3 h 8"/>
                <a:gd name="T6" fmla="*/ 3 w 5"/>
                <a:gd name="T7" fmla="*/ 0 h 8"/>
                <a:gd name="T8" fmla="*/ 5 w 5"/>
                <a:gd name="T9" fmla="*/ 6 h 8"/>
              </a:gdLst>
              <a:ahLst/>
              <a:cxnLst>
                <a:cxn ang="0">
                  <a:pos x="T0" y="T1"/>
                </a:cxn>
                <a:cxn ang="0">
                  <a:pos x="T2" y="T3"/>
                </a:cxn>
                <a:cxn ang="0">
                  <a:pos x="T4" y="T5"/>
                </a:cxn>
                <a:cxn ang="0">
                  <a:pos x="T6" y="T7"/>
                </a:cxn>
                <a:cxn ang="0">
                  <a:pos x="T8" y="T9"/>
                </a:cxn>
              </a:cxnLst>
              <a:rect l="0" t="0" r="r" b="b"/>
              <a:pathLst>
                <a:path w="5" h="8">
                  <a:moveTo>
                    <a:pt x="5" y="6"/>
                  </a:moveTo>
                  <a:cubicBezTo>
                    <a:pt x="4" y="7"/>
                    <a:pt x="3" y="8"/>
                    <a:pt x="2" y="8"/>
                  </a:cubicBezTo>
                  <a:cubicBezTo>
                    <a:pt x="1" y="8"/>
                    <a:pt x="0" y="3"/>
                    <a:pt x="0" y="3"/>
                  </a:cubicBezTo>
                  <a:cubicBezTo>
                    <a:pt x="1" y="1"/>
                    <a:pt x="2" y="1"/>
                    <a:pt x="3" y="0"/>
                  </a:cubicBezTo>
                  <a:cubicBezTo>
                    <a:pt x="4" y="1"/>
                    <a:pt x="4" y="3"/>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7" name="Freeform 3144">
              <a:extLst>
                <a:ext uri="{FF2B5EF4-FFF2-40B4-BE49-F238E27FC236}">
                  <a16:creationId xmlns:a16="http://schemas.microsoft.com/office/drawing/2014/main" id="{6EA9E803-B923-71EB-C404-D3B04BAE43F3}"/>
                </a:ext>
              </a:extLst>
            </p:cNvPr>
            <p:cNvSpPr>
              <a:spLocks/>
            </p:cNvSpPr>
            <p:nvPr/>
          </p:nvSpPr>
          <p:spPr bwMode="auto">
            <a:xfrm rot="5094805">
              <a:off x="3343280" y="6623547"/>
              <a:ext cx="9140" cy="6855"/>
            </a:xfrm>
            <a:custGeom>
              <a:avLst/>
              <a:gdLst>
                <a:gd name="T0" fmla="*/ 1 w 4"/>
                <a:gd name="T1" fmla="*/ 1 h 3"/>
                <a:gd name="T2" fmla="*/ 4 w 4"/>
                <a:gd name="T3" fmla="*/ 0 h 3"/>
                <a:gd name="T4" fmla="*/ 2 w 4"/>
                <a:gd name="T5" fmla="*/ 2 h 3"/>
                <a:gd name="T6" fmla="*/ 0 w 4"/>
                <a:gd name="T7" fmla="*/ 3 h 3"/>
                <a:gd name="T8" fmla="*/ 1 w 4"/>
                <a:gd name="T9" fmla="*/ 1 h 3"/>
              </a:gdLst>
              <a:ahLst/>
              <a:cxnLst>
                <a:cxn ang="0">
                  <a:pos x="T0" y="T1"/>
                </a:cxn>
                <a:cxn ang="0">
                  <a:pos x="T2" y="T3"/>
                </a:cxn>
                <a:cxn ang="0">
                  <a:pos x="T4" y="T5"/>
                </a:cxn>
                <a:cxn ang="0">
                  <a:pos x="T6" y="T7"/>
                </a:cxn>
                <a:cxn ang="0">
                  <a:pos x="T8" y="T9"/>
                </a:cxn>
              </a:cxnLst>
              <a:rect l="0" t="0" r="r" b="b"/>
              <a:pathLst>
                <a:path w="4" h="3">
                  <a:moveTo>
                    <a:pt x="1" y="1"/>
                  </a:moveTo>
                  <a:cubicBezTo>
                    <a:pt x="3" y="1"/>
                    <a:pt x="3" y="0"/>
                    <a:pt x="4" y="0"/>
                  </a:cubicBezTo>
                  <a:cubicBezTo>
                    <a:pt x="4" y="1"/>
                    <a:pt x="3" y="2"/>
                    <a:pt x="2" y="2"/>
                  </a:cubicBezTo>
                  <a:cubicBezTo>
                    <a:pt x="2" y="3"/>
                    <a:pt x="0" y="3"/>
                    <a:pt x="0" y="3"/>
                  </a:cubicBezTo>
                  <a:cubicBezTo>
                    <a:pt x="0" y="2"/>
                    <a:pt x="1"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8" name="Freeform 3145">
              <a:extLst>
                <a:ext uri="{FF2B5EF4-FFF2-40B4-BE49-F238E27FC236}">
                  <a16:creationId xmlns:a16="http://schemas.microsoft.com/office/drawing/2014/main" id="{6B353177-32B2-1ACA-533C-D2FD516D975D}"/>
                </a:ext>
              </a:extLst>
            </p:cNvPr>
            <p:cNvSpPr>
              <a:spLocks/>
            </p:cNvSpPr>
            <p:nvPr/>
          </p:nvSpPr>
          <p:spPr bwMode="auto">
            <a:xfrm rot="5094805">
              <a:off x="3476469" y="6804291"/>
              <a:ext cx="11425" cy="9140"/>
            </a:xfrm>
            <a:custGeom>
              <a:avLst/>
              <a:gdLst>
                <a:gd name="T0" fmla="*/ 4 w 4"/>
                <a:gd name="T1" fmla="*/ 0 h 3"/>
                <a:gd name="T2" fmla="*/ 1 w 4"/>
                <a:gd name="T3" fmla="*/ 3 h 3"/>
                <a:gd name="T4" fmla="*/ 0 w 4"/>
                <a:gd name="T5" fmla="*/ 3 h 3"/>
                <a:gd name="T6" fmla="*/ 3 w 4"/>
                <a:gd name="T7" fmla="*/ 0 h 3"/>
                <a:gd name="T8" fmla="*/ 4 w 4"/>
                <a:gd name="T9" fmla="*/ 0 h 3"/>
              </a:gdLst>
              <a:ahLst/>
              <a:cxnLst>
                <a:cxn ang="0">
                  <a:pos x="T0" y="T1"/>
                </a:cxn>
                <a:cxn ang="0">
                  <a:pos x="T2" y="T3"/>
                </a:cxn>
                <a:cxn ang="0">
                  <a:pos x="T4" y="T5"/>
                </a:cxn>
                <a:cxn ang="0">
                  <a:pos x="T6" y="T7"/>
                </a:cxn>
                <a:cxn ang="0">
                  <a:pos x="T8" y="T9"/>
                </a:cxn>
              </a:cxnLst>
              <a:rect l="0" t="0" r="r" b="b"/>
              <a:pathLst>
                <a:path w="4" h="3">
                  <a:moveTo>
                    <a:pt x="4" y="0"/>
                  </a:moveTo>
                  <a:cubicBezTo>
                    <a:pt x="3" y="1"/>
                    <a:pt x="2" y="2"/>
                    <a:pt x="1" y="3"/>
                  </a:cubicBezTo>
                  <a:cubicBezTo>
                    <a:pt x="1" y="3"/>
                    <a:pt x="0" y="3"/>
                    <a:pt x="0" y="3"/>
                  </a:cubicBezTo>
                  <a:cubicBezTo>
                    <a:pt x="1" y="2"/>
                    <a:pt x="2" y="1"/>
                    <a:pt x="3"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9" name="Freeform 3166">
              <a:extLst>
                <a:ext uri="{FF2B5EF4-FFF2-40B4-BE49-F238E27FC236}">
                  <a16:creationId xmlns:a16="http://schemas.microsoft.com/office/drawing/2014/main" id="{D096CC83-CD68-B13E-9BA1-7C25ACEF47CB}"/>
                </a:ext>
              </a:extLst>
            </p:cNvPr>
            <p:cNvSpPr>
              <a:spLocks/>
            </p:cNvSpPr>
            <p:nvPr/>
          </p:nvSpPr>
          <p:spPr bwMode="auto">
            <a:xfrm rot="5094805">
              <a:off x="2082162" y="98077"/>
              <a:ext cx="9140" cy="4570"/>
            </a:xfrm>
            <a:custGeom>
              <a:avLst/>
              <a:gdLst>
                <a:gd name="T0" fmla="*/ 2 w 4"/>
                <a:gd name="T1" fmla="*/ 2 h 2"/>
                <a:gd name="T2" fmla="*/ 0 w 4"/>
                <a:gd name="T3" fmla="*/ 1 h 2"/>
                <a:gd name="T4" fmla="*/ 2 w 4"/>
                <a:gd name="T5" fmla="*/ 0 h 2"/>
                <a:gd name="T6" fmla="*/ 4 w 4"/>
                <a:gd name="T7" fmla="*/ 0 h 2"/>
                <a:gd name="T8" fmla="*/ 2 w 4"/>
                <a:gd name="T9" fmla="*/ 2 h 2"/>
              </a:gdLst>
              <a:ahLst/>
              <a:cxnLst>
                <a:cxn ang="0">
                  <a:pos x="T0" y="T1"/>
                </a:cxn>
                <a:cxn ang="0">
                  <a:pos x="T2" y="T3"/>
                </a:cxn>
                <a:cxn ang="0">
                  <a:pos x="T4" y="T5"/>
                </a:cxn>
                <a:cxn ang="0">
                  <a:pos x="T6" y="T7"/>
                </a:cxn>
                <a:cxn ang="0">
                  <a:pos x="T8" y="T9"/>
                </a:cxn>
              </a:cxnLst>
              <a:rect l="0" t="0" r="r" b="b"/>
              <a:pathLst>
                <a:path w="4" h="2">
                  <a:moveTo>
                    <a:pt x="2" y="2"/>
                  </a:moveTo>
                  <a:cubicBezTo>
                    <a:pt x="1" y="2"/>
                    <a:pt x="0" y="2"/>
                    <a:pt x="0" y="1"/>
                  </a:cubicBezTo>
                  <a:cubicBezTo>
                    <a:pt x="0" y="1"/>
                    <a:pt x="2" y="0"/>
                    <a:pt x="2" y="0"/>
                  </a:cubicBezTo>
                  <a:cubicBezTo>
                    <a:pt x="3" y="0"/>
                    <a:pt x="4" y="0"/>
                    <a:pt x="4" y="0"/>
                  </a:cubicBezTo>
                  <a:cubicBezTo>
                    <a:pt x="4" y="0"/>
                    <a:pt x="3"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0" name="Freeform 3167">
              <a:extLst>
                <a:ext uri="{FF2B5EF4-FFF2-40B4-BE49-F238E27FC236}">
                  <a16:creationId xmlns:a16="http://schemas.microsoft.com/office/drawing/2014/main" id="{BAD452BB-A7F6-37FA-3B95-F3D96EB3E8F3}"/>
                </a:ext>
              </a:extLst>
            </p:cNvPr>
            <p:cNvSpPr>
              <a:spLocks/>
            </p:cNvSpPr>
            <p:nvPr/>
          </p:nvSpPr>
          <p:spPr bwMode="auto">
            <a:xfrm rot="5094805">
              <a:off x="2186602" y="278041"/>
              <a:ext cx="9140" cy="6855"/>
            </a:xfrm>
            <a:custGeom>
              <a:avLst/>
              <a:gdLst>
                <a:gd name="T0" fmla="*/ 1 w 4"/>
                <a:gd name="T1" fmla="*/ 2 h 2"/>
                <a:gd name="T2" fmla="*/ 0 w 4"/>
                <a:gd name="T3" fmla="*/ 1 h 2"/>
                <a:gd name="T4" fmla="*/ 2 w 4"/>
                <a:gd name="T5" fmla="*/ 0 h 2"/>
                <a:gd name="T6" fmla="*/ 4 w 4"/>
                <a:gd name="T7" fmla="*/ 1 h 2"/>
                <a:gd name="T8" fmla="*/ 1 w 4"/>
                <a:gd name="T9" fmla="*/ 2 h 2"/>
              </a:gdLst>
              <a:ahLst/>
              <a:cxnLst>
                <a:cxn ang="0">
                  <a:pos x="T0" y="T1"/>
                </a:cxn>
                <a:cxn ang="0">
                  <a:pos x="T2" y="T3"/>
                </a:cxn>
                <a:cxn ang="0">
                  <a:pos x="T4" y="T5"/>
                </a:cxn>
                <a:cxn ang="0">
                  <a:pos x="T6" y="T7"/>
                </a:cxn>
                <a:cxn ang="0">
                  <a:pos x="T8" y="T9"/>
                </a:cxn>
              </a:cxnLst>
              <a:rect l="0" t="0" r="r" b="b"/>
              <a:pathLst>
                <a:path w="4" h="2">
                  <a:moveTo>
                    <a:pt x="1" y="2"/>
                  </a:moveTo>
                  <a:cubicBezTo>
                    <a:pt x="1" y="2"/>
                    <a:pt x="0" y="2"/>
                    <a:pt x="0" y="1"/>
                  </a:cubicBezTo>
                  <a:cubicBezTo>
                    <a:pt x="0" y="1"/>
                    <a:pt x="1" y="0"/>
                    <a:pt x="2" y="0"/>
                  </a:cubicBezTo>
                  <a:cubicBezTo>
                    <a:pt x="2" y="0"/>
                    <a:pt x="3" y="0"/>
                    <a:pt x="4" y="1"/>
                  </a:cubicBezTo>
                  <a:cubicBezTo>
                    <a:pt x="4" y="1"/>
                    <a:pt x="2" y="2"/>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1" name="Freeform 3168">
              <a:extLst>
                <a:ext uri="{FF2B5EF4-FFF2-40B4-BE49-F238E27FC236}">
                  <a16:creationId xmlns:a16="http://schemas.microsoft.com/office/drawing/2014/main" id="{90E2816B-780B-1128-940B-EDC0D14AB5E5}"/>
                </a:ext>
              </a:extLst>
            </p:cNvPr>
            <p:cNvSpPr>
              <a:spLocks/>
            </p:cNvSpPr>
            <p:nvPr/>
          </p:nvSpPr>
          <p:spPr bwMode="auto">
            <a:xfrm rot="5094805">
              <a:off x="2285255" y="457475"/>
              <a:ext cx="6855" cy="9140"/>
            </a:xfrm>
            <a:custGeom>
              <a:avLst/>
              <a:gdLst>
                <a:gd name="T0" fmla="*/ 0 w 3"/>
                <a:gd name="T1" fmla="*/ 1 h 4"/>
                <a:gd name="T2" fmla="*/ 3 w 3"/>
                <a:gd name="T3" fmla="*/ 0 h 4"/>
                <a:gd name="T4" fmla="*/ 2 w 3"/>
                <a:gd name="T5" fmla="*/ 3 h 4"/>
                <a:gd name="T6" fmla="*/ 0 w 3"/>
                <a:gd name="T7" fmla="*/ 3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1" y="0"/>
                    <a:pt x="3" y="0"/>
                    <a:pt x="3" y="0"/>
                  </a:cubicBezTo>
                  <a:cubicBezTo>
                    <a:pt x="3" y="1"/>
                    <a:pt x="2" y="2"/>
                    <a:pt x="2" y="3"/>
                  </a:cubicBezTo>
                  <a:cubicBezTo>
                    <a:pt x="1" y="3"/>
                    <a:pt x="0" y="4"/>
                    <a:pt x="0" y="3"/>
                  </a:cubicBezTo>
                  <a:cubicBezTo>
                    <a:pt x="0" y="3"/>
                    <a:pt x="0"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2" name="Freeform 3169">
              <a:extLst>
                <a:ext uri="{FF2B5EF4-FFF2-40B4-BE49-F238E27FC236}">
                  <a16:creationId xmlns:a16="http://schemas.microsoft.com/office/drawing/2014/main" id="{A257490A-BF04-518D-5B46-DA94BB7C5E4F}"/>
                </a:ext>
              </a:extLst>
            </p:cNvPr>
            <p:cNvSpPr>
              <a:spLocks/>
            </p:cNvSpPr>
            <p:nvPr/>
          </p:nvSpPr>
          <p:spPr bwMode="auto">
            <a:xfrm rot="5094805">
              <a:off x="2377071" y="635029"/>
              <a:ext cx="9140" cy="15995"/>
            </a:xfrm>
            <a:custGeom>
              <a:avLst/>
              <a:gdLst>
                <a:gd name="T0" fmla="*/ 1 w 4"/>
                <a:gd name="T1" fmla="*/ 6 h 6"/>
                <a:gd name="T2" fmla="*/ 0 w 4"/>
                <a:gd name="T3" fmla="*/ 2 h 6"/>
                <a:gd name="T4" fmla="*/ 2 w 4"/>
                <a:gd name="T5" fmla="*/ 0 h 6"/>
                <a:gd name="T6" fmla="*/ 4 w 4"/>
                <a:gd name="T7" fmla="*/ 3 h 6"/>
                <a:gd name="T8" fmla="*/ 1 w 4"/>
                <a:gd name="T9" fmla="*/ 6 h 6"/>
              </a:gdLst>
              <a:ahLst/>
              <a:cxnLst>
                <a:cxn ang="0">
                  <a:pos x="T0" y="T1"/>
                </a:cxn>
                <a:cxn ang="0">
                  <a:pos x="T2" y="T3"/>
                </a:cxn>
                <a:cxn ang="0">
                  <a:pos x="T4" y="T5"/>
                </a:cxn>
                <a:cxn ang="0">
                  <a:pos x="T6" y="T7"/>
                </a:cxn>
                <a:cxn ang="0">
                  <a:pos x="T8" y="T9"/>
                </a:cxn>
              </a:cxnLst>
              <a:rect l="0" t="0" r="r" b="b"/>
              <a:pathLst>
                <a:path w="4" h="6">
                  <a:moveTo>
                    <a:pt x="1" y="6"/>
                  </a:moveTo>
                  <a:cubicBezTo>
                    <a:pt x="1" y="4"/>
                    <a:pt x="0" y="3"/>
                    <a:pt x="0" y="2"/>
                  </a:cubicBezTo>
                  <a:cubicBezTo>
                    <a:pt x="0" y="2"/>
                    <a:pt x="1" y="1"/>
                    <a:pt x="2" y="0"/>
                  </a:cubicBezTo>
                  <a:cubicBezTo>
                    <a:pt x="3" y="1"/>
                    <a:pt x="3" y="2"/>
                    <a:pt x="4" y="3"/>
                  </a:cubicBezTo>
                  <a:cubicBezTo>
                    <a:pt x="4" y="4"/>
                    <a:pt x="2" y="5"/>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3" name="Freeform 3170">
              <a:extLst>
                <a:ext uri="{FF2B5EF4-FFF2-40B4-BE49-F238E27FC236}">
                  <a16:creationId xmlns:a16="http://schemas.microsoft.com/office/drawing/2014/main" id="{56EB25C3-0E70-63A3-0603-D874C398489F}"/>
                </a:ext>
              </a:extLst>
            </p:cNvPr>
            <p:cNvSpPr>
              <a:spLocks/>
            </p:cNvSpPr>
            <p:nvPr/>
          </p:nvSpPr>
          <p:spPr bwMode="auto">
            <a:xfrm rot="5094805">
              <a:off x="2467952" y="818387"/>
              <a:ext cx="11425" cy="15995"/>
            </a:xfrm>
            <a:custGeom>
              <a:avLst/>
              <a:gdLst>
                <a:gd name="T0" fmla="*/ 4 w 4"/>
                <a:gd name="T1" fmla="*/ 3 h 7"/>
                <a:gd name="T2" fmla="*/ 1 w 4"/>
                <a:gd name="T3" fmla="*/ 7 h 7"/>
                <a:gd name="T4" fmla="*/ 0 w 4"/>
                <a:gd name="T5" fmla="*/ 4 h 7"/>
                <a:gd name="T6" fmla="*/ 2 w 4"/>
                <a:gd name="T7" fmla="*/ 0 h 7"/>
                <a:gd name="T8" fmla="*/ 4 w 4"/>
                <a:gd name="T9" fmla="*/ 3 h 7"/>
              </a:gdLst>
              <a:ahLst/>
              <a:cxnLst>
                <a:cxn ang="0">
                  <a:pos x="T0" y="T1"/>
                </a:cxn>
                <a:cxn ang="0">
                  <a:pos x="T2" y="T3"/>
                </a:cxn>
                <a:cxn ang="0">
                  <a:pos x="T4" y="T5"/>
                </a:cxn>
                <a:cxn ang="0">
                  <a:pos x="T6" y="T7"/>
                </a:cxn>
                <a:cxn ang="0">
                  <a:pos x="T8" y="T9"/>
                </a:cxn>
              </a:cxnLst>
              <a:rect l="0" t="0" r="r" b="b"/>
              <a:pathLst>
                <a:path w="4" h="7">
                  <a:moveTo>
                    <a:pt x="4" y="3"/>
                  </a:moveTo>
                  <a:cubicBezTo>
                    <a:pt x="3" y="4"/>
                    <a:pt x="2" y="6"/>
                    <a:pt x="1" y="7"/>
                  </a:cubicBezTo>
                  <a:cubicBezTo>
                    <a:pt x="1" y="6"/>
                    <a:pt x="0" y="5"/>
                    <a:pt x="0" y="4"/>
                  </a:cubicBezTo>
                  <a:cubicBezTo>
                    <a:pt x="0" y="3"/>
                    <a:pt x="1" y="2"/>
                    <a:pt x="2" y="0"/>
                  </a:cubicBezTo>
                  <a:cubicBezTo>
                    <a:pt x="3" y="1"/>
                    <a:pt x="3"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4" name="Freeform 3171">
              <a:extLst>
                <a:ext uri="{FF2B5EF4-FFF2-40B4-BE49-F238E27FC236}">
                  <a16:creationId xmlns:a16="http://schemas.microsoft.com/office/drawing/2014/main" id="{66A1DE4C-6221-14A8-0EAB-0F3F873E7A60}"/>
                </a:ext>
              </a:extLst>
            </p:cNvPr>
            <p:cNvSpPr>
              <a:spLocks/>
            </p:cNvSpPr>
            <p:nvPr/>
          </p:nvSpPr>
          <p:spPr bwMode="auto">
            <a:xfrm rot="5094805">
              <a:off x="2558534" y="997291"/>
              <a:ext cx="11425" cy="18280"/>
            </a:xfrm>
            <a:custGeom>
              <a:avLst/>
              <a:gdLst>
                <a:gd name="T0" fmla="*/ 1 w 4"/>
                <a:gd name="T1" fmla="*/ 0 h 7"/>
                <a:gd name="T2" fmla="*/ 4 w 4"/>
                <a:gd name="T3" fmla="*/ 1 h 7"/>
                <a:gd name="T4" fmla="*/ 3 w 4"/>
                <a:gd name="T5" fmla="*/ 7 h 7"/>
                <a:gd name="T6" fmla="*/ 1 w 4"/>
                <a:gd name="T7" fmla="*/ 6 h 7"/>
                <a:gd name="T8" fmla="*/ 1 w 4"/>
                <a:gd name="T9" fmla="*/ 0 h 7"/>
              </a:gdLst>
              <a:ahLst/>
              <a:cxnLst>
                <a:cxn ang="0">
                  <a:pos x="T0" y="T1"/>
                </a:cxn>
                <a:cxn ang="0">
                  <a:pos x="T2" y="T3"/>
                </a:cxn>
                <a:cxn ang="0">
                  <a:pos x="T4" y="T5"/>
                </a:cxn>
                <a:cxn ang="0">
                  <a:pos x="T6" y="T7"/>
                </a:cxn>
                <a:cxn ang="0">
                  <a:pos x="T8" y="T9"/>
                </a:cxn>
              </a:cxnLst>
              <a:rect l="0" t="0" r="r" b="b"/>
              <a:pathLst>
                <a:path w="4" h="7">
                  <a:moveTo>
                    <a:pt x="1" y="0"/>
                  </a:moveTo>
                  <a:cubicBezTo>
                    <a:pt x="2" y="1"/>
                    <a:pt x="4" y="1"/>
                    <a:pt x="4" y="1"/>
                  </a:cubicBezTo>
                  <a:cubicBezTo>
                    <a:pt x="4" y="3"/>
                    <a:pt x="3" y="5"/>
                    <a:pt x="3" y="7"/>
                  </a:cubicBezTo>
                  <a:cubicBezTo>
                    <a:pt x="2" y="7"/>
                    <a:pt x="1" y="7"/>
                    <a:pt x="1"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5" name="Freeform 3172">
              <a:extLst>
                <a:ext uri="{FF2B5EF4-FFF2-40B4-BE49-F238E27FC236}">
                  <a16:creationId xmlns:a16="http://schemas.microsoft.com/office/drawing/2014/main" id="{D7D40C47-BE54-282C-697B-36CEF726749D}"/>
                </a:ext>
              </a:extLst>
            </p:cNvPr>
            <p:cNvSpPr>
              <a:spLocks/>
            </p:cNvSpPr>
            <p:nvPr/>
          </p:nvSpPr>
          <p:spPr bwMode="auto">
            <a:xfrm rot="5094805">
              <a:off x="2647148" y="1178770"/>
              <a:ext cx="9140" cy="22850"/>
            </a:xfrm>
            <a:custGeom>
              <a:avLst/>
              <a:gdLst>
                <a:gd name="T0" fmla="*/ 2 w 4"/>
                <a:gd name="T1" fmla="*/ 9 h 9"/>
                <a:gd name="T2" fmla="*/ 0 w 4"/>
                <a:gd name="T3" fmla="*/ 3 h 9"/>
                <a:gd name="T4" fmla="*/ 2 w 4"/>
                <a:gd name="T5" fmla="*/ 0 h 9"/>
                <a:gd name="T6" fmla="*/ 4 w 4"/>
                <a:gd name="T7" fmla="*/ 5 h 9"/>
                <a:gd name="T8" fmla="*/ 2 w 4"/>
                <a:gd name="T9" fmla="*/ 9 h 9"/>
              </a:gdLst>
              <a:ahLst/>
              <a:cxnLst>
                <a:cxn ang="0">
                  <a:pos x="T0" y="T1"/>
                </a:cxn>
                <a:cxn ang="0">
                  <a:pos x="T2" y="T3"/>
                </a:cxn>
                <a:cxn ang="0">
                  <a:pos x="T4" y="T5"/>
                </a:cxn>
                <a:cxn ang="0">
                  <a:pos x="T6" y="T7"/>
                </a:cxn>
                <a:cxn ang="0">
                  <a:pos x="T8" y="T9"/>
                </a:cxn>
              </a:cxnLst>
              <a:rect l="0" t="0" r="r" b="b"/>
              <a:pathLst>
                <a:path w="4" h="9">
                  <a:moveTo>
                    <a:pt x="2" y="9"/>
                  </a:moveTo>
                  <a:cubicBezTo>
                    <a:pt x="1" y="7"/>
                    <a:pt x="0" y="5"/>
                    <a:pt x="0" y="3"/>
                  </a:cubicBezTo>
                  <a:cubicBezTo>
                    <a:pt x="0" y="2"/>
                    <a:pt x="1" y="0"/>
                    <a:pt x="2" y="0"/>
                  </a:cubicBezTo>
                  <a:cubicBezTo>
                    <a:pt x="3" y="1"/>
                    <a:pt x="3" y="3"/>
                    <a:pt x="4" y="5"/>
                  </a:cubicBezTo>
                  <a:cubicBezTo>
                    <a:pt x="4" y="5"/>
                    <a:pt x="3" y="7"/>
                    <a:pt x="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6" name="Freeform 3173">
              <a:extLst>
                <a:ext uri="{FF2B5EF4-FFF2-40B4-BE49-F238E27FC236}">
                  <a16:creationId xmlns:a16="http://schemas.microsoft.com/office/drawing/2014/main" id="{70A65540-5EE7-3CB1-780B-4E4057FB12F3}"/>
                </a:ext>
              </a:extLst>
            </p:cNvPr>
            <p:cNvSpPr>
              <a:spLocks/>
            </p:cNvSpPr>
            <p:nvPr/>
          </p:nvSpPr>
          <p:spPr bwMode="auto">
            <a:xfrm rot="5094805">
              <a:off x="2737932" y="1359950"/>
              <a:ext cx="9140" cy="25135"/>
            </a:xfrm>
            <a:custGeom>
              <a:avLst/>
              <a:gdLst>
                <a:gd name="T0" fmla="*/ 1 w 4"/>
                <a:gd name="T1" fmla="*/ 10 h 10"/>
                <a:gd name="T2" fmla="*/ 0 w 4"/>
                <a:gd name="T3" fmla="*/ 3 h 10"/>
                <a:gd name="T4" fmla="*/ 1 w 4"/>
                <a:gd name="T5" fmla="*/ 0 h 10"/>
                <a:gd name="T6" fmla="*/ 4 w 4"/>
                <a:gd name="T7" fmla="*/ 6 h 10"/>
                <a:gd name="T8" fmla="*/ 1 w 4"/>
                <a:gd name="T9" fmla="*/ 10 h 10"/>
              </a:gdLst>
              <a:ahLst/>
              <a:cxnLst>
                <a:cxn ang="0">
                  <a:pos x="T0" y="T1"/>
                </a:cxn>
                <a:cxn ang="0">
                  <a:pos x="T2" y="T3"/>
                </a:cxn>
                <a:cxn ang="0">
                  <a:pos x="T4" y="T5"/>
                </a:cxn>
                <a:cxn ang="0">
                  <a:pos x="T6" y="T7"/>
                </a:cxn>
                <a:cxn ang="0">
                  <a:pos x="T8" y="T9"/>
                </a:cxn>
              </a:cxnLst>
              <a:rect l="0" t="0" r="r" b="b"/>
              <a:pathLst>
                <a:path w="4" h="10">
                  <a:moveTo>
                    <a:pt x="1" y="10"/>
                  </a:moveTo>
                  <a:cubicBezTo>
                    <a:pt x="1" y="7"/>
                    <a:pt x="0" y="5"/>
                    <a:pt x="0" y="3"/>
                  </a:cubicBezTo>
                  <a:cubicBezTo>
                    <a:pt x="0" y="3"/>
                    <a:pt x="1" y="0"/>
                    <a:pt x="1" y="0"/>
                  </a:cubicBezTo>
                  <a:cubicBezTo>
                    <a:pt x="2" y="2"/>
                    <a:pt x="3" y="3"/>
                    <a:pt x="4" y="6"/>
                  </a:cubicBezTo>
                  <a:cubicBezTo>
                    <a:pt x="4" y="6"/>
                    <a:pt x="2" y="8"/>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7" name="Freeform 3174">
              <a:extLst>
                <a:ext uri="{FF2B5EF4-FFF2-40B4-BE49-F238E27FC236}">
                  <a16:creationId xmlns:a16="http://schemas.microsoft.com/office/drawing/2014/main" id="{CA08F2B3-C413-DD14-19C9-D72199DAFAB0}"/>
                </a:ext>
              </a:extLst>
            </p:cNvPr>
            <p:cNvSpPr>
              <a:spLocks/>
            </p:cNvSpPr>
            <p:nvPr/>
          </p:nvSpPr>
          <p:spPr bwMode="auto">
            <a:xfrm rot="5094805">
              <a:off x="2825196" y="1542479"/>
              <a:ext cx="11425" cy="22850"/>
            </a:xfrm>
            <a:custGeom>
              <a:avLst/>
              <a:gdLst>
                <a:gd name="T0" fmla="*/ 5 w 5"/>
                <a:gd name="T1" fmla="*/ 2 h 9"/>
                <a:gd name="T2" fmla="*/ 4 w 5"/>
                <a:gd name="T3" fmla="*/ 9 h 9"/>
                <a:gd name="T4" fmla="*/ 1 w 5"/>
                <a:gd name="T5" fmla="*/ 6 h 9"/>
                <a:gd name="T6" fmla="*/ 1 w 5"/>
                <a:gd name="T7" fmla="*/ 0 h 9"/>
                <a:gd name="T8" fmla="*/ 5 w 5"/>
                <a:gd name="T9" fmla="*/ 2 h 9"/>
              </a:gdLst>
              <a:ahLst/>
              <a:cxnLst>
                <a:cxn ang="0">
                  <a:pos x="T0" y="T1"/>
                </a:cxn>
                <a:cxn ang="0">
                  <a:pos x="T2" y="T3"/>
                </a:cxn>
                <a:cxn ang="0">
                  <a:pos x="T4" y="T5"/>
                </a:cxn>
                <a:cxn ang="0">
                  <a:pos x="T6" y="T7"/>
                </a:cxn>
                <a:cxn ang="0">
                  <a:pos x="T8" y="T9"/>
                </a:cxn>
              </a:cxnLst>
              <a:rect l="0" t="0" r="r" b="b"/>
              <a:pathLst>
                <a:path w="5" h="9">
                  <a:moveTo>
                    <a:pt x="5" y="2"/>
                  </a:moveTo>
                  <a:cubicBezTo>
                    <a:pt x="4" y="5"/>
                    <a:pt x="4" y="7"/>
                    <a:pt x="4" y="9"/>
                  </a:cubicBezTo>
                  <a:cubicBezTo>
                    <a:pt x="3" y="8"/>
                    <a:pt x="2" y="7"/>
                    <a:pt x="1" y="6"/>
                  </a:cubicBezTo>
                  <a:cubicBezTo>
                    <a:pt x="0" y="5"/>
                    <a:pt x="1" y="2"/>
                    <a:pt x="1" y="0"/>
                  </a:cubicBezTo>
                  <a:cubicBezTo>
                    <a:pt x="2" y="1"/>
                    <a:pt x="4" y="1"/>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8" name="Freeform 3175">
              <a:extLst>
                <a:ext uri="{FF2B5EF4-FFF2-40B4-BE49-F238E27FC236}">
                  <a16:creationId xmlns:a16="http://schemas.microsoft.com/office/drawing/2014/main" id="{7DEEA697-41A7-EFC0-7ABF-BB567A33BAB6}"/>
                </a:ext>
              </a:extLst>
            </p:cNvPr>
            <p:cNvSpPr>
              <a:spLocks/>
            </p:cNvSpPr>
            <p:nvPr/>
          </p:nvSpPr>
          <p:spPr bwMode="auto">
            <a:xfrm rot="5094805">
              <a:off x="2909258" y="1726648"/>
              <a:ext cx="9140" cy="22850"/>
            </a:xfrm>
            <a:custGeom>
              <a:avLst/>
              <a:gdLst>
                <a:gd name="T0" fmla="*/ 4 w 4"/>
                <a:gd name="T1" fmla="*/ 2 h 9"/>
                <a:gd name="T2" fmla="*/ 3 w 4"/>
                <a:gd name="T3" fmla="*/ 9 h 9"/>
                <a:gd name="T4" fmla="*/ 0 w 4"/>
                <a:gd name="T5" fmla="*/ 5 h 9"/>
                <a:gd name="T6" fmla="*/ 0 w 4"/>
                <a:gd name="T7" fmla="*/ 0 h 9"/>
                <a:gd name="T8" fmla="*/ 4 w 4"/>
                <a:gd name="T9" fmla="*/ 2 h 9"/>
              </a:gdLst>
              <a:ahLst/>
              <a:cxnLst>
                <a:cxn ang="0">
                  <a:pos x="T0" y="T1"/>
                </a:cxn>
                <a:cxn ang="0">
                  <a:pos x="T2" y="T3"/>
                </a:cxn>
                <a:cxn ang="0">
                  <a:pos x="T4" y="T5"/>
                </a:cxn>
                <a:cxn ang="0">
                  <a:pos x="T6" y="T7"/>
                </a:cxn>
                <a:cxn ang="0">
                  <a:pos x="T8" y="T9"/>
                </a:cxn>
              </a:cxnLst>
              <a:rect l="0" t="0" r="r" b="b"/>
              <a:pathLst>
                <a:path w="4" h="9">
                  <a:moveTo>
                    <a:pt x="4" y="2"/>
                  </a:moveTo>
                  <a:cubicBezTo>
                    <a:pt x="4" y="5"/>
                    <a:pt x="3" y="7"/>
                    <a:pt x="3" y="9"/>
                  </a:cubicBezTo>
                  <a:cubicBezTo>
                    <a:pt x="2" y="8"/>
                    <a:pt x="1" y="7"/>
                    <a:pt x="0" y="5"/>
                  </a:cubicBezTo>
                  <a:cubicBezTo>
                    <a:pt x="0" y="5"/>
                    <a:pt x="0" y="2"/>
                    <a:pt x="0" y="0"/>
                  </a:cubicBezTo>
                  <a:cubicBezTo>
                    <a:pt x="2" y="1"/>
                    <a:pt x="3"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9" name="Freeform 3176">
              <a:extLst>
                <a:ext uri="{FF2B5EF4-FFF2-40B4-BE49-F238E27FC236}">
                  <a16:creationId xmlns:a16="http://schemas.microsoft.com/office/drawing/2014/main" id="{0DF1E064-FE4F-8075-417B-F1E1009CE42B}"/>
                </a:ext>
              </a:extLst>
            </p:cNvPr>
            <p:cNvSpPr>
              <a:spLocks/>
            </p:cNvSpPr>
            <p:nvPr/>
          </p:nvSpPr>
          <p:spPr bwMode="auto">
            <a:xfrm rot="5094805">
              <a:off x="2983166" y="1910278"/>
              <a:ext cx="13710" cy="27420"/>
            </a:xfrm>
            <a:custGeom>
              <a:avLst/>
              <a:gdLst>
                <a:gd name="T0" fmla="*/ 2 w 5"/>
                <a:gd name="T1" fmla="*/ 11 h 11"/>
                <a:gd name="T2" fmla="*/ 0 w 5"/>
                <a:gd name="T3" fmla="*/ 4 h 11"/>
                <a:gd name="T4" fmla="*/ 2 w 5"/>
                <a:gd name="T5" fmla="*/ 1 h 11"/>
                <a:gd name="T6" fmla="*/ 4 w 5"/>
                <a:gd name="T7" fmla="*/ 7 h 11"/>
                <a:gd name="T8" fmla="*/ 2 w 5"/>
                <a:gd name="T9" fmla="*/ 11 h 11"/>
              </a:gdLst>
              <a:ahLst/>
              <a:cxnLst>
                <a:cxn ang="0">
                  <a:pos x="T0" y="T1"/>
                </a:cxn>
                <a:cxn ang="0">
                  <a:pos x="T2" y="T3"/>
                </a:cxn>
                <a:cxn ang="0">
                  <a:pos x="T4" y="T5"/>
                </a:cxn>
                <a:cxn ang="0">
                  <a:pos x="T6" y="T7"/>
                </a:cxn>
                <a:cxn ang="0">
                  <a:pos x="T8" y="T9"/>
                </a:cxn>
              </a:cxnLst>
              <a:rect l="0" t="0" r="r" b="b"/>
              <a:pathLst>
                <a:path w="5" h="11">
                  <a:moveTo>
                    <a:pt x="2" y="11"/>
                  </a:moveTo>
                  <a:cubicBezTo>
                    <a:pt x="1" y="8"/>
                    <a:pt x="1" y="6"/>
                    <a:pt x="0" y="4"/>
                  </a:cubicBezTo>
                  <a:cubicBezTo>
                    <a:pt x="0" y="3"/>
                    <a:pt x="2" y="0"/>
                    <a:pt x="2" y="1"/>
                  </a:cubicBezTo>
                  <a:cubicBezTo>
                    <a:pt x="3" y="2"/>
                    <a:pt x="4" y="4"/>
                    <a:pt x="4" y="7"/>
                  </a:cubicBezTo>
                  <a:cubicBezTo>
                    <a:pt x="5" y="7"/>
                    <a:pt x="3"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0" name="Freeform 3177">
              <a:extLst>
                <a:ext uri="{FF2B5EF4-FFF2-40B4-BE49-F238E27FC236}">
                  <a16:creationId xmlns:a16="http://schemas.microsoft.com/office/drawing/2014/main" id="{4F553011-B730-0236-9953-5E02022D4A52}"/>
                </a:ext>
              </a:extLst>
            </p:cNvPr>
            <p:cNvSpPr>
              <a:spLocks/>
            </p:cNvSpPr>
            <p:nvPr/>
          </p:nvSpPr>
          <p:spPr bwMode="auto">
            <a:xfrm rot="5094805">
              <a:off x="3057197" y="2098979"/>
              <a:ext cx="6855" cy="25135"/>
            </a:xfrm>
            <a:custGeom>
              <a:avLst/>
              <a:gdLst>
                <a:gd name="T0" fmla="*/ 0 w 3"/>
                <a:gd name="T1" fmla="*/ 0 h 10"/>
                <a:gd name="T2" fmla="*/ 3 w 3"/>
                <a:gd name="T3" fmla="*/ 2 h 10"/>
                <a:gd name="T4" fmla="*/ 2 w 3"/>
                <a:gd name="T5" fmla="*/ 10 h 10"/>
                <a:gd name="T6" fmla="*/ 0 w 3"/>
                <a:gd name="T7" fmla="*/ 8 h 10"/>
                <a:gd name="T8" fmla="*/ 0 w 3"/>
                <a:gd name="T9" fmla="*/ 0 h 10"/>
              </a:gdLst>
              <a:ahLst/>
              <a:cxnLst>
                <a:cxn ang="0">
                  <a:pos x="T0" y="T1"/>
                </a:cxn>
                <a:cxn ang="0">
                  <a:pos x="T2" y="T3"/>
                </a:cxn>
                <a:cxn ang="0">
                  <a:pos x="T4" y="T5"/>
                </a:cxn>
                <a:cxn ang="0">
                  <a:pos x="T6" y="T7"/>
                </a:cxn>
                <a:cxn ang="0">
                  <a:pos x="T8" y="T9"/>
                </a:cxn>
              </a:cxnLst>
              <a:rect l="0" t="0" r="r" b="b"/>
              <a:pathLst>
                <a:path w="3" h="10">
                  <a:moveTo>
                    <a:pt x="0" y="0"/>
                  </a:moveTo>
                  <a:cubicBezTo>
                    <a:pt x="1" y="1"/>
                    <a:pt x="3" y="1"/>
                    <a:pt x="3" y="2"/>
                  </a:cubicBezTo>
                  <a:cubicBezTo>
                    <a:pt x="3" y="4"/>
                    <a:pt x="2" y="7"/>
                    <a:pt x="2" y="10"/>
                  </a:cubicBezTo>
                  <a:cubicBezTo>
                    <a:pt x="1" y="9"/>
                    <a:pt x="0" y="9"/>
                    <a:pt x="0" y="8"/>
                  </a:cubicBezTo>
                  <a:cubicBezTo>
                    <a:pt x="0" y="5"/>
                    <a:pt x="0"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1" name="Freeform 3178">
              <a:extLst>
                <a:ext uri="{FF2B5EF4-FFF2-40B4-BE49-F238E27FC236}">
                  <a16:creationId xmlns:a16="http://schemas.microsoft.com/office/drawing/2014/main" id="{F81B4172-D72A-2B74-3157-FD185E606F2F}"/>
                </a:ext>
              </a:extLst>
            </p:cNvPr>
            <p:cNvSpPr>
              <a:spLocks/>
            </p:cNvSpPr>
            <p:nvPr/>
          </p:nvSpPr>
          <p:spPr bwMode="auto">
            <a:xfrm rot="5094805">
              <a:off x="3101729" y="2290006"/>
              <a:ext cx="6855" cy="25135"/>
            </a:xfrm>
            <a:custGeom>
              <a:avLst/>
              <a:gdLst>
                <a:gd name="T0" fmla="*/ 0 w 3"/>
                <a:gd name="T1" fmla="*/ 0 h 10"/>
                <a:gd name="T2" fmla="*/ 3 w 3"/>
                <a:gd name="T3" fmla="*/ 3 h 10"/>
                <a:gd name="T4" fmla="*/ 2 w 3"/>
                <a:gd name="T5" fmla="*/ 10 h 10"/>
                <a:gd name="T6" fmla="*/ 0 w 3"/>
                <a:gd name="T7" fmla="*/ 8 h 10"/>
                <a:gd name="T8" fmla="*/ 0 w 3"/>
                <a:gd name="T9" fmla="*/ 0 h 10"/>
              </a:gdLst>
              <a:ahLst/>
              <a:cxnLst>
                <a:cxn ang="0">
                  <a:pos x="T0" y="T1"/>
                </a:cxn>
                <a:cxn ang="0">
                  <a:pos x="T2" y="T3"/>
                </a:cxn>
                <a:cxn ang="0">
                  <a:pos x="T4" y="T5"/>
                </a:cxn>
                <a:cxn ang="0">
                  <a:pos x="T6" y="T7"/>
                </a:cxn>
                <a:cxn ang="0">
                  <a:pos x="T8" y="T9"/>
                </a:cxn>
              </a:cxnLst>
              <a:rect l="0" t="0" r="r" b="b"/>
              <a:pathLst>
                <a:path w="3" h="10">
                  <a:moveTo>
                    <a:pt x="0" y="0"/>
                  </a:moveTo>
                  <a:cubicBezTo>
                    <a:pt x="1" y="2"/>
                    <a:pt x="3" y="3"/>
                    <a:pt x="3" y="3"/>
                  </a:cubicBezTo>
                  <a:cubicBezTo>
                    <a:pt x="3" y="6"/>
                    <a:pt x="2" y="8"/>
                    <a:pt x="2" y="10"/>
                  </a:cubicBezTo>
                  <a:cubicBezTo>
                    <a:pt x="1" y="10"/>
                    <a:pt x="0" y="9"/>
                    <a:pt x="0" y="8"/>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2" name="Freeform 3179">
              <a:extLst>
                <a:ext uri="{FF2B5EF4-FFF2-40B4-BE49-F238E27FC236}">
                  <a16:creationId xmlns:a16="http://schemas.microsoft.com/office/drawing/2014/main" id="{FFE8B8A2-BF0B-C2C4-7822-61ABBEF315F6}"/>
                </a:ext>
              </a:extLst>
            </p:cNvPr>
            <p:cNvSpPr>
              <a:spLocks/>
            </p:cNvSpPr>
            <p:nvPr/>
          </p:nvSpPr>
          <p:spPr bwMode="auto">
            <a:xfrm rot="5094805">
              <a:off x="3094310" y="2490042"/>
              <a:ext cx="11425" cy="25135"/>
            </a:xfrm>
            <a:custGeom>
              <a:avLst/>
              <a:gdLst>
                <a:gd name="T0" fmla="*/ 1 w 4"/>
                <a:gd name="T1" fmla="*/ 0 h 10"/>
                <a:gd name="T2" fmla="*/ 4 w 4"/>
                <a:gd name="T3" fmla="*/ 4 h 10"/>
                <a:gd name="T4" fmla="*/ 2 w 4"/>
                <a:gd name="T5" fmla="*/ 10 h 10"/>
                <a:gd name="T6" fmla="*/ 0 w 4"/>
                <a:gd name="T7" fmla="*/ 7 h 10"/>
                <a:gd name="T8" fmla="*/ 1 w 4"/>
                <a:gd name="T9" fmla="*/ 0 h 10"/>
              </a:gdLst>
              <a:ahLst/>
              <a:cxnLst>
                <a:cxn ang="0">
                  <a:pos x="T0" y="T1"/>
                </a:cxn>
                <a:cxn ang="0">
                  <a:pos x="T2" y="T3"/>
                </a:cxn>
                <a:cxn ang="0">
                  <a:pos x="T4" y="T5"/>
                </a:cxn>
                <a:cxn ang="0">
                  <a:pos x="T6" y="T7"/>
                </a:cxn>
                <a:cxn ang="0">
                  <a:pos x="T8" y="T9"/>
                </a:cxn>
              </a:cxnLst>
              <a:rect l="0" t="0" r="r" b="b"/>
              <a:pathLst>
                <a:path w="4" h="10">
                  <a:moveTo>
                    <a:pt x="1" y="0"/>
                  </a:moveTo>
                  <a:cubicBezTo>
                    <a:pt x="2" y="2"/>
                    <a:pt x="3" y="3"/>
                    <a:pt x="4" y="4"/>
                  </a:cubicBezTo>
                  <a:cubicBezTo>
                    <a:pt x="3" y="6"/>
                    <a:pt x="3" y="8"/>
                    <a:pt x="2" y="10"/>
                  </a:cubicBezTo>
                  <a:cubicBezTo>
                    <a:pt x="1" y="9"/>
                    <a:pt x="0" y="8"/>
                    <a:pt x="0" y="7"/>
                  </a:cubicBezTo>
                  <a:cubicBezTo>
                    <a:pt x="0" y="5"/>
                    <a:pt x="0" y="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3" name="Freeform 3180">
              <a:extLst>
                <a:ext uri="{FF2B5EF4-FFF2-40B4-BE49-F238E27FC236}">
                  <a16:creationId xmlns:a16="http://schemas.microsoft.com/office/drawing/2014/main" id="{5739274B-CF6C-DD01-EB46-21E5E58AD72C}"/>
                </a:ext>
              </a:extLst>
            </p:cNvPr>
            <p:cNvSpPr>
              <a:spLocks/>
            </p:cNvSpPr>
            <p:nvPr/>
          </p:nvSpPr>
          <p:spPr bwMode="auto">
            <a:xfrm rot="5094805">
              <a:off x="3058555" y="2694053"/>
              <a:ext cx="9140" cy="25135"/>
            </a:xfrm>
            <a:custGeom>
              <a:avLst/>
              <a:gdLst>
                <a:gd name="T0" fmla="*/ 2 w 4"/>
                <a:gd name="T1" fmla="*/ 10 h 10"/>
                <a:gd name="T2" fmla="*/ 0 w 4"/>
                <a:gd name="T3" fmla="*/ 2 h 10"/>
                <a:gd name="T4" fmla="*/ 2 w 4"/>
                <a:gd name="T5" fmla="*/ 0 h 10"/>
                <a:gd name="T6" fmla="*/ 4 w 4"/>
                <a:gd name="T7" fmla="*/ 7 h 10"/>
                <a:gd name="T8" fmla="*/ 2 w 4"/>
                <a:gd name="T9" fmla="*/ 10 h 10"/>
              </a:gdLst>
              <a:ahLst/>
              <a:cxnLst>
                <a:cxn ang="0">
                  <a:pos x="T0" y="T1"/>
                </a:cxn>
                <a:cxn ang="0">
                  <a:pos x="T2" y="T3"/>
                </a:cxn>
                <a:cxn ang="0">
                  <a:pos x="T4" y="T5"/>
                </a:cxn>
                <a:cxn ang="0">
                  <a:pos x="T6" y="T7"/>
                </a:cxn>
                <a:cxn ang="0">
                  <a:pos x="T8" y="T9"/>
                </a:cxn>
              </a:cxnLst>
              <a:rect l="0" t="0" r="r" b="b"/>
              <a:pathLst>
                <a:path w="4" h="10">
                  <a:moveTo>
                    <a:pt x="2" y="10"/>
                  </a:moveTo>
                  <a:cubicBezTo>
                    <a:pt x="1" y="7"/>
                    <a:pt x="0" y="5"/>
                    <a:pt x="0" y="2"/>
                  </a:cubicBezTo>
                  <a:cubicBezTo>
                    <a:pt x="0" y="1"/>
                    <a:pt x="2" y="0"/>
                    <a:pt x="2" y="0"/>
                  </a:cubicBezTo>
                  <a:cubicBezTo>
                    <a:pt x="3" y="2"/>
                    <a:pt x="3" y="5"/>
                    <a:pt x="4" y="7"/>
                  </a:cubicBezTo>
                  <a:cubicBezTo>
                    <a:pt x="4" y="8"/>
                    <a:pt x="3" y="9"/>
                    <a:pt x="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4" name="Freeform 3181">
              <a:extLst>
                <a:ext uri="{FF2B5EF4-FFF2-40B4-BE49-F238E27FC236}">
                  <a16:creationId xmlns:a16="http://schemas.microsoft.com/office/drawing/2014/main" id="{9EB399C0-C017-1D4C-BD64-50E64E1CF45D}"/>
                </a:ext>
              </a:extLst>
            </p:cNvPr>
            <p:cNvSpPr>
              <a:spLocks/>
            </p:cNvSpPr>
            <p:nvPr/>
          </p:nvSpPr>
          <p:spPr bwMode="auto">
            <a:xfrm rot="5094805">
              <a:off x="3011720" y="2901246"/>
              <a:ext cx="9140" cy="27420"/>
            </a:xfrm>
            <a:custGeom>
              <a:avLst/>
              <a:gdLst>
                <a:gd name="T0" fmla="*/ 0 w 4"/>
                <a:gd name="T1" fmla="*/ 0 h 11"/>
                <a:gd name="T2" fmla="*/ 4 w 4"/>
                <a:gd name="T3" fmla="*/ 4 h 11"/>
                <a:gd name="T4" fmla="*/ 2 w 4"/>
                <a:gd name="T5" fmla="*/ 11 h 11"/>
                <a:gd name="T6" fmla="*/ 0 w 4"/>
                <a:gd name="T7" fmla="*/ 7 h 11"/>
                <a:gd name="T8" fmla="*/ 0 w 4"/>
                <a:gd name="T9" fmla="*/ 0 h 11"/>
              </a:gdLst>
              <a:ahLst/>
              <a:cxnLst>
                <a:cxn ang="0">
                  <a:pos x="T0" y="T1"/>
                </a:cxn>
                <a:cxn ang="0">
                  <a:pos x="T2" y="T3"/>
                </a:cxn>
                <a:cxn ang="0">
                  <a:pos x="T4" y="T5"/>
                </a:cxn>
                <a:cxn ang="0">
                  <a:pos x="T6" y="T7"/>
                </a:cxn>
                <a:cxn ang="0">
                  <a:pos x="T8" y="T9"/>
                </a:cxn>
              </a:cxnLst>
              <a:rect l="0" t="0" r="r" b="b"/>
              <a:pathLst>
                <a:path w="4" h="11">
                  <a:moveTo>
                    <a:pt x="0" y="0"/>
                  </a:moveTo>
                  <a:cubicBezTo>
                    <a:pt x="2" y="2"/>
                    <a:pt x="3" y="3"/>
                    <a:pt x="4" y="4"/>
                  </a:cubicBezTo>
                  <a:cubicBezTo>
                    <a:pt x="3" y="6"/>
                    <a:pt x="3" y="9"/>
                    <a:pt x="2" y="11"/>
                  </a:cubicBezTo>
                  <a:cubicBezTo>
                    <a:pt x="1" y="9"/>
                    <a:pt x="0" y="8"/>
                    <a:pt x="0" y="7"/>
                  </a:cubicBezTo>
                  <a:cubicBezTo>
                    <a:pt x="0" y="4"/>
                    <a:pt x="0"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5" name="Freeform 3182">
              <a:extLst>
                <a:ext uri="{FF2B5EF4-FFF2-40B4-BE49-F238E27FC236}">
                  <a16:creationId xmlns:a16="http://schemas.microsoft.com/office/drawing/2014/main" id="{AF476FAD-35DB-31E4-471C-C287A99543B6}"/>
                </a:ext>
              </a:extLst>
            </p:cNvPr>
            <p:cNvSpPr>
              <a:spLocks/>
            </p:cNvSpPr>
            <p:nvPr/>
          </p:nvSpPr>
          <p:spPr bwMode="auto">
            <a:xfrm rot="5094805">
              <a:off x="2963342" y="3105131"/>
              <a:ext cx="9140" cy="27420"/>
            </a:xfrm>
            <a:custGeom>
              <a:avLst/>
              <a:gdLst>
                <a:gd name="T0" fmla="*/ 1 w 4"/>
                <a:gd name="T1" fmla="*/ 0 h 11"/>
                <a:gd name="T2" fmla="*/ 4 w 4"/>
                <a:gd name="T3" fmla="*/ 5 h 11"/>
                <a:gd name="T4" fmla="*/ 3 w 4"/>
                <a:gd name="T5" fmla="*/ 11 h 11"/>
                <a:gd name="T6" fmla="*/ 1 w 4"/>
                <a:gd name="T7" fmla="*/ 7 h 11"/>
                <a:gd name="T8" fmla="*/ 1 w 4"/>
                <a:gd name="T9" fmla="*/ 0 h 11"/>
              </a:gdLst>
              <a:ahLst/>
              <a:cxnLst>
                <a:cxn ang="0">
                  <a:pos x="T0" y="T1"/>
                </a:cxn>
                <a:cxn ang="0">
                  <a:pos x="T2" y="T3"/>
                </a:cxn>
                <a:cxn ang="0">
                  <a:pos x="T4" y="T5"/>
                </a:cxn>
                <a:cxn ang="0">
                  <a:pos x="T6" y="T7"/>
                </a:cxn>
                <a:cxn ang="0">
                  <a:pos x="T8" y="T9"/>
                </a:cxn>
              </a:cxnLst>
              <a:rect l="0" t="0" r="r" b="b"/>
              <a:pathLst>
                <a:path w="4" h="11">
                  <a:moveTo>
                    <a:pt x="1" y="0"/>
                  </a:moveTo>
                  <a:cubicBezTo>
                    <a:pt x="3" y="2"/>
                    <a:pt x="3" y="3"/>
                    <a:pt x="4" y="5"/>
                  </a:cubicBezTo>
                  <a:cubicBezTo>
                    <a:pt x="4" y="7"/>
                    <a:pt x="3" y="9"/>
                    <a:pt x="3" y="11"/>
                  </a:cubicBezTo>
                  <a:cubicBezTo>
                    <a:pt x="2" y="10"/>
                    <a:pt x="1" y="8"/>
                    <a:pt x="1" y="7"/>
                  </a:cubicBezTo>
                  <a:cubicBezTo>
                    <a:pt x="0" y="5"/>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6" name="Freeform 3183">
              <a:extLst>
                <a:ext uri="{FF2B5EF4-FFF2-40B4-BE49-F238E27FC236}">
                  <a16:creationId xmlns:a16="http://schemas.microsoft.com/office/drawing/2014/main" id="{F2BC1B71-FE1E-E9E8-7603-49112EEFACA4}"/>
                </a:ext>
              </a:extLst>
            </p:cNvPr>
            <p:cNvSpPr>
              <a:spLocks/>
            </p:cNvSpPr>
            <p:nvPr/>
          </p:nvSpPr>
          <p:spPr bwMode="auto">
            <a:xfrm rot="5094805">
              <a:off x="2919815" y="3313066"/>
              <a:ext cx="11425" cy="25135"/>
            </a:xfrm>
            <a:custGeom>
              <a:avLst/>
              <a:gdLst>
                <a:gd name="T0" fmla="*/ 5 w 5"/>
                <a:gd name="T1" fmla="*/ 2 h 10"/>
                <a:gd name="T2" fmla="*/ 4 w 5"/>
                <a:gd name="T3" fmla="*/ 10 h 10"/>
                <a:gd name="T4" fmla="*/ 1 w 5"/>
                <a:gd name="T5" fmla="*/ 5 h 10"/>
                <a:gd name="T6" fmla="*/ 1 w 5"/>
                <a:gd name="T7" fmla="*/ 0 h 10"/>
                <a:gd name="T8" fmla="*/ 5 w 5"/>
                <a:gd name="T9" fmla="*/ 2 h 10"/>
              </a:gdLst>
              <a:ahLst/>
              <a:cxnLst>
                <a:cxn ang="0">
                  <a:pos x="T0" y="T1"/>
                </a:cxn>
                <a:cxn ang="0">
                  <a:pos x="T2" y="T3"/>
                </a:cxn>
                <a:cxn ang="0">
                  <a:pos x="T4" y="T5"/>
                </a:cxn>
                <a:cxn ang="0">
                  <a:pos x="T6" y="T7"/>
                </a:cxn>
                <a:cxn ang="0">
                  <a:pos x="T8" y="T9"/>
                </a:cxn>
              </a:cxnLst>
              <a:rect l="0" t="0" r="r" b="b"/>
              <a:pathLst>
                <a:path w="5" h="10">
                  <a:moveTo>
                    <a:pt x="5" y="2"/>
                  </a:moveTo>
                  <a:cubicBezTo>
                    <a:pt x="5" y="5"/>
                    <a:pt x="4" y="8"/>
                    <a:pt x="4" y="10"/>
                  </a:cubicBezTo>
                  <a:cubicBezTo>
                    <a:pt x="3" y="8"/>
                    <a:pt x="2" y="7"/>
                    <a:pt x="1" y="5"/>
                  </a:cubicBezTo>
                  <a:cubicBezTo>
                    <a:pt x="0" y="4"/>
                    <a:pt x="1" y="0"/>
                    <a:pt x="1" y="0"/>
                  </a:cubicBezTo>
                  <a:cubicBezTo>
                    <a:pt x="2" y="0"/>
                    <a:pt x="3" y="1"/>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7" name="Freeform 3184">
              <a:extLst>
                <a:ext uri="{FF2B5EF4-FFF2-40B4-BE49-F238E27FC236}">
                  <a16:creationId xmlns:a16="http://schemas.microsoft.com/office/drawing/2014/main" id="{E9A218F8-7F04-C716-EF32-16C6BBD39696}"/>
                </a:ext>
              </a:extLst>
            </p:cNvPr>
            <p:cNvSpPr>
              <a:spLocks/>
            </p:cNvSpPr>
            <p:nvPr/>
          </p:nvSpPr>
          <p:spPr bwMode="auto">
            <a:xfrm rot="5094805">
              <a:off x="2900928" y="3512138"/>
              <a:ext cx="9140" cy="27420"/>
            </a:xfrm>
            <a:custGeom>
              <a:avLst/>
              <a:gdLst>
                <a:gd name="T0" fmla="*/ 2 w 4"/>
                <a:gd name="T1" fmla="*/ 11 h 11"/>
                <a:gd name="T2" fmla="*/ 0 w 4"/>
                <a:gd name="T3" fmla="*/ 2 h 11"/>
                <a:gd name="T4" fmla="*/ 2 w 4"/>
                <a:gd name="T5" fmla="*/ 0 h 11"/>
                <a:gd name="T6" fmla="*/ 4 w 4"/>
                <a:gd name="T7" fmla="*/ 8 h 11"/>
                <a:gd name="T8" fmla="*/ 2 w 4"/>
                <a:gd name="T9" fmla="*/ 11 h 11"/>
              </a:gdLst>
              <a:ahLst/>
              <a:cxnLst>
                <a:cxn ang="0">
                  <a:pos x="T0" y="T1"/>
                </a:cxn>
                <a:cxn ang="0">
                  <a:pos x="T2" y="T3"/>
                </a:cxn>
                <a:cxn ang="0">
                  <a:pos x="T4" y="T5"/>
                </a:cxn>
                <a:cxn ang="0">
                  <a:pos x="T6" y="T7"/>
                </a:cxn>
                <a:cxn ang="0">
                  <a:pos x="T8" y="T9"/>
                </a:cxn>
              </a:cxnLst>
              <a:rect l="0" t="0" r="r" b="b"/>
              <a:pathLst>
                <a:path w="4" h="11">
                  <a:moveTo>
                    <a:pt x="2" y="11"/>
                  </a:moveTo>
                  <a:cubicBezTo>
                    <a:pt x="1" y="8"/>
                    <a:pt x="1" y="5"/>
                    <a:pt x="0" y="2"/>
                  </a:cubicBezTo>
                  <a:cubicBezTo>
                    <a:pt x="0" y="1"/>
                    <a:pt x="2" y="0"/>
                    <a:pt x="2" y="0"/>
                  </a:cubicBezTo>
                  <a:cubicBezTo>
                    <a:pt x="3" y="2"/>
                    <a:pt x="4" y="5"/>
                    <a:pt x="4" y="8"/>
                  </a:cubicBezTo>
                  <a:cubicBezTo>
                    <a:pt x="4" y="9"/>
                    <a:pt x="3" y="10"/>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8" name="Freeform 3185">
              <a:extLst>
                <a:ext uri="{FF2B5EF4-FFF2-40B4-BE49-F238E27FC236}">
                  <a16:creationId xmlns:a16="http://schemas.microsoft.com/office/drawing/2014/main" id="{B992B7E4-5295-3E6B-5187-C0EB6B9A64B4}"/>
                </a:ext>
              </a:extLst>
            </p:cNvPr>
            <p:cNvSpPr>
              <a:spLocks/>
            </p:cNvSpPr>
            <p:nvPr/>
          </p:nvSpPr>
          <p:spPr bwMode="auto">
            <a:xfrm rot="5094805">
              <a:off x="2906035" y="3710120"/>
              <a:ext cx="9140" cy="29705"/>
            </a:xfrm>
            <a:custGeom>
              <a:avLst/>
              <a:gdLst>
                <a:gd name="T0" fmla="*/ 2 w 4"/>
                <a:gd name="T1" fmla="*/ 12 h 12"/>
                <a:gd name="T2" fmla="*/ 0 w 4"/>
                <a:gd name="T3" fmla="*/ 3 h 12"/>
                <a:gd name="T4" fmla="*/ 2 w 4"/>
                <a:gd name="T5" fmla="*/ 0 h 12"/>
                <a:gd name="T6" fmla="*/ 4 w 4"/>
                <a:gd name="T7" fmla="*/ 8 h 12"/>
                <a:gd name="T8" fmla="*/ 2 w 4"/>
                <a:gd name="T9" fmla="*/ 12 h 12"/>
              </a:gdLst>
              <a:ahLst/>
              <a:cxnLst>
                <a:cxn ang="0">
                  <a:pos x="T0" y="T1"/>
                </a:cxn>
                <a:cxn ang="0">
                  <a:pos x="T2" y="T3"/>
                </a:cxn>
                <a:cxn ang="0">
                  <a:pos x="T4" y="T5"/>
                </a:cxn>
                <a:cxn ang="0">
                  <a:pos x="T6" y="T7"/>
                </a:cxn>
                <a:cxn ang="0">
                  <a:pos x="T8" y="T9"/>
                </a:cxn>
              </a:cxnLst>
              <a:rect l="0" t="0" r="r" b="b"/>
              <a:pathLst>
                <a:path w="4" h="12">
                  <a:moveTo>
                    <a:pt x="2" y="12"/>
                  </a:moveTo>
                  <a:cubicBezTo>
                    <a:pt x="1" y="9"/>
                    <a:pt x="0" y="6"/>
                    <a:pt x="0" y="3"/>
                  </a:cubicBezTo>
                  <a:cubicBezTo>
                    <a:pt x="0" y="3"/>
                    <a:pt x="2" y="0"/>
                    <a:pt x="2" y="0"/>
                  </a:cubicBezTo>
                  <a:cubicBezTo>
                    <a:pt x="3" y="3"/>
                    <a:pt x="4" y="5"/>
                    <a:pt x="4" y="8"/>
                  </a:cubicBezTo>
                  <a:cubicBezTo>
                    <a:pt x="4" y="9"/>
                    <a:pt x="3" y="10"/>
                    <a:pt x="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9" name="Freeform 3186">
              <a:extLst>
                <a:ext uri="{FF2B5EF4-FFF2-40B4-BE49-F238E27FC236}">
                  <a16:creationId xmlns:a16="http://schemas.microsoft.com/office/drawing/2014/main" id="{AFE1C96D-586A-483D-5289-08137BFED505}"/>
                </a:ext>
              </a:extLst>
            </p:cNvPr>
            <p:cNvSpPr>
              <a:spLocks/>
            </p:cNvSpPr>
            <p:nvPr/>
          </p:nvSpPr>
          <p:spPr bwMode="auto">
            <a:xfrm rot="5094805">
              <a:off x="2733398" y="4044230"/>
              <a:ext cx="11425" cy="18280"/>
            </a:xfrm>
            <a:custGeom>
              <a:avLst/>
              <a:gdLst>
                <a:gd name="T0" fmla="*/ 5 w 5"/>
                <a:gd name="T1" fmla="*/ 7 h 7"/>
                <a:gd name="T2" fmla="*/ 1 w 5"/>
                <a:gd name="T3" fmla="*/ 6 h 7"/>
                <a:gd name="T4" fmla="*/ 1 w 5"/>
                <a:gd name="T5" fmla="*/ 2 h 7"/>
                <a:gd name="T6" fmla="*/ 3 w 5"/>
                <a:gd name="T7" fmla="*/ 0 h 7"/>
                <a:gd name="T8" fmla="*/ 5 w 5"/>
                <a:gd name="T9" fmla="*/ 7 h 7"/>
              </a:gdLst>
              <a:ahLst/>
              <a:cxnLst>
                <a:cxn ang="0">
                  <a:pos x="T0" y="T1"/>
                </a:cxn>
                <a:cxn ang="0">
                  <a:pos x="T2" y="T3"/>
                </a:cxn>
                <a:cxn ang="0">
                  <a:pos x="T4" y="T5"/>
                </a:cxn>
                <a:cxn ang="0">
                  <a:pos x="T6" y="T7"/>
                </a:cxn>
                <a:cxn ang="0">
                  <a:pos x="T8" y="T9"/>
                </a:cxn>
              </a:cxnLst>
              <a:rect l="0" t="0" r="r" b="b"/>
              <a:pathLst>
                <a:path w="5" h="7">
                  <a:moveTo>
                    <a:pt x="5" y="7"/>
                  </a:moveTo>
                  <a:cubicBezTo>
                    <a:pt x="4" y="7"/>
                    <a:pt x="2" y="7"/>
                    <a:pt x="1" y="6"/>
                  </a:cubicBezTo>
                  <a:cubicBezTo>
                    <a:pt x="1" y="6"/>
                    <a:pt x="0" y="3"/>
                    <a:pt x="1" y="2"/>
                  </a:cubicBezTo>
                  <a:cubicBezTo>
                    <a:pt x="1" y="1"/>
                    <a:pt x="3" y="0"/>
                    <a:pt x="3" y="0"/>
                  </a:cubicBezTo>
                  <a:cubicBezTo>
                    <a:pt x="4" y="1"/>
                    <a:pt x="4" y="4"/>
                    <a:pt x="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0" name="Freeform 3187">
              <a:extLst>
                <a:ext uri="{FF2B5EF4-FFF2-40B4-BE49-F238E27FC236}">
                  <a16:creationId xmlns:a16="http://schemas.microsoft.com/office/drawing/2014/main" id="{064E4748-4743-2BBA-5A31-37C541E3278D}"/>
                </a:ext>
              </a:extLst>
            </p:cNvPr>
            <p:cNvSpPr>
              <a:spLocks/>
            </p:cNvSpPr>
            <p:nvPr/>
          </p:nvSpPr>
          <p:spPr bwMode="auto">
            <a:xfrm rot="5094805">
              <a:off x="2771102" y="4238150"/>
              <a:ext cx="11425" cy="13710"/>
            </a:xfrm>
            <a:custGeom>
              <a:avLst/>
              <a:gdLst>
                <a:gd name="T0" fmla="*/ 5 w 5"/>
                <a:gd name="T1" fmla="*/ 6 h 6"/>
                <a:gd name="T2" fmla="*/ 1 w 5"/>
                <a:gd name="T3" fmla="*/ 6 h 6"/>
                <a:gd name="T4" fmla="*/ 1 w 5"/>
                <a:gd name="T5" fmla="*/ 2 h 6"/>
                <a:gd name="T6" fmla="*/ 3 w 5"/>
                <a:gd name="T7" fmla="*/ 0 h 6"/>
                <a:gd name="T8" fmla="*/ 5 w 5"/>
                <a:gd name="T9" fmla="*/ 6 h 6"/>
              </a:gdLst>
              <a:ahLst/>
              <a:cxnLst>
                <a:cxn ang="0">
                  <a:pos x="T0" y="T1"/>
                </a:cxn>
                <a:cxn ang="0">
                  <a:pos x="T2" y="T3"/>
                </a:cxn>
                <a:cxn ang="0">
                  <a:pos x="T4" y="T5"/>
                </a:cxn>
                <a:cxn ang="0">
                  <a:pos x="T6" y="T7"/>
                </a:cxn>
                <a:cxn ang="0">
                  <a:pos x="T8" y="T9"/>
                </a:cxn>
              </a:cxnLst>
              <a:rect l="0" t="0" r="r" b="b"/>
              <a:pathLst>
                <a:path w="5" h="6">
                  <a:moveTo>
                    <a:pt x="5" y="6"/>
                  </a:moveTo>
                  <a:cubicBezTo>
                    <a:pt x="3" y="6"/>
                    <a:pt x="2" y="6"/>
                    <a:pt x="1" y="6"/>
                  </a:cubicBezTo>
                  <a:cubicBezTo>
                    <a:pt x="1" y="6"/>
                    <a:pt x="0" y="2"/>
                    <a:pt x="1" y="2"/>
                  </a:cubicBezTo>
                  <a:cubicBezTo>
                    <a:pt x="1" y="1"/>
                    <a:pt x="3" y="0"/>
                    <a:pt x="3" y="0"/>
                  </a:cubicBezTo>
                  <a:cubicBezTo>
                    <a:pt x="4" y="1"/>
                    <a:pt x="4" y="3"/>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1" name="Freeform 3188">
              <a:extLst>
                <a:ext uri="{FF2B5EF4-FFF2-40B4-BE49-F238E27FC236}">
                  <a16:creationId xmlns:a16="http://schemas.microsoft.com/office/drawing/2014/main" id="{343DC676-58AC-7582-8E81-56FFE7B9C0E7}"/>
                </a:ext>
              </a:extLst>
            </p:cNvPr>
            <p:cNvSpPr>
              <a:spLocks/>
            </p:cNvSpPr>
            <p:nvPr/>
          </p:nvSpPr>
          <p:spPr bwMode="auto">
            <a:xfrm rot="5094805">
              <a:off x="2805489" y="4428840"/>
              <a:ext cx="13710" cy="18280"/>
            </a:xfrm>
            <a:custGeom>
              <a:avLst/>
              <a:gdLst>
                <a:gd name="T0" fmla="*/ 2 w 5"/>
                <a:gd name="T1" fmla="*/ 0 h 7"/>
                <a:gd name="T2" fmla="*/ 5 w 5"/>
                <a:gd name="T3" fmla="*/ 3 h 7"/>
                <a:gd name="T4" fmla="*/ 2 w 5"/>
                <a:gd name="T5" fmla="*/ 7 h 7"/>
                <a:gd name="T6" fmla="*/ 0 w 5"/>
                <a:gd name="T7" fmla="*/ 3 h 7"/>
                <a:gd name="T8" fmla="*/ 2 w 5"/>
                <a:gd name="T9" fmla="*/ 0 h 7"/>
              </a:gdLst>
              <a:ahLst/>
              <a:cxnLst>
                <a:cxn ang="0">
                  <a:pos x="T0" y="T1"/>
                </a:cxn>
                <a:cxn ang="0">
                  <a:pos x="T2" y="T3"/>
                </a:cxn>
                <a:cxn ang="0">
                  <a:pos x="T4" y="T5"/>
                </a:cxn>
                <a:cxn ang="0">
                  <a:pos x="T6" y="T7"/>
                </a:cxn>
                <a:cxn ang="0">
                  <a:pos x="T8" y="T9"/>
                </a:cxn>
              </a:cxnLst>
              <a:rect l="0" t="0" r="r" b="b"/>
              <a:pathLst>
                <a:path w="5" h="7">
                  <a:moveTo>
                    <a:pt x="2" y="0"/>
                  </a:moveTo>
                  <a:cubicBezTo>
                    <a:pt x="3" y="1"/>
                    <a:pt x="4" y="2"/>
                    <a:pt x="5" y="3"/>
                  </a:cubicBezTo>
                  <a:cubicBezTo>
                    <a:pt x="4" y="4"/>
                    <a:pt x="3" y="6"/>
                    <a:pt x="2" y="7"/>
                  </a:cubicBezTo>
                  <a:cubicBezTo>
                    <a:pt x="1" y="5"/>
                    <a:pt x="0" y="4"/>
                    <a:pt x="0" y="3"/>
                  </a:cubicBezTo>
                  <a:cubicBezTo>
                    <a:pt x="1" y="2"/>
                    <a:pt x="2"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2" name="Freeform 3189">
              <a:extLst>
                <a:ext uri="{FF2B5EF4-FFF2-40B4-BE49-F238E27FC236}">
                  <a16:creationId xmlns:a16="http://schemas.microsoft.com/office/drawing/2014/main" id="{7632EEF9-1630-E4C6-9F8C-E169E58593ED}"/>
                </a:ext>
              </a:extLst>
            </p:cNvPr>
            <p:cNvSpPr>
              <a:spLocks/>
            </p:cNvSpPr>
            <p:nvPr/>
          </p:nvSpPr>
          <p:spPr bwMode="auto">
            <a:xfrm rot="5094805">
              <a:off x="2844339" y="4624004"/>
              <a:ext cx="9140" cy="11425"/>
            </a:xfrm>
            <a:custGeom>
              <a:avLst/>
              <a:gdLst>
                <a:gd name="T0" fmla="*/ 4 w 4"/>
                <a:gd name="T1" fmla="*/ 1 h 5"/>
                <a:gd name="T2" fmla="*/ 4 w 4"/>
                <a:gd name="T3" fmla="*/ 5 h 5"/>
                <a:gd name="T4" fmla="*/ 0 w 4"/>
                <a:gd name="T5" fmla="*/ 3 h 5"/>
                <a:gd name="T6" fmla="*/ 2 w 4"/>
                <a:gd name="T7" fmla="*/ 0 h 5"/>
                <a:gd name="T8" fmla="*/ 4 w 4"/>
                <a:gd name="T9" fmla="*/ 1 h 5"/>
              </a:gdLst>
              <a:ahLst/>
              <a:cxnLst>
                <a:cxn ang="0">
                  <a:pos x="T0" y="T1"/>
                </a:cxn>
                <a:cxn ang="0">
                  <a:pos x="T2" y="T3"/>
                </a:cxn>
                <a:cxn ang="0">
                  <a:pos x="T4" y="T5"/>
                </a:cxn>
                <a:cxn ang="0">
                  <a:pos x="T6" y="T7"/>
                </a:cxn>
                <a:cxn ang="0">
                  <a:pos x="T8" y="T9"/>
                </a:cxn>
              </a:cxnLst>
              <a:rect l="0" t="0" r="r" b="b"/>
              <a:pathLst>
                <a:path w="4" h="5">
                  <a:moveTo>
                    <a:pt x="4" y="1"/>
                  </a:moveTo>
                  <a:cubicBezTo>
                    <a:pt x="4" y="3"/>
                    <a:pt x="4" y="4"/>
                    <a:pt x="4" y="5"/>
                  </a:cubicBezTo>
                  <a:cubicBezTo>
                    <a:pt x="3" y="5"/>
                    <a:pt x="1" y="4"/>
                    <a:pt x="0" y="3"/>
                  </a:cubicBezTo>
                  <a:cubicBezTo>
                    <a:pt x="1" y="2"/>
                    <a:pt x="1" y="1"/>
                    <a:pt x="2" y="0"/>
                  </a:cubicBezTo>
                  <a:cubicBezTo>
                    <a:pt x="2"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3" name="Freeform 3190">
              <a:extLst>
                <a:ext uri="{FF2B5EF4-FFF2-40B4-BE49-F238E27FC236}">
                  <a16:creationId xmlns:a16="http://schemas.microsoft.com/office/drawing/2014/main" id="{F9389082-C8D2-34A1-C35F-2C8F175E7CF3}"/>
                </a:ext>
              </a:extLst>
            </p:cNvPr>
            <p:cNvSpPr>
              <a:spLocks/>
            </p:cNvSpPr>
            <p:nvPr/>
          </p:nvSpPr>
          <p:spPr bwMode="auto">
            <a:xfrm rot="5094805">
              <a:off x="2876450" y="4817182"/>
              <a:ext cx="11425" cy="11425"/>
            </a:xfrm>
            <a:custGeom>
              <a:avLst/>
              <a:gdLst>
                <a:gd name="T0" fmla="*/ 2 w 5"/>
                <a:gd name="T1" fmla="*/ 0 h 5"/>
                <a:gd name="T2" fmla="*/ 5 w 5"/>
                <a:gd name="T3" fmla="*/ 2 h 5"/>
                <a:gd name="T4" fmla="*/ 2 w 5"/>
                <a:gd name="T5" fmla="*/ 5 h 5"/>
                <a:gd name="T6" fmla="*/ 0 w 5"/>
                <a:gd name="T7" fmla="*/ 2 h 5"/>
                <a:gd name="T8" fmla="*/ 2 w 5"/>
                <a:gd name="T9" fmla="*/ 0 h 5"/>
              </a:gdLst>
              <a:ahLst/>
              <a:cxnLst>
                <a:cxn ang="0">
                  <a:pos x="T0" y="T1"/>
                </a:cxn>
                <a:cxn ang="0">
                  <a:pos x="T2" y="T3"/>
                </a:cxn>
                <a:cxn ang="0">
                  <a:pos x="T4" y="T5"/>
                </a:cxn>
                <a:cxn ang="0">
                  <a:pos x="T6" y="T7"/>
                </a:cxn>
                <a:cxn ang="0">
                  <a:pos x="T8" y="T9"/>
                </a:cxn>
              </a:cxnLst>
              <a:rect l="0" t="0" r="r" b="b"/>
              <a:pathLst>
                <a:path w="5" h="5">
                  <a:moveTo>
                    <a:pt x="2" y="0"/>
                  </a:moveTo>
                  <a:cubicBezTo>
                    <a:pt x="3" y="1"/>
                    <a:pt x="4" y="1"/>
                    <a:pt x="5" y="2"/>
                  </a:cubicBezTo>
                  <a:cubicBezTo>
                    <a:pt x="4" y="3"/>
                    <a:pt x="3" y="4"/>
                    <a:pt x="2" y="5"/>
                  </a:cubicBezTo>
                  <a:cubicBezTo>
                    <a:pt x="1" y="4"/>
                    <a:pt x="0" y="2"/>
                    <a:pt x="0" y="2"/>
                  </a:cubicBezTo>
                  <a:cubicBezTo>
                    <a:pt x="0"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4" name="Freeform 3191">
              <a:extLst>
                <a:ext uri="{FF2B5EF4-FFF2-40B4-BE49-F238E27FC236}">
                  <a16:creationId xmlns:a16="http://schemas.microsoft.com/office/drawing/2014/main" id="{7110B237-9609-CBE6-37A2-0830A7E7775B}"/>
                </a:ext>
              </a:extLst>
            </p:cNvPr>
            <p:cNvSpPr>
              <a:spLocks/>
            </p:cNvSpPr>
            <p:nvPr/>
          </p:nvSpPr>
          <p:spPr bwMode="auto">
            <a:xfrm rot="5094805">
              <a:off x="2906188" y="5010668"/>
              <a:ext cx="11425" cy="9140"/>
            </a:xfrm>
            <a:custGeom>
              <a:avLst/>
              <a:gdLst>
                <a:gd name="T0" fmla="*/ 4 w 4"/>
                <a:gd name="T1" fmla="*/ 1 h 4"/>
                <a:gd name="T2" fmla="*/ 4 w 4"/>
                <a:gd name="T3" fmla="*/ 4 h 4"/>
                <a:gd name="T4" fmla="*/ 0 w 4"/>
                <a:gd name="T5" fmla="*/ 2 h 4"/>
                <a:gd name="T6" fmla="*/ 2 w 4"/>
                <a:gd name="T7" fmla="*/ 0 h 4"/>
                <a:gd name="T8" fmla="*/ 4 w 4"/>
                <a:gd name="T9" fmla="*/ 1 h 4"/>
              </a:gdLst>
              <a:ahLst/>
              <a:cxnLst>
                <a:cxn ang="0">
                  <a:pos x="T0" y="T1"/>
                </a:cxn>
                <a:cxn ang="0">
                  <a:pos x="T2" y="T3"/>
                </a:cxn>
                <a:cxn ang="0">
                  <a:pos x="T4" y="T5"/>
                </a:cxn>
                <a:cxn ang="0">
                  <a:pos x="T6" y="T7"/>
                </a:cxn>
                <a:cxn ang="0">
                  <a:pos x="T8" y="T9"/>
                </a:cxn>
              </a:cxnLst>
              <a:rect l="0" t="0" r="r" b="b"/>
              <a:pathLst>
                <a:path w="4" h="4">
                  <a:moveTo>
                    <a:pt x="4" y="1"/>
                  </a:moveTo>
                  <a:cubicBezTo>
                    <a:pt x="4" y="2"/>
                    <a:pt x="4" y="3"/>
                    <a:pt x="4" y="4"/>
                  </a:cubicBezTo>
                  <a:cubicBezTo>
                    <a:pt x="3" y="3"/>
                    <a:pt x="1" y="3"/>
                    <a:pt x="0" y="2"/>
                  </a:cubicBezTo>
                  <a:cubicBezTo>
                    <a:pt x="1" y="2"/>
                    <a:pt x="1" y="0"/>
                    <a:pt x="2" y="0"/>
                  </a:cubicBezTo>
                  <a:cubicBezTo>
                    <a:pt x="2"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5" name="Freeform 3192">
              <a:extLst>
                <a:ext uri="{FF2B5EF4-FFF2-40B4-BE49-F238E27FC236}">
                  <a16:creationId xmlns:a16="http://schemas.microsoft.com/office/drawing/2014/main" id="{B0FB4F1F-A448-117B-D5B6-E0BFD9401FF5}"/>
                </a:ext>
              </a:extLst>
            </p:cNvPr>
            <p:cNvSpPr>
              <a:spLocks/>
            </p:cNvSpPr>
            <p:nvPr/>
          </p:nvSpPr>
          <p:spPr bwMode="auto">
            <a:xfrm rot="5094805">
              <a:off x="2934990" y="5205389"/>
              <a:ext cx="11425" cy="9140"/>
            </a:xfrm>
            <a:custGeom>
              <a:avLst/>
              <a:gdLst>
                <a:gd name="T0" fmla="*/ 3 w 5"/>
                <a:gd name="T1" fmla="*/ 0 h 3"/>
                <a:gd name="T2" fmla="*/ 5 w 5"/>
                <a:gd name="T3" fmla="*/ 2 h 3"/>
                <a:gd name="T4" fmla="*/ 2 w 5"/>
                <a:gd name="T5" fmla="*/ 3 h 3"/>
                <a:gd name="T6" fmla="*/ 0 w 5"/>
                <a:gd name="T7" fmla="*/ 1 h 3"/>
                <a:gd name="T8" fmla="*/ 3 w 5"/>
                <a:gd name="T9" fmla="*/ 0 h 3"/>
              </a:gdLst>
              <a:ahLst/>
              <a:cxnLst>
                <a:cxn ang="0">
                  <a:pos x="T0" y="T1"/>
                </a:cxn>
                <a:cxn ang="0">
                  <a:pos x="T2" y="T3"/>
                </a:cxn>
                <a:cxn ang="0">
                  <a:pos x="T4" y="T5"/>
                </a:cxn>
                <a:cxn ang="0">
                  <a:pos x="T6" y="T7"/>
                </a:cxn>
                <a:cxn ang="0">
                  <a:pos x="T8" y="T9"/>
                </a:cxn>
              </a:cxnLst>
              <a:rect l="0" t="0" r="r" b="b"/>
              <a:pathLst>
                <a:path w="5" h="3">
                  <a:moveTo>
                    <a:pt x="3" y="0"/>
                  </a:moveTo>
                  <a:cubicBezTo>
                    <a:pt x="3" y="1"/>
                    <a:pt x="4" y="1"/>
                    <a:pt x="5" y="2"/>
                  </a:cubicBezTo>
                  <a:cubicBezTo>
                    <a:pt x="4" y="2"/>
                    <a:pt x="3" y="3"/>
                    <a:pt x="2" y="3"/>
                  </a:cubicBezTo>
                  <a:cubicBezTo>
                    <a:pt x="1" y="3"/>
                    <a:pt x="0" y="2"/>
                    <a:pt x="0"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6" name="Freeform 3193">
              <a:extLst>
                <a:ext uri="{FF2B5EF4-FFF2-40B4-BE49-F238E27FC236}">
                  <a16:creationId xmlns:a16="http://schemas.microsoft.com/office/drawing/2014/main" id="{6BAA8DB1-E47A-FFEB-3583-CED2AC14A136}"/>
                </a:ext>
              </a:extLst>
            </p:cNvPr>
            <p:cNvSpPr>
              <a:spLocks/>
            </p:cNvSpPr>
            <p:nvPr/>
          </p:nvSpPr>
          <p:spPr bwMode="auto">
            <a:xfrm rot="5094805">
              <a:off x="2959135" y="5400419"/>
              <a:ext cx="13710" cy="6855"/>
            </a:xfrm>
            <a:custGeom>
              <a:avLst/>
              <a:gdLst>
                <a:gd name="T0" fmla="*/ 5 w 5"/>
                <a:gd name="T1" fmla="*/ 3 h 3"/>
                <a:gd name="T2" fmla="*/ 1 w 5"/>
                <a:gd name="T3" fmla="*/ 3 h 3"/>
                <a:gd name="T4" fmla="*/ 1 w 5"/>
                <a:gd name="T5" fmla="*/ 1 h 3"/>
                <a:gd name="T6" fmla="*/ 3 w 5"/>
                <a:gd name="T7" fmla="*/ 1 h 3"/>
                <a:gd name="T8" fmla="*/ 5 w 5"/>
                <a:gd name="T9" fmla="*/ 3 h 3"/>
              </a:gdLst>
              <a:ahLst/>
              <a:cxnLst>
                <a:cxn ang="0">
                  <a:pos x="T0" y="T1"/>
                </a:cxn>
                <a:cxn ang="0">
                  <a:pos x="T2" y="T3"/>
                </a:cxn>
                <a:cxn ang="0">
                  <a:pos x="T4" y="T5"/>
                </a:cxn>
                <a:cxn ang="0">
                  <a:pos x="T6" y="T7"/>
                </a:cxn>
                <a:cxn ang="0">
                  <a:pos x="T8" y="T9"/>
                </a:cxn>
              </a:cxnLst>
              <a:rect l="0" t="0" r="r" b="b"/>
              <a:pathLst>
                <a:path w="5" h="3">
                  <a:moveTo>
                    <a:pt x="5" y="3"/>
                  </a:moveTo>
                  <a:cubicBezTo>
                    <a:pt x="4" y="3"/>
                    <a:pt x="2" y="3"/>
                    <a:pt x="1" y="3"/>
                  </a:cubicBezTo>
                  <a:cubicBezTo>
                    <a:pt x="1" y="3"/>
                    <a:pt x="0" y="1"/>
                    <a:pt x="1" y="1"/>
                  </a:cubicBezTo>
                  <a:cubicBezTo>
                    <a:pt x="1" y="1"/>
                    <a:pt x="3" y="0"/>
                    <a:pt x="3" y="1"/>
                  </a:cubicBezTo>
                  <a:cubicBezTo>
                    <a:pt x="4" y="1"/>
                    <a:pt x="4" y="2"/>
                    <a:pt x="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7" name="Freeform 3194">
              <a:extLst>
                <a:ext uri="{FF2B5EF4-FFF2-40B4-BE49-F238E27FC236}">
                  <a16:creationId xmlns:a16="http://schemas.microsoft.com/office/drawing/2014/main" id="{711FAE6F-7200-48D6-AFD2-34572C43AA21}"/>
                </a:ext>
              </a:extLst>
            </p:cNvPr>
            <p:cNvSpPr>
              <a:spLocks/>
            </p:cNvSpPr>
            <p:nvPr/>
          </p:nvSpPr>
          <p:spPr bwMode="auto">
            <a:xfrm rot="5094805">
              <a:off x="2983289" y="5595651"/>
              <a:ext cx="11425" cy="4570"/>
            </a:xfrm>
            <a:custGeom>
              <a:avLst/>
              <a:gdLst>
                <a:gd name="T0" fmla="*/ 3 w 5"/>
                <a:gd name="T1" fmla="*/ 0 h 2"/>
                <a:gd name="T2" fmla="*/ 5 w 5"/>
                <a:gd name="T3" fmla="*/ 1 h 2"/>
                <a:gd name="T4" fmla="*/ 2 w 5"/>
                <a:gd name="T5" fmla="*/ 2 h 2"/>
                <a:gd name="T6" fmla="*/ 1 w 5"/>
                <a:gd name="T7" fmla="*/ 1 h 2"/>
                <a:gd name="T8" fmla="*/ 3 w 5"/>
                <a:gd name="T9" fmla="*/ 0 h 2"/>
              </a:gdLst>
              <a:ahLst/>
              <a:cxnLst>
                <a:cxn ang="0">
                  <a:pos x="T0" y="T1"/>
                </a:cxn>
                <a:cxn ang="0">
                  <a:pos x="T2" y="T3"/>
                </a:cxn>
                <a:cxn ang="0">
                  <a:pos x="T4" y="T5"/>
                </a:cxn>
                <a:cxn ang="0">
                  <a:pos x="T6" y="T7"/>
                </a:cxn>
                <a:cxn ang="0">
                  <a:pos x="T8" y="T9"/>
                </a:cxn>
              </a:cxnLst>
              <a:rect l="0" t="0" r="r" b="b"/>
              <a:pathLst>
                <a:path w="5" h="2">
                  <a:moveTo>
                    <a:pt x="3" y="0"/>
                  </a:moveTo>
                  <a:cubicBezTo>
                    <a:pt x="3" y="1"/>
                    <a:pt x="4" y="1"/>
                    <a:pt x="5" y="1"/>
                  </a:cubicBezTo>
                  <a:cubicBezTo>
                    <a:pt x="4" y="2"/>
                    <a:pt x="3" y="2"/>
                    <a:pt x="2" y="2"/>
                  </a:cubicBezTo>
                  <a:cubicBezTo>
                    <a:pt x="1" y="2"/>
                    <a:pt x="0" y="1"/>
                    <a:pt x="1"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8" name="Freeform 3195">
              <a:extLst>
                <a:ext uri="{FF2B5EF4-FFF2-40B4-BE49-F238E27FC236}">
                  <a16:creationId xmlns:a16="http://schemas.microsoft.com/office/drawing/2014/main" id="{1C292D17-5701-ACCC-CA3C-7FB8D937C0FE}"/>
                </a:ext>
              </a:extLst>
            </p:cNvPr>
            <p:cNvSpPr>
              <a:spLocks/>
            </p:cNvSpPr>
            <p:nvPr/>
          </p:nvSpPr>
          <p:spPr bwMode="auto">
            <a:xfrm rot="5094805">
              <a:off x="3005061" y="5788704"/>
              <a:ext cx="11425" cy="4570"/>
            </a:xfrm>
            <a:custGeom>
              <a:avLst/>
              <a:gdLst>
                <a:gd name="T0" fmla="*/ 3 w 5"/>
                <a:gd name="T1" fmla="*/ 0 h 2"/>
                <a:gd name="T2" fmla="*/ 5 w 5"/>
                <a:gd name="T3" fmla="*/ 1 h 2"/>
                <a:gd name="T4" fmla="*/ 2 w 5"/>
                <a:gd name="T5" fmla="*/ 2 h 2"/>
                <a:gd name="T6" fmla="*/ 1 w 5"/>
                <a:gd name="T7" fmla="*/ 1 h 2"/>
                <a:gd name="T8" fmla="*/ 3 w 5"/>
                <a:gd name="T9" fmla="*/ 0 h 2"/>
              </a:gdLst>
              <a:ahLst/>
              <a:cxnLst>
                <a:cxn ang="0">
                  <a:pos x="T0" y="T1"/>
                </a:cxn>
                <a:cxn ang="0">
                  <a:pos x="T2" y="T3"/>
                </a:cxn>
                <a:cxn ang="0">
                  <a:pos x="T4" y="T5"/>
                </a:cxn>
                <a:cxn ang="0">
                  <a:pos x="T6" y="T7"/>
                </a:cxn>
                <a:cxn ang="0">
                  <a:pos x="T8" y="T9"/>
                </a:cxn>
              </a:cxnLst>
              <a:rect l="0" t="0" r="r" b="b"/>
              <a:pathLst>
                <a:path w="5" h="2">
                  <a:moveTo>
                    <a:pt x="3" y="0"/>
                  </a:moveTo>
                  <a:cubicBezTo>
                    <a:pt x="4" y="1"/>
                    <a:pt x="4" y="1"/>
                    <a:pt x="5" y="1"/>
                  </a:cubicBezTo>
                  <a:cubicBezTo>
                    <a:pt x="4" y="1"/>
                    <a:pt x="3" y="2"/>
                    <a:pt x="2" y="2"/>
                  </a:cubicBezTo>
                  <a:cubicBezTo>
                    <a:pt x="1" y="2"/>
                    <a:pt x="0" y="1"/>
                    <a:pt x="1"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9" name="Freeform 3196">
              <a:extLst>
                <a:ext uri="{FF2B5EF4-FFF2-40B4-BE49-F238E27FC236}">
                  <a16:creationId xmlns:a16="http://schemas.microsoft.com/office/drawing/2014/main" id="{62DC08B8-B825-6B7E-B500-F05697D986C5}"/>
                </a:ext>
              </a:extLst>
            </p:cNvPr>
            <p:cNvSpPr>
              <a:spLocks/>
            </p:cNvSpPr>
            <p:nvPr/>
          </p:nvSpPr>
          <p:spPr bwMode="auto">
            <a:xfrm rot="5094805">
              <a:off x="3028173" y="5985074"/>
              <a:ext cx="11425" cy="2285"/>
            </a:xfrm>
            <a:custGeom>
              <a:avLst/>
              <a:gdLst>
                <a:gd name="T0" fmla="*/ 4 w 4"/>
                <a:gd name="T1" fmla="*/ 0 h 1"/>
                <a:gd name="T2" fmla="*/ 3 w 4"/>
                <a:gd name="T3" fmla="*/ 1 h 1"/>
                <a:gd name="T4" fmla="*/ 0 w 4"/>
                <a:gd name="T5" fmla="*/ 1 h 1"/>
                <a:gd name="T6" fmla="*/ 1 w 4"/>
                <a:gd name="T7" fmla="*/ 0 h 1"/>
                <a:gd name="T8" fmla="*/ 4 w 4"/>
                <a:gd name="T9" fmla="*/ 0 h 1"/>
              </a:gdLst>
              <a:ahLst/>
              <a:cxnLst>
                <a:cxn ang="0">
                  <a:pos x="T0" y="T1"/>
                </a:cxn>
                <a:cxn ang="0">
                  <a:pos x="T2" y="T3"/>
                </a:cxn>
                <a:cxn ang="0">
                  <a:pos x="T4" y="T5"/>
                </a:cxn>
                <a:cxn ang="0">
                  <a:pos x="T6" y="T7"/>
                </a:cxn>
                <a:cxn ang="0">
                  <a:pos x="T8" y="T9"/>
                </a:cxn>
              </a:cxnLst>
              <a:rect l="0" t="0" r="r" b="b"/>
              <a:pathLst>
                <a:path w="4" h="1">
                  <a:moveTo>
                    <a:pt x="4" y="0"/>
                  </a:moveTo>
                  <a:cubicBezTo>
                    <a:pt x="4" y="0"/>
                    <a:pt x="3" y="1"/>
                    <a:pt x="3" y="1"/>
                  </a:cubicBezTo>
                  <a:cubicBezTo>
                    <a:pt x="2" y="1"/>
                    <a:pt x="1" y="1"/>
                    <a:pt x="0" y="1"/>
                  </a:cubicBezTo>
                  <a:cubicBezTo>
                    <a:pt x="0" y="0"/>
                    <a:pt x="0" y="0"/>
                    <a:pt x="1" y="0"/>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0" name="Freeform 3197">
              <a:extLst>
                <a:ext uri="{FF2B5EF4-FFF2-40B4-BE49-F238E27FC236}">
                  <a16:creationId xmlns:a16="http://schemas.microsoft.com/office/drawing/2014/main" id="{41BFCC23-29DE-DFF8-9B69-F5E29ADCBCD8}"/>
                </a:ext>
              </a:extLst>
            </p:cNvPr>
            <p:cNvSpPr>
              <a:spLocks/>
            </p:cNvSpPr>
            <p:nvPr/>
          </p:nvSpPr>
          <p:spPr bwMode="auto">
            <a:xfrm rot="5094805">
              <a:off x="3072608" y="6173922"/>
              <a:ext cx="9140" cy="4570"/>
            </a:xfrm>
            <a:custGeom>
              <a:avLst/>
              <a:gdLst>
                <a:gd name="T0" fmla="*/ 2 w 4"/>
                <a:gd name="T1" fmla="*/ 0 h 2"/>
                <a:gd name="T2" fmla="*/ 4 w 4"/>
                <a:gd name="T3" fmla="*/ 0 h 2"/>
                <a:gd name="T4" fmla="*/ 1 w 4"/>
                <a:gd name="T5" fmla="*/ 2 h 2"/>
                <a:gd name="T6" fmla="*/ 0 w 4"/>
                <a:gd name="T7" fmla="*/ 1 h 2"/>
                <a:gd name="T8" fmla="*/ 2 w 4"/>
                <a:gd name="T9" fmla="*/ 0 h 2"/>
              </a:gdLst>
              <a:ahLst/>
              <a:cxnLst>
                <a:cxn ang="0">
                  <a:pos x="T0" y="T1"/>
                </a:cxn>
                <a:cxn ang="0">
                  <a:pos x="T2" y="T3"/>
                </a:cxn>
                <a:cxn ang="0">
                  <a:pos x="T4" y="T5"/>
                </a:cxn>
                <a:cxn ang="0">
                  <a:pos x="T6" y="T7"/>
                </a:cxn>
                <a:cxn ang="0">
                  <a:pos x="T8" y="T9"/>
                </a:cxn>
              </a:cxnLst>
              <a:rect l="0" t="0" r="r" b="b"/>
              <a:pathLst>
                <a:path w="4" h="2">
                  <a:moveTo>
                    <a:pt x="2" y="0"/>
                  </a:moveTo>
                  <a:cubicBezTo>
                    <a:pt x="3" y="0"/>
                    <a:pt x="4" y="0"/>
                    <a:pt x="4" y="0"/>
                  </a:cubicBezTo>
                  <a:cubicBezTo>
                    <a:pt x="3" y="1"/>
                    <a:pt x="2" y="1"/>
                    <a:pt x="1" y="2"/>
                  </a:cubicBezTo>
                  <a:cubicBezTo>
                    <a:pt x="1" y="1"/>
                    <a:pt x="0" y="1"/>
                    <a:pt x="0" y="1"/>
                  </a:cubicBezTo>
                  <a:cubicBezTo>
                    <a:pt x="0"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1" name="Freeform 3198">
              <a:extLst>
                <a:ext uri="{FF2B5EF4-FFF2-40B4-BE49-F238E27FC236}">
                  <a16:creationId xmlns:a16="http://schemas.microsoft.com/office/drawing/2014/main" id="{162BD2CE-F8E4-6F98-EC4C-C57A1F66B2F0}"/>
                </a:ext>
              </a:extLst>
            </p:cNvPr>
            <p:cNvSpPr>
              <a:spLocks/>
            </p:cNvSpPr>
            <p:nvPr/>
          </p:nvSpPr>
          <p:spPr bwMode="auto">
            <a:xfrm rot="5094805">
              <a:off x="3144249" y="6360242"/>
              <a:ext cx="9140" cy="4570"/>
            </a:xfrm>
            <a:custGeom>
              <a:avLst/>
              <a:gdLst>
                <a:gd name="T0" fmla="*/ 3 w 4"/>
                <a:gd name="T1" fmla="*/ 0 h 2"/>
                <a:gd name="T2" fmla="*/ 4 w 4"/>
                <a:gd name="T3" fmla="*/ 0 h 2"/>
                <a:gd name="T4" fmla="*/ 1 w 4"/>
                <a:gd name="T5" fmla="*/ 2 h 2"/>
                <a:gd name="T6" fmla="*/ 0 w 4"/>
                <a:gd name="T7" fmla="*/ 1 h 2"/>
                <a:gd name="T8" fmla="*/ 3 w 4"/>
                <a:gd name="T9" fmla="*/ 0 h 2"/>
              </a:gdLst>
              <a:ahLst/>
              <a:cxnLst>
                <a:cxn ang="0">
                  <a:pos x="T0" y="T1"/>
                </a:cxn>
                <a:cxn ang="0">
                  <a:pos x="T2" y="T3"/>
                </a:cxn>
                <a:cxn ang="0">
                  <a:pos x="T4" y="T5"/>
                </a:cxn>
                <a:cxn ang="0">
                  <a:pos x="T6" y="T7"/>
                </a:cxn>
                <a:cxn ang="0">
                  <a:pos x="T8" y="T9"/>
                </a:cxn>
              </a:cxnLst>
              <a:rect l="0" t="0" r="r" b="b"/>
              <a:pathLst>
                <a:path w="4" h="2">
                  <a:moveTo>
                    <a:pt x="3" y="0"/>
                  </a:moveTo>
                  <a:cubicBezTo>
                    <a:pt x="3" y="0"/>
                    <a:pt x="4" y="0"/>
                    <a:pt x="4" y="0"/>
                  </a:cubicBezTo>
                  <a:cubicBezTo>
                    <a:pt x="3" y="1"/>
                    <a:pt x="2" y="1"/>
                    <a:pt x="1" y="2"/>
                  </a:cubicBezTo>
                  <a:cubicBezTo>
                    <a:pt x="1" y="2"/>
                    <a:pt x="0" y="1"/>
                    <a:pt x="0" y="1"/>
                  </a:cubicBezTo>
                  <a:cubicBezTo>
                    <a:pt x="1" y="1"/>
                    <a:pt x="2"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2" name="Freeform 3199">
              <a:extLst>
                <a:ext uri="{FF2B5EF4-FFF2-40B4-BE49-F238E27FC236}">
                  <a16:creationId xmlns:a16="http://schemas.microsoft.com/office/drawing/2014/main" id="{192EA658-CC45-7A82-2126-110FB6159D1F}"/>
                </a:ext>
              </a:extLst>
            </p:cNvPr>
            <p:cNvSpPr>
              <a:spLocks/>
            </p:cNvSpPr>
            <p:nvPr/>
          </p:nvSpPr>
          <p:spPr bwMode="auto">
            <a:xfrm rot="5094805">
              <a:off x="3240926" y="6542048"/>
              <a:ext cx="9140" cy="9140"/>
            </a:xfrm>
            <a:custGeom>
              <a:avLst/>
              <a:gdLst>
                <a:gd name="T0" fmla="*/ 4 w 4"/>
                <a:gd name="T1" fmla="*/ 1 h 3"/>
                <a:gd name="T2" fmla="*/ 3 w 4"/>
                <a:gd name="T3" fmla="*/ 3 h 3"/>
                <a:gd name="T4" fmla="*/ 0 w 4"/>
                <a:gd name="T5" fmla="*/ 2 h 3"/>
                <a:gd name="T6" fmla="*/ 3 w 4"/>
                <a:gd name="T7" fmla="*/ 0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4" y="1"/>
                    <a:pt x="3" y="2"/>
                    <a:pt x="3" y="3"/>
                  </a:cubicBezTo>
                  <a:cubicBezTo>
                    <a:pt x="2" y="2"/>
                    <a:pt x="1" y="2"/>
                    <a:pt x="0" y="2"/>
                  </a:cubicBezTo>
                  <a:cubicBezTo>
                    <a:pt x="1" y="2"/>
                    <a:pt x="2" y="1"/>
                    <a:pt x="3" y="0"/>
                  </a:cubicBezTo>
                  <a:cubicBezTo>
                    <a:pt x="3" y="0"/>
                    <a:pt x="4"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3" name="Freeform 3200">
              <a:extLst>
                <a:ext uri="{FF2B5EF4-FFF2-40B4-BE49-F238E27FC236}">
                  <a16:creationId xmlns:a16="http://schemas.microsoft.com/office/drawing/2014/main" id="{803AD3E9-90A1-4E7D-6E73-B1CA82AEFF5F}"/>
                </a:ext>
              </a:extLst>
            </p:cNvPr>
            <p:cNvSpPr>
              <a:spLocks/>
            </p:cNvSpPr>
            <p:nvPr/>
          </p:nvSpPr>
          <p:spPr bwMode="auto">
            <a:xfrm rot="5094805">
              <a:off x="3358183" y="6726496"/>
              <a:ext cx="11425" cy="6855"/>
            </a:xfrm>
            <a:custGeom>
              <a:avLst/>
              <a:gdLst>
                <a:gd name="T0" fmla="*/ 2 w 4"/>
                <a:gd name="T1" fmla="*/ 0 h 3"/>
                <a:gd name="T2" fmla="*/ 4 w 4"/>
                <a:gd name="T3" fmla="*/ 0 h 3"/>
                <a:gd name="T4" fmla="*/ 1 w 4"/>
                <a:gd name="T5" fmla="*/ 3 h 3"/>
                <a:gd name="T6" fmla="*/ 0 w 4"/>
                <a:gd name="T7" fmla="*/ 2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3" y="0"/>
                    <a:pt x="3" y="0"/>
                    <a:pt x="4" y="0"/>
                  </a:cubicBezTo>
                  <a:cubicBezTo>
                    <a:pt x="3" y="1"/>
                    <a:pt x="2" y="2"/>
                    <a:pt x="1" y="3"/>
                  </a:cubicBezTo>
                  <a:cubicBezTo>
                    <a:pt x="1" y="3"/>
                    <a:pt x="0" y="3"/>
                    <a:pt x="0" y="2"/>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4" name="Freeform 3201">
              <a:extLst>
                <a:ext uri="{FF2B5EF4-FFF2-40B4-BE49-F238E27FC236}">
                  <a16:creationId xmlns:a16="http://schemas.microsoft.com/office/drawing/2014/main" id="{48A7F8C3-2054-F8C8-83E5-78EC2BA4D961}"/>
                </a:ext>
              </a:extLst>
            </p:cNvPr>
            <p:cNvSpPr>
              <a:spLocks/>
            </p:cNvSpPr>
            <p:nvPr/>
          </p:nvSpPr>
          <p:spPr bwMode="auto">
            <a:xfrm rot="5094805">
              <a:off x="3496965" y="6905697"/>
              <a:ext cx="11425" cy="9140"/>
            </a:xfrm>
            <a:custGeom>
              <a:avLst/>
              <a:gdLst>
                <a:gd name="T0" fmla="*/ 5 w 5"/>
                <a:gd name="T1" fmla="*/ 0 h 4"/>
                <a:gd name="T2" fmla="*/ 4 w 5"/>
                <a:gd name="T3" fmla="*/ 2 h 4"/>
                <a:gd name="T4" fmla="*/ 0 w 5"/>
                <a:gd name="T5" fmla="*/ 4 h 4"/>
                <a:gd name="T6" fmla="*/ 2 w 5"/>
                <a:gd name="T7" fmla="*/ 1 h 4"/>
                <a:gd name="T8" fmla="*/ 5 w 5"/>
                <a:gd name="T9" fmla="*/ 0 h 4"/>
              </a:gdLst>
              <a:ahLst/>
              <a:cxnLst>
                <a:cxn ang="0">
                  <a:pos x="T0" y="T1"/>
                </a:cxn>
                <a:cxn ang="0">
                  <a:pos x="T2" y="T3"/>
                </a:cxn>
                <a:cxn ang="0">
                  <a:pos x="T4" y="T5"/>
                </a:cxn>
                <a:cxn ang="0">
                  <a:pos x="T6" y="T7"/>
                </a:cxn>
                <a:cxn ang="0">
                  <a:pos x="T8" y="T9"/>
                </a:cxn>
              </a:cxnLst>
              <a:rect l="0" t="0" r="r" b="b"/>
              <a:pathLst>
                <a:path w="5" h="4">
                  <a:moveTo>
                    <a:pt x="5" y="0"/>
                  </a:moveTo>
                  <a:cubicBezTo>
                    <a:pt x="4" y="1"/>
                    <a:pt x="4" y="2"/>
                    <a:pt x="4" y="2"/>
                  </a:cubicBezTo>
                  <a:cubicBezTo>
                    <a:pt x="3" y="3"/>
                    <a:pt x="2" y="3"/>
                    <a:pt x="0" y="4"/>
                  </a:cubicBezTo>
                  <a:cubicBezTo>
                    <a:pt x="1" y="3"/>
                    <a:pt x="1" y="2"/>
                    <a:pt x="2" y="1"/>
                  </a:cubicBezTo>
                  <a:cubicBezTo>
                    <a:pt x="3" y="0"/>
                    <a:pt x="4"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5" name="Freeform 3223">
              <a:extLst>
                <a:ext uri="{FF2B5EF4-FFF2-40B4-BE49-F238E27FC236}">
                  <a16:creationId xmlns:a16="http://schemas.microsoft.com/office/drawing/2014/main" id="{C5517E55-2B18-55A2-48D5-E0E2EAC58BF2}"/>
                </a:ext>
              </a:extLst>
            </p:cNvPr>
            <p:cNvSpPr>
              <a:spLocks/>
            </p:cNvSpPr>
            <p:nvPr/>
          </p:nvSpPr>
          <p:spPr bwMode="auto">
            <a:xfrm rot="5094805">
              <a:off x="2005249" y="21187"/>
              <a:ext cx="9140" cy="2286"/>
            </a:xfrm>
            <a:custGeom>
              <a:avLst/>
              <a:gdLst>
                <a:gd name="T0" fmla="*/ 4 w 4"/>
                <a:gd name="T1" fmla="*/ 0 h 1"/>
                <a:gd name="T2" fmla="*/ 2 w 4"/>
                <a:gd name="T3" fmla="*/ 1 h 1"/>
                <a:gd name="T4" fmla="*/ 0 w 4"/>
                <a:gd name="T5" fmla="*/ 1 h 1"/>
                <a:gd name="T6" fmla="*/ 2 w 4"/>
                <a:gd name="T7" fmla="*/ 0 h 1"/>
                <a:gd name="T8" fmla="*/ 4 w 4"/>
                <a:gd name="T9" fmla="*/ 0 h 1"/>
              </a:gdLst>
              <a:ahLst/>
              <a:cxnLst>
                <a:cxn ang="0">
                  <a:pos x="T0" y="T1"/>
                </a:cxn>
                <a:cxn ang="0">
                  <a:pos x="T2" y="T3"/>
                </a:cxn>
                <a:cxn ang="0">
                  <a:pos x="T4" y="T5"/>
                </a:cxn>
                <a:cxn ang="0">
                  <a:pos x="T6" y="T7"/>
                </a:cxn>
                <a:cxn ang="0">
                  <a:pos x="T8" y="T9"/>
                </a:cxn>
              </a:cxnLst>
              <a:rect l="0" t="0" r="r" b="b"/>
              <a:pathLst>
                <a:path w="4" h="1">
                  <a:moveTo>
                    <a:pt x="4" y="0"/>
                  </a:moveTo>
                  <a:cubicBezTo>
                    <a:pt x="3" y="0"/>
                    <a:pt x="3" y="0"/>
                    <a:pt x="2" y="1"/>
                  </a:cubicBezTo>
                  <a:cubicBezTo>
                    <a:pt x="1" y="1"/>
                    <a:pt x="0" y="1"/>
                    <a:pt x="0" y="1"/>
                  </a:cubicBezTo>
                  <a:cubicBezTo>
                    <a:pt x="1" y="1"/>
                    <a:pt x="1" y="0"/>
                    <a:pt x="2"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6" name="Freeform 3224">
              <a:extLst>
                <a:ext uri="{FF2B5EF4-FFF2-40B4-BE49-F238E27FC236}">
                  <a16:creationId xmlns:a16="http://schemas.microsoft.com/office/drawing/2014/main" id="{EA1ED71E-7B52-C522-8C96-CF1B34FDF02D}"/>
                </a:ext>
              </a:extLst>
            </p:cNvPr>
            <p:cNvSpPr>
              <a:spLocks/>
            </p:cNvSpPr>
            <p:nvPr/>
          </p:nvSpPr>
          <p:spPr bwMode="auto">
            <a:xfrm rot="5094805">
              <a:off x="2099340" y="200824"/>
              <a:ext cx="11426" cy="4570"/>
            </a:xfrm>
            <a:custGeom>
              <a:avLst/>
              <a:gdLst>
                <a:gd name="T0" fmla="*/ 5 w 5"/>
                <a:gd name="T1" fmla="*/ 0 h 2"/>
                <a:gd name="T2" fmla="*/ 3 w 5"/>
                <a:gd name="T3" fmla="*/ 2 h 2"/>
                <a:gd name="T4" fmla="*/ 0 w 5"/>
                <a:gd name="T5" fmla="*/ 2 h 2"/>
                <a:gd name="T6" fmla="*/ 3 w 5"/>
                <a:gd name="T7" fmla="*/ 0 h 2"/>
                <a:gd name="T8" fmla="*/ 5 w 5"/>
                <a:gd name="T9" fmla="*/ 0 h 2"/>
              </a:gdLst>
              <a:ahLst/>
              <a:cxnLst>
                <a:cxn ang="0">
                  <a:pos x="T0" y="T1"/>
                </a:cxn>
                <a:cxn ang="0">
                  <a:pos x="T2" y="T3"/>
                </a:cxn>
                <a:cxn ang="0">
                  <a:pos x="T4" y="T5"/>
                </a:cxn>
                <a:cxn ang="0">
                  <a:pos x="T6" y="T7"/>
                </a:cxn>
                <a:cxn ang="0">
                  <a:pos x="T8" y="T9"/>
                </a:cxn>
              </a:cxnLst>
              <a:rect l="0" t="0" r="r" b="b"/>
              <a:pathLst>
                <a:path w="5" h="2">
                  <a:moveTo>
                    <a:pt x="5" y="0"/>
                  </a:moveTo>
                  <a:cubicBezTo>
                    <a:pt x="4" y="1"/>
                    <a:pt x="4" y="1"/>
                    <a:pt x="3" y="2"/>
                  </a:cubicBezTo>
                  <a:cubicBezTo>
                    <a:pt x="2" y="2"/>
                    <a:pt x="1" y="2"/>
                    <a:pt x="0" y="2"/>
                  </a:cubicBezTo>
                  <a:cubicBezTo>
                    <a:pt x="1" y="1"/>
                    <a:pt x="2" y="0"/>
                    <a:pt x="3" y="0"/>
                  </a:cubicBezTo>
                  <a:cubicBezTo>
                    <a:pt x="4" y="0"/>
                    <a:pt x="4"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7" name="Freeform 3225">
              <a:extLst>
                <a:ext uri="{FF2B5EF4-FFF2-40B4-BE49-F238E27FC236}">
                  <a16:creationId xmlns:a16="http://schemas.microsoft.com/office/drawing/2014/main" id="{F81A2A4D-9C64-520D-5956-F2A7283CD838}"/>
                </a:ext>
              </a:extLst>
            </p:cNvPr>
            <p:cNvSpPr>
              <a:spLocks/>
            </p:cNvSpPr>
            <p:nvPr/>
          </p:nvSpPr>
          <p:spPr bwMode="auto">
            <a:xfrm rot="5094805">
              <a:off x="2178744" y="383015"/>
              <a:ext cx="11426" cy="6856"/>
            </a:xfrm>
            <a:custGeom>
              <a:avLst/>
              <a:gdLst>
                <a:gd name="T0" fmla="*/ 3 w 5"/>
                <a:gd name="T1" fmla="*/ 0 h 3"/>
                <a:gd name="T2" fmla="*/ 5 w 5"/>
                <a:gd name="T3" fmla="*/ 1 h 3"/>
                <a:gd name="T4" fmla="*/ 2 w 5"/>
                <a:gd name="T5" fmla="*/ 3 h 3"/>
                <a:gd name="T6" fmla="*/ 1 w 5"/>
                <a:gd name="T7" fmla="*/ 2 h 3"/>
                <a:gd name="T8" fmla="*/ 3 w 5"/>
                <a:gd name="T9" fmla="*/ 0 h 3"/>
              </a:gdLst>
              <a:ahLst/>
              <a:cxnLst>
                <a:cxn ang="0">
                  <a:pos x="T0" y="T1"/>
                </a:cxn>
                <a:cxn ang="0">
                  <a:pos x="T2" y="T3"/>
                </a:cxn>
                <a:cxn ang="0">
                  <a:pos x="T4" y="T5"/>
                </a:cxn>
                <a:cxn ang="0">
                  <a:pos x="T6" y="T7"/>
                </a:cxn>
                <a:cxn ang="0">
                  <a:pos x="T8" y="T9"/>
                </a:cxn>
              </a:cxnLst>
              <a:rect l="0" t="0" r="r" b="b"/>
              <a:pathLst>
                <a:path w="5" h="3">
                  <a:moveTo>
                    <a:pt x="3" y="0"/>
                  </a:moveTo>
                  <a:cubicBezTo>
                    <a:pt x="3" y="0"/>
                    <a:pt x="4" y="1"/>
                    <a:pt x="5" y="1"/>
                  </a:cubicBezTo>
                  <a:cubicBezTo>
                    <a:pt x="4" y="1"/>
                    <a:pt x="3" y="2"/>
                    <a:pt x="2" y="3"/>
                  </a:cubicBezTo>
                  <a:cubicBezTo>
                    <a:pt x="1" y="2"/>
                    <a:pt x="0" y="2"/>
                    <a:pt x="1" y="2"/>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8" name="Freeform 3226">
              <a:extLst>
                <a:ext uri="{FF2B5EF4-FFF2-40B4-BE49-F238E27FC236}">
                  <a16:creationId xmlns:a16="http://schemas.microsoft.com/office/drawing/2014/main" id="{333C5AFA-06F6-0C30-CAD6-52EA49021927}"/>
                </a:ext>
              </a:extLst>
            </p:cNvPr>
            <p:cNvSpPr>
              <a:spLocks/>
            </p:cNvSpPr>
            <p:nvPr/>
          </p:nvSpPr>
          <p:spPr bwMode="auto">
            <a:xfrm rot="5094805">
              <a:off x="2250385" y="569335"/>
              <a:ext cx="11426" cy="6856"/>
            </a:xfrm>
            <a:custGeom>
              <a:avLst/>
              <a:gdLst>
                <a:gd name="T0" fmla="*/ 4 w 4"/>
                <a:gd name="T1" fmla="*/ 2 h 3"/>
                <a:gd name="T2" fmla="*/ 0 w 4"/>
                <a:gd name="T3" fmla="*/ 3 h 3"/>
                <a:gd name="T4" fmla="*/ 0 w 4"/>
                <a:gd name="T5" fmla="*/ 1 h 3"/>
                <a:gd name="T6" fmla="*/ 3 w 4"/>
                <a:gd name="T7" fmla="*/ 0 h 3"/>
                <a:gd name="T8" fmla="*/ 4 w 4"/>
                <a:gd name="T9" fmla="*/ 2 h 3"/>
              </a:gdLst>
              <a:ahLst/>
              <a:cxnLst>
                <a:cxn ang="0">
                  <a:pos x="T0" y="T1"/>
                </a:cxn>
                <a:cxn ang="0">
                  <a:pos x="T2" y="T3"/>
                </a:cxn>
                <a:cxn ang="0">
                  <a:pos x="T4" y="T5"/>
                </a:cxn>
                <a:cxn ang="0">
                  <a:pos x="T6" y="T7"/>
                </a:cxn>
                <a:cxn ang="0">
                  <a:pos x="T8" y="T9"/>
                </a:cxn>
              </a:cxnLst>
              <a:rect l="0" t="0" r="r" b="b"/>
              <a:pathLst>
                <a:path w="4" h="3">
                  <a:moveTo>
                    <a:pt x="4" y="2"/>
                  </a:moveTo>
                  <a:cubicBezTo>
                    <a:pt x="3" y="3"/>
                    <a:pt x="2" y="3"/>
                    <a:pt x="0" y="3"/>
                  </a:cubicBezTo>
                  <a:cubicBezTo>
                    <a:pt x="0" y="3"/>
                    <a:pt x="0" y="2"/>
                    <a:pt x="0" y="1"/>
                  </a:cubicBezTo>
                  <a:cubicBezTo>
                    <a:pt x="1" y="1"/>
                    <a:pt x="2" y="0"/>
                    <a:pt x="3" y="0"/>
                  </a:cubicBezTo>
                  <a:cubicBezTo>
                    <a:pt x="3" y="0"/>
                    <a:pt x="4"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9" name="Freeform 3227">
              <a:extLst>
                <a:ext uri="{FF2B5EF4-FFF2-40B4-BE49-F238E27FC236}">
                  <a16:creationId xmlns:a16="http://schemas.microsoft.com/office/drawing/2014/main" id="{52F260CC-FA22-B603-D077-46184F613ADB}"/>
                </a:ext>
              </a:extLst>
            </p:cNvPr>
            <p:cNvSpPr>
              <a:spLocks/>
            </p:cNvSpPr>
            <p:nvPr/>
          </p:nvSpPr>
          <p:spPr bwMode="auto">
            <a:xfrm rot="5094805">
              <a:off x="2315103" y="754084"/>
              <a:ext cx="9140" cy="9140"/>
            </a:xfrm>
            <a:custGeom>
              <a:avLst/>
              <a:gdLst>
                <a:gd name="T0" fmla="*/ 4 w 4"/>
                <a:gd name="T1" fmla="*/ 2 h 4"/>
                <a:gd name="T2" fmla="*/ 3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3"/>
                    <a:pt x="3" y="4"/>
                  </a:cubicBezTo>
                  <a:cubicBezTo>
                    <a:pt x="2" y="3"/>
                    <a:pt x="1" y="3"/>
                    <a:pt x="0" y="2"/>
                  </a:cubicBezTo>
                  <a:cubicBezTo>
                    <a:pt x="1" y="1"/>
                    <a:pt x="1" y="0"/>
                    <a:pt x="2" y="0"/>
                  </a:cubicBezTo>
                  <a:cubicBezTo>
                    <a:pt x="3" y="0"/>
                    <a:pt x="4"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0" name="Freeform 3228">
              <a:extLst>
                <a:ext uri="{FF2B5EF4-FFF2-40B4-BE49-F238E27FC236}">
                  <a16:creationId xmlns:a16="http://schemas.microsoft.com/office/drawing/2014/main" id="{8BE69B78-86C8-311E-47E2-1B7DA6F960E1}"/>
                </a:ext>
              </a:extLst>
            </p:cNvPr>
            <p:cNvSpPr>
              <a:spLocks/>
            </p:cNvSpPr>
            <p:nvPr/>
          </p:nvSpPr>
          <p:spPr bwMode="auto">
            <a:xfrm rot="5094805">
              <a:off x="2378574" y="937695"/>
              <a:ext cx="9140" cy="11426"/>
            </a:xfrm>
            <a:custGeom>
              <a:avLst/>
              <a:gdLst>
                <a:gd name="T0" fmla="*/ 2 w 4"/>
                <a:gd name="T1" fmla="*/ 0 h 5"/>
                <a:gd name="T2" fmla="*/ 4 w 4"/>
                <a:gd name="T3" fmla="*/ 2 h 5"/>
                <a:gd name="T4" fmla="*/ 2 w 4"/>
                <a:gd name="T5" fmla="*/ 5 h 5"/>
                <a:gd name="T6" fmla="*/ 0 w 4"/>
                <a:gd name="T7" fmla="*/ 2 h 5"/>
                <a:gd name="T8" fmla="*/ 2 w 4"/>
                <a:gd name="T9" fmla="*/ 0 h 5"/>
              </a:gdLst>
              <a:ahLst/>
              <a:cxnLst>
                <a:cxn ang="0">
                  <a:pos x="T0" y="T1"/>
                </a:cxn>
                <a:cxn ang="0">
                  <a:pos x="T2" y="T3"/>
                </a:cxn>
                <a:cxn ang="0">
                  <a:pos x="T4" y="T5"/>
                </a:cxn>
                <a:cxn ang="0">
                  <a:pos x="T6" y="T7"/>
                </a:cxn>
                <a:cxn ang="0">
                  <a:pos x="T8" y="T9"/>
                </a:cxn>
              </a:cxnLst>
              <a:rect l="0" t="0" r="r" b="b"/>
              <a:pathLst>
                <a:path w="4" h="5">
                  <a:moveTo>
                    <a:pt x="2" y="0"/>
                  </a:moveTo>
                  <a:cubicBezTo>
                    <a:pt x="3" y="0"/>
                    <a:pt x="4" y="1"/>
                    <a:pt x="4" y="2"/>
                  </a:cubicBezTo>
                  <a:cubicBezTo>
                    <a:pt x="3" y="3"/>
                    <a:pt x="3" y="4"/>
                    <a:pt x="2" y="5"/>
                  </a:cubicBezTo>
                  <a:cubicBezTo>
                    <a:pt x="1" y="4"/>
                    <a:pt x="0" y="3"/>
                    <a:pt x="0" y="2"/>
                  </a:cubicBezTo>
                  <a:cubicBezTo>
                    <a:pt x="0"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1" name="Freeform 3229">
              <a:extLst>
                <a:ext uri="{FF2B5EF4-FFF2-40B4-BE49-F238E27FC236}">
                  <a16:creationId xmlns:a16="http://schemas.microsoft.com/office/drawing/2014/main" id="{61963481-6BE9-6759-3BD7-99AD6C29AAEA}"/>
                </a:ext>
              </a:extLst>
            </p:cNvPr>
            <p:cNvSpPr>
              <a:spLocks/>
            </p:cNvSpPr>
            <p:nvPr/>
          </p:nvSpPr>
          <p:spPr bwMode="auto">
            <a:xfrm rot="5094805">
              <a:off x="2694450" y="3849171"/>
              <a:ext cx="13710" cy="22850"/>
            </a:xfrm>
            <a:custGeom>
              <a:avLst/>
              <a:gdLst>
                <a:gd name="T0" fmla="*/ 0 w 5"/>
                <a:gd name="T1" fmla="*/ 4 h 9"/>
                <a:gd name="T2" fmla="*/ 2 w 5"/>
                <a:gd name="T3" fmla="*/ 0 h 9"/>
                <a:gd name="T4" fmla="*/ 5 w 5"/>
                <a:gd name="T5" fmla="*/ 6 h 9"/>
                <a:gd name="T6" fmla="*/ 2 w 5"/>
                <a:gd name="T7" fmla="*/ 8 h 9"/>
                <a:gd name="T8" fmla="*/ 0 w 5"/>
                <a:gd name="T9" fmla="*/ 4 h 9"/>
              </a:gdLst>
              <a:ahLst/>
              <a:cxnLst>
                <a:cxn ang="0">
                  <a:pos x="T0" y="T1"/>
                </a:cxn>
                <a:cxn ang="0">
                  <a:pos x="T2" y="T3"/>
                </a:cxn>
                <a:cxn ang="0">
                  <a:pos x="T4" y="T5"/>
                </a:cxn>
                <a:cxn ang="0">
                  <a:pos x="T6" y="T7"/>
                </a:cxn>
                <a:cxn ang="0">
                  <a:pos x="T8" y="T9"/>
                </a:cxn>
              </a:cxnLst>
              <a:rect l="0" t="0" r="r" b="b"/>
              <a:pathLst>
                <a:path w="5" h="9">
                  <a:moveTo>
                    <a:pt x="0" y="4"/>
                  </a:moveTo>
                  <a:cubicBezTo>
                    <a:pt x="1" y="3"/>
                    <a:pt x="1" y="2"/>
                    <a:pt x="2" y="0"/>
                  </a:cubicBezTo>
                  <a:cubicBezTo>
                    <a:pt x="3" y="2"/>
                    <a:pt x="4" y="4"/>
                    <a:pt x="5" y="6"/>
                  </a:cubicBezTo>
                  <a:cubicBezTo>
                    <a:pt x="4" y="7"/>
                    <a:pt x="3" y="9"/>
                    <a:pt x="2" y="8"/>
                  </a:cubicBezTo>
                  <a:cubicBezTo>
                    <a:pt x="1" y="8"/>
                    <a:pt x="1"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2" name="Freeform 3230">
              <a:extLst>
                <a:ext uri="{FF2B5EF4-FFF2-40B4-BE49-F238E27FC236}">
                  <a16:creationId xmlns:a16="http://schemas.microsoft.com/office/drawing/2014/main" id="{7DAC147B-5D36-396A-2AA3-702916C8A974}"/>
                </a:ext>
              </a:extLst>
            </p:cNvPr>
            <p:cNvSpPr>
              <a:spLocks/>
            </p:cNvSpPr>
            <p:nvPr/>
          </p:nvSpPr>
          <p:spPr bwMode="auto">
            <a:xfrm rot="5094805">
              <a:off x="2670209" y="3654248"/>
              <a:ext cx="9140" cy="22850"/>
            </a:xfrm>
            <a:custGeom>
              <a:avLst/>
              <a:gdLst>
                <a:gd name="T0" fmla="*/ 0 w 4"/>
                <a:gd name="T1" fmla="*/ 4 h 9"/>
                <a:gd name="T2" fmla="*/ 2 w 4"/>
                <a:gd name="T3" fmla="*/ 0 h 9"/>
                <a:gd name="T4" fmla="*/ 4 w 4"/>
                <a:gd name="T5" fmla="*/ 7 h 9"/>
                <a:gd name="T6" fmla="*/ 2 w 4"/>
                <a:gd name="T7" fmla="*/ 8 h 9"/>
                <a:gd name="T8" fmla="*/ 0 w 4"/>
                <a:gd name="T9" fmla="*/ 4 h 9"/>
              </a:gdLst>
              <a:ahLst/>
              <a:cxnLst>
                <a:cxn ang="0">
                  <a:pos x="T0" y="T1"/>
                </a:cxn>
                <a:cxn ang="0">
                  <a:pos x="T2" y="T3"/>
                </a:cxn>
                <a:cxn ang="0">
                  <a:pos x="T4" y="T5"/>
                </a:cxn>
                <a:cxn ang="0">
                  <a:pos x="T6" y="T7"/>
                </a:cxn>
                <a:cxn ang="0">
                  <a:pos x="T8" y="T9"/>
                </a:cxn>
              </a:cxnLst>
              <a:rect l="0" t="0" r="r" b="b"/>
              <a:pathLst>
                <a:path w="4" h="9">
                  <a:moveTo>
                    <a:pt x="0" y="4"/>
                  </a:moveTo>
                  <a:cubicBezTo>
                    <a:pt x="1" y="3"/>
                    <a:pt x="1" y="1"/>
                    <a:pt x="2" y="0"/>
                  </a:cubicBezTo>
                  <a:cubicBezTo>
                    <a:pt x="3" y="3"/>
                    <a:pt x="4" y="5"/>
                    <a:pt x="4" y="7"/>
                  </a:cubicBezTo>
                  <a:cubicBezTo>
                    <a:pt x="4" y="7"/>
                    <a:pt x="3" y="9"/>
                    <a:pt x="2" y="8"/>
                  </a:cubicBezTo>
                  <a:cubicBezTo>
                    <a:pt x="1" y="8"/>
                    <a:pt x="0" y="5"/>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3" name="Freeform 3231">
              <a:extLst>
                <a:ext uri="{FF2B5EF4-FFF2-40B4-BE49-F238E27FC236}">
                  <a16:creationId xmlns:a16="http://schemas.microsoft.com/office/drawing/2014/main" id="{E29A35CE-3AF6-303F-6970-CF94118BF3E8}"/>
                </a:ext>
              </a:extLst>
            </p:cNvPr>
            <p:cNvSpPr>
              <a:spLocks/>
            </p:cNvSpPr>
            <p:nvPr/>
          </p:nvSpPr>
          <p:spPr bwMode="auto">
            <a:xfrm rot="5094805">
              <a:off x="2678960" y="3457327"/>
              <a:ext cx="9140" cy="20566"/>
            </a:xfrm>
            <a:custGeom>
              <a:avLst/>
              <a:gdLst>
                <a:gd name="T0" fmla="*/ 4 w 4"/>
                <a:gd name="T1" fmla="*/ 8 h 8"/>
                <a:gd name="T2" fmla="*/ 0 w 4"/>
                <a:gd name="T3" fmla="*/ 7 h 8"/>
                <a:gd name="T4" fmla="*/ 0 w 4"/>
                <a:gd name="T5" fmla="*/ 1 h 8"/>
                <a:gd name="T6" fmla="*/ 3 w 4"/>
                <a:gd name="T7" fmla="*/ 1 h 8"/>
                <a:gd name="T8" fmla="*/ 4 w 4"/>
                <a:gd name="T9" fmla="*/ 8 h 8"/>
              </a:gdLst>
              <a:ahLst/>
              <a:cxnLst>
                <a:cxn ang="0">
                  <a:pos x="T0" y="T1"/>
                </a:cxn>
                <a:cxn ang="0">
                  <a:pos x="T2" y="T3"/>
                </a:cxn>
                <a:cxn ang="0">
                  <a:pos x="T4" y="T5"/>
                </a:cxn>
                <a:cxn ang="0">
                  <a:pos x="T6" y="T7"/>
                </a:cxn>
                <a:cxn ang="0">
                  <a:pos x="T8" y="T9"/>
                </a:cxn>
              </a:cxnLst>
              <a:rect l="0" t="0" r="r" b="b"/>
              <a:pathLst>
                <a:path w="4" h="8">
                  <a:moveTo>
                    <a:pt x="4" y="8"/>
                  </a:moveTo>
                  <a:cubicBezTo>
                    <a:pt x="3" y="8"/>
                    <a:pt x="2" y="7"/>
                    <a:pt x="0" y="7"/>
                  </a:cubicBezTo>
                  <a:cubicBezTo>
                    <a:pt x="0" y="7"/>
                    <a:pt x="0" y="2"/>
                    <a:pt x="0" y="1"/>
                  </a:cubicBezTo>
                  <a:cubicBezTo>
                    <a:pt x="1" y="0"/>
                    <a:pt x="2" y="0"/>
                    <a:pt x="3" y="1"/>
                  </a:cubicBezTo>
                  <a:cubicBezTo>
                    <a:pt x="3" y="2"/>
                    <a:pt x="4" y="5"/>
                    <a:pt x="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4" name="Freeform 3232">
              <a:extLst>
                <a:ext uri="{FF2B5EF4-FFF2-40B4-BE49-F238E27FC236}">
                  <a16:creationId xmlns:a16="http://schemas.microsoft.com/office/drawing/2014/main" id="{B527625F-3068-0F62-A150-BBDC63BA523B}"/>
                </a:ext>
              </a:extLst>
            </p:cNvPr>
            <p:cNvSpPr>
              <a:spLocks/>
            </p:cNvSpPr>
            <p:nvPr/>
          </p:nvSpPr>
          <p:spPr bwMode="auto">
            <a:xfrm rot="5094805">
              <a:off x="2711098" y="3252487"/>
              <a:ext cx="11426" cy="18280"/>
            </a:xfrm>
            <a:custGeom>
              <a:avLst/>
              <a:gdLst>
                <a:gd name="T0" fmla="*/ 2 w 5"/>
                <a:gd name="T1" fmla="*/ 8 h 8"/>
                <a:gd name="T2" fmla="*/ 0 w 5"/>
                <a:gd name="T3" fmla="*/ 3 h 8"/>
                <a:gd name="T4" fmla="*/ 4 w 5"/>
                <a:gd name="T5" fmla="*/ 0 h 8"/>
                <a:gd name="T6" fmla="*/ 5 w 5"/>
                <a:gd name="T7" fmla="*/ 6 h 8"/>
                <a:gd name="T8" fmla="*/ 2 w 5"/>
                <a:gd name="T9" fmla="*/ 8 h 8"/>
              </a:gdLst>
              <a:ahLst/>
              <a:cxnLst>
                <a:cxn ang="0">
                  <a:pos x="T0" y="T1"/>
                </a:cxn>
                <a:cxn ang="0">
                  <a:pos x="T2" y="T3"/>
                </a:cxn>
                <a:cxn ang="0">
                  <a:pos x="T4" y="T5"/>
                </a:cxn>
                <a:cxn ang="0">
                  <a:pos x="T6" y="T7"/>
                </a:cxn>
                <a:cxn ang="0">
                  <a:pos x="T8" y="T9"/>
                </a:cxn>
              </a:cxnLst>
              <a:rect l="0" t="0" r="r" b="b"/>
              <a:pathLst>
                <a:path w="5" h="8">
                  <a:moveTo>
                    <a:pt x="2" y="8"/>
                  </a:moveTo>
                  <a:cubicBezTo>
                    <a:pt x="2" y="6"/>
                    <a:pt x="1" y="4"/>
                    <a:pt x="0" y="3"/>
                  </a:cubicBezTo>
                  <a:cubicBezTo>
                    <a:pt x="1" y="2"/>
                    <a:pt x="2" y="1"/>
                    <a:pt x="4" y="0"/>
                  </a:cubicBezTo>
                  <a:cubicBezTo>
                    <a:pt x="4" y="2"/>
                    <a:pt x="5" y="5"/>
                    <a:pt x="5" y="6"/>
                  </a:cubicBezTo>
                  <a:cubicBezTo>
                    <a:pt x="5" y="8"/>
                    <a:pt x="3" y="7"/>
                    <a:pt x="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5" name="Freeform 3233">
              <a:extLst>
                <a:ext uri="{FF2B5EF4-FFF2-40B4-BE49-F238E27FC236}">
                  <a16:creationId xmlns:a16="http://schemas.microsoft.com/office/drawing/2014/main" id="{E6C31B70-2C8E-8280-84B0-1938CA124397}"/>
                </a:ext>
              </a:extLst>
            </p:cNvPr>
            <p:cNvSpPr>
              <a:spLocks/>
            </p:cNvSpPr>
            <p:nvPr/>
          </p:nvSpPr>
          <p:spPr bwMode="auto">
            <a:xfrm rot="5094805">
              <a:off x="2764858" y="3042295"/>
              <a:ext cx="13710" cy="22850"/>
            </a:xfrm>
            <a:custGeom>
              <a:avLst/>
              <a:gdLst>
                <a:gd name="T0" fmla="*/ 0 w 5"/>
                <a:gd name="T1" fmla="*/ 3 h 9"/>
                <a:gd name="T2" fmla="*/ 2 w 5"/>
                <a:gd name="T3" fmla="*/ 0 h 9"/>
                <a:gd name="T4" fmla="*/ 5 w 5"/>
                <a:gd name="T5" fmla="*/ 8 h 9"/>
                <a:gd name="T6" fmla="*/ 2 w 5"/>
                <a:gd name="T7" fmla="*/ 8 h 9"/>
                <a:gd name="T8" fmla="*/ 0 w 5"/>
                <a:gd name="T9" fmla="*/ 3 h 9"/>
              </a:gdLst>
              <a:ahLst/>
              <a:cxnLst>
                <a:cxn ang="0">
                  <a:pos x="T0" y="T1"/>
                </a:cxn>
                <a:cxn ang="0">
                  <a:pos x="T2" y="T3"/>
                </a:cxn>
                <a:cxn ang="0">
                  <a:pos x="T4" y="T5"/>
                </a:cxn>
                <a:cxn ang="0">
                  <a:pos x="T6" y="T7"/>
                </a:cxn>
                <a:cxn ang="0">
                  <a:pos x="T8" y="T9"/>
                </a:cxn>
              </a:cxnLst>
              <a:rect l="0" t="0" r="r" b="b"/>
              <a:pathLst>
                <a:path w="5" h="9">
                  <a:moveTo>
                    <a:pt x="0" y="3"/>
                  </a:moveTo>
                  <a:cubicBezTo>
                    <a:pt x="1" y="2"/>
                    <a:pt x="2" y="1"/>
                    <a:pt x="2" y="0"/>
                  </a:cubicBezTo>
                  <a:cubicBezTo>
                    <a:pt x="3" y="3"/>
                    <a:pt x="4" y="5"/>
                    <a:pt x="5" y="8"/>
                  </a:cubicBezTo>
                  <a:cubicBezTo>
                    <a:pt x="4" y="8"/>
                    <a:pt x="3" y="9"/>
                    <a:pt x="2" y="8"/>
                  </a:cubicBezTo>
                  <a:cubicBezTo>
                    <a:pt x="2" y="8"/>
                    <a:pt x="1" y="5"/>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6" name="Freeform 3234">
              <a:extLst>
                <a:ext uri="{FF2B5EF4-FFF2-40B4-BE49-F238E27FC236}">
                  <a16:creationId xmlns:a16="http://schemas.microsoft.com/office/drawing/2014/main" id="{9AD4DDD5-108A-E91C-06C9-5F0C24B30972}"/>
                </a:ext>
              </a:extLst>
            </p:cNvPr>
            <p:cNvSpPr>
              <a:spLocks/>
            </p:cNvSpPr>
            <p:nvPr/>
          </p:nvSpPr>
          <p:spPr bwMode="auto">
            <a:xfrm rot="5094805">
              <a:off x="2820902" y="2834389"/>
              <a:ext cx="11426" cy="22850"/>
            </a:xfrm>
            <a:custGeom>
              <a:avLst/>
              <a:gdLst>
                <a:gd name="T0" fmla="*/ 5 w 5"/>
                <a:gd name="T1" fmla="*/ 3 h 9"/>
                <a:gd name="T2" fmla="*/ 4 w 5"/>
                <a:gd name="T3" fmla="*/ 9 h 9"/>
                <a:gd name="T4" fmla="*/ 0 w 5"/>
                <a:gd name="T5" fmla="*/ 4 h 9"/>
                <a:gd name="T6" fmla="*/ 2 w 5"/>
                <a:gd name="T7" fmla="*/ 0 h 9"/>
                <a:gd name="T8" fmla="*/ 5 w 5"/>
                <a:gd name="T9" fmla="*/ 3 h 9"/>
              </a:gdLst>
              <a:ahLst/>
              <a:cxnLst>
                <a:cxn ang="0">
                  <a:pos x="T0" y="T1"/>
                </a:cxn>
                <a:cxn ang="0">
                  <a:pos x="T2" y="T3"/>
                </a:cxn>
                <a:cxn ang="0">
                  <a:pos x="T4" y="T5"/>
                </a:cxn>
                <a:cxn ang="0">
                  <a:pos x="T6" y="T7"/>
                </a:cxn>
                <a:cxn ang="0">
                  <a:pos x="T8" y="T9"/>
                </a:cxn>
              </a:cxnLst>
              <a:rect l="0" t="0" r="r" b="b"/>
              <a:pathLst>
                <a:path w="5" h="9">
                  <a:moveTo>
                    <a:pt x="5" y="3"/>
                  </a:moveTo>
                  <a:cubicBezTo>
                    <a:pt x="5" y="5"/>
                    <a:pt x="4" y="7"/>
                    <a:pt x="4" y="9"/>
                  </a:cubicBezTo>
                  <a:cubicBezTo>
                    <a:pt x="3" y="7"/>
                    <a:pt x="2" y="6"/>
                    <a:pt x="0" y="4"/>
                  </a:cubicBezTo>
                  <a:cubicBezTo>
                    <a:pt x="1" y="3"/>
                    <a:pt x="1" y="0"/>
                    <a:pt x="2" y="0"/>
                  </a:cubicBezTo>
                  <a:cubicBezTo>
                    <a:pt x="3" y="0"/>
                    <a:pt x="4" y="2"/>
                    <a:pt x="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7" name="Freeform 3235">
              <a:extLst>
                <a:ext uri="{FF2B5EF4-FFF2-40B4-BE49-F238E27FC236}">
                  <a16:creationId xmlns:a16="http://schemas.microsoft.com/office/drawing/2014/main" id="{9A9BE309-80E7-3AC9-387E-A71F9276638B}"/>
                </a:ext>
              </a:extLst>
            </p:cNvPr>
            <p:cNvSpPr>
              <a:spLocks/>
            </p:cNvSpPr>
            <p:nvPr/>
          </p:nvSpPr>
          <p:spPr bwMode="auto">
            <a:xfrm rot="5094805">
              <a:off x="2862347" y="2628729"/>
              <a:ext cx="13710" cy="25135"/>
            </a:xfrm>
            <a:custGeom>
              <a:avLst/>
              <a:gdLst>
                <a:gd name="T0" fmla="*/ 0 w 5"/>
                <a:gd name="T1" fmla="*/ 4 h 10"/>
                <a:gd name="T2" fmla="*/ 2 w 5"/>
                <a:gd name="T3" fmla="*/ 0 h 10"/>
                <a:gd name="T4" fmla="*/ 5 w 5"/>
                <a:gd name="T5" fmla="*/ 8 h 10"/>
                <a:gd name="T6" fmla="*/ 2 w 5"/>
                <a:gd name="T7" fmla="*/ 9 h 10"/>
                <a:gd name="T8" fmla="*/ 0 w 5"/>
                <a:gd name="T9" fmla="*/ 4 h 10"/>
              </a:gdLst>
              <a:ahLst/>
              <a:cxnLst>
                <a:cxn ang="0">
                  <a:pos x="T0" y="T1"/>
                </a:cxn>
                <a:cxn ang="0">
                  <a:pos x="T2" y="T3"/>
                </a:cxn>
                <a:cxn ang="0">
                  <a:pos x="T4" y="T5"/>
                </a:cxn>
                <a:cxn ang="0">
                  <a:pos x="T6" y="T7"/>
                </a:cxn>
                <a:cxn ang="0">
                  <a:pos x="T8" y="T9"/>
                </a:cxn>
              </a:cxnLst>
              <a:rect l="0" t="0" r="r" b="b"/>
              <a:pathLst>
                <a:path w="5" h="10">
                  <a:moveTo>
                    <a:pt x="0" y="4"/>
                  </a:moveTo>
                  <a:cubicBezTo>
                    <a:pt x="1" y="3"/>
                    <a:pt x="1" y="1"/>
                    <a:pt x="2" y="0"/>
                  </a:cubicBezTo>
                  <a:cubicBezTo>
                    <a:pt x="3" y="3"/>
                    <a:pt x="4" y="6"/>
                    <a:pt x="5" y="8"/>
                  </a:cubicBezTo>
                  <a:cubicBezTo>
                    <a:pt x="4" y="9"/>
                    <a:pt x="3" y="10"/>
                    <a:pt x="2" y="9"/>
                  </a:cubicBezTo>
                  <a:cubicBezTo>
                    <a:pt x="1" y="9"/>
                    <a:pt x="1"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8" name="Freeform 3236">
              <a:extLst>
                <a:ext uri="{FF2B5EF4-FFF2-40B4-BE49-F238E27FC236}">
                  <a16:creationId xmlns:a16="http://schemas.microsoft.com/office/drawing/2014/main" id="{6E0515A1-067F-EC5C-B0DA-AEB03B96D011}"/>
                </a:ext>
              </a:extLst>
            </p:cNvPr>
            <p:cNvSpPr>
              <a:spLocks/>
            </p:cNvSpPr>
            <p:nvPr/>
          </p:nvSpPr>
          <p:spPr bwMode="auto">
            <a:xfrm rot="5094805">
              <a:off x="2878765" y="2427786"/>
              <a:ext cx="11426" cy="22850"/>
            </a:xfrm>
            <a:custGeom>
              <a:avLst/>
              <a:gdLst>
                <a:gd name="T0" fmla="*/ 5 w 5"/>
                <a:gd name="T1" fmla="*/ 9 h 9"/>
                <a:gd name="T2" fmla="*/ 1 w 5"/>
                <a:gd name="T3" fmla="*/ 8 h 9"/>
                <a:gd name="T4" fmla="*/ 1 w 5"/>
                <a:gd name="T5" fmla="*/ 2 h 9"/>
                <a:gd name="T6" fmla="*/ 3 w 5"/>
                <a:gd name="T7" fmla="*/ 1 h 9"/>
                <a:gd name="T8" fmla="*/ 5 w 5"/>
                <a:gd name="T9" fmla="*/ 9 h 9"/>
              </a:gdLst>
              <a:ahLst/>
              <a:cxnLst>
                <a:cxn ang="0">
                  <a:pos x="T0" y="T1"/>
                </a:cxn>
                <a:cxn ang="0">
                  <a:pos x="T2" y="T3"/>
                </a:cxn>
                <a:cxn ang="0">
                  <a:pos x="T4" y="T5"/>
                </a:cxn>
                <a:cxn ang="0">
                  <a:pos x="T6" y="T7"/>
                </a:cxn>
                <a:cxn ang="0">
                  <a:pos x="T8" y="T9"/>
                </a:cxn>
              </a:cxnLst>
              <a:rect l="0" t="0" r="r" b="b"/>
              <a:pathLst>
                <a:path w="5" h="9">
                  <a:moveTo>
                    <a:pt x="5" y="9"/>
                  </a:moveTo>
                  <a:cubicBezTo>
                    <a:pt x="4" y="9"/>
                    <a:pt x="2" y="9"/>
                    <a:pt x="1" y="8"/>
                  </a:cubicBezTo>
                  <a:cubicBezTo>
                    <a:pt x="1" y="8"/>
                    <a:pt x="0" y="3"/>
                    <a:pt x="1" y="2"/>
                  </a:cubicBezTo>
                  <a:cubicBezTo>
                    <a:pt x="1" y="1"/>
                    <a:pt x="3" y="0"/>
                    <a:pt x="3" y="1"/>
                  </a:cubicBezTo>
                  <a:cubicBezTo>
                    <a:pt x="4" y="2"/>
                    <a:pt x="4" y="5"/>
                    <a:pt x="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9" name="Freeform 3237">
              <a:extLst>
                <a:ext uri="{FF2B5EF4-FFF2-40B4-BE49-F238E27FC236}">
                  <a16:creationId xmlns:a16="http://schemas.microsoft.com/office/drawing/2014/main" id="{8B62F100-3552-BA08-C6DE-B9A69FBD0B66}"/>
                </a:ext>
              </a:extLst>
            </p:cNvPr>
            <p:cNvSpPr>
              <a:spLocks/>
            </p:cNvSpPr>
            <p:nvPr/>
          </p:nvSpPr>
          <p:spPr bwMode="auto">
            <a:xfrm rot="5094805">
              <a:off x="2848921" y="2231917"/>
              <a:ext cx="13710" cy="27420"/>
            </a:xfrm>
            <a:custGeom>
              <a:avLst/>
              <a:gdLst>
                <a:gd name="T0" fmla="*/ 5 w 5"/>
                <a:gd name="T1" fmla="*/ 6 h 11"/>
                <a:gd name="T2" fmla="*/ 3 w 5"/>
                <a:gd name="T3" fmla="*/ 11 h 11"/>
                <a:gd name="T4" fmla="*/ 0 w 5"/>
                <a:gd name="T5" fmla="*/ 3 h 11"/>
                <a:gd name="T6" fmla="*/ 3 w 5"/>
                <a:gd name="T7" fmla="*/ 0 h 11"/>
                <a:gd name="T8" fmla="*/ 5 w 5"/>
                <a:gd name="T9" fmla="*/ 6 h 11"/>
              </a:gdLst>
              <a:ahLst/>
              <a:cxnLst>
                <a:cxn ang="0">
                  <a:pos x="T0" y="T1"/>
                </a:cxn>
                <a:cxn ang="0">
                  <a:pos x="T2" y="T3"/>
                </a:cxn>
                <a:cxn ang="0">
                  <a:pos x="T4" y="T5"/>
                </a:cxn>
                <a:cxn ang="0">
                  <a:pos x="T6" y="T7"/>
                </a:cxn>
                <a:cxn ang="0">
                  <a:pos x="T8" y="T9"/>
                </a:cxn>
              </a:cxnLst>
              <a:rect l="0" t="0" r="r" b="b"/>
              <a:pathLst>
                <a:path w="5" h="11">
                  <a:moveTo>
                    <a:pt x="5" y="6"/>
                  </a:moveTo>
                  <a:cubicBezTo>
                    <a:pt x="4" y="8"/>
                    <a:pt x="3" y="9"/>
                    <a:pt x="3" y="11"/>
                  </a:cubicBezTo>
                  <a:cubicBezTo>
                    <a:pt x="2" y="8"/>
                    <a:pt x="1" y="6"/>
                    <a:pt x="0" y="3"/>
                  </a:cubicBezTo>
                  <a:cubicBezTo>
                    <a:pt x="1" y="2"/>
                    <a:pt x="2" y="0"/>
                    <a:pt x="3" y="0"/>
                  </a:cubicBezTo>
                  <a:cubicBezTo>
                    <a:pt x="3" y="1"/>
                    <a:pt x="4" y="4"/>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0" name="Freeform 3238">
              <a:extLst>
                <a:ext uri="{FF2B5EF4-FFF2-40B4-BE49-F238E27FC236}">
                  <a16:creationId xmlns:a16="http://schemas.microsoft.com/office/drawing/2014/main" id="{EAA3983C-877E-E33D-D2AD-338468CB7709}"/>
                </a:ext>
              </a:extLst>
            </p:cNvPr>
            <p:cNvSpPr>
              <a:spLocks/>
            </p:cNvSpPr>
            <p:nvPr/>
          </p:nvSpPr>
          <p:spPr bwMode="auto">
            <a:xfrm rot="5094805">
              <a:off x="2783915" y="2042916"/>
              <a:ext cx="9140" cy="27420"/>
            </a:xfrm>
            <a:custGeom>
              <a:avLst/>
              <a:gdLst>
                <a:gd name="T0" fmla="*/ 2 w 4"/>
                <a:gd name="T1" fmla="*/ 0 h 11"/>
                <a:gd name="T2" fmla="*/ 4 w 4"/>
                <a:gd name="T3" fmla="*/ 5 h 11"/>
                <a:gd name="T4" fmla="*/ 2 w 4"/>
                <a:gd name="T5" fmla="*/ 11 h 11"/>
                <a:gd name="T6" fmla="*/ 0 w 4"/>
                <a:gd name="T7" fmla="*/ 5 h 11"/>
                <a:gd name="T8" fmla="*/ 2 w 4"/>
                <a:gd name="T9" fmla="*/ 0 h 11"/>
              </a:gdLst>
              <a:ahLst/>
              <a:cxnLst>
                <a:cxn ang="0">
                  <a:pos x="T0" y="T1"/>
                </a:cxn>
                <a:cxn ang="0">
                  <a:pos x="T2" y="T3"/>
                </a:cxn>
                <a:cxn ang="0">
                  <a:pos x="T4" y="T5"/>
                </a:cxn>
                <a:cxn ang="0">
                  <a:pos x="T6" y="T7"/>
                </a:cxn>
                <a:cxn ang="0">
                  <a:pos x="T8" y="T9"/>
                </a:cxn>
              </a:cxnLst>
              <a:rect l="0" t="0" r="r" b="b"/>
              <a:pathLst>
                <a:path w="4" h="11">
                  <a:moveTo>
                    <a:pt x="2" y="0"/>
                  </a:moveTo>
                  <a:cubicBezTo>
                    <a:pt x="3" y="2"/>
                    <a:pt x="4" y="3"/>
                    <a:pt x="4" y="5"/>
                  </a:cubicBezTo>
                  <a:cubicBezTo>
                    <a:pt x="4" y="7"/>
                    <a:pt x="3" y="9"/>
                    <a:pt x="2" y="11"/>
                  </a:cubicBezTo>
                  <a:cubicBezTo>
                    <a:pt x="1" y="9"/>
                    <a:pt x="0" y="6"/>
                    <a:pt x="0" y="5"/>
                  </a:cubicBezTo>
                  <a:cubicBezTo>
                    <a:pt x="0" y="3"/>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1" name="Freeform 3239">
              <a:extLst>
                <a:ext uri="{FF2B5EF4-FFF2-40B4-BE49-F238E27FC236}">
                  <a16:creationId xmlns:a16="http://schemas.microsoft.com/office/drawing/2014/main" id="{5F559862-2BA8-8838-F7AD-DB6F16E23BB0}"/>
                </a:ext>
              </a:extLst>
            </p:cNvPr>
            <p:cNvSpPr>
              <a:spLocks/>
            </p:cNvSpPr>
            <p:nvPr/>
          </p:nvSpPr>
          <p:spPr bwMode="auto">
            <a:xfrm rot="5094805">
              <a:off x="2714753" y="1860955"/>
              <a:ext cx="9140" cy="22850"/>
            </a:xfrm>
            <a:custGeom>
              <a:avLst/>
              <a:gdLst>
                <a:gd name="T0" fmla="*/ 4 w 4"/>
                <a:gd name="T1" fmla="*/ 3 h 10"/>
                <a:gd name="T2" fmla="*/ 3 w 4"/>
                <a:gd name="T3" fmla="*/ 10 h 10"/>
                <a:gd name="T4" fmla="*/ 0 w 4"/>
                <a:gd name="T5" fmla="*/ 7 h 10"/>
                <a:gd name="T6" fmla="*/ 1 w 4"/>
                <a:gd name="T7" fmla="*/ 1 h 10"/>
                <a:gd name="T8" fmla="*/ 4 w 4"/>
                <a:gd name="T9" fmla="*/ 3 h 10"/>
              </a:gdLst>
              <a:ahLst/>
              <a:cxnLst>
                <a:cxn ang="0">
                  <a:pos x="T0" y="T1"/>
                </a:cxn>
                <a:cxn ang="0">
                  <a:pos x="T2" y="T3"/>
                </a:cxn>
                <a:cxn ang="0">
                  <a:pos x="T4" y="T5"/>
                </a:cxn>
                <a:cxn ang="0">
                  <a:pos x="T6" y="T7"/>
                </a:cxn>
                <a:cxn ang="0">
                  <a:pos x="T8" y="T9"/>
                </a:cxn>
              </a:cxnLst>
              <a:rect l="0" t="0" r="r" b="b"/>
              <a:pathLst>
                <a:path w="4" h="10">
                  <a:moveTo>
                    <a:pt x="4" y="3"/>
                  </a:moveTo>
                  <a:cubicBezTo>
                    <a:pt x="3" y="5"/>
                    <a:pt x="3" y="8"/>
                    <a:pt x="3" y="10"/>
                  </a:cubicBezTo>
                  <a:cubicBezTo>
                    <a:pt x="2" y="9"/>
                    <a:pt x="1" y="8"/>
                    <a:pt x="0" y="7"/>
                  </a:cubicBezTo>
                  <a:cubicBezTo>
                    <a:pt x="0" y="5"/>
                    <a:pt x="0" y="2"/>
                    <a:pt x="1" y="1"/>
                  </a:cubicBezTo>
                  <a:cubicBezTo>
                    <a:pt x="2" y="0"/>
                    <a:pt x="3"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2" name="Freeform 3240">
              <a:extLst>
                <a:ext uri="{FF2B5EF4-FFF2-40B4-BE49-F238E27FC236}">
                  <a16:creationId xmlns:a16="http://schemas.microsoft.com/office/drawing/2014/main" id="{28051BF3-349C-33F9-28F1-595E4B265802}"/>
                </a:ext>
              </a:extLst>
            </p:cNvPr>
            <p:cNvSpPr>
              <a:spLocks/>
            </p:cNvSpPr>
            <p:nvPr/>
          </p:nvSpPr>
          <p:spPr bwMode="auto">
            <a:xfrm rot="5094805">
              <a:off x="2640932" y="1674732"/>
              <a:ext cx="11426" cy="25135"/>
            </a:xfrm>
            <a:custGeom>
              <a:avLst/>
              <a:gdLst>
                <a:gd name="T0" fmla="*/ 0 w 5"/>
                <a:gd name="T1" fmla="*/ 5 h 10"/>
                <a:gd name="T2" fmla="*/ 2 w 5"/>
                <a:gd name="T3" fmla="*/ 0 h 10"/>
                <a:gd name="T4" fmla="*/ 5 w 5"/>
                <a:gd name="T5" fmla="*/ 7 h 10"/>
                <a:gd name="T6" fmla="*/ 2 w 5"/>
                <a:gd name="T7" fmla="*/ 9 h 10"/>
                <a:gd name="T8" fmla="*/ 0 w 5"/>
                <a:gd name="T9" fmla="*/ 5 h 10"/>
              </a:gdLst>
              <a:ahLst/>
              <a:cxnLst>
                <a:cxn ang="0">
                  <a:pos x="T0" y="T1"/>
                </a:cxn>
                <a:cxn ang="0">
                  <a:pos x="T2" y="T3"/>
                </a:cxn>
                <a:cxn ang="0">
                  <a:pos x="T4" y="T5"/>
                </a:cxn>
                <a:cxn ang="0">
                  <a:pos x="T6" y="T7"/>
                </a:cxn>
                <a:cxn ang="0">
                  <a:pos x="T8" y="T9"/>
                </a:cxn>
              </a:cxnLst>
              <a:rect l="0" t="0" r="r" b="b"/>
              <a:pathLst>
                <a:path w="5" h="10">
                  <a:moveTo>
                    <a:pt x="0" y="5"/>
                  </a:moveTo>
                  <a:cubicBezTo>
                    <a:pt x="1" y="3"/>
                    <a:pt x="1" y="2"/>
                    <a:pt x="2" y="0"/>
                  </a:cubicBezTo>
                  <a:cubicBezTo>
                    <a:pt x="3" y="2"/>
                    <a:pt x="4" y="5"/>
                    <a:pt x="5" y="7"/>
                  </a:cubicBezTo>
                  <a:cubicBezTo>
                    <a:pt x="4" y="8"/>
                    <a:pt x="3" y="10"/>
                    <a:pt x="2" y="9"/>
                  </a:cubicBezTo>
                  <a:cubicBezTo>
                    <a:pt x="1" y="9"/>
                    <a:pt x="1" y="6"/>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3" name="Freeform 3241">
              <a:extLst>
                <a:ext uri="{FF2B5EF4-FFF2-40B4-BE49-F238E27FC236}">
                  <a16:creationId xmlns:a16="http://schemas.microsoft.com/office/drawing/2014/main" id="{9311A52A-7A65-CF47-E06B-FDF5CFB45B48}"/>
                </a:ext>
              </a:extLst>
            </p:cNvPr>
            <p:cNvSpPr>
              <a:spLocks/>
            </p:cNvSpPr>
            <p:nvPr/>
          </p:nvSpPr>
          <p:spPr bwMode="auto">
            <a:xfrm rot="5094805">
              <a:off x="2570429" y="1489454"/>
              <a:ext cx="11426" cy="22850"/>
            </a:xfrm>
            <a:custGeom>
              <a:avLst/>
              <a:gdLst>
                <a:gd name="T0" fmla="*/ 2 w 4"/>
                <a:gd name="T1" fmla="*/ 9 h 9"/>
                <a:gd name="T2" fmla="*/ 0 w 4"/>
                <a:gd name="T3" fmla="*/ 4 h 9"/>
                <a:gd name="T4" fmla="*/ 3 w 4"/>
                <a:gd name="T5" fmla="*/ 0 h 9"/>
                <a:gd name="T6" fmla="*/ 4 w 4"/>
                <a:gd name="T7" fmla="*/ 6 h 9"/>
                <a:gd name="T8" fmla="*/ 2 w 4"/>
                <a:gd name="T9" fmla="*/ 9 h 9"/>
              </a:gdLst>
              <a:ahLst/>
              <a:cxnLst>
                <a:cxn ang="0">
                  <a:pos x="T0" y="T1"/>
                </a:cxn>
                <a:cxn ang="0">
                  <a:pos x="T2" y="T3"/>
                </a:cxn>
                <a:cxn ang="0">
                  <a:pos x="T4" y="T5"/>
                </a:cxn>
                <a:cxn ang="0">
                  <a:pos x="T6" y="T7"/>
                </a:cxn>
                <a:cxn ang="0">
                  <a:pos x="T8" y="T9"/>
                </a:cxn>
              </a:cxnLst>
              <a:rect l="0" t="0" r="r" b="b"/>
              <a:pathLst>
                <a:path w="4" h="9">
                  <a:moveTo>
                    <a:pt x="2" y="9"/>
                  </a:moveTo>
                  <a:cubicBezTo>
                    <a:pt x="1" y="7"/>
                    <a:pt x="0" y="6"/>
                    <a:pt x="0" y="4"/>
                  </a:cubicBezTo>
                  <a:cubicBezTo>
                    <a:pt x="1" y="3"/>
                    <a:pt x="2" y="1"/>
                    <a:pt x="3" y="0"/>
                  </a:cubicBezTo>
                  <a:cubicBezTo>
                    <a:pt x="3" y="2"/>
                    <a:pt x="4" y="4"/>
                    <a:pt x="4" y="6"/>
                  </a:cubicBezTo>
                  <a:cubicBezTo>
                    <a:pt x="4" y="7"/>
                    <a:pt x="3" y="8"/>
                    <a:pt x="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4" name="Freeform 3242">
              <a:extLst>
                <a:ext uri="{FF2B5EF4-FFF2-40B4-BE49-F238E27FC236}">
                  <a16:creationId xmlns:a16="http://schemas.microsoft.com/office/drawing/2014/main" id="{38F29530-A615-23AC-F721-EA5DBA515243}"/>
                </a:ext>
              </a:extLst>
            </p:cNvPr>
            <p:cNvSpPr>
              <a:spLocks/>
            </p:cNvSpPr>
            <p:nvPr/>
          </p:nvSpPr>
          <p:spPr bwMode="auto">
            <a:xfrm rot="5094805">
              <a:off x="2505819" y="1307086"/>
              <a:ext cx="11426" cy="18280"/>
            </a:xfrm>
            <a:custGeom>
              <a:avLst/>
              <a:gdLst>
                <a:gd name="T0" fmla="*/ 4 w 4"/>
                <a:gd name="T1" fmla="*/ 5 h 8"/>
                <a:gd name="T2" fmla="*/ 2 w 4"/>
                <a:gd name="T3" fmla="*/ 8 h 8"/>
                <a:gd name="T4" fmla="*/ 0 w 4"/>
                <a:gd name="T5" fmla="*/ 3 h 8"/>
                <a:gd name="T6" fmla="*/ 2 w 4"/>
                <a:gd name="T7" fmla="*/ 1 h 8"/>
                <a:gd name="T8" fmla="*/ 4 w 4"/>
                <a:gd name="T9" fmla="*/ 5 h 8"/>
              </a:gdLst>
              <a:ahLst/>
              <a:cxnLst>
                <a:cxn ang="0">
                  <a:pos x="T0" y="T1"/>
                </a:cxn>
                <a:cxn ang="0">
                  <a:pos x="T2" y="T3"/>
                </a:cxn>
                <a:cxn ang="0">
                  <a:pos x="T4" y="T5"/>
                </a:cxn>
                <a:cxn ang="0">
                  <a:pos x="T6" y="T7"/>
                </a:cxn>
                <a:cxn ang="0">
                  <a:pos x="T8" y="T9"/>
                </a:cxn>
              </a:cxnLst>
              <a:rect l="0" t="0" r="r" b="b"/>
              <a:pathLst>
                <a:path w="4" h="8">
                  <a:moveTo>
                    <a:pt x="4" y="5"/>
                  </a:moveTo>
                  <a:cubicBezTo>
                    <a:pt x="3" y="6"/>
                    <a:pt x="3" y="7"/>
                    <a:pt x="2" y="8"/>
                  </a:cubicBezTo>
                  <a:cubicBezTo>
                    <a:pt x="1" y="7"/>
                    <a:pt x="0" y="5"/>
                    <a:pt x="0" y="3"/>
                  </a:cubicBezTo>
                  <a:cubicBezTo>
                    <a:pt x="0" y="2"/>
                    <a:pt x="1" y="0"/>
                    <a:pt x="2" y="1"/>
                  </a:cubicBezTo>
                  <a:cubicBezTo>
                    <a:pt x="3" y="1"/>
                    <a:pt x="3" y="3"/>
                    <a:pt x="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5" name="Freeform 3243">
              <a:extLst>
                <a:ext uri="{FF2B5EF4-FFF2-40B4-BE49-F238E27FC236}">
                  <a16:creationId xmlns:a16="http://schemas.microsoft.com/office/drawing/2014/main" id="{3CF90C3A-4E9C-7AE9-38DB-93FB176D234A}"/>
                </a:ext>
              </a:extLst>
            </p:cNvPr>
            <p:cNvSpPr>
              <a:spLocks/>
            </p:cNvSpPr>
            <p:nvPr/>
          </p:nvSpPr>
          <p:spPr bwMode="auto">
            <a:xfrm rot="5094805">
              <a:off x="2442047" y="1119020"/>
              <a:ext cx="9140" cy="18280"/>
            </a:xfrm>
            <a:custGeom>
              <a:avLst/>
              <a:gdLst>
                <a:gd name="T0" fmla="*/ 4 w 4"/>
                <a:gd name="T1" fmla="*/ 2 h 7"/>
                <a:gd name="T2" fmla="*/ 4 w 4"/>
                <a:gd name="T3" fmla="*/ 7 h 7"/>
                <a:gd name="T4" fmla="*/ 0 w 4"/>
                <a:gd name="T5" fmla="*/ 5 h 7"/>
                <a:gd name="T6" fmla="*/ 2 w 4"/>
                <a:gd name="T7" fmla="*/ 1 h 7"/>
                <a:gd name="T8" fmla="*/ 4 w 4"/>
                <a:gd name="T9" fmla="*/ 2 h 7"/>
              </a:gdLst>
              <a:ahLst/>
              <a:cxnLst>
                <a:cxn ang="0">
                  <a:pos x="T0" y="T1"/>
                </a:cxn>
                <a:cxn ang="0">
                  <a:pos x="T2" y="T3"/>
                </a:cxn>
                <a:cxn ang="0">
                  <a:pos x="T4" y="T5"/>
                </a:cxn>
                <a:cxn ang="0">
                  <a:pos x="T6" y="T7"/>
                </a:cxn>
                <a:cxn ang="0">
                  <a:pos x="T8" y="T9"/>
                </a:cxn>
              </a:cxnLst>
              <a:rect l="0" t="0" r="r" b="b"/>
              <a:pathLst>
                <a:path w="4" h="7">
                  <a:moveTo>
                    <a:pt x="4" y="2"/>
                  </a:moveTo>
                  <a:cubicBezTo>
                    <a:pt x="4" y="3"/>
                    <a:pt x="4" y="5"/>
                    <a:pt x="4" y="7"/>
                  </a:cubicBezTo>
                  <a:cubicBezTo>
                    <a:pt x="3" y="6"/>
                    <a:pt x="2" y="5"/>
                    <a:pt x="0" y="5"/>
                  </a:cubicBezTo>
                  <a:cubicBezTo>
                    <a:pt x="1" y="3"/>
                    <a:pt x="1" y="1"/>
                    <a:pt x="2" y="1"/>
                  </a:cubicBezTo>
                  <a:cubicBezTo>
                    <a:pt x="2" y="0"/>
                    <a:pt x="4"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6" name="Freeform 3244">
              <a:extLst>
                <a:ext uri="{FF2B5EF4-FFF2-40B4-BE49-F238E27FC236}">
                  <a16:creationId xmlns:a16="http://schemas.microsoft.com/office/drawing/2014/main" id="{A70571E2-8D19-5E10-891B-C7986345AE1B}"/>
                </a:ext>
              </a:extLst>
            </p:cNvPr>
            <p:cNvSpPr>
              <a:spLocks/>
            </p:cNvSpPr>
            <p:nvPr/>
          </p:nvSpPr>
          <p:spPr bwMode="auto">
            <a:xfrm rot="5094805">
              <a:off x="3297242" y="6416896"/>
              <a:ext cx="2286" cy="4570"/>
            </a:xfrm>
            <a:custGeom>
              <a:avLst/>
              <a:gdLst>
                <a:gd name="T0" fmla="*/ 1 w 1"/>
                <a:gd name="T1" fmla="*/ 0 h 2"/>
                <a:gd name="T2" fmla="*/ 1 w 1"/>
                <a:gd name="T3" fmla="*/ 2 h 2"/>
                <a:gd name="T4" fmla="*/ 0 w 1"/>
                <a:gd name="T5" fmla="*/ 2 h 2"/>
                <a:gd name="T6" fmla="*/ 0 w 1"/>
                <a:gd name="T7" fmla="*/ 0 h 2"/>
                <a:gd name="T8" fmla="*/ 1 w 1"/>
                <a:gd name="T9" fmla="*/ 0 h 2"/>
              </a:gdLst>
              <a:ahLst/>
              <a:cxnLst>
                <a:cxn ang="0">
                  <a:pos x="T0" y="T1"/>
                </a:cxn>
                <a:cxn ang="0">
                  <a:pos x="T2" y="T3"/>
                </a:cxn>
                <a:cxn ang="0">
                  <a:pos x="T4" y="T5"/>
                </a:cxn>
                <a:cxn ang="0">
                  <a:pos x="T6" y="T7"/>
                </a:cxn>
                <a:cxn ang="0">
                  <a:pos x="T8" y="T9"/>
                </a:cxn>
              </a:cxnLst>
              <a:rect l="0" t="0" r="r" b="b"/>
              <a:pathLst>
                <a:path w="1" h="2">
                  <a:moveTo>
                    <a:pt x="1" y="0"/>
                  </a:moveTo>
                  <a:cubicBezTo>
                    <a:pt x="1" y="1"/>
                    <a:pt x="1" y="2"/>
                    <a:pt x="1" y="2"/>
                  </a:cubicBezTo>
                  <a:cubicBezTo>
                    <a:pt x="0" y="2"/>
                    <a:pt x="0" y="2"/>
                    <a:pt x="0" y="2"/>
                  </a:cubicBezTo>
                  <a:cubicBezTo>
                    <a:pt x="0" y="2"/>
                    <a:pt x="0" y="1"/>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7" name="Freeform 3245">
              <a:extLst>
                <a:ext uri="{FF2B5EF4-FFF2-40B4-BE49-F238E27FC236}">
                  <a16:creationId xmlns:a16="http://schemas.microsoft.com/office/drawing/2014/main" id="{70AA0380-CA8B-3C67-25EC-5C3C9E09D04E}"/>
                </a:ext>
              </a:extLst>
            </p:cNvPr>
            <p:cNvSpPr>
              <a:spLocks/>
            </p:cNvSpPr>
            <p:nvPr/>
          </p:nvSpPr>
          <p:spPr bwMode="auto">
            <a:xfrm rot="5094805">
              <a:off x="3205011" y="6232302"/>
              <a:ext cx="4570" cy="2286"/>
            </a:xfrm>
            <a:custGeom>
              <a:avLst/>
              <a:gdLst>
                <a:gd name="T0" fmla="*/ 2 w 2"/>
                <a:gd name="T1" fmla="*/ 0 h 1"/>
                <a:gd name="T2" fmla="*/ 1 w 2"/>
                <a:gd name="T3" fmla="*/ 1 h 1"/>
                <a:gd name="T4" fmla="*/ 0 w 2"/>
                <a:gd name="T5" fmla="*/ 1 h 1"/>
                <a:gd name="T6" fmla="*/ 1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2" y="1"/>
                    <a:pt x="1" y="1"/>
                  </a:cubicBezTo>
                  <a:cubicBezTo>
                    <a:pt x="1" y="1"/>
                    <a:pt x="0" y="1"/>
                    <a:pt x="0" y="1"/>
                  </a:cubicBezTo>
                  <a:cubicBezTo>
                    <a:pt x="0" y="1"/>
                    <a:pt x="1" y="0"/>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8" name="Freeform 3246">
              <a:extLst>
                <a:ext uri="{FF2B5EF4-FFF2-40B4-BE49-F238E27FC236}">
                  <a16:creationId xmlns:a16="http://schemas.microsoft.com/office/drawing/2014/main" id="{57F6EABC-5A11-18B8-7D1F-125C8B9525DA}"/>
                </a:ext>
              </a:extLst>
            </p:cNvPr>
            <p:cNvSpPr>
              <a:spLocks/>
            </p:cNvSpPr>
            <p:nvPr/>
          </p:nvSpPr>
          <p:spPr bwMode="auto">
            <a:xfrm rot="5094805">
              <a:off x="3153758" y="6041980"/>
              <a:ext cx="2286" cy="4570"/>
            </a:xfrm>
            <a:custGeom>
              <a:avLst/>
              <a:gdLst>
                <a:gd name="T0" fmla="*/ 1 w 1"/>
                <a:gd name="T1" fmla="*/ 2 h 2"/>
                <a:gd name="T2" fmla="*/ 0 w 1"/>
                <a:gd name="T3" fmla="*/ 2 h 2"/>
                <a:gd name="T4" fmla="*/ 0 w 1"/>
                <a:gd name="T5" fmla="*/ 0 h 2"/>
                <a:gd name="T6" fmla="*/ 1 w 1"/>
                <a:gd name="T7" fmla="*/ 1 h 2"/>
                <a:gd name="T8" fmla="*/ 1 w 1"/>
                <a:gd name="T9" fmla="*/ 2 h 2"/>
              </a:gdLst>
              <a:ahLst/>
              <a:cxnLst>
                <a:cxn ang="0">
                  <a:pos x="T0" y="T1"/>
                </a:cxn>
                <a:cxn ang="0">
                  <a:pos x="T2" y="T3"/>
                </a:cxn>
                <a:cxn ang="0">
                  <a:pos x="T4" y="T5"/>
                </a:cxn>
                <a:cxn ang="0">
                  <a:pos x="T6" y="T7"/>
                </a:cxn>
                <a:cxn ang="0">
                  <a:pos x="T8" y="T9"/>
                </a:cxn>
              </a:cxnLst>
              <a:rect l="0" t="0" r="r" b="b"/>
              <a:pathLst>
                <a:path w="1" h="2">
                  <a:moveTo>
                    <a:pt x="1" y="2"/>
                  </a:moveTo>
                  <a:cubicBezTo>
                    <a:pt x="0" y="2"/>
                    <a:pt x="0" y="2"/>
                    <a:pt x="0" y="2"/>
                  </a:cubicBezTo>
                  <a:cubicBezTo>
                    <a:pt x="0" y="1"/>
                    <a:pt x="0" y="1"/>
                    <a:pt x="0" y="0"/>
                  </a:cubicBezTo>
                  <a:cubicBezTo>
                    <a:pt x="1" y="1"/>
                    <a:pt x="1" y="1"/>
                    <a:pt x="1" y="1"/>
                  </a:cubicBezTo>
                  <a:cubicBezTo>
                    <a:pt x="1" y="1"/>
                    <a:pt x="1"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9" name="Freeform 3247">
              <a:extLst>
                <a:ext uri="{FF2B5EF4-FFF2-40B4-BE49-F238E27FC236}">
                  <a16:creationId xmlns:a16="http://schemas.microsoft.com/office/drawing/2014/main" id="{2F91F07D-E689-6351-1623-199778D012BD}"/>
                </a:ext>
              </a:extLst>
            </p:cNvPr>
            <p:cNvSpPr>
              <a:spLocks/>
            </p:cNvSpPr>
            <p:nvPr/>
          </p:nvSpPr>
          <p:spPr bwMode="auto">
            <a:xfrm rot="5094805">
              <a:off x="3123808" y="5848300"/>
              <a:ext cx="6856" cy="2286"/>
            </a:xfrm>
            <a:custGeom>
              <a:avLst/>
              <a:gdLst>
                <a:gd name="T0" fmla="*/ 2 w 3"/>
                <a:gd name="T1" fmla="*/ 0 h 1"/>
                <a:gd name="T2" fmla="*/ 2 w 3"/>
                <a:gd name="T3" fmla="*/ 1 h 1"/>
                <a:gd name="T4" fmla="*/ 2 w 3"/>
                <a:gd name="T5" fmla="*/ 1 h 1"/>
                <a:gd name="T6" fmla="*/ 0 w 3"/>
                <a:gd name="T7" fmla="*/ 0 h 1"/>
                <a:gd name="T8" fmla="*/ 2 w 3"/>
                <a:gd name="T9" fmla="*/ 0 h 1"/>
              </a:gdLst>
              <a:ahLst/>
              <a:cxnLst>
                <a:cxn ang="0">
                  <a:pos x="T0" y="T1"/>
                </a:cxn>
                <a:cxn ang="0">
                  <a:pos x="T2" y="T3"/>
                </a:cxn>
                <a:cxn ang="0">
                  <a:pos x="T4" y="T5"/>
                </a:cxn>
                <a:cxn ang="0">
                  <a:pos x="T6" y="T7"/>
                </a:cxn>
                <a:cxn ang="0">
                  <a:pos x="T8" y="T9"/>
                </a:cxn>
              </a:cxnLst>
              <a:rect l="0" t="0" r="r" b="b"/>
              <a:pathLst>
                <a:path w="3" h="1">
                  <a:moveTo>
                    <a:pt x="2" y="0"/>
                  </a:moveTo>
                  <a:cubicBezTo>
                    <a:pt x="2" y="0"/>
                    <a:pt x="2" y="0"/>
                    <a:pt x="2" y="1"/>
                  </a:cubicBezTo>
                  <a:cubicBezTo>
                    <a:pt x="3" y="1"/>
                    <a:pt x="2" y="1"/>
                    <a:pt x="2" y="1"/>
                  </a:cubicBezTo>
                  <a:cubicBezTo>
                    <a:pt x="1" y="1"/>
                    <a:pt x="1" y="1"/>
                    <a:pt x="0" y="0"/>
                  </a:cubicBezTo>
                  <a:cubicBezTo>
                    <a:pt x="0"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0" name="Freeform 3248">
              <a:extLst>
                <a:ext uri="{FF2B5EF4-FFF2-40B4-BE49-F238E27FC236}">
                  <a16:creationId xmlns:a16="http://schemas.microsoft.com/office/drawing/2014/main" id="{7E28A115-A5CD-F6DB-BB1C-78F3E6ABFBC7}"/>
                </a:ext>
              </a:extLst>
            </p:cNvPr>
            <p:cNvSpPr>
              <a:spLocks/>
            </p:cNvSpPr>
            <p:nvPr/>
          </p:nvSpPr>
          <p:spPr bwMode="auto">
            <a:xfrm rot="5094805">
              <a:off x="3111043" y="5652257"/>
              <a:ext cx="4570" cy="4570"/>
            </a:xfrm>
            <a:custGeom>
              <a:avLst/>
              <a:gdLst>
                <a:gd name="T0" fmla="*/ 2 w 2"/>
                <a:gd name="T1" fmla="*/ 1 h 2"/>
                <a:gd name="T2" fmla="*/ 1 w 2"/>
                <a:gd name="T3" fmla="*/ 2 h 2"/>
                <a:gd name="T4" fmla="*/ 0 w 2"/>
                <a:gd name="T5" fmla="*/ 1 h 2"/>
                <a:gd name="T6" fmla="*/ 1 w 2"/>
                <a:gd name="T7" fmla="*/ 0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2"/>
                    <a:pt x="1" y="2"/>
                  </a:cubicBezTo>
                  <a:cubicBezTo>
                    <a:pt x="1" y="2"/>
                    <a:pt x="0" y="1"/>
                    <a:pt x="0" y="1"/>
                  </a:cubicBezTo>
                  <a:cubicBezTo>
                    <a:pt x="1" y="1"/>
                    <a:pt x="1" y="1"/>
                    <a:pt x="1" y="0"/>
                  </a:cubicBezTo>
                  <a:cubicBezTo>
                    <a:pt x="2" y="1"/>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1" name="Freeform 3249">
              <a:extLst>
                <a:ext uri="{FF2B5EF4-FFF2-40B4-BE49-F238E27FC236}">
                  <a16:creationId xmlns:a16="http://schemas.microsoft.com/office/drawing/2014/main" id="{877CBCBE-0C95-6892-9732-4E7DC523A339}"/>
                </a:ext>
              </a:extLst>
            </p:cNvPr>
            <p:cNvSpPr>
              <a:spLocks/>
            </p:cNvSpPr>
            <p:nvPr/>
          </p:nvSpPr>
          <p:spPr bwMode="auto">
            <a:xfrm rot="5094805">
              <a:off x="3107373" y="5457487"/>
              <a:ext cx="6856" cy="2286"/>
            </a:xfrm>
            <a:custGeom>
              <a:avLst/>
              <a:gdLst>
                <a:gd name="T0" fmla="*/ 1 w 2"/>
                <a:gd name="T1" fmla="*/ 0 h 1"/>
                <a:gd name="T2" fmla="*/ 2 w 2"/>
                <a:gd name="T3" fmla="*/ 1 h 1"/>
                <a:gd name="T4" fmla="*/ 1 w 2"/>
                <a:gd name="T5" fmla="*/ 1 h 1"/>
                <a:gd name="T6" fmla="*/ 0 w 2"/>
                <a:gd name="T7" fmla="*/ 0 h 1"/>
                <a:gd name="T8" fmla="*/ 1 w 2"/>
                <a:gd name="T9" fmla="*/ 0 h 1"/>
              </a:gdLst>
              <a:ahLst/>
              <a:cxnLst>
                <a:cxn ang="0">
                  <a:pos x="T0" y="T1"/>
                </a:cxn>
                <a:cxn ang="0">
                  <a:pos x="T2" y="T3"/>
                </a:cxn>
                <a:cxn ang="0">
                  <a:pos x="T4" y="T5"/>
                </a:cxn>
                <a:cxn ang="0">
                  <a:pos x="T6" y="T7"/>
                </a:cxn>
                <a:cxn ang="0">
                  <a:pos x="T8" y="T9"/>
                </a:cxn>
              </a:cxnLst>
              <a:rect l="0" t="0" r="r" b="b"/>
              <a:pathLst>
                <a:path w="2" h="1">
                  <a:moveTo>
                    <a:pt x="1" y="0"/>
                  </a:moveTo>
                  <a:cubicBezTo>
                    <a:pt x="1" y="0"/>
                    <a:pt x="1" y="1"/>
                    <a:pt x="2" y="1"/>
                  </a:cubicBezTo>
                  <a:cubicBezTo>
                    <a:pt x="2" y="1"/>
                    <a:pt x="1" y="1"/>
                    <a:pt x="1" y="1"/>
                  </a:cubicBezTo>
                  <a:cubicBezTo>
                    <a:pt x="0" y="1"/>
                    <a:pt x="0"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2" name="Freeform 3250">
              <a:extLst>
                <a:ext uri="{FF2B5EF4-FFF2-40B4-BE49-F238E27FC236}">
                  <a16:creationId xmlns:a16="http://schemas.microsoft.com/office/drawing/2014/main" id="{D90CBC7B-DF61-F1E4-E477-CA6404175682}"/>
                </a:ext>
              </a:extLst>
            </p:cNvPr>
            <p:cNvSpPr>
              <a:spLocks/>
            </p:cNvSpPr>
            <p:nvPr/>
          </p:nvSpPr>
          <p:spPr bwMode="auto">
            <a:xfrm rot="5094805">
              <a:off x="3118303" y="5258183"/>
              <a:ext cx="4570" cy="2286"/>
            </a:xfrm>
            <a:custGeom>
              <a:avLst/>
              <a:gdLst>
                <a:gd name="T0" fmla="*/ 2 w 2"/>
                <a:gd name="T1" fmla="*/ 0 h 1"/>
                <a:gd name="T2" fmla="*/ 1 w 2"/>
                <a:gd name="T3" fmla="*/ 1 h 1"/>
                <a:gd name="T4" fmla="*/ 0 w 2"/>
                <a:gd name="T5" fmla="*/ 0 h 1"/>
                <a:gd name="T6" fmla="*/ 1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1" y="1"/>
                    <a:pt x="1" y="1"/>
                  </a:cubicBezTo>
                  <a:cubicBezTo>
                    <a:pt x="1" y="1"/>
                    <a:pt x="0" y="1"/>
                    <a:pt x="0" y="0"/>
                  </a:cubicBezTo>
                  <a:cubicBezTo>
                    <a:pt x="0" y="0"/>
                    <a:pt x="1" y="0"/>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3" name="Freeform 3251">
              <a:extLst>
                <a:ext uri="{FF2B5EF4-FFF2-40B4-BE49-F238E27FC236}">
                  <a16:creationId xmlns:a16="http://schemas.microsoft.com/office/drawing/2014/main" id="{01E7A9BD-D1A8-CC20-DA41-2050B4BBF26A}"/>
                </a:ext>
              </a:extLst>
            </p:cNvPr>
            <p:cNvSpPr>
              <a:spLocks/>
            </p:cNvSpPr>
            <p:nvPr/>
          </p:nvSpPr>
          <p:spPr bwMode="auto">
            <a:xfrm rot="5094805">
              <a:off x="3138435" y="5057964"/>
              <a:ext cx="4570" cy="4570"/>
            </a:xfrm>
            <a:custGeom>
              <a:avLst/>
              <a:gdLst>
                <a:gd name="T0" fmla="*/ 2 w 2"/>
                <a:gd name="T1" fmla="*/ 0 h 1"/>
                <a:gd name="T2" fmla="*/ 1 w 2"/>
                <a:gd name="T3" fmla="*/ 1 h 1"/>
                <a:gd name="T4" fmla="*/ 0 w 2"/>
                <a:gd name="T5" fmla="*/ 0 h 1"/>
                <a:gd name="T6" fmla="*/ 1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1" y="1"/>
                    <a:pt x="1" y="1"/>
                  </a:cubicBezTo>
                  <a:cubicBezTo>
                    <a:pt x="1" y="1"/>
                    <a:pt x="0" y="0"/>
                    <a:pt x="0" y="0"/>
                  </a:cubicBezTo>
                  <a:cubicBezTo>
                    <a:pt x="0" y="0"/>
                    <a:pt x="0" y="0"/>
                    <a:pt x="1" y="0"/>
                  </a:cubicBezTo>
                  <a:cubicBezTo>
                    <a:pt x="1"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4" name="Freeform 3252">
              <a:extLst>
                <a:ext uri="{FF2B5EF4-FFF2-40B4-BE49-F238E27FC236}">
                  <a16:creationId xmlns:a16="http://schemas.microsoft.com/office/drawing/2014/main" id="{CA2CE9B0-3523-C8DD-8739-F2F1044E9750}"/>
                </a:ext>
              </a:extLst>
            </p:cNvPr>
            <p:cNvSpPr>
              <a:spLocks/>
            </p:cNvSpPr>
            <p:nvPr/>
          </p:nvSpPr>
          <p:spPr bwMode="auto">
            <a:xfrm rot="5094805">
              <a:off x="3167468" y="4856944"/>
              <a:ext cx="4570" cy="2286"/>
            </a:xfrm>
            <a:custGeom>
              <a:avLst/>
              <a:gdLst>
                <a:gd name="T0" fmla="*/ 2 w 2"/>
                <a:gd name="T1" fmla="*/ 1 h 1"/>
                <a:gd name="T2" fmla="*/ 1 w 2"/>
                <a:gd name="T3" fmla="*/ 1 h 1"/>
                <a:gd name="T4" fmla="*/ 0 w 2"/>
                <a:gd name="T5" fmla="*/ 1 h 1"/>
                <a:gd name="T6" fmla="*/ 1 w 2"/>
                <a:gd name="T7" fmla="*/ 0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1"/>
                    <a:pt x="1" y="1"/>
                    <a:pt x="1" y="1"/>
                  </a:cubicBezTo>
                  <a:cubicBezTo>
                    <a:pt x="0" y="1"/>
                    <a:pt x="0" y="1"/>
                    <a:pt x="0" y="1"/>
                  </a:cubicBezTo>
                  <a:cubicBezTo>
                    <a:pt x="0" y="0"/>
                    <a:pt x="0" y="0"/>
                    <a:pt x="1" y="0"/>
                  </a:cubicBezTo>
                  <a:cubicBezTo>
                    <a:pt x="1" y="0"/>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5" name="Freeform 3253">
              <a:extLst>
                <a:ext uri="{FF2B5EF4-FFF2-40B4-BE49-F238E27FC236}">
                  <a16:creationId xmlns:a16="http://schemas.microsoft.com/office/drawing/2014/main" id="{90353092-DCA9-89D3-CBDD-61D8E12D2A4E}"/>
                </a:ext>
              </a:extLst>
            </p:cNvPr>
            <p:cNvSpPr>
              <a:spLocks/>
            </p:cNvSpPr>
            <p:nvPr/>
          </p:nvSpPr>
          <p:spPr bwMode="auto">
            <a:xfrm rot="5094805">
              <a:off x="3201051" y="4653233"/>
              <a:ext cx="4570" cy="4570"/>
            </a:xfrm>
            <a:custGeom>
              <a:avLst/>
              <a:gdLst>
                <a:gd name="T0" fmla="*/ 2 w 2"/>
                <a:gd name="T1" fmla="*/ 1 h 2"/>
                <a:gd name="T2" fmla="*/ 1 w 2"/>
                <a:gd name="T3" fmla="*/ 2 h 2"/>
                <a:gd name="T4" fmla="*/ 0 w 2"/>
                <a:gd name="T5" fmla="*/ 1 h 2"/>
                <a:gd name="T6" fmla="*/ 1 w 2"/>
                <a:gd name="T7" fmla="*/ 0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1"/>
                    <a:pt x="1" y="2"/>
                  </a:cubicBezTo>
                  <a:cubicBezTo>
                    <a:pt x="1" y="1"/>
                    <a:pt x="0" y="1"/>
                    <a:pt x="0" y="1"/>
                  </a:cubicBezTo>
                  <a:cubicBezTo>
                    <a:pt x="0" y="1"/>
                    <a:pt x="1" y="0"/>
                    <a:pt x="1" y="0"/>
                  </a:cubicBezTo>
                  <a:cubicBezTo>
                    <a:pt x="1"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6" name="Freeform 3254">
              <a:extLst>
                <a:ext uri="{FF2B5EF4-FFF2-40B4-BE49-F238E27FC236}">
                  <a16:creationId xmlns:a16="http://schemas.microsoft.com/office/drawing/2014/main" id="{E28D64E2-79B9-5535-DCD4-A91810FD730F}"/>
                </a:ext>
              </a:extLst>
            </p:cNvPr>
            <p:cNvSpPr>
              <a:spLocks/>
            </p:cNvSpPr>
            <p:nvPr/>
          </p:nvSpPr>
          <p:spPr bwMode="auto">
            <a:xfrm rot="5094805">
              <a:off x="3233498" y="4450766"/>
              <a:ext cx="4570" cy="4570"/>
            </a:xfrm>
            <a:custGeom>
              <a:avLst/>
              <a:gdLst>
                <a:gd name="T0" fmla="*/ 1 w 2"/>
                <a:gd name="T1" fmla="*/ 0 h 2"/>
                <a:gd name="T2" fmla="*/ 2 w 2"/>
                <a:gd name="T3" fmla="*/ 2 h 2"/>
                <a:gd name="T4" fmla="*/ 1 w 2"/>
                <a:gd name="T5" fmla="*/ 2 h 2"/>
                <a:gd name="T6" fmla="*/ 0 w 2"/>
                <a:gd name="T7" fmla="*/ 0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2" y="1"/>
                    <a:pt x="2" y="2"/>
                  </a:cubicBezTo>
                  <a:cubicBezTo>
                    <a:pt x="2" y="2"/>
                    <a:pt x="1" y="2"/>
                    <a:pt x="1" y="2"/>
                  </a:cubicBezTo>
                  <a:cubicBezTo>
                    <a:pt x="0" y="1"/>
                    <a:pt x="0" y="1"/>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7" name="Freeform 3255">
              <a:extLst>
                <a:ext uri="{FF2B5EF4-FFF2-40B4-BE49-F238E27FC236}">
                  <a16:creationId xmlns:a16="http://schemas.microsoft.com/office/drawing/2014/main" id="{F632C6F6-5E6B-3738-13BA-9B6194E2AE04}"/>
                </a:ext>
              </a:extLst>
            </p:cNvPr>
            <p:cNvSpPr>
              <a:spLocks/>
            </p:cNvSpPr>
            <p:nvPr/>
          </p:nvSpPr>
          <p:spPr bwMode="auto">
            <a:xfrm rot="5094805">
              <a:off x="3267082" y="4247054"/>
              <a:ext cx="4570" cy="6856"/>
            </a:xfrm>
            <a:custGeom>
              <a:avLst/>
              <a:gdLst>
                <a:gd name="T0" fmla="*/ 1 w 2"/>
                <a:gd name="T1" fmla="*/ 0 h 3"/>
                <a:gd name="T2" fmla="*/ 2 w 2"/>
                <a:gd name="T3" fmla="*/ 2 h 3"/>
                <a:gd name="T4" fmla="*/ 2 w 2"/>
                <a:gd name="T5" fmla="*/ 3 h 3"/>
                <a:gd name="T6" fmla="*/ 0 w 2"/>
                <a:gd name="T7" fmla="*/ 0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2" y="1"/>
                    <a:pt x="2" y="1"/>
                    <a:pt x="2" y="2"/>
                  </a:cubicBezTo>
                  <a:cubicBezTo>
                    <a:pt x="2" y="3"/>
                    <a:pt x="2" y="3"/>
                    <a:pt x="2" y="3"/>
                  </a:cubicBezTo>
                  <a:cubicBezTo>
                    <a:pt x="1" y="2"/>
                    <a:pt x="1" y="1"/>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8" name="Freeform 3256">
              <a:extLst>
                <a:ext uri="{FF2B5EF4-FFF2-40B4-BE49-F238E27FC236}">
                  <a16:creationId xmlns:a16="http://schemas.microsoft.com/office/drawing/2014/main" id="{7E971797-3C10-89BE-CD6A-93A87EF592C9}"/>
                </a:ext>
              </a:extLst>
            </p:cNvPr>
            <p:cNvSpPr>
              <a:spLocks/>
            </p:cNvSpPr>
            <p:nvPr/>
          </p:nvSpPr>
          <p:spPr bwMode="auto">
            <a:xfrm rot="5094805">
              <a:off x="3297253" y="4042506"/>
              <a:ext cx="4570" cy="11426"/>
            </a:xfrm>
            <a:custGeom>
              <a:avLst/>
              <a:gdLst>
                <a:gd name="T0" fmla="*/ 1 w 2"/>
                <a:gd name="T1" fmla="*/ 0 h 4"/>
                <a:gd name="T2" fmla="*/ 2 w 2"/>
                <a:gd name="T3" fmla="*/ 3 h 4"/>
                <a:gd name="T4" fmla="*/ 1 w 2"/>
                <a:gd name="T5" fmla="*/ 4 h 4"/>
                <a:gd name="T6" fmla="*/ 0 w 2"/>
                <a:gd name="T7" fmla="*/ 1 h 4"/>
                <a:gd name="T8" fmla="*/ 1 w 2"/>
                <a:gd name="T9" fmla="*/ 0 h 4"/>
              </a:gdLst>
              <a:ahLst/>
              <a:cxnLst>
                <a:cxn ang="0">
                  <a:pos x="T0" y="T1"/>
                </a:cxn>
                <a:cxn ang="0">
                  <a:pos x="T2" y="T3"/>
                </a:cxn>
                <a:cxn ang="0">
                  <a:pos x="T4" y="T5"/>
                </a:cxn>
                <a:cxn ang="0">
                  <a:pos x="T6" y="T7"/>
                </a:cxn>
                <a:cxn ang="0">
                  <a:pos x="T8" y="T9"/>
                </a:cxn>
              </a:cxnLst>
              <a:rect l="0" t="0" r="r" b="b"/>
              <a:pathLst>
                <a:path w="2" h="4">
                  <a:moveTo>
                    <a:pt x="1" y="0"/>
                  </a:moveTo>
                  <a:cubicBezTo>
                    <a:pt x="1" y="1"/>
                    <a:pt x="2" y="2"/>
                    <a:pt x="2" y="3"/>
                  </a:cubicBezTo>
                  <a:cubicBezTo>
                    <a:pt x="2" y="4"/>
                    <a:pt x="2" y="4"/>
                    <a:pt x="1" y="4"/>
                  </a:cubicBezTo>
                  <a:cubicBezTo>
                    <a:pt x="1" y="3"/>
                    <a:pt x="0" y="2"/>
                    <a:pt x="0" y="1"/>
                  </a:cubicBezTo>
                  <a:cubicBezTo>
                    <a:pt x="0"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9" name="Freeform 3257">
              <a:extLst>
                <a:ext uri="{FF2B5EF4-FFF2-40B4-BE49-F238E27FC236}">
                  <a16:creationId xmlns:a16="http://schemas.microsoft.com/office/drawing/2014/main" id="{4E45952E-56A8-DEC3-35C6-3C752ED218A8}"/>
                </a:ext>
              </a:extLst>
            </p:cNvPr>
            <p:cNvSpPr>
              <a:spLocks/>
            </p:cNvSpPr>
            <p:nvPr/>
          </p:nvSpPr>
          <p:spPr bwMode="auto">
            <a:xfrm rot="5094805">
              <a:off x="3323073" y="3842923"/>
              <a:ext cx="4570" cy="11426"/>
            </a:xfrm>
            <a:custGeom>
              <a:avLst/>
              <a:gdLst>
                <a:gd name="T0" fmla="*/ 1 w 2"/>
                <a:gd name="T1" fmla="*/ 0 h 5"/>
                <a:gd name="T2" fmla="*/ 2 w 2"/>
                <a:gd name="T3" fmla="*/ 4 h 5"/>
                <a:gd name="T4" fmla="*/ 1 w 2"/>
                <a:gd name="T5" fmla="*/ 5 h 5"/>
                <a:gd name="T6" fmla="*/ 0 w 2"/>
                <a:gd name="T7" fmla="*/ 1 h 5"/>
                <a:gd name="T8" fmla="*/ 1 w 2"/>
                <a:gd name="T9" fmla="*/ 0 h 5"/>
              </a:gdLst>
              <a:ahLst/>
              <a:cxnLst>
                <a:cxn ang="0">
                  <a:pos x="T0" y="T1"/>
                </a:cxn>
                <a:cxn ang="0">
                  <a:pos x="T2" y="T3"/>
                </a:cxn>
                <a:cxn ang="0">
                  <a:pos x="T4" y="T5"/>
                </a:cxn>
                <a:cxn ang="0">
                  <a:pos x="T6" y="T7"/>
                </a:cxn>
                <a:cxn ang="0">
                  <a:pos x="T8" y="T9"/>
                </a:cxn>
              </a:cxnLst>
              <a:rect l="0" t="0" r="r" b="b"/>
              <a:pathLst>
                <a:path w="2" h="5">
                  <a:moveTo>
                    <a:pt x="1" y="0"/>
                  </a:moveTo>
                  <a:cubicBezTo>
                    <a:pt x="1" y="1"/>
                    <a:pt x="2" y="3"/>
                    <a:pt x="2" y="4"/>
                  </a:cubicBezTo>
                  <a:cubicBezTo>
                    <a:pt x="2" y="4"/>
                    <a:pt x="1" y="5"/>
                    <a:pt x="1" y="5"/>
                  </a:cubicBezTo>
                  <a:cubicBezTo>
                    <a:pt x="1" y="4"/>
                    <a:pt x="0" y="2"/>
                    <a:pt x="0" y="1"/>
                  </a:cubicBezTo>
                  <a:cubicBezTo>
                    <a:pt x="0" y="1"/>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0" name="Freeform 3258">
              <a:extLst>
                <a:ext uri="{FF2B5EF4-FFF2-40B4-BE49-F238E27FC236}">
                  <a16:creationId xmlns:a16="http://schemas.microsoft.com/office/drawing/2014/main" id="{E9A9E7C8-CA08-AD70-A351-9DE242335DB2}"/>
                </a:ext>
              </a:extLst>
            </p:cNvPr>
            <p:cNvSpPr>
              <a:spLocks/>
            </p:cNvSpPr>
            <p:nvPr/>
          </p:nvSpPr>
          <p:spPr bwMode="auto">
            <a:xfrm rot="5094805">
              <a:off x="3416670" y="6598759"/>
              <a:ext cx="6856" cy="4570"/>
            </a:xfrm>
            <a:custGeom>
              <a:avLst/>
              <a:gdLst>
                <a:gd name="T0" fmla="*/ 2 w 2"/>
                <a:gd name="T1" fmla="*/ 0 h 2"/>
                <a:gd name="T2" fmla="*/ 1 w 2"/>
                <a:gd name="T3" fmla="*/ 2 h 2"/>
                <a:gd name="T4" fmla="*/ 0 w 2"/>
                <a:gd name="T5" fmla="*/ 2 h 2"/>
                <a:gd name="T6" fmla="*/ 1 w 2"/>
                <a:gd name="T7" fmla="*/ 0 h 2"/>
                <a:gd name="T8" fmla="*/ 2 w 2"/>
                <a:gd name="T9" fmla="*/ 0 h 2"/>
              </a:gdLst>
              <a:ahLst/>
              <a:cxnLst>
                <a:cxn ang="0">
                  <a:pos x="T0" y="T1"/>
                </a:cxn>
                <a:cxn ang="0">
                  <a:pos x="T2" y="T3"/>
                </a:cxn>
                <a:cxn ang="0">
                  <a:pos x="T4" y="T5"/>
                </a:cxn>
                <a:cxn ang="0">
                  <a:pos x="T6" y="T7"/>
                </a:cxn>
                <a:cxn ang="0">
                  <a:pos x="T8" y="T9"/>
                </a:cxn>
              </a:cxnLst>
              <a:rect l="0" t="0" r="r" b="b"/>
              <a:pathLst>
                <a:path w="2" h="2">
                  <a:moveTo>
                    <a:pt x="2" y="0"/>
                  </a:moveTo>
                  <a:cubicBezTo>
                    <a:pt x="2" y="1"/>
                    <a:pt x="2" y="2"/>
                    <a:pt x="1" y="2"/>
                  </a:cubicBezTo>
                  <a:cubicBezTo>
                    <a:pt x="1" y="2"/>
                    <a:pt x="0" y="2"/>
                    <a:pt x="0" y="2"/>
                  </a:cubicBezTo>
                  <a:cubicBezTo>
                    <a:pt x="0" y="2"/>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1" name="Freeform 3259">
              <a:extLst>
                <a:ext uri="{FF2B5EF4-FFF2-40B4-BE49-F238E27FC236}">
                  <a16:creationId xmlns:a16="http://schemas.microsoft.com/office/drawing/2014/main" id="{D814F2C4-EC63-521D-5499-414E3BDB53FB}"/>
                </a:ext>
              </a:extLst>
            </p:cNvPr>
            <p:cNvSpPr>
              <a:spLocks/>
            </p:cNvSpPr>
            <p:nvPr/>
          </p:nvSpPr>
          <p:spPr bwMode="auto">
            <a:xfrm rot="5094805">
              <a:off x="3571287" y="6774362"/>
              <a:ext cx="4570" cy="9140"/>
            </a:xfrm>
            <a:custGeom>
              <a:avLst/>
              <a:gdLst>
                <a:gd name="T0" fmla="*/ 2 w 2"/>
                <a:gd name="T1" fmla="*/ 0 h 3"/>
                <a:gd name="T2" fmla="*/ 2 w 2"/>
                <a:gd name="T3" fmla="*/ 3 h 3"/>
                <a:gd name="T4" fmla="*/ 1 w 2"/>
                <a:gd name="T5" fmla="*/ 3 h 3"/>
                <a:gd name="T6" fmla="*/ 1 w 2"/>
                <a:gd name="T7" fmla="*/ 0 h 3"/>
                <a:gd name="T8" fmla="*/ 2 w 2"/>
                <a:gd name="T9" fmla="*/ 0 h 3"/>
              </a:gdLst>
              <a:ahLst/>
              <a:cxnLst>
                <a:cxn ang="0">
                  <a:pos x="T0" y="T1"/>
                </a:cxn>
                <a:cxn ang="0">
                  <a:pos x="T2" y="T3"/>
                </a:cxn>
                <a:cxn ang="0">
                  <a:pos x="T4" y="T5"/>
                </a:cxn>
                <a:cxn ang="0">
                  <a:pos x="T6" y="T7"/>
                </a:cxn>
                <a:cxn ang="0">
                  <a:pos x="T8" y="T9"/>
                </a:cxn>
              </a:cxnLst>
              <a:rect l="0" t="0" r="r" b="b"/>
              <a:pathLst>
                <a:path w="2" h="3">
                  <a:moveTo>
                    <a:pt x="2" y="0"/>
                  </a:moveTo>
                  <a:cubicBezTo>
                    <a:pt x="2" y="1"/>
                    <a:pt x="2" y="2"/>
                    <a:pt x="2" y="3"/>
                  </a:cubicBezTo>
                  <a:cubicBezTo>
                    <a:pt x="1" y="3"/>
                    <a:pt x="0" y="3"/>
                    <a:pt x="1" y="3"/>
                  </a:cubicBezTo>
                  <a:cubicBezTo>
                    <a:pt x="1" y="2"/>
                    <a:pt x="1" y="1"/>
                    <a:pt x="1" y="0"/>
                  </a:cubicBezTo>
                  <a:cubicBezTo>
                    <a:pt x="2"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2" name="Freeform 3280">
              <a:extLst>
                <a:ext uri="{FF2B5EF4-FFF2-40B4-BE49-F238E27FC236}">
                  <a16:creationId xmlns:a16="http://schemas.microsoft.com/office/drawing/2014/main" id="{276F7DC3-02D0-28B9-0142-8A1AD3CF751D}"/>
                </a:ext>
              </a:extLst>
            </p:cNvPr>
            <p:cNvSpPr>
              <a:spLocks/>
            </p:cNvSpPr>
            <p:nvPr/>
          </p:nvSpPr>
          <p:spPr bwMode="auto">
            <a:xfrm rot="5094805">
              <a:off x="2146351" y="71920"/>
              <a:ext cx="4570" cy="4570"/>
            </a:xfrm>
            <a:custGeom>
              <a:avLst/>
              <a:gdLst>
                <a:gd name="T0" fmla="*/ 2 w 2"/>
                <a:gd name="T1" fmla="*/ 0 h 2"/>
                <a:gd name="T2" fmla="*/ 1 w 2"/>
                <a:gd name="T3" fmla="*/ 2 h 2"/>
                <a:gd name="T4" fmla="*/ 0 w 2"/>
                <a:gd name="T5" fmla="*/ 2 h 2"/>
                <a:gd name="T6" fmla="*/ 1 w 2"/>
                <a:gd name="T7" fmla="*/ 0 h 2"/>
                <a:gd name="T8" fmla="*/ 2 w 2"/>
                <a:gd name="T9" fmla="*/ 0 h 2"/>
              </a:gdLst>
              <a:ahLst/>
              <a:cxnLst>
                <a:cxn ang="0">
                  <a:pos x="T0" y="T1"/>
                </a:cxn>
                <a:cxn ang="0">
                  <a:pos x="T2" y="T3"/>
                </a:cxn>
                <a:cxn ang="0">
                  <a:pos x="T4" y="T5"/>
                </a:cxn>
                <a:cxn ang="0">
                  <a:pos x="T6" y="T7"/>
                </a:cxn>
                <a:cxn ang="0">
                  <a:pos x="T8" y="T9"/>
                </a:cxn>
              </a:cxnLst>
              <a:rect l="0" t="0" r="r" b="b"/>
              <a:pathLst>
                <a:path w="2" h="2">
                  <a:moveTo>
                    <a:pt x="2" y="0"/>
                  </a:moveTo>
                  <a:cubicBezTo>
                    <a:pt x="2" y="1"/>
                    <a:pt x="1" y="1"/>
                    <a:pt x="1" y="2"/>
                  </a:cubicBezTo>
                  <a:cubicBezTo>
                    <a:pt x="1" y="2"/>
                    <a:pt x="0" y="2"/>
                    <a:pt x="0" y="2"/>
                  </a:cubicBezTo>
                  <a:cubicBezTo>
                    <a:pt x="0" y="1"/>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3" name="Freeform 3281">
              <a:extLst>
                <a:ext uri="{FF2B5EF4-FFF2-40B4-BE49-F238E27FC236}">
                  <a16:creationId xmlns:a16="http://schemas.microsoft.com/office/drawing/2014/main" id="{D89E41FA-C756-BD53-5EB1-374680250489}"/>
                </a:ext>
              </a:extLst>
            </p:cNvPr>
            <p:cNvSpPr>
              <a:spLocks/>
            </p:cNvSpPr>
            <p:nvPr/>
          </p:nvSpPr>
          <p:spPr bwMode="auto">
            <a:xfrm rot="5094805">
              <a:off x="2283590" y="247813"/>
              <a:ext cx="4570" cy="4570"/>
            </a:xfrm>
            <a:custGeom>
              <a:avLst/>
              <a:gdLst>
                <a:gd name="T0" fmla="*/ 1 w 2"/>
                <a:gd name="T1" fmla="*/ 0 h 2"/>
                <a:gd name="T2" fmla="*/ 2 w 2"/>
                <a:gd name="T3" fmla="*/ 1 h 2"/>
                <a:gd name="T4" fmla="*/ 1 w 2"/>
                <a:gd name="T5" fmla="*/ 2 h 2"/>
                <a:gd name="T6" fmla="*/ 0 w 2"/>
                <a:gd name="T7" fmla="*/ 2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1"/>
                    <a:pt x="2" y="1"/>
                    <a:pt x="2" y="1"/>
                  </a:cubicBezTo>
                  <a:cubicBezTo>
                    <a:pt x="2" y="1"/>
                    <a:pt x="1" y="2"/>
                    <a:pt x="1" y="2"/>
                  </a:cubicBezTo>
                  <a:cubicBezTo>
                    <a:pt x="1" y="2"/>
                    <a:pt x="0" y="2"/>
                    <a:pt x="0" y="2"/>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4" name="Freeform 3282">
              <a:extLst>
                <a:ext uri="{FF2B5EF4-FFF2-40B4-BE49-F238E27FC236}">
                  <a16:creationId xmlns:a16="http://schemas.microsoft.com/office/drawing/2014/main" id="{0025379B-8B02-7C64-DEB2-6FAE970A522C}"/>
                </a:ext>
              </a:extLst>
            </p:cNvPr>
            <p:cNvSpPr>
              <a:spLocks/>
            </p:cNvSpPr>
            <p:nvPr/>
          </p:nvSpPr>
          <p:spPr bwMode="auto">
            <a:xfrm rot="5094805">
              <a:off x="2414001" y="424313"/>
              <a:ext cx="4570" cy="4570"/>
            </a:xfrm>
            <a:custGeom>
              <a:avLst/>
              <a:gdLst>
                <a:gd name="T0" fmla="*/ 2 w 2"/>
                <a:gd name="T1" fmla="*/ 1 h 2"/>
                <a:gd name="T2" fmla="*/ 1 w 2"/>
                <a:gd name="T3" fmla="*/ 2 h 2"/>
                <a:gd name="T4" fmla="*/ 0 w 2"/>
                <a:gd name="T5" fmla="*/ 1 h 2"/>
                <a:gd name="T6" fmla="*/ 1 w 2"/>
                <a:gd name="T7" fmla="*/ 0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2"/>
                    <a:pt x="1" y="2"/>
                  </a:cubicBezTo>
                  <a:cubicBezTo>
                    <a:pt x="1" y="2"/>
                    <a:pt x="0" y="1"/>
                    <a:pt x="0" y="1"/>
                  </a:cubicBezTo>
                  <a:cubicBezTo>
                    <a:pt x="0" y="1"/>
                    <a:pt x="1" y="0"/>
                    <a:pt x="1" y="0"/>
                  </a:cubicBezTo>
                  <a:cubicBezTo>
                    <a:pt x="1" y="0"/>
                    <a:pt x="2"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5" name="Freeform 3283">
              <a:extLst>
                <a:ext uri="{FF2B5EF4-FFF2-40B4-BE49-F238E27FC236}">
                  <a16:creationId xmlns:a16="http://schemas.microsoft.com/office/drawing/2014/main" id="{536D3FF8-DBC8-1655-79EF-B97A57881CE3}"/>
                </a:ext>
              </a:extLst>
            </p:cNvPr>
            <p:cNvSpPr>
              <a:spLocks/>
            </p:cNvSpPr>
            <p:nvPr/>
          </p:nvSpPr>
          <p:spPr bwMode="auto">
            <a:xfrm rot="5094805">
              <a:off x="2545549" y="599570"/>
              <a:ext cx="4570" cy="6856"/>
            </a:xfrm>
            <a:custGeom>
              <a:avLst/>
              <a:gdLst>
                <a:gd name="T0" fmla="*/ 1 w 2"/>
                <a:gd name="T1" fmla="*/ 0 h 3"/>
                <a:gd name="T2" fmla="*/ 2 w 2"/>
                <a:gd name="T3" fmla="*/ 2 h 3"/>
                <a:gd name="T4" fmla="*/ 1 w 2"/>
                <a:gd name="T5" fmla="*/ 3 h 3"/>
                <a:gd name="T6" fmla="*/ 0 w 2"/>
                <a:gd name="T7" fmla="*/ 1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1" y="1"/>
                    <a:pt x="2" y="1"/>
                    <a:pt x="2" y="2"/>
                  </a:cubicBezTo>
                  <a:cubicBezTo>
                    <a:pt x="2" y="2"/>
                    <a:pt x="1" y="2"/>
                    <a:pt x="1" y="3"/>
                  </a:cubicBezTo>
                  <a:cubicBezTo>
                    <a:pt x="1" y="2"/>
                    <a:pt x="0" y="2"/>
                    <a:pt x="0" y="1"/>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6" name="Freeform 3284">
              <a:extLst>
                <a:ext uri="{FF2B5EF4-FFF2-40B4-BE49-F238E27FC236}">
                  <a16:creationId xmlns:a16="http://schemas.microsoft.com/office/drawing/2014/main" id="{7655912B-5490-FF3D-D814-B17BD584D11E}"/>
                </a:ext>
              </a:extLst>
            </p:cNvPr>
            <p:cNvSpPr>
              <a:spLocks/>
            </p:cNvSpPr>
            <p:nvPr/>
          </p:nvSpPr>
          <p:spPr bwMode="auto">
            <a:xfrm rot="5094805">
              <a:off x="2672644" y="777412"/>
              <a:ext cx="6856" cy="6856"/>
            </a:xfrm>
            <a:custGeom>
              <a:avLst/>
              <a:gdLst>
                <a:gd name="T0" fmla="*/ 1 w 2"/>
                <a:gd name="T1" fmla="*/ 0 h 3"/>
                <a:gd name="T2" fmla="*/ 2 w 2"/>
                <a:gd name="T3" fmla="*/ 2 h 3"/>
                <a:gd name="T4" fmla="*/ 1 w 2"/>
                <a:gd name="T5" fmla="*/ 3 h 3"/>
                <a:gd name="T6" fmla="*/ 0 w 2"/>
                <a:gd name="T7" fmla="*/ 1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2" y="1"/>
                    <a:pt x="2" y="1"/>
                    <a:pt x="2" y="2"/>
                  </a:cubicBezTo>
                  <a:cubicBezTo>
                    <a:pt x="2" y="2"/>
                    <a:pt x="2" y="3"/>
                    <a:pt x="1" y="3"/>
                  </a:cubicBezTo>
                  <a:cubicBezTo>
                    <a:pt x="1" y="2"/>
                    <a:pt x="1" y="2"/>
                    <a:pt x="0" y="1"/>
                  </a:cubicBezTo>
                  <a:cubicBezTo>
                    <a:pt x="0"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7" name="Freeform 3285">
              <a:extLst>
                <a:ext uri="{FF2B5EF4-FFF2-40B4-BE49-F238E27FC236}">
                  <a16:creationId xmlns:a16="http://schemas.microsoft.com/office/drawing/2014/main" id="{33433B6A-674E-878F-A821-8C880FEEC4E5}"/>
                </a:ext>
              </a:extLst>
            </p:cNvPr>
            <p:cNvSpPr>
              <a:spLocks/>
            </p:cNvSpPr>
            <p:nvPr/>
          </p:nvSpPr>
          <p:spPr bwMode="auto">
            <a:xfrm rot="5094805">
              <a:off x="2796535" y="956893"/>
              <a:ext cx="4570" cy="9140"/>
            </a:xfrm>
            <a:custGeom>
              <a:avLst/>
              <a:gdLst>
                <a:gd name="T0" fmla="*/ 2 w 2"/>
                <a:gd name="T1" fmla="*/ 1 h 4"/>
                <a:gd name="T2" fmla="*/ 1 w 2"/>
                <a:gd name="T3" fmla="*/ 4 h 4"/>
                <a:gd name="T4" fmla="*/ 0 w 2"/>
                <a:gd name="T5" fmla="*/ 3 h 4"/>
                <a:gd name="T6" fmla="*/ 0 w 2"/>
                <a:gd name="T7" fmla="*/ 0 h 4"/>
                <a:gd name="T8" fmla="*/ 2 w 2"/>
                <a:gd name="T9" fmla="*/ 1 h 4"/>
              </a:gdLst>
              <a:ahLst/>
              <a:cxnLst>
                <a:cxn ang="0">
                  <a:pos x="T0" y="T1"/>
                </a:cxn>
                <a:cxn ang="0">
                  <a:pos x="T2" y="T3"/>
                </a:cxn>
                <a:cxn ang="0">
                  <a:pos x="T4" y="T5"/>
                </a:cxn>
                <a:cxn ang="0">
                  <a:pos x="T6" y="T7"/>
                </a:cxn>
                <a:cxn ang="0">
                  <a:pos x="T8" y="T9"/>
                </a:cxn>
              </a:cxnLst>
              <a:rect l="0" t="0" r="r" b="b"/>
              <a:pathLst>
                <a:path w="2" h="4">
                  <a:moveTo>
                    <a:pt x="2" y="1"/>
                  </a:moveTo>
                  <a:cubicBezTo>
                    <a:pt x="1" y="2"/>
                    <a:pt x="1" y="3"/>
                    <a:pt x="1" y="4"/>
                  </a:cubicBezTo>
                  <a:cubicBezTo>
                    <a:pt x="0" y="4"/>
                    <a:pt x="0" y="3"/>
                    <a:pt x="0" y="3"/>
                  </a:cubicBezTo>
                  <a:cubicBezTo>
                    <a:pt x="0" y="2"/>
                    <a:pt x="0" y="1"/>
                    <a:pt x="0" y="0"/>
                  </a:cubicBezTo>
                  <a:cubicBezTo>
                    <a:pt x="1" y="1"/>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8" name="Freeform 3286">
              <a:extLst>
                <a:ext uri="{FF2B5EF4-FFF2-40B4-BE49-F238E27FC236}">
                  <a16:creationId xmlns:a16="http://schemas.microsoft.com/office/drawing/2014/main" id="{9C075FE8-2E9C-78CD-74EA-C57E26917343}"/>
                </a:ext>
              </a:extLst>
            </p:cNvPr>
            <p:cNvSpPr>
              <a:spLocks/>
            </p:cNvSpPr>
            <p:nvPr/>
          </p:nvSpPr>
          <p:spPr bwMode="auto">
            <a:xfrm rot="5094805">
              <a:off x="2915567" y="1134407"/>
              <a:ext cx="4570" cy="9140"/>
            </a:xfrm>
            <a:custGeom>
              <a:avLst/>
              <a:gdLst>
                <a:gd name="T0" fmla="*/ 2 w 2"/>
                <a:gd name="T1" fmla="*/ 0 h 3"/>
                <a:gd name="T2" fmla="*/ 1 w 2"/>
                <a:gd name="T3" fmla="*/ 3 h 3"/>
                <a:gd name="T4" fmla="*/ 0 w 2"/>
                <a:gd name="T5" fmla="*/ 3 h 3"/>
                <a:gd name="T6" fmla="*/ 1 w 2"/>
                <a:gd name="T7" fmla="*/ 0 h 3"/>
                <a:gd name="T8" fmla="*/ 2 w 2"/>
                <a:gd name="T9" fmla="*/ 0 h 3"/>
              </a:gdLst>
              <a:ahLst/>
              <a:cxnLst>
                <a:cxn ang="0">
                  <a:pos x="T0" y="T1"/>
                </a:cxn>
                <a:cxn ang="0">
                  <a:pos x="T2" y="T3"/>
                </a:cxn>
                <a:cxn ang="0">
                  <a:pos x="T4" y="T5"/>
                </a:cxn>
                <a:cxn ang="0">
                  <a:pos x="T6" y="T7"/>
                </a:cxn>
                <a:cxn ang="0">
                  <a:pos x="T8" y="T9"/>
                </a:cxn>
              </a:cxnLst>
              <a:rect l="0" t="0" r="r" b="b"/>
              <a:pathLst>
                <a:path w="2" h="3">
                  <a:moveTo>
                    <a:pt x="2" y="0"/>
                  </a:moveTo>
                  <a:cubicBezTo>
                    <a:pt x="2" y="1"/>
                    <a:pt x="1" y="2"/>
                    <a:pt x="1" y="3"/>
                  </a:cubicBezTo>
                  <a:cubicBezTo>
                    <a:pt x="1" y="3"/>
                    <a:pt x="0" y="3"/>
                    <a:pt x="0" y="3"/>
                  </a:cubicBezTo>
                  <a:cubicBezTo>
                    <a:pt x="0" y="2"/>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9" name="Freeform 3287">
              <a:extLst>
                <a:ext uri="{FF2B5EF4-FFF2-40B4-BE49-F238E27FC236}">
                  <a16:creationId xmlns:a16="http://schemas.microsoft.com/office/drawing/2014/main" id="{7DC1995B-08DF-73E6-1EEF-B73B4391D872}"/>
                </a:ext>
              </a:extLst>
            </p:cNvPr>
            <p:cNvSpPr>
              <a:spLocks/>
            </p:cNvSpPr>
            <p:nvPr/>
          </p:nvSpPr>
          <p:spPr bwMode="auto">
            <a:xfrm rot="5094805">
              <a:off x="3029111" y="1315846"/>
              <a:ext cx="4570" cy="6856"/>
            </a:xfrm>
            <a:custGeom>
              <a:avLst/>
              <a:gdLst>
                <a:gd name="T0" fmla="*/ 2 w 2"/>
                <a:gd name="T1" fmla="*/ 2 h 3"/>
                <a:gd name="T2" fmla="*/ 1 w 2"/>
                <a:gd name="T3" fmla="*/ 3 h 3"/>
                <a:gd name="T4" fmla="*/ 0 w 2"/>
                <a:gd name="T5" fmla="*/ 1 h 3"/>
                <a:gd name="T6" fmla="*/ 1 w 2"/>
                <a:gd name="T7" fmla="*/ 0 h 3"/>
                <a:gd name="T8" fmla="*/ 2 w 2"/>
                <a:gd name="T9" fmla="*/ 2 h 3"/>
              </a:gdLst>
              <a:ahLst/>
              <a:cxnLst>
                <a:cxn ang="0">
                  <a:pos x="T0" y="T1"/>
                </a:cxn>
                <a:cxn ang="0">
                  <a:pos x="T2" y="T3"/>
                </a:cxn>
                <a:cxn ang="0">
                  <a:pos x="T4" y="T5"/>
                </a:cxn>
                <a:cxn ang="0">
                  <a:pos x="T6" y="T7"/>
                </a:cxn>
                <a:cxn ang="0">
                  <a:pos x="T8" y="T9"/>
                </a:cxn>
              </a:cxnLst>
              <a:rect l="0" t="0" r="r" b="b"/>
              <a:pathLst>
                <a:path w="2" h="3">
                  <a:moveTo>
                    <a:pt x="2" y="2"/>
                  </a:moveTo>
                  <a:cubicBezTo>
                    <a:pt x="2" y="2"/>
                    <a:pt x="1" y="3"/>
                    <a:pt x="1" y="3"/>
                  </a:cubicBezTo>
                  <a:cubicBezTo>
                    <a:pt x="1" y="3"/>
                    <a:pt x="0" y="2"/>
                    <a:pt x="0" y="1"/>
                  </a:cubicBezTo>
                  <a:cubicBezTo>
                    <a:pt x="0" y="1"/>
                    <a:pt x="0" y="0"/>
                    <a:pt x="1" y="0"/>
                  </a:cubicBezTo>
                  <a:cubicBezTo>
                    <a:pt x="1" y="0"/>
                    <a:pt x="1"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0" name="Freeform 3288">
              <a:extLst>
                <a:ext uri="{FF2B5EF4-FFF2-40B4-BE49-F238E27FC236}">
                  <a16:creationId xmlns:a16="http://schemas.microsoft.com/office/drawing/2014/main" id="{83DFFF41-CBC1-8A12-7A8D-1BEED1E7448A}"/>
                </a:ext>
              </a:extLst>
            </p:cNvPr>
            <p:cNvSpPr>
              <a:spLocks/>
            </p:cNvSpPr>
            <p:nvPr/>
          </p:nvSpPr>
          <p:spPr bwMode="auto">
            <a:xfrm rot="5094805">
              <a:off x="3132412" y="1494768"/>
              <a:ext cx="4570" cy="11426"/>
            </a:xfrm>
            <a:custGeom>
              <a:avLst/>
              <a:gdLst>
                <a:gd name="T0" fmla="*/ 2 w 2"/>
                <a:gd name="T1" fmla="*/ 0 h 4"/>
                <a:gd name="T2" fmla="*/ 1 w 2"/>
                <a:gd name="T3" fmla="*/ 4 h 4"/>
                <a:gd name="T4" fmla="*/ 0 w 2"/>
                <a:gd name="T5" fmla="*/ 3 h 4"/>
                <a:gd name="T6" fmla="*/ 1 w 2"/>
                <a:gd name="T7" fmla="*/ 0 h 4"/>
                <a:gd name="T8" fmla="*/ 2 w 2"/>
                <a:gd name="T9" fmla="*/ 0 h 4"/>
              </a:gdLst>
              <a:ahLst/>
              <a:cxnLst>
                <a:cxn ang="0">
                  <a:pos x="T0" y="T1"/>
                </a:cxn>
                <a:cxn ang="0">
                  <a:pos x="T2" y="T3"/>
                </a:cxn>
                <a:cxn ang="0">
                  <a:pos x="T4" y="T5"/>
                </a:cxn>
                <a:cxn ang="0">
                  <a:pos x="T6" y="T7"/>
                </a:cxn>
                <a:cxn ang="0">
                  <a:pos x="T8" y="T9"/>
                </a:cxn>
              </a:cxnLst>
              <a:rect l="0" t="0" r="r" b="b"/>
              <a:pathLst>
                <a:path w="2" h="4">
                  <a:moveTo>
                    <a:pt x="2" y="0"/>
                  </a:moveTo>
                  <a:cubicBezTo>
                    <a:pt x="2" y="1"/>
                    <a:pt x="1" y="3"/>
                    <a:pt x="1" y="4"/>
                  </a:cubicBezTo>
                  <a:cubicBezTo>
                    <a:pt x="1" y="3"/>
                    <a:pt x="0" y="3"/>
                    <a:pt x="0" y="3"/>
                  </a:cubicBezTo>
                  <a:cubicBezTo>
                    <a:pt x="0" y="2"/>
                    <a:pt x="0" y="1"/>
                    <a:pt x="1" y="0"/>
                  </a:cubicBezTo>
                  <a:cubicBezTo>
                    <a:pt x="1"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1" name="Freeform 3289">
              <a:extLst>
                <a:ext uri="{FF2B5EF4-FFF2-40B4-BE49-F238E27FC236}">
                  <a16:creationId xmlns:a16="http://schemas.microsoft.com/office/drawing/2014/main" id="{CAED726E-51D4-0347-6152-C87A8930A55C}"/>
                </a:ext>
              </a:extLst>
            </p:cNvPr>
            <p:cNvSpPr>
              <a:spLocks/>
            </p:cNvSpPr>
            <p:nvPr/>
          </p:nvSpPr>
          <p:spPr bwMode="auto">
            <a:xfrm rot="5094805">
              <a:off x="3227749" y="1677828"/>
              <a:ext cx="4570" cy="9140"/>
            </a:xfrm>
            <a:custGeom>
              <a:avLst/>
              <a:gdLst>
                <a:gd name="T0" fmla="*/ 2 w 2"/>
                <a:gd name="T1" fmla="*/ 0 h 4"/>
                <a:gd name="T2" fmla="*/ 1 w 2"/>
                <a:gd name="T3" fmla="*/ 4 h 4"/>
                <a:gd name="T4" fmla="*/ 0 w 2"/>
                <a:gd name="T5" fmla="*/ 3 h 4"/>
                <a:gd name="T6" fmla="*/ 1 w 2"/>
                <a:gd name="T7" fmla="*/ 0 h 4"/>
                <a:gd name="T8" fmla="*/ 2 w 2"/>
                <a:gd name="T9" fmla="*/ 0 h 4"/>
              </a:gdLst>
              <a:ahLst/>
              <a:cxnLst>
                <a:cxn ang="0">
                  <a:pos x="T0" y="T1"/>
                </a:cxn>
                <a:cxn ang="0">
                  <a:pos x="T2" y="T3"/>
                </a:cxn>
                <a:cxn ang="0">
                  <a:pos x="T4" y="T5"/>
                </a:cxn>
                <a:cxn ang="0">
                  <a:pos x="T6" y="T7"/>
                </a:cxn>
                <a:cxn ang="0">
                  <a:pos x="T8" y="T9"/>
                </a:cxn>
              </a:cxnLst>
              <a:rect l="0" t="0" r="r" b="b"/>
              <a:pathLst>
                <a:path w="2" h="4">
                  <a:moveTo>
                    <a:pt x="2" y="0"/>
                  </a:moveTo>
                  <a:cubicBezTo>
                    <a:pt x="2" y="1"/>
                    <a:pt x="2" y="3"/>
                    <a:pt x="1" y="4"/>
                  </a:cubicBezTo>
                  <a:cubicBezTo>
                    <a:pt x="1" y="3"/>
                    <a:pt x="0" y="3"/>
                    <a:pt x="0" y="3"/>
                  </a:cubicBezTo>
                  <a:cubicBezTo>
                    <a:pt x="0" y="2"/>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2" name="Freeform 3290">
              <a:extLst>
                <a:ext uri="{FF2B5EF4-FFF2-40B4-BE49-F238E27FC236}">
                  <a16:creationId xmlns:a16="http://schemas.microsoft.com/office/drawing/2014/main" id="{72CAFDCD-F3D1-AA04-3493-680563663351}"/>
                </a:ext>
              </a:extLst>
            </p:cNvPr>
            <p:cNvSpPr>
              <a:spLocks/>
            </p:cNvSpPr>
            <p:nvPr/>
          </p:nvSpPr>
          <p:spPr bwMode="auto">
            <a:xfrm rot="5094805">
              <a:off x="3313249" y="1862923"/>
              <a:ext cx="4570" cy="13710"/>
            </a:xfrm>
            <a:custGeom>
              <a:avLst/>
              <a:gdLst>
                <a:gd name="T0" fmla="*/ 2 w 2"/>
                <a:gd name="T1" fmla="*/ 3 h 5"/>
                <a:gd name="T2" fmla="*/ 1 w 2"/>
                <a:gd name="T3" fmla="*/ 5 h 5"/>
                <a:gd name="T4" fmla="*/ 0 w 2"/>
                <a:gd name="T5" fmla="*/ 2 h 5"/>
                <a:gd name="T6" fmla="*/ 1 w 2"/>
                <a:gd name="T7" fmla="*/ 0 h 5"/>
                <a:gd name="T8" fmla="*/ 2 w 2"/>
                <a:gd name="T9" fmla="*/ 3 h 5"/>
              </a:gdLst>
              <a:ahLst/>
              <a:cxnLst>
                <a:cxn ang="0">
                  <a:pos x="T0" y="T1"/>
                </a:cxn>
                <a:cxn ang="0">
                  <a:pos x="T2" y="T3"/>
                </a:cxn>
                <a:cxn ang="0">
                  <a:pos x="T4" y="T5"/>
                </a:cxn>
                <a:cxn ang="0">
                  <a:pos x="T6" y="T7"/>
                </a:cxn>
                <a:cxn ang="0">
                  <a:pos x="T8" y="T9"/>
                </a:cxn>
              </a:cxnLst>
              <a:rect l="0" t="0" r="r" b="b"/>
              <a:pathLst>
                <a:path w="2" h="5">
                  <a:moveTo>
                    <a:pt x="2" y="3"/>
                  </a:moveTo>
                  <a:cubicBezTo>
                    <a:pt x="2" y="4"/>
                    <a:pt x="1" y="4"/>
                    <a:pt x="1" y="5"/>
                  </a:cubicBezTo>
                  <a:cubicBezTo>
                    <a:pt x="1" y="4"/>
                    <a:pt x="0" y="3"/>
                    <a:pt x="0" y="2"/>
                  </a:cubicBezTo>
                  <a:cubicBezTo>
                    <a:pt x="0" y="1"/>
                    <a:pt x="1" y="1"/>
                    <a:pt x="1" y="0"/>
                  </a:cubicBezTo>
                  <a:cubicBezTo>
                    <a:pt x="1" y="1"/>
                    <a:pt x="2"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3" name="Freeform 3291">
              <a:extLst>
                <a:ext uri="{FF2B5EF4-FFF2-40B4-BE49-F238E27FC236}">
                  <a16:creationId xmlns:a16="http://schemas.microsoft.com/office/drawing/2014/main" id="{4E67BDE2-CEB5-3DDB-4C3C-BBC690B006DE}"/>
                </a:ext>
              </a:extLst>
            </p:cNvPr>
            <p:cNvSpPr>
              <a:spLocks/>
            </p:cNvSpPr>
            <p:nvPr/>
          </p:nvSpPr>
          <p:spPr bwMode="auto">
            <a:xfrm rot="5094805">
              <a:off x="3382613" y="2051731"/>
              <a:ext cx="4570" cy="9140"/>
            </a:xfrm>
            <a:custGeom>
              <a:avLst/>
              <a:gdLst>
                <a:gd name="T0" fmla="*/ 2 w 2"/>
                <a:gd name="T1" fmla="*/ 1 h 4"/>
                <a:gd name="T2" fmla="*/ 1 w 2"/>
                <a:gd name="T3" fmla="*/ 4 h 4"/>
                <a:gd name="T4" fmla="*/ 0 w 2"/>
                <a:gd name="T5" fmla="*/ 3 h 4"/>
                <a:gd name="T6" fmla="*/ 1 w 2"/>
                <a:gd name="T7" fmla="*/ 0 h 4"/>
                <a:gd name="T8" fmla="*/ 2 w 2"/>
                <a:gd name="T9" fmla="*/ 1 h 4"/>
              </a:gdLst>
              <a:ahLst/>
              <a:cxnLst>
                <a:cxn ang="0">
                  <a:pos x="T0" y="T1"/>
                </a:cxn>
                <a:cxn ang="0">
                  <a:pos x="T2" y="T3"/>
                </a:cxn>
                <a:cxn ang="0">
                  <a:pos x="T4" y="T5"/>
                </a:cxn>
                <a:cxn ang="0">
                  <a:pos x="T6" y="T7"/>
                </a:cxn>
                <a:cxn ang="0">
                  <a:pos x="T8" y="T9"/>
                </a:cxn>
              </a:cxnLst>
              <a:rect l="0" t="0" r="r" b="b"/>
              <a:pathLst>
                <a:path w="2" h="4">
                  <a:moveTo>
                    <a:pt x="2" y="1"/>
                  </a:moveTo>
                  <a:cubicBezTo>
                    <a:pt x="2" y="2"/>
                    <a:pt x="2" y="3"/>
                    <a:pt x="1" y="4"/>
                  </a:cubicBezTo>
                  <a:cubicBezTo>
                    <a:pt x="1" y="4"/>
                    <a:pt x="0" y="3"/>
                    <a:pt x="0" y="3"/>
                  </a:cubicBezTo>
                  <a:cubicBezTo>
                    <a:pt x="0" y="2"/>
                    <a:pt x="1" y="1"/>
                    <a:pt x="1" y="0"/>
                  </a:cubicBezTo>
                  <a:cubicBezTo>
                    <a:pt x="1"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4" name="Freeform 3292">
              <a:extLst>
                <a:ext uri="{FF2B5EF4-FFF2-40B4-BE49-F238E27FC236}">
                  <a16:creationId xmlns:a16="http://schemas.microsoft.com/office/drawing/2014/main" id="{31DFE1FC-E4B2-7989-6BD0-8A81D39D071E}"/>
                </a:ext>
              </a:extLst>
            </p:cNvPr>
            <p:cNvSpPr>
              <a:spLocks/>
            </p:cNvSpPr>
            <p:nvPr/>
          </p:nvSpPr>
          <p:spPr bwMode="auto">
            <a:xfrm rot="5094805">
              <a:off x="3422593" y="2243164"/>
              <a:ext cx="4570" cy="9140"/>
            </a:xfrm>
            <a:custGeom>
              <a:avLst/>
              <a:gdLst>
                <a:gd name="T0" fmla="*/ 1 w 2"/>
                <a:gd name="T1" fmla="*/ 0 h 4"/>
                <a:gd name="T2" fmla="*/ 2 w 2"/>
                <a:gd name="T3" fmla="*/ 3 h 4"/>
                <a:gd name="T4" fmla="*/ 1 w 2"/>
                <a:gd name="T5" fmla="*/ 4 h 4"/>
                <a:gd name="T6" fmla="*/ 0 w 2"/>
                <a:gd name="T7" fmla="*/ 1 h 4"/>
                <a:gd name="T8" fmla="*/ 1 w 2"/>
                <a:gd name="T9" fmla="*/ 0 h 4"/>
              </a:gdLst>
              <a:ahLst/>
              <a:cxnLst>
                <a:cxn ang="0">
                  <a:pos x="T0" y="T1"/>
                </a:cxn>
                <a:cxn ang="0">
                  <a:pos x="T2" y="T3"/>
                </a:cxn>
                <a:cxn ang="0">
                  <a:pos x="T4" y="T5"/>
                </a:cxn>
                <a:cxn ang="0">
                  <a:pos x="T6" y="T7"/>
                </a:cxn>
                <a:cxn ang="0">
                  <a:pos x="T8" y="T9"/>
                </a:cxn>
              </a:cxnLst>
              <a:rect l="0" t="0" r="r" b="b"/>
              <a:pathLst>
                <a:path w="2" h="4">
                  <a:moveTo>
                    <a:pt x="1" y="0"/>
                  </a:moveTo>
                  <a:cubicBezTo>
                    <a:pt x="2" y="1"/>
                    <a:pt x="2" y="2"/>
                    <a:pt x="2" y="3"/>
                  </a:cubicBezTo>
                  <a:cubicBezTo>
                    <a:pt x="2" y="3"/>
                    <a:pt x="2" y="3"/>
                    <a:pt x="1" y="4"/>
                  </a:cubicBezTo>
                  <a:cubicBezTo>
                    <a:pt x="1" y="3"/>
                    <a:pt x="0" y="2"/>
                    <a:pt x="0" y="1"/>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5" name="Freeform 3293">
              <a:extLst>
                <a:ext uri="{FF2B5EF4-FFF2-40B4-BE49-F238E27FC236}">
                  <a16:creationId xmlns:a16="http://schemas.microsoft.com/office/drawing/2014/main" id="{E36358A2-CF6A-0CD3-57DF-374E32DC0A21}"/>
                </a:ext>
              </a:extLst>
            </p:cNvPr>
            <p:cNvSpPr>
              <a:spLocks/>
            </p:cNvSpPr>
            <p:nvPr/>
          </p:nvSpPr>
          <p:spPr bwMode="auto">
            <a:xfrm rot="5094805">
              <a:off x="3432251" y="2440739"/>
              <a:ext cx="4570" cy="11426"/>
            </a:xfrm>
            <a:custGeom>
              <a:avLst/>
              <a:gdLst>
                <a:gd name="T0" fmla="*/ 2 w 2"/>
                <a:gd name="T1" fmla="*/ 3 h 4"/>
                <a:gd name="T2" fmla="*/ 1 w 2"/>
                <a:gd name="T3" fmla="*/ 4 h 4"/>
                <a:gd name="T4" fmla="*/ 0 w 2"/>
                <a:gd name="T5" fmla="*/ 1 h 4"/>
                <a:gd name="T6" fmla="*/ 1 w 2"/>
                <a:gd name="T7" fmla="*/ 0 h 4"/>
                <a:gd name="T8" fmla="*/ 2 w 2"/>
                <a:gd name="T9" fmla="*/ 3 h 4"/>
              </a:gdLst>
              <a:ahLst/>
              <a:cxnLst>
                <a:cxn ang="0">
                  <a:pos x="T0" y="T1"/>
                </a:cxn>
                <a:cxn ang="0">
                  <a:pos x="T2" y="T3"/>
                </a:cxn>
                <a:cxn ang="0">
                  <a:pos x="T4" y="T5"/>
                </a:cxn>
                <a:cxn ang="0">
                  <a:pos x="T6" y="T7"/>
                </a:cxn>
                <a:cxn ang="0">
                  <a:pos x="T8" y="T9"/>
                </a:cxn>
              </a:cxnLst>
              <a:rect l="0" t="0" r="r" b="b"/>
              <a:pathLst>
                <a:path w="2" h="4">
                  <a:moveTo>
                    <a:pt x="2" y="3"/>
                  </a:moveTo>
                  <a:cubicBezTo>
                    <a:pt x="2" y="3"/>
                    <a:pt x="2" y="4"/>
                    <a:pt x="1" y="4"/>
                  </a:cubicBezTo>
                  <a:cubicBezTo>
                    <a:pt x="1" y="3"/>
                    <a:pt x="0" y="2"/>
                    <a:pt x="0" y="1"/>
                  </a:cubicBezTo>
                  <a:cubicBezTo>
                    <a:pt x="0" y="0"/>
                    <a:pt x="1" y="0"/>
                    <a:pt x="1" y="0"/>
                  </a:cubicBezTo>
                  <a:cubicBezTo>
                    <a:pt x="1" y="1"/>
                    <a:pt x="2"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6" name="Freeform 3294">
              <a:extLst>
                <a:ext uri="{FF2B5EF4-FFF2-40B4-BE49-F238E27FC236}">
                  <a16:creationId xmlns:a16="http://schemas.microsoft.com/office/drawing/2014/main" id="{ED430305-5648-DE81-5665-623468AF07D0}"/>
                </a:ext>
              </a:extLst>
            </p:cNvPr>
            <p:cNvSpPr>
              <a:spLocks/>
            </p:cNvSpPr>
            <p:nvPr/>
          </p:nvSpPr>
          <p:spPr bwMode="auto">
            <a:xfrm rot="5094805">
              <a:off x="3423501" y="2637661"/>
              <a:ext cx="4570" cy="13710"/>
            </a:xfrm>
            <a:custGeom>
              <a:avLst/>
              <a:gdLst>
                <a:gd name="T0" fmla="*/ 2 w 2"/>
                <a:gd name="T1" fmla="*/ 1 h 5"/>
                <a:gd name="T2" fmla="*/ 2 w 2"/>
                <a:gd name="T3" fmla="*/ 5 h 5"/>
                <a:gd name="T4" fmla="*/ 0 w 2"/>
                <a:gd name="T5" fmla="*/ 3 h 5"/>
                <a:gd name="T6" fmla="*/ 1 w 2"/>
                <a:gd name="T7" fmla="*/ 0 h 5"/>
                <a:gd name="T8" fmla="*/ 2 w 2"/>
                <a:gd name="T9" fmla="*/ 1 h 5"/>
              </a:gdLst>
              <a:ahLst/>
              <a:cxnLst>
                <a:cxn ang="0">
                  <a:pos x="T0" y="T1"/>
                </a:cxn>
                <a:cxn ang="0">
                  <a:pos x="T2" y="T3"/>
                </a:cxn>
                <a:cxn ang="0">
                  <a:pos x="T4" y="T5"/>
                </a:cxn>
                <a:cxn ang="0">
                  <a:pos x="T6" y="T7"/>
                </a:cxn>
                <a:cxn ang="0">
                  <a:pos x="T8" y="T9"/>
                </a:cxn>
              </a:cxnLst>
              <a:rect l="0" t="0" r="r" b="b"/>
              <a:pathLst>
                <a:path w="2" h="5">
                  <a:moveTo>
                    <a:pt x="2" y="1"/>
                  </a:moveTo>
                  <a:cubicBezTo>
                    <a:pt x="2" y="3"/>
                    <a:pt x="2" y="4"/>
                    <a:pt x="2" y="5"/>
                  </a:cubicBezTo>
                  <a:cubicBezTo>
                    <a:pt x="1" y="4"/>
                    <a:pt x="0" y="4"/>
                    <a:pt x="0" y="3"/>
                  </a:cubicBezTo>
                  <a:cubicBezTo>
                    <a:pt x="1" y="2"/>
                    <a:pt x="1" y="1"/>
                    <a:pt x="1" y="0"/>
                  </a:cubicBezTo>
                  <a:cubicBezTo>
                    <a:pt x="2"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7" name="Freeform 3295">
              <a:extLst>
                <a:ext uri="{FF2B5EF4-FFF2-40B4-BE49-F238E27FC236}">
                  <a16:creationId xmlns:a16="http://schemas.microsoft.com/office/drawing/2014/main" id="{76D1CCCC-9F95-ECCF-2A40-DB63B5936AA0}"/>
                </a:ext>
              </a:extLst>
            </p:cNvPr>
            <p:cNvSpPr>
              <a:spLocks/>
            </p:cNvSpPr>
            <p:nvPr/>
          </p:nvSpPr>
          <p:spPr bwMode="auto">
            <a:xfrm rot="5094805">
              <a:off x="3407189" y="2840986"/>
              <a:ext cx="4570" cy="13710"/>
            </a:xfrm>
            <a:custGeom>
              <a:avLst/>
              <a:gdLst>
                <a:gd name="T0" fmla="*/ 2 w 2"/>
                <a:gd name="T1" fmla="*/ 4 h 5"/>
                <a:gd name="T2" fmla="*/ 1 w 2"/>
                <a:gd name="T3" fmla="*/ 5 h 5"/>
                <a:gd name="T4" fmla="*/ 0 w 2"/>
                <a:gd name="T5" fmla="*/ 1 h 5"/>
                <a:gd name="T6" fmla="*/ 1 w 2"/>
                <a:gd name="T7" fmla="*/ 0 h 5"/>
                <a:gd name="T8" fmla="*/ 2 w 2"/>
                <a:gd name="T9" fmla="*/ 4 h 5"/>
              </a:gdLst>
              <a:ahLst/>
              <a:cxnLst>
                <a:cxn ang="0">
                  <a:pos x="T0" y="T1"/>
                </a:cxn>
                <a:cxn ang="0">
                  <a:pos x="T2" y="T3"/>
                </a:cxn>
                <a:cxn ang="0">
                  <a:pos x="T4" y="T5"/>
                </a:cxn>
                <a:cxn ang="0">
                  <a:pos x="T6" y="T7"/>
                </a:cxn>
                <a:cxn ang="0">
                  <a:pos x="T8" y="T9"/>
                </a:cxn>
              </a:cxnLst>
              <a:rect l="0" t="0" r="r" b="b"/>
              <a:pathLst>
                <a:path w="2" h="5">
                  <a:moveTo>
                    <a:pt x="2" y="4"/>
                  </a:moveTo>
                  <a:cubicBezTo>
                    <a:pt x="2" y="4"/>
                    <a:pt x="1" y="5"/>
                    <a:pt x="1" y="5"/>
                  </a:cubicBezTo>
                  <a:cubicBezTo>
                    <a:pt x="1" y="4"/>
                    <a:pt x="0" y="3"/>
                    <a:pt x="0" y="1"/>
                  </a:cubicBezTo>
                  <a:cubicBezTo>
                    <a:pt x="0" y="1"/>
                    <a:pt x="0" y="0"/>
                    <a:pt x="1" y="0"/>
                  </a:cubicBezTo>
                  <a:cubicBezTo>
                    <a:pt x="1" y="1"/>
                    <a:pt x="1" y="3"/>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8" name="Freeform 3296">
              <a:extLst>
                <a:ext uri="{FF2B5EF4-FFF2-40B4-BE49-F238E27FC236}">
                  <a16:creationId xmlns:a16="http://schemas.microsoft.com/office/drawing/2014/main" id="{0E895082-0DB3-A1FE-62C9-34CB44EAB050}"/>
                </a:ext>
              </a:extLst>
            </p:cNvPr>
            <p:cNvSpPr>
              <a:spLocks/>
            </p:cNvSpPr>
            <p:nvPr/>
          </p:nvSpPr>
          <p:spPr bwMode="auto">
            <a:xfrm rot="5094805">
              <a:off x="3387057" y="3038920"/>
              <a:ext cx="4570" cy="15996"/>
            </a:xfrm>
            <a:custGeom>
              <a:avLst/>
              <a:gdLst>
                <a:gd name="T0" fmla="*/ 2 w 2"/>
                <a:gd name="T1" fmla="*/ 4 h 6"/>
                <a:gd name="T2" fmla="*/ 2 w 2"/>
                <a:gd name="T3" fmla="*/ 6 h 6"/>
                <a:gd name="T4" fmla="*/ 0 w 2"/>
                <a:gd name="T5" fmla="*/ 1 h 6"/>
                <a:gd name="T6" fmla="*/ 1 w 2"/>
                <a:gd name="T7" fmla="*/ 0 h 6"/>
                <a:gd name="T8" fmla="*/ 2 w 2"/>
                <a:gd name="T9" fmla="*/ 4 h 6"/>
              </a:gdLst>
              <a:ahLst/>
              <a:cxnLst>
                <a:cxn ang="0">
                  <a:pos x="T0" y="T1"/>
                </a:cxn>
                <a:cxn ang="0">
                  <a:pos x="T2" y="T3"/>
                </a:cxn>
                <a:cxn ang="0">
                  <a:pos x="T4" y="T5"/>
                </a:cxn>
                <a:cxn ang="0">
                  <a:pos x="T6" y="T7"/>
                </a:cxn>
                <a:cxn ang="0">
                  <a:pos x="T8" y="T9"/>
                </a:cxn>
              </a:cxnLst>
              <a:rect l="0" t="0" r="r" b="b"/>
              <a:pathLst>
                <a:path w="2" h="6">
                  <a:moveTo>
                    <a:pt x="2" y="4"/>
                  </a:moveTo>
                  <a:cubicBezTo>
                    <a:pt x="2" y="5"/>
                    <a:pt x="2" y="5"/>
                    <a:pt x="2" y="6"/>
                  </a:cubicBezTo>
                  <a:cubicBezTo>
                    <a:pt x="1" y="4"/>
                    <a:pt x="1" y="3"/>
                    <a:pt x="0" y="1"/>
                  </a:cubicBezTo>
                  <a:cubicBezTo>
                    <a:pt x="0" y="1"/>
                    <a:pt x="1" y="0"/>
                    <a:pt x="1" y="0"/>
                  </a:cubicBezTo>
                  <a:cubicBezTo>
                    <a:pt x="2" y="1"/>
                    <a:pt x="2" y="3"/>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9" name="Freeform 3297">
              <a:extLst>
                <a:ext uri="{FF2B5EF4-FFF2-40B4-BE49-F238E27FC236}">
                  <a16:creationId xmlns:a16="http://schemas.microsoft.com/office/drawing/2014/main" id="{055AFD7D-3CD8-9697-6668-13E5823A0AAF}"/>
                </a:ext>
              </a:extLst>
            </p:cNvPr>
            <p:cNvSpPr>
              <a:spLocks/>
            </p:cNvSpPr>
            <p:nvPr/>
          </p:nvSpPr>
          <p:spPr bwMode="auto">
            <a:xfrm rot="5094805">
              <a:off x="3367333" y="3243691"/>
              <a:ext cx="4570" cy="13710"/>
            </a:xfrm>
            <a:custGeom>
              <a:avLst/>
              <a:gdLst>
                <a:gd name="T0" fmla="*/ 2 w 2"/>
                <a:gd name="T1" fmla="*/ 2 h 6"/>
                <a:gd name="T2" fmla="*/ 1 w 2"/>
                <a:gd name="T3" fmla="*/ 6 h 6"/>
                <a:gd name="T4" fmla="*/ 0 w 2"/>
                <a:gd name="T5" fmla="*/ 4 h 6"/>
                <a:gd name="T6" fmla="*/ 0 w 2"/>
                <a:gd name="T7" fmla="*/ 0 h 6"/>
                <a:gd name="T8" fmla="*/ 2 w 2"/>
                <a:gd name="T9" fmla="*/ 2 h 6"/>
              </a:gdLst>
              <a:ahLst/>
              <a:cxnLst>
                <a:cxn ang="0">
                  <a:pos x="T0" y="T1"/>
                </a:cxn>
                <a:cxn ang="0">
                  <a:pos x="T2" y="T3"/>
                </a:cxn>
                <a:cxn ang="0">
                  <a:pos x="T4" y="T5"/>
                </a:cxn>
                <a:cxn ang="0">
                  <a:pos x="T6" y="T7"/>
                </a:cxn>
                <a:cxn ang="0">
                  <a:pos x="T8" y="T9"/>
                </a:cxn>
              </a:cxnLst>
              <a:rect l="0" t="0" r="r" b="b"/>
              <a:pathLst>
                <a:path w="2" h="6">
                  <a:moveTo>
                    <a:pt x="2" y="2"/>
                  </a:moveTo>
                  <a:cubicBezTo>
                    <a:pt x="1" y="3"/>
                    <a:pt x="1" y="4"/>
                    <a:pt x="1" y="6"/>
                  </a:cubicBezTo>
                  <a:cubicBezTo>
                    <a:pt x="0" y="5"/>
                    <a:pt x="0" y="4"/>
                    <a:pt x="0" y="4"/>
                  </a:cubicBezTo>
                  <a:cubicBezTo>
                    <a:pt x="0" y="2"/>
                    <a:pt x="0" y="1"/>
                    <a:pt x="0" y="0"/>
                  </a:cubicBezTo>
                  <a:cubicBezTo>
                    <a:pt x="1" y="0"/>
                    <a:pt x="1"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0" name="Freeform 3298">
              <a:extLst>
                <a:ext uri="{FF2B5EF4-FFF2-40B4-BE49-F238E27FC236}">
                  <a16:creationId xmlns:a16="http://schemas.microsoft.com/office/drawing/2014/main" id="{718E9CE9-79BB-51FC-DBDF-DF43FAEA7F5C}"/>
                </a:ext>
              </a:extLst>
            </p:cNvPr>
            <p:cNvSpPr>
              <a:spLocks/>
            </p:cNvSpPr>
            <p:nvPr/>
          </p:nvSpPr>
          <p:spPr bwMode="auto">
            <a:xfrm rot="5094805">
              <a:off x="3352892" y="3442262"/>
              <a:ext cx="4570" cy="13710"/>
            </a:xfrm>
            <a:custGeom>
              <a:avLst/>
              <a:gdLst>
                <a:gd name="T0" fmla="*/ 2 w 2"/>
                <a:gd name="T1" fmla="*/ 2 h 6"/>
                <a:gd name="T2" fmla="*/ 1 w 2"/>
                <a:gd name="T3" fmla="*/ 6 h 6"/>
                <a:gd name="T4" fmla="*/ 0 w 2"/>
                <a:gd name="T5" fmla="*/ 4 h 6"/>
                <a:gd name="T6" fmla="*/ 1 w 2"/>
                <a:gd name="T7" fmla="*/ 0 h 6"/>
                <a:gd name="T8" fmla="*/ 2 w 2"/>
                <a:gd name="T9" fmla="*/ 2 h 6"/>
              </a:gdLst>
              <a:ahLst/>
              <a:cxnLst>
                <a:cxn ang="0">
                  <a:pos x="T0" y="T1"/>
                </a:cxn>
                <a:cxn ang="0">
                  <a:pos x="T2" y="T3"/>
                </a:cxn>
                <a:cxn ang="0">
                  <a:pos x="T4" y="T5"/>
                </a:cxn>
                <a:cxn ang="0">
                  <a:pos x="T6" y="T7"/>
                </a:cxn>
                <a:cxn ang="0">
                  <a:pos x="T8" y="T9"/>
                </a:cxn>
              </a:cxnLst>
              <a:rect l="0" t="0" r="r" b="b"/>
              <a:pathLst>
                <a:path w="2" h="6">
                  <a:moveTo>
                    <a:pt x="2" y="2"/>
                  </a:moveTo>
                  <a:cubicBezTo>
                    <a:pt x="2" y="3"/>
                    <a:pt x="1" y="4"/>
                    <a:pt x="1" y="6"/>
                  </a:cubicBezTo>
                  <a:cubicBezTo>
                    <a:pt x="1" y="5"/>
                    <a:pt x="0" y="4"/>
                    <a:pt x="0" y="4"/>
                  </a:cubicBezTo>
                  <a:cubicBezTo>
                    <a:pt x="0" y="2"/>
                    <a:pt x="0" y="1"/>
                    <a:pt x="1" y="0"/>
                  </a:cubicBezTo>
                  <a:cubicBezTo>
                    <a:pt x="1" y="0"/>
                    <a:pt x="1"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1" name="Freeform 3299">
              <a:extLst>
                <a:ext uri="{FF2B5EF4-FFF2-40B4-BE49-F238E27FC236}">
                  <a16:creationId xmlns:a16="http://schemas.microsoft.com/office/drawing/2014/main" id="{E80C999C-D0D3-20CF-2F9E-45DE37CC20FF}"/>
                </a:ext>
              </a:extLst>
            </p:cNvPr>
            <p:cNvSpPr>
              <a:spLocks/>
            </p:cNvSpPr>
            <p:nvPr/>
          </p:nvSpPr>
          <p:spPr bwMode="auto">
            <a:xfrm rot="5094805">
              <a:off x="3340718" y="3640428"/>
              <a:ext cx="9140" cy="13710"/>
            </a:xfrm>
            <a:custGeom>
              <a:avLst/>
              <a:gdLst>
                <a:gd name="T0" fmla="*/ 3 w 3"/>
                <a:gd name="T1" fmla="*/ 4 h 6"/>
                <a:gd name="T2" fmla="*/ 2 w 3"/>
                <a:gd name="T3" fmla="*/ 6 h 6"/>
                <a:gd name="T4" fmla="*/ 1 w 3"/>
                <a:gd name="T5" fmla="*/ 2 h 6"/>
                <a:gd name="T6" fmla="*/ 1 w 3"/>
                <a:gd name="T7" fmla="*/ 0 h 6"/>
                <a:gd name="T8" fmla="*/ 3 w 3"/>
                <a:gd name="T9" fmla="*/ 4 h 6"/>
              </a:gdLst>
              <a:ahLst/>
              <a:cxnLst>
                <a:cxn ang="0">
                  <a:pos x="T0" y="T1"/>
                </a:cxn>
                <a:cxn ang="0">
                  <a:pos x="T2" y="T3"/>
                </a:cxn>
                <a:cxn ang="0">
                  <a:pos x="T4" y="T5"/>
                </a:cxn>
                <a:cxn ang="0">
                  <a:pos x="T6" y="T7"/>
                </a:cxn>
                <a:cxn ang="0">
                  <a:pos x="T8" y="T9"/>
                </a:cxn>
              </a:cxnLst>
              <a:rect l="0" t="0" r="r" b="b"/>
              <a:pathLst>
                <a:path w="3" h="6">
                  <a:moveTo>
                    <a:pt x="3" y="4"/>
                  </a:moveTo>
                  <a:cubicBezTo>
                    <a:pt x="3" y="5"/>
                    <a:pt x="2" y="5"/>
                    <a:pt x="2" y="6"/>
                  </a:cubicBezTo>
                  <a:cubicBezTo>
                    <a:pt x="1" y="4"/>
                    <a:pt x="1" y="3"/>
                    <a:pt x="1" y="2"/>
                  </a:cubicBezTo>
                  <a:cubicBezTo>
                    <a:pt x="0" y="1"/>
                    <a:pt x="1" y="1"/>
                    <a:pt x="1" y="0"/>
                  </a:cubicBezTo>
                  <a:cubicBezTo>
                    <a:pt x="2" y="2"/>
                    <a:pt x="2" y="3"/>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2" name="Freeform 3300">
              <a:extLst>
                <a:ext uri="{FF2B5EF4-FFF2-40B4-BE49-F238E27FC236}">
                  <a16:creationId xmlns:a16="http://schemas.microsoft.com/office/drawing/2014/main" id="{396D6A18-7A37-A875-7A0E-AC5C567E9639}"/>
                </a:ext>
              </a:extLst>
            </p:cNvPr>
            <p:cNvSpPr>
              <a:spLocks/>
            </p:cNvSpPr>
            <p:nvPr/>
          </p:nvSpPr>
          <p:spPr bwMode="auto">
            <a:xfrm rot="5094805">
              <a:off x="3145628" y="3976651"/>
              <a:ext cx="9140" cy="9140"/>
            </a:xfrm>
            <a:custGeom>
              <a:avLst/>
              <a:gdLst>
                <a:gd name="T0" fmla="*/ 4 w 4"/>
                <a:gd name="T1" fmla="*/ 2 h 4"/>
                <a:gd name="T2" fmla="*/ 1 w 4"/>
                <a:gd name="T3" fmla="*/ 4 h 4"/>
                <a:gd name="T4" fmla="*/ 0 w 4"/>
                <a:gd name="T5" fmla="*/ 2 h 4"/>
                <a:gd name="T6" fmla="*/ 3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3" y="3"/>
                    <a:pt x="2" y="4"/>
                    <a:pt x="1" y="4"/>
                  </a:cubicBezTo>
                  <a:cubicBezTo>
                    <a:pt x="1" y="4"/>
                    <a:pt x="1" y="2"/>
                    <a:pt x="0" y="2"/>
                  </a:cubicBezTo>
                  <a:cubicBezTo>
                    <a:pt x="1" y="1"/>
                    <a:pt x="2" y="0"/>
                    <a:pt x="3" y="0"/>
                  </a:cubicBezTo>
                  <a:cubicBezTo>
                    <a:pt x="3"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3" name="Freeform 3301">
              <a:extLst>
                <a:ext uri="{FF2B5EF4-FFF2-40B4-BE49-F238E27FC236}">
                  <a16:creationId xmlns:a16="http://schemas.microsoft.com/office/drawing/2014/main" id="{3A6683CB-D348-9AE9-29BD-B0E7B1ABD610}"/>
                </a:ext>
              </a:extLst>
            </p:cNvPr>
            <p:cNvSpPr>
              <a:spLocks/>
            </p:cNvSpPr>
            <p:nvPr/>
          </p:nvSpPr>
          <p:spPr bwMode="auto">
            <a:xfrm rot="5094805">
              <a:off x="3142470" y="4174314"/>
              <a:ext cx="6856" cy="6856"/>
            </a:xfrm>
            <a:custGeom>
              <a:avLst/>
              <a:gdLst>
                <a:gd name="T0" fmla="*/ 0 w 3"/>
                <a:gd name="T1" fmla="*/ 1 h 3"/>
                <a:gd name="T2" fmla="*/ 2 w 3"/>
                <a:gd name="T3" fmla="*/ 0 h 3"/>
                <a:gd name="T4" fmla="*/ 3 w 3"/>
                <a:gd name="T5" fmla="*/ 2 h 3"/>
                <a:gd name="T6" fmla="*/ 3 w 3"/>
                <a:gd name="T7" fmla="*/ 3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1" y="1"/>
                    <a:pt x="2" y="0"/>
                    <a:pt x="2" y="0"/>
                  </a:cubicBezTo>
                  <a:cubicBezTo>
                    <a:pt x="3" y="0"/>
                    <a:pt x="3" y="1"/>
                    <a:pt x="3" y="2"/>
                  </a:cubicBezTo>
                  <a:cubicBezTo>
                    <a:pt x="3" y="2"/>
                    <a:pt x="3" y="3"/>
                    <a:pt x="3" y="3"/>
                  </a:cubicBezTo>
                  <a:cubicBezTo>
                    <a:pt x="2" y="3"/>
                    <a:pt x="1"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4" name="Freeform 3302">
              <a:extLst>
                <a:ext uri="{FF2B5EF4-FFF2-40B4-BE49-F238E27FC236}">
                  <a16:creationId xmlns:a16="http://schemas.microsoft.com/office/drawing/2014/main" id="{1A2C810A-7373-31BB-F81D-FAC7C268FF7A}"/>
                </a:ext>
              </a:extLst>
            </p:cNvPr>
            <p:cNvSpPr>
              <a:spLocks/>
            </p:cNvSpPr>
            <p:nvPr/>
          </p:nvSpPr>
          <p:spPr bwMode="auto">
            <a:xfrm rot="5094805">
              <a:off x="3136092" y="4373212"/>
              <a:ext cx="9140" cy="6856"/>
            </a:xfrm>
            <a:custGeom>
              <a:avLst/>
              <a:gdLst>
                <a:gd name="T0" fmla="*/ 3 w 3"/>
                <a:gd name="T1" fmla="*/ 2 h 2"/>
                <a:gd name="T2" fmla="*/ 1 w 3"/>
                <a:gd name="T3" fmla="*/ 2 h 2"/>
                <a:gd name="T4" fmla="*/ 0 w 3"/>
                <a:gd name="T5" fmla="*/ 1 h 2"/>
                <a:gd name="T6" fmla="*/ 2 w 3"/>
                <a:gd name="T7" fmla="*/ 0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2"/>
                    <a:pt x="2" y="2"/>
                    <a:pt x="1" y="2"/>
                  </a:cubicBezTo>
                  <a:cubicBezTo>
                    <a:pt x="1" y="2"/>
                    <a:pt x="0" y="1"/>
                    <a:pt x="0" y="1"/>
                  </a:cubicBezTo>
                  <a:cubicBezTo>
                    <a:pt x="1" y="0"/>
                    <a:pt x="2" y="0"/>
                    <a:pt x="2" y="0"/>
                  </a:cubicBezTo>
                  <a:cubicBezTo>
                    <a:pt x="3"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5" name="Freeform 3303">
              <a:extLst>
                <a:ext uri="{FF2B5EF4-FFF2-40B4-BE49-F238E27FC236}">
                  <a16:creationId xmlns:a16="http://schemas.microsoft.com/office/drawing/2014/main" id="{5A208B39-C267-4E59-3125-2BEA85C958A0}"/>
                </a:ext>
              </a:extLst>
            </p:cNvPr>
            <p:cNvSpPr>
              <a:spLocks/>
            </p:cNvSpPr>
            <p:nvPr/>
          </p:nvSpPr>
          <p:spPr bwMode="auto">
            <a:xfrm rot="5094805">
              <a:off x="3127446" y="4572515"/>
              <a:ext cx="6856" cy="6856"/>
            </a:xfrm>
            <a:custGeom>
              <a:avLst/>
              <a:gdLst>
                <a:gd name="T0" fmla="*/ 3 w 3"/>
                <a:gd name="T1" fmla="*/ 2 h 2"/>
                <a:gd name="T2" fmla="*/ 1 w 3"/>
                <a:gd name="T3" fmla="*/ 2 h 2"/>
                <a:gd name="T4" fmla="*/ 0 w 3"/>
                <a:gd name="T5" fmla="*/ 1 h 2"/>
                <a:gd name="T6" fmla="*/ 2 w 3"/>
                <a:gd name="T7" fmla="*/ 0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2"/>
                    <a:pt x="2" y="2"/>
                    <a:pt x="1" y="2"/>
                  </a:cubicBezTo>
                  <a:cubicBezTo>
                    <a:pt x="1" y="2"/>
                    <a:pt x="0" y="2"/>
                    <a:pt x="0" y="1"/>
                  </a:cubicBezTo>
                  <a:cubicBezTo>
                    <a:pt x="1" y="1"/>
                    <a:pt x="2" y="0"/>
                    <a:pt x="2" y="0"/>
                  </a:cubicBezTo>
                  <a:cubicBezTo>
                    <a:pt x="3"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6" name="Freeform 3304">
              <a:extLst>
                <a:ext uri="{FF2B5EF4-FFF2-40B4-BE49-F238E27FC236}">
                  <a16:creationId xmlns:a16="http://schemas.microsoft.com/office/drawing/2014/main" id="{A2AD217F-8BAA-1FB5-DB29-6C729BC5C18E}"/>
                </a:ext>
              </a:extLst>
            </p:cNvPr>
            <p:cNvSpPr>
              <a:spLocks/>
            </p:cNvSpPr>
            <p:nvPr/>
          </p:nvSpPr>
          <p:spPr bwMode="auto">
            <a:xfrm rot="5094805">
              <a:off x="3114240" y="4774305"/>
              <a:ext cx="9140" cy="2286"/>
            </a:xfrm>
            <a:custGeom>
              <a:avLst/>
              <a:gdLst>
                <a:gd name="T0" fmla="*/ 3 w 3"/>
                <a:gd name="T1" fmla="*/ 1 h 1"/>
                <a:gd name="T2" fmla="*/ 1 w 3"/>
                <a:gd name="T3" fmla="*/ 1 h 1"/>
                <a:gd name="T4" fmla="*/ 0 w 3"/>
                <a:gd name="T5" fmla="*/ 0 h 1"/>
                <a:gd name="T6" fmla="*/ 2 w 3"/>
                <a:gd name="T7" fmla="*/ 0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2" y="1"/>
                    <a:pt x="2" y="1"/>
                    <a:pt x="1" y="1"/>
                  </a:cubicBezTo>
                  <a:cubicBezTo>
                    <a:pt x="1" y="1"/>
                    <a:pt x="0" y="1"/>
                    <a:pt x="0" y="0"/>
                  </a:cubicBezTo>
                  <a:cubicBezTo>
                    <a:pt x="1" y="0"/>
                    <a:pt x="2" y="0"/>
                    <a:pt x="2" y="0"/>
                  </a:cubicBezTo>
                  <a:cubicBezTo>
                    <a:pt x="3"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7" name="Freeform 3305">
              <a:extLst>
                <a:ext uri="{FF2B5EF4-FFF2-40B4-BE49-F238E27FC236}">
                  <a16:creationId xmlns:a16="http://schemas.microsoft.com/office/drawing/2014/main" id="{58EEF99A-D83B-863A-FF10-7BA8C3AA5BCE}"/>
                </a:ext>
              </a:extLst>
            </p:cNvPr>
            <p:cNvSpPr>
              <a:spLocks/>
            </p:cNvSpPr>
            <p:nvPr/>
          </p:nvSpPr>
          <p:spPr bwMode="auto">
            <a:xfrm rot="5094805">
              <a:off x="3099905" y="4972974"/>
              <a:ext cx="6856" cy="4570"/>
            </a:xfrm>
            <a:custGeom>
              <a:avLst/>
              <a:gdLst>
                <a:gd name="T0" fmla="*/ 0 w 3"/>
                <a:gd name="T1" fmla="*/ 0 h 1"/>
                <a:gd name="T2" fmla="*/ 2 w 3"/>
                <a:gd name="T3" fmla="*/ 0 h 1"/>
                <a:gd name="T4" fmla="*/ 3 w 3"/>
                <a:gd name="T5" fmla="*/ 1 h 1"/>
                <a:gd name="T6" fmla="*/ 2 w 3"/>
                <a:gd name="T7" fmla="*/ 1 h 1"/>
                <a:gd name="T8" fmla="*/ 0 w 3"/>
                <a:gd name="T9" fmla="*/ 0 h 1"/>
              </a:gdLst>
              <a:ahLst/>
              <a:cxnLst>
                <a:cxn ang="0">
                  <a:pos x="T0" y="T1"/>
                </a:cxn>
                <a:cxn ang="0">
                  <a:pos x="T2" y="T3"/>
                </a:cxn>
                <a:cxn ang="0">
                  <a:pos x="T4" y="T5"/>
                </a:cxn>
                <a:cxn ang="0">
                  <a:pos x="T6" y="T7"/>
                </a:cxn>
                <a:cxn ang="0">
                  <a:pos x="T8" y="T9"/>
                </a:cxn>
              </a:cxnLst>
              <a:rect l="0" t="0" r="r" b="b"/>
              <a:pathLst>
                <a:path w="3" h="1">
                  <a:moveTo>
                    <a:pt x="0" y="0"/>
                  </a:moveTo>
                  <a:cubicBezTo>
                    <a:pt x="0" y="0"/>
                    <a:pt x="1" y="0"/>
                    <a:pt x="2" y="0"/>
                  </a:cubicBezTo>
                  <a:cubicBezTo>
                    <a:pt x="2" y="0"/>
                    <a:pt x="3" y="0"/>
                    <a:pt x="3" y="1"/>
                  </a:cubicBezTo>
                  <a:cubicBezTo>
                    <a:pt x="3" y="1"/>
                    <a:pt x="3" y="1"/>
                    <a:pt x="2" y="1"/>
                  </a:cubicBezTo>
                  <a:cubicBezTo>
                    <a:pt x="1" y="1"/>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8" name="Freeform 3306">
              <a:extLst>
                <a:ext uri="{FF2B5EF4-FFF2-40B4-BE49-F238E27FC236}">
                  <a16:creationId xmlns:a16="http://schemas.microsoft.com/office/drawing/2014/main" id="{2E73E826-7184-9384-2A35-058A55BAB811}"/>
                </a:ext>
              </a:extLst>
            </p:cNvPr>
            <p:cNvSpPr>
              <a:spLocks/>
            </p:cNvSpPr>
            <p:nvPr/>
          </p:nvSpPr>
          <p:spPr bwMode="auto">
            <a:xfrm rot="5094805">
              <a:off x="3088878" y="5172382"/>
              <a:ext cx="6856" cy="2286"/>
            </a:xfrm>
            <a:custGeom>
              <a:avLst/>
              <a:gdLst>
                <a:gd name="T0" fmla="*/ 2 w 3"/>
                <a:gd name="T1" fmla="*/ 0 h 1"/>
                <a:gd name="T2" fmla="*/ 3 w 3"/>
                <a:gd name="T3" fmla="*/ 1 h 1"/>
                <a:gd name="T4" fmla="*/ 1 w 3"/>
                <a:gd name="T5" fmla="*/ 1 h 1"/>
                <a:gd name="T6" fmla="*/ 0 w 3"/>
                <a:gd name="T7" fmla="*/ 0 h 1"/>
                <a:gd name="T8" fmla="*/ 2 w 3"/>
                <a:gd name="T9" fmla="*/ 0 h 1"/>
              </a:gdLst>
              <a:ahLst/>
              <a:cxnLst>
                <a:cxn ang="0">
                  <a:pos x="T0" y="T1"/>
                </a:cxn>
                <a:cxn ang="0">
                  <a:pos x="T2" y="T3"/>
                </a:cxn>
                <a:cxn ang="0">
                  <a:pos x="T4" y="T5"/>
                </a:cxn>
                <a:cxn ang="0">
                  <a:pos x="T6" y="T7"/>
                </a:cxn>
                <a:cxn ang="0">
                  <a:pos x="T8" y="T9"/>
                </a:cxn>
              </a:cxnLst>
              <a:rect l="0" t="0" r="r" b="b"/>
              <a:pathLst>
                <a:path w="3" h="1">
                  <a:moveTo>
                    <a:pt x="2" y="0"/>
                  </a:moveTo>
                  <a:cubicBezTo>
                    <a:pt x="2" y="0"/>
                    <a:pt x="3" y="1"/>
                    <a:pt x="3" y="1"/>
                  </a:cubicBezTo>
                  <a:cubicBezTo>
                    <a:pt x="2" y="1"/>
                    <a:pt x="2" y="1"/>
                    <a:pt x="1" y="1"/>
                  </a:cubicBezTo>
                  <a:cubicBezTo>
                    <a:pt x="0" y="1"/>
                    <a:pt x="0" y="1"/>
                    <a:pt x="0" y="0"/>
                  </a:cubicBezTo>
                  <a:cubicBezTo>
                    <a:pt x="0"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9" name="Freeform 3307">
              <a:extLst>
                <a:ext uri="{FF2B5EF4-FFF2-40B4-BE49-F238E27FC236}">
                  <a16:creationId xmlns:a16="http://schemas.microsoft.com/office/drawing/2014/main" id="{310780BD-EFA1-B960-21D1-46BF3775AA48}"/>
                </a:ext>
              </a:extLst>
            </p:cNvPr>
            <p:cNvSpPr>
              <a:spLocks/>
            </p:cNvSpPr>
            <p:nvPr/>
          </p:nvSpPr>
          <p:spPr bwMode="auto">
            <a:xfrm rot="5094805">
              <a:off x="3079191" y="5372823"/>
              <a:ext cx="6856" cy="2286"/>
            </a:xfrm>
            <a:custGeom>
              <a:avLst/>
              <a:gdLst>
                <a:gd name="T0" fmla="*/ 3 w 3"/>
                <a:gd name="T1" fmla="*/ 1 h 1"/>
                <a:gd name="T2" fmla="*/ 1 w 3"/>
                <a:gd name="T3" fmla="*/ 1 h 1"/>
                <a:gd name="T4" fmla="*/ 0 w 3"/>
                <a:gd name="T5" fmla="*/ 0 h 1"/>
                <a:gd name="T6" fmla="*/ 2 w 3"/>
                <a:gd name="T7" fmla="*/ 0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2" y="1"/>
                    <a:pt x="1" y="1"/>
                    <a:pt x="1" y="1"/>
                  </a:cubicBezTo>
                  <a:cubicBezTo>
                    <a:pt x="0" y="1"/>
                    <a:pt x="0" y="0"/>
                    <a:pt x="0" y="0"/>
                  </a:cubicBezTo>
                  <a:cubicBezTo>
                    <a:pt x="0" y="0"/>
                    <a:pt x="1" y="0"/>
                    <a:pt x="2" y="0"/>
                  </a:cubicBezTo>
                  <a:cubicBezTo>
                    <a:pt x="2"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0" name="Freeform 3308">
              <a:extLst>
                <a:ext uri="{FF2B5EF4-FFF2-40B4-BE49-F238E27FC236}">
                  <a16:creationId xmlns:a16="http://schemas.microsoft.com/office/drawing/2014/main" id="{BD3CB51B-5891-6FCA-B91F-EA524708281B}"/>
                </a:ext>
              </a:extLst>
            </p:cNvPr>
            <p:cNvSpPr>
              <a:spLocks/>
            </p:cNvSpPr>
            <p:nvPr/>
          </p:nvSpPr>
          <p:spPr bwMode="auto">
            <a:xfrm rot="5094805">
              <a:off x="3073749" y="5570487"/>
              <a:ext cx="9140" cy="0"/>
            </a:xfrm>
            <a:custGeom>
              <a:avLst/>
              <a:gdLst>
                <a:gd name="T0" fmla="*/ 4 w 4"/>
                <a:gd name="T1" fmla="*/ 1 w 4"/>
                <a:gd name="T2" fmla="*/ 0 w 4"/>
                <a:gd name="T3" fmla="*/ 3 w 4"/>
                <a:gd name="T4" fmla="*/ 4 w 4"/>
              </a:gdLst>
              <a:ahLst/>
              <a:cxnLst>
                <a:cxn ang="0">
                  <a:pos x="T0" y="0"/>
                </a:cxn>
                <a:cxn ang="0">
                  <a:pos x="T1" y="0"/>
                </a:cxn>
                <a:cxn ang="0">
                  <a:pos x="T2" y="0"/>
                </a:cxn>
                <a:cxn ang="0">
                  <a:pos x="T3" y="0"/>
                </a:cxn>
                <a:cxn ang="0">
                  <a:pos x="T4" y="0"/>
                </a:cxn>
              </a:cxnLst>
              <a:rect l="0" t="0" r="r" b="b"/>
              <a:pathLst>
                <a:path w="4">
                  <a:moveTo>
                    <a:pt x="4" y="0"/>
                  </a:moveTo>
                  <a:cubicBezTo>
                    <a:pt x="3" y="0"/>
                    <a:pt x="2" y="0"/>
                    <a:pt x="1" y="0"/>
                  </a:cubicBezTo>
                  <a:cubicBezTo>
                    <a:pt x="1" y="0"/>
                    <a:pt x="0" y="0"/>
                    <a:pt x="0" y="0"/>
                  </a:cubicBezTo>
                  <a:cubicBezTo>
                    <a:pt x="1" y="0"/>
                    <a:pt x="2" y="0"/>
                    <a:pt x="3"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1" name="Freeform 3309">
              <a:extLst>
                <a:ext uri="{FF2B5EF4-FFF2-40B4-BE49-F238E27FC236}">
                  <a16:creationId xmlns:a16="http://schemas.microsoft.com/office/drawing/2014/main" id="{9EC8F591-7089-E59F-6FB2-DF8DDF20F09F}"/>
                </a:ext>
              </a:extLst>
            </p:cNvPr>
            <p:cNvSpPr>
              <a:spLocks/>
            </p:cNvSpPr>
            <p:nvPr/>
          </p:nvSpPr>
          <p:spPr bwMode="auto">
            <a:xfrm rot="5094805">
              <a:off x="3079791" y="5767234"/>
              <a:ext cx="9140" cy="0"/>
            </a:xfrm>
            <a:custGeom>
              <a:avLst/>
              <a:gdLst>
                <a:gd name="T0" fmla="*/ 3 w 3"/>
                <a:gd name="T1" fmla="*/ 1 w 3"/>
                <a:gd name="T2" fmla="*/ 0 w 3"/>
                <a:gd name="T3" fmla="*/ 2 w 3"/>
                <a:gd name="T4" fmla="*/ 3 w 3"/>
              </a:gdLst>
              <a:ahLst/>
              <a:cxnLst>
                <a:cxn ang="0">
                  <a:pos x="T0" y="0"/>
                </a:cxn>
                <a:cxn ang="0">
                  <a:pos x="T1" y="0"/>
                </a:cxn>
                <a:cxn ang="0">
                  <a:pos x="T2" y="0"/>
                </a:cxn>
                <a:cxn ang="0">
                  <a:pos x="T3" y="0"/>
                </a:cxn>
                <a:cxn ang="0">
                  <a:pos x="T4" y="0"/>
                </a:cxn>
              </a:cxnLst>
              <a:rect l="0" t="0" r="r" b="b"/>
              <a:pathLst>
                <a:path w="3">
                  <a:moveTo>
                    <a:pt x="3" y="0"/>
                  </a:moveTo>
                  <a:cubicBezTo>
                    <a:pt x="2" y="0"/>
                    <a:pt x="2" y="0"/>
                    <a:pt x="1" y="0"/>
                  </a:cubicBezTo>
                  <a:cubicBezTo>
                    <a:pt x="0" y="0"/>
                    <a:pt x="0" y="0"/>
                    <a:pt x="0" y="0"/>
                  </a:cubicBezTo>
                  <a:cubicBezTo>
                    <a:pt x="1" y="0"/>
                    <a:pt x="1" y="0"/>
                    <a:pt x="2" y="0"/>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2" name="Freeform 3310">
              <a:extLst>
                <a:ext uri="{FF2B5EF4-FFF2-40B4-BE49-F238E27FC236}">
                  <a16:creationId xmlns:a16="http://schemas.microsoft.com/office/drawing/2014/main" id="{84B0A05A-6043-12C5-08AE-6648D27E97F0}"/>
                </a:ext>
              </a:extLst>
            </p:cNvPr>
            <p:cNvSpPr>
              <a:spLocks/>
            </p:cNvSpPr>
            <p:nvPr/>
          </p:nvSpPr>
          <p:spPr bwMode="auto">
            <a:xfrm rot="5094805">
              <a:off x="3099393" y="5960586"/>
              <a:ext cx="6856" cy="2286"/>
            </a:xfrm>
            <a:custGeom>
              <a:avLst/>
              <a:gdLst>
                <a:gd name="T0" fmla="*/ 3 w 3"/>
                <a:gd name="T1" fmla="*/ 0 h 1"/>
                <a:gd name="T2" fmla="*/ 1 w 3"/>
                <a:gd name="T3" fmla="*/ 1 h 1"/>
                <a:gd name="T4" fmla="*/ 0 w 3"/>
                <a:gd name="T5" fmla="*/ 0 h 1"/>
                <a:gd name="T6" fmla="*/ 2 w 3"/>
                <a:gd name="T7" fmla="*/ 0 h 1"/>
                <a:gd name="T8" fmla="*/ 3 w 3"/>
                <a:gd name="T9" fmla="*/ 0 h 1"/>
              </a:gdLst>
              <a:ahLst/>
              <a:cxnLst>
                <a:cxn ang="0">
                  <a:pos x="T0" y="T1"/>
                </a:cxn>
                <a:cxn ang="0">
                  <a:pos x="T2" y="T3"/>
                </a:cxn>
                <a:cxn ang="0">
                  <a:pos x="T4" y="T5"/>
                </a:cxn>
                <a:cxn ang="0">
                  <a:pos x="T6" y="T7"/>
                </a:cxn>
                <a:cxn ang="0">
                  <a:pos x="T8" y="T9"/>
                </a:cxn>
              </a:cxnLst>
              <a:rect l="0" t="0" r="r" b="b"/>
              <a:pathLst>
                <a:path w="3" h="1">
                  <a:moveTo>
                    <a:pt x="3" y="0"/>
                  </a:moveTo>
                  <a:cubicBezTo>
                    <a:pt x="2" y="1"/>
                    <a:pt x="2" y="1"/>
                    <a:pt x="1" y="1"/>
                  </a:cubicBezTo>
                  <a:cubicBezTo>
                    <a:pt x="1" y="1"/>
                    <a:pt x="0" y="1"/>
                    <a:pt x="0" y="0"/>
                  </a:cubicBezTo>
                  <a:cubicBezTo>
                    <a:pt x="1" y="0"/>
                    <a:pt x="1" y="0"/>
                    <a:pt x="2" y="0"/>
                  </a:cubicBezTo>
                  <a:cubicBezTo>
                    <a:pt x="3"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3" name="Freeform 3311">
              <a:extLst>
                <a:ext uri="{FF2B5EF4-FFF2-40B4-BE49-F238E27FC236}">
                  <a16:creationId xmlns:a16="http://schemas.microsoft.com/office/drawing/2014/main" id="{D103222F-5058-8B5E-252B-C0647CA3F444}"/>
                </a:ext>
              </a:extLst>
            </p:cNvPr>
            <p:cNvSpPr>
              <a:spLocks/>
            </p:cNvSpPr>
            <p:nvPr/>
          </p:nvSpPr>
          <p:spPr bwMode="auto">
            <a:xfrm rot="5094805">
              <a:off x="3138129" y="6150880"/>
              <a:ext cx="9140" cy="2286"/>
            </a:xfrm>
            <a:custGeom>
              <a:avLst/>
              <a:gdLst>
                <a:gd name="T0" fmla="*/ 3 w 4"/>
                <a:gd name="T1" fmla="*/ 0 h 1"/>
                <a:gd name="T2" fmla="*/ 4 w 4"/>
                <a:gd name="T3" fmla="*/ 1 h 1"/>
                <a:gd name="T4" fmla="*/ 2 w 4"/>
                <a:gd name="T5" fmla="*/ 1 h 1"/>
                <a:gd name="T6" fmla="*/ 0 w 4"/>
                <a:gd name="T7" fmla="*/ 1 h 1"/>
                <a:gd name="T8" fmla="*/ 3 w 4"/>
                <a:gd name="T9" fmla="*/ 0 h 1"/>
              </a:gdLst>
              <a:ahLst/>
              <a:cxnLst>
                <a:cxn ang="0">
                  <a:pos x="T0" y="T1"/>
                </a:cxn>
                <a:cxn ang="0">
                  <a:pos x="T2" y="T3"/>
                </a:cxn>
                <a:cxn ang="0">
                  <a:pos x="T4" y="T5"/>
                </a:cxn>
                <a:cxn ang="0">
                  <a:pos x="T6" y="T7"/>
                </a:cxn>
                <a:cxn ang="0">
                  <a:pos x="T8" y="T9"/>
                </a:cxn>
              </a:cxnLst>
              <a:rect l="0" t="0" r="r" b="b"/>
              <a:pathLst>
                <a:path w="4" h="1">
                  <a:moveTo>
                    <a:pt x="3" y="0"/>
                  </a:moveTo>
                  <a:cubicBezTo>
                    <a:pt x="3" y="0"/>
                    <a:pt x="3" y="0"/>
                    <a:pt x="4" y="1"/>
                  </a:cubicBezTo>
                  <a:cubicBezTo>
                    <a:pt x="3" y="1"/>
                    <a:pt x="2" y="1"/>
                    <a:pt x="2" y="1"/>
                  </a:cubicBezTo>
                  <a:cubicBezTo>
                    <a:pt x="1" y="1"/>
                    <a:pt x="1" y="1"/>
                    <a:pt x="0"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4" name="Freeform 3312">
              <a:extLst>
                <a:ext uri="{FF2B5EF4-FFF2-40B4-BE49-F238E27FC236}">
                  <a16:creationId xmlns:a16="http://schemas.microsoft.com/office/drawing/2014/main" id="{B69D1F8D-6158-869D-6EB4-145B5FFEA35B}"/>
                </a:ext>
              </a:extLst>
            </p:cNvPr>
            <p:cNvSpPr>
              <a:spLocks/>
            </p:cNvSpPr>
            <p:nvPr/>
          </p:nvSpPr>
          <p:spPr bwMode="auto">
            <a:xfrm rot="5094805">
              <a:off x="3209973" y="6339475"/>
              <a:ext cx="9140" cy="2286"/>
            </a:xfrm>
            <a:custGeom>
              <a:avLst/>
              <a:gdLst>
                <a:gd name="T0" fmla="*/ 0 w 3"/>
                <a:gd name="T1" fmla="*/ 1 h 1"/>
                <a:gd name="T2" fmla="*/ 2 w 3"/>
                <a:gd name="T3" fmla="*/ 0 h 1"/>
                <a:gd name="T4" fmla="*/ 3 w 3"/>
                <a:gd name="T5" fmla="*/ 0 h 1"/>
                <a:gd name="T6" fmla="*/ 3 w 3"/>
                <a:gd name="T7" fmla="*/ 1 h 1"/>
                <a:gd name="T8" fmla="*/ 0 w 3"/>
                <a:gd name="T9" fmla="*/ 1 h 1"/>
              </a:gdLst>
              <a:ahLst/>
              <a:cxnLst>
                <a:cxn ang="0">
                  <a:pos x="T0" y="T1"/>
                </a:cxn>
                <a:cxn ang="0">
                  <a:pos x="T2" y="T3"/>
                </a:cxn>
                <a:cxn ang="0">
                  <a:pos x="T4" y="T5"/>
                </a:cxn>
                <a:cxn ang="0">
                  <a:pos x="T6" y="T7"/>
                </a:cxn>
                <a:cxn ang="0">
                  <a:pos x="T8" y="T9"/>
                </a:cxn>
              </a:cxnLst>
              <a:rect l="0" t="0" r="r" b="b"/>
              <a:pathLst>
                <a:path w="3" h="1">
                  <a:moveTo>
                    <a:pt x="0" y="1"/>
                  </a:moveTo>
                  <a:cubicBezTo>
                    <a:pt x="1" y="1"/>
                    <a:pt x="2" y="0"/>
                    <a:pt x="2" y="0"/>
                  </a:cubicBezTo>
                  <a:cubicBezTo>
                    <a:pt x="3" y="0"/>
                    <a:pt x="3" y="0"/>
                    <a:pt x="3" y="0"/>
                  </a:cubicBezTo>
                  <a:cubicBezTo>
                    <a:pt x="3" y="0"/>
                    <a:pt x="3" y="1"/>
                    <a:pt x="3" y="1"/>
                  </a:cubicBezTo>
                  <a:cubicBezTo>
                    <a:pt x="2" y="1"/>
                    <a:pt x="1"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5" name="Freeform 3313">
              <a:extLst>
                <a:ext uri="{FF2B5EF4-FFF2-40B4-BE49-F238E27FC236}">
                  <a16:creationId xmlns:a16="http://schemas.microsoft.com/office/drawing/2014/main" id="{C3723445-7528-F177-4B31-1CA872AA4FF5}"/>
                </a:ext>
              </a:extLst>
            </p:cNvPr>
            <p:cNvSpPr>
              <a:spLocks/>
            </p:cNvSpPr>
            <p:nvPr/>
          </p:nvSpPr>
          <p:spPr bwMode="auto">
            <a:xfrm rot="5094805">
              <a:off x="3310266" y="6524397"/>
              <a:ext cx="9140" cy="4570"/>
            </a:xfrm>
            <a:custGeom>
              <a:avLst/>
              <a:gdLst>
                <a:gd name="T0" fmla="*/ 4 w 4"/>
                <a:gd name="T1" fmla="*/ 0 h 2"/>
                <a:gd name="T2" fmla="*/ 1 w 4"/>
                <a:gd name="T3" fmla="*/ 1 h 2"/>
                <a:gd name="T4" fmla="*/ 0 w 4"/>
                <a:gd name="T5" fmla="*/ 2 h 2"/>
                <a:gd name="T6" fmla="*/ 3 w 4"/>
                <a:gd name="T7" fmla="*/ 0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3" y="0"/>
                    <a:pt x="2" y="1"/>
                    <a:pt x="1" y="1"/>
                  </a:cubicBezTo>
                  <a:cubicBezTo>
                    <a:pt x="1" y="2"/>
                    <a:pt x="0" y="2"/>
                    <a:pt x="0" y="2"/>
                  </a:cubicBezTo>
                  <a:cubicBezTo>
                    <a:pt x="1" y="1"/>
                    <a:pt x="2" y="1"/>
                    <a:pt x="3"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6" name="Freeform 3314">
              <a:extLst>
                <a:ext uri="{FF2B5EF4-FFF2-40B4-BE49-F238E27FC236}">
                  <a16:creationId xmlns:a16="http://schemas.microsoft.com/office/drawing/2014/main" id="{113BE29B-19B1-F536-DDB1-A2EC09F89A28}"/>
                </a:ext>
              </a:extLst>
            </p:cNvPr>
            <p:cNvSpPr>
              <a:spLocks/>
            </p:cNvSpPr>
            <p:nvPr/>
          </p:nvSpPr>
          <p:spPr bwMode="auto">
            <a:xfrm rot="5094805">
              <a:off x="3438709" y="6703473"/>
              <a:ext cx="6856" cy="6856"/>
            </a:xfrm>
            <a:custGeom>
              <a:avLst/>
              <a:gdLst>
                <a:gd name="T0" fmla="*/ 3 w 3"/>
                <a:gd name="T1" fmla="*/ 1 h 2"/>
                <a:gd name="T2" fmla="*/ 0 w 3"/>
                <a:gd name="T3" fmla="*/ 2 h 2"/>
                <a:gd name="T4" fmla="*/ 1 w 3"/>
                <a:gd name="T5" fmla="*/ 1 h 2"/>
                <a:gd name="T6" fmla="*/ 3 w 3"/>
                <a:gd name="T7" fmla="*/ 0 h 2"/>
                <a:gd name="T8" fmla="*/ 3 w 3"/>
                <a:gd name="T9" fmla="*/ 1 h 2"/>
              </a:gdLst>
              <a:ahLst/>
              <a:cxnLst>
                <a:cxn ang="0">
                  <a:pos x="T0" y="T1"/>
                </a:cxn>
                <a:cxn ang="0">
                  <a:pos x="T2" y="T3"/>
                </a:cxn>
                <a:cxn ang="0">
                  <a:pos x="T4" y="T5"/>
                </a:cxn>
                <a:cxn ang="0">
                  <a:pos x="T6" y="T7"/>
                </a:cxn>
                <a:cxn ang="0">
                  <a:pos x="T8" y="T9"/>
                </a:cxn>
              </a:cxnLst>
              <a:rect l="0" t="0" r="r" b="b"/>
              <a:pathLst>
                <a:path w="3" h="2">
                  <a:moveTo>
                    <a:pt x="3" y="1"/>
                  </a:moveTo>
                  <a:cubicBezTo>
                    <a:pt x="2" y="1"/>
                    <a:pt x="1" y="2"/>
                    <a:pt x="0" y="2"/>
                  </a:cubicBezTo>
                  <a:cubicBezTo>
                    <a:pt x="0" y="2"/>
                    <a:pt x="1" y="1"/>
                    <a:pt x="1" y="1"/>
                  </a:cubicBezTo>
                  <a:cubicBezTo>
                    <a:pt x="2" y="1"/>
                    <a:pt x="3" y="0"/>
                    <a:pt x="3" y="0"/>
                  </a:cubicBezTo>
                  <a:cubicBezTo>
                    <a:pt x="3"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7" name="Freeform 3336">
              <a:extLst>
                <a:ext uri="{FF2B5EF4-FFF2-40B4-BE49-F238E27FC236}">
                  <a16:creationId xmlns:a16="http://schemas.microsoft.com/office/drawing/2014/main" id="{217AB12F-EC52-9BEA-58FA-AB5FE0B6912A}"/>
                </a:ext>
              </a:extLst>
            </p:cNvPr>
            <p:cNvSpPr>
              <a:spLocks/>
            </p:cNvSpPr>
            <p:nvPr/>
          </p:nvSpPr>
          <p:spPr bwMode="auto">
            <a:xfrm rot="5094805">
              <a:off x="2049051" y="-3252"/>
              <a:ext cx="6856" cy="4570"/>
            </a:xfrm>
            <a:custGeom>
              <a:avLst/>
              <a:gdLst>
                <a:gd name="T0" fmla="*/ 3 w 3"/>
                <a:gd name="T1" fmla="*/ 0 h 2"/>
                <a:gd name="T2" fmla="*/ 1 w 3"/>
                <a:gd name="T3" fmla="*/ 2 h 2"/>
                <a:gd name="T4" fmla="*/ 0 w 3"/>
                <a:gd name="T5" fmla="*/ 2 h 2"/>
                <a:gd name="T6" fmla="*/ 2 w 3"/>
                <a:gd name="T7" fmla="*/ 0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2" y="1"/>
                    <a:pt x="2" y="1"/>
                    <a:pt x="1" y="2"/>
                  </a:cubicBezTo>
                  <a:cubicBezTo>
                    <a:pt x="1" y="2"/>
                    <a:pt x="0" y="2"/>
                    <a:pt x="0" y="2"/>
                  </a:cubicBezTo>
                  <a:cubicBezTo>
                    <a:pt x="0" y="2"/>
                    <a:pt x="1" y="1"/>
                    <a:pt x="2" y="0"/>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8" name="Freeform 3337">
              <a:extLst>
                <a:ext uri="{FF2B5EF4-FFF2-40B4-BE49-F238E27FC236}">
                  <a16:creationId xmlns:a16="http://schemas.microsoft.com/office/drawing/2014/main" id="{0A49F35C-A0C8-434E-B25A-755952B80897}"/>
                </a:ext>
              </a:extLst>
            </p:cNvPr>
            <p:cNvSpPr>
              <a:spLocks/>
            </p:cNvSpPr>
            <p:nvPr/>
          </p:nvSpPr>
          <p:spPr bwMode="auto">
            <a:xfrm rot="5094805">
              <a:off x="2171592" y="174995"/>
              <a:ext cx="9140" cy="4570"/>
            </a:xfrm>
            <a:custGeom>
              <a:avLst/>
              <a:gdLst>
                <a:gd name="T0" fmla="*/ 3 w 3"/>
                <a:gd name="T1" fmla="*/ 0 h 2"/>
                <a:gd name="T2" fmla="*/ 1 w 3"/>
                <a:gd name="T3" fmla="*/ 2 h 2"/>
                <a:gd name="T4" fmla="*/ 0 w 3"/>
                <a:gd name="T5" fmla="*/ 2 h 2"/>
                <a:gd name="T6" fmla="*/ 2 w 3"/>
                <a:gd name="T7" fmla="*/ 1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3" y="1"/>
                    <a:pt x="2" y="2"/>
                    <a:pt x="1" y="2"/>
                  </a:cubicBezTo>
                  <a:cubicBezTo>
                    <a:pt x="1" y="2"/>
                    <a:pt x="0" y="2"/>
                    <a:pt x="0" y="2"/>
                  </a:cubicBezTo>
                  <a:cubicBezTo>
                    <a:pt x="1" y="2"/>
                    <a:pt x="1" y="1"/>
                    <a:pt x="2" y="1"/>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9" name="Freeform 3338">
              <a:extLst>
                <a:ext uri="{FF2B5EF4-FFF2-40B4-BE49-F238E27FC236}">
                  <a16:creationId xmlns:a16="http://schemas.microsoft.com/office/drawing/2014/main" id="{91F7C056-7D44-E083-2459-9D81A3994279}"/>
                </a:ext>
              </a:extLst>
            </p:cNvPr>
            <p:cNvSpPr>
              <a:spLocks/>
            </p:cNvSpPr>
            <p:nvPr/>
          </p:nvSpPr>
          <p:spPr bwMode="auto">
            <a:xfrm rot="5094805">
              <a:off x="2290720" y="352403"/>
              <a:ext cx="11426" cy="6856"/>
            </a:xfrm>
            <a:custGeom>
              <a:avLst/>
              <a:gdLst>
                <a:gd name="T0" fmla="*/ 4 w 4"/>
                <a:gd name="T1" fmla="*/ 1 h 3"/>
                <a:gd name="T2" fmla="*/ 1 w 4"/>
                <a:gd name="T3" fmla="*/ 2 h 3"/>
                <a:gd name="T4" fmla="*/ 0 w 4"/>
                <a:gd name="T5" fmla="*/ 2 h 3"/>
                <a:gd name="T6" fmla="*/ 3 w 4"/>
                <a:gd name="T7" fmla="*/ 1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1"/>
                    <a:pt x="2" y="2"/>
                    <a:pt x="1" y="2"/>
                  </a:cubicBezTo>
                  <a:cubicBezTo>
                    <a:pt x="1" y="3"/>
                    <a:pt x="1" y="2"/>
                    <a:pt x="0" y="2"/>
                  </a:cubicBezTo>
                  <a:cubicBezTo>
                    <a:pt x="1" y="2"/>
                    <a:pt x="2" y="1"/>
                    <a:pt x="3" y="1"/>
                  </a:cubicBezTo>
                  <a:cubicBezTo>
                    <a:pt x="3"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0" name="Freeform 3339">
              <a:extLst>
                <a:ext uri="{FF2B5EF4-FFF2-40B4-BE49-F238E27FC236}">
                  <a16:creationId xmlns:a16="http://schemas.microsoft.com/office/drawing/2014/main" id="{1CA1151B-E0BD-4166-466E-F16CD358B6F8}"/>
                </a:ext>
              </a:extLst>
            </p:cNvPr>
            <p:cNvSpPr>
              <a:spLocks/>
            </p:cNvSpPr>
            <p:nvPr/>
          </p:nvSpPr>
          <p:spPr bwMode="auto">
            <a:xfrm rot="5094805">
              <a:off x="2409963" y="532395"/>
              <a:ext cx="6856" cy="6856"/>
            </a:xfrm>
            <a:custGeom>
              <a:avLst/>
              <a:gdLst>
                <a:gd name="T0" fmla="*/ 3 w 3"/>
                <a:gd name="T1" fmla="*/ 1 h 3"/>
                <a:gd name="T2" fmla="*/ 0 w 3"/>
                <a:gd name="T3" fmla="*/ 3 h 3"/>
                <a:gd name="T4" fmla="*/ 0 w 3"/>
                <a:gd name="T5" fmla="*/ 2 h 3"/>
                <a:gd name="T6" fmla="*/ 2 w 3"/>
                <a:gd name="T7" fmla="*/ 0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2"/>
                    <a:pt x="1" y="2"/>
                    <a:pt x="0" y="3"/>
                  </a:cubicBezTo>
                  <a:cubicBezTo>
                    <a:pt x="0" y="3"/>
                    <a:pt x="0" y="3"/>
                    <a:pt x="0" y="2"/>
                  </a:cubicBezTo>
                  <a:cubicBezTo>
                    <a:pt x="0" y="2"/>
                    <a:pt x="1" y="1"/>
                    <a:pt x="2" y="0"/>
                  </a:cubicBezTo>
                  <a:cubicBezTo>
                    <a:pt x="2" y="0"/>
                    <a:pt x="2"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1" name="Freeform 3340">
              <a:extLst>
                <a:ext uri="{FF2B5EF4-FFF2-40B4-BE49-F238E27FC236}">
                  <a16:creationId xmlns:a16="http://schemas.microsoft.com/office/drawing/2014/main" id="{DF803560-0250-2631-A4A5-028140F9807C}"/>
                </a:ext>
              </a:extLst>
            </p:cNvPr>
            <p:cNvSpPr>
              <a:spLocks/>
            </p:cNvSpPr>
            <p:nvPr/>
          </p:nvSpPr>
          <p:spPr bwMode="auto">
            <a:xfrm rot="5094805">
              <a:off x="2524443" y="710314"/>
              <a:ext cx="6856" cy="6856"/>
            </a:xfrm>
            <a:custGeom>
              <a:avLst/>
              <a:gdLst>
                <a:gd name="T0" fmla="*/ 3 w 3"/>
                <a:gd name="T1" fmla="*/ 1 h 3"/>
                <a:gd name="T2" fmla="*/ 1 w 3"/>
                <a:gd name="T3" fmla="*/ 3 h 3"/>
                <a:gd name="T4" fmla="*/ 0 w 3"/>
                <a:gd name="T5" fmla="*/ 2 h 3"/>
                <a:gd name="T6" fmla="*/ 2 w 3"/>
                <a:gd name="T7" fmla="*/ 0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2"/>
                    <a:pt x="1" y="2"/>
                    <a:pt x="1" y="3"/>
                  </a:cubicBezTo>
                  <a:cubicBezTo>
                    <a:pt x="0" y="3"/>
                    <a:pt x="0" y="3"/>
                    <a:pt x="0" y="2"/>
                  </a:cubicBezTo>
                  <a:cubicBezTo>
                    <a:pt x="0" y="2"/>
                    <a:pt x="1" y="1"/>
                    <a:pt x="2" y="0"/>
                  </a:cubicBezTo>
                  <a:cubicBezTo>
                    <a:pt x="2"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2" name="Freeform 3341">
              <a:extLst>
                <a:ext uri="{FF2B5EF4-FFF2-40B4-BE49-F238E27FC236}">
                  <a16:creationId xmlns:a16="http://schemas.microsoft.com/office/drawing/2014/main" id="{8754EB9E-A343-1911-CED7-05620976D485}"/>
                </a:ext>
              </a:extLst>
            </p:cNvPr>
            <p:cNvSpPr>
              <a:spLocks/>
            </p:cNvSpPr>
            <p:nvPr/>
          </p:nvSpPr>
          <p:spPr bwMode="auto">
            <a:xfrm rot="5094805">
              <a:off x="2636646" y="888435"/>
              <a:ext cx="6856" cy="6856"/>
            </a:xfrm>
            <a:custGeom>
              <a:avLst/>
              <a:gdLst>
                <a:gd name="T0" fmla="*/ 3 w 3"/>
                <a:gd name="T1" fmla="*/ 1 h 3"/>
                <a:gd name="T2" fmla="*/ 1 w 3"/>
                <a:gd name="T3" fmla="*/ 3 h 3"/>
                <a:gd name="T4" fmla="*/ 0 w 3"/>
                <a:gd name="T5" fmla="*/ 2 h 3"/>
                <a:gd name="T6" fmla="*/ 2 w 3"/>
                <a:gd name="T7" fmla="*/ 0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2"/>
                    <a:pt x="2" y="3"/>
                    <a:pt x="1" y="3"/>
                  </a:cubicBezTo>
                  <a:cubicBezTo>
                    <a:pt x="1" y="3"/>
                    <a:pt x="0" y="3"/>
                    <a:pt x="0" y="2"/>
                  </a:cubicBezTo>
                  <a:cubicBezTo>
                    <a:pt x="1" y="2"/>
                    <a:pt x="2" y="1"/>
                    <a:pt x="2" y="0"/>
                  </a:cubicBezTo>
                  <a:cubicBezTo>
                    <a:pt x="3"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3" name="Freeform 3342">
              <a:extLst>
                <a:ext uri="{FF2B5EF4-FFF2-40B4-BE49-F238E27FC236}">
                  <a16:creationId xmlns:a16="http://schemas.microsoft.com/office/drawing/2014/main" id="{670FB8EE-46A3-B6FB-BE66-20ECF6E01E17}"/>
                </a:ext>
              </a:extLst>
            </p:cNvPr>
            <p:cNvSpPr>
              <a:spLocks/>
            </p:cNvSpPr>
            <p:nvPr/>
          </p:nvSpPr>
          <p:spPr bwMode="auto">
            <a:xfrm rot="5094805">
              <a:off x="2743256" y="1068100"/>
              <a:ext cx="9140" cy="6856"/>
            </a:xfrm>
            <a:custGeom>
              <a:avLst/>
              <a:gdLst>
                <a:gd name="T0" fmla="*/ 4 w 4"/>
                <a:gd name="T1" fmla="*/ 1 h 3"/>
                <a:gd name="T2" fmla="*/ 1 w 4"/>
                <a:gd name="T3" fmla="*/ 3 h 3"/>
                <a:gd name="T4" fmla="*/ 0 w 4"/>
                <a:gd name="T5" fmla="*/ 2 h 3"/>
                <a:gd name="T6" fmla="*/ 3 w 4"/>
                <a:gd name="T7" fmla="*/ 0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2"/>
                    <a:pt x="2" y="2"/>
                    <a:pt x="1" y="3"/>
                  </a:cubicBezTo>
                  <a:cubicBezTo>
                    <a:pt x="1" y="3"/>
                    <a:pt x="1" y="2"/>
                    <a:pt x="0" y="2"/>
                  </a:cubicBezTo>
                  <a:cubicBezTo>
                    <a:pt x="1" y="1"/>
                    <a:pt x="2" y="0"/>
                    <a:pt x="3" y="0"/>
                  </a:cubicBezTo>
                  <a:cubicBezTo>
                    <a:pt x="3" y="0"/>
                    <a:pt x="3" y="0"/>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4" name="Freeform 3343">
              <a:extLst>
                <a:ext uri="{FF2B5EF4-FFF2-40B4-BE49-F238E27FC236}">
                  <a16:creationId xmlns:a16="http://schemas.microsoft.com/office/drawing/2014/main" id="{9A1B6C12-1C23-9EB2-51DF-75F0929DE700}"/>
                </a:ext>
              </a:extLst>
            </p:cNvPr>
            <p:cNvSpPr>
              <a:spLocks/>
            </p:cNvSpPr>
            <p:nvPr/>
          </p:nvSpPr>
          <p:spPr bwMode="auto">
            <a:xfrm rot="5094805">
              <a:off x="2851014" y="1246723"/>
              <a:ext cx="6856" cy="9140"/>
            </a:xfrm>
            <a:custGeom>
              <a:avLst/>
              <a:gdLst>
                <a:gd name="T0" fmla="*/ 3 w 3"/>
                <a:gd name="T1" fmla="*/ 2 h 4"/>
                <a:gd name="T2" fmla="*/ 1 w 3"/>
                <a:gd name="T3" fmla="*/ 4 h 4"/>
                <a:gd name="T4" fmla="*/ 0 w 3"/>
                <a:gd name="T5" fmla="*/ 3 h 4"/>
                <a:gd name="T6" fmla="*/ 2 w 3"/>
                <a:gd name="T7" fmla="*/ 1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3"/>
                    <a:pt x="2" y="4"/>
                    <a:pt x="1" y="4"/>
                  </a:cubicBezTo>
                  <a:cubicBezTo>
                    <a:pt x="1" y="4"/>
                    <a:pt x="0" y="3"/>
                    <a:pt x="0" y="3"/>
                  </a:cubicBezTo>
                  <a:cubicBezTo>
                    <a:pt x="1" y="2"/>
                    <a:pt x="2" y="1"/>
                    <a:pt x="2" y="1"/>
                  </a:cubicBezTo>
                  <a:cubicBezTo>
                    <a:pt x="3"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5" name="Freeform 3344">
              <a:extLst>
                <a:ext uri="{FF2B5EF4-FFF2-40B4-BE49-F238E27FC236}">
                  <a16:creationId xmlns:a16="http://schemas.microsoft.com/office/drawing/2014/main" id="{D0AE5232-BBD8-E2C0-88B4-76D9077B10A7}"/>
                </a:ext>
              </a:extLst>
            </p:cNvPr>
            <p:cNvSpPr>
              <a:spLocks/>
            </p:cNvSpPr>
            <p:nvPr/>
          </p:nvSpPr>
          <p:spPr bwMode="auto">
            <a:xfrm rot="5094805">
              <a:off x="2948723" y="1429474"/>
              <a:ext cx="9140" cy="9140"/>
            </a:xfrm>
            <a:custGeom>
              <a:avLst/>
              <a:gdLst>
                <a:gd name="T0" fmla="*/ 3 w 3"/>
                <a:gd name="T1" fmla="*/ 1 h 4"/>
                <a:gd name="T2" fmla="*/ 1 w 3"/>
                <a:gd name="T3" fmla="*/ 3 h 4"/>
                <a:gd name="T4" fmla="*/ 0 w 3"/>
                <a:gd name="T5" fmla="*/ 2 h 4"/>
                <a:gd name="T6" fmla="*/ 2 w 3"/>
                <a:gd name="T7" fmla="*/ 0 h 4"/>
                <a:gd name="T8" fmla="*/ 3 w 3"/>
                <a:gd name="T9" fmla="*/ 1 h 4"/>
              </a:gdLst>
              <a:ahLst/>
              <a:cxnLst>
                <a:cxn ang="0">
                  <a:pos x="T0" y="T1"/>
                </a:cxn>
                <a:cxn ang="0">
                  <a:pos x="T2" y="T3"/>
                </a:cxn>
                <a:cxn ang="0">
                  <a:pos x="T4" y="T5"/>
                </a:cxn>
                <a:cxn ang="0">
                  <a:pos x="T6" y="T7"/>
                </a:cxn>
                <a:cxn ang="0">
                  <a:pos x="T8" y="T9"/>
                </a:cxn>
              </a:cxnLst>
              <a:rect l="0" t="0" r="r" b="b"/>
              <a:pathLst>
                <a:path w="3" h="4">
                  <a:moveTo>
                    <a:pt x="3" y="1"/>
                  </a:moveTo>
                  <a:cubicBezTo>
                    <a:pt x="2" y="2"/>
                    <a:pt x="2" y="3"/>
                    <a:pt x="1" y="3"/>
                  </a:cubicBezTo>
                  <a:cubicBezTo>
                    <a:pt x="1" y="4"/>
                    <a:pt x="0" y="3"/>
                    <a:pt x="0" y="2"/>
                  </a:cubicBezTo>
                  <a:cubicBezTo>
                    <a:pt x="0" y="1"/>
                    <a:pt x="1" y="0"/>
                    <a:pt x="2" y="0"/>
                  </a:cubicBezTo>
                  <a:cubicBezTo>
                    <a:pt x="2" y="0"/>
                    <a:pt x="3" y="0"/>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6" name="Freeform 3345">
              <a:extLst>
                <a:ext uri="{FF2B5EF4-FFF2-40B4-BE49-F238E27FC236}">
                  <a16:creationId xmlns:a16="http://schemas.microsoft.com/office/drawing/2014/main" id="{7EEB166B-DC4C-C1B8-DC7F-0620EAEB3DEB}"/>
                </a:ext>
              </a:extLst>
            </p:cNvPr>
            <p:cNvSpPr>
              <a:spLocks/>
            </p:cNvSpPr>
            <p:nvPr/>
          </p:nvSpPr>
          <p:spPr bwMode="auto">
            <a:xfrm rot="5094805">
              <a:off x="3045301" y="1611387"/>
              <a:ext cx="6856" cy="11426"/>
            </a:xfrm>
            <a:custGeom>
              <a:avLst/>
              <a:gdLst>
                <a:gd name="T0" fmla="*/ 3 w 3"/>
                <a:gd name="T1" fmla="*/ 2 h 4"/>
                <a:gd name="T2" fmla="*/ 1 w 3"/>
                <a:gd name="T3" fmla="*/ 4 h 4"/>
                <a:gd name="T4" fmla="*/ 0 w 3"/>
                <a:gd name="T5" fmla="*/ 3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3"/>
                    <a:pt x="2" y="3"/>
                    <a:pt x="1" y="4"/>
                  </a:cubicBezTo>
                  <a:cubicBezTo>
                    <a:pt x="1" y="4"/>
                    <a:pt x="0" y="3"/>
                    <a:pt x="0" y="3"/>
                  </a:cubicBezTo>
                  <a:cubicBezTo>
                    <a:pt x="1" y="2"/>
                    <a:pt x="2" y="1"/>
                    <a:pt x="2" y="0"/>
                  </a:cubicBezTo>
                  <a:cubicBezTo>
                    <a:pt x="2"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7" name="Freeform 3346">
              <a:extLst>
                <a:ext uri="{FF2B5EF4-FFF2-40B4-BE49-F238E27FC236}">
                  <a16:creationId xmlns:a16="http://schemas.microsoft.com/office/drawing/2014/main" id="{99C67D0C-A65F-FF5C-CA10-AFA25511B78A}"/>
                </a:ext>
              </a:extLst>
            </p:cNvPr>
            <p:cNvSpPr>
              <a:spLocks/>
            </p:cNvSpPr>
            <p:nvPr/>
          </p:nvSpPr>
          <p:spPr bwMode="auto">
            <a:xfrm rot="5094805">
              <a:off x="3130493" y="1796394"/>
              <a:ext cx="9140" cy="9140"/>
            </a:xfrm>
            <a:custGeom>
              <a:avLst/>
              <a:gdLst>
                <a:gd name="T0" fmla="*/ 4 w 4"/>
                <a:gd name="T1" fmla="*/ 1 h 4"/>
                <a:gd name="T2" fmla="*/ 1 w 4"/>
                <a:gd name="T3" fmla="*/ 4 h 4"/>
                <a:gd name="T4" fmla="*/ 0 w 4"/>
                <a:gd name="T5" fmla="*/ 3 h 4"/>
                <a:gd name="T6" fmla="*/ 3 w 4"/>
                <a:gd name="T7" fmla="*/ 0 h 4"/>
                <a:gd name="T8" fmla="*/ 4 w 4"/>
                <a:gd name="T9" fmla="*/ 1 h 4"/>
              </a:gdLst>
              <a:ahLst/>
              <a:cxnLst>
                <a:cxn ang="0">
                  <a:pos x="T0" y="T1"/>
                </a:cxn>
                <a:cxn ang="0">
                  <a:pos x="T2" y="T3"/>
                </a:cxn>
                <a:cxn ang="0">
                  <a:pos x="T4" y="T5"/>
                </a:cxn>
                <a:cxn ang="0">
                  <a:pos x="T6" y="T7"/>
                </a:cxn>
                <a:cxn ang="0">
                  <a:pos x="T8" y="T9"/>
                </a:cxn>
              </a:cxnLst>
              <a:rect l="0" t="0" r="r" b="b"/>
              <a:pathLst>
                <a:path w="4" h="4">
                  <a:moveTo>
                    <a:pt x="4" y="1"/>
                  </a:moveTo>
                  <a:cubicBezTo>
                    <a:pt x="3" y="2"/>
                    <a:pt x="2" y="3"/>
                    <a:pt x="1" y="4"/>
                  </a:cubicBezTo>
                  <a:cubicBezTo>
                    <a:pt x="1" y="4"/>
                    <a:pt x="1" y="3"/>
                    <a:pt x="0" y="3"/>
                  </a:cubicBezTo>
                  <a:cubicBezTo>
                    <a:pt x="1" y="2"/>
                    <a:pt x="2" y="1"/>
                    <a:pt x="3" y="0"/>
                  </a:cubicBezTo>
                  <a:cubicBezTo>
                    <a:pt x="3"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8" name="Freeform 3347">
              <a:extLst>
                <a:ext uri="{FF2B5EF4-FFF2-40B4-BE49-F238E27FC236}">
                  <a16:creationId xmlns:a16="http://schemas.microsoft.com/office/drawing/2014/main" id="{F10E24FE-9BF5-8545-66FA-43EF787A59EE}"/>
                </a:ext>
              </a:extLst>
            </p:cNvPr>
            <p:cNvSpPr>
              <a:spLocks/>
            </p:cNvSpPr>
            <p:nvPr/>
          </p:nvSpPr>
          <p:spPr bwMode="auto">
            <a:xfrm rot="5094805">
              <a:off x="3207823" y="1983349"/>
              <a:ext cx="9140" cy="6856"/>
            </a:xfrm>
            <a:custGeom>
              <a:avLst/>
              <a:gdLst>
                <a:gd name="T0" fmla="*/ 4 w 4"/>
                <a:gd name="T1" fmla="*/ 1 h 3"/>
                <a:gd name="T2" fmla="*/ 1 w 4"/>
                <a:gd name="T3" fmla="*/ 3 h 3"/>
                <a:gd name="T4" fmla="*/ 0 w 4"/>
                <a:gd name="T5" fmla="*/ 2 h 3"/>
                <a:gd name="T6" fmla="*/ 3 w 4"/>
                <a:gd name="T7" fmla="*/ 0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2"/>
                    <a:pt x="2" y="3"/>
                    <a:pt x="1" y="3"/>
                  </a:cubicBezTo>
                  <a:cubicBezTo>
                    <a:pt x="1" y="3"/>
                    <a:pt x="1" y="2"/>
                    <a:pt x="0" y="2"/>
                  </a:cubicBezTo>
                  <a:cubicBezTo>
                    <a:pt x="1" y="1"/>
                    <a:pt x="2" y="0"/>
                    <a:pt x="3" y="0"/>
                  </a:cubicBezTo>
                  <a:cubicBezTo>
                    <a:pt x="3"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9" name="Freeform 3348">
              <a:extLst>
                <a:ext uri="{FF2B5EF4-FFF2-40B4-BE49-F238E27FC236}">
                  <a16:creationId xmlns:a16="http://schemas.microsoft.com/office/drawing/2014/main" id="{B18E0488-790C-CF4C-0CD1-A901B6DCC36B}"/>
                </a:ext>
              </a:extLst>
            </p:cNvPr>
            <p:cNvSpPr>
              <a:spLocks/>
            </p:cNvSpPr>
            <p:nvPr/>
          </p:nvSpPr>
          <p:spPr bwMode="auto">
            <a:xfrm rot="5094805">
              <a:off x="3267150" y="2171918"/>
              <a:ext cx="9140" cy="9140"/>
            </a:xfrm>
            <a:custGeom>
              <a:avLst/>
              <a:gdLst>
                <a:gd name="T0" fmla="*/ 3 w 3"/>
                <a:gd name="T1" fmla="*/ 2 h 4"/>
                <a:gd name="T2" fmla="*/ 1 w 3"/>
                <a:gd name="T3" fmla="*/ 4 h 4"/>
                <a:gd name="T4" fmla="*/ 0 w 3"/>
                <a:gd name="T5" fmla="*/ 2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2"/>
                    <a:pt x="1" y="3"/>
                    <a:pt x="1" y="4"/>
                  </a:cubicBezTo>
                  <a:cubicBezTo>
                    <a:pt x="0" y="4"/>
                    <a:pt x="0" y="3"/>
                    <a:pt x="0" y="2"/>
                  </a:cubicBezTo>
                  <a:cubicBezTo>
                    <a:pt x="0" y="1"/>
                    <a:pt x="1" y="1"/>
                    <a:pt x="2" y="0"/>
                  </a:cubicBezTo>
                  <a:cubicBezTo>
                    <a:pt x="2"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0" name="Freeform 3349">
              <a:extLst>
                <a:ext uri="{FF2B5EF4-FFF2-40B4-BE49-F238E27FC236}">
                  <a16:creationId xmlns:a16="http://schemas.microsoft.com/office/drawing/2014/main" id="{1FB9F7F2-AAF1-E842-0950-9C83EF6A53A6}"/>
                </a:ext>
              </a:extLst>
            </p:cNvPr>
            <p:cNvSpPr>
              <a:spLocks/>
            </p:cNvSpPr>
            <p:nvPr/>
          </p:nvSpPr>
          <p:spPr bwMode="auto">
            <a:xfrm rot="5094805">
              <a:off x="3282296" y="2367855"/>
              <a:ext cx="9140" cy="9140"/>
            </a:xfrm>
            <a:custGeom>
              <a:avLst/>
              <a:gdLst>
                <a:gd name="T0" fmla="*/ 0 w 4"/>
                <a:gd name="T1" fmla="*/ 2 h 4"/>
                <a:gd name="T2" fmla="*/ 3 w 4"/>
                <a:gd name="T3" fmla="*/ 0 h 4"/>
                <a:gd name="T4" fmla="*/ 4 w 4"/>
                <a:gd name="T5" fmla="*/ 2 h 4"/>
                <a:gd name="T6" fmla="*/ 3 w 4"/>
                <a:gd name="T7" fmla="*/ 4 h 4"/>
                <a:gd name="T8" fmla="*/ 0 w 4"/>
                <a:gd name="T9" fmla="*/ 2 h 4"/>
              </a:gdLst>
              <a:ahLst/>
              <a:cxnLst>
                <a:cxn ang="0">
                  <a:pos x="T0" y="T1"/>
                </a:cxn>
                <a:cxn ang="0">
                  <a:pos x="T2" y="T3"/>
                </a:cxn>
                <a:cxn ang="0">
                  <a:pos x="T4" y="T5"/>
                </a:cxn>
                <a:cxn ang="0">
                  <a:pos x="T6" y="T7"/>
                </a:cxn>
                <a:cxn ang="0">
                  <a:pos x="T8" y="T9"/>
                </a:cxn>
              </a:cxnLst>
              <a:rect l="0" t="0" r="r" b="b"/>
              <a:pathLst>
                <a:path w="4" h="4">
                  <a:moveTo>
                    <a:pt x="0" y="2"/>
                  </a:moveTo>
                  <a:cubicBezTo>
                    <a:pt x="1" y="1"/>
                    <a:pt x="2" y="0"/>
                    <a:pt x="3" y="0"/>
                  </a:cubicBezTo>
                  <a:cubicBezTo>
                    <a:pt x="3" y="0"/>
                    <a:pt x="4" y="1"/>
                    <a:pt x="4" y="2"/>
                  </a:cubicBezTo>
                  <a:cubicBezTo>
                    <a:pt x="4" y="3"/>
                    <a:pt x="3" y="4"/>
                    <a:pt x="3" y="4"/>
                  </a:cubicBezTo>
                  <a:cubicBezTo>
                    <a:pt x="2" y="3"/>
                    <a:pt x="1"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1" name="Freeform 3350">
              <a:extLst>
                <a:ext uri="{FF2B5EF4-FFF2-40B4-BE49-F238E27FC236}">
                  <a16:creationId xmlns:a16="http://schemas.microsoft.com/office/drawing/2014/main" id="{4229A5CA-CBD1-E70E-FE76-EAB22C0B4704}"/>
                </a:ext>
              </a:extLst>
            </p:cNvPr>
            <p:cNvSpPr>
              <a:spLocks/>
            </p:cNvSpPr>
            <p:nvPr/>
          </p:nvSpPr>
          <p:spPr bwMode="auto">
            <a:xfrm rot="5094805">
              <a:off x="3270236" y="2568604"/>
              <a:ext cx="6856" cy="6856"/>
            </a:xfrm>
            <a:custGeom>
              <a:avLst/>
              <a:gdLst>
                <a:gd name="T0" fmla="*/ 3 w 3"/>
                <a:gd name="T1" fmla="*/ 2 h 3"/>
                <a:gd name="T2" fmla="*/ 1 w 3"/>
                <a:gd name="T3" fmla="*/ 3 h 3"/>
                <a:gd name="T4" fmla="*/ 0 w 3"/>
                <a:gd name="T5" fmla="*/ 1 h 3"/>
                <a:gd name="T6" fmla="*/ 2 w 3"/>
                <a:gd name="T7" fmla="*/ 0 h 3"/>
                <a:gd name="T8" fmla="*/ 3 w 3"/>
                <a:gd name="T9" fmla="*/ 2 h 3"/>
              </a:gdLst>
              <a:ahLst/>
              <a:cxnLst>
                <a:cxn ang="0">
                  <a:pos x="T0" y="T1"/>
                </a:cxn>
                <a:cxn ang="0">
                  <a:pos x="T2" y="T3"/>
                </a:cxn>
                <a:cxn ang="0">
                  <a:pos x="T4" y="T5"/>
                </a:cxn>
                <a:cxn ang="0">
                  <a:pos x="T6" y="T7"/>
                </a:cxn>
                <a:cxn ang="0">
                  <a:pos x="T8" y="T9"/>
                </a:cxn>
              </a:cxnLst>
              <a:rect l="0" t="0" r="r" b="b"/>
              <a:pathLst>
                <a:path w="3" h="3">
                  <a:moveTo>
                    <a:pt x="3" y="2"/>
                  </a:moveTo>
                  <a:cubicBezTo>
                    <a:pt x="3" y="2"/>
                    <a:pt x="2" y="3"/>
                    <a:pt x="1" y="3"/>
                  </a:cubicBezTo>
                  <a:cubicBezTo>
                    <a:pt x="1" y="3"/>
                    <a:pt x="0" y="2"/>
                    <a:pt x="0" y="1"/>
                  </a:cubicBezTo>
                  <a:cubicBezTo>
                    <a:pt x="1" y="1"/>
                    <a:pt x="1" y="0"/>
                    <a:pt x="2" y="0"/>
                  </a:cubicBezTo>
                  <a:cubicBezTo>
                    <a:pt x="2"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2" name="Freeform 3351">
              <a:extLst>
                <a:ext uri="{FF2B5EF4-FFF2-40B4-BE49-F238E27FC236}">
                  <a16:creationId xmlns:a16="http://schemas.microsoft.com/office/drawing/2014/main" id="{5ECB7FDE-3B2E-1E99-13F7-780D0DDFBDAC}"/>
                </a:ext>
              </a:extLst>
            </p:cNvPr>
            <p:cNvSpPr>
              <a:spLocks/>
            </p:cNvSpPr>
            <p:nvPr/>
          </p:nvSpPr>
          <p:spPr bwMode="auto">
            <a:xfrm rot="5094805">
              <a:off x="3240268" y="2770859"/>
              <a:ext cx="6856" cy="11426"/>
            </a:xfrm>
            <a:custGeom>
              <a:avLst/>
              <a:gdLst>
                <a:gd name="T0" fmla="*/ 3 w 3"/>
                <a:gd name="T1" fmla="*/ 2 h 4"/>
                <a:gd name="T2" fmla="*/ 1 w 3"/>
                <a:gd name="T3" fmla="*/ 4 h 4"/>
                <a:gd name="T4" fmla="*/ 0 w 3"/>
                <a:gd name="T5" fmla="*/ 1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3" y="3"/>
                    <a:pt x="2" y="4"/>
                    <a:pt x="1" y="4"/>
                  </a:cubicBezTo>
                  <a:cubicBezTo>
                    <a:pt x="1" y="4"/>
                    <a:pt x="0" y="2"/>
                    <a:pt x="0" y="1"/>
                  </a:cubicBezTo>
                  <a:cubicBezTo>
                    <a:pt x="1" y="1"/>
                    <a:pt x="1" y="0"/>
                    <a:pt x="2" y="0"/>
                  </a:cubicBezTo>
                  <a:cubicBezTo>
                    <a:pt x="3" y="0"/>
                    <a:pt x="3" y="2"/>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3" name="Freeform 3352">
              <a:extLst>
                <a:ext uri="{FF2B5EF4-FFF2-40B4-BE49-F238E27FC236}">
                  <a16:creationId xmlns:a16="http://schemas.microsoft.com/office/drawing/2014/main" id="{D6830BC4-F8B9-D150-3B54-02547532290A}"/>
                </a:ext>
              </a:extLst>
            </p:cNvPr>
            <p:cNvSpPr>
              <a:spLocks/>
            </p:cNvSpPr>
            <p:nvPr/>
          </p:nvSpPr>
          <p:spPr bwMode="auto">
            <a:xfrm rot="5094805">
              <a:off x="3203464" y="2978090"/>
              <a:ext cx="11426" cy="6856"/>
            </a:xfrm>
            <a:custGeom>
              <a:avLst/>
              <a:gdLst>
                <a:gd name="T0" fmla="*/ 4 w 4"/>
                <a:gd name="T1" fmla="*/ 2 h 3"/>
                <a:gd name="T2" fmla="*/ 1 w 4"/>
                <a:gd name="T3" fmla="*/ 3 h 3"/>
                <a:gd name="T4" fmla="*/ 0 w 4"/>
                <a:gd name="T5" fmla="*/ 1 h 3"/>
                <a:gd name="T6" fmla="*/ 3 w 4"/>
                <a:gd name="T7" fmla="*/ 0 h 3"/>
                <a:gd name="T8" fmla="*/ 4 w 4"/>
                <a:gd name="T9" fmla="*/ 2 h 3"/>
              </a:gdLst>
              <a:ahLst/>
              <a:cxnLst>
                <a:cxn ang="0">
                  <a:pos x="T0" y="T1"/>
                </a:cxn>
                <a:cxn ang="0">
                  <a:pos x="T2" y="T3"/>
                </a:cxn>
                <a:cxn ang="0">
                  <a:pos x="T4" y="T5"/>
                </a:cxn>
                <a:cxn ang="0">
                  <a:pos x="T6" y="T7"/>
                </a:cxn>
                <a:cxn ang="0">
                  <a:pos x="T8" y="T9"/>
                </a:cxn>
              </a:cxnLst>
              <a:rect l="0" t="0" r="r" b="b"/>
              <a:pathLst>
                <a:path w="4" h="3">
                  <a:moveTo>
                    <a:pt x="4" y="2"/>
                  </a:moveTo>
                  <a:cubicBezTo>
                    <a:pt x="3" y="3"/>
                    <a:pt x="2" y="3"/>
                    <a:pt x="1" y="3"/>
                  </a:cubicBezTo>
                  <a:cubicBezTo>
                    <a:pt x="1" y="3"/>
                    <a:pt x="1" y="2"/>
                    <a:pt x="0" y="1"/>
                  </a:cubicBezTo>
                  <a:cubicBezTo>
                    <a:pt x="1" y="0"/>
                    <a:pt x="2" y="0"/>
                    <a:pt x="3" y="0"/>
                  </a:cubicBezTo>
                  <a:cubicBezTo>
                    <a:pt x="3"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4" name="Freeform 3353">
              <a:extLst>
                <a:ext uri="{FF2B5EF4-FFF2-40B4-BE49-F238E27FC236}">
                  <a16:creationId xmlns:a16="http://schemas.microsoft.com/office/drawing/2014/main" id="{8017609D-B66E-573A-2649-5FF123E3FAD8}"/>
                </a:ext>
              </a:extLst>
            </p:cNvPr>
            <p:cNvSpPr>
              <a:spLocks/>
            </p:cNvSpPr>
            <p:nvPr/>
          </p:nvSpPr>
          <p:spPr bwMode="auto">
            <a:xfrm rot="5094805">
              <a:off x="3171124" y="3180654"/>
              <a:ext cx="9140" cy="9140"/>
            </a:xfrm>
            <a:custGeom>
              <a:avLst/>
              <a:gdLst>
                <a:gd name="T0" fmla="*/ 4 w 4"/>
                <a:gd name="T1" fmla="*/ 2 h 4"/>
                <a:gd name="T2" fmla="*/ 1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3" y="3"/>
                    <a:pt x="2" y="4"/>
                    <a:pt x="1" y="4"/>
                  </a:cubicBezTo>
                  <a:cubicBezTo>
                    <a:pt x="1" y="4"/>
                    <a:pt x="0" y="2"/>
                    <a:pt x="0" y="2"/>
                  </a:cubicBezTo>
                  <a:cubicBezTo>
                    <a:pt x="1" y="1"/>
                    <a:pt x="2" y="0"/>
                    <a:pt x="2" y="0"/>
                  </a:cubicBezTo>
                  <a:cubicBezTo>
                    <a:pt x="3"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5" name="Freeform 3354">
              <a:extLst>
                <a:ext uri="{FF2B5EF4-FFF2-40B4-BE49-F238E27FC236}">
                  <a16:creationId xmlns:a16="http://schemas.microsoft.com/office/drawing/2014/main" id="{2F4FAFC5-4813-0F44-9486-920D089A2902}"/>
                </a:ext>
              </a:extLst>
            </p:cNvPr>
            <p:cNvSpPr>
              <a:spLocks/>
            </p:cNvSpPr>
            <p:nvPr/>
          </p:nvSpPr>
          <p:spPr bwMode="auto">
            <a:xfrm rot="5094805">
              <a:off x="3150058" y="3382107"/>
              <a:ext cx="9140" cy="9140"/>
            </a:xfrm>
            <a:custGeom>
              <a:avLst/>
              <a:gdLst>
                <a:gd name="T0" fmla="*/ 3 w 3"/>
                <a:gd name="T1" fmla="*/ 3 h 4"/>
                <a:gd name="T2" fmla="*/ 1 w 3"/>
                <a:gd name="T3" fmla="*/ 4 h 4"/>
                <a:gd name="T4" fmla="*/ 0 w 3"/>
                <a:gd name="T5" fmla="*/ 2 h 4"/>
                <a:gd name="T6" fmla="*/ 2 w 3"/>
                <a:gd name="T7" fmla="*/ 0 h 4"/>
                <a:gd name="T8" fmla="*/ 3 w 3"/>
                <a:gd name="T9" fmla="*/ 3 h 4"/>
              </a:gdLst>
              <a:ahLst/>
              <a:cxnLst>
                <a:cxn ang="0">
                  <a:pos x="T0" y="T1"/>
                </a:cxn>
                <a:cxn ang="0">
                  <a:pos x="T2" y="T3"/>
                </a:cxn>
                <a:cxn ang="0">
                  <a:pos x="T4" y="T5"/>
                </a:cxn>
                <a:cxn ang="0">
                  <a:pos x="T6" y="T7"/>
                </a:cxn>
                <a:cxn ang="0">
                  <a:pos x="T8" y="T9"/>
                </a:cxn>
              </a:cxnLst>
              <a:rect l="0" t="0" r="r" b="b"/>
              <a:pathLst>
                <a:path w="3" h="4">
                  <a:moveTo>
                    <a:pt x="3" y="3"/>
                  </a:moveTo>
                  <a:cubicBezTo>
                    <a:pt x="3" y="3"/>
                    <a:pt x="2" y="4"/>
                    <a:pt x="1" y="4"/>
                  </a:cubicBezTo>
                  <a:cubicBezTo>
                    <a:pt x="1" y="4"/>
                    <a:pt x="0" y="3"/>
                    <a:pt x="0" y="2"/>
                  </a:cubicBezTo>
                  <a:cubicBezTo>
                    <a:pt x="1" y="1"/>
                    <a:pt x="1" y="0"/>
                    <a:pt x="2" y="0"/>
                  </a:cubicBezTo>
                  <a:cubicBezTo>
                    <a:pt x="2" y="0"/>
                    <a:pt x="3"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6" name="Freeform 3355">
              <a:extLst>
                <a:ext uri="{FF2B5EF4-FFF2-40B4-BE49-F238E27FC236}">
                  <a16:creationId xmlns:a16="http://schemas.microsoft.com/office/drawing/2014/main" id="{FA02797C-3FEA-A75D-1269-F15F6FB5277B}"/>
                </a:ext>
              </a:extLst>
            </p:cNvPr>
            <p:cNvSpPr>
              <a:spLocks/>
            </p:cNvSpPr>
            <p:nvPr/>
          </p:nvSpPr>
          <p:spPr bwMode="auto">
            <a:xfrm rot="5094805">
              <a:off x="3142549" y="3580168"/>
              <a:ext cx="6856" cy="11426"/>
            </a:xfrm>
            <a:custGeom>
              <a:avLst/>
              <a:gdLst>
                <a:gd name="T0" fmla="*/ 3 w 3"/>
                <a:gd name="T1" fmla="*/ 5 h 5"/>
                <a:gd name="T2" fmla="*/ 0 w 3"/>
                <a:gd name="T3" fmla="*/ 2 h 5"/>
                <a:gd name="T4" fmla="*/ 1 w 3"/>
                <a:gd name="T5" fmla="*/ 0 h 5"/>
                <a:gd name="T6" fmla="*/ 3 w 3"/>
                <a:gd name="T7" fmla="*/ 3 h 5"/>
                <a:gd name="T8" fmla="*/ 3 w 3"/>
                <a:gd name="T9" fmla="*/ 5 h 5"/>
              </a:gdLst>
              <a:ahLst/>
              <a:cxnLst>
                <a:cxn ang="0">
                  <a:pos x="T0" y="T1"/>
                </a:cxn>
                <a:cxn ang="0">
                  <a:pos x="T2" y="T3"/>
                </a:cxn>
                <a:cxn ang="0">
                  <a:pos x="T4" y="T5"/>
                </a:cxn>
                <a:cxn ang="0">
                  <a:pos x="T6" y="T7"/>
                </a:cxn>
                <a:cxn ang="0">
                  <a:pos x="T8" y="T9"/>
                </a:cxn>
              </a:cxnLst>
              <a:rect l="0" t="0" r="r" b="b"/>
              <a:pathLst>
                <a:path w="3" h="5">
                  <a:moveTo>
                    <a:pt x="3" y="5"/>
                  </a:moveTo>
                  <a:cubicBezTo>
                    <a:pt x="2" y="4"/>
                    <a:pt x="1" y="3"/>
                    <a:pt x="0" y="2"/>
                  </a:cubicBezTo>
                  <a:cubicBezTo>
                    <a:pt x="0" y="2"/>
                    <a:pt x="0" y="0"/>
                    <a:pt x="1" y="0"/>
                  </a:cubicBezTo>
                  <a:cubicBezTo>
                    <a:pt x="2" y="1"/>
                    <a:pt x="2" y="2"/>
                    <a:pt x="3" y="3"/>
                  </a:cubicBezTo>
                  <a:cubicBezTo>
                    <a:pt x="3" y="4"/>
                    <a:pt x="3" y="4"/>
                    <a:pt x="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7" name="Freeform 3356">
              <a:extLst>
                <a:ext uri="{FF2B5EF4-FFF2-40B4-BE49-F238E27FC236}">
                  <a16:creationId xmlns:a16="http://schemas.microsoft.com/office/drawing/2014/main" id="{E3E87699-BD6E-4D7C-1D84-4F65A1E46125}"/>
                </a:ext>
              </a:extLst>
            </p:cNvPr>
            <p:cNvSpPr>
              <a:spLocks/>
            </p:cNvSpPr>
            <p:nvPr/>
          </p:nvSpPr>
          <p:spPr bwMode="auto">
            <a:xfrm rot="5094805">
              <a:off x="3146316" y="3777117"/>
              <a:ext cx="6856" cy="11426"/>
            </a:xfrm>
            <a:custGeom>
              <a:avLst/>
              <a:gdLst>
                <a:gd name="T0" fmla="*/ 3 w 3"/>
                <a:gd name="T1" fmla="*/ 2 h 4"/>
                <a:gd name="T2" fmla="*/ 1 w 3"/>
                <a:gd name="T3" fmla="*/ 4 h 4"/>
                <a:gd name="T4" fmla="*/ 0 w 3"/>
                <a:gd name="T5" fmla="*/ 2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3"/>
                    <a:pt x="2" y="4"/>
                    <a:pt x="1" y="4"/>
                  </a:cubicBezTo>
                  <a:cubicBezTo>
                    <a:pt x="0" y="4"/>
                    <a:pt x="0" y="2"/>
                    <a:pt x="0" y="2"/>
                  </a:cubicBezTo>
                  <a:cubicBezTo>
                    <a:pt x="0" y="1"/>
                    <a:pt x="1" y="0"/>
                    <a:pt x="2" y="0"/>
                  </a:cubicBezTo>
                  <a:cubicBezTo>
                    <a:pt x="2" y="0"/>
                    <a:pt x="3" y="2"/>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12429923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One column text layout">
    <p:spTree>
      <p:nvGrpSpPr>
        <p:cNvPr id="1" name=""/>
        <p:cNvGrpSpPr/>
        <p:nvPr/>
      </p:nvGrpSpPr>
      <p:grpSpPr>
        <a:xfrm>
          <a:off x="0" y="0"/>
          <a:ext cx="0" cy="0"/>
          <a:chOff x="0" y="0"/>
          <a:chExt cx="0" cy="0"/>
        </a:xfrm>
      </p:grpSpPr>
      <p:sp>
        <p:nvSpPr>
          <p:cNvPr id="5" name="Content Placeholder 5"/>
          <p:cNvSpPr>
            <a:spLocks noGrp="1"/>
          </p:cNvSpPr>
          <p:nvPr>
            <p:ph sz="quarter" idx="10" hasCustomPrompt="1"/>
          </p:nvPr>
        </p:nvSpPr>
        <p:spPr>
          <a:xfrm>
            <a:off x="498955" y="1228193"/>
            <a:ext cx="11197112" cy="5030831"/>
          </a:xfrm>
        </p:spPr>
        <p:txBody>
          <a:bodyPr/>
          <a:lstStyle>
            <a:lvl1pPr>
              <a:defRPr/>
            </a:lvl1pPr>
          </a:lstStyle>
          <a:p>
            <a:pPr lvl="0"/>
            <a:r>
              <a:rPr lang="en-US"/>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itle 3"/>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335046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9244EA8-78BA-264A-955B-9952EA9CC13D}"/>
              </a:ext>
            </a:extLst>
          </p:cNvPr>
          <p:cNvSpPr/>
          <p:nvPr userDrawn="1"/>
        </p:nvSpPr>
        <p:spPr>
          <a:xfrm>
            <a:off x="648000" y="360000"/>
            <a:ext cx="1260000" cy="36000"/>
          </a:xfrm>
          <a:prstGeom prst="rect">
            <a:avLst/>
          </a:prstGeom>
          <a:solidFill>
            <a:srgbClr val="FBE44E"/>
          </a:solidFill>
          <a:ln w="12700" cap="flat" cmpd="sng" algn="ctr">
            <a:noFill/>
            <a:prstDash val="solid"/>
            <a:miter lim="800000"/>
          </a:ln>
          <a:effectLst/>
        </p:spPr>
        <p:txBody>
          <a:bodyPr wrap="none" lIns="0" tIns="0" rIns="0" bIns="0" rtlCol="0" anchor="t" anchorCtr="0"/>
          <a:lstStyle/>
          <a:p>
            <a:pPr marL="0" marR="0" lvl="0" indent="0" algn="ctr" defTabSz="913421" eaLnBrk="1" fontAlgn="auto" latinLnBrk="0" hangingPunct="1">
              <a:lnSpc>
                <a:spcPct val="100000"/>
              </a:lnSpc>
              <a:spcBef>
                <a:spcPts val="0"/>
              </a:spcBef>
              <a:spcAft>
                <a:spcPts val="0"/>
              </a:spcAft>
              <a:buClrTx/>
              <a:buSzTx/>
              <a:buFontTx/>
              <a:buNone/>
              <a:tabLst/>
              <a:defRPr/>
            </a:pPr>
            <a:endParaRPr kumimoji="0" lang="en-US" sz="1798" b="0" i="0" u="none" strike="noStrike" kern="0" cap="none" spc="0" normalizeH="0" baseline="0" noProof="0">
              <a:ln>
                <a:noFill/>
              </a:ln>
              <a:solidFill>
                <a:schemeClr val="bg2"/>
              </a:solidFill>
              <a:effectLst/>
              <a:uLnTx/>
              <a:uFillTx/>
              <a:latin typeface="EYInterstate" panose="02000503020000020004" pitchFamily="2" charset="0"/>
              <a:ea typeface="+mn-ea"/>
              <a:cs typeface="+mn-cs"/>
            </a:endParaRPr>
          </a:p>
        </p:txBody>
      </p:sp>
      <p:sp>
        <p:nvSpPr>
          <p:cNvPr id="5" name="Text Placeholder 5">
            <a:extLst>
              <a:ext uri="{FF2B5EF4-FFF2-40B4-BE49-F238E27FC236}">
                <a16:creationId xmlns:a16="http://schemas.microsoft.com/office/drawing/2014/main" id="{4A83996A-1208-714A-9D9B-253322F0CE79}"/>
              </a:ext>
            </a:extLst>
          </p:cNvPr>
          <p:cNvSpPr>
            <a:spLocks noGrp="1"/>
          </p:cNvSpPr>
          <p:nvPr>
            <p:ph type="body" sz="quarter" idx="10" hasCustomPrompt="1"/>
          </p:nvPr>
        </p:nvSpPr>
        <p:spPr>
          <a:xfrm>
            <a:off x="648000" y="504001"/>
            <a:ext cx="5400000" cy="138499"/>
          </a:xfrm>
          <a:prstGeom prst="rect">
            <a:avLst/>
          </a:prstGeom>
        </p:spPr>
        <p:txBody>
          <a:bodyPr vert="horz" wrap="none" lIns="0" tIns="0" rIns="0" bIns="0" rtlCol="0">
            <a:noAutofit/>
          </a:bodyPr>
          <a:lstStyle>
            <a:lvl1pPr marL="0" indent="0">
              <a:buFontTx/>
              <a:buNone/>
              <a:defRPr kumimoji="0" lang="en-US" sz="999" b="0" i="0" u="none" strike="noStrike" cap="none" spc="300" normalizeH="0" baseline="0" dirty="0">
                <a:ln>
                  <a:noFill/>
                </a:ln>
                <a:solidFill>
                  <a:schemeClr val="bg2"/>
                </a:solidFill>
                <a:effectLst/>
                <a:uLnTx/>
                <a:uFillTx/>
                <a:latin typeface="EYInterstate Light" panose="02000506000000020004" pitchFamily="2" charset="0"/>
                <a:ea typeface="+mj-ea"/>
                <a:cs typeface="+mj-cs"/>
              </a:defRPr>
            </a:lvl1pPr>
          </a:lstStyle>
          <a:p>
            <a:pPr marL="171352" lvl="0" indent="-171352">
              <a:lnSpc>
                <a:spcPct val="90000"/>
              </a:lnSpc>
              <a:spcBef>
                <a:spcPts val="999"/>
              </a:spcBef>
            </a:pPr>
            <a:r>
              <a:rPr lang="en-US"/>
              <a:t>&lt;UPDATE SECTION OR CATEGORY HERE</a:t>
            </a:r>
          </a:p>
        </p:txBody>
      </p:sp>
      <p:sp>
        <p:nvSpPr>
          <p:cNvPr id="6" name="Text Placeholder 7">
            <a:extLst>
              <a:ext uri="{FF2B5EF4-FFF2-40B4-BE49-F238E27FC236}">
                <a16:creationId xmlns:a16="http://schemas.microsoft.com/office/drawing/2014/main" id="{1EAC8588-A343-FC40-B2F8-C66BFA36E100}"/>
              </a:ext>
            </a:extLst>
          </p:cNvPr>
          <p:cNvSpPr>
            <a:spLocks noGrp="1"/>
          </p:cNvSpPr>
          <p:nvPr>
            <p:ph type="body" sz="quarter" idx="11" hasCustomPrompt="1"/>
          </p:nvPr>
        </p:nvSpPr>
        <p:spPr>
          <a:xfrm>
            <a:off x="648001" y="720000"/>
            <a:ext cx="10800000" cy="442800"/>
          </a:xfrm>
          <a:prstGeom prst="rect">
            <a:avLst/>
          </a:prstGeom>
        </p:spPr>
        <p:txBody>
          <a:bodyPr vert="horz" lIns="0" tIns="0" rIns="0" bIns="0" rtlCol="0">
            <a:noAutofit/>
          </a:bodyPr>
          <a:lstStyle>
            <a:lvl1pPr marL="0" indent="0">
              <a:buFontTx/>
              <a:buNone/>
              <a:defRPr lang="en-US" sz="3198" b="1" i="0" dirty="0">
                <a:solidFill>
                  <a:schemeClr val="bg1"/>
                </a:solidFill>
                <a:latin typeface="EYInterstate Light" panose="02000506000000020004" pitchFamily="2" charset="0"/>
              </a:defRPr>
            </a:lvl1pPr>
            <a:lvl5pPr marL="1826840" indent="0">
              <a:buFontTx/>
              <a:buNone/>
              <a:defRPr lang="en-US" sz="2398" dirty="0">
                <a:solidFill>
                  <a:schemeClr val="bg1"/>
                </a:solidFill>
                <a:latin typeface="EYInterstate" panose="02000503020000020004" pitchFamily="2" charset="0"/>
              </a:defRPr>
            </a:lvl5pPr>
          </a:lstStyle>
          <a:p>
            <a:pPr marL="356234" lvl="0" indent="-356234">
              <a:lnSpc>
                <a:spcPct val="90000"/>
              </a:lnSpc>
              <a:spcBef>
                <a:spcPts val="999"/>
              </a:spcBef>
            </a:pPr>
            <a:r>
              <a:rPr lang="en-US"/>
              <a:t>Click Here To Update Headline</a:t>
            </a:r>
          </a:p>
        </p:txBody>
      </p:sp>
      <p:sp>
        <p:nvSpPr>
          <p:cNvPr id="7" name="Content Placeholder 2">
            <a:extLst>
              <a:ext uri="{FF2B5EF4-FFF2-40B4-BE49-F238E27FC236}">
                <a16:creationId xmlns:a16="http://schemas.microsoft.com/office/drawing/2014/main" id="{C52FD513-BC11-6045-9390-CA331F48DF7C}"/>
              </a:ext>
            </a:extLst>
          </p:cNvPr>
          <p:cNvSpPr>
            <a:spLocks noGrp="1"/>
          </p:cNvSpPr>
          <p:nvPr>
            <p:ph sz="half" idx="1"/>
          </p:nvPr>
        </p:nvSpPr>
        <p:spPr>
          <a:xfrm>
            <a:off x="648001" y="1440000"/>
            <a:ext cx="5384799" cy="4834800"/>
          </a:xfrm>
          <a:prstGeom prst="rect">
            <a:avLst/>
          </a:prstGeom>
        </p:spPr>
        <p:txBody>
          <a:bodyPr lIns="0"/>
          <a:lstStyle>
            <a:lvl1pPr>
              <a:defRPr sz="1998">
                <a:solidFill>
                  <a:schemeClr val="bg1"/>
                </a:solidFill>
              </a:defRPr>
            </a:lvl1pPr>
            <a:lvl2pPr>
              <a:defRPr sz="1798">
                <a:solidFill>
                  <a:schemeClr val="bg1"/>
                </a:solidFill>
              </a:defRPr>
            </a:lvl2pPr>
            <a:lvl3pPr>
              <a:defRPr sz="1598">
                <a:solidFill>
                  <a:schemeClr val="bg1"/>
                </a:solidFill>
              </a:defRPr>
            </a:lvl3pPr>
            <a:lvl4pPr>
              <a:defRPr sz="1398">
                <a:solidFill>
                  <a:schemeClr val="bg1"/>
                </a:solidFill>
              </a:defRPr>
            </a:lvl4pPr>
            <a:lvl5pPr>
              <a:defRPr sz="1198">
                <a:solidFill>
                  <a:schemeClr val="bg1"/>
                </a:solidFill>
              </a:defRPr>
            </a:lvl5pPr>
            <a:lvl6pPr>
              <a:defRPr sz="1798"/>
            </a:lvl6pPr>
            <a:lvl7pPr>
              <a:defRPr sz="1798"/>
            </a:lvl7pPr>
            <a:lvl8pPr>
              <a:defRPr sz="1798"/>
            </a:lvl8pPr>
            <a:lvl9pPr>
              <a:defRPr sz="17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3">
            <a:extLst>
              <a:ext uri="{FF2B5EF4-FFF2-40B4-BE49-F238E27FC236}">
                <a16:creationId xmlns:a16="http://schemas.microsoft.com/office/drawing/2014/main" id="{78CB90FA-9CE8-7245-A6ED-7FE06FCC0012}"/>
              </a:ext>
            </a:extLst>
          </p:cNvPr>
          <p:cNvSpPr>
            <a:spLocks noGrp="1"/>
          </p:cNvSpPr>
          <p:nvPr>
            <p:ph sz="half" idx="2"/>
          </p:nvPr>
        </p:nvSpPr>
        <p:spPr>
          <a:xfrm>
            <a:off x="6120001" y="1440000"/>
            <a:ext cx="5384799" cy="4834800"/>
          </a:xfrm>
          <a:prstGeom prst="rect">
            <a:avLst/>
          </a:prstGeom>
        </p:spPr>
        <p:txBody>
          <a:bodyPr lIns="0"/>
          <a:lstStyle>
            <a:lvl1pPr>
              <a:defRPr sz="1998">
                <a:solidFill>
                  <a:schemeClr val="bg1"/>
                </a:solidFill>
              </a:defRPr>
            </a:lvl1pPr>
            <a:lvl2pPr>
              <a:defRPr sz="1798">
                <a:solidFill>
                  <a:schemeClr val="bg1"/>
                </a:solidFill>
              </a:defRPr>
            </a:lvl2pPr>
            <a:lvl3pPr>
              <a:defRPr sz="1598">
                <a:solidFill>
                  <a:schemeClr val="bg1"/>
                </a:solidFill>
              </a:defRPr>
            </a:lvl3pPr>
            <a:lvl4pPr>
              <a:defRPr sz="1398">
                <a:solidFill>
                  <a:schemeClr val="bg1"/>
                </a:solidFill>
              </a:defRPr>
            </a:lvl4pPr>
            <a:lvl5pPr>
              <a:defRPr sz="1198">
                <a:solidFill>
                  <a:schemeClr val="bg1"/>
                </a:solidFill>
              </a:defRPr>
            </a:lvl5pPr>
            <a:lvl6pPr>
              <a:defRPr sz="1798"/>
            </a:lvl6pPr>
            <a:lvl7pPr>
              <a:defRPr sz="1798"/>
            </a:lvl7pPr>
            <a:lvl8pPr>
              <a:defRPr sz="1798"/>
            </a:lvl8pPr>
            <a:lvl9pPr>
              <a:defRPr sz="17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207804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Contents Tab">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0826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Boiler Plate text">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B6CAA5AC-0474-9E3A-A79B-AD95E559E30D}"/>
              </a:ext>
            </a:extLst>
          </p:cNvPr>
          <p:cNvSpPr txBox="1">
            <a:spLocks noChangeArrowheads="1"/>
          </p:cNvSpPr>
          <p:nvPr userDrawn="1"/>
        </p:nvSpPr>
        <p:spPr bwMode="auto">
          <a:xfrm>
            <a:off x="542643" y="623888"/>
            <a:ext cx="3533939" cy="4834232"/>
          </a:xfrm>
          <a:prstGeom prst="rect">
            <a:avLst/>
          </a:prstGeom>
          <a:noFill/>
          <a:ln w="9525" algn="ctr">
            <a:noFill/>
            <a:miter lim="800000"/>
            <a:headEnd/>
            <a:tailEnd/>
          </a:ln>
          <a:effectLst/>
        </p:spPr>
        <p:txBody>
          <a:bodyPr lIns="0" tIns="0" rIns="0" bIns="0"/>
          <a:lstStyle/>
          <a:p>
            <a:pPr>
              <a:defRPr/>
            </a:pPr>
            <a:r>
              <a:rPr lang="en-IN" sz="1099" b="1">
                <a:solidFill>
                  <a:schemeClr val="bg1"/>
                </a:solidFill>
                <a:cs typeface="Arial" charset="0"/>
              </a:rPr>
              <a:t>EY</a:t>
            </a:r>
            <a:r>
              <a:rPr lang="en-IN" sz="1099">
                <a:solidFill>
                  <a:schemeClr val="bg1"/>
                </a:solidFill>
                <a:cs typeface="Arial" charset="0"/>
              </a:rPr>
              <a:t> | Building a better working world</a:t>
            </a:r>
          </a:p>
          <a:p>
            <a:pPr>
              <a:defRPr/>
            </a:pPr>
            <a:endParaRPr lang="en-IN" sz="999">
              <a:solidFill>
                <a:schemeClr val="bg1"/>
              </a:solidFill>
              <a:cs typeface="Arial" charset="0"/>
            </a:endParaRPr>
          </a:p>
          <a:p>
            <a:pPr>
              <a:defRPr/>
            </a:pPr>
            <a:r>
              <a:rPr lang="en-IN" sz="999">
                <a:solidFill>
                  <a:schemeClr val="bg1"/>
                </a:solidFill>
                <a:cs typeface="Arial" charset="0"/>
              </a:rPr>
              <a:t>EY exists to build a better working world, helping to create long-term value for clients, people and society and build trust in the capital markets. </a:t>
            </a:r>
          </a:p>
          <a:p>
            <a:pPr>
              <a:defRPr/>
            </a:pPr>
            <a:endParaRPr lang="en-IN" sz="999">
              <a:solidFill>
                <a:schemeClr val="bg1"/>
              </a:solidFill>
              <a:cs typeface="Arial" charset="0"/>
            </a:endParaRPr>
          </a:p>
          <a:p>
            <a:pPr>
              <a:defRPr/>
            </a:pPr>
            <a:r>
              <a:rPr lang="en-IN" sz="999">
                <a:solidFill>
                  <a:schemeClr val="bg1"/>
                </a:solidFill>
                <a:cs typeface="Arial" charset="0"/>
              </a:rPr>
              <a:t>Enabled by data and technology, diverse EY teams in over 150 countries provide trust through assurance and help clients grow, transform and operate. </a:t>
            </a:r>
          </a:p>
          <a:p>
            <a:pPr>
              <a:defRPr/>
            </a:pPr>
            <a:endParaRPr lang="en-IN" sz="999">
              <a:solidFill>
                <a:schemeClr val="bg1"/>
              </a:solidFill>
              <a:cs typeface="Arial" charset="0"/>
            </a:endParaRPr>
          </a:p>
          <a:p>
            <a:pPr>
              <a:defRPr/>
            </a:pPr>
            <a:r>
              <a:rPr lang="en-IN" sz="999">
                <a:solidFill>
                  <a:schemeClr val="bg1"/>
                </a:solidFill>
                <a:cs typeface="Arial" charset="0"/>
              </a:rPr>
              <a:t>Working across assurance, consulting, law, strategy, tax and transactions, EY teams ask better questions to find new answers for the complex issues facing our world today.</a:t>
            </a:r>
          </a:p>
          <a:p>
            <a:pPr>
              <a:defRPr/>
            </a:pPr>
            <a:endParaRPr lang="en-IN" sz="800">
              <a:solidFill>
                <a:schemeClr val="bg1"/>
              </a:solidFill>
              <a:cs typeface="Arial" charset="0"/>
            </a:endParaRPr>
          </a:p>
          <a:p>
            <a:pPr>
              <a:defRPr/>
            </a:pPr>
            <a:r>
              <a:rPr lang="en-IN" sz="800">
                <a:solidFill>
                  <a:schemeClr val="bg1"/>
                </a:solidFill>
                <a:cs typeface="Arial" charset="0"/>
              </a:rPr>
              <a:t>EY refers to the global organization, and may refer to one or more, of the member firms of Ernst &amp; Young Advisory </a:t>
            </a:r>
            <a:r>
              <a:rPr lang="en-IN" sz="800" err="1">
                <a:solidFill>
                  <a:schemeClr val="bg1"/>
                </a:solidFill>
                <a:cs typeface="Arial" charset="0"/>
              </a:rPr>
              <a:t>Pte.</a:t>
            </a:r>
            <a:r>
              <a:rPr lang="en-IN" sz="800">
                <a:solidFill>
                  <a:schemeClr val="bg1"/>
                </a:solidFill>
                <a:cs typeface="Arial" charset="0"/>
              </a:rPr>
              <a:t> Ltd, each of which is a separate legal entity. Ernst &amp; Young Advisory </a:t>
            </a:r>
            <a:r>
              <a:rPr lang="en-IN" sz="800" err="1">
                <a:solidFill>
                  <a:schemeClr val="bg1"/>
                </a:solidFill>
                <a:cs typeface="Arial" charset="0"/>
              </a:rPr>
              <a:t>Pte.</a:t>
            </a:r>
            <a:r>
              <a:rPr lang="en-IN" sz="800">
                <a:solidFill>
                  <a:schemeClr val="bg1"/>
                </a:solidFill>
                <a:cs typeface="Arial" charset="0"/>
              </a:rPr>
              <a:t> Ltd, does not provide services to clients. Information about how EY collects and uses personal data and a description of the rights individuals have under data protection legislation are available via ey.com/privacy. EY member firms do not practice law where prohibited by local laws. For more information about our organization, please visit ey.com.</a:t>
            </a:r>
          </a:p>
          <a:p>
            <a:pPr>
              <a:defRPr/>
            </a:pPr>
            <a:r>
              <a:rPr lang="en-GB" sz="800">
                <a:solidFill>
                  <a:schemeClr val="bg1"/>
                </a:solidFill>
                <a:cs typeface="Arial" charset="0"/>
              </a:rPr>
              <a:t> </a:t>
            </a:r>
            <a:endParaRPr lang="en-IN" sz="800">
              <a:solidFill>
                <a:schemeClr val="bg1"/>
              </a:solidFill>
              <a:cs typeface="Arial" charset="0"/>
            </a:endParaRPr>
          </a:p>
          <a:p>
            <a:pPr>
              <a:defRPr/>
            </a:pPr>
            <a:r>
              <a:rPr lang="en-GB" sz="800">
                <a:solidFill>
                  <a:schemeClr val="bg1"/>
                </a:solidFill>
                <a:cs typeface="Arial" charset="0"/>
              </a:rPr>
              <a:t>© 2024 </a:t>
            </a:r>
            <a:r>
              <a:rPr lang="en-IN" sz="800">
                <a:solidFill>
                  <a:schemeClr val="bg1"/>
                </a:solidFill>
                <a:cs typeface="Arial" charset="0"/>
              </a:rPr>
              <a:t>Ernst &amp; Young Advisory </a:t>
            </a:r>
            <a:r>
              <a:rPr lang="en-IN" sz="800" err="1">
                <a:solidFill>
                  <a:schemeClr val="bg1"/>
                </a:solidFill>
                <a:cs typeface="Arial" charset="0"/>
              </a:rPr>
              <a:t>Pte.</a:t>
            </a:r>
            <a:r>
              <a:rPr lang="en-IN" sz="800">
                <a:solidFill>
                  <a:schemeClr val="bg1"/>
                </a:solidFill>
                <a:cs typeface="Arial" charset="0"/>
              </a:rPr>
              <a:t> Ltd</a:t>
            </a:r>
            <a:r>
              <a:rPr lang="en-GB" sz="800">
                <a:solidFill>
                  <a:schemeClr val="bg1"/>
                </a:solidFill>
                <a:cs typeface="Arial" charset="0"/>
              </a:rPr>
              <a:t>.</a:t>
            </a:r>
            <a:br>
              <a:rPr lang="en-GB" sz="800">
                <a:solidFill>
                  <a:schemeClr val="bg1"/>
                </a:solidFill>
                <a:cs typeface="Arial" charset="0"/>
              </a:rPr>
            </a:br>
            <a:r>
              <a:rPr lang="en-GB" sz="800">
                <a:solidFill>
                  <a:schemeClr val="bg1"/>
                </a:solidFill>
                <a:cs typeface="Arial" charset="0"/>
              </a:rPr>
              <a:t>All Rights Reserved.</a:t>
            </a:r>
            <a:endParaRPr lang="en-IN" sz="800">
              <a:solidFill>
                <a:schemeClr val="bg1"/>
              </a:solidFill>
              <a:cs typeface="Arial" charset="0"/>
            </a:endParaRPr>
          </a:p>
          <a:p>
            <a:pPr>
              <a:defRPr/>
            </a:pPr>
            <a:r>
              <a:rPr lang="en-GB" sz="800">
                <a:solidFill>
                  <a:schemeClr val="bg1"/>
                </a:solidFill>
                <a:cs typeface="Arial" charset="0"/>
              </a:rPr>
              <a:t> </a:t>
            </a:r>
            <a:endParaRPr lang="en-IN" sz="800">
              <a:solidFill>
                <a:schemeClr val="bg1"/>
              </a:solidFill>
              <a:cs typeface="Arial" charset="0"/>
            </a:endParaRPr>
          </a:p>
          <a:p>
            <a:pPr>
              <a:defRPr/>
            </a:pPr>
            <a:r>
              <a:rPr lang="en-GB" sz="800">
                <a:solidFill>
                  <a:schemeClr val="bg1"/>
                </a:solidFill>
                <a:cs typeface="Arial" charset="0"/>
              </a:rPr>
              <a:t> </a:t>
            </a:r>
            <a:endParaRPr lang="en-IN" sz="800">
              <a:solidFill>
                <a:schemeClr val="bg1"/>
              </a:solidFill>
              <a:cs typeface="Arial" charset="0"/>
            </a:endParaRPr>
          </a:p>
          <a:p>
            <a:pPr>
              <a:defRPr/>
            </a:pPr>
            <a:r>
              <a:rPr lang="en-IN" sz="600">
                <a:solidFill>
                  <a:schemeClr val="bg1"/>
                </a:solidFill>
                <a:cs typeface="Arial" charset="0"/>
              </a:rPr>
              <a:t>This material has been prepared for general informational purposes only and is not intended to be relied upon as accounting, tax, legal or other professional advice. Please refer to your advisors for specific advice.</a:t>
            </a:r>
            <a:endParaRPr lang="en-GB" sz="600">
              <a:solidFill>
                <a:schemeClr val="bg1"/>
              </a:solidFill>
              <a:cs typeface="Arial" charset="0"/>
            </a:endParaRPr>
          </a:p>
          <a:p>
            <a:pPr>
              <a:defRPr/>
            </a:pPr>
            <a:endParaRPr lang="en-IN" sz="600">
              <a:solidFill>
                <a:schemeClr val="bg1"/>
              </a:solidFill>
              <a:cs typeface="Arial" charset="0"/>
            </a:endParaRPr>
          </a:p>
          <a:p>
            <a:pPr>
              <a:defRPr/>
            </a:pPr>
            <a:r>
              <a:rPr lang="en-GB" sz="999">
                <a:solidFill>
                  <a:schemeClr val="bg1"/>
                </a:solidFill>
                <a:cs typeface="Arial" charset="0"/>
              </a:rPr>
              <a:t>ey.com</a:t>
            </a:r>
            <a:endParaRPr lang="en-IN" sz="999">
              <a:solidFill>
                <a:schemeClr val="bg1"/>
              </a:solidFill>
              <a:cs typeface="Arial" charset="0"/>
            </a:endParaRPr>
          </a:p>
        </p:txBody>
      </p:sp>
      <p:grpSp>
        <p:nvGrpSpPr>
          <p:cNvPr id="4" name="Group 3">
            <a:extLst>
              <a:ext uri="{FF2B5EF4-FFF2-40B4-BE49-F238E27FC236}">
                <a16:creationId xmlns:a16="http://schemas.microsoft.com/office/drawing/2014/main" id="{D09FE631-B91E-C1B2-BC56-C88C25A2EF00}"/>
              </a:ext>
            </a:extLst>
          </p:cNvPr>
          <p:cNvGrpSpPr>
            <a:grpSpLocks noChangeAspect="1"/>
          </p:cNvGrpSpPr>
          <p:nvPr userDrawn="1"/>
        </p:nvGrpSpPr>
        <p:grpSpPr>
          <a:xfrm flipH="1">
            <a:off x="8689533" y="-31195"/>
            <a:ext cx="3621014" cy="6948000"/>
            <a:chOff x="-121161" y="-103765"/>
            <a:chExt cx="3699303" cy="7094521"/>
          </a:xfrm>
          <a:solidFill>
            <a:srgbClr val="747480">
              <a:alpha val="25000"/>
            </a:srgbClr>
          </a:solidFill>
        </p:grpSpPr>
        <p:sp>
          <p:nvSpPr>
            <p:cNvPr id="5" name="Freeform 15">
              <a:extLst>
                <a:ext uri="{FF2B5EF4-FFF2-40B4-BE49-F238E27FC236}">
                  <a16:creationId xmlns:a16="http://schemas.microsoft.com/office/drawing/2014/main" id="{18AAB1D0-B7AC-9CD7-454F-38A3C1B74A02}"/>
                </a:ext>
              </a:extLst>
            </p:cNvPr>
            <p:cNvSpPr>
              <a:spLocks/>
            </p:cNvSpPr>
            <p:nvPr/>
          </p:nvSpPr>
          <p:spPr bwMode="auto">
            <a:xfrm rot="5094805">
              <a:off x="-92787" y="6833460"/>
              <a:ext cx="109679" cy="157663"/>
            </a:xfrm>
            <a:custGeom>
              <a:avLst/>
              <a:gdLst>
                <a:gd name="T0" fmla="*/ 43 w 45"/>
                <a:gd name="T1" fmla="*/ 23 h 64"/>
                <a:gd name="T2" fmla="*/ 25 w 45"/>
                <a:gd name="T3" fmla="*/ 59 h 64"/>
                <a:gd name="T4" fmla="*/ 2 w 45"/>
                <a:gd name="T5" fmla="*/ 43 h 64"/>
                <a:gd name="T6" fmla="*/ 19 w 45"/>
                <a:gd name="T7" fmla="*/ 6 h 64"/>
                <a:gd name="T8" fmla="*/ 43 w 45"/>
                <a:gd name="T9" fmla="*/ 23 h 64"/>
              </a:gdLst>
              <a:ahLst/>
              <a:cxnLst>
                <a:cxn ang="0">
                  <a:pos x="T0" y="T1"/>
                </a:cxn>
                <a:cxn ang="0">
                  <a:pos x="T2" y="T3"/>
                </a:cxn>
                <a:cxn ang="0">
                  <a:pos x="T4" y="T5"/>
                </a:cxn>
                <a:cxn ang="0">
                  <a:pos x="T6" y="T7"/>
                </a:cxn>
                <a:cxn ang="0">
                  <a:pos x="T8" y="T9"/>
                </a:cxn>
              </a:cxnLst>
              <a:rect l="0" t="0" r="r" b="b"/>
              <a:pathLst>
                <a:path w="45" h="64">
                  <a:moveTo>
                    <a:pt x="43" y="23"/>
                  </a:moveTo>
                  <a:cubicBezTo>
                    <a:pt x="45" y="37"/>
                    <a:pt x="36" y="54"/>
                    <a:pt x="25" y="59"/>
                  </a:cubicBezTo>
                  <a:cubicBezTo>
                    <a:pt x="14" y="64"/>
                    <a:pt x="4" y="57"/>
                    <a:pt x="2" y="43"/>
                  </a:cubicBezTo>
                  <a:cubicBezTo>
                    <a:pt x="0" y="28"/>
                    <a:pt x="7" y="11"/>
                    <a:pt x="19" y="6"/>
                  </a:cubicBezTo>
                  <a:cubicBezTo>
                    <a:pt x="30" y="0"/>
                    <a:pt x="41" y="8"/>
                    <a:pt x="4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 name="Freeform 54">
              <a:extLst>
                <a:ext uri="{FF2B5EF4-FFF2-40B4-BE49-F238E27FC236}">
                  <a16:creationId xmlns:a16="http://schemas.microsoft.com/office/drawing/2014/main" id="{24A3C600-2CE5-C5D3-344A-3A53684ED780}"/>
                </a:ext>
              </a:extLst>
            </p:cNvPr>
            <p:cNvSpPr>
              <a:spLocks/>
            </p:cNvSpPr>
            <p:nvPr/>
          </p:nvSpPr>
          <p:spPr bwMode="auto">
            <a:xfrm rot="5094805">
              <a:off x="-79610" y="3952060"/>
              <a:ext cx="107394" cy="57124"/>
            </a:xfrm>
            <a:custGeom>
              <a:avLst/>
              <a:gdLst>
                <a:gd name="T0" fmla="*/ 24 w 44"/>
                <a:gd name="T1" fmla="*/ 23 h 23"/>
                <a:gd name="T2" fmla="*/ 1 w 44"/>
                <a:gd name="T3" fmla="*/ 12 h 23"/>
                <a:gd name="T4" fmla="*/ 18 w 44"/>
                <a:gd name="T5" fmla="*/ 1 h 23"/>
                <a:gd name="T6" fmla="*/ 42 w 44"/>
                <a:gd name="T7" fmla="*/ 11 h 23"/>
                <a:gd name="T8" fmla="*/ 24 w 44"/>
                <a:gd name="T9" fmla="*/ 23 h 23"/>
              </a:gdLst>
              <a:ahLst/>
              <a:cxnLst>
                <a:cxn ang="0">
                  <a:pos x="T0" y="T1"/>
                </a:cxn>
                <a:cxn ang="0">
                  <a:pos x="T2" y="T3"/>
                </a:cxn>
                <a:cxn ang="0">
                  <a:pos x="T4" y="T5"/>
                </a:cxn>
                <a:cxn ang="0">
                  <a:pos x="T6" y="T7"/>
                </a:cxn>
                <a:cxn ang="0">
                  <a:pos x="T8" y="T9"/>
                </a:cxn>
              </a:cxnLst>
              <a:rect l="0" t="0" r="r" b="b"/>
              <a:pathLst>
                <a:path w="44" h="23">
                  <a:moveTo>
                    <a:pt x="24" y="23"/>
                  </a:moveTo>
                  <a:cubicBezTo>
                    <a:pt x="12" y="23"/>
                    <a:pt x="2" y="18"/>
                    <a:pt x="1" y="12"/>
                  </a:cubicBezTo>
                  <a:cubicBezTo>
                    <a:pt x="0" y="6"/>
                    <a:pt x="8" y="2"/>
                    <a:pt x="18" y="1"/>
                  </a:cubicBezTo>
                  <a:cubicBezTo>
                    <a:pt x="29" y="0"/>
                    <a:pt x="41" y="5"/>
                    <a:pt x="42" y="11"/>
                  </a:cubicBezTo>
                  <a:cubicBezTo>
                    <a:pt x="44" y="18"/>
                    <a:pt x="35" y="23"/>
                    <a:pt x="24"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 name="Freeform 55">
              <a:extLst>
                <a:ext uri="{FF2B5EF4-FFF2-40B4-BE49-F238E27FC236}">
                  <a16:creationId xmlns:a16="http://schemas.microsoft.com/office/drawing/2014/main" id="{DD85AF10-4C8B-1B97-9722-4F68738CE98D}"/>
                </a:ext>
              </a:extLst>
            </p:cNvPr>
            <p:cNvSpPr>
              <a:spLocks/>
            </p:cNvSpPr>
            <p:nvPr/>
          </p:nvSpPr>
          <p:spPr bwMode="auto">
            <a:xfrm rot="5094805">
              <a:off x="-69324" y="4141459"/>
              <a:ext cx="109679" cy="63979"/>
            </a:xfrm>
            <a:custGeom>
              <a:avLst/>
              <a:gdLst>
                <a:gd name="T0" fmla="*/ 43 w 44"/>
                <a:gd name="T1" fmla="*/ 14 h 26"/>
                <a:gd name="T2" fmla="*/ 24 w 44"/>
                <a:gd name="T3" fmla="*/ 25 h 26"/>
                <a:gd name="T4" fmla="*/ 2 w 44"/>
                <a:gd name="T5" fmla="*/ 12 h 26"/>
                <a:gd name="T6" fmla="*/ 20 w 44"/>
                <a:gd name="T7" fmla="*/ 0 h 26"/>
                <a:gd name="T8" fmla="*/ 43 w 44"/>
                <a:gd name="T9" fmla="*/ 14 h 26"/>
              </a:gdLst>
              <a:ahLst/>
              <a:cxnLst>
                <a:cxn ang="0">
                  <a:pos x="T0" y="T1"/>
                </a:cxn>
                <a:cxn ang="0">
                  <a:pos x="T2" y="T3"/>
                </a:cxn>
                <a:cxn ang="0">
                  <a:pos x="T4" y="T5"/>
                </a:cxn>
                <a:cxn ang="0">
                  <a:pos x="T6" y="T7"/>
                </a:cxn>
                <a:cxn ang="0">
                  <a:pos x="T8" y="T9"/>
                </a:cxn>
              </a:cxnLst>
              <a:rect l="0" t="0" r="r" b="b"/>
              <a:pathLst>
                <a:path w="44" h="26">
                  <a:moveTo>
                    <a:pt x="43" y="14"/>
                  </a:moveTo>
                  <a:cubicBezTo>
                    <a:pt x="44" y="21"/>
                    <a:pt x="36" y="26"/>
                    <a:pt x="24" y="25"/>
                  </a:cubicBezTo>
                  <a:cubicBezTo>
                    <a:pt x="13" y="24"/>
                    <a:pt x="4" y="18"/>
                    <a:pt x="2" y="12"/>
                  </a:cubicBezTo>
                  <a:cubicBezTo>
                    <a:pt x="0" y="5"/>
                    <a:pt x="8" y="0"/>
                    <a:pt x="20" y="0"/>
                  </a:cubicBezTo>
                  <a:cubicBezTo>
                    <a:pt x="31" y="1"/>
                    <a:pt x="42" y="7"/>
                    <a:pt x="4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 name="Freeform 56">
              <a:extLst>
                <a:ext uri="{FF2B5EF4-FFF2-40B4-BE49-F238E27FC236}">
                  <a16:creationId xmlns:a16="http://schemas.microsoft.com/office/drawing/2014/main" id="{E10997CE-D289-A2D3-BDE8-B42824B447F0}"/>
                </a:ext>
              </a:extLst>
            </p:cNvPr>
            <p:cNvSpPr>
              <a:spLocks/>
            </p:cNvSpPr>
            <p:nvPr/>
          </p:nvSpPr>
          <p:spPr bwMode="auto">
            <a:xfrm rot="5094805">
              <a:off x="-74758" y="4332470"/>
              <a:ext cx="107394" cy="75404"/>
            </a:xfrm>
            <a:custGeom>
              <a:avLst/>
              <a:gdLst>
                <a:gd name="T0" fmla="*/ 23 w 43"/>
                <a:gd name="T1" fmla="*/ 29 h 31"/>
                <a:gd name="T2" fmla="*/ 1 w 43"/>
                <a:gd name="T3" fmla="*/ 11 h 31"/>
                <a:gd name="T4" fmla="*/ 19 w 43"/>
                <a:gd name="T5" fmla="*/ 2 h 31"/>
                <a:gd name="T6" fmla="*/ 42 w 43"/>
                <a:gd name="T7" fmla="*/ 19 h 31"/>
                <a:gd name="T8" fmla="*/ 23 w 43"/>
                <a:gd name="T9" fmla="*/ 29 h 31"/>
              </a:gdLst>
              <a:ahLst/>
              <a:cxnLst>
                <a:cxn ang="0">
                  <a:pos x="T0" y="T1"/>
                </a:cxn>
                <a:cxn ang="0">
                  <a:pos x="T2" y="T3"/>
                </a:cxn>
                <a:cxn ang="0">
                  <a:pos x="T4" y="T5"/>
                </a:cxn>
                <a:cxn ang="0">
                  <a:pos x="T6" y="T7"/>
                </a:cxn>
                <a:cxn ang="0">
                  <a:pos x="T8" y="T9"/>
                </a:cxn>
              </a:cxnLst>
              <a:rect l="0" t="0" r="r" b="b"/>
              <a:pathLst>
                <a:path w="43" h="31">
                  <a:moveTo>
                    <a:pt x="23" y="29"/>
                  </a:moveTo>
                  <a:cubicBezTo>
                    <a:pt x="11" y="26"/>
                    <a:pt x="2" y="19"/>
                    <a:pt x="1" y="11"/>
                  </a:cubicBezTo>
                  <a:cubicBezTo>
                    <a:pt x="0" y="5"/>
                    <a:pt x="8" y="0"/>
                    <a:pt x="19" y="2"/>
                  </a:cubicBezTo>
                  <a:cubicBezTo>
                    <a:pt x="30" y="3"/>
                    <a:pt x="41" y="11"/>
                    <a:pt x="42" y="19"/>
                  </a:cubicBezTo>
                  <a:cubicBezTo>
                    <a:pt x="43" y="27"/>
                    <a:pt x="35" y="31"/>
                    <a:pt x="23"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 name="Freeform 57">
              <a:extLst>
                <a:ext uri="{FF2B5EF4-FFF2-40B4-BE49-F238E27FC236}">
                  <a16:creationId xmlns:a16="http://schemas.microsoft.com/office/drawing/2014/main" id="{6871AEFA-AA34-7D40-CAB5-C0D44CBAB1BE}"/>
                </a:ext>
              </a:extLst>
            </p:cNvPr>
            <p:cNvSpPr>
              <a:spLocks/>
            </p:cNvSpPr>
            <p:nvPr/>
          </p:nvSpPr>
          <p:spPr bwMode="auto">
            <a:xfrm rot="5094805">
              <a:off x="-98408" y="4524899"/>
              <a:ext cx="109679" cy="86829"/>
            </a:xfrm>
            <a:custGeom>
              <a:avLst/>
              <a:gdLst>
                <a:gd name="T0" fmla="*/ 43 w 45"/>
                <a:gd name="T1" fmla="*/ 21 h 35"/>
                <a:gd name="T2" fmla="*/ 25 w 45"/>
                <a:gd name="T3" fmla="*/ 32 h 35"/>
                <a:gd name="T4" fmla="*/ 2 w 45"/>
                <a:gd name="T5" fmla="*/ 13 h 35"/>
                <a:gd name="T6" fmla="*/ 19 w 45"/>
                <a:gd name="T7" fmla="*/ 2 h 35"/>
                <a:gd name="T8" fmla="*/ 43 w 45"/>
                <a:gd name="T9" fmla="*/ 21 h 35"/>
              </a:gdLst>
              <a:ahLst/>
              <a:cxnLst>
                <a:cxn ang="0">
                  <a:pos x="T0" y="T1"/>
                </a:cxn>
                <a:cxn ang="0">
                  <a:pos x="T2" y="T3"/>
                </a:cxn>
                <a:cxn ang="0">
                  <a:pos x="T4" y="T5"/>
                </a:cxn>
                <a:cxn ang="0">
                  <a:pos x="T6" y="T7"/>
                </a:cxn>
                <a:cxn ang="0">
                  <a:pos x="T8" y="T9"/>
                </a:cxn>
              </a:cxnLst>
              <a:rect l="0" t="0" r="r" b="b"/>
              <a:pathLst>
                <a:path w="45" h="35">
                  <a:moveTo>
                    <a:pt x="43" y="21"/>
                  </a:moveTo>
                  <a:cubicBezTo>
                    <a:pt x="45" y="30"/>
                    <a:pt x="37" y="35"/>
                    <a:pt x="25" y="32"/>
                  </a:cubicBezTo>
                  <a:cubicBezTo>
                    <a:pt x="14" y="29"/>
                    <a:pt x="4" y="21"/>
                    <a:pt x="2" y="13"/>
                  </a:cubicBezTo>
                  <a:cubicBezTo>
                    <a:pt x="0" y="5"/>
                    <a:pt x="8" y="0"/>
                    <a:pt x="19" y="2"/>
                  </a:cubicBezTo>
                  <a:cubicBezTo>
                    <a:pt x="30" y="4"/>
                    <a:pt x="41" y="13"/>
                    <a:pt x="43"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 name="Freeform 64">
              <a:extLst>
                <a:ext uri="{FF2B5EF4-FFF2-40B4-BE49-F238E27FC236}">
                  <a16:creationId xmlns:a16="http://schemas.microsoft.com/office/drawing/2014/main" id="{D174A7BE-D81C-5017-5C84-CCF33C1FB192}"/>
                </a:ext>
              </a:extLst>
            </p:cNvPr>
            <p:cNvSpPr>
              <a:spLocks/>
            </p:cNvSpPr>
            <p:nvPr/>
          </p:nvSpPr>
          <p:spPr bwMode="auto">
            <a:xfrm rot="5094805">
              <a:off x="-96027" y="6527697"/>
              <a:ext cx="105109" cy="155378"/>
            </a:xfrm>
            <a:custGeom>
              <a:avLst/>
              <a:gdLst>
                <a:gd name="T0" fmla="*/ 19 w 43"/>
                <a:gd name="T1" fmla="*/ 3 h 63"/>
                <a:gd name="T2" fmla="*/ 42 w 43"/>
                <a:gd name="T3" fmla="*/ 25 h 63"/>
                <a:gd name="T4" fmla="*/ 25 w 43"/>
                <a:gd name="T5" fmla="*/ 59 h 63"/>
                <a:gd name="T6" fmla="*/ 1 w 43"/>
                <a:gd name="T7" fmla="*/ 35 h 63"/>
                <a:gd name="T8" fmla="*/ 19 w 43"/>
                <a:gd name="T9" fmla="*/ 3 h 63"/>
              </a:gdLst>
              <a:ahLst/>
              <a:cxnLst>
                <a:cxn ang="0">
                  <a:pos x="T0" y="T1"/>
                </a:cxn>
                <a:cxn ang="0">
                  <a:pos x="T2" y="T3"/>
                </a:cxn>
                <a:cxn ang="0">
                  <a:pos x="T4" y="T5"/>
                </a:cxn>
                <a:cxn ang="0">
                  <a:pos x="T6" y="T7"/>
                </a:cxn>
                <a:cxn ang="0">
                  <a:pos x="T8" y="T9"/>
                </a:cxn>
              </a:cxnLst>
              <a:rect l="0" t="0" r="r" b="b"/>
              <a:pathLst>
                <a:path w="43" h="63">
                  <a:moveTo>
                    <a:pt x="19" y="3"/>
                  </a:moveTo>
                  <a:cubicBezTo>
                    <a:pt x="30" y="0"/>
                    <a:pt x="40" y="10"/>
                    <a:pt x="42" y="25"/>
                  </a:cubicBezTo>
                  <a:cubicBezTo>
                    <a:pt x="43" y="41"/>
                    <a:pt x="36" y="56"/>
                    <a:pt x="25" y="59"/>
                  </a:cubicBezTo>
                  <a:cubicBezTo>
                    <a:pt x="14" y="63"/>
                    <a:pt x="2" y="51"/>
                    <a:pt x="1" y="35"/>
                  </a:cubicBezTo>
                  <a:cubicBezTo>
                    <a:pt x="0" y="20"/>
                    <a:pt x="8" y="5"/>
                    <a:pt x="1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 name="Freeform 65">
              <a:extLst>
                <a:ext uri="{FF2B5EF4-FFF2-40B4-BE49-F238E27FC236}">
                  <a16:creationId xmlns:a16="http://schemas.microsoft.com/office/drawing/2014/main" id="{A737C96D-847B-C71F-F6FA-221D256ABBBA}"/>
                </a:ext>
              </a:extLst>
            </p:cNvPr>
            <p:cNvSpPr>
              <a:spLocks/>
            </p:cNvSpPr>
            <p:nvPr/>
          </p:nvSpPr>
          <p:spPr bwMode="auto">
            <a:xfrm rot="5094805">
              <a:off x="-15089" y="6712995"/>
              <a:ext cx="109679" cy="159948"/>
            </a:xfrm>
            <a:custGeom>
              <a:avLst/>
              <a:gdLst>
                <a:gd name="T0" fmla="*/ 19 w 44"/>
                <a:gd name="T1" fmla="*/ 5 h 64"/>
                <a:gd name="T2" fmla="*/ 42 w 44"/>
                <a:gd name="T3" fmla="*/ 23 h 64"/>
                <a:gd name="T4" fmla="*/ 25 w 44"/>
                <a:gd name="T5" fmla="*/ 60 h 64"/>
                <a:gd name="T6" fmla="*/ 2 w 44"/>
                <a:gd name="T7" fmla="*/ 40 h 64"/>
                <a:gd name="T8" fmla="*/ 19 w 44"/>
                <a:gd name="T9" fmla="*/ 5 h 64"/>
              </a:gdLst>
              <a:ahLst/>
              <a:cxnLst>
                <a:cxn ang="0">
                  <a:pos x="T0" y="T1"/>
                </a:cxn>
                <a:cxn ang="0">
                  <a:pos x="T2" y="T3"/>
                </a:cxn>
                <a:cxn ang="0">
                  <a:pos x="T4" y="T5"/>
                </a:cxn>
                <a:cxn ang="0">
                  <a:pos x="T6" y="T7"/>
                </a:cxn>
                <a:cxn ang="0">
                  <a:pos x="T8" y="T9"/>
                </a:cxn>
              </a:cxnLst>
              <a:rect l="0" t="0" r="r" b="b"/>
              <a:pathLst>
                <a:path w="44" h="64">
                  <a:moveTo>
                    <a:pt x="19" y="5"/>
                  </a:moveTo>
                  <a:cubicBezTo>
                    <a:pt x="30" y="0"/>
                    <a:pt x="40" y="9"/>
                    <a:pt x="42" y="23"/>
                  </a:cubicBezTo>
                  <a:cubicBezTo>
                    <a:pt x="44" y="39"/>
                    <a:pt x="37" y="56"/>
                    <a:pt x="25" y="60"/>
                  </a:cubicBezTo>
                  <a:cubicBezTo>
                    <a:pt x="14" y="64"/>
                    <a:pt x="4" y="55"/>
                    <a:pt x="2" y="40"/>
                  </a:cubicBezTo>
                  <a:cubicBezTo>
                    <a:pt x="0" y="26"/>
                    <a:pt x="8" y="9"/>
                    <a:pt x="1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 name="Freeform 103">
              <a:extLst>
                <a:ext uri="{FF2B5EF4-FFF2-40B4-BE49-F238E27FC236}">
                  <a16:creationId xmlns:a16="http://schemas.microsoft.com/office/drawing/2014/main" id="{C26C779C-E3D9-7B0D-74F8-594FE181F023}"/>
                </a:ext>
              </a:extLst>
            </p:cNvPr>
            <p:cNvSpPr>
              <a:spLocks/>
            </p:cNvSpPr>
            <p:nvPr/>
          </p:nvSpPr>
          <p:spPr bwMode="auto">
            <a:xfrm rot="5094805">
              <a:off x="-75723" y="3652429"/>
              <a:ext cx="105109" cy="47985"/>
            </a:xfrm>
            <a:custGeom>
              <a:avLst/>
              <a:gdLst>
                <a:gd name="T0" fmla="*/ 41 w 43"/>
                <a:gd name="T1" fmla="*/ 7 h 19"/>
                <a:gd name="T2" fmla="*/ 24 w 43"/>
                <a:gd name="T3" fmla="*/ 18 h 19"/>
                <a:gd name="T4" fmla="*/ 1 w 43"/>
                <a:gd name="T5" fmla="*/ 11 h 19"/>
                <a:gd name="T6" fmla="*/ 20 w 43"/>
                <a:gd name="T7" fmla="*/ 1 h 19"/>
                <a:gd name="T8" fmla="*/ 41 w 43"/>
                <a:gd name="T9" fmla="*/ 7 h 19"/>
              </a:gdLst>
              <a:ahLst/>
              <a:cxnLst>
                <a:cxn ang="0">
                  <a:pos x="T0" y="T1"/>
                </a:cxn>
                <a:cxn ang="0">
                  <a:pos x="T2" y="T3"/>
                </a:cxn>
                <a:cxn ang="0">
                  <a:pos x="T4" y="T5"/>
                </a:cxn>
                <a:cxn ang="0">
                  <a:pos x="T6" y="T7"/>
                </a:cxn>
                <a:cxn ang="0">
                  <a:pos x="T8" y="T9"/>
                </a:cxn>
              </a:cxnLst>
              <a:rect l="0" t="0" r="r" b="b"/>
              <a:pathLst>
                <a:path w="43" h="19">
                  <a:moveTo>
                    <a:pt x="41" y="7"/>
                  </a:moveTo>
                  <a:cubicBezTo>
                    <a:pt x="43" y="12"/>
                    <a:pt x="35" y="17"/>
                    <a:pt x="24" y="18"/>
                  </a:cubicBezTo>
                  <a:cubicBezTo>
                    <a:pt x="13" y="19"/>
                    <a:pt x="2" y="15"/>
                    <a:pt x="1" y="11"/>
                  </a:cubicBezTo>
                  <a:cubicBezTo>
                    <a:pt x="0" y="6"/>
                    <a:pt x="9" y="2"/>
                    <a:pt x="20" y="1"/>
                  </a:cubicBezTo>
                  <a:cubicBezTo>
                    <a:pt x="31" y="0"/>
                    <a:pt x="40" y="3"/>
                    <a:pt x="4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 name="Freeform 104">
              <a:extLst>
                <a:ext uri="{FF2B5EF4-FFF2-40B4-BE49-F238E27FC236}">
                  <a16:creationId xmlns:a16="http://schemas.microsoft.com/office/drawing/2014/main" id="{8A34A785-CEB5-E346-9868-BC1C8192F330}"/>
                </a:ext>
              </a:extLst>
            </p:cNvPr>
            <p:cNvSpPr>
              <a:spLocks/>
            </p:cNvSpPr>
            <p:nvPr/>
          </p:nvSpPr>
          <p:spPr bwMode="auto">
            <a:xfrm rot="5094805">
              <a:off x="-44847" y="3844672"/>
              <a:ext cx="105109" cy="47985"/>
            </a:xfrm>
            <a:custGeom>
              <a:avLst/>
              <a:gdLst>
                <a:gd name="T0" fmla="*/ 41 w 42"/>
                <a:gd name="T1" fmla="*/ 8 h 20"/>
                <a:gd name="T2" fmla="*/ 24 w 42"/>
                <a:gd name="T3" fmla="*/ 19 h 20"/>
                <a:gd name="T4" fmla="*/ 1 w 42"/>
                <a:gd name="T5" fmla="*/ 10 h 20"/>
                <a:gd name="T6" fmla="*/ 19 w 42"/>
                <a:gd name="T7" fmla="*/ 0 h 20"/>
                <a:gd name="T8" fmla="*/ 41 w 42"/>
                <a:gd name="T9" fmla="*/ 8 h 20"/>
              </a:gdLst>
              <a:ahLst/>
              <a:cxnLst>
                <a:cxn ang="0">
                  <a:pos x="T0" y="T1"/>
                </a:cxn>
                <a:cxn ang="0">
                  <a:pos x="T2" y="T3"/>
                </a:cxn>
                <a:cxn ang="0">
                  <a:pos x="T4" y="T5"/>
                </a:cxn>
                <a:cxn ang="0">
                  <a:pos x="T6" y="T7"/>
                </a:cxn>
                <a:cxn ang="0">
                  <a:pos x="T8" y="T9"/>
                </a:cxn>
              </a:cxnLst>
              <a:rect l="0" t="0" r="r" b="b"/>
              <a:pathLst>
                <a:path w="42" h="20">
                  <a:moveTo>
                    <a:pt x="41" y="8"/>
                  </a:moveTo>
                  <a:cubicBezTo>
                    <a:pt x="42" y="14"/>
                    <a:pt x="35" y="19"/>
                    <a:pt x="24" y="19"/>
                  </a:cubicBezTo>
                  <a:cubicBezTo>
                    <a:pt x="12" y="20"/>
                    <a:pt x="1" y="16"/>
                    <a:pt x="1" y="10"/>
                  </a:cubicBezTo>
                  <a:cubicBezTo>
                    <a:pt x="0" y="6"/>
                    <a:pt x="8" y="1"/>
                    <a:pt x="19" y="0"/>
                  </a:cubicBezTo>
                  <a:cubicBezTo>
                    <a:pt x="30" y="0"/>
                    <a:pt x="40" y="3"/>
                    <a:pt x="4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 name="Freeform 105">
              <a:extLst>
                <a:ext uri="{FF2B5EF4-FFF2-40B4-BE49-F238E27FC236}">
                  <a16:creationId xmlns:a16="http://schemas.microsoft.com/office/drawing/2014/main" id="{2D5034D9-F6A0-52EF-C833-62FE263649FD}"/>
                </a:ext>
              </a:extLst>
            </p:cNvPr>
            <p:cNvSpPr>
              <a:spLocks/>
            </p:cNvSpPr>
            <p:nvPr/>
          </p:nvSpPr>
          <p:spPr bwMode="auto">
            <a:xfrm rot="5094805">
              <a:off x="-19661" y="4033993"/>
              <a:ext cx="105109" cy="54839"/>
            </a:xfrm>
            <a:custGeom>
              <a:avLst/>
              <a:gdLst>
                <a:gd name="T0" fmla="*/ 19 w 43"/>
                <a:gd name="T1" fmla="*/ 0 h 22"/>
                <a:gd name="T2" fmla="*/ 42 w 43"/>
                <a:gd name="T3" fmla="*/ 10 h 22"/>
                <a:gd name="T4" fmla="*/ 24 w 43"/>
                <a:gd name="T5" fmla="*/ 21 h 22"/>
                <a:gd name="T6" fmla="*/ 1 w 43"/>
                <a:gd name="T7" fmla="*/ 11 h 22"/>
                <a:gd name="T8" fmla="*/ 19 w 43"/>
                <a:gd name="T9" fmla="*/ 0 h 22"/>
              </a:gdLst>
              <a:ahLst/>
              <a:cxnLst>
                <a:cxn ang="0">
                  <a:pos x="T0" y="T1"/>
                </a:cxn>
                <a:cxn ang="0">
                  <a:pos x="T2" y="T3"/>
                </a:cxn>
                <a:cxn ang="0">
                  <a:pos x="T4" y="T5"/>
                </a:cxn>
                <a:cxn ang="0">
                  <a:pos x="T6" y="T7"/>
                </a:cxn>
                <a:cxn ang="0">
                  <a:pos x="T8" y="T9"/>
                </a:cxn>
              </a:cxnLst>
              <a:rect l="0" t="0" r="r" b="b"/>
              <a:pathLst>
                <a:path w="43" h="22">
                  <a:moveTo>
                    <a:pt x="19" y="0"/>
                  </a:moveTo>
                  <a:cubicBezTo>
                    <a:pt x="30" y="0"/>
                    <a:pt x="40" y="4"/>
                    <a:pt x="42" y="10"/>
                  </a:cubicBezTo>
                  <a:cubicBezTo>
                    <a:pt x="43" y="16"/>
                    <a:pt x="35" y="22"/>
                    <a:pt x="24" y="21"/>
                  </a:cubicBezTo>
                  <a:cubicBezTo>
                    <a:pt x="13" y="21"/>
                    <a:pt x="3" y="17"/>
                    <a:pt x="1" y="11"/>
                  </a:cubicBezTo>
                  <a:cubicBezTo>
                    <a:pt x="0" y="6"/>
                    <a:pt x="8" y="1"/>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 name="Freeform 106">
              <a:extLst>
                <a:ext uri="{FF2B5EF4-FFF2-40B4-BE49-F238E27FC236}">
                  <a16:creationId xmlns:a16="http://schemas.microsoft.com/office/drawing/2014/main" id="{A6935FFF-ACD7-13E5-87D1-EA4050605ADC}"/>
                </a:ext>
              </a:extLst>
            </p:cNvPr>
            <p:cNvSpPr>
              <a:spLocks/>
            </p:cNvSpPr>
            <p:nvPr/>
          </p:nvSpPr>
          <p:spPr bwMode="auto">
            <a:xfrm rot="5094805">
              <a:off x="-11545" y="4223692"/>
              <a:ext cx="105109" cy="63979"/>
            </a:xfrm>
            <a:custGeom>
              <a:avLst/>
              <a:gdLst>
                <a:gd name="T0" fmla="*/ 42 w 43"/>
                <a:gd name="T1" fmla="*/ 15 h 26"/>
                <a:gd name="T2" fmla="*/ 24 w 43"/>
                <a:gd name="T3" fmla="*/ 25 h 26"/>
                <a:gd name="T4" fmla="*/ 1 w 43"/>
                <a:gd name="T5" fmla="*/ 11 h 26"/>
                <a:gd name="T6" fmla="*/ 20 w 43"/>
                <a:gd name="T7" fmla="*/ 1 h 26"/>
                <a:gd name="T8" fmla="*/ 42 w 43"/>
                <a:gd name="T9" fmla="*/ 15 h 26"/>
              </a:gdLst>
              <a:ahLst/>
              <a:cxnLst>
                <a:cxn ang="0">
                  <a:pos x="T0" y="T1"/>
                </a:cxn>
                <a:cxn ang="0">
                  <a:pos x="T2" y="T3"/>
                </a:cxn>
                <a:cxn ang="0">
                  <a:pos x="T4" y="T5"/>
                </a:cxn>
                <a:cxn ang="0">
                  <a:pos x="T6" y="T7"/>
                </a:cxn>
                <a:cxn ang="0">
                  <a:pos x="T8" y="T9"/>
                </a:cxn>
              </a:cxnLst>
              <a:rect l="0" t="0" r="r" b="b"/>
              <a:pathLst>
                <a:path w="43" h="26">
                  <a:moveTo>
                    <a:pt x="42" y="15"/>
                  </a:moveTo>
                  <a:cubicBezTo>
                    <a:pt x="43" y="22"/>
                    <a:pt x="35" y="26"/>
                    <a:pt x="24" y="25"/>
                  </a:cubicBezTo>
                  <a:cubicBezTo>
                    <a:pt x="13" y="24"/>
                    <a:pt x="2" y="17"/>
                    <a:pt x="1" y="11"/>
                  </a:cubicBezTo>
                  <a:cubicBezTo>
                    <a:pt x="0" y="5"/>
                    <a:pt x="9" y="0"/>
                    <a:pt x="20" y="1"/>
                  </a:cubicBezTo>
                  <a:cubicBezTo>
                    <a:pt x="32" y="2"/>
                    <a:pt x="41" y="8"/>
                    <a:pt x="4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 name="Freeform 107">
              <a:extLst>
                <a:ext uri="{FF2B5EF4-FFF2-40B4-BE49-F238E27FC236}">
                  <a16:creationId xmlns:a16="http://schemas.microsoft.com/office/drawing/2014/main" id="{3BAB2B50-7646-AD10-B4C4-14DB891A8110}"/>
                </a:ext>
              </a:extLst>
            </p:cNvPr>
            <p:cNvSpPr>
              <a:spLocks/>
            </p:cNvSpPr>
            <p:nvPr/>
          </p:nvSpPr>
          <p:spPr bwMode="auto">
            <a:xfrm rot="5094805">
              <a:off x="-19264" y="4414703"/>
              <a:ext cx="107394" cy="75404"/>
            </a:xfrm>
            <a:custGeom>
              <a:avLst/>
              <a:gdLst>
                <a:gd name="T0" fmla="*/ 42 w 43"/>
                <a:gd name="T1" fmla="*/ 18 h 30"/>
                <a:gd name="T2" fmla="*/ 24 w 43"/>
                <a:gd name="T3" fmla="*/ 29 h 30"/>
                <a:gd name="T4" fmla="*/ 1 w 43"/>
                <a:gd name="T5" fmla="*/ 11 h 30"/>
                <a:gd name="T6" fmla="*/ 20 w 43"/>
                <a:gd name="T7" fmla="*/ 2 h 30"/>
                <a:gd name="T8" fmla="*/ 42 w 43"/>
                <a:gd name="T9" fmla="*/ 18 h 30"/>
              </a:gdLst>
              <a:ahLst/>
              <a:cxnLst>
                <a:cxn ang="0">
                  <a:pos x="T0" y="T1"/>
                </a:cxn>
                <a:cxn ang="0">
                  <a:pos x="T2" y="T3"/>
                </a:cxn>
                <a:cxn ang="0">
                  <a:pos x="T4" y="T5"/>
                </a:cxn>
                <a:cxn ang="0">
                  <a:pos x="T6" y="T7"/>
                </a:cxn>
                <a:cxn ang="0">
                  <a:pos x="T8" y="T9"/>
                </a:cxn>
              </a:cxnLst>
              <a:rect l="0" t="0" r="r" b="b"/>
              <a:pathLst>
                <a:path w="43" h="30">
                  <a:moveTo>
                    <a:pt x="42" y="18"/>
                  </a:moveTo>
                  <a:cubicBezTo>
                    <a:pt x="43" y="26"/>
                    <a:pt x="35" y="30"/>
                    <a:pt x="24" y="29"/>
                  </a:cubicBezTo>
                  <a:cubicBezTo>
                    <a:pt x="13" y="27"/>
                    <a:pt x="2" y="18"/>
                    <a:pt x="1" y="11"/>
                  </a:cubicBezTo>
                  <a:cubicBezTo>
                    <a:pt x="0" y="4"/>
                    <a:pt x="9" y="0"/>
                    <a:pt x="20" y="2"/>
                  </a:cubicBezTo>
                  <a:cubicBezTo>
                    <a:pt x="31" y="3"/>
                    <a:pt x="40" y="11"/>
                    <a:pt x="4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 name="Freeform 108">
              <a:extLst>
                <a:ext uri="{FF2B5EF4-FFF2-40B4-BE49-F238E27FC236}">
                  <a16:creationId xmlns:a16="http://schemas.microsoft.com/office/drawing/2014/main" id="{46210C2D-07B6-63C3-A129-12D16103C1DF}"/>
                </a:ext>
              </a:extLst>
            </p:cNvPr>
            <p:cNvSpPr>
              <a:spLocks/>
            </p:cNvSpPr>
            <p:nvPr/>
          </p:nvSpPr>
          <p:spPr bwMode="auto">
            <a:xfrm rot="5094805">
              <a:off x="-38354" y="4606929"/>
              <a:ext cx="105109" cy="86829"/>
            </a:xfrm>
            <a:custGeom>
              <a:avLst/>
              <a:gdLst>
                <a:gd name="T0" fmla="*/ 19 w 43"/>
                <a:gd name="T1" fmla="*/ 2 h 35"/>
                <a:gd name="T2" fmla="*/ 41 w 43"/>
                <a:gd name="T3" fmla="*/ 22 h 35"/>
                <a:gd name="T4" fmla="*/ 24 w 43"/>
                <a:gd name="T5" fmla="*/ 33 h 35"/>
                <a:gd name="T6" fmla="*/ 1 w 43"/>
                <a:gd name="T7" fmla="*/ 12 h 35"/>
                <a:gd name="T8" fmla="*/ 19 w 43"/>
                <a:gd name="T9" fmla="*/ 2 h 35"/>
              </a:gdLst>
              <a:ahLst/>
              <a:cxnLst>
                <a:cxn ang="0">
                  <a:pos x="T0" y="T1"/>
                </a:cxn>
                <a:cxn ang="0">
                  <a:pos x="T2" y="T3"/>
                </a:cxn>
                <a:cxn ang="0">
                  <a:pos x="T4" y="T5"/>
                </a:cxn>
                <a:cxn ang="0">
                  <a:pos x="T6" y="T7"/>
                </a:cxn>
                <a:cxn ang="0">
                  <a:pos x="T8" y="T9"/>
                </a:cxn>
              </a:cxnLst>
              <a:rect l="0" t="0" r="r" b="b"/>
              <a:pathLst>
                <a:path w="43" h="35">
                  <a:moveTo>
                    <a:pt x="19" y="2"/>
                  </a:moveTo>
                  <a:cubicBezTo>
                    <a:pt x="30" y="5"/>
                    <a:pt x="40" y="13"/>
                    <a:pt x="41" y="22"/>
                  </a:cubicBezTo>
                  <a:cubicBezTo>
                    <a:pt x="43" y="30"/>
                    <a:pt x="35" y="35"/>
                    <a:pt x="24" y="33"/>
                  </a:cubicBezTo>
                  <a:cubicBezTo>
                    <a:pt x="13" y="30"/>
                    <a:pt x="2" y="20"/>
                    <a:pt x="1" y="12"/>
                  </a:cubicBezTo>
                  <a:cubicBezTo>
                    <a:pt x="0" y="5"/>
                    <a:pt x="8" y="0"/>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 name="Freeform 109">
              <a:extLst>
                <a:ext uri="{FF2B5EF4-FFF2-40B4-BE49-F238E27FC236}">
                  <a16:creationId xmlns:a16="http://schemas.microsoft.com/office/drawing/2014/main" id="{45046ECB-6067-C4D9-5CFC-40619E262470}"/>
                </a:ext>
              </a:extLst>
            </p:cNvPr>
            <p:cNvSpPr>
              <a:spLocks/>
            </p:cNvSpPr>
            <p:nvPr/>
          </p:nvSpPr>
          <p:spPr bwMode="auto">
            <a:xfrm rot="5094805">
              <a:off x="-67994" y="4796552"/>
              <a:ext cx="105109" cy="98254"/>
            </a:xfrm>
            <a:custGeom>
              <a:avLst/>
              <a:gdLst>
                <a:gd name="T0" fmla="*/ 42 w 43"/>
                <a:gd name="T1" fmla="*/ 25 h 40"/>
                <a:gd name="T2" fmla="*/ 24 w 43"/>
                <a:gd name="T3" fmla="*/ 37 h 40"/>
                <a:gd name="T4" fmla="*/ 2 w 43"/>
                <a:gd name="T5" fmla="*/ 15 h 40"/>
                <a:gd name="T6" fmla="*/ 21 w 43"/>
                <a:gd name="T7" fmla="*/ 3 h 40"/>
                <a:gd name="T8" fmla="*/ 42 w 43"/>
                <a:gd name="T9" fmla="*/ 25 h 40"/>
              </a:gdLst>
              <a:ahLst/>
              <a:cxnLst>
                <a:cxn ang="0">
                  <a:pos x="T0" y="T1"/>
                </a:cxn>
                <a:cxn ang="0">
                  <a:pos x="T2" y="T3"/>
                </a:cxn>
                <a:cxn ang="0">
                  <a:pos x="T4" y="T5"/>
                </a:cxn>
                <a:cxn ang="0">
                  <a:pos x="T6" y="T7"/>
                </a:cxn>
                <a:cxn ang="0">
                  <a:pos x="T8" y="T9"/>
                </a:cxn>
              </a:cxnLst>
              <a:rect l="0" t="0" r="r" b="b"/>
              <a:pathLst>
                <a:path w="43" h="40">
                  <a:moveTo>
                    <a:pt x="42" y="25"/>
                  </a:moveTo>
                  <a:cubicBezTo>
                    <a:pt x="43" y="35"/>
                    <a:pt x="35" y="40"/>
                    <a:pt x="24" y="37"/>
                  </a:cubicBezTo>
                  <a:cubicBezTo>
                    <a:pt x="14" y="34"/>
                    <a:pt x="3" y="24"/>
                    <a:pt x="2" y="15"/>
                  </a:cubicBezTo>
                  <a:cubicBezTo>
                    <a:pt x="0" y="6"/>
                    <a:pt x="9" y="0"/>
                    <a:pt x="21" y="3"/>
                  </a:cubicBezTo>
                  <a:cubicBezTo>
                    <a:pt x="32" y="6"/>
                    <a:pt x="41" y="16"/>
                    <a:pt x="42"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 name="Freeform 110">
              <a:extLst>
                <a:ext uri="{FF2B5EF4-FFF2-40B4-BE49-F238E27FC236}">
                  <a16:creationId xmlns:a16="http://schemas.microsoft.com/office/drawing/2014/main" id="{3E2B4196-C835-42C9-1EB9-7277C407F23E}"/>
                </a:ext>
              </a:extLst>
            </p:cNvPr>
            <p:cNvSpPr>
              <a:spLocks/>
            </p:cNvSpPr>
            <p:nvPr/>
          </p:nvSpPr>
          <p:spPr bwMode="auto">
            <a:xfrm rot="5094805">
              <a:off x="-100546" y="4994352"/>
              <a:ext cx="107394" cy="105109"/>
            </a:xfrm>
            <a:custGeom>
              <a:avLst/>
              <a:gdLst>
                <a:gd name="T0" fmla="*/ 41 w 43"/>
                <a:gd name="T1" fmla="*/ 26 h 43"/>
                <a:gd name="T2" fmla="*/ 24 w 43"/>
                <a:gd name="T3" fmla="*/ 40 h 43"/>
                <a:gd name="T4" fmla="*/ 1 w 43"/>
                <a:gd name="T5" fmla="*/ 15 h 43"/>
                <a:gd name="T6" fmla="*/ 19 w 43"/>
                <a:gd name="T7" fmla="*/ 2 h 43"/>
                <a:gd name="T8" fmla="*/ 41 w 43"/>
                <a:gd name="T9" fmla="*/ 26 h 43"/>
              </a:gdLst>
              <a:ahLst/>
              <a:cxnLst>
                <a:cxn ang="0">
                  <a:pos x="T0" y="T1"/>
                </a:cxn>
                <a:cxn ang="0">
                  <a:pos x="T2" y="T3"/>
                </a:cxn>
                <a:cxn ang="0">
                  <a:pos x="T4" y="T5"/>
                </a:cxn>
                <a:cxn ang="0">
                  <a:pos x="T6" y="T7"/>
                </a:cxn>
                <a:cxn ang="0">
                  <a:pos x="T8" y="T9"/>
                </a:cxn>
              </a:cxnLst>
              <a:rect l="0" t="0" r="r" b="b"/>
              <a:pathLst>
                <a:path w="43" h="43">
                  <a:moveTo>
                    <a:pt x="41" y="26"/>
                  </a:moveTo>
                  <a:cubicBezTo>
                    <a:pt x="43" y="37"/>
                    <a:pt x="35" y="43"/>
                    <a:pt x="24" y="40"/>
                  </a:cubicBezTo>
                  <a:cubicBezTo>
                    <a:pt x="13" y="37"/>
                    <a:pt x="2" y="26"/>
                    <a:pt x="1" y="15"/>
                  </a:cubicBezTo>
                  <a:cubicBezTo>
                    <a:pt x="0" y="6"/>
                    <a:pt x="8" y="0"/>
                    <a:pt x="19" y="2"/>
                  </a:cubicBezTo>
                  <a:cubicBezTo>
                    <a:pt x="30" y="5"/>
                    <a:pt x="40" y="15"/>
                    <a:pt x="4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 name="Freeform 115">
              <a:extLst>
                <a:ext uri="{FF2B5EF4-FFF2-40B4-BE49-F238E27FC236}">
                  <a16:creationId xmlns:a16="http://schemas.microsoft.com/office/drawing/2014/main" id="{E7537D18-93E5-BA97-ACA8-CE3634A4FBA9}"/>
                </a:ext>
              </a:extLst>
            </p:cNvPr>
            <p:cNvSpPr>
              <a:spLocks/>
            </p:cNvSpPr>
            <p:nvPr/>
          </p:nvSpPr>
          <p:spPr bwMode="auto">
            <a:xfrm rot="5094805">
              <a:off x="1262" y="4879951"/>
              <a:ext cx="102824" cy="95969"/>
            </a:xfrm>
            <a:custGeom>
              <a:avLst/>
              <a:gdLst>
                <a:gd name="T0" fmla="*/ 23 w 42"/>
                <a:gd name="T1" fmla="*/ 36 h 39"/>
                <a:gd name="T2" fmla="*/ 1 w 42"/>
                <a:gd name="T3" fmla="*/ 15 h 39"/>
                <a:gd name="T4" fmla="*/ 19 w 42"/>
                <a:gd name="T5" fmla="*/ 2 h 39"/>
                <a:gd name="T6" fmla="*/ 41 w 42"/>
                <a:gd name="T7" fmla="*/ 23 h 39"/>
                <a:gd name="T8" fmla="*/ 23 w 42"/>
                <a:gd name="T9" fmla="*/ 36 h 39"/>
              </a:gdLst>
              <a:ahLst/>
              <a:cxnLst>
                <a:cxn ang="0">
                  <a:pos x="T0" y="T1"/>
                </a:cxn>
                <a:cxn ang="0">
                  <a:pos x="T2" y="T3"/>
                </a:cxn>
                <a:cxn ang="0">
                  <a:pos x="T4" y="T5"/>
                </a:cxn>
                <a:cxn ang="0">
                  <a:pos x="T6" y="T7"/>
                </a:cxn>
                <a:cxn ang="0">
                  <a:pos x="T8" y="T9"/>
                </a:cxn>
              </a:cxnLst>
              <a:rect l="0" t="0" r="r" b="b"/>
              <a:pathLst>
                <a:path w="42" h="39">
                  <a:moveTo>
                    <a:pt x="23" y="36"/>
                  </a:moveTo>
                  <a:cubicBezTo>
                    <a:pt x="12" y="34"/>
                    <a:pt x="2" y="24"/>
                    <a:pt x="1" y="15"/>
                  </a:cubicBezTo>
                  <a:cubicBezTo>
                    <a:pt x="0" y="6"/>
                    <a:pt x="8" y="0"/>
                    <a:pt x="19" y="2"/>
                  </a:cubicBezTo>
                  <a:cubicBezTo>
                    <a:pt x="30" y="4"/>
                    <a:pt x="40" y="14"/>
                    <a:pt x="41" y="23"/>
                  </a:cubicBezTo>
                  <a:cubicBezTo>
                    <a:pt x="42" y="33"/>
                    <a:pt x="34" y="39"/>
                    <a:pt x="23"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 name="Freeform 116">
              <a:extLst>
                <a:ext uri="{FF2B5EF4-FFF2-40B4-BE49-F238E27FC236}">
                  <a16:creationId xmlns:a16="http://schemas.microsoft.com/office/drawing/2014/main" id="{7FED796C-7592-C2B9-1F18-A853DBEA9293}"/>
                </a:ext>
              </a:extLst>
            </p:cNvPr>
            <p:cNvSpPr>
              <a:spLocks/>
            </p:cNvSpPr>
            <p:nvPr/>
          </p:nvSpPr>
          <p:spPr bwMode="auto">
            <a:xfrm rot="5094805">
              <a:off x="22724" y="4687416"/>
              <a:ext cx="107394" cy="86829"/>
            </a:xfrm>
            <a:custGeom>
              <a:avLst/>
              <a:gdLst>
                <a:gd name="T0" fmla="*/ 23 w 43"/>
                <a:gd name="T1" fmla="*/ 33 h 35"/>
                <a:gd name="T2" fmla="*/ 1 w 43"/>
                <a:gd name="T3" fmla="*/ 14 h 35"/>
                <a:gd name="T4" fmla="*/ 19 w 43"/>
                <a:gd name="T5" fmla="*/ 2 h 35"/>
                <a:gd name="T6" fmla="*/ 41 w 43"/>
                <a:gd name="T7" fmla="*/ 21 h 35"/>
                <a:gd name="T8" fmla="*/ 23 w 43"/>
                <a:gd name="T9" fmla="*/ 33 h 35"/>
              </a:gdLst>
              <a:ahLst/>
              <a:cxnLst>
                <a:cxn ang="0">
                  <a:pos x="T0" y="T1"/>
                </a:cxn>
                <a:cxn ang="0">
                  <a:pos x="T2" y="T3"/>
                </a:cxn>
                <a:cxn ang="0">
                  <a:pos x="T4" y="T5"/>
                </a:cxn>
                <a:cxn ang="0">
                  <a:pos x="T6" y="T7"/>
                </a:cxn>
                <a:cxn ang="0">
                  <a:pos x="T8" y="T9"/>
                </a:cxn>
              </a:cxnLst>
              <a:rect l="0" t="0" r="r" b="b"/>
              <a:pathLst>
                <a:path w="43" h="35">
                  <a:moveTo>
                    <a:pt x="23" y="33"/>
                  </a:moveTo>
                  <a:cubicBezTo>
                    <a:pt x="12" y="30"/>
                    <a:pt x="3" y="22"/>
                    <a:pt x="1" y="14"/>
                  </a:cubicBezTo>
                  <a:cubicBezTo>
                    <a:pt x="0" y="5"/>
                    <a:pt x="8" y="0"/>
                    <a:pt x="19" y="2"/>
                  </a:cubicBezTo>
                  <a:cubicBezTo>
                    <a:pt x="30" y="4"/>
                    <a:pt x="40" y="13"/>
                    <a:pt x="41" y="21"/>
                  </a:cubicBezTo>
                  <a:cubicBezTo>
                    <a:pt x="43" y="30"/>
                    <a:pt x="35" y="35"/>
                    <a:pt x="23"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 name="Freeform 117">
              <a:extLst>
                <a:ext uri="{FF2B5EF4-FFF2-40B4-BE49-F238E27FC236}">
                  <a16:creationId xmlns:a16="http://schemas.microsoft.com/office/drawing/2014/main" id="{2FD49158-D47A-CF31-10F5-B67822A10D63}"/>
                </a:ext>
              </a:extLst>
            </p:cNvPr>
            <p:cNvSpPr>
              <a:spLocks/>
            </p:cNvSpPr>
            <p:nvPr/>
          </p:nvSpPr>
          <p:spPr bwMode="auto">
            <a:xfrm rot="5094805">
              <a:off x="37368" y="4497977"/>
              <a:ext cx="107394" cy="73119"/>
            </a:xfrm>
            <a:custGeom>
              <a:avLst/>
              <a:gdLst>
                <a:gd name="T0" fmla="*/ 24 w 43"/>
                <a:gd name="T1" fmla="*/ 28 h 30"/>
                <a:gd name="T2" fmla="*/ 2 w 43"/>
                <a:gd name="T3" fmla="*/ 12 h 30"/>
                <a:gd name="T4" fmla="*/ 19 w 43"/>
                <a:gd name="T5" fmla="*/ 1 h 30"/>
                <a:gd name="T6" fmla="*/ 42 w 43"/>
                <a:gd name="T7" fmla="*/ 18 h 30"/>
                <a:gd name="T8" fmla="*/ 24 w 43"/>
                <a:gd name="T9" fmla="*/ 28 h 30"/>
              </a:gdLst>
              <a:ahLst/>
              <a:cxnLst>
                <a:cxn ang="0">
                  <a:pos x="T0" y="T1"/>
                </a:cxn>
                <a:cxn ang="0">
                  <a:pos x="T2" y="T3"/>
                </a:cxn>
                <a:cxn ang="0">
                  <a:pos x="T4" y="T5"/>
                </a:cxn>
                <a:cxn ang="0">
                  <a:pos x="T6" y="T7"/>
                </a:cxn>
                <a:cxn ang="0">
                  <a:pos x="T8" y="T9"/>
                </a:cxn>
              </a:cxnLst>
              <a:rect l="0" t="0" r="r" b="b"/>
              <a:pathLst>
                <a:path w="43" h="30">
                  <a:moveTo>
                    <a:pt x="24" y="28"/>
                  </a:moveTo>
                  <a:cubicBezTo>
                    <a:pt x="13" y="27"/>
                    <a:pt x="3" y="20"/>
                    <a:pt x="2" y="12"/>
                  </a:cubicBezTo>
                  <a:cubicBezTo>
                    <a:pt x="0" y="5"/>
                    <a:pt x="8" y="0"/>
                    <a:pt x="19" y="1"/>
                  </a:cubicBezTo>
                  <a:cubicBezTo>
                    <a:pt x="30" y="3"/>
                    <a:pt x="40" y="10"/>
                    <a:pt x="42" y="18"/>
                  </a:cubicBezTo>
                  <a:cubicBezTo>
                    <a:pt x="43" y="25"/>
                    <a:pt x="35" y="30"/>
                    <a:pt x="24"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 name="Freeform 118">
              <a:extLst>
                <a:ext uri="{FF2B5EF4-FFF2-40B4-BE49-F238E27FC236}">
                  <a16:creationId xmlns:a16="http://schemas.microsoft.com/office/drawing/2014/main" id="{8E87EC08-13B6-AB51-15E3-B172491E7D90}"/>
                </a:ext>
              </a:extLst>
            </p:cNvPr>
            <p:cNvSpPr>
              <a:spLocks/>
            </p:cNvSpPr>
            <p:nvPr/>
          </p:nvSpPr>
          <p:spPr bwMode="auto">
            <a:xfrm rot="5094805">
              <a:off x="45087" y="4306966"/>
              <a:ext cx="105109" cy="61694"/>
            </a:xfrm>
            <a:custGeom>
              <a:avLst/>
              <a:gdLst>
                <a:gd name="T0" fmla="*/ 24 w 43"/>
                <a:gd name="T1" fmla="*/ 24 h 25"/>
                <a:gd name="T2" fmla="*/ 2 w 43"/>
                <a:gd name="T3" fmla="*/ 11 h 25"/>
                <a:gd name="T4" fmla="*/ 19 w 43"/>
                <a:gd name="T5" fmla="*/ 1 h 25"/>
                <a:gd name="T6" fmla="*/ 42 w 43"/>
                <a:gd name="T7" fmla="*/ 14 h 25"/>
                <a:gd name="T8" fmla="*/ 24 w 43"/>
                <a:gd name="T9" fmla="*/ 24 h 25"/>
              </a:gdLst>
              <a:ahLst/>
              <a:cxnLst>
                <a:cxn ang="0">
                  <a:pos x="T0" y="T1"/>
                </a:cxn>
                <a:cxn ang="0">
                  <a:pos x="T2" y="T3"/>
                </a:cxn>
                <a:cxn ang="0">
                  <a:pos x="T4" y="T5"/>
                </a:cxn>
                <a:cxn ang="0">
                  <a:pos x="T6" y="T7"/>
                </a:cxn>
                <a:cxn ang="0">
                  <a:pos x="T8" y="T9"/>
                </a:cxn>
              </a:cxnLst>
              <a:rect l="0" t="0" r="r" b="b"/>
              <a:pathLst>
                <a:path w="43" h="25">
                  <a:moveTo>
                    <a:pt x="24" y="24"/>
                  </a:moveTo>
                  <a:cubicBezTo>
                    <a:pt x="13" y="23"/>
                    <a:pt x="3" y="17"/>
                    <a:pt x="2" y="11"/>
                  </a:cubicBezTo>
                  <a:cubicBezTo>
                    <a:pt x="0" y="5"/>
                    <a:pt x="8" y="0"/>
                    <a:pt x="19" y="1"/>
                  </a:cubicBezTo>
                  <a:cubicBezTo>
                    <a:pt x="30" y="1"/>
                    <a:pt x="40" y="7"/>
                    <a:pt x="42" y="14"/>
                  </a:cubicBezTo>
                  <a:cubicBezTo>
                    <a:pt x="43" y="21"/>
                    <a:pt x="35" y="25"/>
                    <a:pt x="24"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 name="Freeform 119">
              <a:extLst>
                <a:ext uri="{FF2B5EF4-FFF2-40B4-BE49-F238E27FC236}">
                  <a16:creationId xmlns:a16="http://schemas.microsoft.com/office/drawing/2014/main" id="{5B6D1F52-B705-E993-57EC-DE645EE03C07}"/>
                </a:ext>
              </a:extLst>
            </p:cNvPr>
            <p:cNvSpPr>
              <a:spLocks/>
            </p:cNvSpPr>
            <p:nvPr/>
          </p:nvSpPr>
          <p:spPr bwMode="auto">
            <a:xfrm rot="5094805">
              <a:off x="36971" y="4117267"/>
              <a:ext cx="105109" cy="52554"/>
            </a:xfrm>
            <a:custGeom>
              <a:avLst/>
              <a:gdLst>
                <a:gd name="T0" fmla="*/ 22 w 42"/>
                <a:gd name="T1" fmla="*/ 20 h 21"/>
                <a:gd name="T2" fmla="*/ 1 w 42"/>
                <a:gd name="T3" fmla="*/ 10 h 21"/>
                <a:gd name="T4" fmla="*/ 20 w 42"/>
                <a:gd name="T5" fmla="*/ 0 h 21"/>
                <a:gd name="T6" fmla="*/ 41 w 42"/>
                <a:gd name="T7" fmla="*/ 11 h 21"/>
                <a:gd name="T8" fmla="*/ 22 w 42"/>
                <a:gd name="T9" fmla="*/ 20 h 21"/>
              </a:gdLst>
              <a:ahLst/>
              <a:cxnLst>
                <a:cxn ang="0">
                  <a:pos x="T0" y="T1"/>
                </a:cxn>
                <a:cxn ang="0">
                  <a:pos x="T2" y="T3"/>
                </a:cxn>
                <a:cxn ang="0">
                  <a:pos x="T4" y="T5"/>
                </a:cxn>
                <a:cxn ang="0">
                  <a:pos x="T6" y="T7"/>
                </a:cxn>
                <a:cxn ang="0">
                  <a:pos x="T8" y="T9"/>
                </a:cxn>
              </a:cxnLst>
              <a:rect l="0" t="0" r="r" b="b"/>
              <a:pathLst>
                <a:path w="42" h="21">
                  <a:moveTo>
                    <a:pt x="22" y="20"/>
                  </a:moveTo>
                  <a:cubicBezTo>
                    <a:pt x="11" y="20"/>
                    <a:pt x="2" y="15"/>
                    <a:pt x="1" y="10"/>
                  </a:cubicBezTo>
                  <a:cubicBezTo>
                    <a:pt x="0" y="4"/>
                    <a:pt x="9" y="0"/>
                    <a:pt x="20" y="0"/>
                  </a:cubicBezTo>
                  <a:cubicBezTo>
                    <a:pt x="31" y="0"/>
                    <a:pt x="41" y="5"/>
                    <a:pt x="41" y="11"/>
                  </a:cubicBezTo>
                  <a:cubicBezTo>
                    <a:pt x="42" y="17"/>
                    <a:pt x="34" y="21"/>
                    <a:pt x="2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 name="Freeform 120">
              <a:extLst>
                <a:ext uri="{FF2B5EF4-FFF2-40B4-BE49-F238E27FC236}">
                  <a16:creationId xmlns:a16="http://schemas.microsoft.com/office/drawing/2014/main" id="{27BDAF19-76DB-06D5-13D5-B1024BBC0CA0}"/>
                </a:ext>
              </a:extLst>
            </p:cNvPr>
            <p:cNvSpPr>
              <a:spLocks/>
            </p:cNvSpPr>
            <p:nvPr/>
          </p:nvSpPr>
          <p:spPr bwMode="auto">
            <a:xfrm rot="5094805">
              <a:off x="14167" y="3927840"/>
              <a:ext cx="102824" cy="47985"/>
            </a:xfrm>
            <a:custGeom>
              <a:avLst/>
              <a:gdLst>
                <a:gd name="T0" fmla="*/ 22 w 41"/>
                <a:gd name="T1" fmla="*/ 18 h 19"/>
                <a:gd name="T2" fmla="*/ 0 w 41"/>
                <a:gd name="T3" fmla="*/ 10 h 19"/>
                <a:gd name="T4" fmla="*/ 19 w 41"/>
                <a:gd name="T5" fmla="*/ 1 h 19"/>
                <a:gd name="T6" fmla="*/ 41 w 41"/>
                <a:gd name="T7" fmla="*/ 8 h 19"/>
                <a:gd name="T8" fmla="*/ 22 w 41"/>
                <a:gd name="T9" fmla="*/ 18 h 19"/>
              </a:gdLst>
              <a:ahLst/>
              <a:cxnLst>
                <a:cxn ang="0">
                  <a:pos x="T0" y="T1"/>
                </a:cxn>
                <a:cxn ang="0">
                  <a:pos x="T2" y="T3"/>
                </a:cxn>
                <a:cxn ang="0">
                  <a:pos x="T4" y="T5"/>
                </a:cxn>
                <a:cxn ang="0">
                  <a:pos x="T6" y="T7"/>
                </a:cxn>
                <a:cxn ang="0">
                  <a:pos x="T8" y="T9"/>
                </a:cxn>
              </a:cxnLst>
              <a:rect l="0" t="0" r="r" b="b"/>
              <a:pathLst>
                <a:path w="41" h="19">
                  <a:moveTo>
                    <a:pt x="22" y="18"/>
                  </a:moveTo>
                  <a:cubicBezTo>
                    <a:pt x="11" y="19"/>
                    <a:pt x="1" y="15"/>
                    <a:pt x="0" y="10"/>
                  </a:cubicBezTo>
                  <a:cubicBezTo>
                    <a:pt x="0" y="6"/>
                    <a:pt x="8" y="1"/>
                    <a:pt x="19" y="1"/>
                  </a:cubicBezTo>
                  <a:cubicBezTo>
                    <a:pt x="30" y="0"/>
                    <a:pt x="40" y="3"/>
                    <a:pt x="41" y="8"/>
                  </a:cubicBezTo>
                  <a:cubicBezTo>
                    <a:pt x="41" y="13"/>
                    <a:pt x="33" y="18"/>
                    <a:pt x="2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 name="Freeform 121">
              <a:extLst>
                <a:ext uri="{FF2B5EF4-FFF2-40B4-BE49-F238E27FC236}">
                  <a16:creationId xmlns:a16="http://schemas.microsoft.com/office/drawing/2014/main" id="{9161E2DD-BF19-39A8-3490-C829B5BDB2F3}"/>
                </a:ext>
              </a:extLst>
            </p:cNvPr>
            <p:cNvSpPr>
              <a:spLocks/>
            </p:cNvSpPr>
            <p:nvPr/>
          </p:nvSpPr>
          <p:spPr bwMode="auto">
            <a:xfrm rot="5094805">
              <a:off x="-18985" y="3738085"/>
              <a:ext cx="102824" cy="43415"/>
            </a:xfrm>
            <a:custGeom>
              <a:avLst/>
              <a:gdLst>
                <a:gd name="T0" fmla="*/ 18 w 42"/>
                <a:gd name="T1" fmla="*/ 1 h 18"/>
                <a:gd name="T2" fmla="*/ 41 w 42"/>
                <a:gd name="T3" fmla="*/ 7 h 18"/>
                <a:gd name="T4" fmla="*/ 23 w 42"/>
                <a:gd name="T5" fmla="*/ 17 h 18"/>
                <a:gd name="T6" fmla="*/ 1 w 42"/>
                <a:gd name="T7" fmla="*/ 11 h 18"/>
                <a:gd name="T8" fmla="*/ 18 w 42"/>
                <a:gd name="T9" fmla="*/ 1 h 18"/>
              </a:gdLst>
              <a:ahLst/>
              <a:cxnLst>
                <a:cxn ang="0">
                  <a:pos x="T0" y="T1"/>
                </a:cxn>
                <a:cxn ang="0">
                  <a:pos x="T2" y="T3"/>
                </a:cxn>
                <a:cxn ang="0">
                  <a:pos x="T4" y="T5"/>
                </a:cxn>
                <a:cxn ang="0">
                  <a:pos x="T6" y="T7"/>
                </a:cxn>
                <a:cxn ang="0">
                  <a:pos x="T8" y="T9"/>
                </a:cxn>
              </a:cxnLst>
              <a:rect l="0" t="0" r="r" b="b"/>
              <a:pathLst>
                <a:path w="42" h="18">
                  <a:moveTo>
                    <a:pt x="18" y="1"/>
                  </a:moveTo>
                  <a:cubicBezTo>
                    <a:pt x="29" y="0"/>
                    <a:pt x="39" y="2"/>
                    <a:pt x="41" y="7"/>
                  </a:cubicBezTo>
                  <a:cubicBezTo>
                    <a:pt x="42" y="11"/>
                    <a:pt x="34" y="16"/>
                    <a:pt x="23" y="17"/>
                  </a:cubicBezTo>
                  <a:cubicBezTo>
                    <a:pt x="12" y="18"/>
                    <a:pt x="2" y="15"/>
                    <a:pt x="1" y="11"/>
                  </a:cubicBezTo>
                  <a:cubicBezTo>
                    <a:pt x="0" y="7"/>
                    <a:pt x="7" y="3"/>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 name="Freeform 122">
              <a:extLst>
                <a:ext uri="{FF2B5EF4-FFF2-40B4-BE49-F238E27FC236}">
                  <a16:creationId xmlns:a16="http://schemas.microsoft.com/office/drawing/2014/main" id="{0315C71D-D805-AA82-C11D-0C7520E5DFCB}"/>
                </a:ext>
              </a:extLst>
            </p:cNvPr>
            <p:cNvSpPr>
              <a:spLocks/>
            </p:cNvSpPr>
            <p:nvPr/>
          </p:nvSpPr>
          <p:spPr bwMode="auto">
            <a:xfrm rot="5094805">
              <a:off x="-57836" y="3547491"/>
              <a:ext cx="107394" cy="41130"/>
            </a:xfrm>
            <a:custGeom>
              <a:avLst/>
              <a:gdLst>
                <a:gd name="T0" fmla="*/ 19 w 43"/>
                <a:gd name="T1" fmla="*/ 2 h 16"/>
                <a:gd name="T2" fmla="*/ 41 w 43"/>
                <a:gd name="T3" fmla="*/ 6 h 16"/>
                <a:gd name="T4" fmla="*/ 24 w 43"/>
                <a:gd name="T5" fmla="*/ 15 h 16"/>
                <a:gd name="T6" fmla="*/ 2 w 43"/>
                <a:gd name="T7" fmla="*/ 11 h 16"/>
                <a:gd name="T8" fmla="*/ 19 w 43"/>
                <a:gd name="T9" fmla="*/ 2 h 16"/>
              </a:gdLst>
              <a:ahLst/>
              <a:cxnLst>
                <a:cxn ang="0">
                  <a:pos x="T0" y="T1"/>
                </a:cxn>
                <a:cxn ang="0">
                  <a:pos x="T2" y="T3"/>
                </a:cxn>
                <a:cxn ang="0">
                  <a:pos x="T4" y="T5"/>
                </a:cxn>
                <a:cxn ang="0">
                  <a:pos x="T6" y="T7"/>
                </a:cxn>
                <a:cxn ang="0">
                  <a:pos x="T8" y="T9"/>
                </a:cxn>
              </a:cxnLst>
              <a:rect l="0" t="0" r="r" b="b"/>
              <a:pathLst>
                <a:path w="43" h="16">
                  <a:moveTo>
                    <a:pt x="19" y="2"/>
                  </a:moveTo>
                  <a:cubicBezTo>
                    <a:pt x="30" y="0"/>
                    <a:pt x="40" y="2"/>
                    <a:pt x="41" y="6"/>
                  </a:cubicBezTo>
                  <a:cubicBezTo>
                    <a:pt x="43" y="9"/>
                    <a:pt x="35" y="14"/>
                    <a:pt x="24" y="15"/>
                  </a:cubicBezTo>
                  <a:cubicBezTo>
                    <a:pt x="13" y="16"/>
                    <a:pt x="3" y="14"/>
                    <a:pt x="2" y="11"/>
                  </a:cubicBezTo>
                  <a:cubicBezTo>
                    <a:pt x="0" y="7"/>
                    <a:pt x="8" y="3"/>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 name="Freeform 158">
              <a:extLst>
                <a:ext uri="{FF2B5EF4-FFF2-40B4-BE49-F238E27FC236}">
                  <a16:creationId xmlns:a16="http://schemas.microsoft.com/office/drawing/2014/main" id="{5E284812-D31B-8AEC-784C-E41B05CFA688}"/>
                </a:ext>
              </a:extLst>
            </p:cNvPr>
            <p:cNvSpPr>
              <a:spLocks/>
            </p:cNvSpPr>
            <p:nvPr/>
          </p:nvSpPr>
          <p:spPr bwMode="auto">
            <a:xfrm rot="5094805">
              <a:off x="162170" y="6785532"/>
              <a:ext cx="109679" cy="157663"/>
            </a:xfrm>
            <a:custGeom>
              <a:avLst/>
              <a:gdLst>
                <a:gd name="T0" fmla="*/ 25 w 44"/>
                <a:gd name="T1" fmla="*/ 59 h 64"/>
                <a:gd name="T2" fmla="*/ 2 w 44"/>
                <a:gd name="T3" fmla="*/ 41 h 64"/>
                <a:gd name="T4" fmla="*/ 18 w 44"/>
                <a:gd name="T5" fmla="*/ 5 h 64"/>
                <a:gd name="T6" fmla="*/ 42 w 44"/>
                <a:gd name="T7" fmla="*/ 23 h 64"/>
                <a:gd name="T8" fmla="*/ 25 w 44"/>
                <a:gd name="T9" fmla="*/ 59 h 64"/>
              </a:gdLst>
              <a:ahLst/>
              <a:cxnLst>
                <a:cxn ang="0">
                  <a:pos x="T0" y="T1"/>
                </a:cxn>
                <a:cxn ang="0">
                  <a:pos x="T2" y="T3"/>
                </a:cxn>
                <a:cxn ang="0">
                  <a:pos x="T4" y="T5"/>
                </a:cxn>
                <a:cxn ang="0">
                  <a:pos x="T6" y="T7"/>
                </a:cxn>
                <a:cxn ang="0">
                  <a:pos x="T8" y="T9"/>
                </a:cxn>
              </a:cxnLst>
              <a:rect l="0" t="0" r="r" b="b"/>
              <a:pathLst>
                <a:path w="44" h="64">
                  <a:moveTo>
                    <a:pt x="25" y="59"/>
                  </a:moveTo>
                  <a:cubicBezTo>
                    <a:pt x="14" y="64"/>
                    <a:pt x="4" y="56"/>
                    <a:pt x="2" y="41"/>
                  </a:cubicBezTo>
                  <a:cubicBezTo>
                    <a:pt x="0" y="26"/>
                    <a:pt x="7" y="10"/>
                    <a:pt x="18" y="5"/>
                  </a:cubicBezTo>
                  <a:cubicBezTo>
                    <a:pt x="30" y="0"/>
                    <a:pt x="40" y="8"/>
                    <a:pt x="42" y="23"/>
                  </a:cubicBezTo>
                  <a:cubicBezTo>
                    <a:pt x="44" y="37"/>
                    <a:pt x="36" y="54"/>
                    <a:pt x="25"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 name="Freeform 159">
              <a:extLst>
                <a:ext uri="{FF2B5EF4-FFF2-40B4-BE49-F238E27FC236}">
                  <a16:creationId xmlns:a16="http://schemas.microsoft.com/office/drawing/2014/main" id="{05344675-20CB-008B-73CD-7254E6913F9B}"/>
                </a:ext>
              </a:extLst>
            </p:cNvPr>
            <p:cNvSpPr>
              <a:spLocks/>
            </p:cNvSpPr>
            <p:nvPr/>
          </p:nvSpPr>
          <p:spPr bwMode="auto">
            <a:xfrm rot="5094805">
              <a:off x="78753" y="6598161"/>
              <a:ext cx="105109" cy="153093"/>
            </a:xfrm>
            <a:custGeom>
              <a:avLst/>
              <a:gdLst>
                <a:gd name="T0" fmla="*/ 24 w 43"/>
                <a:gd name="T1" fmla="*/ 59 h 62"/>
                <a:gd name="T2" fmla="*/ 2 w 43"/>
                <a:gd name="T3" fmla="*/ 36 h 62"/>
                <a:gd name="T4" fmla="*/ 20 w 43"/>
                <a:gd name="T5" fmla="*/ 3 h 62"/>
                <a:gd name="T6" fmla="*/ 42 w 43"/>
                <a:gd name="T7" fmla="*/ 25 h 62"/>
                <a:gd name="T8" fmla="*/ 24 w 43"/>
                <a:gd name="T9" fmla="*/ 59 h 62"/>
              </a:gdLst>
              <a:ahLst/>
              <a:cxnLst>
                <a:cxn ang="0">
                  <a:pos x="T0" y="T1"/>
                </a:cxn>
                <a:cxn ang="0">
                  <a:pos x="T2" y="T3"/>
                </a:cxn>
                <a:cxn ang="0">
                  <a:pos x="T4" y="T5"/>
                </a:cxn>
                <a:cxn ang="0">
                  <a:pos x="T6" y="T7"/>
                </a:cxn>
                <a:cxn ang="0">
                  <a:pos x="T8" y="T9"/>
                </a:cxn>
              </a:cxnLst>
              <a:rect l="0" t="0" r="r" b="b"/>
              <a:pathLst>
                <a:path w="43" h="62">
                  <a:moveTo>
                    <a:pt x="24" y="59"/>
                  </a:moveTo>
                  <a:cubicBezTo>
                    <a:pt x="13" y="62"/>
                    <a:pt x="3" y="52"/>
                    <a:pt x="2" y="36"/>
                  </a:cubicBezTo>
                  <a:cubicBezTo>
                    <a:pt x="0" y="21"/>
                    <a:pt x="8" y="6"/>
                    <a:pt x="20" y="3"/>
                  </a:cubicBezTo>
                  <a:cubicBezTo>
                    <a:pt x="31" y="0"/>
                    <a:pt x="41" y="10"/>
                    <a:pt x="42" y="25"/>
                  </a:cubicBezTo>
                  <a:cubicBezTo>
                    <a:pt x="43" y="41"/>
                    <a:pt x="35" y="56"/>
                    <a:pt x="2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 name="Freeform 160">
              <a:extLst>
                <a:ext uri="{FF2B5EF4-FFF2-40B4-BE49-F238E27FC236}">
                  <a16:creationId xmlns:a16="http://schemas.microsoft.com/office/drawing/2014/main" id="{274F5458-CC3F-D445-0231-C91CA5F21294}"/>
                </a:ext>
              </a:extLst>
            </p:cNvPr>
            <p:cNvSpPr>
              <a:spLocks/>
            </p:cNvSpPr>
            <p:nvPr/>
          </p:nvSpPr>
          <p:spPr bwMode="auto">
            <a:xfrm rot="5094805">
              <a:off x="9176" y="6409159"/>
              <a:ext cx="109679" cy="153093"/>
            </a:xfrm>
            <a:custGeom>
              <a:avLst/>
              <a:gdLst>
                <a:gd name="T0" fmla="*/ 25 w 44"/>
                <a:gd name="T1" fmla="*/ 59 h 62"/>
                <a:gd name="T2" fmla="*/ 2 w 44"/>
                <a:gd name="T3" fmla="*/ 35 h 62"/>
                <a:gd name="T4" fmla="*/ 19 w 44"/>
                <a:gd name="T5" fmla="*/ 2 h 62"/>
                <a:gd name="T6" fmla="*/ 42 w 44"/>
                <a:gd name="T7" fmla="*/ 26 h 62"/>
                <a:gd name="T8" fmla="*/ 25 w 44"/>
                <a:gd name="T9" fmla="*/ 59 h 62"/>
              </a:gdLst>
              <a:ahLst/>
              <a:cxnLst>
                <a:cxn ang="0">
                  <a:pos x="T0" y="T1"/>
                </a:cxn>
                <a:cxn ang="0">
                  <a:pos x="T2" y="T3"/>
                </a:cxn>
                <a:cxn ang="0">
                  <a:pos x="T4" y="T5"/>
                </a:cxn>
                <a:cxn ang="0">
                  <a:pos x="T6" y="T7"/>
                </a:cxn>
                <a:cxn ang="0">
                  <a:pos x="T8" y="T9"/>
                </a:cxn>
              </a:cxnLst>
              <a:rect l="0" t="0" r="r" b="b"/>
              <a:pathLst>
                <a:path w="44" h="62">
                  <a:moveTo>
                    <a:pt x="25" y="59"/>
                  </a:moveTo>
                  <a:cubicBezTo>
                    <a:pt x="14" y="62"/>
                    <a:pt x="4" y="51"/>
                    <a:pt x="2" y="35"/>
                  </a:cubicBezTo>
                  <a:cubicBezTo>
                    <a:pt x="0" y="19"/>
                    <a:pt x="8" y="4"/>
                    <a:pt x="19" y="2"/>
                  </a:cubicBezTo>
                  <a:cubicBezTo>
                    <a:pt x="30" y="0"/>
                    <a:pt x="40" y="11"/>
                    <a:pt x="42" y="26"/>
                  </a:cubicBezTo>
                  <a:cubicBezTo>
                    <a:pt x="44" y="42"/>
                    <a:pt x="36" y="57"/>
                    <a:pt x="25"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 name="Freeform 161">
              <a:extLst>
                <a:ext uri="{FF2B5EF4-FFF2-40B4-BE49-F238E27FC236}">
                  <a16:creationId xmlns:a16="http://schemas.microsoft.com/office/drawing/2014/main" id="{E1E7E11D-ACB5-6E66-2B77-E97177F0207E}"/>
                </a:ext>
              </a:extLst>
            </p:cNvPr>
            <p:cNvSpPr>
              <a:spLocks/>
            </p:cNvSpPr>
            <p:nvPr/>
          </p:nvSpPr>
          <p:spPr bwMode="auto">
            <a:xfrm rot="5094805">
              <a:off x="-31836" y="6223638"/>
              <a:ext cx="107394" cy="143954"/>
            </a:xfrm>
            <a:custGeom>
              <a:avLst/>
              <a:gdLst>
                <a:gd name="T0" fmla="*/ 24 w 43"/>
                <a:gd name="T1" fmla="*/ 59 h 59"/>
                <a:gd name="T2" fmla="*/ 1 w 43"/>
                <a:gd name="T3" fmla="*/ 32 h 59"/>
                <a:gd name="T4" fmla="*/ 19 w 43"/>
                <a:gd name="T5" fmla="*/ 1 h 59"/>
                <a:gd name="T6" fmla="*/ 41 w 43"/>
                <a:gd name="T7" fmla="*/ 28 h 59"/>
                <a:gd name="T8" fmla="*/ 24 w 43"/>
                <a:gd name="T9" fmla="*/ 59 h 59"/>
              </a:gdLst>
              <a:ahLst/>
              <a:cxnLst>
                <a:cxn ang="0">
                  <a:pos x="T0" y="T1"/>
                </a:cxn>
                <a:cxn ang="0">
                  <a:pos x="T2" y="T3"/>
                </a:cxn>
                <a:cxn ang="0">
                  <a:pos x="T4" y="T5"/>
                </a:cxn>
                <a:cxn ang="0">
                  <a:pos x="T6" y="T7"/>
                </a:cxn>
                <a:cxn ang="0">
                  <a:pos x="T8" y="T9"/>
                </a:cxn>
              </a:cxnLst>
              <a:rect l="0" t="0" r="r" b="b"/>
              <a:pathLst>
                <a:path w="43" h="59">
                  <a:moveTo>
                    <a:pt x="24" y="59"/>
                  </a:moveTo>
                  <a:cubicBezTo>
                    <a:pt x="13" y="59"/>
                    <a:pt x="3" y="48"/>
                    <a:pt x="1" y="32"/>
                  </a:cubicBezTo>
                  <a:cubicBezTo>
                    <a:pt x="0" y="16"/>
                    <a:pt x="8" y="2"/>
                    <a:pt x="19" y="1"/>
                  </a:cubicBezTo>
                  <a:cubicBezTo>
                    <a:pt x="30" y="0"/>
                    <a:pt x="40" y="13"/>
                    <a:pt x="41" y="28"/>
                  </a:cubicBezTo>
                  <a:cubicBezTo>
                    <a:pt x="43" y="44"/>
                    <a:pt x="35" y="58"/>
                    <a:pt x="2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 name="Freeform 162">
              <a:extLst>
                <a:ext uri="{FF2B5EF4-FFF2-40B4-BE49-F238E27FC236}">
                  <a16:creationId xmlns:a16="http://schemas.microsoft.com/office/drawing/2014/main" id="{DA0AABE9-B34D-6565-83BB-FAFEEFA537E8}"/>
                </a:ext>
              </a:extLst>
            </p:cNvPr>
            <p:cNvSpPr>
              <a:spLocks/>
            </p:cNvSpPr>
            <p:nvPr/>
          </p:nvSpPr>
          <p:spPr bwMode="auto">
            <a:xfrm rot="5094805">
              <a:off x="-59394" y="6032339"/>
              <a:ext cx="105109" cy="139384"/>
            </a:xfrm>
            <a:custGeom>
              <a:avLst/>
              <a:gdLst>
                <a:gd name="T0" fmla="*/ 25 w 43"/>
                <a:gd name="T1" fmla="*/ 56 h 56"/>
                <a:gd name="T2" fmla="*/ 2 w 43"/>
                <a:gd name="T3" fmla="*/ 29 h 56"/>
                <a:gd name="T4" fmla="*/ 19 w 43"/>
                <a:gd name="T5" fmla="*/ 1 h 56"/>
                <a:gd name="T6" fmla="*/ 42 w 43"/>
                <a:gd name="T7" fmla="*/ 28 h 56"/>
                <a:gd name="T8" fmla="*/ 25 w 43"/>
                <a:gd name="T9" fmla="*/ 56 h 56"/>
              </a:gdLst>
              <a:ahLst/>
              <a:cxnLst>
                <a:cxn ang="0">
                  <a:pos x="T0" y="T1"/>
                </a:cxn>
                <a:cxn ang="0">
                  <a:pos x="T2" y="T3"/>
                </a:cxn>
                <a:cxn ang="0">
                  <a:pos x="T4" y="T5"/>
                </a:cxn>
                <a:cxn ang="0">
                  <a:pos x="T6" y="T7"/>
                </a:cxn>
                <a:cxn ang="0">
                  <a:pos x="T8" y="T9"/>
                </a:cxn>
              </a:cxnLst>
              <a:rect l="0" t="0" r="r" b="b"/>
              <a:pathLst>
                <a:path w="43" h="56">
                  <a:moveTo>
                    <a:pt x="25" y="56"/>
                  </a:moveTo>
                  <a:cubicBezTo>
                    <a:pt x="13" y="56"/>
                    <a:pt x="3" y="44"/>
                    <a:pt x="2" y="29"/>
                  </a:cubicBezTo>
                  <a:cubicBezTo>
                    <a:pt x="0" y="14"/>
                    <a:pt x="8" y="1"/>
                    <a:pt x="19" y="1"/>
                  </a:cubicBezTo>
                  <a:cubicBezTo>
                    <a:pt x="30" y="0"/>
                    <a:pt x="40" y="13"/>
                    <a:pt x="42" y="28"/>
                  </a:cubicBezTo>
                  <a:cubicBezTo>
                    <a:pt x="43" y="43"/>
                    <a:pt x="36" y="56"/>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 name="Freeform 163">
              <a:extLst>
                <a:ext uri="{FF2B5EF4-FFF2-40B4-BE49-F238E27FC236}">
                  <a16:creationId xmlns:a16="http://schemas.microsoft.com/office/drawing/2014/main" id="{B0902A99-778E-E652-2B94-46682306FFE0}"/>
                </a:ext>
              </a:extLst>
            </p:cNvPr>
            <p:cNvSpPr>
              <a:spLocks/>
            </p:cNvSpPr>
            <p:nvPr/>
          </p:nvSpPr>
          <p:spPr bwMode="auto">
            <a:xfrm rot="5094805">
              <a:off x="-73200" y="5839720"/>
              <a:ext cx="105109" cy="137099"/>
            </a:xfrm>
            <a:custGeom>
              <a:avLst/>
              <a:gdLst>
                <a:gd name="T0" fmla="*/ 23 w 42"/>
                <a:gd name="T1" fmla="*/ 54 h 55"/>
                <a:gd name="T2" fmla="*/ 1 w 42"/>
                <a:gd name="T3" fmla="*/ 25 h 55"/>
                <a:gd name="T4" fmla="*/ 19 w 42"/>
                <a:gd name="T5" fmla="*/ 1 h 55"/>
                <a:gd name="T6" fmla="*/ 41 w 42"/>
                <a:gd name="T7" fmla="*/ 30 h 55"/>
                <a:gd name="T8" fmla="*/ 23 w 42"/>
                <a:gd name="T9" fmla="*/ 54 h 55"/>
              </a:gdLst>
              <a:ahLst/>
              <a:cxnLst>
                <a:cxn ang="0">
                  <a:pos x="T0" y="T1"/>
                </a:cxn>
                <a:cxn ang="0">
                  <a:pos x="T2" y="T3"/>
                </a:cxn>
                <a:cxn ang="0">
                  <a:pos x="T4" y="T5"/>
                </a:cxn>
                <a:cxn ang="0">
                  <a:pos x="T6" y="T7"/>
                </a:cxn>
                <a:cxn ang="0">
                  <a:pos x="T8" y="T9"/>
                </a:cxn>
              </a:cxnLst>
              <a:rect l="0" t="0" r="r" b="b"/>
              <a:pathLst>
                <a:path w="42" h="55">
                  <a:moveTo>
                    <a:pt x="23" y="54"/>
                  </a:moveTo>
                  <a:cubicBezTo>
                    <a:pt x="12" y="53"/>
                    <a:pt x="2" y="40"/>
                    <a:pt x="1" y="25"/>
                  </a:cubicBezTo>
                  <a:cubicBezTo>
                    <a:pt x="0" y="11"/>
                    <a:pt x="8" y="0"/>
                    <a:pt x="19" y="1"/>
                  </a:cubicBezTo>
                  <a:cubicBezTo>
                    <a:pt x="30" y="2"/>
                    <a:pt x="40" y="15"/>
                    <a:pt x="41" y="30"/>
                  </a:cubicBezTo>
                  <a:cubicBezTo>
                    <a:pt x="42" y="45"/>
                    <a:pt x="34" y="55"/>
                    <a:pt x="23"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 name="Freeform 164">
              <a:extLst>
                <a:ext uri="{FF2B5EF4-FFF2-40B4-BE49-F238E27FC236}">
                  <a16:creationId xmlns:a16="http://schemas.microsoft.com/office/drawing/2014/main" id="{F6C7E0D3-B512-898E-B69D-7DED0DD03FEE}"/>
                </a:ext>
              </a:extLst>
            </p:cNvPr>
            <p:cNvSpPr>
              <a:spLocks/>
            </p:cNvSpPr>
            <p:nvPr/>
          </p:nvSpPr>
          <p:spPr bwMode="auto">
            <a:xfrm rot="5094805">
              <a:off x="-74392" y="5649308"/>
              <a:ext cx="107394" cy="130244"/>
            </a:xfrm>
            <a:custGeom>
              <a:avLst/>
              <a:gdLst>
                <a:gd name="T0" fmla="*/ 19 w 43"/>
                <a:gd name="T1" fmla="*/ 1 h 53"/>
                <a:gd name="T2" fmla="*/ 42 w 43"/>
                <a:gd name="T3" fmla="*/ 29 h 53"/>
                <a:gd name="T4" fmla="*/ 24 w 43"/>
                <a:gd name="T5" fmla="*/ 51 h 53"/>
                <a:gd name="T6" fmla="*/ 2 w 43"/>
                <a:gd name="T7" fmla="*/ 24 h 53"/>
                <a:gd name="T8" fmla="*/ 19 w 43"/>
                <a:gd name="T9" fmla="*/ 1 h 53"/>
              </a:gdLst>
              <a:ahLst/>
              <a:cxnLst>
                <a:cxn ang="0">
                  <a:pos x="T0" y="T1"/>
                </a:cxn>
                <a:cxn ang="0">
                  <a:pos x="T2" y="T3"/>
                </a:cxn>
                <a:cxn ang="0">
                  <a:pos x="T4" y="T5"/>
                </a:cxn>
                <a:cxn ang="0">
                  <a:pos x="T6" y="T7"/>
                </a:cxn>
                <a:cxn ang="0">
                  <a:pos x="T8" y="T9"/>
                </a:cxn>
              </a:cxnLst>
              <a:rect l="0" t="0" r="r" b="b"/>
              <a:pathLst>
                <a:path w="43" h="53">
                  <a:moveTo>
                    <a:pt x="19" y="1"/>
                  </a:moveTo>
                  <a:cubicBezTo>
                    <a:pt x="30" y="2"/>
                    <a:pt x="40" y="15"/>
                    <a:pt x="42" y="29"/>
                  </a:cubicBezTo>
                  <a:cubicBezTo>
                    <a:pt x="43" y="43"/>
                    <a:pt x="35" y="53"/>
                    <a:pt x="24" y="51"/>
                  </a:cubicBezTo>
                  <a:cubicBezTo>
                    <a:pt x="13" y="50"/>
                    <a:pt x="3" y="38"/>
                    <a:pt x="2" y="24"/>
                  </a:cubicBezTo>
                  <a:cubicBezTo>
                    <a:pt x="0" y="10"/>
                    <a:pt x="8"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 name="Freeform 165">
              <a:extLst>
                <a:ext uri="{FF2B5EF4-FFF2-40B4-BE49-F238E27FC236}">
                  <a16:creationId xmlns:a16="http://schemas.microsoft.com/office/drawing/2014/main" id="{6DA18F49-1581-6B0F-1177-9F4F225B96E1}"/>
                </a:ext>
              </a:extLst>
            </p:cNvPr>
            <p:cNvSpPr>
              <a:spLocks/>
            </p:cNvSpPr>
            <p:nvPr/>
          </p:nvSpPr>
          <p:spPr bwMode="auto">
            <a:xfrm rot="5094805">
              <a:off x="-62015" y="5455704"/>
              <a:ext cx="102824" cy="125674"/>
            </a:xfrm>
            <a:custGeom>
              <a:avLst/>
              <a:gdLst>
                <a:gd name="T0" fmla="*/ 23 w 42"/>
                <a:gd name="T1" fmla="*/ 48 h 51"/>
                <a:gd name="T2" fmla="*/ 1 w 42"/>
                <a:gd name="T3" fmla="*/ 21 h 51"/>
                <a:gd name="T4" fmla="*/ 19 w 42"/>
                <a:gd name="T5" fmla="*/ 2 h 51"/>
                <a:gd name="T6" fmla="*/ 41 w 42"/>
                <a:gd name="T7" fmla="*/ 29 h 51"/>
                <a:gd name="T8" fmla="*/ 23 w 42"/>
                <a:gd name="T9" fmla="*/ 48 h 51"/>
              </a:gdLst>
              <a:ahLst/>
              <a:cxnLst>
                <a:cxn ang="0">
                  <a:pos x="T0" y="T1"/>
                </a:cxn>
                <a:cxn ang="0">
                  <a:pos x="T2" y="T3"/>
                </a:cxn>
                <a:cxn ang="0">
                  <a:pos x="T4" y="T5"/>
                </a:cxn>
                <a:cxn ang="0">
                  <a:pos x="T6" y="T7"/>
                </a:cxn>
                <a:cxn ang="0">
                  <a:pos x="T8" y="T9"/>
                </a:cxn>
              </a:cxnLst>
              <a:rect l="0" t="0" r="r" b="b"/>
              <a:pathLst>
                <a:path w="42" h="51">
                  <a:moveTo>
                    <a:pt x="23" y="48"/>
                  </a:moveTo>
                  <a:cubicBezTo>
                    <a:pt x="12" y="46"/>
                    <a:pt x="2" y="34"/>
                    <a:pt x="1" y="21"/>
                  </a:cubicBezTo>
                  <a:cubicBezTo>
                    <a:pt x="0" y="9"/>
                    <a:pt x="8" y="0"/>
                    <a:pt x="19" y="2"/>
                  </a:cubicBezTo>
                  <a:cubicBezTo>
                    <a:pt x="30" y="4"/>
                    <a:pt x="40" y="17"/>
                    <a:pt x="41" y="29"/>
                  </a:cubicBezTo>
                  <a:cubicBezTo>
                    <a:pt x="42" y="42"/>
                    <a:pt x="34" y="51"/>
                    <a:pt x="2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 name="Freeform 166">
              <a:extLst>
                <a:ext uri="{FF2B5EF4-FFF2-40B4-BE49-F238E27FC236}">
                  <a16:creationId xmlns:a16="http://schemas.microsoft.com/office/drawing/2014/main" id="{54260DB5-AB2A-E4EF-0DCB-143D285DFE4F}"/>
                </a:ext>
              </a:extLst>
            </p:cNvPr>
            <p:cNvSpPr>
              <a:spLocks/>
            </p:cNvSpPr>
            <p:nvPr/>
          </p:nvSpPr>
          <p:spPr bwMode="auto">
            <a:xfrm rot="5094805">
              <a:off x="-46242" y="5262533"/>
              <a:ext cx="107394" cy="118819"/>
            </a:xfrm>
            <a:custGeom>
              <a:avLst/>
              <a:gdLst>
                <a:gd name="T0" fmla="*/ 19 w 43"/>
                <a:gd name="T1" fmla="*/ 3 h 48"/>
                <a:gd name="T2" fmla="*/ 42 w 43"/>
                <a:gd name="T3" fmla="*/ 28 h 48"/>
                <a:gd name="T4" fmla="*/ 24 w 43"/>
                <a:gd name="T5" fmla="*/ 45 h 48"/>
                <a:gd name="T6" fmla="*/ 1 w 43"/>
                <a:gd name="T7" fmla="*/ 20 h 48"/>
                <a:gd name="T8" fmla="*/ 19 w 43"/>
                <a:gd name="T9" fmla="*/ 3 h 48"/>
              </a:gdLst>
              <a:ahLst/>
              <a:cxnLst>
                <a:cxn ang="0">
                  <a:pos x="T0" y="T1"/>
                </a:cxn>
                <a:cxn ang="0">
                  <a:pos x="T2" y="T3"/>
                </a:cxn>
                <a:cxn ang="0">
                  <a:pos x="T4" y="T5"/>
                </a:cxn>
                <a:cxn ang="0">
                  <a:pos x="T6" y="T7"/>
                </a:cxn>
                <a:cxn ang="0">
                  <a:pos x="T8" y="T9"/>
                </a:cxn>
              </a:cxnLst>
              <a:rect l="0" t="0" r="r" b="b"/>
              <a:pathLst>
                <a:path w="43" h="48">
                  <a:moveTo>
                    <a:pt x="19" y="3"/>
                  </a:moveTo>
                  <a:cubicBezTo>
                    <a:pt x="30" y="5"/>
                    <a:pt x="40" y="16"/>
                    <a:pt x="42" y="28"/>
                  </a:cubicBezTo>
                  <a:cubicBezTo>
                    <a:pt x="43" y="40"/>
                    <a:pt x="35" y="48"/>
                    <a:pt x="24" y="45"/>
                  </a:cubicBezTo>
                  <a:cubicBezTo>
                    <a:pt x="12" y="43"/>
                    <a:pt x="3" y="31"/>
                    <a:pt x="1" y="20"/>
                  </a:cubicBezTo>
                  <a:cubicBezTo>
                    <a:pt x="0" y="8"/>
                    <a:pt x="8" y="0"/>
                    <a:pt x="1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 name="Freeform 167">
              <a:extLst>
                <a:ext uri="{FF2B5EF4-FFF2-40B4-BE49-F238E27FC236}">
                  <a16:creationId xmlns:a16="http://schemas.microsoft.com/office/drawing/2014/main" id="{4535F57C-EB1A-967A-D924-2260DE5B8868}"/>
                </a:ext>
              </a:extLst>
            </p:cNvPr>
            <p:cNvSpPr>
              <a:spLocks/>
            </p:cNvSpPr>
            <p:nvPr/>
          </p:nvSpPr>
          <p:spPr bwMode="auto">
            <a:xfrm rot="5094805">
              <a:off x="-22389" y="5072380"/>
              <a:ext cx="105109" cy="107394"/>
            </a:xfrm>
            <a:custGeom>
              <a:avLst/>
              <a:gdLst>
                <a:gd name="T0" fmla="*/ 23 w 42"/>
                <a:gd name="T1" fmla="*/ 41 h 44"/>
                <a:gd name="T2" fmla="*/ 1 w 42"/>
                <a:gd name="T3" fmla="*/ 17 h 44"/>
                <a:gd name="T4" fmla="*/ 18 w 42"/>
                <a:gd name="T5" fmla="*/ 2 h 44"/>
                <a:gd name="T6" fmla="*/ 41 w 42"/>
                <a:gd name="T7" fmla="*/ 26 h 44"/>
                <a:gd name="T8" fmla="*/ 23 w 42"/>
                <a:gd name="T9" fmla="*/ 41 h 44"/>
              </a:gdLst>
              <a:ahLst/>
              <a:cxnLst>
                <a:cxn ang="0">
                  <a:pos x="T0" y="T1"/>
                </a:cxn>
                <a:cxn ang="0">
                  <a:pos x="T2" y="T3"/>
                </a:cxn>
                <a:cxn ang="0">
                  <a:pos x="T4" y="T5"/>
                </a:cxn>
                <a:cxn ang="0">
                  <a:pos x="T6" y="T7"/>
                </a:cxn>
                <a:cxn ang="0">
                  <a:pos x="T8" y="T9"/>
                </a:cxn>
              </a:cxnLst>
              <a:rect l="0" t="0" r="r" b="b"/>
              <a:pathLst>
                <a:path w="42" h="44">
                  <a:moveTo>
                    <a:pt x="23" y="41"/>
                  </a:moveTo>
                  <a:cubicBezTo>
                    <a:pt x="12" y="38"/>
                    <a:pt x="2" y="28"/>
                    <a:pt x="1" y="17"/>
                  </a:cubicBezTo>
                  <a:cubicBezTo>
                    <a:pt x="0" y="7"/>
                    <a:pt x="7" y="0"/>
                    <a:pt x="18" y="2"/>
                  </a:cubicBezTo>
                  <a:cubicBezTo>
                    <a:pt x="29" y="4"/>
                    <a:pt x="40" y="15"/>
                    <a:pt x="41" y="26"/>
                  </a:cubicBezTo>
                  <a:cubicBezTo>
                    <a:pt x="42" y="37"/>
                    <a:pt x="34" y="44"/>
                    <a:pt x="2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 name="Freeform 170">
              <a:extLst>
                <a:ext uri="{FF2B5EF4-FFF2-40B4-BE49-F238E27FC236}">
                  <a16:creationId xmlns:a16="http://schemas.microsoft.com/office/drawing/2014/main" id="{10C2DB49-1E8D-69FE-B8B2-4185FD823986}"/>
                </a:ext>
              </a:extLst>
            </p:cNvPr>
            <p:cNvSpPr>
              <a:spLocks/>
            </p:cNvSpPr>
            <p:nvPr/>
          </p:nvSpPr>
          <p:spPr bwMode="auto">
            <a:xfrm rot="5094805">
              <a:off x="81695" y="4957776"/>
              <a:ext cx="100539" cy="98254"/>
            </a:xfrm>
            <a:custGeom>
              <a:avLst/>
              <a:gdLst>
                <a:gd name="T0" fmla="*/ 1 w 41"/>
                <a:gd name="T1" fmla="*/ 16 h 40"/>
                <a:gd name="T2" fmla="*/ 19 w 41"/>
                <a:gd name="T3" fmla="*/ 2 h 40"/>
                <a:gd name="T4" fmla="*/ 40 w 41"/>
                <a:gd name="T5" fmla="*/ 24 h 40"/>
                <a:gd name="T6" fmla="*/ 23 w 41"/>
                <a:gd name="T7" fmla="*/ 38 h 40"/>
                <a:gd name="T8" fmla="*/ 1 w 41"/>
                <a:gd name="T9" fmla="*/ 16 h 40"/>
              </a:gdLst>
              <a:ahLst/>
              <a:cxnLst>
                <a:cxn ang="0">
                  <a:pos x="T0" y="T1"/>
                </a:cxn>
                <a:cxn ang="0">
                  <a:pos x="T2" y="T3"/>
                </a:cxn>
                <a:cxn ang="0">
                  <a:pos x="T4" y="T5"/>
                </a:cxn>
                <a:cxn ang="0">
                  <a:pos x="T6" y="T7"/>
                </a:cxn>
                <a:cxn ang="0">
                  <a:pos x="T8" y="T9"/>
                </a:cxn>
              </a:cxnLst>
              <a:rect l="0" t="0" r="r" b="b"/>
              <a:pathLst>
                <a:path w="41" h="40">
                  <a:moveTo>
                    <a:pt x="1" y="16"/>
                  </a:moveTo>
                  <a:cubicBezTo>
                    <a:pt x="0" y="7"/>
                    <a:pt x="9" y="0"/>
                    <a:pt x="19" y="2"/>
                  </a:cubicBezTo>
                  <a:cubicBezTo>
                    <a:pt x="30" y="4"/>
                    <a:pt x="40" y="14"/>
                    <a:pt x="40" y="24"/>
                  </a:cubicBezTo>
                  <a:cubicBezTo>
                    <a:pt x="41" y="34"/>
                    <a:pt x="33" y="40"/>
                    <a:pt x="23" y="38"/>
                  </a:cubicBezTo>
                  <a:cubicBezTo>
                    <a:pt x="12" y="36"/>
                    <a:pt x="2" y="26"/>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 name="Freeform 171">
              <a:extLst>
                <a:ext uri="{FF2B5EF4-FFF2-40B4-BE49-F238E27FC236}">
                  <a16:creationId xmlns:a16="http://schemas.microsoft.com/office/drawing/2014/main" id="{9565C0FB-AA01-96DC-9C37-CAA5E6B181AD}"/>
                </a:ext>
              </a:extLst>
            </p:cNvPr>
            <p:cNvSpPr>
              <a:spLocks/>
            </p:cNvSpPr>
            <p:nvPr/>
          </p:nvSpPr>
          <p:spPr bwMode="auto">
            <a:xfrm rot="5094805">
              <a:off x="64669" y="5147321"/>
              <a:ext cx="102824" cy="109679"/>
            </a:xfrm>
            <a:custGeom>
              <a:avLst/>
              <a:gdLst>
                <a:gd name="T0" fmla="*/ 41 w 42"/>
                <a:gd name="T1" fmla="*/ 24 h 44"/>
                <a:gd name="T2" fmla="*/ 23 w 42"/>
                <a:gd name="T3" fmla="*/ 42 h 44"/>
                <a:gd name="T4" fmla="*/ 2 w 42"/>
                <a:gd name="T5" fmla="*/ 19 h 44"/>
                <a:gd name="T6" fmla="*/ 19 w 42"/>
                <a:gd name="T7" fmla="*/ 1 h 44"/>
                <a:gd name="T8" fmla="*/ 41 w 42"/>
                <a:gd name="T9" fmla="*/ 24 h 44"/>
              </a:gdLst>
              <a:ahLst/>
              <a:cxnLst>
                <a:cxn ang="0">
                  <a:pos x="T0" y="T1"/>
                </a:cxn>
                <a:cxn ang="0">
                  <a:pos x="T2" y="T3"/>
                </a:cxn>
                <a:cxn ang="0">
                  <a:pos x="T4" y="T5"/>
                </a:cxn>
                <a:cxn ang="0">
                  <a:pos x="T6" y="T7"/>
                </a:cxn>
                <a:cxn ang="0">
                  <a:pos x="T8" y="T9"/>
                </a:cxn>
              </a:cxnLst>
              <a:rect l="0" t="0" r="r" b="b"/>
              <a:pathLst>
                <a:path w="42" h="44">
                  <a:moveTo>
                    <a:pt x="41" y="24"/>
                  </a:moveTo>
                  <a:cubicBezTo>
                    <a:pt x="42" y="36"/>
                    <a:pt x="34" y="44"/>
                    <a:pt x="23" y="42"/>
                  </a:cubicBezTo>
                  <a:cubicBezTo>
                    <a:pt x="13" y="39"/>
                    <a:pt x="4" y="29"/>
                    <a:pt x="2" y="19"/>
                  </a:cubicBezTo>
                  <a:cubicBezTo>
                    <a:pt x="0" y="8"/>
                    <a:pt x="8" y="0"/>
                    <a:pt x="19" y="1"/>
                  </a:cubicBezTo>
                  <a:cubicBezTo>
                    <a:pt x="30" y="2"/>
                    <a:pt x="40" y="13"/>
                    <a:pt x="41"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 name="Freeform 172">
              <a:extLst>
                <a:ext uri="{FF2B5EF4-FFF2-40B4-BE49-F238E27FC236}">
                  <a16:creationId xmlns:a16="http://schemas.microsoft.com/office/drawing/2014/main" id="{C7DA1126-2FA9-7E3B-BD2F-430C4EA46358}"/>
                </a:ext>
              </a:extLst>
            </p:cNvPr>
            <p:cNvSpPr>
              <a:spLocks/>
            </p:cNvSpPr>
            <p:nvPr/>
          </p:nvSpPr>
          <p:spPr bwMode="auto">
            <a:xfrm rot="5094805">
              <a:off x="53536" y="5339778"/>
              <a:ext cx="105109" cy="118819"/>
            </a:xfrm>
            <a:custGeom>
              <a:avLst/>
              <a:gdLst>
                <a:gd name="T0" fmla="*/ 40 w 42"/>
                <a:gd name="T1" fmla="*/ 27 h 48"/>
                <a:gd name="T2" fmla="*/ 23 w 42"/>
                <a:gd name="T3" fmla="*/ 46 h 48"/>
                <a:gd name="T4" fmla="*/ 2 w 42"/>
                <a:gd name="T5" fmla="*/ 22 h 48"/>
                <a:gd name="T6" fmla="*/ 18 w 42"/>
                <a:gd name="T7" fmla="*/ 1 h 48"/>
                <a:gd name="T8" fmla="*/ 40 w 42"/>
                <a:gd name="T9" fmla="*/ 27 h 48"/>
              </a:gdLst>
              <a:ahLst/>
              <a:cxnLst>
                <a:cxn ang="0">
                  <a:pos x="T0" y="T1"/>
                </a:cxn>
                <a:cxn ang="0">
                  <a:pos x="T2" y="T3"/>
                </a:cxn>
                <a:cxn ang="0">
                  <a:pos x="T4" y="T5"/>
                </a:cxn>
                <a:cxn ang="0">
                  <a:pos x="T6" y="T7"/>
                </a:cxn>
                <a:cxn ang="0">
                  <a:pos x="T8" y="T9"/>
                </a:cxn>
              </a:cxnLst>
              <a:rect l="0" t="0" r="r" b="b"/>
              <a:pathLst>
                <a:path w="42" h="48">
                  <a:moveTo>
                    <a:pt x="40" y="27"/>
                  </a:moveTo>
                  <a:cubicBezTo>
                    <a:pt x="42" y="39"/>
                    <a:pt x="33" y="48"/>
                    <a:pt x="23" y="46"/>
                  </a:cubicBezTo>
                  <a:cubicBezTo>
                    <a:pt x="12" y="44"/>
                    <a:pt x="3" y="33"/>
                    <a:pt x="2" y="22"/>
                  </a:cubicBezTo>
                  <a:cubicBezTo>
                    <a:pt x="0" y="9"/>
                    <a:pt x="8" y="0"/>
                    <a:pt x="18" y="1"/>
                  </a:cubicBezTo>
                  <a:cubicBezTo>
                    <a:pt x="29" y="2"/>
                    <a:pt x="39" y="14"/>
                    <a:pt x="4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 name="Freeform 173">
              <a:extLst>
                <a:ext uri="{FF2B5EF4-FFF2-40B4-BE49-F238E27FC236}">
                  <a16:creationId xmlns:a16="http://schemas.microsoft.com/office/drawing/2014/main" id="{89BF5D4D-8513-6134-252C-9067AA28F953}"/>
                </a:ext>
              </a:extLst>
            </p:cNvPr>
            <p:cNvSpPr>
              <a:spLocks/>
            </p:cNvSpPr>
            <p:nvPr/>
          </p:nvSpPr>
          <p:spPr bwMode="auto">
            <a:xfrm rot="5094805">
              <a:off x="49038" y="5529554"/>
              <a:ext cx="102824" cy="127959"/>
            </a:xfrm>
            <a:custGeom>
              <a:avLst/>
              <a:gdLst>
                <a:gd name="T0" fmla="*/ 41 w 42"/>
                <a:gd name="T1" fmla="*/ 27 h 51"/>
                <a:gd name="T2" fmla="*/ 24 w 42"/>
                <a:gd name="T3" fmla="*/ 49 h 51"/>
                <a:gd name="T4" fmla="*/ 2 w 42"/>
                <a:gd name="T5" fmla="*/ 24 h 51"/>
                <a:gd name="T6" fmla="*/ 18 w 42"/>
                <a:gd name="T7" fmla="*/ 0 h 51"/>
                <a:gd name="T8" fmla="*/ 41 w 42"/>
                <a:gd name="T9" fmla="*/ 27 h 51"/>
              </a:gdLst>
              <a:ahLst/>
              <a:cxnLst>
                <a:cxn ang="0">
                  <a:pos x="T0" y="T1"/>
                </a:cxn>
                <a:cxn ang="0">
                  <a:pos x="T2" y="T3"/>
                </a:cxn>
                <a:cxn ang="0">
                  <a:pos x="T4" y="T5"/>
                </a:cxn>
                <a:cxn ang="0">
                  <a:pos x="T6" y="T7"/>
                </a:cxn>
                <a:cxn ang="0">
                  <a:pos x="T8" y="T9"/>
                </a:cxn>
              </a:cxnLst>
              <a:rect l="0" t="0" r="r" b="b"/>
              <a:pathLst>
                <a:path w="42" h="51">
                  <a:moveTo>
                    <a:pt x="41" y="27"/>
                  </a:moveTo>
                  <a:cubicBezTo>
                    <a:pt x="42" y="40"/>
                    <a:pt x="34" y="51"/>
                    <a:pt x="24" y="49"/>
                  </a:cubicBezTo>
                  <a:cubicBezTo>
                    <a:pt x="13" y="48"/>
                    <a:pt x="4" y="37"/>
                    <a:pt x="2" y="24"/>
                  </a:cubicBezTo>
                  <a:cubicBezTo>
                    <a:pt x="0" y="10"/>
                    <a:pt x="8" y="0"/>
                    <a:pt x="18" y="0"/>
                  </a:cubicBezTo>
                  <a:cubicBezTo>
                    <a:pt x="29" y="1"/>
                    <a:pt x="39" y="13"/>
                    <a:pt x="4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 name="Freeform 174">
              <a:extLst>
                <a:ext uri="{FF2B5EF4-FFF2-40B4-BE49-F238E27FC236}">
                  <a16:creationId xmlns:a16="http://schemas.microsoft.com/office/drawing/2014/main" id="{E8F57097-62DB-CD61-C3F4-0507F675254B}"/>
                </a:ext>
              </a:extLst>
            </p:cNvPr>
            <p:cNvSpPr>
              <a:spLocks/>
            </p:cNvSpPr>
            <p:nvPr/>
          </p:nvSpPr>
          <p:spPr bwMode="auto">
            <a:xfrm rot="5094805">
              <a:off x="52602" y="5721943"/>
              <a:ext cx="102824" cy="132529"/>
            </a:xfrm>
            <a:custGeom>
              <a:avLst/>
              <a:gdLst>
                <a:gd name="T0" fmla="*/ 40 w 42"/>
                <a:gd name="T1" fmla="*/ 27 h 54"/>
                <a:gd name="T2" fmla="*/ 24 w 42"/>
                <a:gd name="T3" fmla="*/ 53 h 54"/>
                <a:gd name="T4" fmla="*/ 2 w 42"/>
                <a:gd name="T5" fmla="*/ 28 h 54"/>
                <a:gd name="T6" fmla="*/ 17 w 42"/>
                <a:gd name="T7" fmla="*/ 1 h 54"/>
                <a:gd name="T8" fmla="*/ 40 w 42"/>
                <a:gd name="T9" fmla="*/ 27 h 54"/>
              </a:gdLst>
              <a:ahLst/>
              <a:cxnLst>
                <a:cxn ang="0">
                  <a:pos x="T0" y="T1"/>
                </a:cxn>
                <a:cxn ang="0">
                  <a:pos x="T2" y="T3"/>
                </a:cxn>
                <a:cxn ang="0">
                  <a:pos x="T4" y="T5"/>
                </a:cxn>
                <a:cxn ang="0">
                  <a:pos x="T6" y="T7"/>
                </a:cxn>
                <a:cxn ang="0">
                  <a:pos x="T8" y="T9"/>
                </a:cxn>
              </a:cxnLst>
              <a:rect l="0" t="0" r="r" b="b"/>
              <a:pathLst>
                <a:path w="42" h="54">
                  <a:moveTo>
                    <a:pt x="40" y="27"/>
                  </a:moveTo>
                  <a:cubicBezTo>
                    <a:pt x="42" y="42"/>
                    <a:pt x="35" y="54"/>
                    <a:pt x="24" y="53"/>
                  </a:cubicBezTo>
                  <a:cubicBezTo>
                    <a:pt x="14" y="53"/>
                    <a:pt x="4" y="41"/>
                    <a:pt x="2" y="28"/>
                  </a:cubicBezTo>
                  <a:cubicBezTo>
                    <a:pt x="0" y="13"/>
                    <a:pt x="6" y="1"/>
                    <a:pt x="17" y="1"/>
                  </a:cubicBezTo>
                  <a:cubicBezTo>
                    <a:pt x="28" y="0"/>
                    <a:pt x="38" y="12"/>
                    <a:pt x="4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 name="Freeform 175">
              <a:extLst>
                <a:ext uri="{FF2B5EF4-FFF2-40B4-BE49-F238E27FC236}">
                  <a16:creationId xmlns:a16="http://schemas.microsoft.com/office/drawing/2014/main" id="{17581DF1-52C0-91C5-86EC-C81DB5427FE7}"/>
                </a:ext>
              </a:extLst>
            </p:cNvPr>
            <p:cNvSpPr>
              <a:spLocks/>
            </p:cNvSpPr>
            <p:nvPr/>
          </p:nvSpPr>
          <p:spPr bwMode="auto">
            <a:xfrm rot="5094805">
              <a:off x="66302" y="5912181"/>
              <a:ext cx="105109" cy="137099"/>
            </a:xfrm>
            <a:custGeom>
              <a:avLst/>
              <a:gdLst>
                <a:gd name="T0" fmla="*/ 41 w 42"/>
                <a:gd name="T1" fmla="*/ 28 h 56"/>
                <a:gd name="T2" fmla="*/ 24 w 42"/>
                <a:gd name="T3" fmla="*/ 56 h 56"/>
                <a:gd name="T4" fmla="*/ 2 w 42"/>
                <a:gd name="T5" fmla="*/ 30 h 56"/>
                <a:gd name="T6" fmla="*/ 18 w 42"/>
                <a:gd name="T7" fmla="*/ 1 h 56"/>
                <a:gd name="T8" fmla="*/ 41 w 42"/>
                <a:gd name="T9" fmla="*/ 28 h 56"/>
              </a:gdLst>
              <a:ahLst/>
              <a:cxnLst>
                <a:cxn ang="0">
                  <a:pos x="T0" y="T1"/>
                </a:cxn>
                <a:cxn ang="0">
                  <a:pos x="T2" y="T3"/>
                </a:cxn>
                <a:cxn ang="0">
                  <a:pos x="T4" y="T5"/>
                </a:cxn>
                <a:cxn ang="0">
                  <a:pos x="T6" y="T7"/>
                </a:cxn>
                <a:cxn ang="0">
                  <a:pos x="T8" y="T9"/>
                </a:cxn>
              </a:cxnLst>
              <a:rect l="0" t="0" r="r" b="b"/>
              <a:pathLst>
                <a:path w="42" h="56">
                  <a:moveTo>
                    <a:pt x="41" y="28"/>
                  </a:moveTo>
                  <a:cubicBezTo>
                    <a:pt x="42" y="43"/>
                    <a:pt x="35" y="56"/>
                    <a:pt x="24" y="56"/>
                  </a:cubicBezTo>
                  <a:cubicBezTo>
                    <a:pt x="14" y="56"/>
                    <a:pt x="4" y="45"/>
                    <a:pt x="2" y="30"/>
                  </a:cubicBezTo>
                  <a:cubicBezTo>
                    <a:pt x="0" y="15"/>
                    <a:pt x="7" y="2"/>
                    <a:pt x="18" y="1"/>
                  </a:cubicBezTo>
                  <a:cubicBezTo>
                    <a:pt x="29" y="0"/>
                    <a:pt x="39" y="12"/>
                    <a:pt x="41"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 name="Freeform 176">
              <a:extLst>
                <a:ext uri="{FF2B5EF4-FFF2-40B4-BE49-F238E27FC236}">
                  <a16:creationId xmlns:a16="http://schemas.microsoft.com/office/drawing/2014/main" id="{A042B6A3-0454-C950-11F5-C80BDE25F296}"/>
                </a:ext>
              </a:extLst>
            </p:cNvPr>
            <p:cNvSpPr>
              <a:spLocks/>
            </p:cNvSpPr>
            <p:nvPr/>
          </p:nvSpPr>
          <p:spPr bwMode="auto">
            <a:xfrm rot="5094805">
              <a:off x="90456" y="6100558"/>
              <a:ext cx="102824" cy="148523"/>
            </a:xfrm>
            <a:custGeom>
              <a:avLst/>
              <a:gdLst>
                <a:gd name="T0" fmla="*/ 2 w 42"/>
                <a:gd name="T1" fmla="*/ 31 h 60"/>
                <a:gd name="T2" fmla="*/ 18 w 42"/>
                <a:gd name="T3" fmla="*/ 1 h 60"/>
                <a:gd name="T4" fmla="*/ 40 w 42"/>
                <a:gd name="T5" fmla="*/ 28 h 60"/>
                <a:gd name="T6" fmla="*/ 24 w 42"/>
                <a:gd name="T7" fmla="*/ 58 h 60"/>
                <a:gd name="T8" fmla="*/ 2 w 42"/>
                <a:gd name="T9" fmla="*/ 31 h 60"/>
              </a:gdLst>
              <a:ahLst/>
              <a:cxnLst>
                <a:cxn ang="0">
                  <a:pos x="T0" y="T1"/>
                </a:cxn>
                <a:cxn ang="0">
                  <a:pos x="T2" y="T3"/>
                </a:cxn>
                <a:cxn ang="0">
                  <a:pos x="T4" y="T5"/>
                </a:cxn>
                <a:cxn ang="0">
                  <a:pos x="T6" y="T7"/>
                </a:cxn>
                <a:cxn ang="0">
                  <a:pos x="T8" y="T9"/>
                </a:cxn>
              </a:cxnLst>
              <a:rect l="0" t="0" r="r" b="b"/>
              <a:pathLst>
                <a:path w="42" h="60">
                  <a:moveTo>
                    <a:pt x="2" y="31"/>
                  </a:moveTo>
                  <a:cubicBezTo>
                    <a:pt x="0" y="16"/>
                    <a:pt x="7" y="2"/>
                    <a:pt x="18" y="1"/>
                  </a:cubicBezTo>
                  <a:cubicBezTo>
                    <a:pt x="29" y="0"/>
                    <a:pt x="39" y="12"/>
                    <a:pt x="40" y="28"/>
                  </a:cubicBezTo>
                  <a:cubicBezTo>
                    <a:pt x="42" y="43"/>
                    <a:pt x="35" y="57"/>
                    <a:pt x="24" y="58"/>
                  </a:cubicBezTo>
                  <a:cubicBezTo>
                    <a:pt x="14" y="60"/>
                    <a:pt x="3" y="47"/>
                    <a:pt x="2"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 name="Freeform 177">
              <a:extLst>
                <a:ext uri="{FF2B5EF4-FFF2-40B4-BE49-F238E27FC236}">
                  <a16:creationId xmlns:a16="http://schemas.microsoft.com/office/drawing/2014/main" id="{55B47551-926E-F04E-9233-6C563AB69397}"/>
                </a:ext>
              </a:extLst>
            </p:cNvPr>
            <p:cNvSpPr>
              <a:spLocks/>
            </p:cNvSpPr>
            <p:nvPr/>
          </p:nvSpPr>
          <p:spPr bwMode="auto">
            <a:xfrm rot="5094805">
              <a:off x="129095" y="6286388"/>
              <a:ext cx="102824" cy="155378"/>
            </a:xfrm>
            <a:custGeom>
              <a:avLst/>
              <a:gdLst>
                <a:gd name="T0" fmla="*/ 2 w 42"/>
                <a:gd name="T1" fmla="*/ 34 h 63"/>
                <a:gd name="T2" fmla="*/ 19 w 42"/>
                <a:gd name="T3" fmla="*/ 2 h 63"/>
                <a:gd name="T4" fmla="*/ 41 w 42"/>
                <a:gd name="T5" fmla="*/ 30 h 63"/>
                <a:gd name="T6" fmla="*/ 24 w 42"/>
                <a:gd name="T7" fmla="*/ 61 h 63"/>
                <a:gd name="T8" fmla="*/ 2 w 42"/>
                <a:gd name="T9" fmla="*/ 34 h 63"/>
              </a:gdLst>
              <a:ahLst/>
              <a:cxnLst>
                <a:cxn ang="0">
                  <a:pos x="T0" y="T1"/>
                </a:cxn>
                <a:cxn ang="0">
                  <a:pos x="T2" y="T3"/>
                </a:cxn>
                <a:cxn ang="0">
                  <a:pos x="T4" y="T5"/>
                </a:cxn>
                <a:cxn ang="0">
                  <a:pos x="T6" y="T7"/>
                </a:cxn>
                <a:cxn ang="0">
                  <a:pos x="T8" y="T9"/>
                </a:cxn>
              </a:cxnLst>
              <a:rect l="0" t="0" r="r" b="b"/>
              <a:pathLst>
                <a:path w="42" h="63">
                  <a:moveTo>
                    <a:pt x="2" y="34"/>
                  </a:moveTo>
                  <a:cubicBezTo>
                    <a:pt x="0" y="18"/>
                    <a:pt x="8" y="3"/>
                    <a:pt x="19" y="2"/>
                  </a:cubicBezTo>
                  <a:cubicBezTo>
                    <a:pt x="30" y="0"/>
                    <a:pt x="40" y="13"/>
                    <a:pt x="41" y="30"/>
                  </a:cubicBezTo>
                  <a:cubicBezTo>
                    <a:pt x="42" y="45"/>
                    <a:pt x="34" y="59"/>
                    <a:pt x="24" y="61"/>
                  </a:cubicBezTo>
                  <a:cubicBezTo>
                    <a:pt x="14" y="63"/>
                    <a:pt x="3" y="51"/>
                    <a:pt x="2"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 name="Freeform 178">
              <a:extLst>
                <a:ext uri="{FF2B5EF4-FFF2-40B4-BE49-F238E27FC236}">
                  <a16:creationId xmlns:a16="http://schemas.microsoft.com/office/drawing/2014/main" id="{102A70FD-B0C5-F08C-4E84-7436E4F5444D}"/>
                </a:ext>
              </a:extLst>
            </p:cNvPr>
            <p:cNvSpPr>
              <a:spLocks/>
            </p:cNvSpPr>
            <p:nvPr/>
          </p:nvSpPr>
          <p:spPr bwMode="auto">
            <a:xfrm rot="5094805">
              <a:off x="183966" y="6477540"/>
              <a:ext cx="105109" cy="155378"/>
            </a:xfrm>
            <a:custGeom>
              <a:avLst/>
              <a:gdLst>
                <a:gd name="T0" fmla="*/ 41 w 42"/>
                <a:gd name="T1" fmla="*/ 27 h 63"/>
                <a:gd name="T2" fmla="*/ 23 w 42"/>
                <a:gd name="T3" fmla="*/ 61 h 63"/>
                <a:gd name="T4" fmla="*/ 2 w 42"/>
                <a:gd name="T5" fmla="*/ 37 h 63"/>
                <a:gd name="T6" fmla="*/ 18 w 42"/>
                <a:gd name="T7" fmla="*/ 3 h 63"/>
                <a:gd name="T8" fmla="*/ 41 w 42"/>
                <a:gd name="T9" fmla="*/ 27 h 63"/>
              </a:gdLst>
              <a:ahLst/>
              <a:cxnLst>
                <a:cxn ang="0">
                  <a:pos x="T0" y="T1"/>
                </a:cxn>
                <a:cxn ang="0">
                  <a:pos x="T2" y="T3"/>
                </a:cxn>
                <a:cxn ang="0">
                  <a:pos x="T4" y="T5"/>
                </a:cxn>
                <a:cxn ang="0">
                  <a:pos x="T6" y="T7"/>
                </a:cxn>
                <a:cxn ang="0">
                  <a:pos x="T8" y="T9"/>
                </a:cxn>
              </a:cxnLst>
              <a:rect l="0" t="0" r="r" b="b"/>
              <a:pathLst>
                <a:path w="42" h="63">
                  <a:moveTo>
                    <a:pt x="41" y="27"/>
                  </a:moveTo>
                  <a:cubicBezTo>
                    <a:pt x="42" y="43"/>
                    <a:pt x="34" y="59"/>
                    <a:pt x="23" y="61"/>
                  </a:cubicBezTo>
                  <a:cubicBezTo>
                    <a:pt x="13" y="63"/>
                    <a:pt x="3" y="53"/>
                    <a:pt x="2" y="37"/>
                  </a:cubicBezTo>
                  <a:cubicBezTo>
                    <a:pt x="0" y="21"/>
                    <a:pt x="7" y="5"/>
                    <a:pt x="18" y="3"/>
                  </a:cubicBezTo>
                  <a:cubicBezTo>
                    <a:pt x="29" y="0"/>
                    <a:pt x="39" y="11"/>
                    <a:pt x="4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 name="Freeform 179">
              <a:extLst>
                <a:ext uri="{FF2B5EF4-FFF2-40B4-BE49-F238E27FC236}">
                  <a16:creationId xmlns:a16="http://schemas.microsoft.com/office/drawing/2014/main" id="{154CD126-19E1-4F69-814E-3D5FEAD73E22}"/>
                </a:ext>
              </a:extLst>
            </p:cNvPr>
            <p:cNvSpPr>
              <a:spLocks/>
            </p:cNvSpPr>
            <p:nvPr/>
          </p:nvSpPr>
          <p:spPr bwMode="auto">
            <a:xfrm rot="5094805">
              <a:off x="254777" y="6667477"/>
              <a:ext cx="102824" cy="155378"/>
            </a:xfrm>
            <a:custGeom>
              <a:avLst/>
              <a:gdLst>
                <a:gd name="T0" fmla="*/ 1 w 42"/>
                <a:gd name="T1" fmla="*/ 37 h 63"/>
                <a:gd name="T2" fmla="*/ 19 w 42"/>
                <a:gd name="T3" fmla="*/ 3 h 63"/>
                <a:gd name="T4" fmla="*/ 41 w 42"/>
                <a:gd name="T5" fmla="*/ 26 h 63"/>
                <a:gd name="T6" fmla="*/ 24 w 42"/>
                <a:gd name="T7" fmla="*/ 60 h 63"/>
                <a:gd name="T8" fmla="*/ 1 w 42"/>
                <a:gd name="T9" fmla="*/ 37 h 63"/>
              </a:gdLst>
              <a:ahLst/>
              <a:cxnLst>
                <a:cxn ang="0">
                  <a:pos x="T0" y="T1"/>
                </a:cxn>
                <a:cxn ang="0">
                  <a:pos x="T2" y="T3"/>
                </a:cxn>
                <a:cxn ang="0">
                  <a:pos x="T4" y="T5"/>
                </a:cxn>
                <a:cxn ang="0">
                  <a:pos x="T6" y="T7"/>
                </a:cxn>
                <a:cxn ang="0">
                  <a:pos x="T8" y="T9"/>
                </a:cxn>
              </a:cxnLst>
              <a:rect l="0" t="0" r="r" b="b"/>
              <a:pathLst>
                <a:path w="42" h="63">
                  <a:moveTo>
                    <a:pt x="1" y="37"/>
                  </a:moveTo>
                  <a:cubicBezTo>
                    <a:pt x="0" y="21"/>
                    <a:pt x="8" y="5"/>
                    <a:pt x="19" y="3"/>
                  </a:cubicBezTo>
                  <a:cubicBezTo>
                    <a:pt x="30" y="0"/>
                    <a:pt x="40" y="10"/>
                    <a:pt x="41" y="26"/>
                  </a:cubicBezTo>
                  <a:cubicBezTo>
                    <a:pt x="42" y="41"/>
                    <a:pt x="34" y="56"/>
                    <a:pt x="24" y="60"/>
                  </a:cubicBezTo>
                  <a:cubicBezTo>
                    <a:pt x="13" y="63"/>
                    <a:pt x="3" y="53"/>
                    <a:pt x="1"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 name="Freeform 219">
              <a:extLst>
                <a:ext uri="{FF2B5EF4-FFF2-40B4-BE49-F238E27FC236}">
                  <a16:creationId xmlns:a16="http://schemas.microsoft.com/office/drawing/2014/main" id="{6607FE9B-39FD-4088-0D14-257CE35C4BA2}"/>
                </a:ext>
              </a:extLst>
            </p:cNvPr>
            <p:cNvSpPr>
              <a:spLocks/>
            </p:cNvSpPr>
            <p:nvPr/>
          </p:nvSpPr>
          <p:spPr bwMode="auto">
            <a:xfrm rot="5094805">
              <a:off x="-45619" y="3442321"/>
              <a:ext cx="100539" cy="36560"/>
            </a:xfrm>
            <a:custGeom>
              <a:avLst/>
              <a:gdLst>
                <a:gd name="T0" fmla="*/ 40 w 41"/>
                <a:gd name="T1" fmla="*/ 5 h 15"/>
                <a:gd name="T2" fmla="*/ 22 w 41"/>
                <a:gd name="T3" fmla="*/ 14 h 15"/>
                <a:gd name="T4" fmla="*/ 1 w 41"/>
                <a:gd name="T5" fmla="*/ 11 h 15"/>
                <a:gd name="T6" fmla="*/ 18 w 41"/>
                <a:gd name="T7" fmla="*/ 2 h 15"/>
                <a:gd name="T8" fmla="*/ 40 w 41"/>
                <a:gd name="T9" fmla="*/ 5 h 15"/>
              </a:gdLst>
              <a:ahLst/>
              <a:cxnLst>
                <a:cxn ang="0">
                  <a:pos x="T0" y="T1"/>
                </a:cxn>
                <a:cxn ang="0">
                  <a:pos x="T2" y="T3"/>
                </a:cxn>
                <a:cxn ang="0">
                  <a:pos x="T4" y="T5"/>
                </a:cxn>
                <a:cxn ang="0">
                  <a:pos x="T6" y="T7"/>
                </a:cxn>
                <a:cxn ang="0">
                  <a:pos x="T8" y="T9"/>
                </a:cxn>
              </a:cxnLst>
              <a:rect l="0" t="0" r="r" b="b"/>
              <a:pathLst>
                <a:path w="41" h="15">
                  <a:moveTo>
                    <a:pt x="40" y="5"/>
                  </a:moveTo>
                  <a:cubicBezTo>
                    <a:pt x="41" y="8"/>
                    <a:pt x="32" y="12"/>
                    <a:pt x="22" y="14"/>
                  </a:cubicBezTo>
                  <a:cubicBezTo>
                    <a:pt x="11" y="15"/>
                    <a:pt x="2" y="14"/>
                    <a:pt x="1" y="11"/>
                  </a:cubicBezTo>
                  <a:cubicBezTo>
                    <a:pt x="0" y="8"/>
                    <a:pt x="8" y="4"/>
                    <a:pt x="18" y="2"/>
                  </a:cubicBezTo>
                  <a:cubicBezTo>
                    <a:pt x="29" y="0"/>
                    <a:pt x="39" y="2"/>
                    <a:pt x="4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 name="Freeform 220">
              <a:extLst>
                <a:ext uri="{FF2B5EF4-FFF2-40B4-BE49-F238E27FC236}">
                  <a16:creationId xmlns:a16="http://schemas.microsoft.com/office/drawing/2014/main" id="{A946DA7C-D7C5-9475-DE3B-3286F87C3D00}"/>
                </a:ext>
              </a:extLst>
            </p:cNvPr>
            <p:cNvSpPr>
              <a:spLocks/>
            </p:cNvSpPr>
            <p:nvPr/>
          </p:nvSpPr>
          <p:spPr bwMode="auto">
            <a:xfrm rot="5094805">
              <a:off x="-2225" y="3632306"/>
              <a:ext cx="100539" cy="38845"/>
            </a:xfrm>
            <a:custGeom>
              <a:avLst/>
              <a:gdLst>
                <a:gd name="T0" fmla="*/ 0 w 40"/>
                <a:gd name="T1" fmla="*/ 10 h 16"/>
                <a:gd name="T2" fmla="*/ 19 w 40"/>
                <a:gd name="T3" fmla="*/ 1 h 16"/>
                <a:gd name="T4" fmla="*/ 39 w 40"/>
                <a:gd name="T5" fmla="*/ 6 h 16"/>
                <a:gd name="T6" fmla="*/ 22 w 40"/>
                <a:gd name="T7" fmla="*/ 15 h 16"/>
                <a:gd name="T8" fmla="*/ 0 w 40"/>
                <a:gd name="T9" fmla="*/ 10 h 16"/>
              </a:gdLst>
              <a:ahLst/>
              <a:cxnLst>
                <a:cxn ang="0">
                  <a:pos x="T0" y="T1"/>
                </a:cxn>
                <a:cxn ang="0">
                  <a:pos x="T2" y="T3"/>
                </a:cxn>
                <a:cxn ang="0">
                  <a:pos x="T4" y="T5"/>
                </a:cxn>
                <a:cxn ang="0">
                  <a:pos x="T6" y="T7"/>
                </a:cxn>
                <a:cxn ang="0">
                  <a:pos x="T8" y="T9"/>
                </a:cxn>
              </a:cxnLst>
              <a:rect l="0" t="0" r="r" b="b"/>
              <a:pathLst>
                <a:path w="40" h="16">
                  <a:moveTo>
                    <a:pt x="0" y="10"/>
                  </a:moveTo>
                  <a:cubicBezTo>
                    <a:pt x="0" y="7"/>
                    <a:pt x="8" y="3"/>
                    <a:pt x="19" y="1"/>
                  </a:cubicBezTo>
                  <a:cubicBezTo>
                    <a:pt x="30" y="0"/>
                    <a:pt x="39" y="2"/>
                    <a:pt x="39" y="6"/>
                  </a:cubicBezTo>
                  <a:cubicBezTo>
                    <a:pt x="40" y="9"/>
                    <a:pt x="32" y="13"/>
                    <a:pt x="22" y="15"/>
                  </a:cubicBezTo>
                  <a:cubicBezTo>
                    <a:pt x="11" y="16"/>
                    <a:pt x="1" y="14"/>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 name="Freeform 221">
              <a:extLst>
                <a:ext uri="{FF2B5EF4-FFF2-40B4-BE49-F238E27FC236}">
                  <a16:creationId xmlns:a16="http://schemas.microsoft.com/office/drawing/2014/main" id="{326F001D-19AB-676F-DFE4-F0CE664C2E0B}"/>
                </a:ext>
              </a:extLst>
            </p:cNvPr>
            <p:cNvSpPr>
              <a:spLocks/>
            </p:cNvSpPr>
            <p:nvPr/>
          </p:nvSpPr>
          <p:spPr bwMode="auto">
            <a:xfrm rot="5094805">
              <a:off x="37754" y="3821454"/>
              <a:ext cx="100539" cy="43415"/>
            </a:xfrm>
            <a:custGeom>
              <a:avLst/>
              <a:gdLst>
                <a:gd name="T0" fmla="*/ 40 w 41"/>
                <a:gd name="T1" fmla="*/ 6 h 17"/>
                <a:gd name="T2" fmla="*/ 21 w 41"/>
                <a:gd name="T3" fmla="*/ 16 h 17"/>
                <a:gd name="T4" fmla="*/ 1 w 41"/>
                <a:gd name="T5" fmla="*/ 11 h 17"/>
                <a:gd name="T6" fmla="*/ 18 w 41"/>
                <a:gd name="T7" fmla="*/ 1 h 17"/>
                <a:gd name="T8" fmla="*/ 40 w 41"/>
                <a:gd name="T9" fmla="*/ 6 h 17"/>
              </a:gdLst>
              <a:ahLst/>
              <a:cxnLst>
                <a:cxn ang="0">
                  <a:pos x="T0" y="T1"/>
                </a:cxn>
                <a:cxn ang="0">
                  <a:pos x="T2" y="T3"/>
                </a:cxn>
                <a:cxn ang="0">
                  <a:pos x="T4" y="T5"/>
                </a:cxn>
                <a:cxn ang="0">
                  <a:pos x="T6" y="T7"/>
                </a:cxn>
                <a:cxn ang="0">
                  <a:pos x="T8" y="T9"/>
                </a:cxn>
              </a:cxnLst>
              <a:rect l="0" t="0" r="r" b="b"/>
              <a:pathLst>
                <a:path w="41" h="17">
                  <a:moveTo>
                    <a:pt x="40" y="6"/>
                  </a:moveTo>
                  <a:cubicBezTo>
                    <a:pt x="41" y="11"/>
                    <a:pt x="32" y="15"/>
                    <a:pt x="21" y="16"/>
                  </a:cubicBezTo>
                  <a:cubicBezTo>
                    <a:pt x="11" y="17"/>
                    <a:pt x="2" y="15"/>
                    <a:pt x="1" y="11"/>
                  </a:cubicBezTo>
                  <a:cubicBezTo>
                    <a:pt x="0" y="7"/>
                    <a:pt x="7" y="2"/>
                    <a:pt x="18" y="1"/>
                  </a:cubicBezTo>
                  <a:cubicBezTo>
                    <a:pt x="29" y="0"/>
                    <a:pt x="39" y="2"/>
                    <a:pt x="4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 name="Freeform 222">
              <a:extLst>
                <a:ext uri="{FF2B5EF4-FFF2-40B4-BE49-F238E27FC236}">
                  <a16:creationId xmlns:a16="http://schemas.microsoft.com/office/drawing/2014/main" id="{5E77371B-6C88-18E5-D901-5C388890499B}"/>
                </a:ext>
              </a:extLst>
            </p:cNvPr>
            <p:cNvSpPr>
              <a:spLocks/>
            </p:cNvSpPr>
            <p:nvPr/>
          </p:nvSpPr>
          <p:spPr bwMode="auto">
            <a:xfrm rot="5094805">
              <a:off x="76499" y="4009666"/>
              <a:ext cx="98254" cy="47984"/>
            </a:xfrm>
            <a:custGeom>
              <a:avLst/>
              <a:gdLst>
                <a:gd name="T0" fmla="*/ 0 w 40"/>
                <a:gd name="T1" fmla="*/ 11 h 19"/>
                <a:gd name="T2" fmla="*/ 19 w 40"/>
                <a:gd name="T3" fmla="*/ 1 h 19"/>
                <a:gd name="T4" fmla="*/ 39 w 40"/>
                <a:gd name="T5" fmla="*/ 9 h 19"/>
                <a:gd name="T6" fmla="*/ 21 w 40"/>
                <a:gd name="T7" fmla="*/ 19 h 19"/>
                <a:gd name="T8" fmla="*/ 0 w 40"/>
                <a:gd name="T9" fmla="*/ 11 h 19"/>
              </a:gdLst>
              <a:ahLst/>
              <a:cxnLst>
                <a:cxn ang="0">
                  <a:pos x="T0" y="T1"/>
                </a:cxn>
                <a:cxn ang="0">
                  <a:pos x="T2" y="T3"/>
                </a:cxn>
                <a:cxn ang="0">
                  <a:pos x="T4" y="T5"/>
                </a:cxn>
                <a:cxn ang="0">
                  <a:pos x="T6" y="T7"/>
                </a:cxn>
                <a:cxn ang="0">
                  <a:pos x="T8" y="T9"/>
                </a:cxn>
              </a:cxnLst>
              <a:rect l="0" t="0" r="r" b="b"/>
              <a:pathLst>
                <a:path w="40" h="19">
                  <a:moveTo>
                    <a:pt x="0" y="11"/>
                  </a:moveTo>
                  <a:cubicBezTo>
                    <a:pt x="0" y="6"/>
                    <a:pt x="8" y="2"/>
                    <a:pt x="19" y="1"/>
                  </a:cubicBezTo>
                  <a:cubicBezTo>
                    <a:pt x="30" y="0"/>
                    <a:pt x="39" y="4"/>
                    <a:pt x="39" y="9"/>
                  </a:cubicBezTo>
                  <a:cubicBezTo>
                    <a:pt x="40" y="14"/>
                    <a:pt x="31" y="18"/>
                    <a:pt x="21" y="19"/>
                  </a:cubicBezTo>
                  <a:cubicBezTo>
                    <a:pt x="10" y="19"/>
                    <a:pt x="1" y="16"/>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 name="Freeform 223">
              <a:extLst>
                <a:ext uri="{FF2B5EF4-FFF2-40B4-BE49-F238E27FC236}">
                  <a16:creationId xmlns:a16="http://schemas.microsoft.com/office/drawing/2014/main" id="{892CD2F1-375F-5DB1-E14B-FE7CBC03EA78}"/>
                </a:ext>
              </a:extLst>
            </p:cNvPr>
            <p:cNvSpPr>
              <a:spLocks/>
            </p:cNvSpPr>
            <p:nvPr/>
          </p:nvSpPr>
          <p:spPr bwMode="auto">
            <a:xfrm rot="5094805">
              <a:off x="94743" y="4199295"/>
              <a:ext cx="105109" cy="52554"/>
            </a:xfrm>
            <a:custGeom>
              <a:avLst/>
              <a:gdLst>
                <a:gd name="T0" fmla="*/ 41 w 42"/>
                <a:gd name="T1" fmla="*/ 11 h 21"/>
                <a:gd name="T2" fmla="*/ 23 w 42"/>
                <a:gd name="T3" fmla="*/ 21 h 21"/>
                <a:gd name="T4" fmla="*/ 2 w 42"/>
                <a:gd name="T5" fmla="*/ 11 h 21"/>
                <a:gd name="T6" fmla="*/ 19 w 42"/>
                <a:gd name="T7" fmla="*/ 0 h 21"/>
                <a:gd name="T8" fmla="*/ 41 w 42"/>
                <a:gd name="T9" fmla="*/ 11 h 21"/>
              </a:gdLst>
              <a:ahLst/>
              <a:cxnLst>
                <a:cxn ang="0">
                  <a:pos x="T0" y="T1"/>
                </a:cxn>
                <a:cxn ang="0">
                  <a:pos x="T2" y="T3"/>
                </a:cxn>
                <a:cxn ang="0">
                  <a:pos x="T4" y="T5"/>
                </a:cxn>
                <a:cxn ang="0">
                  <a:pos x="T6" y="T7"/>
                </a:cxn>
                <a:cxn ang="0">
                  <a:pos x="T8" y="T9"/>
                </a:cxn>
              </a:cxnLst>
              <a:rect l="0" t="0" r="r" b="b"/>
              <a:pathLst>
                <a:path w="42" h="21">
                  <a:moveTo>
                    <a:pt x="41" y="11"/>
                  </a:moveTo>
                  <a:cubicBezTo>
                    <a:pt x="42" y="17"/>
                    <a:pt x="34" y="21"/>
                    <a:pt x="23" y="21"/>
                  </a:cubicBezTo>
                  <a:cubicBezTo>
                    <a:pt x="13" y="20"/>
                    <a:pt x="4" y="16"/>
                    <a:pt x="2" y="11"/>
                  </a:cubicBezTo>
                  <a:cubicBezTo>
                    <a:pt x="0" y="5"/>
                    <a:pt x="8" y="0"/>
                    <a:pt x="19" y="0"/>
                  </a:cubicBezTo>
                  <a:cubicBezTo>
                    <a:pt x="29" y="0"/>
                    <a:pt x="40" y="5"/>
                    <a:pt x="4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 name="Freeform 224">
              <a:extLst>
                <a:ext uri="{FF2B5EF4-FFF2-40B4-BE49-F238E27FC236}">
                  <a16:creationId xmlns:a16="http://schemas.microsoft.com/office/drawing/2014/main" id="{973828F6-5757-031F-9038-648312C337C8}"/>
                </a:ext>
              </a:extLst>
            </p:cNvPr>
            <p:cNvSpPr>
              <a:spLocks/>
            </p:cNvSpPr>
            <p:nvPr/>
          </p:nvSpPr>
          <p:spPr bwMode="auto">
            <a:xfrm rot="5094805">
              <a:off x="105144" y="4386709"/>
              <a:ext cx="100539" cy="66264"/>
            </a:xfrm>
            <a:custGeom>
              <a:avLst/>
              <a:gdLst>
                <a:gd name="T0" fmla="*/ 41 w 41"/>
                <a:gd name="T1" fmla="*/ 15 h 27"/>
                <a:gd name="T2" fmla="*/ 22 w 41"/>
                <a:gd name="T3" fmla="*/ 25 h 27"/>
                <a:gd name="T4" fmla="*/ 2 w 41"/>
                <a:gd name="T5" fmla="*/ 12 h 27"/>
                <a:gd name="T6" fmla="*/ 19 w 41"/>
                <a:gd name="T7" fmla="*/ 1 h 27"/>
                <a:gd name="T8" fmla="*/ 41 w 41"/>
                <a:gd name="T9" fmla="*/ 15 h 27"/>
              </a:gdLst>
              <a:ahLst/>
              <a:cxnLst>
                <a:cxn ang="0">
                  <a:pos x="T0" y="T1"/>
                </a:cxn>
                <a:cxn ang="0">
                  <a:pos x="T2" y="T3"/>
                </a:cxn>
                <a:cxn ang="0">
                  <a:pos x="T4" y="T5"/>
                </a:cxn>
                <a:cxn ang="0">
                  <a:pos x="T6" y="T7"/>
                </a:cxn>
                <a:cxn ang="0">
                  <a:pos x="T8" y="T9"/>
                </a:cxn>
              </a:cxnLst>
              <a:rect l="0" t="0" r="r" b="b"/>
              <a:pathLst>
                <a:path w="41" h="27">
                  <a:moveTo>
                    <a:pt x="41" y="15"/>
                  </a:moveTo>
                  <a:cubicBezTo>
                    <a:pt x="41" y="22"/>
                    <a:pt x="33" y="27"/>
                    <a:pt x="22" y="25"/>
                  </a:cubicBezTo>
                  <a:cubicBezTo>
                    <a:pt x="11" y="24"/>
                    <a:pt x="3" y="18"/>
                    <a:pt x="2" y="12"/>
                  </a:cubicBezTo>
                  <a:cubicBezTo>
                    <a:pt x="0" y="5"/>
                    <a:pt x="8" y="0"/>
                    <a:pt x="19" y="1"/>
                  </a:cubicBezTo>
                  <a:cubicBezTo>
                    <a:pt x="30" y="2"/>
                    <a:pt x="40" y="8"/>
                    <a:pt x="4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 name="Freeform 225">
              <a:extLst>
                <a:ext uri="{FF2B5EF4-FFF2-40B4-BE49-F238E27FC236}">
                  <a16:creationId xmlns:a16="http://schemas.microsoft.com/office/drawing/2014/main" id="{6E719E1E-315A-2773-1843-F02CA8296FDF}"/>
                </a:ext>
              </a:extLst>
            </p:cNvPr>
            <p:cNvSpPr>
              <a:spLocks/>
            </p:cNvSpPr>
            <p:nvPr/>
          </p:nvSpPr>
          <p:spPr bwMode="auto">
            <a:xfrm rot="5094805">
              <a:off x="101880" y="4577420"/>
              <a:ext cx="100539" cy="75404"/>
            </a:xfrm>
            <a:custGeom>
              <a:avLst/>
              <a:gdLst>
                <a:gd name="T0" fmla="*/ 40 w 41"/>
                <a:gd name="T1" fmla="*/ 18 h 31"/>
                <a:gd name="T2" fmla="*/ 22 w 41"/>
                <a:gd name="T3" fmla="*/ 29 h 31"/>
                <a:gd name="T4" fmla="*/ 1 w 41"/>
                <a:gd name="T5" fmla="*/ 13 h 31"/>
                <a:gd name="T6" fmla="*/ 18 w 41"/>
                <a:gd name="T7" fmla="*/ 1 h 31"/>
                <a:gd name="T8" fmla="*/ 40 w 41"/>
                <a:gd name="T9" fmla="*/ 18 h 31"/>
              </a:gdLst>
              <a:ahLst/>
              <a:cxnLst>
                <a:cxn ang="0">
                  <a:pos x="T0" y="T1"/>
                </a:cxn>
                <a:cxn ang="0">
                  <a:pos x="T2" y="T3"/>
                </a:cxn>
                <a:cxn ang="0">
                  <a:pos x="T4" y="T5"/>
                </a:cxn>
                <a:cxn ang="0">
                  <a:pos x="T6" y="T7"/>
                </a:cxn>
                <a:cxn ang="0">
                  <a:pos x="T8" y="T9"/>
                </a:cxn>
              </a:cxnLst>
              <a:rect l="0" t="0" r="r" b="b"/>
              <a:pathLst>
                <a:path w="41" h="31">
                  <a:moveTo>
                    <a:pt x="40" y="18"/>
                  </a:moveTo>
                  <a:cubicBezTo>
                    <a:pt x="41" y="26"/>
                    <a:pt x="33" y="31"/>
                    <a:pt x="22" y="29"/>
                  </a:cubicBezTo>
                  <a:cubicBezTo>
                    <a:pt x="12" y="27"/>
                    <a:pt x="3" y="20"/>
                    <a:pt x="1" y="13"/>
                  </a:cubicBezTo>
                  <a:cubicBezTo>
                    <a:pt x="0" y="5"/>
                    <a:pt x="7" y="0"/>
                    <a:pt x="18" y="1"/>
                  </a:cubicBezTo>
                  <a:cubicBezTo>
                    <a:pt x="29" y="2"/>
                    <a:pt x="39" y="9"/>
                    <a:pt x="4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 name="Freeform 226">
              <a:extLst>
                <a:ext uri="{FF2B5EF4-FFF2-40B4-BE49-F238E27FC236}">
                  <a16:creationId xmlns:a16="http://schemas.microsoft.com/office/drawing/2014/main" id="{7FA4A2F5-EB15-8EC3-7E8C-46230155CC1C}"/>
                </a:ext>
              </a:extLst>
            </p:cNvPr>
            <p:cNvSpPr>
              <a:spLocks/>
            </p:cNvSpPr>
            <p:nvPr/>
          </p:nvSpPr>
          <p:spPr bwMode="auto">
            <a:xfrm rot="5094805">
              <a:off x="93023" y="4767390"/>
              <a:ext cx="102824" cy="89114"/>
            </a:xfrm>
            <a:custGeom>
              <a:avLst/>
              <a:gdLst>
                <a:gd name="T0" fmla="*/ 1 w 41"/>
                <a:gd name="T1" fmla="*/ 15 h 36"/>
                <a:gd name="T2" fmla="*/ 19 w 41"/>
                <a:gd name="T3" fmla="*/ 2 h 36"/>
                <a:gd name="T4" fmla="*/ 40 w 41"/>
                <a:gd name="T5" fmla="*/ 21 h 36"/>
                <a:gd name="T6" fmla="*/ 23 w 41"/>
                <a:gd name="T7" fmla="*/ 34 h 36"/>
                <a:gd name="T8" fmla="*/ 1 w 41"/>
                <a:gd name="T9" fmla="*/ 15 h 36"/>
              </a:gdLst>
              <a:ahLst/>
              <a:cxnLst>
                <a:cxn ang="0">
                  <a:pos x="T0" y="T1"/>
                </a:cxn>
                <a:cxn ang="0">
                  <a:pos x="T2" y="T3"/>
                </a:cxn>
                <a:cxn ang="0">
                  <a:pos x="T4" y="T5"/>
                </a:cxn>
                <a:cxn ang="0">
                  <a:pos x="T6" y="T7"/>
                </a:cxn>
                <a:cxn ang="0">
                  <a:pos x="T8" y="T9"/>
                </a:cxn>
              </a:cxnLst>
              <a:rect l="0" t="0" r="r" b="b"/>
              <a:pathLst>
                <a:path w="41" h="36">
                  <a:moveTo>
                    <a:pt x="1" y="15"/>
                  </a:moveTo>
                  <a:cubicBezTo>
                    <a:pt x="0" y="6"/>
                    <a:pt x="8" y="0"/>
                    <a:pt x="19" y="2"/>
                  </a:cubicBezTo>
                  <a:cubicBezTo>
                    <a:pt x="30" y="3"/>
                    <a:pt x="39" y="12"/>
                    <a:pt x="40" y="21"/>
                  </a:cubicBezTo>
                  <a:cubicBezTo>
                    <a:pt x="41" y="30"/>
                    <a:pt x="33" y="36"/>
                    <a:pt x="23" y="34"/>
                  </a:cubicBezTo>
                  <a:cubicBezTo>
                    <a:pt x="12" y="32"/>
                    <a:pt x="2" y="23"/>
                    <a:pt x="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 name="Freeform 254">
              <a:extLst>
                <a:ext uri="{FF2B5EF4-FFF2-40B4-BE49-F238E27FC236}">
                  <a16:creationId xmlns:a16="http://schemas.microsoft.com/office/drawing/2014/main" id="{A2D09EDC-C05B-D366-8DB0-3A2867742AEB}"/>
                </a:ext>
              </a:extLst>
            </p:cNvPr>
            <p:cNvSpPr>
              <a:spLocks/>
            </p:cNvSpPr>
            <p:nvPr/>
          </p:nvSpPr>
          <p:spPr bwMode="auto">
            <a:xfrm rot="5094805">
              <a:off x="-45834" y="3339100"/>
              <a:ext cx="100539" cy="31990"/>
            </a:xfrm>
            <a:custGeom>
              <a:avLst/>
              <a:gdLst>
                <a:gd name="T0" fmla="*/ 19 w 41"/>
                <a:gd name="T1" fmla="*/ 2 h 13"/>
                <a:gd name="T2" fmla="*/ 40 w 41"/>
                <a:gd name="T3" fmla="*/ 3 h 13"/>
                <a:gd name="T4" fmla="*/ 22 w 41"/>
                <a:gd name="T5" fmla="*/ 11 h 13"/>
                <a:gd name="T6" fmla="*/ 1 w 41"/>
                <a:gd name="T7" fmla="*/ 9 h 13"/>
                <a:gd name="T8" fmla="*/ 19 w 41"/>
                <a:gd name="T9" fmla="*/ 2 h 13"/>
              </a:gdLst>
              <a:ahLst/>
              <a:cxnLst>
                <a:cxn ang="0">
                  <a:pos x="T0" y="T1"/>
                </a:cxn>
                <a:cxn ang="0">
                  <a:pos x="T2" y="T3"/>
                </a:cxn>
                <a:cxn ang="0">
                  <a:pos x="T4" y="T5"/>
                </a:cxn>
                <a:cxn ang="0">
                  <a:pos x="T6" y="T7"/>
                </a:cxn>
                <a:cxn ang="0">
                  <a:pos x="T8" y="T9"/>
                </a:cxn>
              </a:cxnLst>
              <a:rect l="0" t="0" r="r" b="b"/>
              <a:pathLst>
                <a:path w="41" h="13">
                  <a:moveTo>
                    <a:pt x="19" y="2"/>
                  </a:moveTo>
                  <a:cubicBezTo>
                    <a:pt x="30" y="0"/>
                    <a:pt x="39" y="0"/>
                    <a:pt x="40" y="3"/>
                  </a:cubicBezTo>
                  <a:cubicBezTo>
                    <a:pt x="41" y="6"/>
                    <a:pt x="33" y="9"/>
                    <a:pt x="22" y="11"/>
                  </a:cubicBezTo>
                  <a:cubicBezTo>
                    <a:pt x="12" y="13"/>
                    <a:pt x="3" y="12"/>
                    <a:pt x="1" y="9"/>
                  </a:cubicBezTo>
                  <a:cubicBezTo>
                    <a:pt x="0" y="7"/>
                    <a:pt x="8" y="3"/>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 name="Freeform 255">
              <a:extLst>
                <a:ext uri="{FF2B5EF4-FFF2-40B4-BE49-F238E27FC236}">
                  <a16:creationId xmlns:a16="http://schemas.microsoft.com/office/drawing/2014/main" id="{94ACF391-BA67-D6A6-FFC0-CAD8E5AF3224}"/>
                </a:ext>
              </a:extLst>
            </p:cNvPr>
            <p:cNvSpPr>
              <a:spLocks/>
            </p:cNvSpPr>
            <p:nvPr/>
          </p:nvSpPr>
          <p:spPr bwMode="auto">
            <a:xfrm rot="5094805">
              <a:off x="3047" y="3525161"/>
              <a:ext cx="100539" cy="36560"/>
            </a:xfrm>
            <a:custGeom>
              <a:avLst/>
              <a:gdLst>
                <a:gd name="T0" fmla="*/ 22 w 41"/>
                <a:gd name="T1" fmla="*/ 13 h 15"/>
                <a:gd name="T2" fmla="*/ 2 w 41"/>
                <a:gd name="T3" fmla="*/ 11 h 15"/>
                <a:gd name="T4" fmla="*/ 20 w 41"/>
                <a:gd name="T5" fmla="*/ 2 h 15"/>
                <a:gd name="T6" fmla="*/ 40 w 41"/>
                <a:gd name="T7" fmla="*/ 4 h 15"/>
                <a:gd name="T8" fmla="*/ 22 w 41"/>
                <a:gd name="T9" fmla="*/ 13 h 15"/>
              </a:gdLst>
              <a:ahLst/>
              <a:cxnLst>
                <a:cxn ang="0">
                  <a:pos x="T0" y="T1"/>
                </a:cxn>
                <a:cxn ang="0">
                  <a:pos x="T2" y="T3"/>
                </a:cxn>
                <a:cxn ang="0">
                  <a:pos x="T4" y="T5"/>
                </a:cxn>
                <a:cxn ang="0">
                  <a:pos x="T6" y="T7"/>
                </a:cxn>
                <a:cxn ang="0">
                  <a:pos x="T8" y="T9"/>
                </a:cxn>
              </a:cxnLst>
              <a:rect l="0" t="0" r="r" b="b"/>
              <a:pathLst>
                <a:path w="41" h="15">
                  <a:moveTo>
                    <a:pt x="22" y="13"/>
                  </a:moveTo>
                  <a:cubicBezTo>
                    <a:pt x="12" y="15"/>
                    <a:pt x="3" y="13"/>
                    <a:pt x="2" y="11"/>
                  </a:cubicBezTo>
                  <a:cubicBezTo>
                    <a:pt x="0" y="8"/>
                    <a:pt x="9" y="4"/>
                    <a:pt x="20" y="2"/>
                  </a:cubicBezTo>
                  <a:cubicBezTo>
                    <a:pt x="30" y="0"/>
                    <a:pt x="39" y="1"/>
                    <a:pt x="40" y="4"/>
                  </a:cubicBezTo>
                  <a:cubicBezTo>
                    <a:pt x="41" y="8"/>
                    <a:pt x="33" y="12"/>
                    <a:pt x="2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 name="Freeform 256">
              <a:extLst>
                <a:ext uri="{FF2B5EF4-FFF2-40B4-BE49-F238E27FC236}">
                  <a16:creationId xmlns:a16="http://schemas.microsoft.com/office/drawing/2014/main" id="{526A3292-7177-8811-611E-E8585C464449}"/>
                </a:ext>
              </a:extLst>
            </p:cNvPr>
            <p:cNvSpPr>
              <a:spLocks/>
            </p:cNvSpPr>
            <p:nvPr/>
          </p:nvSpPr>
          <p:spPr bwMode="auto">
            <a:xfrm rot="5094805">
              <a:off x="48813" y="3717124"/>
              <a:ext cx="102824" cy="36560"/>
            </a:xfrm>
            <a:custGeom>
              <a:avLst/>
              <a:gdLst>
                <a:gd name="T0" fmla="*/ 22 w 41"/>
                <a:gd name="T1" fmla="*/ 14 h 15"/>
                <a:gd name="T2" fmla="*/ 1 w 41"/>
                <a:gd name="T3" fmla="*/ 10 h 15"/>
                <a:gd name="T4" fmla="*/ 19 w 41"/>
                <a:gd name="T5" fmla="*/ 1 h 15"/>
                <a:gd name="T6" fmla="*/ 40 w 41"/>
                <a:gd name="T7" fmla="*/ 5 h 15"/>
                <a:gd name="T8" fmla="*/ 22 w 41"/>
                <a:gd name="T9" fmla="*/ 14 h 15"/>
              </a:gdLst>
              <a:ahLst/>
              <a:cxnLst>
                <a:cxn ang="0">
                  <a:pos x="T0" y="T1"/>
                </a:cxn>
                <a:cxn ang="0">
                  <a:pos x="T2" y="T3"/>
                </a:cxn>
                <a:cxn ang="0">
                  <a:pos x="T4" y="T5"/>
                </a:cxn>
                <a:cxn ang="0">
                  <a:pos x="T6" y="T7"/>
                </a:cxn>
                <a:cxn ang="0">
                  <a:pos x="T8" y="T9"/>
                </a:cxn>
              </a:cxnLst>
              <a:rect l="0" t="0" r="r" b="b"/>
              <a:pathLst>
                <a:path w="41" h="15">
                  <a:moveTo>
                    <a:pt x="22" y="14"/>
                  </a:moveTo>
                  <a:cubicBezTo>
                    <a:pt x="11" y="15"/>
                    <a:pt x="2" y="14"/>
                    <a:pt x="1" y="10"/>
                  </a:cubicBezTo>
                  <a:cubicBezTo>
                    <a:pt x="0" y="7"/>
                    <a:pt x="8" y="3"/>
                    <a:pt x="19" y="1"/>
                  </a:cubicBezTo>
                  <a:cubicBezTo>
                    <a:pt x="29" y="0"/>
                    <a:pt x="38" y="1"/>
                    <a:pt x="40" y="5"/>
                  </a:cubicBezTo>
                  <a:cubicBezTo>
                    <a:pt x="41" y="8"/>
                    <a:pt x="33" y="13"/>
                    <a:pt x="22"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 name="Freeform 257">
              <a:extLst>
                <a:ext uri="{FF2B5EF4-FFF2-40B4-BE49-F238E27FC236}">
                  <a16:creationId xmlns:a16="http://schemas.microsoft.com/office/drawing/2014/main" id="{4FC26338-C964-CDC9-9260-F410A12A59C3}"/>
                </a:ext>
              </a:extLst>
            </p:cNvPr>
            <p:cNvSpPr>
              <a:spLocks/>
            </p:cNvSpPr>
            <p:nvPr/>
          </p:nvSpPr>
          <p:spPr bwMode="auto">
            <a:xfrm rot="5094805">
              <a:off x="94386" y="3904728"/>
              <a:ext cx="100539" cy="41130"/>
            </a:xfrm>
            <a:custGeom>
              <a:avLst/>
              <a:gdLst>
                <a:gd name="T0" fmla="*/ 23 w 41"/>
                <a:gd name="T1" fmla="*/ 16 h 17"/>
                <a:gd name="T2" fmla="*/ 1 w 41"/>
                <a:gd name="T3" fmla="*/ 11 h 17"/>
                <a:gd name="T4" fmla="*/ 18 w 41"/>
                <a:gd name="T5" fmla="*/ 1 h 17"/>
                <a:gd name="T6" fmla="*/ 40 w 41"/>
                <a:gd name="T7" fmla="*/ 6 h 17"/>
                <a:gd name="T8" fmla="*/ 23 w 41"/>
                <a:gd name="T9" fmla="*/ 16 h 17"/>
              </a:gdLst>
              <a:ahLst/>
              <a:cxnLst>
                <a:cxn ang="0">
                  <a:pos x="T0" y="T1"/>
                </a:cxn>
                <a:cxn ang="0">
                  <a:pos x="T2" y="T3"/>
                </a:cxn>
                <a:cxn ang="0">
                  <a:pos x="T4" y="T5"/>
                </a:cxn>
                <a:cxn ang="0">
                  <a:pos x="T6" y="T7"/>
                </a:cxn>
                <a:cxn ang="0">
                  <a:pos x="T8" y="T9"/>
                </a:cxn>
              </a:cxnLst>
              <a:rect l="0" t="0" r="r" b="b"/>
              <a:pathLst>
                <a:path w="41" h="17">
                  <a:moveTo>
                    <a:pt x="23" y="16"/>
                  </a:moveTo>
                  <a:cubicBezTo>
                    <a:pt x="12" y="17"/>
                    <a:pt x="2" y="15"/>
                    <a:pt x="1" y="11"/>
                  </a:cubicBezTo>
                  <a:cubicBezTo>
                    <a:pt x="0" y="7"/>
                    <a:pt x="8" y="3"/>
                    <a:pt x="18" y="1"/>
                  </a:cubicBezTo>
                  <a:cubicBezTo>
                    <a:pt x="30" y="0"/>
                    <a:pt x="39" y="2"/>
                    <a:pt x="40" y="6"/>
                  </a:cubicBezTo>
                  <a:cubicBezTo>
                    <a:pt x="41" y="11"/>
                    <a:pt x="33" y="15"/>
                    <a:pt x="23"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 name="Freeform 258">
              <a:extLst>
                <a:ext uri="{FF2B5EF4-FFF2-40B4-BE49-F238E27FC236}">
                  <a16:creationId xmlns:a16="http://schemas.microsoft.com/office/drawing/2014/main" id="{7B47D3DB-5F84-7CFB-BA08-0459D3D4AE2D}"/>
                </a:ext>
              </a:extLst>
            </p:cNvPr>
            <p:cNvSpPr>
              <a:spLocks/>
            </p:cNvSpPr>
            <p:nvPr/>
          </p:nvSpPr>
          <p:spPr bwMode="auto">
            <a:xfrm rot="5094805">
              <a:off x="134269" y="4091696"/>
              <a:ext cx="98254" cy="47984"/>
            </a:xfrm>
            <a:custGeom>
              <a:avLst/>
              <a:gdLst>
                <a:gd name="T0" fmla="*/ 18 w 40"/>
                <a:gd name="T1" fmla="*/ 2 h 20"/>
                <a:gd name="T2" fmla="*/ 39 w 40"/>
                <a:gd name="T3" fmla="*/ 9 h 20"/>
                <a:gd name="T4" fmla="*/ 23 w 40"/>
                <a:gd name="T5" fmla="*/ 19 h 20"/>
                <a:gd name="T6" fmla="*/ 1 w 40"/>
                <a:gd name="T7" fmla="*/ 12 h 20"/>
                <a:gd name="T8" fmla="*/ 18 w 40"/>
                <a:gd name="T9" fmla="*/ 2 h 20"/>
              </a:gdLst>
              <a:ahLst/>
              <a:cxnLst>
                <a:cxn ang="0">
                  <a:pos x="T0" y="T1"/>
                </a:cxn>
                <a:cxn ang="0">
                  <a:pos x="T2" y="T3"/>
                </a:cxn>
                <a:cxn ang="0">
                  <a:pos x="T4" y="T5"/>
                </a:cxn>
                <a:cxn ang="0">
                  <a:pos x="T6" y="T7"/>
                </a:cxn>
                <a:cxn ang="0">
                  <a:pos x="T8" y="T9"/>
                </a:cxn>
              </a:cxnLst>
              <a:rect l="0" t="0" r="r" b="b"/>
              <a:pathLst>
                <a:path w="40" h="20">
                  <a:moveTo>
                    <a:pt x="18" y="2"/>
                  </a:moveTo>
                  <a:cubicBezTo>
                    <a:pt x="29" y="0"/>
                    <a:pt x="38" y="4"/>
                    <a:pt x="39" y="9"/>
                  </a:cubicBezTo>
                  <a:cubicBezTo>
                    <a:pt x="40" y="14"/>
                    <a:pt x="33" y="18"/>
                    <a:pt x="23" y="19"/>
                  </a:cubicBezTo>
                  <a:cubicBezTo>
                    <a:pt x="12" y="20"/>
                    <a:pt x="1" y="16"/>
                    <a:pt x="1" y="12"/>
                  </a:cubicBezTo>
                  <a:cubicBezTo>
                    <a:pt x="0" y="7"/>
                    <a:pt x="7"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 name="Freeform 259">
              <a:extLst>
                <a:ext uri="{FF2B5EF4-FFF2-40B4-BE49-F238E27FC236}">
                  <a16:creationId xmlns:a16="http://schemas.microsoft.com/office/drawing/2014/main" id="{A6801636-4E14-5AA6-6791-160135C229EC}"/>
                </a:ext>
              </a:extLst>
            </p:cNvPr>
            <p:cNvSpPr>
              <a:spLocks/>
            </p:cNvSpPr>
            <p:nvPr/>
          </p:nvSpPr>
          <p:spPr bwMode="auto">
            <a:xfrm rot="5094805">
              <a:off x="154797" y="4281326"/>
              <a:ext cx="100539" cy="52554"/>
            </a:xfrm>
            <a:custGeom>
              <a:avLst/>
              <a:gdLst>
                <a:gd name="T0" fmla="*/ 22 w 41"/>
                <a:gd name="T1" fmla="*/ 21 h 22"/>
                <a:gd name="T2" fmla="*/ 1 w 41"/>
                <a:gd name="T3" fmla="*/ 11 h 22"/>
                <a:gd name="T4" fmla="*/ 19 w 41"/>
                <a:gd name="T5" fmla="*/ 0 h 22"/>
                <a:gd name="T6" fmla="*/ 40 w 41"/>
                <a:gd name="T7" fmla="*/ 11 h 22"/>
                <a:gd name="T8" fmla="*/ 22 w 41"/>
                <a:gd name="T9" fmla="*/ 21 h 22"/>
              </a:gdLst>
              <a:ahLst/>
              <a:cxnLst>
                <a:cxn ang="0">
                  <a:pos x="T0" y="T1"/>
                </a:cxn>
                <a:cxn ang="0">
                  <a:pos x="T2" y="T3"/>
                </a:cxn>
                <a:cxn ang="0">
                  <a:pos x="T4" y="T5"/>
                </a:cxn>
                <a:cxn ang="0">
                  <a:pos x="T6" y="T7"/>
                </a:cxn>
                <a:cxn ang="0">
                  <a:pos x="T8" y="T9"/>
                </a:cxn>
              </a:cxnLst>
              <a:rect l="0" t="0" r="r" b="b"/>
              <a:pathLst>
                <a:path w="41" h="22">
                  <a:moveTo>
                    <a:pt x="22" y="21"/>
                  </a:moveTo>
                  <a:cubicBezTo>
                    <a:pt x="12" y="21"/>
                    <a:pt x="2" y="16"/>
                    <a:pt x="1" y="11"/>
                  </a:cubicBezTo>
                  <a:cubicBezTo>
                    <a:pt x="0" y="5"/>
                    <a:pt x="8" y="0"/>
                    <a:pt x="19" y="0"/>
                  </a:cubicBezTo>
                  <a:cubicBezTo>
                    <a:pt x="30" y="0"/>
                    <a:pt x="39" y="5"/>
                    <a:pt x="40" y="11"/>
                  </a:cubicBezTo>
                  <a:cubicBezTo>
                    <a:pt x="41" y="17"/>
                    <a:pt x="33" y="22"/>
                    <a:pt x="2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 name="Freeform 260">
              <a:extLst>
                <a:ext uri="{FF2B5EF4-FFF2-40B4-BE49-F238E27FC236}">
                  <a16:creationId xmlns:a16="http://schemas.microsoft.com/office/drawing/2014/main" id="{CEB9A3E3-96E3-D6DE-D70D-62CA3B6312DE}"/>
                </a:ext>
              </a:extLst>
            </p:cNvPr>
            <p:cNvSpPr>
              <a:spLocks/>
            </p:cNvSpPr>
            <p:nvPr/>
          </p:nvSpPr>
          <p:spPr bwMode="auto">
            <a:xfrm rot="5094805">
              <a:off x="165084" y="4468440"/>
              <a:ext cx="102824" cy="63979"/>
            </a:xfrm>
            <a:custGeom>
              <a:avLst/>
              <a:gdLst>
                <a:gd name="T0" fmla="*/ 23 w 41"/>
                <a:gd name="T1" fmla="*/ 25 h 26"/>
                <a:gd name="T2" fmla="*/ 2 w 41"/>
                <a:gd name="T3" fmla="*/ 12 h 26"/>
                <a:gd name="T4" fmla="*/ 19 w 41"/>
                <a:gd name="T5" fmla="*/ 1 h 26"/>
                <a:gd name="T6" fmla="*/ 41 w 41"/>
                <a:gd name="T7" fmla="*/ 15 h 26"/>
                <a:gd name="T8" fmla="*/ 23 w 41"/>
                <a:gd name="T9" fmla="*/ 25 h 26"/>
              </a:gdLst>
              <a:ahLst/>
              <a:cxnLst>
                <a:cxn ang="0">
                  <a:pos x="T0" y="T1"/>
                </a:cxn>
                <a:cxn ang="0">
                  <a:pos x="T2" y="T3"/>
                </a:cxn>
                <a:cxn ang="0">
                  <a:pos x="T4" y="T5"/>
                </a:cxn>
                <a:cxn ang="0">
                  <a:pos x="T6" y="T7"/>
                </a:cxn>
                <a:cxn ang="0">
                  <a:pos x="T8" y="T9"/>
                </a:cxn>
              </a:cxnLst>
              <a:rect l="0" t="0" r="r" b="b"/>
              <a:pathLst>
                <a:path w="41" h="26">
                  <a:moveTo>
                    <a:pt x="23" y="25"/>
                  </a:moveTo>
                  <a:cubicBezTo>
                    <a:pt x="12" y="24"/>
                    <a:pt x="3" y="19"/>
                    <a:pt x="2" y="12"/>
                  </a:cubicBezTo>
                  <a:cubicBezTo>
                    <a:pt x="0" y="6"/>
                    <a:pt x="8" y="0"/>
                    <a:pt x="19" y="1"/>
                  </a:cubicBezTo>
                  <a:cubicBezTo>
                    <a:pt x="30" y="1"/>
                    <a:pt x="40" y="7"/>
                    <a:pt x="41" y="15"/>
                  </a:cubicBezTo>
                  <a:cubicBezTo>
                    <a:pt x="41" y="22"/>
                    <a:pt x="33" y="26"/>
                    <a:pt x="2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 name="Freeform 261">
              <a:extLst>
                <a:ext uri="{FF2B5EF4-FFF2-40B4-BE49-F238E27FC236}">
                  <a16:creationId xmlns:a16="http://schemas.microsoft.com/office/drawing/2014/main" id="{4036C4C7-6D49-83ED-329D-E97AD965224D}"/>
                </a:ext>
              </a:extLst>
            </p:cNvPr>
            <p:cNvSpPr>
              <a:spLocks/>
            </p:cNvSpPr>
            <p:nvPr/>
          </p:nvSpPr>
          <p:spPr bwMode="auto">
            <a:xfrm rot="5094805">
              <a:off x="169892" y="4659682"/>
              <a:ext cx="100539" cy="73119"/>
            </a:xfrm>
            <a:custGeom>
              <a:avLst/>
              <a:gdLst>
                <a:gd name="T0" fmla="*/ 23 w 41"/>
                <a:gd name="T1" fmla="*/ 29 h 30"/>
                <a:gd name="T2" fmla="*/ 1 w 41"/>
                <a:gd name="T3" fmla="*/ 12 h 30"/>
                <a:gd name="T4" fmla="*/ 18 w 41"/>
                <a:gd name="T5" fmla="*/ 0 h 30"/>
                <a:gd name="T6" fmla="*/ 40 w 41"/>
                <a:gd name="T7" fmla="*/ 16 h 30"/>
                <a:gd name="T8" fmla="*/ 23 w 41"/>
                <a:gd name="T9" fmla="*/ 29 h 30"/>
              </a:gdLst>
              <a:ahLst/>
              <a:cxnLst>
                <a:cxn ang="0">
                  <a:pos x="T0" y="T1"/>
                </a:cxn>
                <a:cxn ang="0">
                  <a:pos x="T2" y="T3"/>
                </a:cxn>
                <a:cxn ang="0">
                  <a:pos x="T4" y="T5"/>
                </a:cxn>
                <a:cxn ang="0">
                  <a:pos x="T6" y="T7"/>
                </a:cxn>
                <a:cxn ang="0">
                  <a:pos x="T8" y="T9"/>
                </a:cxn>
              </a:cxnLst>
              <a:rect l="0" t="0" r="r" b="b"/>
              <a:pathLst>
                <a:path w="41" h="30">
                  <a:moveTo>
                    <a:pt x="23" y="29"/>
                  </a:moveTo>
                  <a:cubicBezTo>
                    <a:pt x="12" y="28"/>
                    <a:pt x="2" y="20"/>
                    <a:pt x="1" y="12"/>
                  </a:cubicBezTo>
                  <a:cubicBezTo>
                    <a:pt x="0" y="5"/>
                    <a:pt x="8" y="0"/>
                    <a:pt x="18" y="0"/>
                  </a:cubicBezTo>
                  <a:cubicBezTo>
                    <a:pt x="29" y="0"/>
                    <a:pt x="39" y="8"/>
                    <a:pt x="40" y="16"/>
                  </a:cubicBezTo>
                  <a:cubicBezTo>
                    <a:pt x="41" y="24"/>
                    <a:pt x="33" y="30"/>
                    <a:pt x="23"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 name="Freeform 262">
              <a:extLst>
                <a:ext uri="{FF2B5EF4-FFF2-40B4-BE49-F238E27FC236}">
                  <a16:creationId xmlns:a16="http://schemas.microsoft.com/office/drawing/2014/main" id="{EE26921B-0CE0-1802-0D31-A19FE94203E6}"/>
                </a:ext>
              </a:extLst>
            </p:cNvPr>
            <p:cNvSpPr>
              <a:spLocks/>
            </p:cNvSpPr>
            <p:nvPr/>
          </p:nvSpPr>
          <p:spPr bwMode="auto">
            <a:xfrm rot="5094805">
              <a:off x="169839" y="4844386"/>
              <a:ext cx="100539" cy="89114"/>
            </a:xfrm>
            <a:custGeom>
              <a:avLst/>
              <a:gdLst>
                <a:gd name="T0" fmla="*/ 23 w 41"/>
                <a:gd name="T1" fmla="*/ 34 h 36"/>
                <a:gd name="T2" fmla="*/ 2 w 41"/>
                <a:gd name="T3" fmla="*/ 16 h 36"/>
                <a:gd name="T4" fmla="*/ 19 w 41"/>
                <a:gd name="T5" fmla="*/ 1 h 36"/>
                <a:gd name="T6" fmla="*/ 40 w 41"/>
                <a:gd name="T7" fmla="*/ 20 h 36"/>
                <a:gd name="T8" fmla="*/ 23 w 41"/>
                <a:gd name="T9" fmla="*/ 34 h 36"/>
              </a:gdLst>
              <a:ahLst/>
              <a:cxnLst>
                <a:cxn ang="0">
                  <a:pos x="T0" y="T1"/>
                </a:cxn>
                <a:cxn ang="0">
                  <a:pos x="T2" y="T3"/>
                </a:cxn>
                <a:cxn ang="0">
                  <a:pos x="T4" y="T5"/>
                </a:cxn>
                <a:cxn ang="0">
                  <a:pos x="T6" y="T7"/>
                </a:cxn>
                <a:cxn ang="0">
                  <a:pos x="T8" y="T9"/>
                </a:cxn>
              </a:cxnLst>
              <a:rect l="0" t="0" r="r" b="b"/>
              <a:pathLst>
                <a:path w="41" h="36">
                  <a:moveTo>
                    <a:pt x="23" y="34"/>
                  </a:moveTo>
                  <a:cubicBezTo>
                    <a:pt x="13" y="33"/>
                    <a:pt x="3" y="25"/>
                    <a:pt x="2" y="16"/>
                  </a:cubicBezTo>
                  <a:cubicBezTo>
                    <a:pt x="0" y="7"/>
                    <a:pt x="8" y="0"/>
                    <a:pt x="19" y="1"/>
                  </a:cubicBezTo>
                  <a:cubicBezTo>
                    <a:pt x="30" y="2"/>
                    <a:pt x="40" y="11"/>
                    <a:pt x="40" y="20"/>
                  </a:cubicBezTo>
                  <a:cubicBezTo>
                    <a:pt x="41" y="29"/>
                    <a:pt x="33" y="36"/>
                    <a:pt x="23"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 name="Freeform 263">
              <a:extLst>
                <a:ext uri="{FF2B5EF4-FFF2-40B4-BE49-F238E27FC236}">
                  <a16:creationId xmlns:a16="http://schemas.microsoft.com/office/drawing/2014/main" id="{6D34B806-7A89-02D9-2428-6E93A27ECF65}"/>
                </a:ext>
              </a:extLst>
            </p:cNvPr>
            <p:cNvSpPr>
              <a:spLocks/>
            </p:cNvSpPr>
            <p:nvPr/>
          </p:nvSpPr>
          <p:spPr bwMode="auto">
            <a:xfrm rot="5094805">
              <a:off x="164396" y="5037479"/>
              <a:ext cx="102824" cy="95969"/>
            </a:xfrm>
            <a:custGeom>
              <a:avLst/>
              <a:gdLst>
                <a:gd name="T0" fmla="*/ 23 w 41"/>
                <a:gd name="T1" fmla="*/ 38 h 39"/>
                <a:gd name="T2" fmla="*/ 1 w 41"/>
                <a:gd name="T3" fmla="*/ 17 h 39"/>
                <a:gd name="T4" fmla="*/ 17 w 41"/>
                <a:gd name="T5" fmla="*/ 0 h 39"/>
                <a:gd name="T6" fmla="*/ 40 w 41"/>
                <a:gd name="T7" fmla="*/ 21 h 39"/>
                <a:gd name="T8" fmla="*/ 23 w 41"/>
                <a:gd name="T9" fmla="*/ 38 h 39"/>
              </a:gdLst>
              <a:ahLst/>
              <a:cxnLst>
                <a:cxn ang="0">
                  <a:pos x="T0" y="T1"/>
                </a:cxn>
                <a:cxn ang="0">
                  <a:pos x="T2" y="T3"/>
                </a:cxn>
                <a:cxn ang="0">
                  <a:pos x="T4" y="T5"/>
                </a:cxn>
                <a:cxn ang="0">
                  <a:pos x="T6" y="T7"/>
                </a:cxn>
                <a:cxn ang="0">
                  <a:pos x="T8" y="T9"/>
                </a:cxn>
              </a:cxnLst>
              <a:rect l="0" t="0" r="r" b="b"/>
              <a:pathLst>
                <a:path w="41" h="39">
                  <a:moveTo>
                    <a:pt x="23" y="38"/>
                  </a:moveTo>
                  <a:cubicBezTo>
                    <a:pt x="12" y="36"/>
                    <a:pt x="2" y="27"/>
                    <a:pt x="1" y="17"/>
                  </a:cubicBezTo>
                  <a:cubicBezTo>
                    <a:pt x="0" y="7"/>
                    <a:pt x="7" y="0"/>
                    <a:pt x="17" y="0"/>
                  </a:cubicBezTo>
                  <a:cubicBezTo>
                    <a:pt x="29" y="1"/>
                    <a:pt x="38" y="10"/>
                    <a:pt x="40" y="21"/>
                  </a:cubicBezTo>
                  <a:cubicBezTo>
                    <a:pt x="41" y="31"/>
                    <a:pt x="34" y="39"/>
                    <a:pt x="23"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 name="Freeform 264">
              <a:extLst>
                <a:ext uri="{FF2B5EF4-FFF2-40B4-BE49-F238E27FC236}">
                  <a16:creationId xmlns:a16="http://schemas.microsoft.com/office/drawing/2014/main" id="{BE1A841B-1E35-B599-2F9C-5C73C07914B7}"/>
                </a:ext>
              </a:extLst>
            </p:cNvPr>
            <p:cNvSpPr>
              <a:spLocks/>
            </p:cNvSpPr>
            <p:nvPr/>
          </p:nvSpPr>
          <p:spPr bwMode="auto">
            <a:xfrm rot="5094805">
              <a:off x="163409" y="5225703"/>
              <a:ext cx="102824" cy="109679"/>
            </a:xfrm>
            <a:custGeom>
              <a:avLst/>
              <a:gdLst>
                <a:gd name="T0" fmla="*/ 23 w 42"/>
                <a:gd name="T1" fmla="*/ 42 h 44"/>
                <a:gd name="T2" fmla="*/ 1 w 42"/>
                <a:gd name="T3" fmla="*/ 20 h 44"/>
                <a:gd name="T4" fmla="*/ 19 w 42"/>
                <a:gd name="T5" fmla="*/ 1 h 44"/>
                <a:gd name="T6" fmla="*/ 40 w 42"/>
                <a:gd name="T7" fmla="*/ 23 h 44"/>
                <a:gd name="T8" fmla="*/ 23 w 42"/>
                <a:gd name="T9" fmla="*/ 42 h 44"/>
              </a:gdLst>
              <a:ahLst/>
              <a:cxnLst>
                <a:cxn ang="0">
                  <a:pos x="T0" y="T1"/>
                </a:cxn>
                <a:cxn ang="0">
                  <a:pos x="T2" y="T3"/>
                </a:cxn>
                <a:cxn ang="0">
                  <a:pos x="T4" y="T5"/>
                </a:cxn>
                <a:cxn ang="0">
                  <a:pos x="T6" y="T7"/>
                </a:cxn>
                <a:cxn ang="0">
                  <a:pos x="T8" y="T9"/>
                </a:cxn>
              </a:cxnLst>
              <a:rect l="0" t="0" r="r" b="b"/>
              <a:pathLst>
                <a:path w="42" h="44">
                  <a:moveTo>
                    <a:pt x="23" y="42"/>
                  </a:moveTo>
                  <a:cubicBezTo>
                    <a:pt x="12" y="41"/>
                    <a:pt x="3" y="31"/>
                    <a:pt x="1" y="20"/>
                  </a:cubicBezTo>
                  <a:cubicBezTo>
                    <a:pt x="0" y="8"/>
                    <a:pt x="8" y="0"/>
                    <a:pt x="19" y="1"/>
                  </a:cubicBezTo>
                  <a:cubicBezTo>
                    <a:pt x="30" y="2"/>
                    <a:pt x="39" y="11"/>
                    <a:pt x="40" y="23"/>
                  </a:cubicBezTo>
                  <a:cubicBezTo>
                    <a:pt x="42" y="35"/>
                    <a:pt x="34" y="44"/>
                    <a:pt x="2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 name="Freeform 265">
              <a:extLst>
                <a:ext uri="{FF2B5EF4-FFF2-40B4-BE49-F238E27FC236}">
                  <a16:creationId xmlns:a16="http://schemas.microsoft.com/office/drawing/2014/main" id="{9DA6F342-E707-83D7-36D7-5FF230264345}"/>
                </a:ext>
              </a:extLst>
            </p:cNvPr>
            <p:cNvSpPr>
              <a:spLocks/>
            </p:cNvSpPr>
            <p:nvPr/>
          </p:nvSpPr>
          <p:spPr bwMode="auto">
            <a:xfrm rot="5094805">
              <a:off x="166770" y="5413531"/>
              <a:ext cx="102824" cy="118819"/>
            </a:xfrm>
            <a:custGeom>
              <a:avLst/>
              <a:gdLst>
                <a:gd name="T0" fmla="*/ 20 w 42"/>
                <a:gd name="T1" fmla="*/ 1 h 48"/>
                <a:gd name="T2" fmla="*/ 41 w 42"/>
                <a:gd name="T3" fmla="*/ 25 h 48"/>
                <a:gd name="T4" fmla="*/ 23 w 42"/>
                <a:gd name="T5" fmla="*/ 47 h 48"/>
                <a:gd name="T6" fmla="*/ 2 w 42"/>
                <a:gd name="T7" fmla="*/ 22 h 48"/>
                <a:gd name="T8" fmla="*/ 20 w 42"/>
                <a:gd name="T9" fmla="*/ 1 h 48"/>
              </a:gdLst>
              <a:ahLst/>
              <a:cxnLst>
                <a:cxn ang="0">
                  <a:pos x="T0" y="T1"/>
                </a:cxn>
                <a:cxn ang="0">
                  <a:pos x="T2" y="T3"/>
                </a:cxn>
                <a:cxn ang="0">
                  <a:pos x="T4" y="T5"/>
                </a:cxn>
                <a:cxn ang="0">
                  <a:pos x="T6" y="T7"/>
                </a:cxn>
                <a:cxn ang="0">
                  <a:pos x="T8" y="T9"/>
                </a:cxn>
              </a:cxnLst>
              <a:rect l="0" t="0" r="r" b="b"/>
              <a:pathLst>
                <a:path w="42" h="48">
                  <a:moveTo>
                    <a:pt x="20" y="1"/>
                  </a:moveTo>
                  <a:cubicBezTo>
                    <a:pt x="30" y="2"/>
                    <a:pt x="39" y="12"/>
                    <a:pt x="41" y="25"/>
                  </a:cubicBezTo>
                  <a:cubicBezTo>
                    <a:pt x="42" y="38"/>
                    <a:pt x="34" y="48"/>
                    <a:pt x="23" y="47"/>
                  </a:cubicBezTo>
                  <a:cubicBezTo>
                    <a:pt x="13" y="45"/>
                    <a:pt x="3" y="34"/>
                    <a:pt x="2" y="22"/>
                  </a:cubicBezTo>
                  <a:cubicBezTo>
                    <a:pt x="0" y="10"/>
                    <a:pt x="9"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 name="Freeform 266">
              <a:extLst>
                <a:ext uri="{FF2B5EF4-FFF2-40B4-BE49-F238E27FC236}">
                  <a16:creationId xmlns:a16="http://schemas.microsoft.com/office/drawing/2014/main" id="{33C21498-3334-A739-1A22-57FED3132DD2}"/>
                </a:ext>
              </a:extLst>
            </p:cNvPr>
            <p:cNvSpPr>
              <a:spLocks/>
            </p:cNvSpPr>
            <p:nvPr/>
          </p:nvSpPr>
          <p:spPr bwMode="auto">
            <a:xfrm rot="5094805">
              <a:off x="172610" y="5605717"/>
              <a:ext cx="102824" cy="123389"/>
            </a:xfrm>
            <a:custGeom>
              <a:avLst/>
              <a:gdLst>
                <a:gd name="T0" fmla="*/ 23 w 41"/>
                <a:gd name="T1" fmla="*/ 50 h 50"/>
                <a:gd name="T2" fmla="*/ 1 w 41"/>
                <a:gd name="T3" fmla="*/ 25 h 50"/>
                <a:gd name="T4" fmla="*/ 18 w 41"/>
                <a:gd name="T5" fmla="*/ 0 h 50"/>
                <a:gd name="T6" fmla="*/ 40 w 41"/>
                <a:gd name="T7" fmla="*/ 26 h 50"/>
                <a:gd name="T8" fmla="*/ 23 w 41"/>
                <a:gd name="T9" fmla="*/ 50 h 50"/>
              </a:gdLst>
              <a:ahLst/>
              <a:cxnLst>
                <a:cxn ang="0">
                  <a:pos x="T0" y="T1"/>
                </a:cxn>
                <a:cxn ang="0">
                  <a:pos x="T2" y="T3"/>
                </a:cxn>
                <a:cxn ang="0">
                  <a:pos x="T4" y="T5"/>
                </a:cxn>
                <a:cxn ang="0">
                  <a:pos x="T6" y="T7"/>
                </a:cxn>
                <a:cxn ang="0">
                  <a:pos x="T8" y="T9"/>
                </a:cxn>
              </a:cxnLst>
              <a:rect l="0" t="0" r="r" b="b"/>
              <a:pathLst>
                <a:path w="41" h="50">
                  <a:moveTo>
                    <a:pt x="23" y="50"/>
                  </a:moveTo>
                  <a:cubicBezTo>
                    <a:pt x="13" y="49"/>
                    <a:pt x="3" y="38"/>
                    <a:pt x="1" y="25"/>
                  </a:cubicBezTo>
                  <a:cubicBezTo>
                    <a:pt x="0" y="11"/>
                    <a:pt x="7" y="0"/>
                    <a:pt x="18" y="0"/>
                  </a:cubicBezTo>
                  <a:cubicBezTo>
                    <a:pt x="29" y="0"/>
                    <a:pt x="39" y="12"/>
                    <a:pt x="40" y="26"/>
                  </a:cubicBezTo>
                  <a:cubicBezTo>
                    <a:pt x="41" y="40"/>
                    <a:pt x="33" y="50"/>
                    <a:pt x="23"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 name="Freeform 267">
              <a:extLst>
                <a:ext uri="{FF2B5EF4-FFF2-40B4-BE49-F238E27FC236}">
                  <a16:creationId xmlns:a16="http://schemas.microsoft.com/office/drawing/2014/main" id="{05376302-F3E5-44F4-6434-361BBCBC9C0B}"/>
                </a:ext>
              </a:extLst>
            </p:cNvPr>
            <p:cNvSpPr>
              <a:spLocks/>
            </p:cNvSpPr>
            <p:nvPr/>
          </p:nvSpPr>
          <p:spPr bwMode="auto">
            <a:xfrm rot="5094805">
              <a:off x="189936" y="5796987"/>
              <a:ext cx="100539" cy="130244"/>
            </a:xfrm>
            <a:custGeom>
              <a:avLst/>
              <a:gdLst>
                <a:gd name="T0" fmla="*/ 23 w 41"/>
                <a:gd name="T1" fmla="*/ 53 h 53"/>
                <a:gd name="T2" fmla="*/ 1 w 41"/>
                <a:gd name="T3" fmla="*/ 26 h 53"/>
                <a:gd name="T4" fmla="*/ 17 w 41"/>
                <a:gd name="T5" fmla="*/ 0 h 53"/>
                <a:gd name="T6" fmla="*/ 39 w 41"/>
                <a:gd name="T7" fmla="*/ 27 h 53"/>
                <a:gd name="T8" fmla="*/ 23 w 41"/>
                <a:gd name="T9" fmla="*/ 53 h 53"/>
              </a:gdLst>
              <a:ahLst/>
              <a:cxnLst>
                <a:cxn ang="0">
                  <a:pos x="T0" y="T1"/>
                </a:cxn>
                <a:cxn ang="0">
                  <a:pos x="T2" y="T3"/>
                </a:cxn>
                <a:cxn ang="0">
                  <a:pos x="T4" y="T5"/>
                </a:cxn>
                <a:cxn ang="0">
                  <a:pos x="T6" y="T7"/>
                </a:cxn>
                <a:cxn ang="0">
                  <a:pos x="T8" y="T9"/>
                </a:cxn>
              </a:cxnLst>
              <a:rect l="0" t="0" r="r" b="b"/>
              <a:pathLst>
                <a:path w="41" h="53">
                  <a:moveTo>
                    <a:pt x="23" y="53"/>
                  </a:moveTo>
                  <a:cubicBezTo>
                    <a:pt x="12" y="53"/>
                    <a:pt x="2" y="41"/>
                    <a:pt x="1" y="26"/>
                  </a:cubicBezTo>
                  <a:cubicBezTo>
                    <a:pt x="0" y="12"/>
                    <a:pt x="7" y="1"/>
                    <a:pt x="17" y="0"/>
                  </a:cubicBezTo>
                  <a:cubicBezTo>
                    <a:pt x="28" y="0"/>
                    <a:pt x="38" y="11"/>
                    <a:pt x="39" y="27"/>
                  </a:cubicBezTo>
                  <a:cubicBezTo>
                    <a:pt x="41" y="41"/>
                    <a:pt x="33" y="53"/>
                    <a:pt x="23"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 name="Freeform 268">
              <a:extLst>
                <a:ext uri="{FF2B5EF4-FFF2-40B4-BE49-F238E27FC236}">
                  <a16:creationId xmlns:a16="http://schemas.microsoft.com/office/drawing/2014/main" id="{C38C50F2-64FB-EF65-F574-3313DDAF1753}"/>
                </a:ext>
              </a:extLst>
            </p:cNvPr>
            <p:cNvSpPr>
              <a:spLocks/>
            </p:cNvSpPr>
            <p:nvPr/>
          </p:nvSpPr>
          <p:spPr bwMode="auto">
            <a:xfrm rot="5094805">
              <a:off x="216057" y="5980503"/>
              <a:ext cx="100539" cy="143953"/>
            </a:xfrm>
            <a:custGeom>
              <a:avLst/>
              <a:gdLst>
                <a:gd name="T0" fmla="*/ 23 w 41"/>
                <a:gd name="T1" fmla="*/ 57 h 58"/>
                <a:gd name="T2" fmla="*/ 1 w 41"/>
                <a:gd name="T3" fmla="*/ 30 h 58"/>
                <a:gd name="T4" fmla="*/ 17 w 41"/>
                <a:gd name="T5" fmla="*/ 2 h 58"/>
                <a:gd name="T6" fmla="*/ 40 w 41"/>
                <a:gd name="T7" fmla="*/ 28 h 58"/>
                <a:gd name="T8" fmla="*/ 23 w 41"/>
                <a:gd name="T9" fmla="*/ 57 h 58"/>
              </a:gdLst>
              <a:ahLst/>
              <a:cxnLst>
                <a:cxn ang="0">
                  <a:pos x="T0" y="T1"/>
                </a:cxn>
                <a:cxn ang="0">
                  <a:pos x="T2" y="T3"/>
                </a:cxn>
                <a:cxn ang="0">
                  <a:pos x="T4" y="T5"/>
                </a:cxn>
                <a:cxn ang="0">
                  <a:pos x="T6" y="T7"/>
                </a:cxn>
                <a:cxn ang="0">
                  <a:pos x="T8" y="T9"/>
                </a:cxn>
              </a:cxnLst>
              <a:rect l="0" t="0" r="r" b="b"/>
              <a:pathLst>
                <a:path w="41" h="58">
                  <a:moveTo>
                    <a:pt x="23" y="57"/>
                  </a:moveTo>
                  <a:cubicBezTo>
                    <a:pt x="13" y="58"/>
                    <a:pt x="2" y="45"/>
                    <a:pt x="1" y="30"/>
                  </a:cubicBezTo>
                  <a:cubicBezTo>
                    <a:pt x="0" y="15"/>
                    <a:pt x="7" y="3"/>
                    <a:pt x="17" y="2"/>
                  </a:cubicBezTo>
                  <a:cubicBezTo>
                    <a:pt x="29" y="0"/>
                    <a:pt x="39" y="12"/>
                    <a:pt x="40" y="28"/>
                  </a:cubicBezTo>
                  <a:cubicBezTo>
                    <a:pt x="41" y="43"/>
                    <a:pt x="34" y="56"/>
                    <a:pt x="23"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 name="Freeform 269">
              <a:extLst>
                <a:ext uri="{FF2B5EF4-FFF2-40B4-BE49-F238E27FC236}">
                  <a16:creationId xmlns:a16="http://schemas.microsoft.com/office/drawing/2014/main" id="{56393417-FA25-43BA-25EE-93FAEC46FF23}"/>
                </a:ext>
              </a:extLst>
            </p:cNvPr>
            <p:cNvSpPr>
              <a:spLocks/>
            </p:cNvSpPr>
            <p:nvPr/>
          </p:nvSpPr>
          <p:spPr bwMode="auto">
            <a:xfrm rot="5094805">
              <a:off x="251379" y="6167674"/>
              <a:ext cx="102824" cy="150808"/>
            </a:xfrm>
            <a:custGeom>
              <a:avLst/>
              <a:gdLst>
                <a:gd name="T0" fmla="*/ 18 w 41"/>
                <a:gd name="T1" fmla="*/ 2 h 61"/>
                <a:gd name="T2" fmla="*/ 40 w 41"/>
                <a:gd name="T3" fmla="*/ 28 h 61"/>
                <a:gd name="T4" fmla="*/ 24 w 41"/>
                <a:gd name="T5" fmla="*/ 59 h 61"/>
                <a:gd name="T6" fmla="*/ 1 w 41"/>
                <a:gd name="T7" fmla="*/ 32 h 61"/>
                <a:gd name="T8" fmla="*/ 18 w 41"/>
                <a:gd name="T9" fmla="*/ 2 h 61"/>
              </a:gdLst>
              <a:ahLst/>
              <a:cxnLst>
                <a:cxn ang="0">
                  <a:pos x="T0" y="T1"/>
                </a:cxn>
                <a:cxn ang="0">
                  <a:pos x="T2" y="T3"/>
                </a:cxn>
                <a:cxn ang="0">
                  <a:pos x="T4" y="T5"/>
                </a:cxn>
                <a:cxn ang="0">
                  <a:pos x="T6" y="T7"/>
                </a:cxn>
                <a:cxn ang="0">
                  <a:pos x="T8" y="T9"/>
                </a:cxn>
              </a:cxnLst>
              <a:rect l="0" t="0" r="r" b="b"/>
              <a:pathLst>
                <a:path w="41" h="61">
                  <a:moveTo>
                    <a:pt x="18" y="2"/>
                  </a:moveTo>
                  <a:cubicBezTo>
                    <a:pt x="29" y="0"/>
                    <a:pt x="39" y="12"/>
                    <a:pt x="40" y="28"/>
                  </a:cubicBezTo>
                  <a:cubicBezTo>
                    <a:pt x="41" y="44"/>
                    <a:pt x="34" y="58"/>
                    <a:pt x="24" y="59"/>
                  </a:cubicBezTo>
                  <a:cubicBezTo>
                    <a:pt x="13" y="61"/>
                    <a:pt x="2" y="48"/>
                    <a:pt x="1" y="32"/>
                  </a:cubicBezTo>
                  <a:cubicBezTo>
                    <a:pt x="0" y="17"/>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 name="Freeform 270">
              <a:extLst>
                <a:ext uri="{FF2B5EF4-FFF2-40B4-BE49-F238E27FC236}">
                  <a16:creationId xmlns:a16="http://schemas.microsoft.com/office/drawing/2014/main" id="{58924629-CD7B-3459-43A0-BEE25A0E113A}"/>
                </a:ext>
              </a:extLst>
            </p:cNvPr>
            <p:cNvSpPr>
              <a:spLocks/>
            </p:cNvSpPr>
            <p:nvPr/>
          </p:nvSpPr>
          <p:spPr bwMode="auto">
            <a:xfrm rot="5094805">
              <a:off x="300569" y="6358393"/>
              <a:ext cx="100539" cy="153093"/>
            </a:xfrm>
            <a:custGeom>
              <a:avLst/>
              <a:gdLst>
                <a:gd name="T0" fmla="*/ 24 w 41"/>
                <a:gd name="T1" fmla="*/ 60 h 62"/>
                <a:gd name="T2" fmla="*/ 1 w 41"/>
                <a:gd name="T3" fmla="*/ 34 h 62"/>
                <a:gd name="T4" fmla="*/ 17 w 41"/>
                <a:gd name="T5" fmla="*/ 2 h 62"/>
                <a:gd name="T6" fmla="*/ 40 w 41"/>
                <a:gd name="T7" fmla="*/ 28 h 62"/>
                <a:gd name="T8" fmla="*/ 24 w 41"/>
                <a:gd name="T9" fmla="*/ 60 h 62"/>
              </a:gdLst>
              <a:ahLst/>
              <a:cxnLst>
                <a:cxn ang="0">
                  <a:pos x="T0" y="T1"/>
                </a:cxn>
                <a:cxn ang="0">
                  <a:pos x="T2" y="T3"/>
                </a:cxn>
                <a:cxn ang="0">
                  <a:pos x="T4" y="T5"/>
                </a:cxn>
                <a:cxn ang="0">
                  <a:pos x="T6" y="T7"/>
                </a:cxn>
                <a:cxn ang="0">
                  <a:pos x="T8" y="T9"/>
                </a:cxn>
              </a:cxnLst>
              <a:rect l="0" t="0" r="r" b="b"/>
              <a:pathLst>
                <a:path w="41" h="62">
                  <a:moveTo>
                    <a:pt x="24" y="60"/>
                  </a:moveTo>
                  <a:cubicBezTo>
                    <a:pt x="13" y="62"/>
                    <a:pt x="2" y="50"/>
                    <a:pt x="1" y="34"/>
                  </a:cubicBezTo>
                  <a:cubicBezTo>
                    <a:pt x="0" y="18"/>
                    <a:pt x="7" y="4"/>
                    <a:pt x="17" y="2"/>
                  </a:cubicBezTo>
                  <a:cubicBezTo>
                    <a:pt x="28" y="0"/>
                    <a:pt x="38" y="11"/>
                    <a:pt x="40" y="28"/>
                  </a:cubicBezTo>
                  <a:cubicBezTo>
                    <a:pt x="41" y="43"/>
                    <a:pt x="34" y="58"/>
                    <a:pt x="24"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 name="Freeform 271">
              <a:extLst>
                <a:ext uri="{FF2B5EF4-FFF2-40B4-BE49-F238E27FC236}">
                  <a16:creationId xmlns:a16="http://schemas.microsoft.com/office/drawing/2014/main" id="{8AF3989E-4355-CBAD-3C9B-97BD33A959D8}"/>
                </a:ext>
              </a:extLst>
            </p:cNvPr>
            <p:cNvSpPr>
              <a:spLocks/>
            </p:cNvSpPr>
            <p:nvPr/>
          </p:nvSpPr>
          <p:spPr bwMode="auto">
            <a:xfrm rot="5094805">
              <a:off x="357513" y="6547066"/>
              <a:ext cx="102824" cy="153093"/>
            </a:xfrm>
            <a:custGeom>
              <a:avLst/>
              <a:gdLst>
                <a:gd name="T0" fmla="*/ 19 w 42"/>
                <a:gd name="T1" fmla="*/ 2 h 62"/>
                <a:gd name="T2" fmla="*/ 41 w 42"/>
                <a:gd name="T3" fmla="*/ 25 h 62"/>
                <a:gd name="T4" fmla="*/ 24 w 42"/>
                <a:gd name="T5" fmla="*/ 59 h 62"/>
                <a:gd name="T6" fmla="*/ 2 w 42"/>
                <a:gd name="T7" fmla="*/ 37 h 62"/>
                <a:gd name="T8" fmla="*/ 19 w 42"/>
                <a:gd name="T9" fmla="*/ 2 h 62"/>
              </a:gdLst>
              <a:ahLst/>
              <a:cxnLst>
                <a:cxn ang="0">
                  <a:pos x="T0" y="T1"/>
                </a:cxn>
                <a:cxn ang="0">
                  <a:pos x="T2" y="T3"/>
                </a:cxn>
                <a:cxn ang="0">
                  <a:pos x="T4" y="T5"/>
                </a:cxn>
                <a:cxn ang="0">
                  <a:pos x="T6" y="T7"/>
                </a:cxn>
                <a:cxn ang="0">
                  <a:pos x="T8" y="T9"/>
                </a:cxn>
              </a:cxnLst>
              <a:rect l="0" t="0" r="r" b="b"/>
              <a:pathLst>
                <a:path w="42" h="62">
                  <a:moveTo>
                    <a:pt x="19" y="2"/>
                  </a:moveTo>
                  <a:cubicBezTo>
                    <a:pt x="30" y="0"/>
                    <a:pt x="39" y="9"/>
                    <a:pt x="41" y="25"/>
                  </a:cubicBezTo>
                  <a:cubicBezTo>
                    <a:pt x="42" y="40"/>
                    <a:pt x="35" y="56"/>
                    <a:pt x="24" y="59"/>
                  </a:cubicBezTo>
                  <a:cubicBezTo>
                    <a:pt x="13" y="62"/>
                    <a:pt x="3" y="52"/>
                    <a:pt x="2" y="37"/>
                  </a:cubicBezTo>
                  <a:cubicBezTo>
                    <a:pt x="0" y="20"/>
                    <a:pt x="8" y="5"/>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 name="Freeform 272">
              <a:extLst>
                <a:ext uri="{FF2B5EF4-FFF2-40B4-BE49-F238E27FC236}">
                  <a16:creationId xmlns:a16="http://schemas.microsoft.com/office/drawing/2014/main" id="{86ADA49D-EC85-5949-9374-A567CCBB5CC9}"/>
                </a:ext>
              </a:extLst>
            </p:cNvPr>
            <p:cNvSpPr>
              <a:spLocks/>
            </p:cNvSpPr>
            <p:nvPr/>
          </p:nvSpPr>
          <p:spPr bwMode="auto">
            <a:xfrm rot="5094805">
              <a:off x="435249" y="6736289"/>
              <a:ext cx="102824" cy="155378"/>
            </a:xfrm>
            <a:custGeom>
              <a:avLst/>
              <a:gdLst>
                <a:gd name="T0" fmla="*/ 23 w 41"/>
                <a:gd name="T1" fmla="*/ 59 h 63"/>
                <a:gd name="T2" fmla="*/ 1 w 41"/>
                <a:gd name="T3" fmla="*/ 38 h 63"/>
                <a:gd name="T4" fmla="*/ 18 w 41"/>
                <a:gd name="T5" fmla="*/ 4 h 63"/>
                <a:gd name="T6" fmla="*/ 40 w 41"/>
                <a:gd name="T7" fmla="*/ 25 h 63"/>
                <a:gd name="T8" fmla="*/ 23 w 41"/>
                <a:gd name="T9" fmla="*/ 59 h 63"/>
              </a:gdLst>
              <a:ahLst/>
              <a:cxnLst>
                <a:cxn ang="0">
                  <a:pos x="T0" y="T1"/>
                </a:cxn>
                <a:cxn ang="0">
                  <a:pos x="T2" y="T3"/>
                </a:cxn>
                <a:cxn ang="0">
                  <a:pos x="T4" y="T5"/>
                </a:cxn>
                <a:cxn ang="0">
                  <a:pos x="T6" y="T7"/>
                </a:cxn>
                <a:cxn ang="0">
                  <a:pos x="T8" y="T9"/>
                </a:cxn>
              </a:cxnLst>
              <a:rect l="0" t="0" r="r" b="b"/>
              <a:pathLst>
                <a:path w="41" h="63">
                  <a:moveTo>
                    <a:pt x="23" y="59"/>
                  </a:moveTo>
                  <a:cubicBezTo>
                    <a:pt x="12" y="63"/>
                    <a:pt x="2" y="53"/>
                    <a:pt x="1" y="38"/>
                  </a:cubicBezTo>
                  <a:cubicBezTo>
                    <a:pt x="0" y="23"/>
                    <a:pt x="7" y="8"/>
                    <a:pt x="18" y="4"/>
                  </a:cubicBezTo>
                  <a:cubicBezTo>
                    <a:pt x="29" y="0"/>
                    <a:pt x="39" y="10"/>
                    <a:pt x="40" y="25"/>
                  </a:cubicBezTo>
                  <a:cubicBezTo>
                    <a:pt x="41" y="40"/>
                    <a:pt x="34" y="55"/>
                    <a:pt x="23"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 name="Freeform 282">
              <a:extLst>
                <a:ext uri="{FF2B5EF4-FFF2-40B4-BE49-F238E27FC236}">
                  <a16:creationId xmlns:a16="http://schemas.microsoft.com/office/drawing/2014/main" id="{4CA1EF28-229F-E159-ED5E-3AC2492B3220}"/>
                </a:ext>
              </a:extLst>
            </p:cNvPr>
            <p:cNvSpPr>
              <a:spLocks/>
            </p:cNvSpPr>
            <p:nvPr/>
          </p:nvSpPr>
          <p:spPr bwMode="auto">
            <a:xfrm rot="5094805">
              <a:off x="107730" y="3798113"/>
              <a:ext cx="98254" cy="38845"/>
            </a:xfrm>
            <a:custGeom>
              <a:avLst/>
              <a:gdLst>
                <a:gd name="T0" fmla="*/ 21 w 40"/>
                <a:gd name="T1" fmla="*/ 15 h 16"/>
                <a:gd name="T2" fmla="*/ 1 w 40"/>
                <a:gd name="T3" fmla="*/ 11 h 16"/>
                <a:gd name="T4" fmla="*/ 18 w 40"/>
                <a:gd name="T5" fmla="*/ 2 h 16"/>
                <a:gd name="T6" fmla="*/ 39 w 40"/>
                <a:gd name="T7" fmla="*/ 5 h 16"/>
                <a:gd name="T8" fmla="*/ 21 w 40"/>
                <a:gd name="T9" fmla="*/ 15 h 16"/>
              </a:gdLst>
              <a:ahLst/>
              <a:cxnLst>
                <a:cxn ang="0">
                  <a:pos x="T0" y="T1"/>
                </a:cxn>
                <a:cxn ang="0">
                  <a:pos x="T2" y="T3"/>
                </a:cxn>
                <a:cxn ang="0">
                  <a:pos x="T4" y="T5"/>
                </a:cxn>
                <a:cxn ang="0">
                  <a:pos x="T6" y="T7"/>
                </a:cxn>
                <a:cxn ang="0">
                  <a:pos x="T8" y="T9"/>
                </a:cxn>
              </a:cxnLst>
              <a:rect l="0" t="0" r="r" b="b"/>
              <a:pathLst>
                <a:path w="40" h="16">
                  <a:moveTo>
                    <a:pt x="21" y="15"/>
                  </a:moveTo>
                  <a:cubicBezTo>
                    <a:pt x="10" y="16"/>
                    <a:pt x="2" y="15"/>
                    <a:pt x="1" y="11"/>
                  </a:cubicBezTo>
                  <a:cubicBezTo>
                    <a:pt x="0" y="8"/>
                    <a:pt x="8" y="4"/>
                    <a:pt x="18" y="2"/>
                  </a:cubicBezTo>
                  <a:cubicBezTo>
                    <a:pt x="29" y="0"/>
                    <a:pt x="38" y="2"/>
                    <a:pt x="39" y="5"/>
                  </a:cubicBezTo>
                  <a:cubicBezTo>
                    <a:pt x="40" y="9"/>
                    <a:pt x="32" y="13"/>
                    <a:pt x="2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 name="Freeform 283">
              <a:extLst>
                <a:ext uri="{FF2B5EF4-FFF2-40B4-BE49-F238E27FC236}">
                  <a16:creationId xmlns:a16="http://schemas.microsoft.com/office/drawing/2014/main" id="{629F96E7-1C58-E18E-71EA-C0C57A6E424C}"/>
                </a:ext>
              </a:extLst>
            </p:cNvPr>
            <p:cNvSpPr>
              <a:spLocks/>
            </p:cNvSpPr>
            <p:nvPr/>
          </p:nvSpPr>
          <p:spPr bwMode="auto">
            <a:xfrm rot="5094805">
              <a:off x="155782" y="3987790"/>
              <a:ext cx="95969" cy="43415"/>
            </a:xfrm>
            <a:custGeom>
              <a:avLst/>
              <a:gdLst>
                <a:gd name="T0" fmla="*/ 20 w 39"/>
                <a:gd name="T1" fmla="*/ 17 h 18"/>
                <a:gd name="T2" fmla="*/ 0 w 39"/>
                <a:gd name="T3" fmla="*/ 11 h 18"/>
                <a:gd name="T4" fmla="*/ 18 w 39"/>
                <a:gd name="T5" fmla="*/ 1 h 18"/>
                <a:gd name="T6" fmla="*/ 38 w 39"/>
                <a:gd name="T7" fmla="*/ 6 h 18"/>
                <a:gd name="T8" fmla="*/ 20 w 39"/>
                <a:gd name="T9" fmla="*/ 17 h 18"/>
              </a:gdLst>
              <a:ahLst/>
              <a:cxnLst>
                <a:cxn ang="0">
                  <a:pos x="T0" y="T1"/>
                </a:cxn>
                <a:cxn ang="0">
                  <a:pos x="T2" y="T3"/>
                </a:cxn>
                <a:cxn ang="0">
                  <a:pos x="T4" y="T5"/>
                </a:cxn>
                <a:cxn ang="0">
                  <a:pos x="T6" y="T7"/>
                </a:cxn>
                <a:cxn ang="0">
                  <a:pos x="T8" y="T9"/>
                </a:cxn>
              </a:cxnLst>
              <a:rect l="0" t="0" r="r" b="b"/>
              <a:pathLst>
                <a:path w="39" h="18">
                  <a:moveTo>
                    <a:pt x="20" y="17"/>
                  </a:moveTo>
                  <a:cubicBezTo>
                    <a:pt x="10" y="18"/>
                    <a:pt x="1" y="16"/>
                    <a:pt x="0" y="11"/>
                  </a:cubicBezTo>
                  <a:cubicBezTo>
                    <a:pt x="0" y="7"/>
                    <a:pt x="8" y="3"/>
                    <a:pt x="18" y="1"/>
                  </a:cubicBezTo>
                  <a:cubicBezTo>
                    <a:pt x="28" y="0"/>
                    <a:pt x="37" y="2"/>
                    <a:pt x="38" y="6"/>
                  </a:cubicBezTo>
                  <a:cubicBezTo>
                    <a:pt x="39" y="11"/>
                    <a:pt x="31" y="15"/>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 name="Freeform 284">
              <a:extLst>
                <a:ext uri="{FF2B5EF4-FFF2-40B4-BE49-F238E27FC236}">
                  <a16:creationId xmlns:a16="http://schemas.microsoft.com/office/drawing/2014/main" id="{93C10EE5-14F5-A019-1A6E-773990EE4233}"/>
                </a:ext>
              </a:extLst>
            </p:cNvPr>
            <p:cNvSpPr>
              <a:spLocks/>
            </p:cNvSpPr>
            <p:nvPr/>
          </p:nvSpPr>
          <p:spPr bwMode="auto">
            <a:xfrm rot="5094805">
              <a:off x="194421" y="4173620"/>
              <a:ext cx="95969" cy="50269"/>
            </a:xfrm>
            <a:custGeom>
              <a:avLst/>
              <a:gdLst>
                <a:gd name="T0" fmla="*/ 21 w 39"/>
                <a:gd name="T1" fmla="*/ 19 h 20"/>
                <a:gd name="T2" fmla="*/ 1 w 39"/>
                <a:gd name="T3" fmla="*/ 12 h 20"/>
                <a:gd name="T4" fmla="*/ 17 w 39"/>
                <a:gd name="T5" fmla="*/ 1 h 20"/>
                <a:gd name="T6" fmla="*/ 38 w 39"/>
                <a:gd name="T7" fmla="*/ 9 h 20"/>
                <a:gd name="T8" fmla="*/ 21 w 39"/>
                <a:gd name="T9" fmla="*/ 19 h 20"/>
              </a:gdLst>
              <a:ahLst/>
              <a:cxnLst>
                <a:cxn ang="0">
                  <a:pos x="T0" y="T1"/>
                </a:cxn>
                <a:cxn ang="0">
                  <a:pos x="T2" y="T3"/>
                </a:cxn>
                <a:cxn ang="0">
                  <a:pos x="T4" y="T5"/>
                </a:cxn>
                <a:cxn ang="0">
                  <a:pos x="T6" y="T7"/>
                </a:cxn>
                <a:cxn ang="0">
                  <a:pos x="T8" y="T9"/>
                </a:cxn>
              </a:cxnLst>
              <a:rect l="0" t="0" r="r" b="b"/>
              <a:pathLst>
                <a:path w="39" h="20">
                  <a:moveTo>
                    <a:pt x="21" y="19"/>
                  </a:moveTo>
                  <a:cubicBezTo>
                    <a:pt x="11" y="20"/>
                    <a:pt x="2" y="16"/>
                    <a:pt x="1" y="12"/>
                  </a:cubicBezTo>
                  <a:cubicBezTo>
                    <a:pt x="0" y="7"/>
                    <a:pt x="7" y="2"/>
                    <a:pt x="17" y="1"/>
                  </a:cubicBezTo>
                  <a:cubicBezTo>
                    <a:pt x="28" y="0"/>
                    <a:pt x="37" y="4"/>
                    <a:pt x="38" y="9"/>
                  </a:cubicBezTo>
                  <a:cubicBezTo>
                    <a:pt x="39" y="14"/>
                    <a:pt x="32" y="19"/>
                    <a:pt x="21"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 name="Freeform 285">
              <a:extLst>
                <a:ext uri="{FF2B5EF4-FFF2-40B4-BE49-F238E27FC236}">
                  <a16:creationId xmlns:a16="http://schemas.microsoft.com/office/drawing/2014/main" id="{1BE9654D-20CE-4743-260D-DC3E7B4D6C60}"/>
                </a:ext>
              </a:extLst>
            </p:cNvPr>
            <p:cNvSpPr>
              <a:spLocks/>
            </p:cNvSpPr>
            <p:nvPr/>
          </p:nvSpPr>
          <p:spPr bwMode="auto">
            <a:xfrm rot="5094805">
              <a:off x="220639" y="4363886"/>
              <a:ext cx="98254" cy="52554"/>
            </a:xfrm>
            <a:custGeom>
              <a:avLst/>
              <a:gdLst>
                <a:gd name="T0" fmla="*/ 22 w 40"/>
                <a:gd name="T1" fmla="*/ 22 h 22"/>
                <a:gd name="T2" fmla="*/ 1 w 40"/>
                <a:gd name="T3" fmla="*/ 12 h 22"/>
                <a:gd name="T4" fmla="*/ 18 w 40"/>
                <a:gd name="T5" fmla="*/ 0 h 22"/>
                <a:gd name="T6" fmla="*/ 39 w 40"/>
                <a:gd name="T7" fmla="*/ 11 h 22"/>
                <a:gd name="T8" fmla="*/ 22 w 40"/>
                <a:gd name="T9" fmla="*/ 22 h 22"/>
              </a:gdLst>
              <a:ahLst/>
              <a:cxnLst>
                <a:cxn ang="0">
                  <a:pos x="T0" y="T1"/>
                </a:cxn>
                <a:cxn ang="0">
                  <a:pos x="T2" y="T3"/>
                </a:cxn>
                <a:cxn ang="0">
                  <a:pos x="T4" y="T5"/>
                </a:cxn>
                <a:cxn ang="0">
                  <a:pos x="T6" y="T7"/>
                </a:cxn>
                <a:cxn ang="0">
                  <a:pos x="T8" y="T9"/>
                </a:cxn>
              </a:cxnLst>
              <a:rect l="0" t="0" r="r" b="b"/>
              <a:pathLst>
                <a:path w="40" h="22">
                  <a:moveTo>
                    <a:pt x="22" y="22"/>
                  </a:moveTo>
                  <a:cubicBezTo>
                    <a:pt x="11" y="22"/>
                    <a:pt x="2" y="18"/>
                    <a:pt x="1" y="12"/>
                  </a:cubicBezTo>
                  <a:cubicBezTo>
                    <a:pt x="0" y="6"/>
                    <a:pt x="8" y="1"/>
                    <a:pt x="18" y="0"/>
                  </a:cubicBezTo>
                  <a:cubicBezTo>
                    <a:pt x="28" y="0"/>
                    <a:pt x="38" y="5"/>
                    <a:pt x="39" y="11"/>
                  </a:cubicBezTo>
                  <a:cubicBezTo>
                    <a:pt x="40" y="17"/>
                    <a:pt x="32" y="22"/>
                    <a:pt x="2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 name="Freeform 286">
              <a:extLst>
                <a:ext uri="{FF2B5EF4-FFF2-40B4-BE49-F238E27FC236}">
                  <a16:creationId xmlns:a16="http://schemas.microsoft.com/office/drawing/2014/main" id="{88715F19-695B-5F17-4697-74387E391F8B}"/>
                </a:ext>
              </a:extLst>
            </p:cNvPr>
            <p:cNvSpPr>
              <a:spLocks/>
            </p:cNvSpPr>
            <p:nvPr/>
          </p:nvSpPr>
          <p:spPr bwMode="auto">
            <a:xfrm rot="5094805">
              <a:off x="235477" y="4550595"/>
              <a:ext cx="100539" cy="63979"/>
            </a:xfrm>
            <a:custGeom>
              <a:avLst/>
              <a:gdLst>
                <a:gd name="T0" fmla="*/ 22 w 40"/>
                <a:gd name="T1" fmla="*/ 26 h 26"/>
                <a:gd name="T2" fmla="*/ 1 w 40"/>
                <a:gd name="T3" fmla="*/ 13 h 26"/>
                <a:gd name="T4" fmla="*/ 18 w 40"/>
                <a:gd name="T5" fmla="*/ 0 h 26"/>
                <a:gd name="T6" fmla="*/ 39 w 40"/>
                <a:gd name="T7" fmla="*/ 13 h 26"/>
                <a:gd name="T8" fmla="*/ 22 w 40"/>
                <a:gd name="T9" fmla="*/ 26 h 26"/>
              </a:gdLst>
              <a:ahLst/>
              <a:cxnLst>
                <a:cxn ang="0">
                  <a:pos x="T0" y="T1"/>
                </a:cxn>
                <a:cxn ang="0">
                  <a:pos x="T2" y="T3"/>
                </a:cxn>
                <a:cxn ang="0">
                  <a:pos x="T4" y="T5"/>
                </a:cxn>
                <a:cxn ang="0">
                  <a:pos x="T6" y="T7"/>
                </a:cxn>
                <a:cxn ang="0">
                  <a:pos x="T8" y="T9"/>
                </a:cxn>
              </a:cxnLst>
              <a:rect l="0" t="0" r="r" b="b"/>
              <a:pathLst>
                <a:path w="40" h="26">
                  <a:moveTo>
                    <a:pt x="22" y="26"/>
                  </a:moveTo>
                  <a:cubicBezTo>
                    <a:pt x="11" y="26"/>
                    <a:pt x="2" y="20"/>
                    <a:pt x="1" y="13"/>
                  </a:cubicBezTo>
                  <a:cubicBezTo>
                    <a:pt x="0" y="6"/>
                    <a:pt x="8" y="0"/>
                    <a:pt x="18" y="0"/>
                  </a:cubicBezTo>
                  <a:cubicBezTo>
                    <a:pt x="28" y="0"/>
                    <a:pt x="38" y="6"/>
                    <a:pt x="39" y="13"/>
                  </a:cubicBezTo>
                  <a:cubicBezTo>
                    <a:pt x="40" y="21"/>
                    <a:pt x="33" y="26"/>
                    <a:pt x="22"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 name="Freeform 287">
              <a:extLst>
                <a:ext uri="{FF2B5EF4-FFF2-40B4-BE49-F238E27FC236}">
                  <a16:creationId xmlns:a16="http://schemas.microsoft.com/office/drawing/2014/main" id="{822B52C8-07FF-04E2-04C0-DB9EC8080BAF}"/>
                </a:ext>
              </a:extLst>
            </p:cNvPr>
            <p:cNvSpPr>
              <a:spLocks/>
            </p:cNvSpPr>
            <p:nvPr/>
          </p:nvSpPr>
          <p:spPr bwMode="auto">
            <a:xfrm rot="5094805">
              <a:off x="249292" y="4738847"/>
              <a:ext cx="95969" cy="75404"/>
            </a:xfrm>
            <a:custGeom>
              <a:avLst/>
              <a:gdLst>
                <a:gd name="T0" fmla="*/ 21 w 39"/>
                <a:gd name="T1" fmla="*/ 30 h 31"/>
                <a:gd name="T2" fmla="*/ 1 w 39"/>
                <a:gd name="T3" fmla="*/ 14 h 31"/>
                <a:gd name="T4" fmla="*/ 18 w 39"/>
                <a:gd name="T5" fmla="*/ 0 h 31"/>
                <a:gd name="T6" fmla="*/ 38 w 39"/>
                <a:gd name="T7" fmla="*/ 16 h 31"/>
                <a:gd name="T8" fmla="*/ 21 w 39"/>
                <a:gd name="T9" fmla="*/ 30 h 31"/>
              </a:gdLst>
              <a:ahLst/>
              <a:cxnLst>
                <a:cxn ang="0">
                  <a:pos x="T0" y="T1"/>
                </a:cxn>
                <a:cxn ang="0">
                  <a:pos x="T2" y="T3"/>
                </a:cxn>
                <a:cxn ang="0">
                  <a:pos x="T4" y="T5"/>
                </a:cxn>
                <a:cxn ang="0">
                  <a:pos x="T6" y="T7"/>
                </a:cxn>
                <a:cxn ang="0">
                  <a:pos x="T8" y="T9"/>
                </a:cxn>
              </a:cxnLst>
              <a:rect l="0" t="0" r="r" b="b"/>
              <a:pathLst>
                <a:path w="39" h="31">
                  <a:moveTo>
                    <a:pt x="21" y="30"/>
                  </a:moveTo>
                  <a:cubicBezTo>
                    <a:pt x="10" y="29"/>
                    <a:pt x="2" y="22"/>
                    <a:pt x="1" y="14"/>
                  </a:cubicBezTo>
                  <a:cubicBezTo>
                    <a:pt x="0" y="6"/>
                    <a:pt x="8" y="0"/>
                    <a:pt x="18" y="0"/>
                  </a:cubicBezTo>
                  <a:cubicBezTo>
                    <a:pt x="28" y="1"/>
                    <a:pt x="38" y="8"/>
                    <a:pt x="38" y="16"/>
                  </a:cubicBezTo>
                  <a:cubicBezTo>
                    <a:pt x="39" y="25"/>
                    <a:pt x="31" y="31"/>
                    <a:pt x="21"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 name="Freeform 288">
              <a:extLst>
                <a:ext uri="{FF2B5EF4-FFF2-40B4-BE49-F238E27FC236}">
                  <a16:creationId xmlns:a16="http://schemas.microsoft.com/office/drawing/2014/main" id="{543052D8-CFA1-AA9B-8AFC-BFCD62DA09E9}"/>
                </a:ext>
              </a:extLst>
            </p:cNvPr>
            <p:cNvSpPr>
              <a:spLocks/>
            </p:cNvSpPr>
            <p:nvPr/>
          </p:nvSpPr>
          <p:spPr bwMode="auto">
            <a:xfrm rot="5094805">
              <a:off x="256165" y="4925123"/>
              <a:ext cx="98254" cy="89114"/>
            </a:xfrm>
            <a:custGeom>
              <a:avLst/>
              <a:gdLst>
                <a:gd name="T0" fmla="*/ 22 w 40"/>
                <a:gd name="T1" fmla="*/ 35 h 36"/>
                <a:gd name="T2" fmla="*/ 1 w 40"/>
                <a:gd name="T3" fmla="*/ 16 h 36"/>
                <a:gd name="T4" fmla="*/ 18 w 40"/>
                <a:gd name="T5" fmla="*/ 0 h 36"/>
                <a:gd name="T6" fmla="*/ 39 w 40"/>
                <a:gd name="T7" fmla="*/ 19 h 36"/>
                <a:gd name="T8" fmla="*/ 22 w 40"/>
                <a:gd name="T9" fmla="*/ 35 h 36"/>
              </a:gdLst>
              <a:ahLst/>
              <a:cxnLst>
                <a:cxn ang="0">
                  <a:pos x="T0" y="T1"/>
                </a:cxn>
                <a:cxn ang="0">
                  <a:pos x="T2" y="T3"/>
                </a:cxn>
                <a:cxn ang="0">
                  <a:pos x="T4" y="T5"/>
                </a:cxn>
                <a:cxn ang="0">
                  <a:pos x="T6" y="T7"/>
                </a:cxn>
                <a:cxn ang="0">
                  <a:pos x="T8" y="T9"/>
                </a:cxn>
              </a:cxnLst>
              <a:rect l="0" t="0" r="r" b="b"/>
              <a:pathLst>
                <a:path w="40" h="36">
                  <a:moveTo>
                    <a:pt x="22" y="35"/>
                  </a:moveTo>
                  <a:cubicBezTo>
                    <a:pt x="11" y="34"/>
                    <a:pt x="2" y="26"/>
                    <a:pt x="1" y="16"/>
                  </a:cubicBezTo>
                  <a:cubicBezTo>
                    <a:pt x="0" y="7"/>
                    <a:pt x="8" y="0"/>
                    <a:pt x="18" y="0"/>
                  </a:cubicBezTo>
                  <a:cubicBezTo>
                    <a:pt x="28" y="1"/>
                    <a:pt x="38" y="9"/>
                    <a:pt x="39" y="19"/>
                  </a:cubicBezTo>
                  <a:cubicBezTo>
                    <a:pt x="40" y="28"/>
                    <a:pt x="32" y="36"/>
                    <a:pt x="22"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 name="Freeform 289">
              <a:extLst>
                <a:ext uri="{FF2B5EF4-FFF2-40B4-BE49-F238E27FC236}">
                  <a16:creationId xmlns:a16="http://schemas.microsoft.com/office/drawing/2014/main" id="{0E805FE0-AF43-B541-BF33-261CADE7C5DB}"/>
                </a:ext>
              </a:extLst>
            </p:cNvPr>
            <p:cNvSpPr>
              <a:spLocks/>
            </p:cNvSpPr>
            <p:nvPr/>
          </p:nvSpPr>
          <p:spPr bwMode="auto">
            <a:xfrm rot="5094805">
              <a:off x="266354" y="5112343"/>
              <a:ext cx="98254" cy="98254"/>
            </a:xfrm>
            <a:custGeom>
              <a:avLst/>
              <a:gdLst>
                <a:gd name="T0" fmla="*/ 23 w 40"/>
                <a:gd name="T1" fmla="*/ 39 h 40"/>
                <a:gd name="T2" fmla="*/ 1 w 40"/>
                <a:gd name="T3" fmla="*/ 20 h 40"/>
                <a:gd name="T4" fmla="*/ 17 w 40"/>
                <a:gd name="T5" fmla="*/ 1 h 40"/>
                <a:gd name="T6" fmla="*/ 39 w 40"/>
                <a:gd name="T7" fmla="*/ 20 h 40"/>
                <a:gd name="T8" fmla="*/ 23 w 40"/>
                <a:gd name="T9" fmla="*/ 39 h 40"/>
              </a:gdLst>
              <a:ahLst/>
              <a:cxnLst>
                <a:cxn ang="0">
                  <a:pos x="T0" y="T1"/>
                </a:cxn>
                <a:cxn ang="0">
                  <a:pos x="T2" y="T3"/>
                </a:cxn>
                <a:cxn ang="0">
                  <a:pos x="T4" y="T5"/>
                </a:cxn>
                <a:cxn ang="0">
                  <a:pos x="T6" y="T7"/>
                </a:cxn>
                <a:cxn ang="0">
                  <a:pos x="T8" y="T9"/>
                </a:cxn>
              </a:cxnLst>
              <a:rect l="0" t="0" r="r" b="b"/>
              <a:pathLst>
                <a:path w="40" h="40">
                  <a:moveTo>
                    <a:pt x="23" y="39"/>
                  </a:moveTo>
                  <a:cubicBezTo>
                    <a:pt x="12" y="39"/>
                    <a:pt x="3" y="31"/>
                    <a:pt x="1" y="20"/>
                  </a:cubicBezTo>
                  <a:cubicBezTo>
                    <a:pt x="0" y="9"/>
                    <a:pt x="7" y="1"/>
                    <a:pt x="17" y="1"/>
                  </a:cubicBezTo>
                  <a:cubicBezTo>
                    <a:pt x="27" y="0"/>
                    <a:pt x="37" y="9"/>
                    <a:pt x="39" y="20"/>
                  </a:cubicBezTo>
                  <a:cubicBezTo>
                    <a:pt x="40" y="31"/>
                    <a:pt x="33" y="40"/>
                    <a:pt x="23"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 name="Freeform 290">
              <a:extLst>
                <a:ext uri="{FF2B5EF4-FFF2-40B4-BE49-F238E27FC236}">
                  <a16:creationId xmlns:a16="http://schemas.microsoft.com/office/drawing/2014/main" id="{FD242984-7300-6A00-C41E-1EB2FBE661AE}"/>
                </a:ext>
              </a:extLst>
            </p:cNvPr>
            <p:cNvSpPr>
              <a:spLocks/>
            </p:cNvSpPr>
            <p:nvPr/>
          </p:nvSpPr>
          <p:spPr bwMode="auto">
            <a:xfrm rot="5094805">
              <a:off x="276746" y="5301839"/>
              <a:ext cx="98254" cy="107394"/>
            </a:xfrm>
            <a:custGeom>
              <a:avLst/>
              <a:gdLst>
                <a:gd name="T0" fmla="*/ 23 w 40"/>
                <a:gd name="T1" fmla="*/ 43 h 44"/>
                <a:gd name="T2" fmla="*/ 2 w 40"/>
                <a:gd name="T3" fmla="*/ 21 h 44"/>
                <a:gd name="T4" fmla="*/ 18 w 40"/>
                <a:gd name="T5" fmla="*/ 0 h 44"/>
                <a:gd name="T6" fmla="*/ 39 w 40"/>
                <a:gd name="T7" fmla="*/ 22 h 44"/>
                <a:gd name="T8" fmla="*/ 23 w 40"/>
                <a:gd name="T9" fmla="*/ 43 h 44"/>
              </a:gdLst>
              <a:ahLst/>
              <a:cxnLst>
                <a:cxn ang="0">
                  <a:pos x="T0" y="T1"/>
                </a:cxn>
                <a:cxn ang="0">
                  <a:pos x="T2" y="T3"/>
                </a:cxn>
                <a:cxn ang="0">
                  <a:pos x="T4" y="T5"/>
                </a:cxn>
                <a:cxn ang="0">
                  <a:pos x="T6" y="T7"/>
                </a:cxn>
                <a:cxn ang="0">
                  <a:pos x="T8" y="T9"/>
                </a:cxn>
              </a:cxnLst>
              <a:rect l="0" t="0" r="r" b="b"/>
              <a:pathLst>
                <a:path w="40" h="44">
                  <a:moveTo>
                    <a:pt x="23" y="43"/>
                  </a:moveTo>
                  <a:cubicBezTo>
                    <a:pt x="12" y="43"/>
                    <a:pt x="3" y="33"/>
                    <a:pt x="2" y="21"/>
                  </a:cubicBezTo>
                  <a:cubicBezTo>
                    <a:pt x="0" y="10"/>
                    <a:pt x="8" y="0"/>
                    <a:pt x="18" y="0"/>
                  </a:cubicBezTo>
                  <a:cubicBezTo>
                    <a:pt x="28" y="0"/>
                    <a:pt x="38" y="11"/>
                    <a:pt x="39" y="22"/>
                  </a:cubicBezTo>
                  <a:cubicBezTo>
                    <a:pt x="40" y="34"/>
                    <a:pt x="33" y="44"/>
                    <a:pt x="23"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 name="Freeform 291">
              <a:extLst>
                <a:ext uri="{FF2B5EF4-FFF2-40B4-BE49-F238E27FC236}">
                  <a16:creationId xmlns:a16="http://schemas.microsoft.com/office/drawing/2014/main" id="{14D53914-6EE7-00AD-48C4-79EB8CDCC45F}"/>
                </a:ext>
              </a:extLst>
            </p:cNvPr>
            <p:cNvSpPr>
              <a:spLocks/>
            </p:cNvSpPr>
            <p:nvPr/>
          </p:nvSpPr>
          <p:spPr bwMode="auto">
            <a:xfrm rot="5094805">
              <a:off x="289309" y="5488750"/>
              <a:ext cx="100539" cy="118819"/>
            </a:xfrm>
            <a:custGeom>
              <a:avLst/>
              <a:gdLst>
                <a:gd name="T0" fmla="*/ 24 w 41"/>
                <a:gd name="T1" fmla="*/ 48 h 48"/>
                <a:gd name="T2" fmla="*/ 2 w 41"/>
                <a:gd name="T3" fmla="*/ 25 h 48"/>
                <a:gd name="T4" fmla="*/ 18 w 41"/>
                <a:gd name="T5" fmla="*/ 0 h 48"/>
                <a:gd name="T6" fmla="*/ 39 w 41"/>
                <a:gd name="T7" fmla="*/ 23 h 48"/>
                <a:gd name="T8" fmla="*/ 24 w 41"/>
                <a:gd name="T9" fmla="*/ 48 h 48"/>
              </a:gdLst>
              <a:ahLst/>
              <a:cxnLst>
                <a:cxn ang="0">
                  <a:pos x="T0" y="T1"/>
                </a:cxn>
                <a:cxn ang="0">
                  <a:pos x="T2" y="T3"/>
                </a:cxn>
                <a:cxn ang="0">
                  <a:pos x="T4" y="T5"/>
                </a:cxn>
                <a:cxn ang="0">
                  <a:pos x="T6" y="T7"/>
                </a:cxn>
                <a:cxn ang="0">
                  <a:pos x="T8" y="T9"/>
                </a:cxn>
              </a:cxnLst>
              <a:rect l="0" t="0" r="r" b="b"/>
              <a:pathLst>
                <a:path w="41" h="48">
                  <a:moveTo>
                    <a:pt x="24" y="48"/>
                  </a:moveTo>
                  <a:cubicBezTo>
                    <a:pt x="13" y="48"/>
                    <a:pt x="4" y="38"/>
                    <a:pt x="2" y="25"/>
                  </a:cubicBezTo>
                  <a:cubicBezTo>
                    <a:pt x="0" y="12"/>
                    <a:pt x="7" y="1"/>
                    <a:pt x="18" y="0"/>
                  </a:cubicBezTo>
                  <a:cubicBezTo>
                    <a:pt x="27" y="0"/>
                    <a:pt x="38" y="10"/>
                    <a:pt x="39" y="23"/>
                  </a:cubicBezTo>
                  <a:cubicBezTo>
                    <a:pt x="41" y="36"/>
                    <a:pt x="34" y="47"/>
                    <a:pt x="24"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 name="Freeform 292">
              <a:extLst>
                <a:ext uri="{FF2B5EF4-FFF2-40B4-BE49-F238E27FC236}">
                  <a16:creationId xmlns:a16="http://schemas.microsoft.com/office/drawing/2014/main" id="{B49EFF9F-7598-5322-00E3-15ECADD6B8D8}"/>
                </a:ext>
              </a:extLst>
            </p:cNvPr>
            <p:cNvSpPr>
              <a:spLocks/>
            </p:cNvSpPr>
            <p:nvPr/>
          </p:nvSpPr>
          <p:spPr bwMode="auto">
            <a:xfrm rot="5094805">
              <a:off x="312122" y="5676095"/>
              <a:ext cx="98254" cy="127959"/>
            </a:xfrm>
            <a:custGeom>
              <a:avLst/>
              <a:gdLst>
                <a:gd name="T0" fmla="*/ 22 w 40"/>
                <a:gd name="T1" fmla="*/ 51 h 51"/>
                <a:gd name="T2" fmla="*/ 1 w 40"/>
                <a:gd name="T3" fmla="*/ 26 h 51"/>
                <a:gd name="T4" fmla="*/ 17 w 40"/>
                <a:gd name="T5" fmla="*/ 1 h 51"/>
                <a:gd name="T6" fmla="*/ 39 w 40"/>
                <a:gd name="T7" fmla="*/ 25 h 51"/>
                <a:gd name="T8" fmla="*/ 22 w 40"/>
                <a:gd name="T9" fmla="*/ 51 h 51"/>
              </a:gdLst>
              <a:ahLst/>
              <a:cxnLst>
                <a:cxn ang="0">
                  <a:pos x="T0" y="T1"/>
                </a:cxn>
                <a:cxn ang="0">
                  <a:pos x="T2" y="T3"/>
                </a:cxn>
                <a:cxn ang="0">
                  <a:pos x="T4" y="T5"/>
                </a:cxn>
                <a:cxn ang="0">
                  <a:pos x="T6" y="T7"/>
                </a:cxn>
                <a:cxn ang="0">
                  <a:pos x="T8" y="T9"/>
                </a:cxn>
              </a:cxnLst>
              <a:rect l="0" t="0" r="r" b="b"/>
              <a:pathLst>
                <a:path w="40" h="51">
                  <a:moveTo>
                    <a:pt x="22" y="51"/>
                  </a:moveTo>
                  <a:cubicBezTo>
                    <a:pt x="12" y="51"/>
                    <a:pt x="2" y="40"/>
                    <a:pt x="1" y="26"/>
                  </a:cubicBezTo>
                  <a:cubicBezTo>
                    <a:pt x="0" y="13"/>
                    <a:pt x="7" y="1"/>
                    <a:pt x="17" y="1"/>
                  </a:cubicBezTo>
                  <a:cubicBezTo>
                    <a:pt x="28" y="0"/>
                    <a:pt x="38" y="11"/>
                    <a:pt x="39" y="25"/>
                  </a:cubicBezTo>
                  <a:cubicBezTo>
                    <a:pt x="40" y="39"/>
                    <a:pt x="33" y="51"/>
                    <a:pt x="22"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 name="Freeform 293">
              <a:extLst>
                <a:ext uri="{FF2B5EF4-FFF2-40B4-BE49-F238E27FC236}">
                  <a16:creationId xmlns:a16="http://schemas.microsoft.com/office/drawing/2014/main" id="{47C3F3E4-663F-51C3-42E5-76FBAD6B1753}"/>
                </a:ext>
              </a:extLst>
            </p:cNvPr>
            <p:cNvSpPr>
              <a:spLocks/>
            </p:cNvSpPr>
            <p:nvPr/>
          </p:nvSpPr>
          <p:spPr bwMode="auto">
            <a:xfrm rot="5094805">
              <a:off x="57614" y="3611116"/>
              <a:ext cx="95969" cy="34275"/>
            </a:xfrm>
            <a:custGeom>
              <a:avLst/>
              <a:gdLst>
                <a:gd name="T0" fmla="*/ 21 w 39"/>
                <a:gd name="T1" fmla="*/ 12 h 14"/>
                <a:gd name="T2" fmla="*/ 1 w 39"/>
                <a:gd name="T3" fmla="*/ 10 h 14"/>
                <a:gd name="T4" fmla="*/ 18 w 39"/>
                <a:gd name="T5" fmla="*/ 1 h 14"/>
                <a:gd name="T6" fmla="*/ 39 w 39"/>
                <a:gd name="T7" fmla="*/ 4 h 14"/>
                <a:gd name="T8" fmla="*/ 21 w 39"/>
                <a:gd name="T9" fmla="*/ 12 h 14"/>
              </a:gdLst>
              <a:ahLst/>
              <a:cxnLst>
                <a:cxn ang="0">
                  <a:pos x="T0" y="T1"/>
                </a:cxn>
                <a:cxn ang="0">
                  <a:pos x="T2" y="T3"/>
                </a:cxn>
                <a:cxn ang="0">
                  <a:pos x="T4" y="T5"/>
                </a:cxn>
                <a:cxn ang="0">
                  <a:pos x="T6" y="T7"/>
                </a:cxn>
                <a:cxn ang="0">
                  <a:pos x="T8" y="T9"/>
                </a:cxn>
              </a:cxnLst>
              <a:rect l="0" t="0" r="r" b="b"/>
              <a:pathLst>
                <a:path w="39" h="14">
                  <a:moveTo>
                    <a:pt x="21" y="12"/>
                  </a:moveTo>
                  <a:cubicBezTo>
                    <a:pt x="10" y="14"/>
                    <a:pt x="1" y="13"/>
                    <a:pt x="1" y="10"/>
                  </a:cubicBezTo>
                  <a:cubicBezTo>
                    <a:pt x="0" y="7"/>
                    <a:pt x="8" y="3"/>
                    <a:pt x="18" y="1"/>
                  </a:cubicBezTo>
                  <a:cubicBezTo>
                    <a:pt x="29" y="0"/>
                    <a:pt x="38" y="1"/>
                    <a:pt x="39" y="4"/>
                  </a:cubicBezTo>
                  <a:cubicBezTo>
                    <a:pt x="39" y="7"/>
                    <a:pt x="31" y="11"/>
                    <a:pt x="2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 name="Freeform 294">
              <a:extLst>
                <a:ext uri="{FF2B5EF4-FFF2-40B4-BE49-F238E27FC236}">
                  <a16:creationId xmlns:a16="http://schemas.microsoft.com/office/drawing/2014/main" id="{C42EA948-E70A-C9C6-9C23-725366A7574A}"/>
                </a:ext>
              </a:extLst>
            </p:cNvPr>
            <p:cNvSpPr>
              <a:spLocks/>
            </p:cNvSpPr>
            <p:nvPr/>
          </p:nvSpPr>
          <p:spPr bwMode="auto">
            <a:xfrm rot="5094805">
              <a:off x="7595" y="3424014"/>
              <a:ext cx="95969" cy="31990"/>
            </a:xfrm>
            <a:custGeom>
              <a:avLst/>
              <a:gdLst>
                <a:gd name="T0" fmla="*/ 20 w 39"/>
                <a:gd name="T1" fmla="*/ 12 h 13"/>
                <a:gd name="T2" fmla="*/ 1 w 39"/>
                <a:gd name="T3" fmla="*/ 10 h 13"/>
                <a:gd name="T4" fmla="*/ 18 w 39"/>
                <a:gd name="T5" fmla="*/ 2 h 13"/>
                <a:gd name="T6" fmla="*/ 38 w 39"/>
                <a:gd name="T7" fmla="*/ 4 h 13"/>
                <a:gd name="T8" fmla="*/ 20 w 39"/>
                <a:gd name="T9" fmla="*/ 12 h 13"/>
              </a:gdLst>
              <a:ahLst/>
              <a:cxnLst>
                <a:cxn ang="0">
                  <a:pos x="T0" y="T1"/>
                </a:cxn>
                <a:cxn ang="0">
                  <a:pos x="T2" y="T3"/>
                </a:cxn>
                <a:cxn ang="0">
                  <a:pos x="T4" y="T5"/>
                </a:cxn>
                <a:cxn ang="0">
                  <a:pos x="T6" y="T7"/>
                </a:cxn>
                <a:cxn ang="0">
                  <a:pos x="T8" y="T9"/>
                </a:cxn>
              </a:cxnLst>
              <a:rect l="0" t="0" r="r" b="b"/>
              <a:pathLst>
                <a:path w="39" h="13">
                  <a:moveTo>
                    <a:pt x="20" y="12"/>
                  </a:moveTo>
                  <a:cubicBezTo>
                    <a:pt x="10" y="13"/>
                    <a:pt x="1" y="13"/>
                    <a:pt x="1" y="10"/>
                  </a:cubicBezTo>
                  <a:cubicBezTo>
                    <a:pt x="0" y="8"/>
                    <a:pt x="8" y="4"/>
                    <a:pt x="18" y="2"/>
                  </a:cubicBezTo>
                  <a:cubicBezTo>
                    <a:pt x="29" y="0"/>
                    <a:pt x="38" y="1"/>
                    <a:pt x="38" y="4"/>
                  </a:cubicBezTo>
                  <a:cubicBezTo>
                    <a:pt x="39" y="6"/>
                    <a:pt x="31" y="10"/>
                    <a:pt x="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 name="Freeform 295">
              <a:extLst>
                <a:ext uri="{FF2B5EF4-FFF2-40B4-BE49-F238E27FC236}">
                  <a16:creationId xmlns:a16="http://schemas.microsoft.com/office/drawing/2014/main" id="{43202B1F-D56A-3452-4602-387F096EF1BC}"/>
                </a:ext>
              </a:extLst>
            </p:cNvPr>
            <p:cNvSpPr>
              <a:spLocks/>
            </p:cNvSpPr>
            <p:nvPr/>
          </p:nvSpPr>
          <p:spPr bwMode="auto">
            <a:xfrm rot="5094805">
              <a:off x="-46146" y="3233701"/>
              <a:ext cx="98254" cy="29705"/>
            </a:xfrm>
            <a:custGeom>
              <a:avLst/>
              <a:gdLst>
                <a:gd name="T0" fmla="*/ 22 w 40"/>
                <a:gd name="T1" fmla="*/ 10 h 12"/>
                <a:gd name="T2" fmla="*/ 1 w 40"/>
                <a:gd name="T3" fmla="*/ 9 h 12"/>
                <a:gd name="T4" fmla="*/ 18 w 40"/>
                <a:gd name="T5" fmla="*/ 2 h 12"/>
                <a:gd name="T6" fmla="*/ 39 w 40"/>
                <a:gd name="T7" fmla="*/ 2 h 12"/>
                <a:gd name="T8" fmla="*/ 22 w 40"/>
                <a:gd name="T9" fmla="*/ 10 h 12"/>
              </a:gdLst>
              <a:ahLst/>
              <a:cxnLst>
                <a:cxn ang="0">
                  <a:pos x="T0" y="T1"/>
                </a:cxn>
                <a:cxn ang="0">
                  <a:pos x="T2" y="T3"/>
                </a:cxn>
                <a:cxn ang="0">
                  <a:pos x="T4" y="T5"/>
                </a:cxn>
                <a:cxn ang="0">
                  <a:pos x="T6" y="T7"/>
                </a:cxn>
                <a:cxn ang="0">
                  <a:pos x="T8" y="T9"/>
                </a:cxn>
              </a:cxnLst>
              <a:rect l="0" t="0" r="r" b="b"/>
              <a:pathLst>
                <a:path w="40" h="12">
                  <a:moveTo>
                    <a:pt x="22" y="10"/>
                  </a:moveTo>
                  <a:cubicBezTo>
                    <a:pt x="11" y="12"/>
                    <a:pt x="2" y="11"/>
                    <a:pt x="1" y="9"/>
                  </a:cubicBezTo>
                  <a:cubicBezTo>
                    <a:pt x="0" y="7"/>
                    <a:pt x="8" y="4"/>
                    <a:pt x="18" y="2"/>
                  </a:cubicBezTo>
                  <a:cubicBezTo>
                    <a:pt x="28" y="0"/>
                    <a:pt x="38" y="0"/>
                    <a:pt x="39" y="2"/>
                  </a:cubicBezTo>
                  <a:cubicBezTo>
                    <a:pt x="40" y="5"/>
                    <a:pt x="32" y="8"/>
                    <a:pt x="2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 name="Freeform 320">
              <a:extLst>
                <a:ext uri="{FF2B5EF4-FFF2-40B4-BE49-F238E27FC236}">
                  <a16:creationId xmlns:a16="http://schemas.microsoft.com/office/drawing/2014/main" id="{0D52E7DF-C8F4-EF6D-6B48-E42173B68D81}"/>
                </a:ext>
              </a:extLst>
            </p:cNvPr>
            <p:cNvSpPr>
              <a:spLocks/>
            </p:cNvSpPr>
            <p:nvPr/>
          </p:nvSpPr>
          <p:spPr bwMode="auto">
            <a:xfrm rot="5094805">
              <a:off x="616963" y="6808527"/>
              <a:ext cx="100539" cy="150808"/>
            </a:xfrm>
            <a:custGeom>
              <a:avLst/>
              <a:gdLst>
                <a:gd name="T0" fmla="*/ 23 w 41"/>
                <a:gd name="T1" fmla="*/ 57 h 61"/>
                <a:gd name="T2" fmla="*/ 1 w 41"/>
                <a:gd name="T3" fmla="*/ 38 h 61"/>
                <a:gd name="T4" fmla="*/ 17 w 41"/>
                <a:gd name="T5" fmla="*/ 4 h 61"/>
                <a:gd name="T6" fmla="*/ 39 w 41"/>
                <a:gd name="T7" fmla="*/ 23 h 61"/>
                <a:gd name="T8" fmla="*/ 23 w 41"/>
                <a:gd name="T9" fmla="*/ 57 h 61"/>
              </a:gdLst>
              <a:ahLst/>
              <a:cxnLst>
                <a:cxn ang="0">
                  <a:pos x="T0" y="T1"/>
                </a:cxn>
                <a:cxn ang="0">
                  <a:pos x="T2" y="T3"/>
                </a:cxn>
                <a:cxn ang="0">
                  <a:pos x="T4" y="T5"/>
                </a:cxn>
                <a:cxn ang="0">
                  <a:pos x="T6" y="T7"/>
                </a:cxn>
                <a:cxn ang="0">
                  <a:pos x="T8" y="T9"/>
                </a:cxn>
              </a:cxnLst>
              <a:rect l="0" t="0" r="r" b="b"/>
              <a:pathLst>
                <a:path w="41" h="61">
                  <a:moveTo>
                    <a:pt x="23" y="57"/>
                  </a:moveTo>
                  <a:cubicBezTo>
                    <a:pt x="12" y="61"/>
                    <a:pt x="3" y="53"/>
                    <a:pt x="1" y="38"/>
                  </a:cubicBezTo>
                  <a:cubicBezTo>
                    <a:pt x="0" y="23"/>
                    <a:pt x="7" y="8"/>
                    <a:pt x="17" y="4"/>
                  </a:cubicBezTo>
                  <a:cubicBezTo>
                    <a:pt x="27" y="0"/>
                    <a:pt x="38" y="9"/>
                    <a:pt x="39" y="23"/>
                  </a:cubicBezTo>
                  <a:cubicBezTo>
                    <a:pt x="41" y="38"/>
                    <a:pt x="34" y="53"/>
                    <a:pt x="23"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 name="Freeform 321">
              <a:extLst>
                <a:ext uri="{FF2B5EF4-FFF2-40B4-BE49-F238E27FC236}">
                  <a16:creationId xmlns:a16="http://schemas.microsoft.com/office/drawing/2014/main" id="{4450BFEE-1775-C278-2F3F-BDBDFC2A7F1F}"/>
                </a:ext>
              </a:extLst>
            </p:cNvPr>
            <p:cNvSpPr>
              <a:spLocks/>
            </p:cNvSpPr>
            <p:nvPr/>
          </p:nvSpPr>
          <p:spPr bwMode="auto">
            <a:xfrm rot="5094805">
              <a:off x="537056" y="6621888"/>
              <a:ext cx="98254" cy="146238"/>
            </a:xfrm>
            <a:custGeom>
              <a:avLst/>
              <a:gdLst>
                <a:gd name="T0" fmla="*/ 22 w 40"/>
                <a:gd name="T1" fmla="*/ 58 h 60"/>
                <a:gd name="T2" fmla="*/ 1 w 40"/>
                <a:gd name="T3" fmla="*/ 34 h 60"/>
                <a:gd name="T4" fmla="*/ 18 w 40"/>
                <a:gd name="T5" fmla="*/ 2 h 60"/>
                <a:gd name="T6" fmla="*/ 39 w 40"/>
                <a:gd name="T7" fmla="*/ 25 h 60"/>
                <a:gd name="T8" fmla="*/ 22 w 40"/>
                <a:gd name="T9" fmla="*/ 58 h 60"/>
              </a:gdLst>
              <a:ahLst/>
              <a:cxnLst>
                <a:cxn ang="0">
                  <a:pos x="T0" y="T1"/>
                </a:cxn>
                <a:cxn ang="0">
                  <a:pos x="T2" y="T3"/>
                </a:cxn>
                <a:cxn ang="0">
                  <a:pos x="T4" y="T5"/>
                </a:cxn>
                <a:cxn ang="0">
                  <a:pos x="T6" y="T7"/>
                </a:cxn>
                <a:cxn ang="0">
                  <a:pos x="T8" y="T9"/>
                </a:cxn>
              </a:cxnLst>
              <a:rect l="0" t="0" r="r" b="b"/>
              <a:pathLst>
                <a:path w="40" h="60">
                  <a:moveTo>
                    <a:pt x="22" y="58"/>
                  </a:moveTo>
                  <a:cubicBezTo>
                    <a:pt x="11" y="60"/>
                    <a:pt x="2" y="50"/>
                    <a:pt x="1" y="34"/>
                  </a:cubicBezTo>
                  <a:cubicBezTo>
                    <a:pt x="0" y="19"/>
                    <a:pt x="8" y="4"/>
                    <a:pt x="18" y="2"/>
                  </a:cubicBezTo>
                  <a:cubicBezTo>
                    <a:pt x="28" y="0"/>
                    <a:pt x="38" y="10"/>
                    <a:pt x="39" y="25"/>
                  </a:cubicBezTo>
                  <a:cubicBezTo>
                    <a:pt x="40" y="40"/>
                    <a:pt x="32" y="55"/>
                    <a:pt x="22"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 name="Freeform 322">
              <a:extLst>
                <a:ext uri="{FF2B5EF4-FFF2-40B4-BE49-F238E27FC236}">
                  <a16:creationId xmlns:a16="http://schemas.microsoft.com/office/drawing/2014/main" id="{5B87FECC-3A2A-B37A-CC0D-CE8284D92CF2}"/>
                </a:ext>
              </a:extLst>
            </p:cNvPr>
            <p:cNvSpPr>
              <a:spLocks/>
            </p:cNvSpPr>
            <p:nvPr/>
          </p:nvSpPr>
          <p:spPr bwMode="auto">
            <a:xfrm rot="5094805">
              <a:off x="470691" y="6426880"/>
              <a:ext cx="102824" cy="153093"/>
            </a:xfrm>
            <a:custGeom>
              <a:avLst/>
              <a:gdLst>
                <a:gd name="T0" fmla="*/ 24 w 41"/>
                <a:gd name="T1" fmla="*/ 59 h 62"/>
                <a:gd name="T2" fmla="*/ 2 w 41"/>
                <a:gd name="T3" fmla="*/ 36 h 62"/>
                <a:gd name="T4" fmla="*/ 18 w 41"/>
                <a:gd name="T5" fmla="*/ 2 h 62"/>
                <a:gd name="T6" fmla="*/ 40 w 41"/>
                <a:gd name="T7" fmla="*/ 26 h 62"/>
                <a:gd name="T8" fmla="*/ 24 w 41"/>
                <a:gd name="T9" fmla="*/ 59 h 62"/>
              </a:gdLst>
              <a:ahLst/>
              <a:cxnLst>
                <a:cxn ang="0">
                  <a:pos x="T0" y="T1"/>
                </a:cxn>
                <a:cxn ang="0">
                  <a:pos x="T2" y="T3"/>
                </a:cxn>
                <a:cxn ang="0">
                  <a:pos x="T4" y="T5"/>
                </a:cxn>
                <a:cxn ang="0">
                  <a:pos x="T6" y="T7"/>
                </a:cxn>
                <a:cxn ang="0">
                  <a:pos x="T8" y="T9"/>
                </a:cxn>
              </a:cxnLst>
              <a:rect l="0" t="0" r="r" b="b"/>
              <a:pathLst>
                <a:path w="41" h="62">
                  <a:moveTo>
                    <a:pt x="24" y="59"/>
                  </a:moveTo>
                  <a:cubicBezTo>
                    <a:pt x="13" y="62"/>
                    <a:pt x="3" y="51"/>
                    <a:pt x="2" y="36"/>
                  </a:cubicBezTo>
                  <a:cubicBezTo>
                    <a:pt x="0" y="20"/>
                    <a:pt x="7" y="5"/>
                    <a:pt x="18" y="2"/>
                  </a:cubicBezTo>
                  <a:cubicBezTo>
                    <a:pt x="28" y="0"/>
                    <a:pt x="38" y="11"/>
                    <a:pt x="40" y="26"/>
                  </a:cubicBezTo>
                  <a:cubicBezTo>
                    <a:pt x="41" y="42"/>
                    <a:pt x="34" y="57"/>
                    <a:pt x="2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 name="Freeform 323">
              <a:extLst>
                <a:ext uri="{FF2B5EF4-FFF2-40B4-BE49-F238E27FC236}">
                  <a16:creationId xmlns:a16="http://schemas.microsoft.com/office/drawing/2014/main" id="{BA671C29-D28D-2CB9-2C4D-43F977D582FB}"/>
                </a:ext>
              </a:extLst>
            </p:cNvPr>
            <p:cNvSpPr>
              <a:spLocks/>
            </p:cNvSpPr>
            <p:nvPr/>
          </p:nvSpPr>
          <p:spPr bwMode="auto">
            <a:xfrm rot="5094805">
              <a:off x="422755" y="6237502"/>
              <a:ext cx="98254" cy="150808"/>
            </a:xfrm>
            <a:custGeom>
              <a:avLst/>
              <a:gdLst>
                <a:gd name="T0" fmla="*/ 23 w 40"/>
                <a:gd name="T1" fmla="*/ 59 h 61"/>
                <a:gd name="T2" fmla="*/ 1 w 40"/>
                <a:gd name="T3" fmla="*/ 34 h 61"/>
                <a:gd name="T4" fmla="*/ 17 w 40"/>
                <a:gd name="T5" fmla="*/ 2 h 61"/>
                <a:gd name="T6" fmla="*/ 39 w 40"/>
                <a:gd name="T7" fmla="*/ 27 h 61"/>
                <a:gd name="T8" fmla="*/ 23 w 40"/>
                <a:gd name="T9" fmla="*/ 59 h 61"/>
              </a:gdLst>
              <a:ahLst/>
              <a:cxnLst>
                <a:cxn ang="0">
                  <a:pos x="T0" y="T1"/>
                </a:cxn>
                <a:cxn ang="0">
                  <a:pos x="T2" y="T3"/>
                </a:cxn>
                <a:cxn ang="0">
                  <a:pos x="T4" y="T5"/>
                </a:cxn>
                <a:cxn ang="0">
                  <a:pos x="T6" y="T7"/>
                </a:cxn>
                <a:cxn ang="0">
                  <a:pos x="T8" y="T9"/>
                </a:cxn>
              </a:cxnLst>
              <a:rect l="0" t="0" r="r" b="b"/>
              <a:pathLst>
                <a:path w="40" h="61">
                  <a:moveTo>
                    <a:pt x="23" y="59"/>
                  </a:moveTo>
                  <a:cubicBezTo>
                    <a:pt x="12" y="61"/>
                    <a:pt x="3" y="50"/>
                    <a:pt x="1" y="34"/>
                  </a:cubicBezTo>
                  <a:cubicBezTo>
                    <a:pt x="0" y="18"/>
                    <a:pt x="7" y="4"/>
                    <a:pt x="17" y="2"/>
                  </a:cubicBezTo>
                  <a:cubicBezTo>
                    <a:pt x="27" y="0"/>
                    <a:pt x="37" y="11"/>
                    <a:pt x="39" y="27"/>
                  </a:cubicBezTo>
                  <a:cubicBezTo>
                    <a:pt x="40" y="43"/>
                    <a:pt x="33" y="57"/>
                    <a:pt x="23"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 name="Freeform 324">
              <a:extLst>
                <a:ext uri="{FF2B5EF4-FFF2-40B4-BE49-F238E27FC236}">
                  <a16:creationId xmlns:a16="http://schemas.microsoft.com/office/drawing/2014/main" id="{7C892F00-D420-2CFC-9839-729DA2EB897B}"/>
                </a:ext>
              </a:extLst>
            </p:cNvPr>
            <p:cNvSpPr>
              <a:spLocks/>
            </p:cNvSpPr>
            <p:nvPr/>
          </p:nvSpPr>
          <p:spPr bwMode="auto">
            <a:xfrm rot="5094805">
              <a:off x="375011" y="6052482"/>
              <a:ext cx="98254" cy="143953"/>
            </a:xfrm>
            <a:custGeom>
              <a:avLst/>
              <a:gdLst>
                <a:gd name="T0" fmla="*/ 22 w 40"/>
                <a:gd name="T1" fmla="*/ 57 h 58"/>
                <a:gd name="T2" fmla="*/ 1 w 40"/>
                <a:gd name="T3" fmla="*/ 31 h 58"/>
                <a:gd name="T4" fmla="*/ 17 w 40"/>
                <a:gd name="T5" fmla="*/ 1 h 58"/>
                <a:gd name="T6" fmla="*/ 39 w 40"/>
                <a:gd name="T7" fmla="*/ 27 h 58"/>
                <a:gd name="T8" fmla="*/ 22 w 40"/>
                <a:gd name="T9" fmla="*/ 57 h 58"/>
              </a:gdLst>
              <a:ahLst/>
              <a:cxnLst>
                <a:cxn ang="0">
                  <a:pos x="T0" y="T1"/>
                </a:cxn>
                <a:cxn ang="0">
                  <a:pos x="T2" y="T3"/>
                </a:cxn>
                <a:cxn ang="0">
                  <a:pos x="T4" y="T5"/>
                </a:cxn>
                <a:cxn ang="0">
                  <a:pos x="T6" y="T7"/>
                </a:cxn>
                <a:cxn ang="0">
                  <a:pos x="T8" y="T9"/>
                </a:cxn>
              </a:cxnLst>
              <a:rect l="0" t="0" r="r" b="b"/>
              <a:pathLst>
                <a:path w="40" h="58">
                  <a:moveTo>
                    <a:pt x="22" y="57"/>
                  </a:moveTo>
                  <a:cubicBezTo>
                    <a:pt x="11" y="58"/>
                    <a:pt x="2" y="46"/>
                    <a:pt x="1" y="31"/>
                  </a:cubicBezTo>
                  <a:cubicBezTo>
                    <a:pt x="0" y="15"/>
                    <a:pt x="7" y="2"/>
                    <a:pt x="17" y="1"/>
                  </a:cubicBezTo>
                  <a:cubicBezTo>
                    <a:pt x="28" y="0"/>
                    <a:pt x="37" y="12"/>
                    <a:pt x="39" y="27"/>
                  </a:cubicBezTo>
                  <a:cubicBezTo>
                    <a:pt x="40" y="42"/>
                    <a:pt x="32" y="56"/>
                    <a:pt x="22"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 name="Freeform 325">
              <a:extLst>
                <a:ext uri="{FF2B5EF4-FFF2-40B4-BE49-F238E27FC236}">
                  <a16:creationId xmlns:a16="http://schemas.microsoft.com/office/drawing/2014/main" id="{4DC0E0C2-188D-CF52-DDA6-39A025C8398C}"/>
                </a:ext>
              </a:extLst>
            </p:cNvPr>
            <p:cNvSpPr>
              <a:spLocks/>
            </p:cNvSpPr>
            <p:nvPr/>
          </p:nvSpPr>
          <p:spPr bwMode="auto">
            <a:xfrm rot="5094805">
              <a:off x="338340" y="5864076"/>
              <a:ext cx="100539" cy="134814"/>
            </a:xfrm>
            <a:custGeom>
              <a:avLst/>
              <a:gdLst>
                <a:gd name="T0" fmla="*/ 23 w 40"/>
                <a:gd name="T1" fmla="*/ 54 h 55"/>
                <a:gd name="T2" fmla="*/ 1 w 40"/>
                <a:gd name="T3" fmla="*/ 29 h 55"/>
                <a:gd name="T4" fmla="*/ 18 w 40"/>
                <a:gd name="T5" fmla="*/ 1 h 55"/>
                <a:gd name="T6" fmla="*/ 39 w 40"/>
                <a:gd name="T7" fmla="*/ 26 h 55"/>
                <a:gd name="T8" fmla="*/ 23 w 40"/>
                <a:gd name="T9" fmla="*/ 54 h 55"/>
              </a:gdLst>
              <a:ahLst/>
              <a:cxnLst>
                <a:cxn ang="0">
                  <a:pos x="T0" y="T1"/>
                </a:cxn>
                <a:cxn ang="0">
                  <a:pos x="T2" y="T3"/>
                </a:cxn>
                <a:cxn ang="0">
                  <a:pos x="T4" y="T5"/>
                </a:cxn>
                <a:cxn ang="0">
                  <a:pos x="T6" y="T7"/>
                </a:cxn>
                <a:cxn ang="0">
                  <a:pos x="T8" y="T9"/>
                </a:cxn>
              </a:cxnLst>
              <a:rect l="0" t="0" r="r" b="b"/>
              <a:pathLst>
                <a:path w="40" h="55">
                  <a:moveTo>
                    <a:pt x="23" y="54"/>
                  </a:moveTo>
                  <a:cubicBezTo>
                    <a:pt x="12" y="55"/>
                    <a:pt x="3" y="44"/>
                    <a:pt x="1" y="29"/>
                  </a:cubicBezTo>
                  <a:cubicBezTo>
                    <a:pt x="0" y="15"/>
                    <a:pt x="7" y="2"/>
                    <a:pt x="18" y="1"/>
                  </a:cubicBezTo>
                  <a:cubicBezTo>
                    <a:pt x="28" y="0"/>
                    <a:pt x="38" y="12"/>
                    <a:pt x="39" y="26"/>
                  </a:cubicBezTo>
                  <a:cubicBezTo>
                    <a:pt x="40" y="41"/>
                    <a:pt x="33" y="54"/>
                    <a:pt x="23"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 name="Freeform 339">
              <a:extLst>
                <a:ext uri="{FF2B5EF4-FFF2-40B4-BE49-F238E27FC236}">
                  <a16:creationId xmlns:a16="http://schemas.microsoft.com/office/drawing/2014/main" id="{7962E4D0-C4D9-96B0-982E-52F9945A0536}"/>
                </a:ext>
              </a:extLst>
            </p:cNvPr>
            <p:cNvSpPr>
              <a:spLocks/>
            </p:cNvSpPr>
            <p:nvPr/>
          </p:nvSpPr>
          <p:spPr bwMode="auto">
            <a:xfrm rot="5094805">
              <a:off x="-50904" y="3131088"/>
              <a:ext cx="93684" cy="25135"/>
            </a:xfrm>
            <a:custGeom>
              <a:avLst/>
              <a:gdLst>
                <a:gd name="T0" fmla="*/ 18 w 38"/>
                <a:gd name="T1" fmla="*/ 2 h 10"/>
                <a:gd name="T2" fmla="*/ 38 w 38"/>
                <a:gd name="T3" fmla="*/ 2 h 10"/>
                <a:gd name="T4" fmla="*/ 21 w 38"/>
                <a:gd name="T5" fmla="*/ 9 h 10"/>
                <a:gd name="T6" fmla="*/ 1 w 38"/>
                <a:gd name="T7" fmla="*/ 9 h 10"/>
                <a:gd name="T8" fmla="*/ 18 w 38"/>
                <a:gd name="T9" fmla="*/ 2 h 10"/>
              </a:gdLst>
              <a:ahLst/>
              <a:cxnLst>
                <a:cxn ang="0">
                  <a:pos x="T0" y="T1"/>
                </a:cxn>
                <a:cxn ang="0">
                  <a:pos x="T2" y="T3"/>
                </a:cxn>
                <a:cxn ang="0">
                  <a:pos x="T4" y="T5"/>
                </a:cxn>
                <a:cxn ang="0">
                  <a:pos x="T6" y="T7"/>
                </a:cxn>
                <a:cxn ang="0">
                  <a:pos x="T8" y="T9"/>
                </a:cxn>
              </a:cxnLst>
              <a:rect l="0" t="0" r="r" b="b"/>
              <a:pathLst>
                <a:path w="38" h="10">
                  <a:moveTo>
                    <a:pt x="18" y="2"/>
                  </a:moveTo>
                  <a:cubicBezTo>
                    <a:pt x="29" y="0"/>
                    <a:pt x="37" y="0"/>
                    <a:pt x="38" y="2"/>
                  </a:cubicBezTo>
                  <a:cubicBezTo>
                    <a:pt x="38" y="4"/>
                    <a:pt x="31" y="7"/>
                    <a:pt x="21" y="9"/>
                  </a:cubicBezTo>
                  <a:cubicBezTo>
                    <a:pt x="11" y="10"/>
                    <a:pt x="2" y="10"/>
                    <a:pt x="1" y="9"/>
                  </a:cubicBezTo>
                  <a:cubicBezTo>
                    <a:pt x="0" y="7"/>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 name="Freeform 340">
              <a:extLst>
                <a:ext uri="{FF2B5EF4-FFF2-40B4-BE49-F238E27FC236}">
                  <a16:creationId xmlns:a16="http://schemas.microsoft.com/office/drawing/2014/main" id="{DE7B3AC7-C11D-7E26-5FF0-2096E7120CB2}"/>
                </a:ext>
              </a:extLst>
            </p:cNvPr>
            <p:cNvSpPr>
              <a:spLocks/>
            </p:cNvSpPr>
            <p:nvPr/>
          </p:nvSpPr>
          <p:spPr bwMode="auto">
            <a:xfrm rot="5094805">
              <a:off x="350" y="3319126"/>
              <a:ext cx="95969" cy="27420"/>
            </a:xfrm>
            <a:custGeom>
              <a:avLst/>
              <a:gdLst>
                <a:gd name="T0" fmla="*/ 18 w 39"/>
                <a:gd name="T1" fmla="*/ 2 h 11"/>
                <a:gd name="T2" fmla="*/ 38 w 39"/>
                <a:gd name="T3" fmla="*/ 2 h 11"/>
                <a:gd name="T4" fmla="*/ 22 w 39"/>
                <a:gd name="T5" fmla="*/ 9 h 11"/>
                <a:gd name="T6" fmla="*/ 1 w 39"/>
                <a:gd name="T7" fmla="*/ 9 h 11"/>
                <a:gd name="T8" fmla="*/ 18 w 39"/>
                <a:gd name="T9" fmla="*/ 2 h 11"/>
              </a:gdLst>
              <a:ahLst/>
              <a:cxnLst>
                <a:cxn ang="0">
                  <a:pos x="T0" y="T1"/>
                </a:cxn>
                <a:cxn ang="0">
                  <a:pos x="T2" y="T3"/>
                </a:cxn>
                <a:cxn ang="0">
                  <a:pos x="T4" y="T5"/>
                </a:cxn>
                <a:cxn ang="0">
                  <a:pos x="T6" y="T7"/>
                </a:cxn>
                <a:cxn ang="0">
                  <a:pos x="T8" y="T9"/>
                </a:cxn>
              </a:cxnLst>
              <a:rect l="0" t="0" r="r" b="b"/>
              <a:pathLst>
                <a:path w="39" h="11">
                  <a:moveTo>
                    <a:pt x="18" y="2"/>
                  </a:moveTo>
                  <a:cubicBezTo>
                    <a:pt x="29" y="0"/>
                    <a:pt x="37" y="0"/>
                    <a:pt x="38" y="2"/>
                  </a:cubicBezTo>
                  <a:cubicBezTo>
                    <a:pt x="39" y="4"/>
                    <a:pt x="31" y="8"/>
                    <a:pt x="22" y="9"/>
                  </a:cubicBezTo>
                  <a:cubicBezTo>
                    <a:pt x="12" y="11"/>
                    <a:pt x="2" y="11"/>
                    <a:pt x="1" y="9"/>
                  </a:cubicBezTo>
                  <a:cubicBezTo>
                    <a:pt x="0" y="7"/>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 name="Freeform 341">
              <a:extLst>
                <a:ext uri="{FF2B5EF4-FFF2-40B4-BE49-F238E27FC236}">
                  <a16:creationId xmlns:a16="http://schemas.microsoft.com/office/drawing/2014/main" id="{46756038-4431-B30D-07BE-B27A5EA254EF}"/>
                </a:ext>
              </a:extLst>
            </p:cNvPr>
            <p:cNvSpPr>
              <a:spLocks/>
            </p:cNvSpPr>
            <p:nvPr/>
          </p:nvSpPr>
          <p:spPr bwMode="auto">
            <a:xfrm rot="5094805">
              <a:off x="55017" y="3505717"/>
              <a:ext cx="98254" cy="31990"/>
            </a:xfrm>
            <a:custGeom>
              <a:avLst/>
              <a:gdLst>
                <a:gd name="T0" fmla="*/ 38 w 39"/>
                <a:gd name="T1" fmla="*/ 3 h 13"/>
                <a:gd name="T2" fmla="*/ 21 w 39"/>
                <a:gd name="T3" fmla="*/ 12 h 13"/>
                <a:gd name="T4" fmla="*/ 1 w 39"/>
                <a:gd name="T5" fmla="*/ 11 h 13"/>
                <a:gd name="T6" fmla="*/ 18 w 39"/>
                <a:gd name="T7" fmla="*/ 3 h 13"/>
                <a:gd name="T8" fmla="*/ 38 w 39"/>
                <a:gd name="T9" fmla="*/ 3 h 13"/>
              </a:gdLst>
              <a:ahLst/>
              <a:cxnLst>
                <a:cxn ang="0">
                  <a:pos x="T0" y="T1"/>
                </a:cxn>
                <a:cxn ang="0">
                  <a:pos x="T2" y="T3"/>
                </a:cxn>
                <a:cxn ang="0">
                  <a:pos x="T4" y="T5"/>
                </a:cxn>
                <a:cxn ang="0">
                  <a:pos x="T6" y="T7"/>
                </a:cxn>
                <a:cxn ang="0">
                  <a:pos x="T8" y="T9"/>
                </a:cxn>
              </a:cxnLst>
              <a:rect l="0" t="0" r="r" b="b"/>
              <a:pathLst>
                <a:path w="39" h="13">
                  <a:moveTo>
                    <a:pt x="38" y="3"/>
                  </a:moveTo>
                  <a:cubicBezTo>
                    <a:pt x="39" y="6"/>
                    <a:pt x="31" y="10"/>
                    <a:pt x="21" y="12"/>
                  </a:cubicBezTo>
                  <a:cubicBezTo>
                    <a:pt x="12" y="13"/>
                    <a:pt x="3" y="13"/>
                    <a:pt x="1" y="11"/>
                  </a:cubicBezTo>
                  <a:cubicBezTo>
                    <a:pt x="0" y="9"/>
                    <a:pt x="8" y="5"/>
                    <a:pt x="18" y="3"/>
                  </a:cubicBezTo>
                  <a:cubicBezTo>
                    <a:pt x="28" y="0"/>
                    <a:pt x="37" y="1"/>
                    <a:pt x="3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 name="Freeform 342">
              <a:extLst>
                <a:ext uri="{FF2B5EF4-FFF2-40B4-BE49-F238E27FC236}">
                  <a16:creationId xmlns:a16="http://schemas.microsoft.com/office/drawing/2014/main" id="{8C0EB685-E164-3A59-A295-B1E240D0CA7D}"/>
                </a:ext>
              </a:extLst>
            </p:cNvPr>
            <p:cNvSpPr>
              <a:spLocks/>
            </p:cNvSpPr>
            <p:nvPr/>
          </p:nvSpPr>
          <p:spPr bwMode="auto">
            <a:xfrm rot="5094805">
              <a:off x="110938" y="3693648"/>
              <a:ext cx="93684" cy="36560"/>
            </a:xfrm>
            <a:custGeom>
              <a:avLst/>
              <a:gdLst>
                <a:gd name="T0" fmla="*/ 18 w 38"/>
                <a:gd name="T1" fmla="*/ 2 h 15"/>
                <a:gd name="T2" fmla="*/ 37 w 38"/>
                <a:gd name="T3" fmla="*/ 4 h 15"/>
                <a:gd name="T4" fmla="*/ 21 w 38"/>
                <a:gd name="T5" fmla="*/ 13 h 15"/>
                <a:gd name="T6" fmla="*/ 0 w 38"/>
                <a:gd name="T7" fmla="*/ 11 h 15"/>
                <a:gd name="T8" fmla="*/ 18 w 38"/>
                <a:gd name="T9" fmla="*/ 2 h 15"/>
              </a:gdLst>
              <a:ahLst/>
              <a:cxnLst>
                <a:cxn ang="0">
                  <a:pos x="T0" y="T1"/>
                </a:cxn>
                <a:cxn ang="0">
                  <a:pos x="T2" y="T3"/>
                </a:cxn>
                <a:cxn ang="0">
                  <a:pos x="T4" y="T5"/>
                </a:cxn>
                <a:cxn ang="0">
                  <a:pos x="T6" y="T7"/>
                </a:cxn>
                <a:cxn ang="0">
                  <a:pos x="T8" y="T9"/>
                </a:cxn>
              </a:cxnLst>
              <a:rect l="0" t="0" r="r" b="b"/>
              <a:pathLst>
                <a:path w="38" h="15">
                  <a:moveTo>
                    <a:pt x="18" y="2"/>
                  </a:moveTo>
                  <a:cubicBezTo>
                    <a:pt x="28" y="0"/>
                    <a:pt x="37" y="1"/>
                    <a:pt x="37" y="4"/>
                  </a:cubicBezTo>
                  <a:cubicBezTo>
                    <a:pt x="38" y="7"/>
                    <a:pt x="30" y="11"/>
                    <a:pt x="21" y="13"/>
                  </a:cubicBezTo>
                  <a:cubicBezTo>
                    <a:pt x="11" y="15"/>
                    <a:pt x="1" y="14"/>
                    <a:pt x="0" y="11"/>
                  </a:cubicBezTo>
                  <a:cubicBezTo>
                    <a:pt x="0" y="8"/>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 name="Freeform 343">
              <a:extLst>
                <a:ext uri="{FF2B5EF4-FFF2-40B4-BE49-F238E27FC236}">
                  <a16:creationId xmlns:a16="http://schemas.microsoft.com/office/drawing/2014/main" id="{B64D90CA-F5BD-31D2-BFCA-53EE18730F58}"/>
                </a:ext>
              </a:extLst>
            </p:cNvPr>
            <p:cNvSpPr>
              <a:spLocks/>
            </p:cNvSpPr>
            <p:nvPr/>
          </p:nvSpPr>
          <p:spPr bwMode="auto">
            <a:xfrm rot="5094805">
              <a:off x="167785" y="3877858"/>
              <a:ext cx="93684" cy="43415"/>
            </a:xfrm>
            <a:custGeom>
              <a:avLst/>
              <a:gdLst>
                <a:gd name="T0" fmla="*/ 18 w 38"/>
                <a:gd name="T1" fmla="*/ 2 h 17"/>
                <a:gd name="T2" fmla="*/ 38 w 38"/>
                <a:gd name="T3" fmla="*/ 6 h 17"/>
                <a:gd name="T4" fmla="*/ 21 w 38"/>
                <a:gd name="T5" fmla="*/ 16 h 17"/>
                <a:gd name="T6" fmla="*/ 1 w 38"/>
                <a:gd name="T7" fmla="*/ 12 h 17"/>
                <a:gd name="T8" fmla="*/ 18 w 38"/>
                <a:gd name="T9" fmla="*/ 2 h 17"/>
              </a:gdLst>
              <a:ahLst/>
              <a:cxnLst>
                <a:cxn ang="0">
                  <a:pos x="T0" y="T1"/>
                </a:cxn>
                <a:cxn ang="0">
                  <a:pos x="T2" y="T3"/>
                </a:cxn>
                <a:cxn ang="0">
                  <a:pos x="T4" y="T5"/>
                </a:cxn>
                <a:cxn ang="0">
                  <a:pos x="T6" y="T7"/>
                </a:cxn>
                <a:cxn ang="0">
                  <a:pos x="T8" y="T9"/>
                </a:cxn>
              </a:cxnLst>
              <a:rect l="0" t="0" r="r" b="b"/>
              <a:pathLst>
                <a:path w="38" h="17">
                  <a:moveTo>
                    <a:pt x="18" y="2"/>
                  </a:moveTo>
                  <a:cubicBezTo>
                    <a:pt x="28" y="0"/>
                    <a:pt x="37" y="2"/>
                    <a:pt x="38" y="6"/>
                  </a:cubicBezTo>
                  <a:cubicBezTo>
                    <a:pt x="38" y="10"/>
                    <a:pt x="31" y="14"/>
                    <a:pt x="21" y="16"/>
                  </a:cubicBezTo>
                  <a:cubicBezTo>
                    <a:pt x="11" y="17"/>
                    <a:pt x="1" y="16"/>
                    <a:pt x="1" y="12"/>
                  </a:cubicBezTo>
                  <a:cubicBezTo>
                    <a:pt x="0" y="9"/>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 name="Freeform 344">
              <a:extLst>
                <a:ext uri="{FF2B5EF4-FFF2-40B4-BE49-F238E27FC236}">
                  <a16:creationId xmlns:a16="http://schemas.microsoft.com/office/drawing/2014/main" id="{268830F1-3541-29C8-FE5B-5578FE4832CA}"/>
                </a:ext>
              </a:extLst>
            </p:cNvPr>
            <p:cNvSpPr>
              <a:spLocks/>
            </p:cNvSpPr>
            <p:nvPr/>
          </p:nvSpPr>
          <p:spPr bwMode="auto">
            <a:xfrm rot="5094805">
              <a:off x="216763" y="4066098"/>
              <a:ext cx="95969" cy="45700"/>
            </a:xfrm>
            <a:custGeom>
              <a:avLst/>
              <a:gdLst>
                <a:gd name="T0" fmla="*/ 38 w 39"/>
                <a:gd name="T1" fmla="*/ 6 h 18"/>
                <a:gd name="T2" fmla="*/ 21 w 39"/>
                <a:gd name="T3" fmla="*/ 17 h 18"/>
                <a:gd name="T4" fmla="*/ 1 w 39"/>
                <a:gd name="T5" fmla="*/ 12 h 18"/>
                <a:gd name="T6" fmla="*/ 17 w 39"/>
                <a:gd name="T7" fmla="*/ 2 h 18"/>
                <a:gd name="T8" fmla="*/ 38 w 39"/>
                <a:gd name="T9" fmla="*/ 6 h 18"/>
              </a:gdLst>
              <a:ahLst/>
              <a:cxnLst>
                <a:cxn ang="0">
                  <a:pos x="T0" y="T1"/>
                </a:cxn>
                <a:cxn ang="0">
                  <a:pos x="T2" y="T3"/>
                </a:cxn>
                <a:cxn ang="0">
                  <a:pos x="T4" y="T5"/>
                </a:cxn>
                <a:cxn ang="0">
                  <a:pos x="T6" y="T7"/>
                </a:cxn>
                <a:cxn ang="0">
                  <a:pos x="T8" y="T9"/>
                </a:cxn>
              </a:cxnLst>
              <a:rect l="0" t="0" r="r" b="b"/>
              <a:pathLst>
                <a:path w="39" h="18">
                  <a:moveTo>
                    <a:pt x="38" y="6"/>
                  </a:moveTo>
                  <a:cubicBezTo>
                    <a:pt x="39" y="11"/>
                    <a:pt x="31" y="16"/>
                    <a:pt x="21" y="17"/>
                  </a:cubicBezTo>
                  <a:cubicBezTo>
                    <a:pt x="11" y="18"/>
                    <a:pt x="1" y="16"/>
                    <a:pt x="1" y="12"/>
                  </a:cubicBezTo>
                  <a:cubicBezTo>
                    <a:pt x="0" y="8"/>
                    <a:pt x="7" y="3"/>
                    <a:pt x="17" y="2"/>
                  </a:cubicBezTo>
                  <a:cubicBezTo>
                    <a:pt x="27" y="0"/>
                    <a:pt x="36" y="2"/>
                    <a:pt x="3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 name="Freeform 345">
              <a:extLst>
                <a:ext uri="{FF2B5EF4-FFF2-40B4-BE49-F238E27FC236}">
                  <a16:creationId xmlns:a16="http://schemas.microsoft.com/office/drawing/2014/main" id="{55C84A46-187D-B065-6A9C-6B81E3AE837E}"/>
                </a:ext>
              </a:extLst>
            </p:cNvPr>
            <p:cNvSpPr>
              <a:spLocks/>
            </p:cNvSpPr>
            <p:nvPr/>
          </p:nvSpPr>
          <p:spPr bwMode="auto">
            <a:xfrm rot="5094805">
              <a:off x="257881" y="4254001"/>
              <a:ext cx="95969" cy="52554"/>
            </a:xfrm>
            <a:custGeom>
              <a:avLst/>
              <a:gdLst>
                <a:gd name="T0" fmla="*/ 38 w 39"/>
                <a:gd name="T1" fmla="*/ 9 h 21"/>
                <a:gd name="T2" fmla="*/ 21 w 39"/>
                <a:gd name="T3" fmla="*/ 20 h 21"/>
                <a:gd name="T4" fmla="*/ 1 w 39"/>
                <a:gd name="T5" fmla="*/ 13 h 21"/>
                <a:gd name="T6" fmla="*/ 18 w 39"/>
                <a:gd name="T7" fmla="*/ 1 h 21"/>
                <a:gd name="T8" fmla="*/ 38 w 39"/>
                <a:gd name="T9" fmla="*/ 9 h 21"/>
              </a:gdLst>
              <a:ahLst/>
              <a:cxnLst>
                <a:cxn ang="0">
                  <a:pos x="T0" y="T1"/>
                </a:cxn>
                <a:cxn ang="0">
                  <a:pos x="T2" y="T3"/>
                </a:cxn>
                <a:cxn ang="0">
                  <a:pos x="T4" y="T5"/>
                </a:cxn>
                <a:cxn ang="0">
                  <a:pos x="T6" y="T7"/>
                </a:cxn>
                <a:cxn ang="0">
                  <a:pos x="T8" y="T9"/>
                </a:cxn>
              </a:cxnLst>
              <a:rect l="0" t="0" r="r" b="b"/>
              <a:pathLst>
                <a:path w="39" h="21">
                  <a:moveTo>
                    <a:pt x="38" y="9"/>
                  </a:moveTo>
                  <a:cubicBezTo>
                    <a:pt x="39" y="15"/>
                    <a:pt x="31" y="20"/>
                    <a:pt x="21" y="20"/>
                  </a:cubicBezTo>
                  <a:cubicBezTo>
                    <a:pt x="11" y="21"/>
                    <a:pt x="2" y="17"/>
                    <a:pt x="1" y="13"/>
                  </a:cubicBezTo>
                  <a:cubicBezTo>
                    <a:pt x="0" y="8"/>
                    <a:pt x="8" y="2"/>
                    <a:pt x="18" y="1"/>
                  </a:cubicBezTo>
                  <a:cubicBezTo>
                    <a:pt x="28" y="0"/>
                    <a:pt x="37" y="3"/>
                    <a:pt x="3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 name="Freeform 346">
              <a:extLst>
                <a:ext uri="{FF2B5EF4-FFF2-40B4-BE49-F238E27FC236}">
                  <a16:creationId xmlns:a16="http://schemas.microsoft.com/office/drawing/2014/main" id="{8CACDA86-1F56-7B96-7EF2-D1653EDA581E}"/>
                </a:ext>
              </a:extLst>
            </p:cNvPr>
            <p:cNvSpPr>
              <a:spLocks/>
            </p:cNvSpPr>
            <p:nvPr/>
          </p:nvSpPr>
          <p:spPr bwMode="auto">
            <a:xfrm rot="5094805">
              <a:off x="288554" y="4441683"/>
              <a:ext cx="95969" cy="57124"/>
            </a:xfrm>
            <a:custGeom>
              <a:avLst/>
              <a:gdLst>
                <a:gd name="T0" fmla="*/ 19 w 39"/>
                <a:gd name="T1" fmla="*/ 0 h 23"/>
                <a:gd name="T2" fmla="*/ 38 w 39"/>
                <a:gd name="T3" fmla="*/ 11 h 23"/>
                <a:gd name="T4" fmla="*/ 22 w 39"/>
                <a:gd name="T5" fmla="*/ 23 h 23"/>
                <a:gd name="T6" fmla="*/ 1 w 39"/>
                <a:gd name="T7" fmla="*/ 13 h 23"/>
                <a:gd name="T8" fmla="*/ 19 w 39"/>
                <a:gd name="T9" fmla="*/ 0 h 23"/>
              </a:gdLst>
              <a:ahLst/>
              <a:cxnLst>
                <a:cxn ang="0">
                  <a:pos x="T0" y="T1"/>
                </a:cxn>
                <a:cxn ang="0">
                  <a:pos x="T2" y="T3"/>
                </a:cxn>
                <a:cxn ang="0">
                  <a:pos x="T4" y="T5"/>
                </a:cxn>
                <a:cxn ang="0">
                  <a:pos x="T6" y="T7"/>
                </a:cxn>
                <a:cxn ang="0">
                  <a:pos x="T8" y="T9"/>
                </a:cxn>
              </a:cxnLst>
              <a:rect l="0" t="0" r="r" b="b"/>
              <a:pathLst>
                <a:path w="39" h="23">
                  <a:moveTo>
                    <a:pt x="19" y="0"/>
                  </a:moveTo>
                  <a:cubicBezTo>
                    <a:pt x="29" y="0"/>
                    <a:pt x="38" y="4"/>
                    <a:pt x="38" y="11"/>
                  </a:cubicBezTo>
                  <a:cubicBezTo>
                    <a:pt x="39" y="18"/>
                    <a:pt x="31" y="23"/>
                    <a:pt x="22" y="23"/>
                  </a:cubicBezTo>
                  <a:cubicBezTo>
                    <a:pt x="12" y="23"/>
                    <a:pt x="2" y="18"/>
                    <a:pt x="1" y="13"/>
                  </a:cubicBezTo>
                  <a:cubicBezTo>
                    <a:pt x="0" y="6"/>
                    <a:pt x="8" y="1"/>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 name="Freeform 347">
              <a:extLst>
                <a:ext uri="{FF2B5EF4-FFF2-40B4-BE49-F238E27FC236}">
                  <a16:creationId xmlns:a16="http://schemas.microsoft.com/office/drawing/2014/main" id="{B091FF43-C07C-6F10-4A5B-EB7FDF11ECB6}"/>
                </a:ext>
              </a:extLst>
            </p:cNvPr>
            <p:cNvSpPr>
              <a:spLocks/>
            </p:cNvSpPr>
            <p:nvPr/>
          </p:nvSpPr>
          <p:spPr bwMode="auto">
            <a:xfrm rot="5094805">
              <a:off x="316016" y="4628517"/>
              <a:ext cx="95969" cy="68549"/>
            </a:xfrm>
            <a:custGeom>
              <a:avLst/>
              <a:gdLst>
                <a:gd name="T0" fmla="*/ 37 w 39"/>
                <a:gd name="T1" fmla="*/ 13 h 28"/>
                <a:gd name="T2" fmla="*/ 21 w 39"/>
                <a:gd name="T3" fmla="*/ 28 h 28"/>
                <a:gd name="T4" fmla="*/ 0 w 39"/>
                <a:gd name="T5" fmla="*/ 15 h 28"/>
                <a:gd name="T6" fmla="*/ 16 w 39"/>
                <a:gd name="T7" fmla="*/ 1 h 28"/>
                <a:gd name="T8" fmla="*/ 37 w 39"/>
                <a:gd name="T9" fmla="*/ 13 h 28"/>
              </a:gdLst>
              <a:ahLst/>
              <a:cxnLst>
                <a:cxn ang="0">
                  <a:pos x="T0" y="T1"/>
                </a:cxn>
                <a:cxn ang="0">
                  <a:pos x="T2" y="T3"/>
                </a:cxn>
                <a:cxn ang="0">
                  <a:pos x="T4" y="T5"/>
                </a:cxn>
                <a:cxn ang="0">
                  <a:pos x="T6" y="T7"/>
                </a:cxn>
                <a:cxn ang="0">
                  <a:pos x="T8" y="T9"/>
                </a:cxn>
              </a:cxnLst>
              <a:rect l="0" t="0" r="r" b="b"/>
              <a:pathLst>
                <a:path w="39" h="28">
                  <a:moveTo>
                    <a:pt x="37" y="13"/>
                  </a:moveTo>
                  <a:cubicBezTo>
                    <a:pt x="39" y="21"/>
                    <a:pt x="31" y="28"/>
                    <a:pt x="21" y="28"/>
                  </a:cubicBezTo>
                  <a:cubicBezTo>
                    <a:pt x="11" y="28"/>
                    <a:pt x="1" y="22"/>
                    <a:pt x="0" y="15"/>
                  </a:cubicBezTo>
                  <a:cubicBezTo>
                    <a:pt x="0" y="8"/>
                    <a:pt x="7" y="2"/>
                    <a:pt x="16" y="1"/>
                  </a:cubicBezTo>
                  <a:cubicBezTo>
                    <a:pt x="27" y="0"/>
                    <a:pt x="36" y="5"/>
                    <a:pt x="3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 name="Freeform 348">
              <a:extLst>
                <a:ext uri="{FF2B5EF4-FFF2-40B4-BE49-F238E27FC236}">
                  <a16:creationId xmlns:a16="http://schemas.microsoft.com/office/drawing/2014/main" id="{54CF97C6-90FE-DC9B-1B90-1C5D7CF5E1C4}"/>
                </a:ext>
              </a:extLst>
            </p:cNvPr>
            <p:cNvSpPr>
              <a:spLocks/>
            </p:cNvSpPr>
            <p:nvPr/>
          </p:nvSpPr>
          <p:spPr bwMode="auto">
            <a:xfrm rot="5094805">
              <a:off x="333024" y="4812642"/>
              <a:ext cx="100539" cy="82259"/>
            </a:xfrm>
            <a:custGeom>
              <a:avLst/>
              <a:gdLst>
                <a:gd name="T0" fmla="*/ 18 w 40"/>
                <a:gd name="T1" fmla="*/ 1 h 33"/>
                <a:gd name="T2" fmla="*/ 38 w 40"/>
                <a:gd name="T3" fmla="*/ 16 h 33"/>
                <a:gd name="T4" fmla="*/ 22 w 40"/>
                <a:gd name="T5" fmla="*/ 32 h 33"/>
                <a:gd name="T6" fmla="*/ 2 w 40"/>
                <a:gd name="T7" fmla="*/ 17 h 33"/>
                <a:gd name="T8" fmla="*/ 18 w 40"/>
                <a:gd name="T9" fmla="*/ 1 h 33"/>
              </a:gdLst>
              <a:ahLst/>
              <a:cxnLst>
                <a:cxn ang="0">
                  <a:pos x="T0" y="T1"/>
                </a:cxn>
                <a:cxn ang="0">
                  <a:pos x="T2" y="T3"/>
                </a:cxn>
                <a:cxn ang="0">
                  <a:pos x="T4" y="T5"/>
                </a:cxn>
                <a:cxn ang="0">
                  <a:pos x="T6" y="T7"/>
                </a:cxn>
                <a:cxn ang="0">
                  <a:pos x="T8" y="T9"/>
                </a:cxn>
              </a:cxnLst>
              <a:rect l="0" t="0" r="r" b="b"/>
              <a:pathLst>
                <a:path w="40" h="33">
                  <a:moveTo>
                    <a:pt x="18" y="1"/>
                  </a:moveTo>
                  <a:cubicBezTo>
                    <a:pt x="28" y="0"/>
                    <a:pt x="37" y="7"/>
                    <a:pt x="38" y="16"/>
                  </a:cubicBezTo>
                  <a:cubicBezTo>
                    <a:pt x="40" y="25"/>
                    <a:pt x="32" y="33"/>
                    <a:pt x="22" y="32"/>
                  </a:cubicBezTo>
                  <a:cubicBezTo>
                    <a:pt x="12" y="32"/>
                    <a:pt x="3" y="25"/>
                    <a:pt x="2" y="17"/>
                  </a:cubicBezTo>
                  <a:cubicBezTo>
                    <a:pt x="0" y="9"/>
                    <a:pt x="7" y="2"/>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 name="Freeform 349">
              <a:extLst>
                <a:ext uri="{FF2B5EF4-FFF2-40B4-BE49-F238E27FC236}">
                  <a16:creationId xmlns:a16="http://schemas.microsoft.com/office/drawing/2014/main" id="{71EB6EBA-8A6D-F553-1EF4-701709F73620}"/>
                </a:ext>
              </a:extLst>
            </p:cNvPr>
            <p:cNvSpPr>
              <a:spLocks/>
            </p:cNvSpPr>
            <p:nvPr/>
          </p:nvSpPr>
          <p:spPr bwMode="auto">
            <a:xfrm rot="5094805">
              <a:off x="354805" y="5001327"/>
              <a:ext cx="95969" cy="91399"/>
            </a:xfrm>
            <a:custGeom>
              <a:avLst/>
              <a:gdLst>
                <a:gd name="T0" fmla="*/ 38 w 39"/>
                <a:gd name="T1" fmla="*/ 18 h 37"/>
                <a:gd name="T2" fmla="*/ 22 w 39"/>
                <a:gd name="T3" fmla="*/ 37 h 37"/>
                <a:gd name="T4" fmla="*/ 1 w 39"/>
                <a:gd name="T5" fmla="*/ 19 h 37"/>
                <a:gd name="T6" fmla="*/ 16 w 39"/>
                <a:gd name="T7" fmla="*/ 1 h 37"/>
                <a:gd name="T8" fmla="*/ 38 w 39"/>
                <a:gd name="T9" fmla="*/ 18 h 37"/>
              </a:gdLst>
              <a:ahLst/>
              <a:cxnLst>
                <a:cxn ang="0">
                  <a:pos x="T0" y="T1"/>
                </a:cxn>
                <a:cxn ang="0">
                  <a:pos x="T2" y="T3"/>
                </a:cxn>
                <a:cxn ang="0">
                  <a:pos x="T4" y="T5"/>
                </a:cxn>
                <a:cxn ang="0">
                  <a:pos x="T6" y="T7"/>
                </a:cxn>
                <a:cxn ang="0">
                  <a:pos x="T8" y="T9"/>
                </a:cxn>
              </a:cxnLst>
              <a:rect l="0" t="0" r="r" b="b"/>
              <a:pathLst>
                <a:path w="39" h="37">
                  <a:moveTo>
                    <a:pt x="38" y="18"/>
                  </a:moveTo>
                  <a:cubicBezTo>
                    <a:pt x="39" y="28"/>
                    <a:pt x="32" y="37"/>
                    <a:pt x="22" y="37"/>
                  </a:cubicBezTo>
                  <a:cubicBezTo>
                    <a:pt x="12" y="37"/>
                    <a:pt x="2" y="28"/>
                    <a:pt x="1" y="19"/>
                  </a:cubicBezTo>
                  <a:cubicBezTo>
                    <a:pt x="0" y="9"/>
                    <a:pt x="7" y="2"/>
                    <a:pt x="16" y="1"/>
                  </a:cubicBezTo>
                  <a:cubicBezTo>
                    <a:pt x="27" y="0"/>
                    <a:pt x="36" y="7"/>
                    <a:pt x="3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 name="Freeform 378">
              <a:extLst>
                <a:ext uri="{FF2B5EF4-FFF2-40B4-BE49-F238E27FC236}">
                  <a16:creationId xmlns:a16="http://schemas.microsoft.com/office/drawing/2014/main" id="{14E9B3FC-22F5-9DCE-9A80-EF71E43FF541}"/>
                </a:ext>
              </a:extLst>
            </p:cNvPr>
            <p:cNvSpPr>
              <a:spLocks/>
            </p:cNvSpPr>
            <p:nvPr/>
          </p:nvSpPr>
          <p:spPr bwMode="auto">
            <a:xfrm rot="5094805">
              <a:off x="711836" y="6690067"/>
              <a:ext cx="98254" cy="148523"/>
            </a:xfrm>
            <a:custGeom>
              <a:avLst/>
              <a:gdLst>
                <a:gd name="T0" fmla="*/ 18 w 40"/>
                <a:gd name="T1" fmla="*/ 3 h 60"/>
                <a:gd name="T2" fmla="*/ 39 w 40"/>
                <a:gd name="T3" fmla="*/ 25 h 60"/>
                <a:gd name="T4" fmla="*/ 23 w 40"/>
                <a:gd name="T5" fmla="*/ 57 h 60"/>
                <a:gd name="T6" fmla="*/ 1 w 40"/>
                <a:gd name="T7" fmla="*/ 35 h 60"/>
                <a:gd name="T8" fmla="*/ 18 w 40"/>
                <a:gd name="T9" fmla="*/ 3 h 60"/>
              </a:gdLst>
              <a:ahLst/>
              <a:cxnLst>
                <a:cxn ang="0">
                  <a:pos x="T0" y="T1"/>
                </a:cxn>
                <a:cxn ang="0">
                  <a:pos x="T2" y="T3"/>
                </a:cxn>
                <a:cxn ang="0">
                  <a:pos x="T4" y="T5"/>
                </a:cxn>
                <a:cxn ang="0">
                  <a:pos x="T6" y="T7"/>
                </a:cxn>
                <a:cxn ang="0">
                  <a:pos x="T8" y="T9"/>
                </a:cxn>
              </a:cxnLst>
              <a:rect l="0" t="0" r="r" b="b"/>
              <a:pathLst>
                <a:path w="40" h="60">
                  <a:moveTo>
                    <a:pt x="18" y="3"/>
                  </a:moveTo>
                  <a:cubicBezTo>
                    <a:pt x="29" y="0"/>
                    <a:pt x="38" y="10"/>
                    <a:pt x="39" y="25"/>
                  </a:cubicBezTo>
                  <a:cubicBezTo>
                    <a:pt x="40" y="39"/>
                    <a:pt x="33" y="53"/>
                    <a:pt x="23" y="57"/>
                  </a:cubicBezTo>
                  <a:cubicBezTo>
                    <a:pt x="13" y="60"/>
                    <a:pt x="3" y="49"/>
                    <a:pt x="1" y="35"/>
                  </a:cubicBezTo>
                  <a:cubicBezTo>
                    <a:pt x="0" y="20"/>
                    <a:pt x="8" y="5"/>
                    <a:pt x="1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 name="Freeform 379">
              <a:extLst>
                <a:ext uri="{FF2B5EF4-FFF2-40B4-BE49-F238E27FC236}">
                  <a16:creationId xmlns:a16="http://schemas.microsoft.com/office/drawing/2014/main" id="{C22A26BC-DD2F-5A5F-A9C2-9D95F38427EF}"/>
                </a:ext>
              </a:extLst>
            </p:cNvPr>
            <p:cNvSpPr>
              <a:spLocks/>
            </p:cNvSpPr>
            <p:nvPr/>
          </p:nvSpPr>
          <p:spPr bwMode="auto">
            <a:xfrm rot="5094805">
              <a:off x="645384" y="6497651"/>
              <a:ext cx="95969" cy="148523"/>
            </a:xfrm>
            <a:custGeom>
              <a:avLst/>
              <a:gdLst>
                <a:gd name="T0" fmla="*/ 18 w 39"/>
                <a:gd name="T1" fmla="*/ 2 h 60"/>
                <a:gd name="T2" fmla="*/ 39 w 39"/>
                <a:gd name="T3" fmla="*/ 27 h 60"/>
                <a:gd name="T4" fmla="*/ 23 w 39"/>
                <a:gd name="T5" fmla="*/ 58 h 60"/>
                <a:gd name="T6" fmla="*/ 1 w 39"/>
                <a:gd name="T7" fmla="*/ 33 h 60"/>
                <a:gd name="T8" fmla="*/ 18 w 39"/>
                <a:gd name="T9" fmla="*/ 2 h 60"/>
              </a:gdLst>
              <a:ahLst/>
              <a:cxnLst>
                <a:cxn ang="0">
                  <a:pos x="T0" y="T1"/>
                </a:cxn>
                <a:cxn ang="0">
                  <a:pos x="T2" y="T3"/>
                </a:cxn>
                <a:cxn ang="0">
                  <a:pos x="T4" y="T5"/>
                </a:cxn>
                <a:cxn ang="0">
                  <a:pos x="T6" y="T7"/>
                </a:cxn>
                <a:cxn ang="0">
                  <a:pos x="T8" y="T9"/>
                </a:cxn>
              </a:cxnLst>
              <a:rect l="0" t="0" r="r" b="b"/>
              <a:pathLst>
                <a:path w="39" h="60">
                  <a:moveTo>
                    <a:pt x="18" y="2"/>
                  </a:moveTo>
                  <a:cubicBezTo>
                    <a:pt x="29" y="0"/>
                    <a:pt x="38" y="11"/>
                    <a:pt x="39" y="27"/>
                  </a:cubicBezTo>
                  <a:cubicBezTo>
                    <a:pt x="39" y="42"/>
                    <a:pt x="32" y="56"/>
                    <a:pt x="23" y="58"/>
                  </a:cubicBezTo>
                  <a:cubicBezTo>
                    <a:pt x="12" y="60"/>
                    <a:pt x="2" y="49"/>
                    <a:pt x="1" y="33"/>
                  </a:cubicBezTo>
                  <a:cubicBezTo>
                    <a:pt x="0" y="18"/>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 name="Freeform 380">
              <a:extLst>
                <a:ext uri="{FF2B5EF4-FFF2-40B4-BE49-F238E27FC236}">
                  <a16:creationId xmlns:a16="http://schemas.microsoft.com/office/drawing/2014/main" id="{37EBE956-6E5C-6A2C-D50C-EA7C793A9AF2}"/>
                </a:ext>
              </a:extLst>
            </p:cNvPr>
            <p:cNvSpPr>
              <a:spLocks/>
            </p:cNvSpPr>
            <p:nvPr/>
          </p:nvSpPr>
          <p:spPr bwMode="auto">
            <a:xfrm rot="5094805">
              <a:off x="591845" y="6307329"/>
              <a:ext cx="98254" cy="150808"/>
            </a:xfrm>
            <a:custGeom>
              <a:avLst/>
              <a:gdLst>
                <a:gd name="T0" fmla="*/ 17 w 40"/>
                <a:gd name="T1" fmla="*/ 2 h 61"/>
                <a:gd name="T2" fmla="*/ 38 w 40"/>
                <a:gd name="T3" fmla="*/ 28 h 61"/>
                <a:gd name="T4" fmla="*/ 23 w 40"/>
                <a:gd name="T5" fmla="*/ 59 h 61"/>
                <a:gd name="T6" fmla="*/ 1 w 40"/>
                <a:gd name="T7" fmla="*/ 34 h 61"/>
                <a:gd name="T8" fmla="*/ 17 w 40"/>
                <a:gd name="T9" fmla="*/ 2 h 61"/>
              </a:gdLst>
              <a:ahLst/>
              <a:cxnLst>
                <a:cxn ang="0">
                  <a:pos x="T0" y="T1"/>
                </a:cxn>
                <a:cxn ang="0">
                  <a:pos x="T2" y="T3"/>
                </a:cxn>
                <a:cxn ang="0">
                  <a:pos x="T4" y="T5"/>
                </a:cxn>
                <a:cxn ang="0">
                  <a:pos x="T6" y="T7"/>
                </a:cxn>
                <a:cxn ang="0">
                  <a:pos x="T8" y="T9"/>
                </a:cxn>
              </a:cxnLst>
              <a:rect l="0" t="0" r="r" b="b"/>
              <a:pathLst>
                <a:path w="40" h="61">
                  <a:moveTo>
                    <a:pt x="17" y="2"/>
                  </a:moveTo>
                  <a:cubicBezTo>
                    <a:pt x="28" y="0"/>
                    <a:pt x="37" y="11"/>
                    <a:pt x="38" y="28"/>
                  </a:cubicBezTo>
                  <a:cubicBezTo>
                    <a:pt x="40" y="43"/>
                    <a:pt x="33" y="56"/>
                    <a:pt x="23" y="59"/>
                  </a:cubicBezTo>
                  <a:cubicBezTo>
                    <a:pt x="13" y="61"/>
                    <a:pt x="3" y="49"/>
                    <a:pt x="1" y="34"/>
                  </a:cubicBezTo>
                  <a:cubicBezTo>
                    <a:pt x="0" y="18"/>
                    <a:pt x="7" y="3"/>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 name="Freeform 381">
              <a:extLst>
                <a:ext uri="{FF2B5EF4-FFF2-40B4-BE49-F238E27FC236}">
                  <a16:creationId xmlns:a16="http://schemas.microsoft.com/office/drawing/2014/main" id="{814F4E5C-EC3E-F43E-17F5-1918D88E6E76}"/>
                </a:ext>
              </a:extLst>
            </p:cNvPr>
            <p:cNvSpPr>
              <a:spLocks/>
            </p:cNvSpPr>
            <p:nvPr/>
          </p:nvSpPr>
          <p:spPr bwMode="auto">
            <a:xfrm rot="5094805">
              <a:off x="540379" y="6116813"/>
              <a:ext cx="100539" cy="148523"/>
            </a:xfrm>
            <a:custGeom>
              <a:avLst/>
              <a:gdLst>
                <a:gd name="T0" fmla="*/ 39 w 40"/>
                <a:gd name="T1" fmla="*/ 27 h 60"/>
                <a:gd name="T2" fmla="*/ 23 w 40"/>
                <a:gd name="T3" fmla="*/ 59 h 60"/>
                <a:gd name="T4" fmla="*/ 2 w 40"/>
                <a:gd name="T5" fmla="*/ 35 h 60"/>
                <a:gd name="T6" fmla="*/ 18 w 40"/>
                <a:gd name="T7" fmla="*/ 3 h 60"/>
                <a:gd name="T8" fmla="*/ 39 w 40"/>
                <a:gd name="T9" fmla="*/ 27 h 60"/>
              </a:gdLst>
              <a:ahLst/>
              <a:cxnLst>
                <a:cxn ang="0">
                  <a:pos x="T0" y="T1"/>
                </a:cxn>
                <a:cxn ang="0">
                  <a:pos x="T2" y="T3"/>
                </a:cxn>
                <a:cxn ang="0">
                  <a:pos x="T4" y="T5"/>
                </a:cxn>
                <a:cxn ang="0">
                  <a:pos x="T6" y="T7"/>
                </a:cxn>
                <a:cxn ang="0">
                  <a:pos x="T8" y="T9"/>
                </a:cxn>
              </a:cxnLst>
              <a:rect l="0" t="0" r="r" b="b"/>
              <a:pathLst>
                <a:path w="40" h="60">
                  <a:moveTo>
                    <a:pt x="39" y="27"/>
                  </a:moveTo>
                  <a:cubicBezTo>
                    <a:pt x="40" y="43"/>
                    <a:pt x="33" y="57"/>
                    <a:pt x="23" y="59"/>
                  </a:cubicBezTo>
                  <a:cubicBezTo>
                    <a:pt x="13" y="60"/>
                    <a:pt x="4" y="49"/>
                    <a:pt x="2" y="35"/>
                  </a:cubicBezTo>
                  <a:cubicBezTo>
                    <a:pt x="0" y="20"/>
                    <a:pt x="7" y="5"/>
                    <a:pt x="18" y="3"/>
                  </a:cubicBezTo>
                  <a:cubicBezTo>
                    <a:pt x="28" y="0"/>
                    <a:pt x="37" y="11"/>
                    <a:pt x="39"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 name="Freeform 382">
              <a:extLst>
                <a:ext uri="{FF2B5EF4-FFF2-40B4-BE49-F238E27FC236}">
                  <a16:creationId xmlns:a16="http://schemas.microsoft.com/office/drawing/2014/main" id="{3EAFD347-2DE6-F292-5FBE-7B4939183E2E}"/>
                </a:ext>
              </a:extLst>
            </p:cNvPr>
            <p:cNvSpPr>
              <a:spLocks/>
            </p:cNvSpPr>
            <p:nvPr/>
          </p:nvSpPr>
          <p:spPr bwMode="auto">
            <a:xfrm rot="5094805">
              <a:off x="493677" y="5930655"/>
              <a:ext cx="98254" cy="141669"/>
            </a:xfrm>
            <a:custGeom>
              <a:avLst/>
              <a:gdLst>
                <a:gd name="T0" fmla="*/ 18 w 40"/>
                <a:gd name="T1" fmla="*/ 2 h 57"/>
                <a:gd name="T2" fmla="*/ 39 w 40"/>
                <a:gd name="T3" fmla="*/ 26 h 57"/>
                <a:gd name="T4" fmla="*/ 23 w 40"/>
                <a:gd name="T5" fmla="*/ 56 h 57"/>
                <a:gd name="T6" fmla="*/ 2 w 40"/>
                <a:gd name="T7" fmla="*/ 32 h 57"/>
                <a:gd name="T8" fmla="*/ 18 w 40"/>
                <a:gd name="T9" fmla="*/ 2 h 57"/>
              </a:gdLst>
              <a:ahLst/>
              <a:cxnLst>
                <a:cxn ang="0">
                  <a:pos x="T0" y="T1"/>
                </a:cxn>
                <a:cxn ang="0">
                  <a:pos x="T2" y="T3"/>
                </a:cxn>
                <a:cxn ang="0">
                  <a:pos x="T4" y="T5"/>
                </a:cxn>
                <a:cxn ang="0">
                  <a:pos x="T6" y="T7"/>
                </a:cxn>
                <a:cxn ang="0">
                  <a:pos x="T8" y="T9"/>
                </a:cxn>
              </a:cxnLst>
              <a:rect l="0" t="0" r="r" b="b"/>
              <a:pathLst>
                <a:path w="40" h="57">
                  <a:moveTo>
                    <a:pt x="18" y="2"/>
                  </a:moveTo>
                  <a:cubicBezTo>
                    <a:pt x="28" y="0"/>
                    <a:pt x="37" y="11"/>
                    <a:pt x="39" y="26"/>
                  </a:cubicBezTo>
                  <a:cubicBezTo>
                    <a:pt x="40" y="41"/>
                    <a:pt x="33" y="54"/>
                    <a:pt x="23" y="56"/>
                  </a:cubicBezTo>
                  <a:cubicBezTo>
                    <a:pt x="13" y="57"/>
                    <a:pt x="3" y="46"/>
                    <a:pt x="2" y="32"/>
                  </a:cubicBezTo>
                  <a:cubicBezTo>
                    <a:pt x="0" y="17"/>
                    <a:pt x="7"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 name="Freeform 383">
              <a:extLst>
                <a:ext uri="{FF2B5EF4-FFF2-40B4-BE49-F238E27FC236}">
                  <a16:creationId xmlns:a16="http://schemas.microsoft.com/office/drawing/2014/main" id="{0BA346F8-8374-2F59-BCF2-4F519C6E3F8F}"/>
                </a:ext>
              </a:extLst>
            </p:cNvPr>
            <p:cNvSpPr>
              <a:spLocks/>
            </p:cNvSpPr>
            <p:nvPr/>
          </p:nvSpPr>
          <p:spPr bwMode="auto">
            <a:xfrm rot="5094805">
              <a:off x="456176" y="5745866"/>
              <a:ext cx="98254" cy="132529"/>
            </a:xfrm>
            <a:custGeom>
              <a:avLst/>
              <a:gdLst>
                <a:gd name="T0" fmla="*/ 38 w 40"/>
                <a:gd name="T1" fmla="*/ 25 h 54"/>
                <a:gd name="T2" fmla="*/ 22 w 40"/>
                <a:gd name="T3" fmla="*/ 53 h 54"/>
                <a:gd name="T4" fmla="*/ 1 w 40"/>
                <a:gd name="T5" fmla="*/ 28 h 54"/>
                <a:gd name="T6" fmla="*/ 17 w 40"/>
                <a:gd name="T7" fmla="*/ 2 h 54"/>
                <a:gd name="T8" fmla="*/ 38 w 40"/>
                <a:gd name="T9" fmla="*/ 25 h 54"/>
              </a:gdLst>
              <a:ahLst/>
              <a:cxnLst>
                <a:cxn ang="0">
                  <a:pos x="T0" y="T1"/>
                </a:cxn>
                <a:cxn ang="0">
                  <a:pos x="T2" y="T3"/>
                </a:cxn>
                <a:cxn ang="0">
                  <a:pos x="T4" y="T5"/>
                </a:cxn>
                <a:cxn ang="0">
                  <a:pos x="T6" y="T7"/>
                </a:cxn>
                <a:cxn ang="0">
                  <a:pos x="T8" y="T9"/>
                </a:cxn>
              </a:cxnLst>
              <a:rect l="0" t="0" r="r" b="b"/>
              <a:pathLst>
                <a:path w="40" h="54">
                  <a:moveTo>
                    <a:pt x="38" y="25"/>
                  </a:moveTo>
                  <a:cubicBezTo>
                    <a:pt x="40" y="40"/>
                    <a:pt x="33" y="52"/>
                    <a:pt x="22" y="53"/>
                  </a:cubicBezTo>
                  <a:cubicBezTo>
                    <a:pt x="12" y="54"/>
                    <a:pt x="2" y="42"/>
                    <a:pt x="1" y="28"/>
                  </a:cubicBezTo>
                  <a:cubicBezTo>
                    <a:pt x="0" y="15"/>
                    <a:pt x="7" y="4"/>
                    <a:pt x="17" y="2"/>
                  </a:cubicBezTo>
                  <a:cubicBezTo>
                    <a:pt x="27" y="0"/>
                    <a:pt x="37" y="10"/>
                    <a:pt x="38"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 name="Freeform 384">
              <a:extLst>
                <a:ext uri="{FF2B5EF4-FFF2-40B4-BE49-F238E27FC236}">
                  <a16:creationId xmlns:a16="http://schemas.microsoft.com/office/drawing/2014/main" id="{DB779AE9-9F0E-7EF7-13D5-6EC48D99BD3B}"/>
                </a:ext>
              </a:extLst>
            </p:cNvPr>
            <p:cNvSpPr>
              <a:spLocks/>
            </p:cNvSpPr>
            <p:nvPr/>
          </p:nvSpPr>
          <p:spPr bwMode="auto">
            <a:xfrm rot="5094805">
              <a:off x="423130" y="5560778"/>
              <a:ext cx="95969" cy="121104"/>
            </a:xfrm>
            <a:custGeom>
              <a:avLst/>
              <a:gdLst>
                <a:gd name="T0" fmla="*/ 18 w 39"/>
                <a:gd name="T1" fmla="*/ 0 h 49"/>
                <a:gd name="T2" fmla="*/ 38 w 39"/>
                <a:gd name="T3" fmla="*/ 25 h 49"/>
                <a:gd name="T4" fmla="*/ 22 w 39"/>
                <a:gd name="T5" fmla="*/ 48 h 49"/>
                <a:gd name="T6" fmla="*/ 1 w 39"/>
                <a:gd name="T7" fmla="*/ 25 h 49"/>
                <a:gd name="T8" fmla="*/ 18 w 39"/>
                <a:gd name="T9" fmla="*/ 0 h 49"/>
              </a:gdLst>
              <a:ahLst/>
              <a:cxnLst>
                <a:cxn ang="0">
                  <a:pos x="T0" y="T1"/>
                </a:cxn>
                <a:cxn ang="0">
                  <a:pos x="T2" y="T3"/>
                </a:cxn>
                <a:cxn ang="0">
                  <a:pos x="T4" y="T5"/>
                </a:cxn>
                <a:cxn ang="0">
                  <a:pos x="T6" y="T7"/>
                </a:cxn>
                <a:cxn ang="0">
                  <a:pos x="T8" y="T9"/>
                </a:cxn>
              </a:cxnLst>
              <a:rect l="0" t="0" r="r" b="b"/>
              <a:pathLst>
                <a:path w="39" h="49">
                  <a:moveTo>
                    <a:pt x="18" y="0"/>
                  </a:moveTo>
                  <a:cubicBezTo>
                    <a:pt x="28" y="0"/>
                    <a:pt x="37" y="11"/>
                    <a:pt x="38" y="25"/>
                  </a:cubicBezTo>
                  <a:cubicBezTo>
                    <a:pt x="39" y="37"/>
                    <a:pt x="32" y="48"/>
                    <a:pt x="22" y="48"/>
                  </a:cubicBezTo>
                  <a:cubicBezTo>
                    <a:pt x="12" y="49"/>
                    <a:pt x="2" y="38"/>
                    <a:pt x="1" y="25"/>
                  </a:cubicBezTo>
                  <a:cubicBezTo>
                    <a:pt x="0" y="12"/>
                    <a:pt x="8" y="1"/>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 name="Freeform 385">
              <a:extLst>
                <a:ext uri="{FF2B5EF4-FFF2-40B4-BE49-F238E27FC236}">
                  <a16:creationId xmlns:a16="http://schemas.microsoft.com/office/drawing/2014/main" id="{BFC06C06-F8DA-5157-8A25-795E8068F132}"/>
                </a:ext>
              </a:extLst>
            </p:cNvPr>
            <p:cNvSpPr>
              <a:spLocks/>
            </p:cNvSpPr>
            <p:nvPr/>
          </p:nvSpPr>
          <p:spPr bwMode="auto">
            <a:xfrm rot="5094805">
              <a:off x="397944" y="5373741"/>
              <a:ext cx="95969" cy="109679"/>
            </a:xfrm>
            <a:custGeom>
              <a:avLst/>
              <a:gdLst>
                <a:gd name="T0" fmla="*/ 18 w 39"/>
                <a:gd name="T1" fmla="*/ 0 h 44"/>
                <a:gd name="T2" fmla="*/ 38 w 39"/>
                <a:gd name="T3" fmla="*/ 23 h 44"/>
                <a:gd name="T4" fmla="*/ 22 w 39"/>
                <a:gd name="T5" fmla="*/ 44 h 44"/>
                <a:gd name="T6" fmla="*/ 1 w 39"/>
                <a:gd name="T7" fmla="*/ 22 h 44"/>
                <a:gd name="T8" fmla="*/ 18 w 39"/>
                <a:gd name="T9" fmla="*/ 0 h 44"/>
              </a:gdLst>
              <a:ahLst/>
              <a:cxnLst>
                <a:cxn ang="0">
                  <a:pos x="T0" y="T1"/>
                </a:cxn>
                <a:cxn ang="0">
                  <a:pos x="T2" y="T3"/>
                </a:cxn>
                <a:cxn ang="0">
                  <a:pos x="T4" y="T5"/>
                </a:cxn>
                <a:cxn ang="0">
                  <a:pos x="T6" y="T7"/>
                </a:cxn>
                <a:cxn ang="0">
                  <a:pos x="T8" y="T9"/>
                </a:cxn>
              </a:cxnLst>
              <a:rect l="0" t="0" r="r" b="b"/>
              <a:pathLst>
                <a:path w="39" h="44">
                  <a:moveTo>
                    <a:pt x="18" y="0"/>
                  </a:moveTo>
                  <a:cubicBezTo>
                    <a:pt x="28" y="0"/>
                    <a:pt x="37" y="10"/>
                    <a:pt x="38" y="23"/>
                  </a:cubicBezTo>
                  <a:cubicBezTo>
                    <a:pt x="39" y="35"/>
                    <a:pt x="31" y="44"/>
                    <a:pt x="22" y="44"/>
                  </a:cubicBezTo>
                  <a:cubicBezTo>
                    <a:pt x="12" y="44"/>
                    <a:pt x="2" y="34"/>
                    <a:pt x="1" y="22"/>
                  </a:cubicBezTo>
                  <a:cubicBezTo>
                    <a:pt x="0" y="10"/>
                    <a:pt x="8"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 name="Freeform 386">
              <a:extLst>
                <a:ext uri="{FF2B5EF4-FFF2-40B4-BE49-F238E27FC236}">
                  <a16:creationId xmlns:a16="http://schemas.microsoft.com/office/drawing/2014/main" id="{0AA114AA-15C6-B4EE-A47F-5ED7A1DA6867}"/>
                </a:ext>
              </a:extLst>
            </p:cNvPr>
            <p:cNvSpPr>
              <a:spLocks/>
            </p:cNvSpPr>
            <p:nvPr/>
          </p:nvSpPr>
          <p:spPr bwMode="auto">
            <a:xfrm rot="5094805">
              <a:off x="375237" y="5186493"/>
              <a:ext cx="95969" cy="102824"/>
            </a:xfrm>
            <a:custGeom>
              <a:avLst/>
              <a:gdLst>
                <a:gd name="T0" fmla="*/ 18 w 39"/>
                <a:gd name="T1" fmla="*/ 0 h 41"/>
                <a:gd name="T2" fmla="*/ 38 w 39"/>
                <a:gd name="T3" fmla="*/ 21 h 41"/>
                <a:gd name="T4" fmla="*/ 22 w 39"/>
                <a:gd name="T5" fmla="*/ 41 h 41"/>
                <a:gd name="T6" fmla="*/ 1 w 39"/>
                <a:gd name="T7" fmla="*/ 21 h 41"/>
                <a:gd name="T8" fmla="*/ 18 w 39"/>
                <a:gd name="T9" fmla="*/ 0 h 41"/>
              </a:gdLst>
              <a:ahLst/>
              <a:cxnLst>
                <a:cxn ang="0">
                  <a:pos x="T0" y="T1"/>
                </a:cxn>
                <a:cxn ang="0">
                  <a:pos x="T2" y="T3"/>
                </a:cxn>
                <a:cxn ang="0">
                  <a:pos x="T4" y="T5"/>
                </a:cxn>
                <a:cxn ang="0">
                  <a:pos x="T6" y="T7"/>
                </a:cxn>
                <a:cxn ang="0">
                  <a:pos x="T8" y="T9"/>
                </a:cxn>
              </a:cxnLst>
              <a:rect l="0" t="0" r="r" b="b"/>
              <a:pathLst>
                <a:path w="39" h="41">
                  <a:moveTo>
                    <a:pt x="18" y="0"/>
                  </a:moveTo>
                  <a:cubicBezTo>
                    <a:pt x="28" y="0"/>
                    <a:pt x="37" y="9"/>
                    <a:pt x="38" y="21"/>
                  </a:cubicBezTo>
                  <a:cubicBezTo>
                    <a:pt x="39" y="32"/>
                    <a:pt x="32" y="40"/>
                    <a:pt x="22" y="41"/>
                  </a:cubicBezTo>
                  <a:cubicBezTo>
                    <a:pt x="12" y="41"/>
                    <a:pt x="2" y="31"/>
                    <a:pt x="1" y="21"/>
                  </a:cubicBezTo>
                  <a:cubicBezTo>
                    <a:pt x="0" y="10"/>
                    <a:pt x="7" y="1"/>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 name="Freeform 398">
              <a:extLst>
                <a:ext uri="{FF2B5EF4-FFF2-40B4-BE49-F238E27FC236}">
                  <a16:creationId xmlns:a16="http://schemas.microsoft.com/office/drawing/2014/main" id="{E96B814B-430A-3350-E801-C76358BE49D0}"/>
                </a:ext>
              </a:extLst>
            </p:cNvPr>
            <p:cNvSpPr>
              <a:spLocks/>
            </p:cNvSpPr>
            <p:nvPr/>
          </p:nvSpPr>
          <p:spPr bwMode="auto">
            <a:xfrm rot="5094805">
              <a:off x="-8767" y="3216707"/>
              <a:ext cx="95969" cy="27420"/>
            </a:xfrm>
            <a:custGeom>
              <a:avLst/>
              <a:gdLst>
                <a:gd name="T0" fmla="*/ 20 w 39"/>
                <a:gd name="T1" fmla="*/ 9 h 11"/>
                <a:gd name="T2" fmla="*/ 1 w 39"/>
                <a:gd name="T3" fmla="*/ 10 h 11"/>
                <a:gd name="T4" fmla="*/ 18 w 39"/>
                <a:gd name="T5" fmla="*/ 3 h 11"/>
                <a:gd name="T6" fmla="*/ 38 w 39"/>
                <a:gd name="T7" fmla="*/ 2 h 11"/>
                <a:gd name="T8" fmla="*/ 20 w 39"/>
                <a:gd name="T9" fmla="*/ 9 h 11"/>
              </a:gdLst>
              <a:ahLst/>
              <a:cxnLst>
                <a:cxn ang="0">
                  <a:pos x="T0" y="T1"/>
                </a:cxn>
                <a:cxn ang="0">
                  <a:pos x="T2" y="T3"/>
                </a:cxn>
                <a:cxn ang="0">
                  <a:pos x="T4" y="T5"/>
                </a:cxn>
                <a:cxn ang="0">
                  <a:pos x="T6" y="T7"/>
                </a:cxn>
                <a:cxn ang="0">
                  <a:pos x="T8" y="T9"/>
                </a:cxn>
              </a:cxnLst>
              <a:rect l="0" t="0" r="r" b="b"/>
              <a:pathLst>
                <a:path w="39" h="11">
                  <a:moveTo>
                    <a:pt x="20" y="9"/>
                  </a:moveTo>
                  <a:cubicBezTo>
                    <a:pt x="11" y="11"/>
                    <a:pt x="2" y="11"/>
                    <a:pt x="1" y="10"/>
                  </a:cubicBezTo>
                  <a:cubicBezTo>
                    <a:pt x="0" y="8"/>
                    <a:pt x="8" y="5"/>
                    <a:pt x="18" y="3"/>
                  </a:cubicBezTo>
                  <a:cubicBezTo>
                    <a:pt x="28" y="1"/>
                    <a:pt x="37" y="0"/>
                    <a:pt x="38" y="2"/>
                  </a:cubicBezTo>
                  <a:cubicBezTo>
                    <a:pt x="39" y="4"/>
                    <a:pt x="31" y="7"/>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 name="Freeform 399">
              <a:extLst>
                <a:ext uri="{FF2B5EF4-FFF2-40B4-BE49-F238E27FC236}">
                  <a16:creationId xmlns:a16="http://schemas.microsoft.com/office/drawing/2014/main" id="{31A76DCE-88C5-4F0A-EF95-453CA0B8B596}"/>
                </a:ext>
              </a:extLst>
            </p:cNvPr>
            <p:cNvSpPr>
              <a:spLocks/>
            </p:cNvSpPr>
            <p:nvPr/>
          </p:nvSpPr>
          <p:spPr bwMode="auto">
            <a:xfrm rot="5094805">
              <a:off x="48080" y="3403201"/>
              <a:ext cx="95969" cy="29705"/>
            </a:xfrm>
            <a:custGeom>
              <a:avLst/>
              <a:gdLst>
                <a:gd name="T0" fmla="*/ 21 w 39"/>
                <a:gd name="T1" fmla="*/ 10 h 12"/>
                <a:gd name="T2" fmla="*/ 1 w 39"/>
                <a:gd name="T3" fmla="*/ 10 h 12"/>
                <a:gd name="T4" fmla="*/ 18 w 39"/>
                <a:gd name="T5" fmla="*/ 2 h 12"/>
                <a:gd name="T6" fmla="*/ 38 w 39"/>
                <a:gd name="T7" fmla="*/ 2 h 12"/>
                <a:gd name="T8" fmla="*/ 21 w 39"/>
                <a:gd name="T9" fmla="*/ 10 h 12"/>
              </a:gdLst>
              <a:ahLst/>
              <a:cxnLst>
                <a:cxn ang="0">
                  <a:pos x="T0" y="T1"/>
                </a:cxn>
                <a:cxn ang="0">
                  <a:pos x="T2" y="T3"/>
                </a:cxn>
                <a:cxn ang="0">
                  <a:pos x="T4" y="T5"/>
                </a:cxn>
                <a:cxn ang="0">
                  <a:pos x="T6" y="T7"/>
                </a:cxn>
                <a:cxn ang="0">
                  <a:pos x="T8" y="T9"/>
                </a:cxn>
              </a:cxnLst>
              <a:rect l="0" t="0" r="r" b="b"/>
              <a:pathLst>
                <a:path w="39" h="12">
                  <a:moveTo>
                    <a:pt x="21" y="10"/>
                  </a:moveTo>
                  <a:cubicBezTo>
                    <a:pt x="11" y="12"/>
                    <a:pt x="2" y="12"/>
                    <a:pt x="1" y="10"/>
                  </a:cubicBezTo>
                  <a:cubicBezTo>
                    <a:pt x="0" y="8"/>
                    <a:pt x="8" y="5"/>
                    <a:pt x="18" y="2"/>
                  </a:cubicBezTo>
                  <a:cubicBezTo>
                    <a:pt x="28" y="0"/>
                    <a:pt x="36" y="0"/>
                    <a:pt x="38" y="2"/>
                  </a:cubicBezTo>
                  <a:cubicBezTo>
                    <a:pt x="39" y="4"/>
                    <a:pt x="31" y="8"/>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 name="Freeform 400">
              <a:extLst>
                <a:ext uri="{FF2B5EF4-FFF2-40B4-BE49-F238E27FC236}">
                  <a16:creationId xmlns:a16="http://schemas.microsoft.com/office/drawing/2014/main" id="{FBEF16A7-701C-FF5C-7607-47368E89AAA4}"/>
                </a:ext>
              </a:extLst>
            </p:cNvPr>
            <p:cNvSpPr>
              <a:spLocks/>
            </p:cNvSpPr>
            <p:nvPr/>
          </p:nvSpPr>
          <p:spPr bwMode="auto">
            <a:xfrm rot="5094805">
              <a:off x="108244" y="3586070"/>
              <a:ext cx="93684" cy="36560"/>
            </a:xfrm>
            <a:custGeom>
              <a:avLst/>
              <a:gdLst>
                <a:gd name="T0" fmla="*/ 21 w 38"/>
                <a:gd name="T1" fmla="*/ 11 h 14"/>
                <a:gd name="T2" fmla="*/ 1 w 38"/>
                <a:gd name="T3" fmla="*/ 11 h 14"/>
                <a:gd name="T4" fmla="*/ 18 w 38"/>
                <a:gd name="T5" fmla="*/ 2 h 14"/>
                <a:gd name="T6" fmla="*/ 38 w 38"/>
                <a:gd name="T7" fmla="*/ 3 h 14"/>
                <a:gd name="T8" fmla="*/ 21 w 38"/>
                <a:gd name="T9" fmla="*/ 11 h 14"/>
              </a:gdLst>
              <a:ahLst/>
              <a:cxnLst>
                <a:cxn ang="0">
                  <a:pos x="T0" y="T1"/>
                </a:cxn>
                <a:cxn ang="0">
                  <a:pos x="T2" y="T3"/>
                </a:cxn>
                <a:cxn ang="0">
                  <a:pos x="T4" y="T5"/>
                </a:cxn>
                <a:cxn ang="0">
                  <a:pos x="T6" y="T7"/>
                </a:cxn>
                <a:cxn ang="0">
                  <a:pos x="T8" y="T9"/>
                </a:cxn>
              </a:cxnLst>
              <a:rect l="0" t="0" r="r" b="b"/>
              <a:pathLst>
                <a:path w="38" h="14">
                  <a:moveTo>
                    <a:pt x="21" y="11"/>
                  </a:moveTo>
                  <a:cubicBezTo>
                    <a:pt x="11" y="14"/>
                    <a:pt x="3" y="13"/>
                    <a:pt x="1" y="11"/>
                  </a:cubicBezTo>
                  <a:cubicBezTo>
                    <a:pt x="0" y="9"/>
                    <a:pt x="7" y="5"/>
                    <a:pt x="18" y="2"/>
                  </a:cubicBezTo>
                  <a:cubicBezTo>
                    <a:pt x="28" y="0"/>
                    <a:pt x="37" y="0"/>
                    <a:pt x="38" y="3"/>
                  </a:cubicBezTo>
                  <a:cubicBezTo>
                    <a:pt x="38" y="6"/>
                    <a:pt x="31" y="9"/>
                    <a:pt x="2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 name="Freeform 401">
              <a:extLst>
                <a:ext uri="{FF2B5EF4-FFF2-40B4-BE49-F238E27FC236}">
                  <a16:creationId xmlns:a16="http://schemas.microsoft.com/office/drawing/2014/main" id="{614E9B0D-6199-DDA1-E9B3-CC49854E8228}"/>
                </a:ext>
              </a:extLst>
            </p:cNvPr>
            <p:cNvSpPr>
              <a:spLocks/>
            </p:cNvSpPr>
            <p:nvPr/>
          </p:nvSpPr>
          <p:spPr bwMode="auto">
            <a:xfrm rot="5094805">
              <a:off x="168805" y="3775573"/>
              <a:ext cx="95969" cy="38845"/>
            </a:xfrm>
            <a:custGeom>
              <a:avLst/>
              <a:gdLst>
                <a:gd name="T0" fmla="*/ 21 w 39"/>
                <a:gd name="T1" fmla="*/ 14 h 16"/>
                <a:gd name="T2" fmla="*/ 1 w 39"/>
                <a:gd name="T3" fmla="*/ 12 h 16"/>
                <a:gd name="T4" fmla="*/ 18 w 39"/>
                <a:gd name="T5" fmla="*/ 3 h 16"/>
                <a:gd name="T6" fmla="*/ 38 w 39"/>
                <a:gd name="T7" fmla="*/ 4 h 16"/>
                <a:gd name="T8" fmla="*/ 21 w 39"/>
                <a:gd name="T9" fmla="*/ 14 h 16"/>
              </a:gdLst>
              <a:ahLst/>
              <a:cxnLst>
                <a:cxn ang="0">
                  <a:pos x="T0" y="T1"/>
                </a:cxn>
                <a:cxn ang="0">
                  <a:pos x="T2" y="T3"/>
                </a:cxn>
                <a:cxn ang="0">
                  <a:pos x="T4" y="T5"/>
                </a:cxn>
                <a:cxn ang="0">
                  <a:pos x="T6" y="T7"/>
                </a:cxn>
                <a:cxn ang="0">
                  <a:pos x="T8" y="T9"/>
                </a:cxn>
              </a:cxnLst>
              <a:rect l="0" t="0" r="r" b="b"/>
              <a:pathLst>
                <a:path w="39" h="16">
                  <a:moveTo>
                    <a:pt x="21" y="14"/>
                  </a:moveTo>
                  <a:cubicBezTo>
                    <a:pt x="11" y="16"/>
                    <a:pt x="2" y="15"/>
                    <a:pt x="1" y="12"/>
                  </a:cubicBezTo>
                  <a:cubicBezTo>
                    <a:pt x="0" y="10"/>
                    <a:pt x="8" y="5"/>
                    <a:pt x="18" y="3"/>
                  </a:cubicBezTo>
                  <a:cubicBezTo>
                    <a:pt x="28" y="0"/>
                    <a:pt x="37" y="1"/>
                    <a:pt x="38" y="4"/>
                  </a:cubicBezTo>
                  <a:cubicBezTo>
                    <a:pt x="39" y="7"/>
                    <a:pt x="31" y="12"/>
                    <a:pt x="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 name="Freeform 402">
              <a:extLst>
                <a:ext uri="{FF2B5EF4-FFF2-40B4-BE49-F238E27FC236}">
                  <a16:creationId xmlns:a16="http://schemas.microsoft.com/office/drawing/2014/main" id="{78B365A0-80C2-F2A4-3560-537F76F13D4E}"/>
                </a:ext>
              </a:extLst>
            </p:cNvPr>
            <p:cNvSpPr>
              <a:spLocks/>
            </p:cNvSpPr>
            <p:nvPr/>
          </p:nvSpPr>
          <p:spPr bwMode="auto">
            <a:xfrm rot="5094805">
              <a:off x="226790" y="3960823"/>
              <a:ext cx="95969" cy="43415"/>
            </a:xfrm>
            <a:custGeom>
              <a:avLst/>
              <a:gdLst>
                <a:gd name="T0" fmla="*/ 21 w 39"/>
                <a:gd name="T1" fmla="*/ 16 h 18"/>
                <a:gd name="T2" fmla="*/ 1 w 39"/>
                <a:gd name="T3" fmla="*/ 13 h 18"/>
                <a:gd name="T4" fmla="*/ 18 w 39"/>
                <a:gd name="T5" fmla="*/ 3 h 18"/>
                <a:gd name="T6" fmla="*/ 38 w 39"/>
                <a:gd name="T7" fmla="*/ 5 h 18"/>
                <a:gd name="T8" fmla="*/ 21 w 39"/>
                <a:gd name="T9" fmla="*/ 16 h 18"/>
              </a:gdLst>
              <a:ahLst/>
              <a:cxnLst>
                <a:cxn ang="0">
                  <a:pos x="T0" y="T1"/>
                </a:cxn>
                <a:cxn ang="0">
                  <a:pos x="T2" y="T3"/>
                </a:cxn>
                <a:cxn ang="0">
                  <a:pos x="T4" y="T5"/>
                </a:cxn>
                <a:cxn ang="0">
                  <a:pos x="T6" y="T7"/>
                </a:cxn>
                <a:cxn ang="0">
                  <a:pos x="T8" y="T9"/>
                </a:cxn>
              </a:cxnLst>
              <a:rect l="0" t="0" r="r" b="b"/>
              <a:pathLst>
                <a:path w="39" h="18">
                  <a:moveTo>
                    <a:pt x="21" y="16"/>
                  </a:moveTo>
                  <a:cubicBezTo>
                    <a:pt x="11" y="18"/>
                    <a:pt x="2" y="17"/>
                    <a:pt x="1" y="13"/>
                  </a:cubicBezTo>
                  <a:cubicBezTo>
                    <a:pt x="0" y="10"/>
                    <a:pt x="8" y="5"/>
                    <a:pt x="18" y="3"/>
                  </a:cubicBezTo>
                  <a:cubicBezTo>
                    <a:pt x="28" y="0"/>
                    <a:pt x="37" y="2"/>
                    <a:pt x="38" y="5"/>
                  </a:cubicBezTo>
                  <a:cubicBezTo>
                    <a:pt x="39" y="9"/>
                    <a:pt x="31" y="14"/>
                    <a:pt x="2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 name="Freeform 403">
              <a:extLst>
                <a:ext uri="{FF2B5EF4-FFF2-40B4-BE49-F238E27FC236}">
                  <a16:creationId xmlns:a16="http://schemas.microsoft.com/office/drawing/2014/main" id="{CA1EBECE-8CE1-EC51-8CBC-1F2419994EE6}"/>
                </a:ext>
              </a:extLst>
            </p:cNvPr>
            <p:cNvSpPr>
              <a:spLocks/>
            </p:cNvSpPr>
            <p:nvPr/>
          </p:nvSpPr>
          <p:spPr bwMode="auto">
            <a:xfrm rot="5094805">
              <a:off x="282605" y="4146373"/>
              <a:ext cx="93684" cy="50269"/>
            </a:xfrm>
            <a:custGeom>
              <a:avLst/>
              <a:gdLst>
                <a:gd name="T0" fmla="*/ 16 w 38"/>
                <a:gd name="T1" fmla="*/ 2 h 20"/>
                <a:gd name="T2" fmla="*/ 37 w 38"/>
                <a:gd name="T3" fmla="*/ 7 h 20"/>
                <a:gd name="T4" fmla="*/ 21 w 38"/>
                <a:gd name="T5" fmla="*/ 18 h 20"/>
                <a:gd name="T6" fmla="*/ 0 w 38"/>
                <a:gd name="T7" fmla="*/ 13 h 20"/>
                <a:gd name="T8" fmla="*/ 16 w 38"/>
                <a:gd name="T9" fmla="*/ 2 h 20"/>
              </a:gdLst>
              <a:ahLst/>
              <a:cxnLst>
                <a:cxn ang="0">
                  <a:pos x="T0" y="T1"/>
                </a:cxn>
                <a:cxn ang="0">
                  <a:pos x="T2" y="T3"/>
                </a:cxn>
                <a:cxn ang="0">
                  <a:pos x="T4" y="T5"/>
                </a:cxn>
                <a:cxn ang="0">
                  <a:pos x="T6" y="T7"/>
                </a:cxn>
                <a:cxn ang="0">
                  <a:pos x="T8" y="T9"/>
                </a:cxn>
              </a:cxnLst>
              <a:rect l="0" t="0" r="r" b="b"/>
              <a:pathLst>
                <a:path w="38" h="20">
                  <a:moveTo>
                    <a:pt x="16" y="2"/>
                  </a:moveTo>
                  <a:cubicBezTo>
                    <a:pt x="27" y="0"/>
                    <a:pt x="36" y="2"/>
                    <a:pt x="37" y="7"/>
                  </a:cubicBezTo>
                  <a:cubicBezTo>
                    <a:pt x="38" y="12"/>
                    <a:pt x="31" y="16"/>
                    <a:pt x="21" y="18"/>
                  </a:cubicBezTo>
                  <a:cubicBezTo>
                    <a:pt x="10" y="20"/>
                    <a:pt x="1" y="17"/>
                    <a:pt x="0" y="13"/>
                  </a:cubicBezTo>
                  <a:cubicBezTo>
                    <a:pt x="0" y="9"/>
                    <a:pt x="7" y="4"/>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 name="Freeform 404">
              <a:extLst>
                <a:ext uri="{FF2B5EF4-FFF2-40B4-BE49-F238E27FC236}">
                  <a16:creationId xmlns:a16="http://schemas.microsoft.com/office/drawing/2014/main" id="{B480B0DF-8B9C-5254-7FD7-73611E7B768C}"/>
                </a:ext>
              </a:extLst>
            </p:cNvPr>
            <p:cNvSpPr>
              <a:spLocks/>
            </p:cNvSpPr>
            <p:nvPr/>
          </p:nvSpPr>
          <p:spPr bwMode="auto">
            <a:xfrm rot="5094805">
              <a:off x="329412" y="4334913"/>
              <a:ext cx="93684" cy="54839"/>
            </a:xfrm>
            <a:custGeom>
              <a:avLst/>
              <a:gdLst>
                <a:gd name="T0" fmla="*/ 21 w 38"/>
                <a:gd name="T1" fmla="*/ 21 h 22"/>
                <a:gd name="T2" fmla="*/ 0 w 38"/>
                <a:gd name="T3" fmla="*/ 14 h 22"/>
                <a:gd name="T4" fmla="*/ 16 w 38"/>
                <a:gd name="T5" fmla="*/ 2 h 22"/>
                <a:gd name="T6" fmla="*/ 37 w 38"/>
                <a:gd name="T7" fmla="*/ 9 h 22"/>
                <a:gd name="T8" fmla="*/ 21 w 38"/>
                <a:gd name="T9" fmla="*/ 21 h 22"/>
              </a:gdLst>
              <a:ahLst/>
              <a:cxnLst>
                <a:cxn ang="0">
                  <a:pos x="T0" y="T1"/>
                </a:cxn>
                <a:cxn ang="0">
                  <a:pos x="T2" y="T3"/>
                </a:cxn>
                <a:cxn ang="0">
                  <a:pos x="T4" y="T5"/>
                </a:cxn>
                <a:cxn ang="0">
                  <a:pos x="T6" y="T7"/>
                </a:cxn>
                <a:cxn ang="0">
                  <a:pos x="T8" y="T9"/>
                </a:cxn>
              </a:cxnLst>
              <a:rect l="0" t="0" r="r" b="b"/>
              <a:pathLst>
                <a:path w="38" h="22">
                  <a:moveTo>
                    <a:pt x="21" y="21"/>
                  </a:moveTo>
                  <a:cubicBezTo>
                    <a:pt x="11" y="22"/>
                    <a:pt x="1" y="19"/>
                    <a:pt x="0" y="14"/>
                  </a:cubicBezTo>
                  <a:cubicBezTo>
                    <a:pt x="0" y="9"/>
                    <a:pt x="7" y="3"/>
                    <a:pt x="16" y="2"/>
                  </a:cubicBezTo>
                  <a:cubicBezTo>
                    <a:pt x="27" y="0"/>
                    <a:pt x="36" y="3"/>
                    <a:pt x="37" y="9"/>
                  </a:cubicBezTo>
                  <a:cubicBezTo>
                    <a:pt x="38" y="15"/>
                    <a:pt x="31" y="20"/>
                    <a:pt x="2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 name="Freeform 405">
              <a:extLst>
                <a:ext uri="{FF2B5EF4-FFF2-40B4-BE49-F238E27FC236}">
                  <a16:creationId xmlns:a16="http://schemas.microsoft.com/office/drawing/2014/main" id="{BFD624A0-A9D7-5061-29B4-5345C9098277}"/>
                </a:ext>
              </a:extLst>
            </p:cNvPr>
            <p:cNvSpPr>
              <a:spLocks/>
            </p:cNvSpPr>
            <p:nvPr/>
          </p:nvSpPr>
          <p:spPr bwMode="auto">
            <a:xfrm rot="5094805">
              <a:off x="366808" y="4519605"/>
              <a:ext cx="95969" cy="61694"/>
            </a:xfrm>
            <a:custGeom>
              <a:avLst/>
              <a:gdLst>
                <a:gd name="T0" fmla="*/ 21 w 39"/>
                <a:gd name="T1" fmla="*/ 25 h 25"/>
                <a:gd name="T2" fmla="*/ 2 w 39"/>
                <a:gd name="T3" fmla="*/ 15 h 25"/>
                <a:gd name="T4" fmla="*/ 19 w 39"/>
                <a:gd name="T5" fmla="*/ 1 h 25"/>
                <a:gd name="T6" fmla="*/ 38 w 39"/>
                <a:gd name="T7" fmla="*/ 11 h 25"/>
                <a:gd name="T8" fmla="*/ 21 w 39"/>
                <a:gd name="T9" fmla="*/ 25 h 25"/>
              </a:gdLst>
              <a:ahLst/>
              <a:cxnLst>
                <a:cxn ang="0">
                  <a:pos x="T0" y="T1"/>
                </a:cxn>
                <a:cxn ang="0">
                  <a:pos x="T2" y="T3"/>
                </a:cxn>
                <a:cxn ang="0">
                  <a:pos x="T4" y="T5"/>
                </a:cxn>
                <a:cxn ang="0">
                  <a:pos x="T6" y="T7"/>
                </a:cxn>
                <a:cxn ang="0">
                  <a:pos x="T8" y="T9"/>
                </a:cxn>
              </a:cxnLst>
              <a:rect l="0" t="0" r="r" b="b"/>
              <a:pathLst>
                <a:path w="39" h="25">
                  <a:moveTo>
                    <a:pt x="21" y="25"/>
                  </a:moveTo>
                  <a:cubicBezTo>
                    <a:pt x="11" y="25"/>
                    <a:pt x="3" y="21"/>
                    <a:pt x="2" y="15"/>
                  </a:cubicBezTo>
                  <a:cubicBezTo>
                    <a:pt x="0" y="8"/>
                    <a:pt x="8" y="2"/>
                    <a:pt x="19" y="1"/>
                  </a:cubicBezTo>
                  <a:cubicBezTo>
                    <a:pt x="28" y="0"/>
                    <a:pt x="37" y="4"/>
                    <a:pt x="38" y="11"/>
                  </a:cubicBezTo>
                  <a:cubicBezTo>
                    <a:pt x="39" y="18"/>
                    <a:pt x="32" y="24"/>
                    <a:pt x="21"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 name="Freeform 407">
              <a:extLst>
                <a:ext uri="{FF2B5EF4-FFF2-40B4-BE49-F238E27FC236}">
                  <a16:creationId xmlns:a16="http://schemas.microsoft.com/office/drawing/2014/main" id="{33DCEAFA-E338-3F25-37A6-B4F2CBC58441}"/>
                </a:ext>
              </a:extLst>
            </p:cNvPr>
            <p:cNvSpPr>
              <a:spLocks/>
            </p:cNvSpPr>
            <p:nvPr/>
          </p:nvSpPr>
          <p:spPr bwMode="auto">
            <a:xfrm rot="5094805">
              <a:off x="398715" y="4705938"/>
              <a:ext cx="98254" cy="70834"/>
            </a:xfrm>
            <a:custGeom>
              <a:avLst/>
              <a:gdLst>
                <a:gd name="T0" fmla="*/ 22 w 40"/>
                <a:gd name="T1" fmla="*/ 29 h 29"/>
                <a:gd name="T2" fmla="*/ 2 w 40"/>
                <a:gd name="T3" fmla="*/ 17 h 29"/>
                <a:gd name="T4" fmla="*/ 18 w 40"/>
                <a:gd name="T5" fmla="*/ 1 h 29"/>
                <a:gd name="T6" fmla="*/ 38 w 40"/>
                <a:gd name="T7" fmla="*/ 13 h 29"/>
                <a:gd name="T8" fmla="*/ 22 w 40"/>
                <a:gd name="T9" fmla="*/ 29 h 29"/>
              </a:gdLst>
              <a:ahLst/>
              <a:cxnLst>
                <a:cxn ang="0">
                  <a:pos x="T0" y="T1"/>
                </a:cxn>
                <a:cxn ang="0">
                  <a:pos x="T2" y="T3"/>
                </a:cxn>
                <a:cxn ang="0">
                  <a:pos x="T4" y="T5"/>
                </a:cxn>
                <a:cxn ang="0">
                  <a:pos x="T6" y="T7"/>
                </a:cxn>
                <a:cxn ang="0">
                  <a:pos x="T8" y="T9"/>
                </a:cxn>
              </a:cxnLst>
              <a:rect l="0" t="0" r="r" b="b"/>
              <a:pathLst>
                <a:path w="40" h="29">
                  <a:moveTo>
                    <a:pt x="22" y="29"/>
                  </a:moveTo>
                  <a:cubicBezTo>
                    <a:pt x="12" y="29"/>
                    <a:pt x="3" y="24"/>
                    <a:pt x="2" y="17"/>
                  </a:cubicBezTo>
                  <a:cubicBezTo>
                    <a:pt x="0" y="9"/>
                    <a:pt x="8" y="2"/>
                    <a:pt x="18" y="1"/>
                  </a:cubicBezTo>
                  <a:cubicBezTo>
                    <a:pt x="28" y="0"/>
                    <a:pt x="37" y="5"/>
                    <a:pt x="38" y="13"/>
                  </a:cubicBezTo>
                  <a:cubicBezTo>
                    <a:pt x="40" y="21"/>
                    <a:pt x="32" y="28"/>
                    <a:pt x="22"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 name="Freeform 437">
              <a:extLst>
                <a:ext uri="{FF2B5EF4-FFF2-40B4-BE49-F238E27FC236}">
                  <a16:creationId xmlns:a16="http://schemas.microsoft.com/office/drawing/2014/main" id="{D3DD1E48-7C41-6C1D-FBFE-C41FEFD23332}"/>
                </a:ext>
              </a:extLst>
            </p:cNvPr>
            <p:cNvSpPr>
              <a:spLocks/>
            </p:cNvSpPr>
            <p:nvPr/>
          </p:nvSpPr>
          <p:spPr bwMode="auto">
            <a:xfrm rot="5094805">
              <a:off x="883396" y="6766336"/>
              <a:ext cx="102824" cy="139384"/>
            </a:xfrm>
            <a:custGeom>
              <a:avLst/>
              <a:gdLst>
                <a:gd name="T0" fmla="*/ 22 w 41"/>
                <a:gd name="T1" fmla="*/ 54 h 57"/>
                <a:gd name="T2" fmla="*/ 2 w 41"/>
                <a:gd name="T3" fmla="*/ 34 h 57"/>
                <a:gd name="T4" fmla="*/ 18 w 41"/>
                <a:gd name="T5" fmla="*/ 3 h 57"/>
                <a:gd name="T6" fmla="*/ 39 w 41"/>
                <a:gd name="T7" fmla="*/ 22 h 57"/>
                <a:gd name="T8" fmla="*/ 22 w 41"/>
                <a:gd name="T9" fmla="*/ 54 h 57"/>
              </a:gdLst>
              <a:ahLst/>
              <a:cxnLst>
                <a:cxn ang="0">
                  <a:pos x="T0" y="T1"/>
                </a:cxn>
                <a:cxn ang="0">
                  <a:pos x="T2" y="T3"/>
                </a:cxn>
                <a:cxn ang="0">
                  <a:pos x="T4" y="T5"/>
                </a:cxn>
                <a:cxn ang="0">
                  <a:pos x="T6" y="T7"/>
                </a:cxn>
                <a:cxn ang="0">
                  <a:pos x="T8" y="T9"/>
                </a:cxn>
              </a:cxnLst>
              <a:rect l="0" t="0" r="r" b="b"/>
              <a:pathLst>
                <a:path w="41" h="57">
                  <a:moveTo>
                    <a:pt x="22" y="54"/>
                  </a:moveTo>
                  <a:cubicBezTo>
                    <a:pt x="12" y="57"/>
                    <a:pt x="3" y="48"/>
                    <a:pt x="2" y="34"/>
                  </a:cubicBezTo>
                  <a:cubicBezTo>
                    <a:pt x="0" y="20"/>
                    <a:pt x="7" y="6"/>
                    <a:pt x="18" y="3"/>
                  </a:cubicBezTo>
                  <a:cubicBezTo>
                    <a:pt x="28" y="0"/>
                    <a:pt x="37" y="9"/>
                    <a:pt x="39" y="22"/>
                  </a:cubicBezTo>
                  <a:cubicBezTo>
                    <a:pt x="41" y="36"/>
                    <a:pt x="33" y="51"/>
                    <a:pt x="22"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 name="Freeform 438">
              <a:extLst>
                <a:ext uri="{FF2B5EF4-FFF2-40B4-BE49-F238E27FC236}">
                  <a16:creationId xmlns:a16="http://schemas.microsoft.com/office/drawing/2014/main" id="{AD371237-6EB2-1927-D42A-23FF87ADB20E}"/>
                </a:ext>
              </a:extLst>
            </p:cNvPr>
            <p:cNvSpPr>
              <a:spLocks/>
            </p:cNvSpPr>
            <p:nvPr/>
          </p:nvSpPr>
          <p:spPr bwMode="auto">
            <a:xfrm rot="5094805">
              <a:off x="819228" y="6571636"/>
              <a:ext cx="95969" cy="143954"/>
            </a:xfrm>
            <a:custGeom>
              <a:avLst/>
              <a:gdLst>
                <a:gd name="T0" fmla="*/ 22 w 39"/>
                <a:gd name="T1" fmla="*/ 55 h 58"/>
                <a:gd name="T2" fmla="*/ 1 w 39"/>
                <a:gd name="T3" fmla="*/ 33 h 58"/>
                <a:gd name="T4" fmla="*/ 17 w 39"/>
                <a:gd name="T5" fmla="*/ 3 h 58"/>
                <a:gd name="T6" fmla="*/ 38 w 39"/>
                <a:gd name="T7" fmla="*/ 25 h 58"/>
                <a:gd name="T8" fmla="*/ 22 w 39"/>
                <a:gd name="T9" fmla="*/ 55 h 58"/>
              </a:gdLst>
              <a:ahLst/>
              <a:cxnLst>
                <a:cxn ang="0">
                  <a:pos x="T0" y="T1"/>
                </a:cxn>
                <a:cxn ang="0">
                  <a:pos x="T2" y="T3"/>
                </a:cxn>
                <a:cxn ang="0">
                  <a:pos x="T4" y="T5"/>
                </a:cxn>
                <a:cxn ang="0">
                  <a:pos x="T6" y="T7"/>
                </a:cxn>
                <a:cxn ang="0">
                  <a:pos x="T8" y="T9"/>
                </a:cxn>
              </a:cxnLst>
              <a:rect l="0" t="0" r="r" b="b"/>
              <a:pathLst>
                <a:path w="39" h="58">
                  <a:moveTo>
                    <a:pt x="22" y="55"/>
                  </a:moveTo>
                  <a:cubicBezTo>
                    <a:pt x="12" y="58"/>
                    <a:pt x="2" y="48"/>
                    <a:pt x="1" y="33"/>
                  </a:cubicBezTo>
                  <a:cubicBezTo>
                    <a:pt x="0" y="18"/>
                    <a:pt x="7" y="5"/>
                    <a:pt x="17" y="3"/>
                  </a:cubicBezTo>
                  <a:cubicBezTo>
                    <a:pt x="27" y="0"/>
                    <a:pt x="37" y="11"/>
                    <a:pt x="38" y="25"/>
                  </a:cubicBezTo>
                  <a:cubicBezTo>
                    <a:pt x="39" y="39"/>
                    <a:pt x="32" y="53"/>
                    <a:pt x="22"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 name="Freeform 439">
              <a:extLst>
                <a:ext uri="{FF2B5EF4-FFF2-40B4-BE49-F238E27FC236}">
                  <a16:creationId xmlns:a16="http://schemas.microsoft.com/office/drawing/2014/main" id="{1CCFA61A-203E-4C91-CF6C-C9F2DA66E2FC}"/>
                </a:ext>
              </a:extLst>
            </p:cNvPr>
            <p:cNvSpPr>
              <a:spLocks/>
            </p:cNvSpPr>
            <p:nvPr/>
          </p:nvSpPr>
          <p:spPr bwMode="auto">
            <a:xfrm rot="5094805">
              <a:off x="760934" y="6381727"/>
              <a:ext cx="98254" cy="141669"/>
            </a:xfrm>
            <a:custGeom>
              <a:avLst/>
              <a:gdLst>
                <a:gd name="T0" fmla="*/ 23 w 40"/>
                <a:gd name="T1" fmla="*/ 56 h 58"/>
                <a:gd name="T2" fmla="*/ 2 w 40"/>
                <a:gd name="T3" fmla="*/ 33 h 58"/>
                <a:gd name="T4" fmla="*/ 18 w 40"/>
                <a:gd name="T5" fmla="*/ 2 h 58"/>
                <a:gd name="T6" fmla="*/ 39 w 40"/>
                <a:gd name="T7" fmla="*/ 27 h 58"/>
                <a:gd name="T8" fmla="*/ 23 w 40"/>
                <a:gd name="T9" fmla="*/ 56 h 58"/>
              </a:gdLst>
              <a:ahLst/>
              <a:cxnLst>
                <a:cxn ang="0">
                  <a:pos x="T0" y="T1"/>
                </a:cxn>
                <a:cxn ang="0">
                  <a:pos x="T2" y="T3"/>
                </a:cxn>
                <a:cxn ang="0">
                  <a:pos x="T4" y="T5"/>
                </a:cxn>
                <a:cxn ang="0">
                  <a:pos x="T6" y="T7"/>
                </a:cxn>
                <a:cxn ang="0">
                  <a:pos x="T8" y="T9"/>
                </a:cxn>
              </a:cxnLst>
              <a:rect l="0" t="0" r="r" b="b"/>
              <a:pathLst>
                <a:path w="40" h="58">
                  <a:moveTo>
                    <a:pt x="23" y="56"/>
                  </a:moveTo>
                  <a:cubicBezTo>
                    <a:pt x="13" y="58"/>
                    <a:pt x="4" y="47"/>
                    <a:pt x="2" y="33"/>
                  </a:cubicBezTo>
                  <a:cubicBezTo>
                    <a:pt x="0" y="17"/>
                    <a:pt x="7" y="4"/>
                    <a:pt x="18" y="2"/>
                  </a:cubicBezTo>
                  <a:cubicBezTo>
                    <a:pt x="28" y="0"/>
                    <a:pt x="38" y="11"/>
                    <a:pt x="39" y="27"/>
                  </a:cubicBezTo>
                  <a:cubicBezTo>
                    <a:pt x="40" y="41"/>
                    <a:pt x="33" y="54"/>
                    <a:pt x="23"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 name="Freeform 440">
              <a:extLst>
                <a:ext uri="{FF2B5EF4-FFF2-40B4-BE49-F238E27FC236}">
                  <a16:creationId xmlns:a16="http://schemas.microsoft.com/office/drawing/2014/main" id="{3B09C2FC-42CD-6992-86DF-3E553318B10D}"/>
                </a:ext>
              </a:extLst>
            </p:cNvPr>
            <p:cNvSpPr>
              <a:spLocks/>
            </p:cNvSpPr>
            <p:nvPr/>
          </p:nvSpPr>
          <p:spPr bwMode="auto">
            <a:xfrm rot="5094805">
              <a:off x="712892" y="6189967"/>
              <a:ext cx="95969" cy="141669"/>
            </a:xfrm>
            <a:custGeom>
              <a:avLst/>
              <a:gdLst>
                <a:gd name="T0" fmla="*/ 22 w 39"/>
                <a:gd name="T1" fmla="*/ 56 h 58"/>
                <a:gd name="T2" fmla="*/ 1 w 39"/>
                <a:gd name="T3" fmla="*/ 32 h 58"/>
                <a:gd name="T4" fmla="*/ 17 w 39"/>
                <a:gd name="T5" fmla="*/ 2 h 58"/>
                <a:gd name="T6" fmla="*/ 38 w 39"/>
                <a:gd name="T7" fmla="*/ 26 h 58"/>
                <a:gd name="T8" fmla="*/ 22 w 39"/>
                <a:gd name="T9" fmla="*/ 56 h 58"/>
              </a:gdLst>
              <a:ahLst/>
              <a:cxnLst>
                <a:cxn ang="0">
                  <a:pos x="T0" y="T1"/>
                </a:cxn>
                <a:cxn ang="0">
                  <a:pos x="T2" y="T3"/>
                </a:cxn>
                <a:cxn ang="0">
                  <a:pos x="T4" y="T5"/>
                </a:cxn>
                <a:cxn ang="0">
                  <a:pos x="T6" y="T7"/>
                </a:cxn>
                <a:cxn ang="0">
                  <a:pos x="T8" y="T9"/>
                </a:cxn>
              </a:cxnLst>
              <a:rect l="0" t="0" r="r" b="b"/>
              <a:pathLst>
                <a:path w="39" h="58">
                  <a:moveTo>
                    <a:pt x="22" y="56"/>
                  </a:moveTo>
                  <a:cubicBezTo>
                    <a:pt x="12" y="58"/>
                    <a:pt x="2" y="48"/>
                    <a:pt x="1" y="32"/>
                  </a:cubicBezTo>
                  <a:cubicBezTo>
                    <a:pt x="0" y="18"/>
                    <a:pt x="7" y="5"/>
                    <a:pt x="17" y="2"/>
                  </a:cubicBezTo>
                  <a:cubicBezTo>
                    <a:pt x="27" y="0"/>
                    <a:pt x="37" y="10"/>
                    <a:pt x="38" y="26"/>
                  </a:cubicBezTo>
                  <a:cubicBezTo>
                    <a:pt x="39" y="40"/>
                    <a:pt x="32" y="54"/>
                    <a:pt x="22"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 name="Freeform 441">
              <a:extLst>
                <a:ext uri="{FF2B5EF4-FFF2-40B4-BE49-F238E27FC236}">
                  <a16:creationId xmlns:a16="http://schemas.microsoft.com/office/drawing/2014/main" id="{41570DB5-658F-FD4A-A84C-91F0F30E24BA}"/>
                </a:ext>
              </a:extLst>
            </p:cNvPr>
            <p:cNvSpPr>
              <a:spLocks/>
            </p:cNvSpPr>
            <p:nvPr/>
          </p:nvSpPr>
          <p:spPr bwMode="auto">
            <a:xfrm rot="5094805">
              <a:off x="657077" y="6002132"/>
              <a:ext cx="98254" cy="139384"/>
            </a:xfrm>
            <a:custGeom>
              <a:avLst/>
              <a:gdLst>
                <a:gd name="T0" fmla="*/ 23 w 40"/>
                <a:gd name="T1" fmla="*/ 55 h 56"/>
                <a:gd name="T2" fmla="*/ 2 w 40"/>
                <a:gd name="T3" fmla="*/ 33 h 56"/>
                <a:gd name="T4" fmla="*/ 18 w 40"/>
                <a:gd name="T5" fmla="*/ 2 h 56"/>
                <a:gd name="T6" fmla="*/ 39 w 40"/>
                <a:gd name="T7" fmla="*/ 24 h 56"/>
                <a:gd name="T8" fmla="*/ 23 w 40"/>
                <a:gd name="T9" fmla="*/ 55 h 56"/>
              </a:gdLst>
              <a:ahLst/>
              <a:cxnLst>
                <a:cxn ang="0">
                  <a:pos x="T0" y="T1"/>
                </a:cxn>
                <a:cxn ang="0">
                  <a:pos x="T2" y="T3"/>
                </a:cxn>
                <a:cxn ang="0">
                  <a:pos x="T4" y="T5"/>
                </a:cxn>
                <a:cxn ang="0">
                  <a:pos x="T6" y="T7"/>
                </a:cxn>
                <a:cxn ang="0">
                  <a:pos x="T8" y="T9"/>
                </a:cxn>
              </a:cxnLst>
              <a:rect l="0" t="0" r="r" b="b"/>
              <a:pathLst>
                <a:path w="40" h="56">
                  <a:moveTo>
                    <a:pt x="23" y="55"/>
                  </a:moveTo>
                  <a:cubicBezTo>
                    <a:pt x="13" y="56"/>
                    <a:pt x="4" y="47"/>
                    <a:pt x="2" y="33"/>
                  </a:cubicBezTo>
                  <a:cubicBezTo>
                    <a:pt x="0" y="18"/>
                    <a:pt x="8" y="4"/>
                    <a:pt x="18" y="2"/>
                  </a:cubicBezTo>
                  <a:cubicBezTo>
                    <a:pt x="28" y="0"/>
                    <a:pt x="37" y="10"/>
                    <a:pt x="39" y="24"/>
                  </a:cubicBezTo>
                  <a:cubicBezTo>
                    <a:pt x="40" y="39"/>
                    <a:pt x="33" y="53"/>
                    <a:pt x="23"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 name="Freeform 442">
              <a:extLst>
                <a:ext uri="{FF2B5EF4-FFF2-40B4-BE49-F238E27FC236}">
                  <a16:creationId xmlns:a16="http://schemas.microsoft.com/office/drawing/2014/main" id="{E5ACFE31-4169-5953-4A50-071B844430EA}"/>
                </a:ext>
              </a:extLst>
            </p:cNvPr>
            <p:cNvSpPr>
              <a:spLocks/>
            </p:cNvSpPr>
            <p:nvPr/>
          </p:nvSpPr>
          <p:spPr bwMode="auto">
            <a:xfrm rot="5094805">
              <a:off x="609334" y="5817113"/>
              <a:ext cx="98254" cy="132529"/>
            </a:xfrm>
            <a:custGeom>
              <a:avLst/>
              <a:gdLst>
                <a:gd name="T0" fmla="*/ 22 w 40"/>
                <a:gd name="T1" fmla="*/ 52 h 54"/>
                <a:gd name="T2" fmla="*/ 2 w 40"/>
                <a:gd name="T3" fmla="*/ 31 h 54"/>
                <a:gd name="T4" fmla="*/ 18 w 40"/>
                <a:gd name="T5" fmla="*/ 2 h 54"/>
                <a:gd name="T6" fmla="*/ 38 w 40"/>
                <a:gd name="T7" fmla="*/ 23 h 54"/>
                <a:gd name="T8" fmla="*/ 22 w 40"/>
                <a:gd name="T9" fmla="*/ 52 h 54"/>
              </a:gdLst>
              <a:ahLst/>
              <a:cxnLst>
                <a:cxn ang="0">
                  <a:pos x="T0" y="T1"/>
                </a:cxn>
                <a:cxn ang="0">
                  <a:pos x="T2" y="T3"/>
                </a:cxn>
                <a:cxn ang="0">
                  <a:pos x="T4" y="T5"/>
                </a:cxn>
                <a:cxn ang="0">
                  <a:pos x="T6" y="T7"/>
                </a:cxn>
                <a:cxn ang="0">
                  <a:pos x="T8" y="T9"/>
                </a:cxn>
              </a:cxnLst>
              <a:rect l="0" t="0" r="r" b="b"/>
              <a:pathLst>
                <a:path w="40" h="54">
                  <a:moveTo>
                    <a:pt x="22" y="52"/>
                  </a:moveTo>
                  <a:cubicBezTo>
                    <a:pt x="12" y="54"/>
                    <a:pt x="4" y="44"/>
                    <a:pt x="2" y="31"/>
                  </a:cubicBezTo>
                  <a:cubicBezTo>
                    <a:pt x="0" y="16"/>
                    <a:pt x="7" y="4"/>
                    <a:pt x="18" y="2"/>
                  </a:cubicBezTo>
                  <a:cubicBezTo>
                    <a:pt x="28" y="0"/>
                    <a:pt x="37" y="10"/>
                    <a:pt x="38" y="23"/>
                  </a:cubicBezTo>
                  <a:cubicBezTo>
                    <a:pt x="40" y="38"/>
                    <a:pt x="33" y="51"/>
                    <a:pt x="2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 name="Freeform 443">
              <a:extLst>
                <a:ext uri="{FF2B5EF4-FFF2-40B4-BE49-F238E27FC236}">
                  <a16:creationId xmlns:a16="http://schemas.microsoft.com/office/drawing/2014/main" id="{68D66E05-5FC2-B451-3ECB-2E2821981788}"/>
                </a:ext>
              </a:extLst>
            </p:cNvPr>
            <p:cNvSpPr>
              <a:spLocks/>
            </p:cNvSpPr>
            <p:nvPr/>
          </p:nvSpPr>
          <p:spPr bwMode="auto">
            <a:xfrm rot="5094805">
              <a:off x="566037" y="5631591"/>
              <a:ext cx="100539" cy="123389"/>
            </a:xfrm>
            <a:custGeom>
              <a:avLst/>
              <a:gdLst>
                <a:gd name="T0" fmla="*/ 18 w 40"/>
                <a:gd name="T1" fmla="*/ 2 h 50"/>
                <a:gd name="T2" fmla="*/ 38 w 40"/>
                <a:gd name="T3" fmla="*/ 22 h 50"/>
                <a:gd name="T4" fmla="*/ 22 w 40"/>
                <a:gd name="T5" fmla="*/ 49 h 50"/>
                <a:gd name="T6" fmla="*/ 2 w 40"/>
                <a:gd name="T7" fmla="*/ 29 h 50"/>
                <a:gd name="T8" fmla="*/ 18 w 40"/>
                <a:gd name="T9" fmla="*/ 2 h 50"/>
              </a:gdLst>
              <a:ahLst/>
              <a:cxnLst>
                <a:cxn ang="0">
                  <a:pos x="T0" y="T1"/>
                </a:cxn>
                <a:cxn ang="0">
                  <a:pos x="T2" y="T3"/>
                </a:cxn>
                <a:cxn ang="0">
                  <a:pos x="T4" y="T5"/>
                </a:cxn>
                <a:cxn ang="0">
                  <a:pos x="T6" y="T7"/>
                </a:cxn>
                <a:cxn ang="0">
                  <a:pos x="T8" y="T9"/>
                </a:cxn>
              </a:cxnLst>
              <a:rect l="0" t="0" r="r" b="b"/>
              <a:pathLst>
                <a:path w="40" h="50">
                  <a:moveTo>
                    <a:pt x="18" y="2"/>
                  </a:moveTo>
                  <a:cubicBezTo>
                    <a:pt x="27" y="0"/>
                    <a:pt x="36" y="9"/>
                    <a:pt x="38" y="22"/>
                  </a:cubicBezTo>
                  <a:cubicBezTo>
                    <a:pt x="40" y="36"/>
                    <a:pt x="33" y="48"/>
                    <a:pt x="22" y="49"/>
                  </a:cubicBezTo>
                  <a:cubicBezTo>
                    <a:pt x="12" y="50"/>
                    <a:pt x="4" y="41"/>
                    <a:pt x="2" y="29"/>
                  </a:cubicBezTo>
                  <a:cubicBezTo>
                    <a:pt x="0" y="15"/>
                    <a:pt x="7"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 name="Freeform 444">
              <a:extLst>
                <a:ext uri="{FF2B5EF4-FFF2-40B4-BE49-F238E27FC236}">
                  <a16:creationId xmlns:a16="http://schemas.microsoft.com/office/drawing/2014/main" id="{1AA5474D-074D-FE45-4F86-28D0C2C098B6}"/>
                </a:ext>
              </a:extLst>
            </p:cNvPr>
            <p:cNvSpPr>
              <a:spLocks/>
            </p:cNvSpPr>
            <p:nvPr/>
          </p:nvSpPr>
          <p:spPr bwMode="auto">
            <a:xfrm rot="5094805">
              <a:off x="527301" y="5445867"/>
              <a:ext cx="98254" cy="114249"/>
            </a:xfrm>
            <a:custGeom>
              <a:avLst/>
              <a:gdLst>
                <a:gd name="T0" fmla="*/ 21 w 40"/>
                <a:gd name="T1" fmla="*/ 45 h 46"/>
                <a:gd name="T2" fmla="*/ 2 w 40"/>
                <a:gd name="T3" fmla="*/ 25 h 46"/>
                <a:gd name="T4" fmla="*/ 18 w 40"/>
                <a:gd name="T5" fmla="*/ 1 h 46"/>
                <a:gd name="T6" fmla="*/ 38 w 40"/>
                <a:gd name="T7" fmla="*/ 21 h 46"/>
                <a:gd name="T8" fmla="*/ 21 w 40"/>
                <a:gd name="T9" fmla="*/ 45 h 46"/>
              </a:gdLst>
              <a:ahLst/>
              <a:cxnLst>
                <a:cxn ang="0">
                  <a:pos x="T0" y="T1"/>
                </a:cxn>
                <a:cxn ang="0">
                  <a:pos x="T2" y="T3"/>
                </a:cxn>
                <a:cxn ang="0">
                  <a:pos x="T4" y="T5"/>
                </a:cxn>
                <a:cxn ang="0">
                  <a:pos x="T6" y="T7"/>
                </a:cxn>
                <a:cxn ang="0">
                  <a:pos x="T8" y="T9"/>
                </a:cxn>
              </a:cxnLst>
              <a:rect l="0" t="0" r="r" b="b"/>
              <a:pathLst>
                <a:path w="40" h="46">
                  <a:moveTo>
                    <a:pt x="21" y="45"/>
                  </a:moveTo>
                  <a:cubicBezTo>
                    <a:pt x="12" y="46"/>
                    <a:pt x="3" y="37"/>
                    <a:pt x="2" y="25"/>
                  </a:cubicBezTo>
                  <a:cubicBezTo>
                    <a:pt x="0" y="13"/>
                    <a:pt x="8" y="2"/>
                    <a:pt x="18" y="1"/>
                  </a:cubicBezTo>
                  <a:cubicBezTo>
                    <a:pt x="28" y="0"/>
                    <a:pt x="37" y="9"/>
                    <a:pt x="38" y="21"/>
                  </a:cubicBezTo>
                  <a:cubicBezTo>
                    <a:pt x="40" y="34"/>
                    <a:pt x="32" y="45"/>
                    <a:pt x="21"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 name="Freeform 445">
              <a:extLst>
                <a:ext uri="{FF2B5EF4-FFF2-40B4-BE49-F238E27FC236}">
                  <a16:creationId xmlns:a16="http://schemas.microsoft.com/office/drawing/2014/main" id="{6A857724-DBF4-0DC4-E749-6BAF6D24A967}"/>
                </a:ext>
              </a:extLst>
            </p:cNvPr>
            <p:cNvSpPr>
              <a:spLocks/>
            </p:cNvSpPr>
            <p:nvPr/>
          </p:nvSpPr>
          <p:spPr bwMode="auto">
            <a:xfrm rot="5094805">
              <a:off x="493214" y="5261916"/>
              <a:ext cx="98254" cy="102824"/>
            </a:xfrm>
            <a:custGeom>
              <a:avLst/>
              <a:gdLst>
                <a:gd name="T0" fmla="*/ 22 w 40"/>
                <a:gd name="T1" fmla="*/ 41 h 42"/>
                <a:gd name="T2" fmla="*/ 2 w 40"/>
                <a:gd name="T3" fmla="*/ 23 h 42"/>
                <a:gd name="T4" fmla="*/ 18 w 40"/>
                <a:gd name="T5" fmla="*/ 1 h 42"/>
                <a:gd name="T6" fmla="*/ 38 w 40"/>
                <a:gd name="T7" fmla="*/ 19 h 42"/>
                <a:gd name="T8" fmla="*/ 22 w 40"/>
                <a:gd name="T9" fmla="*/ 41 h 42"/>
              </a:gdLst>
              <a:ahLst/>
              <a:cxnLst>
                <a:cxn ang="0">
                  <a:pos x="T0" y="T1"/>
                </a:cxn>
                <a:cxn ang="0">
                  <a:pos x="T2" y="T3"/>
                </a:cxn>
                <a:cxn ang="0">
                  <a:pos x="T4" y="T5"/>
                </a:cxn>
                <a:cxn ang="0">
                  <a:pos x="T6" y="T7"/>
                </a:cxn>
                <a:cxn ang="0">
                  <a:pos x="T8" y="T9"/>
                </a:cxn>
              </a:cxnLst>
              <a:rect l="0" t="0" r="r" b="b"/>
              <a:pathLst>
                <a:path w="40" h="42">
                  <a:moveTo>
                    <a:pt x="22" y="41"/>
                  </a:moveTo>
                  <a:cubicBezTo>
                    <a:pt x="12" y="42"/>
                    <a:pt x="3" y="34"/>
                    <a:pt x="2" y="23"/>
                  </a:cubicBezTo>
                  <a:cubicBezTo>
                    <a:pt x="0" y="12"/>
                    <a:pt x="8" y="2"/>
                    <a:pt x="18" y="1"/>
                  </a:cubicBezTo>
                  <a:cubicBezTo>
                    <a:pt x="28" y="0"/>
                    <a:pt x="37" y="8"/>
                    <a:pt x="38" y="19"/>
                  </a:cubicBezTo>
                  <a:cubicBezTo>
                    <a:pt x="40" y="31"/>
                    <a:pt x="32" y="41"/>
                    <a:pt x="22"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 name="Freeform 446">
              <a:extLst>
                <a:ext uri="{FF2B5EF4-FFF2-40B4-BE49-F238E27FC236}">
                  <a16:creationId xmlns:a16="http://schemas.microsoft.com/office/drawing/2014/main" id="{09F7D907-96A6-812E-3B32-F80250D8E8D4}"/>
                </a:ext>
              </a:extLst>
            </p:cNvPr>
            <p:cNvSpPr>
              <a:spLocks/>
            </p:cNvSpPr>
            <p:nvPr/>
          </p:nvSpPr>
          <p:spPr bwMode="auto">
            <a:xfrm rot="5094805">
              <a:off x="462540" y="5076520"/>
              <a:ext cx="98254" cy="93684"/>
            </a:xfrm>
            <a:custGeom>
              <a:avLst/>
              <a:gdLst>
                <a:gd name="T0" fmla="*/ 22 w 40"/>
                <a:gd name="T1" fmla="*/ 37 h 38"/>
                <a:gd name="T2" fmla="*/ 2 w 40"/>
                <a:gd name="T3" fmla="*/ 21 h 38"/>
                <a:gd name="T4" fmla="*/ 18 w 40"/>
                <a:gd name="T5" fmla="*/ 1 h 38"/>
                <a:gd name="T6" fmla="*/ 38 w 40"/>
                <a:gd name="T7" fmla="*/ 17 h 38"/>
                <a:gd name="T8" fmla="*/ 22 w 40"/>
                <a:gd name="T9" fmla="*/ 37 h 38"/>
              </a:gdLst>
              <a:ahLst/>
              <a:cxnLst>
                <a:cxn ang="0">
                  <a:pos x="T0" y="T1"/>
                </a:cxn>
                <a:cxn ang="0">
                  <a:pos x="T2" y="T3"/>
                </a:cxn>
                <a:cxn ang="0">
                  <a:pos x="T4" y="T5"/>
                </a:cxn>
                <a:cxn ang="0">
                  <a:pos x="T6" y="T7"/>
                </a:cxn>
                <a:cxn ang="0">
                  <a:pos x="T8" y="T9"/>
                </a:cxn>
              </a:cxnLst>
              <a:rect l="0" t="0" r="r" b="b"/>
              <a:pathLst>
                <a:path w="40" h="38">
                  <a:moveTo>
                    <a:pt x="22" y="37"/>
                  </a:moveTo>
                  <a:cubicBezTo>
                    <a:pt x="12" y="38"/>
                    <a:pt x="3" y="31"/>
                    <a:pt x="2" y="21"/>
                  </a:cubicBezTo>
                  <a:cubicBezTo>
                    <a:pt x="0" y="11"/>
                    <a:pt x="8" y="2"/>
                    <a:pt x="18" y="1"/>
                  </a:cubicBezTo>
                  <a:cubicBezTo>
                    <a:pt x="28" y="0"/>
                    <a:pt x="37" y="7"/>
                    <a:pt x="38" y="17"/>
                  </a:cubicBezTo>
                  <a:cubicBezTo>
                    <a:pt x="40" y="28"/>
                    <a:pt x="32" y="37"/>
                    <a:pt x="22"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 name="Freeform 447">
              <a:extLst>
                <a:ext uri="{FF2B5EF4-FFF2-40B4-BE49-F238E27FC236}">
                  <a16:creationId xmlns:a16="http://schemas.microsoft.com/office/drawing/2014/main" id="{65DA18BC-0D5E-7D64-C5C6-B7E096F243D9}"/>
                </a:ext>
              </a:extLst>
            </p:cNvPr>
            <p:cNvSpPr>
              <a:spLocks/>
            </p:cNvSpPr>
            <p:nvPr/>
          </p:nvSpPr>
          <p:spPr bwMode="auto">
            <a:xfrm rot="5094805">
              <a:off x="432811" y="4890091"/>
              <a:ext cx="93684" cy="82259"/>
            </a:xfrm>
            <a:custGeom>
              <a:avLst/>
              <a:gdLst>
                <a:gd name="T0" fmla="*/ 21 w 38"/>
                <a:gd name="T1" fmla="*/ 33 h 33"/>
                <a:gd name="T2" fmla="*/ 1 w 38"/>
                <a:gd name="T3" fmla="*/ 18 h 33"/>
                <a:gd name="T4" fmla="*/ 16 w 38"/>
                <a:gd name="T5" fmla="*/ 1 h 33"/>
                <a:gd name="T6" fmla="*/ 37 w 38"/>
                <a:gd name="T7" fmla="*/ 16 h 33"/>
                <a:gd name="T8" fmla="*/ 21 w 38"/>
                <a:gd name="T9" fmla="*/ 33 h 33"/>
              </a:gdLst>
              <a:ahLst/>
              <a:cxnLst>
                <a:cxn ang="0">
                  <a:pos x="T0" y="T1"/>
                </a:cxn>
                <a:cxn ang="0">
                  <a:pos x="T2" y="T3"/>
                </a:cxn>
                <a:cxn ang="0">
                  <a:pos x="T4" y="T5"/>
                </a:cxn>
                <a:cxn ang="0">
                  <a:pos x="T6" y="T7"/>
                </a:cxn>
                <a:cxn ang="0">
                  <a:pos x="T8" y="T9"/>
                </a:cxn>
              </a:cxnLst>
              <a:rect l="0" t="0" r="r" b="b"/>
              <a:pathLst>
                <a:path w="38" h="33">
                  <a:moveTo>
                    <a:pt x="21" y="33"/>
                  </a:moveTo>
                  <a:cubicBezTo>
                    <a:pt x="11" y="33"/>
                    <a:pt x="1" y="27"/>
                    <a:pt x="1" y="18"/>
                  </a:cubicBezTo>
                  <a:cubicBezTo>
                    <a:pt x="0" y="9"/>
                    <a:pt x="7" y="2"/>
                    <a:pt x="16" y="1"/>
                  </a:cubicBezTo>
                  <a:cubicBezTo>
                    <a:pt x="27" y="0"/>
                    <a:pt x="36" y="7"/>
                    <a:pt x="37" y="16"/>
                  </a:cubicBezTo>
                  <a:cubicBezTo>
                    <a:pt x="38" y="25"/>
                    <a:pt x="31" y="32"/>
                    <a:pt x="21"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 name="Freeform 457">
              <a:extLst>
                <a:ext uri="{FF2B5EF4-FFF2-40B4-BE49-F238E27FC236}">
                  <a16:creationId xmlns:a16="http://schemas.microsoft.com/office/drawing/2014/main" id="{6E0A6D2B-DD02-BCE6-4759-D22291AE2BFB}"/>
                </a:ext>
              </a:extLst>
            </p:cNvPr>
            <p:cNvSpPr>
              <a:spLocks/>
            </p:cNvSpPr>
            <p:nvPr/>
          </p:nvSpPr>
          <p:spPr bwMode="auto">
            <a:xfrm rot="5094805">
              <a:off x="-20459" y="3112321"/>
              <a:ext cx="93684" cy="25135"/>
            </a:xfrm>
            <a:custGeom>
              <a:avLst/>
              <a:gdLst>
                <a:gd name="T0" fmla="*/ 36 w 38"/>
                <a:gd name="T1" fmla="*/ 1 h 10"/>
                <a:gd name="T2" fmla="*/ 21 w 38"/>
                <a:gd name="T3" fmla="*/ 8 h 10"/>
                <a:gd name="T4" fmla="*/ 1 w 38"/>
                <a:gd name="T5" fmla="*/ 9 h 10"/>
                <a:gd name="T6" fmla="*/ 17 w 38"/>
                <a:gd name="T7" fmla="*/ 2 h 10"/>
                <a:gd name="T8" fmla="*/ 36 w 38"/>
                <a:gd name="T9" fmla="*/ 1 h 10"/>
              </a:gdLst>
              <a:ahLst/>
              <a:cxnLst>
                <a:cxn ang="0">
                  <a:pos x="T0" y="T1"/>
                </a:cxn>
                <a:cxn ang="0">
                  <a:pos x="T2" y="T3"/>
                </a:cxn>
                <a:cxn ang="0">
                  <a:pos x="T4" y="T5"/>
                </a:cxn>
                <a:cxn ang="0">
                  <a:pos x="T6" y="T7"/>
                </a:cxn>
                <a:cxn ang="0">
                  <a:pos x="T8" y="T9"/>
                </a:cxn>
              </a:cxnLst>
              <a:rect l="0" t="0" r="r" b="b"/>
              <a:pathLst>
                <a:path w="38" h="10">
                  <a:moveTo>
                    <a:pt x="36" y="1"/>
                  </a:moveTo>
                  <a:cubicBezTo>
                    <a:pt x="38" y="3"/>
                    <a:pt x="31" y="6"/>
                    <a:pt x="21" y="8"/>
                  </a:cubicBezTo>
                  <a:cubicBezTo>
                    <a:pt x="12" y="10"/>
                    <a:pt x="2" y="10"/>
                    <a:pt x="1" y="9"/>
                  </a:cubicBezTo>
                  <a:cubicBezTo>
                    <a:pt x="0" y="7"/>
                    <a:pt x="7" y="5"/>
                    <a:pt x="17" y="2"/>
                  </a:cubicBezTo>
                  <a:cubicBezTo>
                    <a:pt x="26" y="0"/>
                    <a:pt x="35" y="0"/>
                    <a:pt x="3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 name="Freeform 458">
              <a:extLst>
                <a:ext uri="{FF2B5EF4-FFF2-40B4-BE49-F238E27FC236}">
                  <a16:creationId xmlns:a16="http://schemas.microsoft.com/office/drawing/2014/main" id="{480C3235-A1DC-C2C6-5EAA-7050FF4440E8}"/>
                </a:ext>
              </a:extLst>
            </p:cNvPr>
            <p:cNvSpPr>
              <a:spLocks/>
            </p:cNvSpPr>
            <p:nvPr/>
          </p:nvSpPr>
          <p:spPr bwMode="auto">
            <a:xfrm rot="5094805">
              <a:off x="40013" y="3299847"/>
              <a:ext cx="89114" cy="29705"/>
            </a:xfrm>
            <a:custGeom>
              <a:avLst/>
              <a:gdLst>
                <a:gd name="T0" fmla="*/ 36 w 36"/>
                <a:gd name="T1" fmla="*/ 2 h 12"/>
                <a:gd name="T2" fmla="*/ 19 w 36"/>
                <a:gd name="T3" fmla="*/ 10 h 12"/>
                <a:gd name="T4" fmla="*/ 0 w 36"/>
                <a:gd name="T5" fmla="*/ 10 h 12"/>
                <a:gd name="T6" fmla="*/ 17 w 36"/>
                <a:gd name="T7" fmla="*/ 3 h 12"/>
                <a:gd name="T8" fmla="*/ 36 w 36"/>
                <a:gd name="T9" fmla="*/ 2 h 12"/>
              </a:gdLst>
              <a:ahLst/>
              <a:cxnLst>
                <a:cxn ang="0">
                  <a:pos x="T0" y="T1"/>
                </a:cxn>
                <a:cxn ang="0">
                  <a:pos x="T2" y="T3"/>
                </a:cxn>
                <a:cxn ang="0">
                  <a:pos x="T4" y="T5"/>
                </a:cxn>
                <a:cxn ang="0">
                  <a:pos x="T6" y="T7"/>
                </a:cxn>
                <a:cxn ang="0">
                  <a:pos x="T8" y="T9"/>
                </a:cxn>
              </a:cxnLst>
              <a:rect l="0" t="0" r="r" b="b"/>
              <a:pathLst>
                <a:path w="36" h="12">
                  <a:moveTo>
                    <a:pt x="36" y="2"/>
                  </a:moveTo>
                  <a:cubicBezTo>
                    <a:pt x="36" y="4"/>
                    <a:pt x="29" y="8"/>
                    <a:pt x="19" y="10"/>
                  </a:cubicBezTo>
                  <a:cubicBezTo>
                    <a:pt x="10" y="12"/>
                    <a:pt x="1" y="12"/>
                    <a:pt x="0" y="10"/>
                  </a:cubicBezTo>
                  <a:cubicBezTo>
                    <a:pt x="0" y="8"/>
                    <a:pt x="7" y="5"/>
                    <a:pt x="17" y="3"/>
                  </a:cubicBezTo>
                  <a:cubicBezTo>
                    <a:pt x="26" y="0"/>
                    <a:pt x="35" y="0"/>
                    <a:pt x="3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 name="Freeform 459">
              <a:extLst>
                <a:ext uri="{FF2B5EF4-FFF2-40B4-BE49-F238E27FC236}">
                  <a16:creationId xmlns:a16="http://schemas.microsoft.com/office/drawing/2014/main" id="{5B0E5121-3E26-056F-194F-6EBD1725C8F1}"/>
                </a:ext>
              </a:extLst>
            </p:cNvPr>
            <p:cNvSpPr>
              <a:spLocks/>
            </p:cNvSpPr>
            <p:nvPr/>
          </p:nvSpPr>
          <p:spPr bwMode="auto">
            <a:xfrm rot="5094805">
              <a:off x="100265" y="3484693"/>
              <a:ext cx="93684" cy="34275"/>
            </a:xfrm>
            <a:custGeom>
              <a:avLst/>
              <a:gdLst>
                <a:gd name="T0" fmla="*/ 37 w 38"/>
                <a:gd name="T1" fmla="*/ 2 h 13"/>
                <a:gd name="T2" fmla="*/ 21 w 38"/>
                <a:gd name="T3" fmla="*/ 11 h 13"/>
                <a:gd name="T4" fmla="*/ 1 w 38"/>
                <a:gd name="T5" fmla="*/ 11 h 13"/>
                <a:gd name="T6" fmla="*/ 17 w 38"/>
                <a:gd name="T7" fmla="*/ 2 h 13"/>
                <a:gd name="T8" fmla="*/ 37 w 38"/>
                <a:gd name="T9" fmla="*/ 2 h 13"/>
              </a:gdLst>
              <a:ahLst/>
              <a:cxnLst>
                <a:cxn ang="0">
                  <a:pos x="T0" y="T1"/>
                </a:cxn>
                <a:cxn ang="0">
                  <a:pos x="T2" y="T3"/>
                </a:cxn>
                <a:cxn ang="0">
                  <a:pos x="T4" y="T5"/>
                </a:cxn>
                <a:cxn ang="0">
                  <a:pos x="T6" y="T7"/>
                </a:cxn>
                <a:cxn ang="0">
                  <a:pos x="T8" y="T9"/>
                </a:cxn>
              </a:cxnLst>
              <a:rect l="0" t="0" r="r" b="b"/>
              <a:pathLst>
                <a:path w="38" h="13">
                  <a:moveTo>
                    <a:pt x="37" y="2"/>
                  </a:moveTo>
                  <a:cubicBezTo>
                    <a:pt x="38" y="5"/>
                    <a:pt x="30" y="8"/>
                    <a:pt x="21" y="11"/>
                  </a:cubicBezTo>
                  <a:cubicBezTo>
                    <a:pt x="11" y="13"/>
                    <a:pt x="2" y="13"/>
                    <a:pt x="1" y="11"/>
                  </a:cubicBezTo>
                  <a:cubicBezTo>
                    <a:pt x="0" y="9"/>
                    <a:pt x="8" y="5"/>
                    <a:pt x="17" y="2"/>
                  </a:cubicBezTo>
                  <a:cubicBezTo>
                    <a:pt x="27" y="0"/>
                    <a:pt x="3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 name="Freeform 460">
              <a:extLst>
                <a:ext uri="{FF2B5EF4-FFF2-40B4-BE49-F238E27FC236}">
                  <a16:creationId xmlns:a16="http://schemas.microsoft.com/office/drawing/2014/main" id="{CE4A796D-B739-1523-31B8-D8F5050C3D4F}"/>
                </a:ext>
              </a:extLst>
            </p:cNvPr>
            <p:cNvSpPr>
              <a:spLocks/>
            </p:cNvSpPr>
            <p:nvPr/>
          </p:nvSpPr>
          <p:spPr bwMode="auto">
            <a:xfrm rot="5094805">
              <a:off x="165078" y="3671621"/>
              <a:ext cx="93684" cy="34275"/>
            </a:xfrm>
            <a:custGeom>
              <a:avLst/>
              <a:gdLst>
                <a:gd name="T0" fmla="*/ 37 w 38"/>
                <a:gd name="T1" fmla="*/ 3 h 14"/>
                <a:gd name="T2" fmla="*/ 21 w 38"/>
                <a:gd name="T3" fmla="*/ 12 h 14"/>
                <a:gd name="T4" fmla="*/ 1 w 38"/>
                <a:gd name="T5" fmla="*/ 12 h 14"/>
                <a:gd name="T6" fmla="*/ 17 w 38"/>
                <a:gd name="T7" fmla="*/ 2 h 14"/>
                <a:gd name="T8" fmla="*/ 37 w 38"/>
                <a:gd name="T9" fmla="*/ 3 h 14"/>
              </a:gdLst>
              <a:ahLst/>
              <a:cxnLst>
                <a:cxn ang="0">
                  <a:pos x="T0" y="T1"/>
                </a:cxn>
                <a:cxn ang="0">
                  <a:pos x="T2" y="T3"/>
                </a:cxn>
                <a:cxn ang="0">
                  <a:pos x="T4" y="T5"/>
                </a:cxn>
                <a:cxn ang="0">
                  <a:pos x="T6" y="T7"/>
                </a:cxn>
                <a:cxn ang="0">
                  <a:pos x="T8" y="T9"/>
                </a:cxn>
              </a:cxnLst>
              <a:rect l="0" t="0" r="r" b="b"/>
              <a:pathLst>
                <a:path w="38" h="14">
                  <a:moveTo>
                    <a:pt x="37" y="3"/>
                  </a:moveTo>
                  <a:cubicBezTo>
                    <a:pt x="38" y="5"/>
                    <a:pt x="31" y="10"/>
                    <a:pt x="21" y="12"/>
                  </a:cubicBezTo>
                  <a:cubicBezTo>
                    <a:pt x="12" y="14"/>
                    <a:pt x="2" y="14"/>
                    <a:pt x="1" y="12"/>
                  </a:cubicBezTo>
                  <a:cubicBezTo>
                    <a:pt x="0" y="9"/>
                    <a:pt x="7" y="5"/>
                    <a:pt x="17" y="2"/>
                  </a:cubicBezTo>
                  <a:cubicBezTo>
                    <a:pt x="26" y="0"/>
                    <a:pt x="35" y="0"/>
                    <a:pt x="3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 name="Freeform 461">
              <a:extLst>
                <a:ext uri="{FF2B5EF4-FFF2-40B4-BE49-F238E27FC236}">
                  <a16:creationId xmlns:a16="http://schemas.microsoft.com/office/drawing/2014/main" id="{675E5435-171C-4D74-14F7-FD12D1F99A0B}"/>
                </a:ext>
              </a:extLst>
            </p:cNvPr>
            <p:cNvSpPr>
              <a:spLocks/>
            </p:cNvSpPr>
            <p:nvPr/>
          </p:nvSpPr>
          <p:spPr bwMode="auto">
            <a:xfrm rot="5094805">
              <a:off x="230094" y="3856254"/>
              <a:ext cx="93684" cy="43415"/>
            </a:xfrm>
            <a:custGeom>
              <a:avLst/>
              <a:gdLst>
                <a:gd name="T0" fmla="*/ 37 w 38"/>
                <a:gd name="T1" fmla="*/ 4 h 17"/>
                <a:gd name="T2" fmla="*/ 21 w 38"/>
                <a:gd name="T3" fmla="*/ 14 h 17"/>
                <a:gd name="T4" fmla="*/ 1 w 38"/>
                <a:gd name="T5" fmla="*/ 13 h 17"/>
                <a:gd name="T6" fmla="*/ 17 w 38"/>
                <a:gd name="T7" fmla="*/ 3 h 17"/>
                <a:gd name="T8" fmla="*/ 37 w 38"/>
                <a:gd name="T9" fmla="*/ 4 h 17"/>
              </a:gdLst>
              <a:ahLst/>
              <a:cxnLst>
                <a:cxn ang="0">
                  <a:pos x="T0" y="T1"/>
                </a:cxn>
                <a:cxn ang="0">
                  <a:pos x="T2" y="T3"/>
                </a:cxn>
                <a:cxn ang="0">
                  <a:pos x="T4" y="T5"/>
                </a:cxn>
                <a:cxn ang="0">
                  <a:pos x="T6" y="T7"/>
                </a:cxn>
                <a:cxn ang="0">
                  <a:pos x="T8" y="T9"/>
                </a:cxn>
              </a:cxnLst>
              <a:rect l="0" t="0" r="r" b="b"/>
              <a:pathLst>
                <a:path w="38" h="17">
                  <a:moveTo>
                    <a:pt x="37" y="4"/>
                  </a:moveTo>
                  <a:cubicBezTo>
                    <a:pt x="38" y="7"/>
                    <a:pt x="31" y="12"/>
                    <a:pt x="21" y="14"/>
                  </a:cubicBezTo>
                  <a:cubicBezTo>
                    <a:pt x="12" y="17"/>
                    <a:pt x="2" y="16"/>
                    <a:pt x="1" y="13"/>
                  </a:cubicBezTo>
                  <a:cubicBezTo>
                    <a:pt x="0" y="10"/>
                    <a:pt x="7" y="5"/>
                    <a:pt x="17" y="3"/>
                  </a:cubicBezTo>
                  <a:cubicBezTo>
                    <a:pt x="26" y="0"/>
                    <a:pt x="35" y="1"/>
                    <a:pt x="3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 name="Freeform 462">
              <a:extLst>
                <a:ext uri="{FF2B5EF4-FFF2-40B4-BE49-F238E27FC236}">
                  <a16:creationId xmlns:a16="http://schemas.microsoft.com/office/drawing/2014/main" id="{D0A9BE56-0297-F264-7AAB-C7B354CC12FA}"/>
                </a:ext>
              </a:extLst>
            </p:cNvPr>
            <p:cNvSpPr>
              <a:spLocks/>
            </p:cNvSpPr>
            <p:nvPr/>
          </p:nvSpPr>
          <p:spPr bwMode="auto">
            <a:xfrm rot="5094805">
              <a:off x="293769" y="4042141"/>
              <a:ext cx="93684" cy="45700"/>
            </a:xfrm>
            <a:custGeom>
              <a:avLst/>
              <a:gdLst>
                <a:gd name="T0" fmla="*/ 37 w 38"/>
                <a:gd name="T1" fmla="*/ 5 h 19"/>
                <a:gd name="T2" fmla="*/ 21 w 38"/>
                <a:gd name="T3" fmla="*/ 17 h 19"/>
                <a:gd name="T4" fmla="*/ 1 w 38"/>
                <a:gd name="T5" fmla="*/ 14 h 19"/>
                <a:gd name="T6" fmla="*/ 17 w 38"/>
                <a:gd name="T7" fmla="*/ 3 h 19"/>
                <a:gd name="T8" fmla="*/ 37 w 38"/>
                <a:gd name="T9" fmla="*/ 5 h 19"/>
              </a:gdLst>
              <a:ahLst/>
              <a:cxnLst>
                <a:cxn ang="0">
                  <a:pos x="T0" y="T1"/>
                </a:cxn>
                <a:cxn ang="0">
                  <a:pos x="T2" y="T3"/>
                </a:cxn>
                <a:cxn ang="0">
                  <a:pos x="T4" y="T5"/>
                </a:cxn>
                <a:cxn ang="0">
                  <a:pos x="T6" y="T7"/>
                </a:cxn>
                <a:cxn ang="0">
                  <a:pos x="T8" y="T9"/>
                </a:cxn>
              </a:cxnLst>
              <a:rect l="0" t="0" r="r" b="b"/>
              <a:pathLst>
                <a:path w="38" h="19">
                  <a:moveTo>
                    <a:pt x="37" y="5"/>
                  </a:moveTo>
                  <a:cubicBezTo>
                    <a:pt x="38" y="10"/>
                    <a:pt x="30" y="15"/>
                    <a:pt x="21" y="17"/>
                  </a:cubicBezTo>
                  <a:cubicBezTo>
                    <a:pt x="11" y="19"/>
                    <a:pt x="2" y="18"/>
                    <a:pt x="1" y="14"/>
                  </a:cubicBezTo>
                  <a:cubicBezTo>
                    <a:pt x="0" y="10"/>
                    <a:pt x="8" y="5"/>
                    <a:pt x="17" y="3"/>
                  </a:cubicBezTo>
                  <a:cubicBezTo>
                    <a:pt x="27" y="0"/>
                    <a:pt x="36" y="1"/>
                    <a:pt x="3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 name="Freeform 463">
              <a:extLst>
                <a:ext uri="{FF2B5EF4-FFF2-40B4-BE49-F238E27FC236}">
                  <a16:creationId xmlns:a16="http://schemas.microsoft.com/office/drawing/2014/main" id="{9E835C04-922C-65B2-8C22-23FCAF7357DB}"/>
                </a:ext>
              </a:extLst>
            </p:cNvPr>
            <p:cNvSpPr>
              <a:spLocks/>
            </p:cNvSpPr>
            <p:nvPr/>
          </p:nvSpPr>
          <p:spPr bwMode="auto">
            <a:xfrm rot="5094805">
              <a:off x="352892" y="4226148"/>
              <a:ext cx="93684" cy="52554"/>
            </a:xfrm>
            <a:custGeom>
              <a:avLst/>
              <a:gdLst>
                <a:gd name="T0" fmla="*/ 36 w 38"/>
                <a:gd name="T1" fmla="*/ 7 h 21"/>
                <a:gd name="T2" fmla="*/ 21 w 38"/>
                <a:gd name="T3" fmla="*/ 19 h 21"/>
                <a:gd name="T4" fmla="*/ 1 w 38"/>
                <a:gd name="T5" fmla="*/ 14 h 21"/>
                <a:gd name="T6" fmla="*/ 17 w 38"/>
                <a:gd name="T7" fmla="*/ 2 h 21"/>
                <a:gd name="T8" fmla="*/ 36 w 38"/>
                <a:gd name="T9" fmla="*/ 7 h 21"/>
              </a:gdLst>
              <a:ahLst/>
              <a:cxnLst>
                <a:cxn ang="0">
                  <a:pos x="T0" y="T1"/>
                </a:cxn>
                <a:cxn ang="0">
                  <a:pos x="T2" y="T3"/>
                </a:cxn>
                <a:cxn ang="0">
                  <a:pos x="T4" y="T5"/>
                </a:cxn>
                <a:cxn ang="0">
                  <a:pos x="T6" y="T7"/>
                </a:cxn>
                <a:cxn ang="0">
                  <a:pos x="T8" y="T9"/>
                </a:cxn>
              </a:cxnLst>
              <a:rect l="0" t="0" r="r" b="b"/>
              <a:pathLst>
                <a:path w="38" h="21">
                  <a:moveTo>
                    <a:pt x="36" y="7"/>
                  </a:moveTo>
                  <a:cubicBezTo>
                    <a:pt x="38" y="12"/>
                    <a:pt x="30" y="18"/>
                    <a:pt x="21" y="19"/>
                  </a:cubicBezTo>
                  <a:cubicBezTo>
                    <a:pt x="11" y="21"/>
                    <a:pt x="2" y="19"/>
                    <a:pt x="1" y="14"/>
                  </a:cubicBezTo>
                  <a:cubicBezTo>
                    <a:pt x="0" y="10"/>
                    <a:pt x="7" y="4"/>
                    <a:pt x="17" y="2"/>
                  </a:cubicBezTo>
                  <a:cubicBezTo>
                    <a:pt x="26" y="0"/>
                    <a:pt x="35" y="2"/>
                    <a:pt x="3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 name="Freeform 464">
              <a:extLst>
                <a:ext uri="{FF2B5EF4-FFF2-40B4-BE49-F238E27FC236}">
                  <a16:creationId xmlns:a16="http://schemas.microsoft.com/office/drawing/2014/main" id="{8148BEC4-F995-14BB-B70B-0936750EA6D2}"/>
                </a:ext>
              </a:extLst>
            </p:cNvPr>
            <p:cNvSpPr>
              <a:spLocks/>
            </p:cNvSpPr>
            <p:nvPr/>
          </p:nvSpPr>
          <p:spPr bwMode="auto">
            <a:xfrm rot="5094805">
              <a:off x="404049" y="4409721"/>
              <a:ext cx="93684" cy="61694"/>
            </a:xfrm>
            <a:custGeom>
              <a:avLst/>
              <a:gdLst>
                <a:gd name="T0" fmla="*/ 36 w 38"/>
                <a:gd name="T1" fmla="*/ 9 h 25"/>
                <a:gd name="T2" fmla="*/ 21 w 38"/>
                <a:gd name="T3" fmla="*/ 23 h 25"/>
                <a:gd name="T4" fmla="*/ 1 w 38"/>
                <a:gd name="T5" fmla="*/ 16 h 25"/>
                <a:gd name="T6" fmla="*/ 17 w 38"/>
                <a:gd name="T7" fmla="*/ 2 h 25"/>
                <a:gd name="T8" fmla="*/ 36 w 38"/>
                <a:gd name="T9" fmla="*/ 9 h 25"/>
              </a:gdLst>
              <a:ahLst/>
              <a:cxnLst>
                <a:cxn ang="0">
                  <a:pos x="T0" y="T1"/>
                </a:cxn>
                <a:cxn ang="0">
                  <a:pos x="T2" y="T3"/>
                </a:cxn>
                <a:cxn ang="0">
                  <a:pos x="T4" y="T5"/>
                </a:cxn>
                <a:cxn ang="0">
                  <a:pos x="T6" y="T7"/>
                </a:cxn>
                <a:cxn ang="0">
                  <a:pos x="T8" y="T9"/>
                </a:cxn>
              </a:cxnLst>
              <a:rect l="0" t="0" r="r" b="b"/>
              <a:pathLst>
                <a:path w="38" h="25">
                  <a:moveTo>
                    <a:pt x="36" y="9"/>
                  </a:moveTo>
                  <a:cubicBezTo>
                    <a:pt x="38" y="15"/>
                    <a:pt x="30" y="22"/>
                    <a:pt x="21" y="23"/>
                  </a:cubicBezTo>
                  <a:cubicBezTo>
                    <a:pt x="11" y="25"/>
                    <a:pt x="2" y="21"/>
                    <a:pt x="1" y="16"/>
                  </a:cubicBezTo>
                  <a:cubicBezTo>
                    <a:pt x="0" y="10"/>
                    <a:pt x="7" y="4"/>
                    <a:pt x="17" y="2"/>
                  </a:cubicBezTo>
                  <a:cubicBezTo>
                    <a:pt x="26" y="0"/>
                    <a:pt x="35" y="3"/>
                    <a:pt x="3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 name="Freeform 494">
              <a:extLst>
                <a:ext uri="{FF2B5EF4-FFF2-40B4-BE49-F238E27FC236}">
                  <a16:creationId xmlns:a16="http://schemas.microsoft.com/office/drawing/2014/main" id="{FF445EF4-F01C-EB30-1AE6-0644A083596F}"/>
                </a:ext>
              </a:extLst>
            </p:cNvPr>
            <p:cNvSpPr>
              <a:spLocks/>
            </p:cNvSpPr>
            <p:nvPr/>
          </p:nvSpPr>
          <p:spPr bwMode="auto">
            <a:xfrm rot="5094805">
              <a:off x="1055918" y="6839692"/>
              <a:ext cx="93684" cy="132529"/>
            </a:xfrm>
            <a:custGeom>
              <a:avLst/>
              <a:gdLst>
                <a:gd name="T0" fmla="*/ 37 w 38"/>
                <a:gd name="T1" fmla="*/ 22 h 54"/>
                <a:gd name="T2" fmla="*/ 21 w 38"/>
                <a:gd name="T3" fmla="*/ 52 h 54"/>
                <a:gd name="T4" fmla="*/ 1 w 38"/>
                <a:gd name="T5" fmla="*/ 31 h 54"/>
                <a:gd name="T6" fmla="*/ 17 w 38"/>
                <a:gd name="T7" fmla="*/ 2 h 54"/>
                <a:gd name="T8" fmla="*/ 37 w 38"/>
                <a:gd name="T9" fmla="*/ 22 h 54"/>
              </a:gdLst>
              <a:ahLst/>
              <a:cxnLst>
                <a:cxn ang="0">
                  <a:pos x="T0" y="T1"/>
                </a:cxn>
                <a:cxn ang="0">
                  <a:pos x="T2" y="T3"/>
                </a:cxn>
                <a:cxn ang="0">
                  <a:pos x="T4" y="T5"/>
                </a:cxn>
                <a:cxn ang="0">
                  <a:pos x="T6" y="T7"/>
                </a:cxn>
                <a:cxn ang="0">
                  <a:pos x="T8" y="T9"/>
                </a:cxn>
              </a:cxnLst>
              <a:rect l="0" t="0" r="r" b="b"/>
              <a:pathLst>
                <a:path w="38" h="54">
                  <a:moveTo>
                    <a:pt x="37" y="22"/>
                  </a:moveTo>
                  <a:cubicBezTo>
                    <a:pt x="38" y="35"/>
                    <a:pt x="31" y="49"/>
                    <a:pt x="21" y="52"/>
                  </a:cubicBezTo>
                  <a:cubicBezTo>
                    <a:pt x="11" y="54"/>
                    <a:pt x="2" y="45"/>
                    <a:pt x="1" y="31"/>
                  </a:cubicBezTo>
                  <a:cubicBezTo>
                    <a:pt x="0" y="18"/>
                    <a:pt x="7" y="5"/>
                    <a:pt x="17" y="2"/>
                  </a:cubicBezTo>
                  <a:cubicBezTo>
                    <a:pt x="27" y="0"/>
                    <a:pt x="36" y="9"/>
                    <a:pt x="3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 name="Freeform 495">
              <a:extLst>
                <a:ext uri="{FF2B5EF4-FFF2-40B4-BE49-F238E27FC236}">
                  <a16:creationId xmlns:a16="http://schemas.microsoft.com/office/drawing/2014/main" id="{D5755A60-718B-1636-1208-D6F8AE1A3463}"/>
                </a:ext>
              </a:extLst>
            </p:cNvPr>
            <p:cNvSpPr>
              <a:spLocks/>
            </p:cNvSpPr>
            <p:nvPr/>
          </p:nvSpPr>
          <p:spPr bwMode="auto">
            <a:xfrm rot="5094805">
              <a:off x="986245" y="6646226"/>
              <a:ext cx="95969" cy="139384"/>
            </a:xfrm>
            <a:custGeom>
              <a:avLst/>
              <a:gdLst>
                <a:gd name="T0" fmla="*/ 1 w 39"/>
                <a:gd name="T1" fmla="*/ 32 h 56"/>
                <a:gd name="T2" fmla="*/ 17 w 39"/>
                <a:gd name="T3" fmla="*/ 2 h 56"/>
                <a:gd name="T4" fmla="*/ 37 w 39"/>
                <a:gd name="T5" fmla="*/ 23 h 56"/>
                <a:gd name="T6" fmla="*/ 22 w 39"/>
                <a:gd name="T7" fmla="*/ 53 h 56"/>
                <a:gd name="T8" fmla="*/ 1 w 39"/>
                <a:gd name="T9" fmla="*/ 32 h 56"/>
              </a:gdLst>
              <a:ahLst/>
              <a:cxnLst>
                <a:cxn ang="0">
                  <a:pos x="T0" y="T1"/>
                </a:cxn>
                <a:cxn ang="0">
                  <a:pos x="T2" y="T3"/>
                </a:cxn>
                <a:cxn ang="0">
                  <a:pos x="T4" y="T5"/>
                </a:cxn>
                <a:cxn ang="0">
                  <a:pos x="T6" y="T7"/>
                </a:cxn>
                <a:cxn ang="0">
                  <a:pos x="T8" y="T9"/>
                </a:cxn>
              </a:cxnLst>
              <a:rect l="0" t="0" r="r" b="b"/>
              <a:pathLst>
                <a:path w="39" h="56">
                  <a:moveTo>
                    <a:pt x="1" y="32"/>
                  </a:moveTo>
                  <a:cubicBezTo>
                    <a:pt x="0" y="18"/>
                    <a:pt x="7" y="5"/>
                    <a:pt x="17" y="2"/>
                  </a:cubicBezTo>
                  <a:cubicBezTo>
                    <a:pt x="27" y="0"/>
                    <a:pt x="36" y="9"/>
                    <a:pt x="37" y="23"/>
                  </a:cubicBezTo>
                  <a:cubicBezTo>
                    <a:pt x="39" y="36"/>
                    <a:pt x="32" y="50"/>
                    <a:pt x="22" y="53"/>
                  </a:cubicBezTo>
                  <a:cubicBezTo>
                    <a:pt x="12" y="56"/>
                    <a:pt x="3" y="46"/>
                    <a:pt x="1"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 name="Freeform 496">
              <a:extLst>
                <a:ext uri="{FF2B5EF4-FFF2-40B4-BE49-F238E27FC236}">
                  <a16:creationId xmlns:a16="http://schemas.microsoft.com/office/drawing/2014/main" id="{E7D53521-37A1-3143-D5A2-88AB6548E99B}"/>
                </a:ext>
              </a:extLst>
            </p:cNvPr>
            <p:cNvSpPr>
              <a:spLocks/>
            </p:cNvSpPr>
            <p:nvPr/>
          </p:nvSpPr>
          <p:spPr bwMode="auto">
            <a:xfrm rot="5094805">
              <a:off x="927854" y="6454139"/>
              <a:ext cx="95969" cy="139384"/>
            </a:xfrm>
            <a:custGeom>
              <a:avLst/>
              <a:gdLst>
                <a:gd name="T0" fmla="*/ 1 w 38"/>
                <a:gd name="T1" fmla="*/ 31 h 57"/>
                <a:gd name="T2" fmla="*/ 16 w 38"/>
                <a:gd name="T3" fmla="*/ 2 h 57"/>
                <a:gd name="T4" fmla="*/ 37 w 38"/>
                <a:gd name="T5" fmla="*/ 24 h 57"/>
                <a:gd name="T6" fmla="*/ 22 w 38"/>
                <a:gd name="T7" fmla="*/ 54 h 57"/>
                <a:gd name="T8" fmla="*/ 1 w 38"/>
                <a:gd name="T9" fmla="*/ 31 h 57"/>
              </a:gdLst>
              <a:ahLst/>
              <a:cxnLst>
                <a:cxn ang="0">
                  <a:pos x="T0" y="T1"/>
                </a:cxn>
                <a:cxn ang="0">
                  <a:pos x="T2" y="T3"/>
                </a:cxn>
                <a:cxn ang="0">
                  <a:pos x="T4" y="T5"/>
                </a:cxn>
                <a:cxn ang="0">
                  <a:pos x="T6" y="T7"/>
                </a:cxn>
                <a:cxn ang="0">
                  <a:pos x="T8" y="T9"/>
                </a:cxn>
              </a:cxnLst>
              <a:rect l="0" t="0" r="r" b="b"/>
              <a:pathLst>
                <a:path w="38" h="57">
                  <a:moveTo>
                    <a:pt x="1" y="31"/>
                  </a:moveTo>
                  <a:cubicBezTo>
                    <a:pt x="0" y="17"/>
                    <a:pt x="6" y="4"/>
                    <a:pt x="16" y="2"/>
                  </a:cubicBezTo>
                  <a:cubicBezTo>
                    <a:pt x="26" y="0"/>
                    <a:pt x="35" y="10"/>
                    <a:pt x="37" y="24"/>
                  </a:cubicBezTo>
                  <a:cubicBezTo>
                    <a:pt x="38" y="38"/>
                    <a:pt x="31" y="52"/>
                    <a:pt x="22" y="54"/>
                  </a:cubicBezTo>
                  <a:cubicBezTo>
                    <a:pt x="12" y="57"/>
                    <a:pt x="2" y="46"/>
                    <a:pt x="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 name="Freeform 497">
              <a:extLst>
                <a:ext uri="{FF2B5EF4-FFF2-40B4-BE49-F238E27FC236}">
                  <a16:creationId xmlns:a16="http://schemas.microsoft.com/office/drawing/2014/main" id="{CC6EBED1-B54E-6B8E-6195-356E9AE4F01B}"/>
                </a:ext>
              </a:extLst>
            </p:cNvPr>
            <p:cNvSpPr>
              <a:spLocks/>
            </p:cNvSpPr>
            <p:nvPr/>
          </p:nvSpPr>
          <p:spPr bwMode="auto">
            <a:xfrm rot="5094805">
              <a:off x="885502" y="6260730"/>
              <a:ext cx="93684" cy="141669"/>
            </a:xfrm>
            <a:custGeom>
              <a:avLst/>
              <a:gdLst>
                <a:gd name="T0" fmla="*/ 37 w 38"/>
                <a:gd name="T1" fmla="*/ 26 h 57"/>
                <a:gd name="T2" fmla="*/ 21 w 38"/>
                <a:gd name="T3" fmla="*/ 55 h 57"/>
                <a:gd name="T4" fmla="*/ 1 w 38"/>
                <a:gd name="T5" fmla="*/ 32 h 57"/>
                <a:gd name="T6" fmla="*/ 16 w 38"/>
                <a:gd name="T7" fmla="*/ 1 h 57"/>
                <a:gd name="T8" fmla="*/ 37 w 38"/>
                <a:gd name="T9" fmla="*/ 26 h 57"/>
              </a:gdLst>
              <a:ahLst/>
              <a:cxnLst>
                <a:cxn ang="0">
                  <a:pos x="T0" y="T1"/>
                </a:cxn>
                <a:cxn ang="0">
                  <a:pos x="T2" y="T3"/>
                </a:cxn>
                <a:cxn ang="0">
                  <a:pos x="T4" y="T5"/>
                </a:cxn>
                <a:cxn ang="0">
                  <a:pos x="T6" y="T7"/>
                </a:cxn>
                <a:cxn ang="0">
                  <a:pos x="T8" y="T9"/>
                </a:cxn>
              </a:cxnLst>
              <a:rect l="0" t="0" r="r" b="b"/>
              <a:pathLst>
                <a:path w="38" h="57">
                  <a:moveTo>
                    <a:pt x="37" y="26"/>
                  </a:moveTo>
                  <a:cubicBezTo>
                    <a:pt x="38" y="41"/>
                    <a:pt x="31" y="54"/>
                    <a:pt x="21" y="55"/>
                  </a:cubicBezTo>
                  <a:cubicBezTo>
                    <a:pt x="11" y="57"/>
                    <a:pt x="2" y="46"/>
                    <a:pt x="1" y="32"/>
                  </a:cubicBezTo>
                  <a:cubicBezTo>
                    <a:pt x="0" y="17"/>
                    <a:pt x="7" y="2"/>
                    <a:pt x="16" y="1"/>
                  </a:cubicBezTo>
                  <a:cubicBezTo>
                    <a:pt x="26" y="0"/>
                    <a:pt x="35" y="12"/>
                    <a:pt x="3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 name="Freeform 498">
              <a:extLst>
                <a:ext uri="{FF2B5EF4-FFF2-40B4-BE49-F238E27FC236}">
                  <a16:creationId xmlns:a16="http://schemas.microsoft.com/office/drawing/2014/main" id="{E44993D8-9D7D-3F79-48B6-C92BB8E728A1}"/>
                </a:ext>
              </a:extLst>
            </p:cNvPr>
            <p:cNvSpPr>
              <a:spLocks/>
            </p:cNvSpPr>
            <p:nvPr/>
          </p:nvSpPr>
          <p:spPr bwMode="auto">
            <a:xfrm rot="5094805">
              <a:off x="828558" y="6074342"/>
              <a:ext cx="91399" cy="137099"/>
            </a:xfrm>
            <a:custGeom>
              <a:avLst/>
              <a:gdLst>
                <a:gd name="T0" fmla="*/ 36 w 37"/>
                <a:gd name="T1" fmla="*/ 25 h 56"/>
                <a:gd name="T2" fmla="*/ 20 w 37"/>
                <a:gd name="T3" fmla="*/ 55 h 56"/>
                <a:gd name="T4" fmla="*/ 1 w 37"/>
                <a:gd name="T5" fmla="*/ 31 h 56"/>
                <a:gd name="T6" fmla="*/ 17 w 37"/>
                <a:gd name="T7" fmla="*/ 2 h 56"/>
                <a:gd name="T8" fmla="*/ 36 w 37"/>
                <a:gd name="T9" fmla="*/ 25 h 56"/>
              </a:gdLst>
              <a:ahLst/>
              <a:cxnLst>
                <a:cxn ang="0">
                  <a:pos x="T0" y="T1"/>
                </a:cxn>
                <a:cxn ang="0">
                  <a:pos x="T2" y="T3"/>
                </a:cxn>
                <a:cxn ang="0">
                  <a:pos x="T4" y="T5"/>
                </a:cxn>
                <a:cxn ang="0">
                  <a:pos x="T6" y="T7"/>
                </a:cxn>
                <a:cxn ang="0">
                  <a:pos x="T8" y="T9"/>
                </a:cxn>
              </a:cxnLst>
              <a:rect l="0" t="0" r="r" b="b"/>
              <a:pathLst>
                <a:path w="37" h="56">
                  <a:moveTo>
                    <a:pt x="36" y="25"/>
                  </a:moveTo>
                  <a:cubicBezTo>
                    <a:pt x="37" y="40"/>
                    <a:pt x="30" y="54"/>
                    <a:pt x="20" y="55"/>
                  </a:cubicBezTo>
                  <a:cubicBezTo>
                    <a:pt x="10" y="56"/>
                    <a:pt x="2" y="45"/>
                    <a:pt x="1" y="31"/>
                  </a:cubicBezTo>
                  <a:cubicBezTo>
                    <a:pt x="0" y="17"/>
                    <a:pt x="7" y="3"/>
                    <a:pt x="17" y="2"/>
                  </a:cubicBezTo>
                  <a:cubicBezTo>
                    <a:pt x="27" y="0"/>
                    <a:pt x="35" y="11"/>
                    <a:pt x="36"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 name="Freeform 499">
              <a:extLst>
                <a:ext uri="{FF2B5EF4-FFF2-40B4-BE49-F238E27FC236}">
                  <a16:creationId xmlns:a16="http://schemas.microsoft.com/office/drawing/2014/main" id="{352F1117-5172-9EA7-C058-80A4344FDC20}"/>
                </a:ext>
              </a:extLst>
            </p:cNvPr>
            <p:cNvSpPr>
              <a:spLocks/>
            </p:cNvSpPr>
            <p:nvPr/>
          </p:nvSpPr>
          <p:spPr bwMode="auto">
            <a:xfrm rot="5094805">
              <a:off x="768085" y="5884530"/>
              <a:ext cx="95969" cy="137099"/>
            </a:xfrm>
            <a:custGeom>
              <a:avLst/>
              <a:gdLst>
                <a:gd name="T0" fmla="*/ 37 w 38"/>
                <a:gd name="T1" fmla="*/ 23 h 55"/>
                <a:gd name="T2" fmla="*/ 22 w 38"/>
                <a:gd name="T3" fmla="*/ 53 h 55"/>
                <a:gd name="T4" fmla="*/ 2 w 38"/>
                <a:gd name="T5" fmla="*/ 31 h 55"/>
                <a:gd name="T6" fmla="*/ 17 w 38"/>
                <a:gd name="T7" fmla="*/ 2 h 55"/>
                <a:gd name="T8" fmla="*/ 37 w 38"/>
                <a:gd name="T9" fmla="*/ 23 h 55"/>
              </a:gdLst>
              <a:ahLst/>
              <a:cxnLst>
                <a:cxn ang="0">
                  <a:pos x="T0" y="T1"/>
                </a:cxn>
                <a:cxn ang="0">
                  <a:pos x="T2" y="T3"/>
                </a:cxn>
                <a:cxn ang="0">
                  <a:pos x="T4" y="T5"/>
                </a:cxn>
                <a:cxn ang="0">
                  <a:pos x="T6" y="T7"/>
                </a:cxn>
                <a:cxn ang="0">
                  <a:pos x="T8" y="T9"/>
                </a:cxn>
              </a:cxnLst>
              <a:rect l="0" t="0" r="r" b="b"/>
              <a:pathLst>
                <a:path w="38" h="55">
                  <a:moveTo>
                    <a:pt x="37" y="23"/>
                  </a:moveTo>
                  <a:cubicBezTo>
                    <a:pt x="38" y="37"/>
                    <a:pt x="32" y="51"/>
                    <a:pt x="22" y="53"/>
                  </a:cubicBezTo>
                  <a:cubicBezTo>
                    <a:pt x="12" y="55"/>
                    <a:pt x="3" y="45"/>
                    <a:pt x="2" y="31"/>
                  </a:cubicBezTo>
                  <a:cubicBezTo>
                    <a:pt x="0" y="17"/>
                    <a:pt x="7" y="4"/>
                    <a:pt x="17" y="2"/>
                  </a:cubicBezTo>
                  <a:cubicBezTo>
                    <a:pt x="26" y="0"/>
                    <a:pt x="35" y="9"/>
                    <a:pt x="3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 name="Freeform 500">
              <a:extLst>
                <a:ext uri="{FF2B5EF4-FFF2-40B4-BE49-F238E27FC236}">
                  <a16:creationId xmlns:a16="http://schemas.microsoft.com/office/drawing/2014/main" id="{76BE6D08-C399-88E1-D11C-73CBD497383F}"/>
                </a:ext>
              </a:extLst>
            </p:cNvPr>
            <p:cNvSpPr>
              <a:spLocks/>
            </p:cNvSpPr>
            <p:nvPr/>
          </p:nvSpPr>
          <p:spPr bwMode="auto">
            <a:xfrm rot="5094805">
              <a:off x="717970" y="5697534"/>
              <a:ext cx="93684" cy="132529"/>
            </a:xfrm>
            <a:custGeom>
              <a:avLst/>
              <a:gdLst>
                <a:gd name="T0" fmla="*/ 37 w 38"/>
                <a:gd name="T1" fmla="*/ 22 h 53"/>
                <a:gd name="T2" fmla="*/ 22 w 38"/>
                <a:gd name="T3" fmla="*/ 51 h 53"/>
                <a:gd name="T4" fmla="*/ 2 w 38"/>
                <a:gd name="T5" fmla="*/ 30 h 53"/>
                <a:gd name="T6" fmla="*/ 16 w 38"/>
                <a:gd name="T7" fmla="*/ 2 h 53"/>
                <a:gd name="T8" fmla="*/ 37 w 38"/>
                <a:gd name="T9" fmla="*/ 22 h 53"/>
              </a:gdLst>
              <a:ahLst/>
              <a:cxnLst>
                <a:cxn ang="0">
                  <a:pos x="T0" y="T1"/>
                </a:cxn>
                <a:cxn ang="0">
                  <a:pos x="T2" y="T3"/>
                </a:cxn>
                <a:cxn ang="0">
                  <a:pos x="T4" y="T5"/>
                </a:cxn>
                <a:cxn ang="0">
                  <a:pos x="T6" y="T7"/>
                </a:cxn>
                <a:cxn ang="0">
                  <a:pos x="T8" y="T9"/>
                </a:cxn>
              </a:cxnLst>
              <a:rect l="0" t="0" r="r" b="b"/>
              <a:pathLst>
                <a:path w="38" h="53">
                  <a:moveTo>
                    <a:pt x="37" y="22"/>
                  </a:moveTo>
                  <a:cubicBezTo>
                    <a:pt x="38" y="36"/>
                    <a:pt x="32" y="49"/>
                    <a:pt x="22" y="51"/>
                  </a:cubicBezTo>
                  <a:cubicBezTo>
                    <a:pt x="13" y="53"/>
                    <a:pt x="3" y="43"/>
                    <a:pt x="2" y="30"/>
                  </a:cubicBezTo>
                  <a:cubicBezTo>
                    <a:pt x="0" y="17"/>
                    <a:pt x="7" y="5"/>
                    <a:pt x="16" y="2"/>
                  </a:cubicBezTo>
                  <a:cubicBezTo>
                    <a:pt x="26" y="0"/>
                    <a:pt x="35" y="9"/>
                    <a:pt x="3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 name="Freeform 501">
              <a:extLst>
                <a:ext uri="{FF2B5EF4-FFF2-40B4-BE49-F238E27FC236}">
                  <a16:creationId xmlns:a16="http://schemas.microsoft.com/office/drawing/2014/main" id="{E1D7601D-5211-BEC5-D06A-2DC46A8C837B}"/>
                </a:ext>
              </a:extLst>
            </p:cNvPr>
            <p:cNvSpPr>
              <a:spLocks/>
            </p:cNvSpPr>
            <p:nvPr/>
          </p:nvSpPr>
          <p:spPr bwMode="auto">
            <a:xfrm rot="5094805">
              <a:off x="671470" y="5518222"/>
              <a:ext cx="91399" cy="116534"/>
            </a:xfrm>
            <a:custGeom>
              <a:avLst/>
              <a:gdLst>
                <a:gd name="T0" fmla="*/ 36 w 37"/>
                <a:gd name="T1" fmla="*/ 22 h 48"/>
                <a:gd name="T2" fmla="*/ 20 w 37"/>
                <a:gd name="T3" fmla="*/ 47 h 48"/>
                <a:gd name="T4" fmla="*/ 0 w 37"/>
                <a:gd name="T5" fmla="*/ 26 h 48"/>
                <a:gd name="T6" fmla="*/ 17 w 37"/>
                <a:gd name="T7" fmla="*/ 2 h 48"/>
                <a:gd name="T8" fmla="*/ 36 w 37"/>
                <a:gd name="T9" fmla="*/ 22 h 48"/>
              </a:gdLst>
              <a:ahLst/>
              <a:cxnLst>
                <a:cxn ang="0">
                  <a:pos x="T0" y="T1"/>
                </a:cxn>
                <a:cxn ang="0">
                  <a:pos x="T2" y="T3"/>
                </a:cxn>
                <a:cxn ang="0">
                  <a:pos x="T4" y="T5"/>
                </a:cxn>
                <a:cxn ang="0">
                  <a:pos x="T6" y="T7"/>
                </a:cxn>
                <a:cxn ang="0">
                  <a:pos x="T8" y="T9"/>
                </a:cxn>
              </a:cxnLst>
              <a:rect l="0" t="0" r="r" b="b"/>
              <a:pathLst>
                <a:path w="37" h="48">
                  <a:moveTo>
                    <a:pt x="36" y="22"/>
                  </a:moveTo>
                  <a:cubicBezTo>
                    <a:pt x="37" y="35"/>
                    <a:pt x="29" y="46"/>
                    <a:pt x="20" y="47"/>
                  </a:cubicBezTo>
                  <a:cubicBezTo>
                    <a:pt x="10" y="48"/>
                    <a:pt x="1" y="39"/>
                    <a:pt x="0" y="26"/>
                  </a:cubicBezTo>
                  <a:cubicBezTo>
                    <a:pt x="0" y="14"/>
                    <a:pt x="7" y="3"/>
                    <a:pt x="17" y="2"/>
                  </a:cubicBezTo>
                  <a:cubicBezTo>
                    <a:pt x="26" y="0"/>
                    <a:pt x="35" y="10"/>
                    <a:pt x="3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 name="Freeform 502">
              <a:extLst>
                <a:ext uri="{FF2B5EF4-FFF2-40B4-BE49-F238E27FC236}">
                  <a16:creationId xmlns:a16="http://schemas.microsoft.com/office/drawing/2014/main" id="{A7E8288F-16CB-5F15-CE18-7730787EB8C6}"/>
                </a:ext>
              </a:extLst>
            </p:cNvPr>
            <p:cNvSpPr>
              <a:spLocks/>
            </p:cNvSpPr>
            <p:nvPr/>
          </p:nvSpPr>
          <p:spPr bwMode="auto">
            <a:xfrm rot="5094805">
              <a:off x="624759" y="5331862"/>
              <a:ext cx="93684" cy="109679"/>
            </a:xfrm>
            <a:custGeom>
              <a:avLst/>
              <a:gdLst>
                <a:gd name="T0" fmla="*/ 37 w 38"/>
                <a:gd name="T1" fmla="*/ 21 h 45"/>
                <a:gd name="T2" fmla="*/ 21 w 38"/>
                <a:gd name="T3" fmla="*/ 44 h 45"/>
                <a:gd name="T4" fmla="*/ 2 w 38"/>
                <a:gd name="T5" fmla="*/ 25 h 45"/>
                <a:gd name="T6" fmla="*/ 17 w 38"/>
                <a:gd name="T7" fmla="*/ 2 h 45"/>
                <a:gd name="T8" fmla="*/ 37 w 38"/>
                <a:gd name="T9" fmla="*/ 21 h 45"/>
              </a:gdLst>
              <a:ahLst/>
              <a:cxnLst>
                <a:cxn ang="0">
                  <a:pos x="T0" y="T1"/>
                </a:cxn>
                <a:cxn ang="0">
                  <a:pos x="T2" y="T3"/>
                </a:cxn>
                <a:cxn ang="0">
                  <a:pos x="T4" y="T5"/>
                </a:cxn>
                <a:cxn ang="0">
                  <a:pos x="T6" y="T7"/>
                </a:cxn>
                <a:cxn ang="0">
                  <a:pos x="T8" y="T9"/>
                </a:cxn>
              </a:cxnLst>
              <a:rect l="0" t="0" r="r" b="b"/>
              <a:pathLst>
                <a:path w="38" h="45">
                  <a:moveTo>
                    <a:pt x="37" y="21"/>
                  </a:moveTo>
                  <a:cubicBezTo>
                    <a:pt x="38" y="32"/>
                    <a:pt x="31" y="43"/>
                    <a:pt x="21" y="44"/>
                  </a:cubicBezTo>
                  <a:cubicBezTo>
                    <a:pt x="12" y="45"/>
                    <a:pt x="3" y="37"/>
                    <a:pt x="2" y="25"/>
                  </a:cubicBezTo>
                  <a:cubicBezTo>
                    <a:pt x="0" y="14"/>
                    <a:pt x="8" y="3"/>
                    <a:pt x="17" y="2"/>
                  </a:cubicBezTo>
                  <a:cubicBezTo>
                    <a:pt x="27" y="0"/>
                    <a:pt x="36" y="9"/>
                    <a:pt x="3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 name="Freeform 503">
              <a:extLst>
                <a:ext uri="{FF2B5EF4-FFF2-40B4-BE49-F238E27FC236}">
                  <a16:creationId xmlns:a16="http://schemas.microsoft.com/office/drawing/2014/main" id="{2ED0D33B-28EA-CE3F-356F-1931F30BB4F6}"/>
                </a:ext>
              </a:extLst>
            </p:cNvPr>
            <p:cNvSpPr>
              <a:spLocks/>
            </p:cNvSpPr>
            <p:nvPr/>
          </p:nvSpPr>
          <p:spPr bwMode="auto">
            <a:xfrm rot="5094805">
              <a:off x="580228" y="5145404"/>
              <a:ext cx="93684" cy="100539"/>
            </a:xfrm>
            <a:custGeom>
              <a:avLst/>
              <a:gdLst>
                <a:gd name="T0" fmla="*/ 37 w 38"/>
                <a:gd name="T1" fmla="*/ 18 h 41"/>
                <a:gd name="T2" fmla="*/ 22 w 38"/>
                <a:gd name="T3" fmla="*/ 40 h 41"/>
                <a:gd name="T4" fmla="*/ 2 w 38"/>
                <a:gd name="T5" fmla="*/ 23 h 41"/>
                <a:gd name="T6" fmla="*/ 17 w 38"/>
                <a:gd name="T7" fmla="*/ 2 h 41"/>
                <a:gd name="T8" fmla="*/ 37 w 38"/>
                <a:gd name="T9" fmla="*/ 18 h 41"/>
              </a:gdLst>
              <a:ahLst/>
              <a:cxnLst>
                <a:cxn ang="0">
                  <a:pos x="T0" y="T1"/>
                </a:cxn>
                <a:cxn ang="0">
                  <a:pos x="T2" y="T3"/>
                </a:cxn>
                <a:cxn ang="0">
                  <a:pos x="T4" y="T5"/>
                </a:cxn>
                <a:cxn ang="0">
                  <a:pos x="T6" y="T7"/>
                </a:cxn>
                <a:cxn ang="0">
                  <a:pos x="T8" y="T9"/>
                </a:cxn>
              </a:cxnLst>
              <a:rect l="0" t="0" r="r" b="b"/>
              <a:pathLst>
                <a:path w="38" h="41">
                  <a:moveTo>
                    <a:pt x="37" y="18"/>
                  </a:moveTo>
                  <a:cubicBezTo>
                    <a:pt x="38" y="29"/>
                    <a:pt x="31" y="39"/>
                    <a:pt x="22" y="40"/>
                  </a:cubicBezTo>
                  <a:cubicBezTo>
                    <a:pt x="12" y="41"/>
                    <a:pt x="3" y="33"/>
                    <a:pt x="2" y="23"/>
                  </a:cubicBezTo>
                  <a:cubicBezTo>
                    <a:pt x="0" y="13"/>
                    <a:pt x="7" y="3"/>
                    <a:pt x="17" y="2"/>
                  </a:cubicBezTo>
                  <a:cubicBezTo>
                    <a:pt x="27" y="0"/>
                    <a:pt x="36" y="7"/>
                    <a:pt x="3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 name="Freeform 504">
              <a:extLst>
                <a:ext uri="{FF2B5EF4-FFF2-40B4-BE49-F238E27FC236}">
                  <a16:creationId xmlns:a16="http://schemas.microsoft.com/office/drawing/2014/main" id="{9DB5A8F1-C0BD-D52A-F59A-5C3EEB80779F}"/>
                </a:ext>
              </a:extLst>
            </p:cNvPr>
            <p:cNvSpPr>
              <a:spLocks/>
            </p:cNvSpPr>
            <p:nvPr/>
          </p:nvSpPr>
          <p:spPr bwMode="auto">
            <a:xfrm rot="5094805">
              <a:off x="538280" y="4963403"/>
              <a:ext cx="91399" cy="89114"/>
            </a:xfrm>
            <a:custGeom>
              <a:avLst/>
              <a:gdLst>
                <a:gd name="T0" fmla="*/ 1 w 37"/>
                <a:gd name="T1" fmla="*/ 20 h 36"/>
                <a:gd name="T2" fmla="*/ 16 w 37"/>
                <a:gd name="T3" fmla="*/ 1 h 36"/>
                <a:gd name="T4" fmla="*/ 36 w 37"/>
                <a:gd name="T5" fmla="*/ 16 h 36"/>
                <a:gd name="T6" fmla="*/ 20 w 37"/>
                <a:gd name="T7" fmla="*/ 35 h 36"/>
                <a:gd name="T8" fmla="*/ 1 w 37"/>
                <a:gd name="T9" fmla="*/ 20 h 36"/>
              </a:gdLst>
              <a:ahLst/>
              <a:cxnLst>
                <a:cxn ang="0">
                  <a:pos x="T0" y="T1"/>
                </a:cxn>
                <a:cxn ang="0">
                  <a:pos x="T2" y="T3"/>
                </a:cxn>
                <a:cxn ang="0">
                  <a:pos x="T4" y="T5"/>
                </a:cxn>
                <a:cxn ang="0">
                  <a:pos x="T6" y="T7"/>
                </a:cxn>
                <a:cxn ang="0">
                  <a:pos x="T8" y="T9"/>
                </a:cxn>
              </a:cxnLst>
              <a:rect l="0" t="0" r="r" b="b"/>
              <a:pathLst>
                <a:path w="37" h="36">
                  <a:moveTo>
                    <a:pt x="1" y="20"/>
                  </a:moveTo>
                  <a:cubicBezTo>
                    <a:pt x="0" y="11"/>
                    <a:pt x="7" y="2"/>
                    <a:pt x="16" y="1"/>
                  </a:cubicBezTo>
                  <a:cubicBezTo>
                    <a:pt x="26" y="0"/>
                    <a:pt x="35" y="6"/>
                    <a:pt x="36" y="16"/>
                  </a:cubicBezTo>
                  <a:cubicBezTo>
                    <a:pt x="37" y="25"/>
                    <a:pt x="30" y="34"/>
                    <a:pt x="20" y="35"/>
                  </a:cubicBezTo>
                  <a:cubicBezTo>
                    <a:pt x="11" y="36"/>
                    <a:pt x="2" y="29"/>
                    <a:pt x="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 name="Freeform 505">
              <a:extLst>
                <a:ext uri="{FF2B5EF4-FFF2-40B4-BE49-F238E27FC236}">
                  <a16:creationId xmlns:a16="http://schemas.microsoft.com/office/drawing/2014/main" id="{285A2FB4-821B-9DC7-519A-DBFAC3D93BF8}"/>
                </a:ext>
              </a:extLst>
            </p:cNvPr>
            <p:cNvSpPr>
              <a:spLocks/>
            </p:cNvSpPr>
            <p:nvPr/>
          </p:nvSpPr>
          <p:spPr bwMode="auto">
            <a:xfrm rot="5094805">
              <a:off x="497365" y="4780060"/>
              <a:ext cx="91399" cy="77689"/>
            </a:xfrm>
            <a:custGeom>
              <a:avLst/>
              <a:gdLst>
                <a:gd name="T0" fmla="*/ 36 w 37"/>
                <a:gd name="T1" fmla="*/ 14 h 32"/>
                <a:gd name="T2" fmla="*/ 20 w 37"/>
                <a:gd name="T3" fmla="*/ 31 h 32"/>
                <a:gd name="T4" fmla="*/ 1 w 37"/>
                <a:gd name="T5" fmla="*/ 18 h 32"/>
                <a:gd name="T6" fmla="*/ 17 w 37"/>
                <a:gd name="T7" fmla="*/ 1 h 32"/>
                <a:gd name="T8" fmla="*/ 36 w 37"/>
                <a:gd name="T9" fmla="*/ 14 h 32"/>
              </a:gdLst>
              <a:ahLst/>
              <a:cxnLst>
                <a:cxn ang="0">
                  <a:pos x="T0" y="T1"/>
                </a:cxn>
                <a:cxn ang="0">
                  <a:pos x="T2" y="T3"/>
                </a:cxn>
                <a:cxn ang="0">
                  <a:pos x="T4" y="T5"/>
                </a:cxn>
                <a:cxn ang="0">
                  <a:pos x="T6" y="T7"/>
                </a:cxn>
                <a:cxn ang="0">
                  <a:pos x="T8" y="T9"/>
                </a:cxn>
              </a:cxnLst>
              <a:rect l="0" t="0" r="r" b="b"/>
              <a:pathLst>
                <a:path w="37" h="32">
                  <a:moveTo>
                    <a:pt x="36" y="14"/>
                  </a:moveTo>
                  <a:cubicBezTo>
                    <a:pt x="37" y="23"/>
                    <a:pt x="29" y="31"/>
                    <a:pt x="20" y="31"/>
                  </a:cubicBezTo>
                  <a:cubicBezTo>
                    <a:pt x="10" y="32"/>
                    <a:pt x="2" y="26"/>
                    <a:pt x="1" y="18"/>
                  </a:cubicBezTo>
                  <a:cubicBezTo>
                    <a:pt x="0" y="10"/>
                    <a:pt x="8" y="2"/>
                    <a:pt x="17" y="1"/>
                  </a:cubicBezTo>
                  <a:cubicBezTo>
                    <a:pt x="27" y="0"/>
                    <a:pt x="35" y="6"/>
                    <a:pt x="3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 name="Freeform 506">
              <a:extLst>
                <a:ext uri="{FF2B5EF4-FFF2-40B4-BE49-F238E27FC236}">
                  <a16:creationId xmlns:a16="http://schemas.microsoft.com/office/drawing/2014/main" id="{47D243CB-C663-55C9-31E4-824A8B5A2CAE}"/>
                </a:ext>
              </a:extLst>
            </p:cNvPr>
            <p:cNvSpPr>
              <a:spLocks/>
            </p:cNvSpPr>
            <p:nvPr/>
          </p:nvSpPr>
          <p:spPr bwMode="auto">
            <a:xfrm rot="5094805">
              <a:off x="453036" y="4595879"/>
              <a:ext cx="91399" cy="68549"/>
            </a:xfrm>
            <a:custGeom>
              <a:avLst/>
              <a:gdLst>
                <a:gd name="T0" fmla="*/ 1 w 37"/>
                <a:gd name="T1" fmla="*/ 17 h 28"/>
                <a:gd name="T2" fmla="*/ 17 w 37"/>
                <a:gd name="T3" fmla="*/ 1 h 28"/>
                <a:gd name="T4" fmla="*/ 36 w 37"/>
                <a:gd name="T5" fmla="*/ 12 h 28"/>
                <a:gd name="T6" fmla="*/ 20 w 37"/>
                <a:gd name="T7" fmla="*/ 27 h 28"/>
                <a:gd name="T8" fmla="*/ 1 w 37"/>
                <a:gd name="T9" fmla="*/ 17 h 28"/>
              </a:gdLst>
              <a:ahLst/>
              <a:cxnLst>
                <a:cxn ang="0">
                  <a:pos x="T0" y="T1"/>
                </a:cxn>
                <a:cxn ang="0">
                  <a:pos x="T2" y="T3"/>
                </a:cxn>
                <a:cxn ang="0">
                  <a:pos x="T4" y="T5"/>
                </a:cxn>
                <a:cxn ang="0">
                  <a:pos x="T6" y="T7"/>
                </a:cxn>
                <a:cxn ang="0">
                  <a:pos x="T8" y="T9"/>
                </a:cxn>
              </a:cxnLst>
              <a:rect l="0" t="0" r="r" b="b"/>
              <a:pathLst>
                <a:path w="37" h="28">
                  <a:moveTo>
                    <a:pt x="1" y="17"/>
                  </a:moveTo>
                  <a:cubicBezTo>
                    <a:pt x="0" y="10"/>
                    <a:pt x="7" y="3"/>
                    <a:pt x="17" y="1"/>
                  </a:cubicBezTo>
                  <a:cubicBezTo>
                    <a:pt x="27" y="0"/>
                    <a:pt x="35" y="5"/>
                    <a:pt x="36" y="12"/>
                  </a:cubicBezTo>
                  <a:cubicBezTo>
                    <a:pt x="37" y="19"/>
                    <a:pt x="30" y="26"/>
                    <a:pt x="20" y="27"/>
                  </a:cubicBezTo>
                  <a:cubicBezTo>
                    <a:pt x="10" y="28"/>
                    <a:pt x="2" y="23"/>
                    <a:pt x="1"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 name="Freeform 513">
              <a:extLst>
                <a:ext uri="{FF2B5EF4-FFF2-40B4-BE49-F238E27FC236}">
                  <a16:creationId xmlns:a16="http://schemas.microsoft.com/office/drawing/2014/main" id="{C5B8266D-57C5-A72E-AAE0-49FA42696614}"/>
                </a:ext>
              </a:extLst>
            </p:cNvPr>
            <p:cNvSpPr>
              <a:spLocks/>
            </p:cNvSpPr>
            <p:nvPr/>
          </p:nvSpPr>
          <p:spPr bwMode="auto">
            <a:xfrm rot="5094805">
              <a:off x="761889" y="5402346"/>
              <a:ext cx="91399" cy="111964"/>
            </a:xfrm>
            <a:custGeom>
              <a:avLst/>
              <a:gdLst>
                <a:gd name="T0" fmla="*/ 21 w 37"/>
                <a:gd name="T1" fmla="*/ 43 h 45"/>
                <a:gd name="T2" fmla="*/ 1 w 37"/>
                <a:gd name="T3" fmla="*/ 26 h 45"/>
                <a:gd name="T4" fmla="*/ 17 w 37"/>
                <a:gd name="T5" fmla="*/ 2 h 45"/>
                <a:gd name="T6" fmla="*/ 36 w 37"/>
                <a:gd name="T7" fmla="*/ 18 h 45"/>
                <a:gd name="T8" fmla="*/ 21 w 37"/>
                <a:gd name="T9" fmla="*/ 43 h 45"/>
              </a:gdLst>
              <a:ahLst/>
              <a:cxnLst>
                <a:cxn ang="0">
                  <a:pos x="T0" y="T1"/>
                </a:cxn>
                <a:cxn ang="0">
                  <a:pos x="T2" y="T3"/>
                </a:cxn>
                <a:cxn ang="0">
                  <a:pos x="T4" y="T5"/>
                </a:cxn>
                <a:cxn ang="0">
                  <a:pos x="T6" y="T7"/>
                </a:cxn>
                <a:cxn ang="0">
                  <a:pos x="T8" y="T9"/>
                </a:cxn>
              </a:cxnLst>
              <a:rect l="0" t="0" r="r" b="b"/>
              <a:pathLst>
                <a:path w="37" h="45">
                  <a:moveTo>
                    <a:pt x="21" y="43"/>
                  </a:moveTo>
                  <a:cubicBezTo>
                    <a:pt x="11" y="45"/>
                    <a:pt x="2" y="37"/>
                    <a:pt x="1" y="26"/>
                  </a:cubicBezTo>
                  <a:cubicBezTo>
                    <a:pt x="0" y="14"/>
                    <a:pt x="7" y="4"/>
                    <a:pt x="17" y="2"/>
                  </a:cubicBezTo>
                  <a:cubicBezTo>
                    <a:pt x="26" y="0"/>
                    <a:pt x="34" y="7"/>
                    <a:pt x="36" y="18"/>
                  </a:cubicBezTo>
                  <a:cubicBezTo>
                    <a:pt x="37" y="30"/>
                    <a:pt x="30" y="41"/>
                    <a:pt x="2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 name="Freeform 514">
              <a:extLst>
                <a:ext uri="{FF2B5EF4-FFF2-40B4-BE49-F238E27FC236}">
                  <a16:creationId xmlns:a16="http://schemas.microsoft.com/office/drawing/2014/main" id="{DF8ABFCB-EF4D-15CE-9BA3-84BE745D7712}"/>
                </a:ext>
              </a:extLst>
            </p:cNvPr>
            <p:cNvSpPr>
              <a:spLocks/>
            </p:cNvSpPr>
            <p:nvPr/>
          </p:nvSpPr>
          <p:spPr bwMode="auto">
            <a:xfrm rot="5094805">
              <a:off x="706074" y="5216796"/>
              <a:ext cx="93684" cy="105109"/>
            </a:xfrm>
            <a:custGeom>
              <a:avLst/>
              <a:gdLst>
                <a:gd name="T0" fmla="*/ 17 w 38"/>
                <a:gd name="T1" fmla="*/ 3 h 43"/>
                <a:gd name="T2" fmla="*/ 37 w 38"/>
                <a:gd name="T3" fmla="*/ 18 h 43"/>
                <a:gd name="T4" fmla="*/ 23 w 38"/>
                <a:gd name="T5" fmla="*/ 40 h 43"/>
                <a:gd name="T6" fmla="*/ 2 w 38"/>
                <a:gd name="T7" fmla="*/ 26 h 43"/>
                <a:gd name="T8" fmla="*/ 17 w 38"/>
                <a:gd name="T9" fmla="*/ 3 h 43"/>
              </a:gdLst>
              <a:ahLst/>
              <a:cxnLst>
                <a:cxn ang="0">
                  <a:pos x="T0" y="T1"/>
                </a:cxn>
                <a:cxn ang="0">
                  <a:pos x="T2" y="T3"/>
                </a:cxn>
                <a:cxn ang="0">
                  <a:pos x="T4" y="T5"/>
                </a:cxn>
                <a:cxn ang="0">
                  <a:pos x="T6" y="T7"/>
                </a:cxn>
                <a:cxn ang="0">
                  <a:pos x="T8" y="T9"/>
                </a:cxn>
              </a:cxnLst>
              <a:rect l="0" t="0" r="r" b="b"/>
              <a:pathLst>
                <a:path w="38" h="43">
                  <a:moveTo>
                    <a:pt x="17" y="3"/>
                  </a:moveTo>
                  <a:cubicBezTo>
                    <a:pt x="27" y="0"/>
                    <a:pt x="36" y="7"/>
                    <a:pt x="37" y="18"/>
                  </a:cubicBezTo>
                  <a:cubicBezTo>
                    <a:pt x="38" y="28"/>
                    <a:pt x="32" y="38"/>
                    <a:pt x="23" y="40"/>
                  </a:cubicBezTo>
                  <a:cubicBezTo>
                    <a:pt x="13" y="43"/>
                    <a:pt x="4" y="36"/>
                    <a:pt x="2" y="26"/>
                  </a:cubicBezTo>
                  <a:cubicBezTo>
                    <a:pt x="0" y="16"/>
                    <a:pt x="7" y="5"/>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 name="Freeform 515">
              <a:extLst>
                <a:ext uri="{FF2B5EF4-FFF2-40B4-BE49-F238E27FC236}">
                  <a16:creationId xmlns:a16="http://schemas.microsoft.com/office/drawing/2014/main" id="{7B219AAB-BCC3-D46F-5E3D-35C688788326}"/>
                </a:ext>
              </a:extLst>
            </p:cNvPr>
            <p:cNvSpPr>
              <a:spLocks/>
            </p:cNvSpPr>
            <p:nvPr/>
          </p:nvSpPr>
          <p:spPr bwMode="auto">
            <a:xfrm rot="5094805">
              <a:off x="655023" y="5035605"/>
              <a:ext cx="91399" cy="93684"/>
            </a:xfrm>
            <a:custGeom>
              <a:avLst/>
              <a:gdLst>
                <a:gd name="T0" fmla="*/ 17 w 37"/>
                <a:gd name="T1" fmla="*/ 2 h 38"/>
                <a:gd name="T2" fmla="*/ 36 w 37"/>
                <a:gd name="T3" fmla="*/ 17 h 38"/>
                <a:gd name="T4" fmla="*/ 21 w 37"/>
                <a:gd name="T5" fmla="*/ 36 h 38"/>
                <a:gd name="T6" fmla="*/ 1 w 37"/>
                <a:gd name="T7" fmla="*/ 22 h 38"/>
                <a:gd name="T8" fmla="*/ 17 w 37"/>
                <a:gd name="T9" fmla="*/ 2 h 38"/>
              </a:gdLst>
              <a:ahLst/>
              <a:cxnLst>
                <a:cxn ang="0">
                  <a:pos x="T0" y="T1"/>
                </a:cxn>
                <a:cxn ang="0">
                  <a:pos x="T2" y="T3"/>
                </a:cxn>
                <a:cxn ang="0">
                  <a:pos x="T4" y="T5"/>
                </a:cxn>
                <a:cxn ang="0">
                  <a:pos x="T6" y="T7"/>
                </a:cxn>
                <a:cxn ang="0">
                  <a:pos x="T8" y="T9"/>
                </a:cxn>
              </a:cxnLst>
              <a:rect l="0" t="0" r="r" b="b"/>
              <a:pathLst>
                <a:path w="37" h="38">
                  <a:moveTo>
                    <a:pt x="17" y="2"/>
                  </a:moveTo>
                  <a:cubicBezTo>
                    <a:pt x="27" y="0"/>
                    <a:pt x="36" y="7"/>
                    <a:pt x="36" y="17"/>
                  </a:cubicBezTo>
                  <a:cubicBezTo>
                    <a:pt x="37" y="26"/>
                    <a:pt x="30" y="35"/>
                    <a:pt x="21" y="36"/>
                  </a:cubicBezTo>
                  <a:cubicBezTo>
                    <a:pt x="11" y="38"/>
                    <a:pt x="2" y="32"/>
                    <a:pt x="1" y="22"/>
                  </a:cubicBezTo>
                  <a:cubicBezTo>
                    <a:pt x="0" y="13"/>
                    <a:pt x="7" y="4"/>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 name="Freeform 516">
              <a:extLst>
                <a:ext uri="{FF2B5EF4-FFF2-40B4-BE49-F238E27FC236}">
                  <a16:creationId xmlns:a16="http://schemas.microsoft.com/office/drawing/2014/main" id="{62083138-E001-57EC-0B19-DD83BF7F2C89}"/>
                </a:ext>
              </a:extLst>
            </p:cNvPr>
            <p:cNvSpPr>
              <a:spLocks/>
            </p:cNvSpPr>
            <p:nvPr/>
          </p:nvSpPr>
          <p:spPr bwMode="auto">
            <a:xfrm rot="5094805">
              <a:off x="601792" y="4854510"/>
              <a:ext cx="91399" cy="84544"/>
            </a:xfrm>
            <a:custGeom>
              <a:avLst/>
              <a:gdLst>
                <a:gd name="T0" fmla="*/ 20 w 37"/>
                <a:gd name="T1" fmla="*/ 32 h 34"/>
                <a:gd name="T2" fmla="*/ 0 w 37"/>
                <a:gd name="T3" fmla="*/ 20 h 34"/>
                <a:gd name="T4" fmla="*/ 17 w 37"/>
                <a:gd name="T5" fmla="*/ 2 h 34"/>
                <a:gd name="T6" fmla="*/ 36 w 37"/>
                <a:gd name="T7" fmla="*/ 14 h 34"/>
                <a:gd name="T8" fmla="*/ 20 w 37"/>
                <a:gd name="T9" fmla="*/ 32 h 34"/>
              </a:gdLst>
              <a:ahLst/>
              <a:cxnLst>
                <a:cxn ang="0">
                  <a:pos x="T0" y="T1"/>
                </a:cxn>
                <a:cxn ang="0">
                  <a:pos x="T2" y="T3"/>
                </a:cxn>
                <a:cxn ang="0">
                  <a:pos x="T4" y="T5"/>
                </a:cxn>
                <a:cxn ang="0">
                  <a:pos x="T6" y="T7"/>
                </a:cxn>
                <a:cxn ang="0">
                  <a:pos x="T8" y="T9"/>
                </a:cxn>
              </a:cxnLst>
              <a:rect l="0" t="0" r="r" b="b"/>
              <a:pathLst>
                <a:path w="37" h="34">
                  <a:moveTo>
                    <a:pt x="20" y="32"/>
                  </a:moveTo>
                  <a:cubicBezTo>
                    <a:pt x="10" y="34"/>
                    <a:pt x="1" y="28"/>
                    <a:pt x="0" y="20"/>
                  </a:cubicBezTo>
                  <a:cubicBezTo>
                    <a:pt x="0" y="11"/>
                    <a:pt x="7" y="3"/>
                    <a:pt x="17" y="2"/>
                  </a:cubicBezTo>
                  <a:cubicBezTo>
                    <a:pt x="26" y="0"/>
                    <a:pt x="34" y="5"/>
                    <a:pt x="36" y="14"/>
                  </a:cubicBezTo>
                  <a:cubicBezTo>
                    <a:pt x="37" y="22"/>
                    <a:pt x="29" y="31"/>
                    <a:pt x="20"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 name="Freeform 517">
              <a:extLst>
                <a:ext uri="{FF2B5EF4-FFF2-40B4-BE49-F238E27FC236}">
                  <a16:creationId xmlns:a16="http://schemas.microsoft.com/office/drawing/2014/main" id="{7D53D39C-2C61-AED7-FFD3-4C154810BABD}"/>
                </a:ext>
              </a:extLst>
            </p:cNvPr>
            <p:cNvSpPr>
              <a:spLocks/>
            </p:cNvSpPr>
            <p:nvPr/>
          </p:nvSpPr>
          <p:spPr bwMode="auto">
            <a:xfrm rot="5094805">
              <a:off x="545775" y="4668969"/>
              <a:ext cx="93684" cy="73119"/>
            </a:xfrm>
            <a:custGeom>
              <a:avLst/>
              <a:gdLst>
                <a:gd name="T0" fmla="*/ 22 w 38"/>
                <a:gd name="T1" fmla="*/ 28 h 30"/>
                <a:gd name="T2" fmla="*/ 2 w 38"/>
                <a:gd name="T3" fmla="*/ 19 h 30"/>
                <a:gd name="T4" fmla="*/ 17 w 38"/>
                <a:gd name="T5" fmla="*/ 2 h 30"/>
                <a:gd name="T6" fmla="*/ 37 w 38"/>
                <a:gd name="T7" fmla="*/ 11 h 30"/>
                <a:gd name="T8" fmla="*/ 22 w 38"/>
                <a:gd name="T9" fmla="*/ 28 h 30"/>
              </a:gdLst>
              <a:ahLst/>
              <a:cxnLst>
                <a:cxn ang="0">
                  <a:pos x="T0" y="T1"/>
                </a:cxn>
                <a:cxn ang="0">
                  <a:pos x="T2" y="T3"/>
                </a:cxn>
                <a:cxn ang="0">
                  <a:pos x="T4" y="T5"/>
                </a:cxn>
                <a:cxn ang="0">
                  <a:pos x="T6" y="T7"/>
                </a:cxn>
                <a:cxn ang="0">
                  <a:pos x="T8" y="T9"/>
                </a:cxn>
              </a:cxnLst>
              <a:rect l="0" t="0" r="r" b="b"/>
              <a:pathLst>
                <a:path w="38" h="30">
                  <a:moveTo>
                    <a:pt x="22" y="28"/>
                  </a:moveTo>
                  <a:cubicBezTo>
                    <a:pt x="12" y="30"/>
                    <a:pt x="3" y="26"/>
                    <a:pt x="2" y="19"/>
                  </a:cubicBezTo>
                  <a:cubicBezTo>
                    <a:pt x="0" y="12"/>
                    <a:pt x="8" y="4"/>
                    <a:pt x="17" y="2"/>
                  </a:cubicBezTo>
                  <a:cubicBezTo>
                    <a:pt x="27" y="0"/>
                    <a:pt x="35" y="4"/>
                    <a:pt x="37" y="11"/>
                  </a:cubicBezTo>
                  <a:cubicBezTo>
                    <a:pt x="38" y="18"/>
                    <a:pt x="32" y="26"/>
                    <a:pt x="22"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 name="Freeform 518">
              <a:extLst>
                <a:ext uri="{FF2B5EF4-FFF2-40B4-BE49-F238E27FC236}">
                  <a16:creationId xmlns:a16="http://schemas.microsoft.com/office/drawing/2014/main" id="{1EE883D7-57EE-710B-2B90-0FD5D6446731}"/>
                </a:ext>
              </a:extLst>
            </p:cNvPr>
            <p:cNvSpPr>
              <a:spLocks/>
            </p:cNvSpPr>
            <p:nvPr/>
          </p:nvSpPr>
          <p:spPr bwMode="auto">
            <a:xfrm rot="5094805">
              <a:off x="491310" y="4486939"/>
              <a:ext cx="91399" cy="63979"/>
            </a:xfrm>
            <a:custGeom>
              <a:avLst/>
              <a:gdLst>
                <a:gd name="T0" fmla="*/ 20 w 37"/>
                <a:gd name="T1" fmla="*/ 24 h 26"/>
                <a:gd name="T2" fmla="*/ 1 w 37"/>
                <a:gd name="T3" fmla="*/ 16 h 26"/>
                <a:gd name="T4" fmla="*/ 17 w 37"/>
                <a:gd name="T5" fmla="*/ 2 h 26"/>
                <a:gd name="T6" fmla="*/ 36 w 37"/>
                <a:gd name="T7" fmla="*/ 9 h 26"/>
                <a:gd name="T8" fmla="*/ 20 w 37"/>
                <a:gd name="T9" fmla="*/ 24 h 26"/>
              </a:gdLst>
              <a:ahLst/>
              <a:cxnLst>
                <a:cxn ang="0">
                  <a:pos x="T0" y="T1"/>
                </a:cxn>
                <a:cxn ang="0">
                  <a:pos x="T2" y="T3"/>
                </a:cxn>
                <a:cxn ang="0">
                  <a:pos x="T4" y="T5"/>
                </a:cxn>
                <a:cxn ang="0">
                  <a:pos x="T6" y="T7"/>
                </a:cxn>
                <a:cxn ang="0">
                  <a:pos x="T8" y="T9"/>
                </a:cxn>
              </a:cxnLst>
              <a:rect l="0" t="0" r="r" b="b"/>
              <a:pathLst>
                <a:path w="37" h="26">
                  <a:moveTo>
                    <a:pt x="20" y="24"/>
                  </a:moveTo>
                  <a:cubicBezTo>
                    <a:pt x="11" y="26"/>
                    <a:pt x="2" y="22"/>
                    <a:pt x="1" y="16"/>
                  </a:cubicBezTo>
                  <a:cubicBezTo>
                    <a:pt x="0" y="10"/>
                    <a:pt x="7" y="4"/>
                    <a:pt x="17" y="2"/>
                  </a:cubicBezTo>
                  <a:cubicBezTo>
                    <a:pt x="27" y="0"/>
                    <a:pt x="35" y="3"/>
                    <a:pt x="36" y="9"/>
                  </a:cubicBezTo>
                  <a:cubicBezTo>
                    <a:pt x="37" y="15"/>
                    <a:pt x="30" y="22"/>
                    <a:pt x="20"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 name="Freeform 519">
              <a:extLst>
                <a:ext uri="{FF2B5EF4-FFF2-40B4-BE49-F238E27FC236}">
                  <a16:creationId xmlns:a16="http://schemas.microsoft.com/office/drawing/2014/main" id="{02D46157-B8AC-CC17-1CF4-0A8ED90816AE}"/>
                </a:ext>
              </a:extLst>
            </p:cNvPr>
            <p:cNvSpPr>
              <a:spLocks/>
            </p:cNvSpPr>
            <p:nvPr/>
          </p:nvSpPr>
          <p:spPr bwMode="auto">
            <a:xfrm rot="5094805">
              <a:off x="431154" y="4304272"/>
              <a:ext cx="89114" cy="57124"/>
            </a:xfrm>
            <a:custGeom>
              <a:avLst/>
              <a:gdLst>
                <a:gd name="T0" fmla="*/ 19 w 36"/>
                <a:gd name="T1" fmla="*/ 21 h 23"/>
                <a:gd name="T2" fmla="*/ 0 w 36"/>
                <a:gd name="T3" fmla="*/ 15 h 23"/>
                <a:gd name="T4" fmla="*/ 17 w 36"/>
                <a:gd name="T5" fmla="*/ 2 h 23"/>
                <a:gd name="T6" fmla="*/ 35 w 36"/>
                <a:gd name="T7" fmla="*/ 7 h 23"/>
                <a:gd name="T8" fmla="*/ 19 w 36"/>
                <a:gd name="T9" fmla="*/ 21 h 23"/>
              </a:gdLst>
              <a:ahLst/>
              <a:cxnLst>
                <a:cxn ang="0">
                  <a:pos x="T0" y="T1"/>
                </a:cxn>
                <a:cxn ang="0">
                  <a:pos x="T2" y="T3"/>
                </a:cxn>
                <a:cxn ang="0">
                  <a:pos x="T4" y="T5"/>
                </a:cxn>
                <a:cxn ang="0">
                  <a:pos x="T6" y="T7"/>
                </a:cxn>
                <a:cxn ang="0">
                  <a:pos x="T8" y="T9"/>
                </a:cxn>
              </a:cxnLst>
              <a:rect l="0" t="0" r="r" b="b"/>
              <a:pathLst>
                <a:path w="36" h="23">
                  <a:moveTo>
                    <a:pt x="19" y="21"/>
                  </a:moveTo>
                  <a:cubicBezTo>
                    <a:pt x="9" y="23"/>
                    <a:pt x="0" y="20"/>
                    <a:pt x="0" y="15"/>
                  </a:cubicBezTo>
                  <a:cubicBezTo>
                    <a:pt x="0" y="10"/>
                    <a:pt x="7" y="4"/>
                    <a:pt x="17" y="2"/>
                  </a:cubicBezTo>
                  <a:cubicBezTo>
                    <a:pt x="27" y="0"/>
                    <a:pt x="35" y="2"/>
                    <a:pt x="35" y="7"/>
                  </a:cubicBezTo>
                  <a:cubicBezTo>
                    <a:pt x="36" y="13"/>
                    <a:pt x="29" y="19"/>
                    <a:pt x="1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 name="Freeform 520">
              <a:extLst>
                <a:ext uri="{FF2B5EF4-FFF2-40B4-BE49-F238E27FC236}">
                  <a16:creationId xmlns:a16="http://schemas.microsoft.com/office/drawing/2014/main" id="{A73C3BD6-FD6C-2D5A-D3FD-735D7A9665A4}"/>
                </a:ext>
              </a:extLst>
            </p:cNvPr>
            <p:cNvSpPr>
              <a:spLocks/>
            </p:cNvSpPr>
            <p:nvPr/>
          </p:nvSpPr>
          <p:spPr bwMode="auto">
            <a:xfrm rot="5094805">
              <a:off x="368617" y="4119427"/>
              <a:ext cx="89114" cy="52554"/>
            </a:xfrm>
            <a:custGeom>
              <a:avLst/>
              <a:gdLst>
                <a:gd name="T0" fmla="*/ 18 w 36"/>
                <a:gd name="T1" fmla="*/ 3 h 21"/>
                <a:gd name="T2" fmla="*/ 36 w 36"/>
                <a:gd name="T3" fmla="*/ 7 h 21"/>
                <a:gd name="T4" fmla="*/ 19 w 36"/>
                <a:gd name="T5" fmla="*/ 18 h 21"/>
                <a:gd name="T6" fmla="*/ 0 w 36"/>
                <a:gd name="T7" fmla="*/ 15 h 21"/>
                <a:gd name="T8" fmla="*/ 18 w 36"/>
                <a:gd name="T9" fmla="*/ 3 h 21"/>
              </a:gdLst>
              <a:ahLst/>
              <a:cxnLst>
                <a:cxn ang="0">
                  <a:pos x="T0" y="T1"/>
                </a:cxn>
                <a:cxn ang="0">
                  <a:pos x="T2" y="T3"/>
                </a:cxn>
                <a:cxn ang="0">
                  <a:pos x="T4" y="T5"/>
                </a:cxn>
                <a:cxn ang="0">
                  <a:pos x="T6" y="T7"/>
                </a:cxn>
                <a:cxn ang="0">
                  <a:pos x="T8" y="T9"/>
                </a:cxn>
              </a:cxnLst>
              <a:rect l="0" t="0" r="r" b="b"/>
              <a:pathLst>
                <a:path w="36" h="21">
                  <a:moveTo>
                    <a:pt x="18" y="3"/>
                  </a:moveTo>
                  <a:cubicBezTo>
                    <a:pt x="28" y="0"/>
                    <a:pt x="36" y="2"/>
                    <a:pt x="36" y="7"/>
                  </a:cubicBezTo>
                  <a:cubicBezTo>
                    <a:pt x="35" y="12"/>
                    <a:pt x="28" y="16"/>
                    <a:pt x="19" y="18"/>
                  </a:cubicBezTo>
                  <a:cubicBezTo>
                    <a:pt x="9" y="21"/>
                    <a:pt x="0" y="19"/>
                    <a:pt x="0" y="15"/>
                  </a:cubicBezTo>
                  <a:cubicBezTo>
                    <a:pt x="0" y="11"/>
                    <a:pt x="8" y="5"/>
                    <a:pt x="1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 name="Freeform 521">
              <a:extLst>
                <a:ext uri="{FF2B5EF4-FFF2-40B4-BE49-F238E27FC236}">
                  <a16:creationId xmlns:a16="http://schemas.microsoft.com/office/drawing/2014/main" id="{4E8181D0-E18E-7719-78AE-55E114B7A35B}"/>
                </a:ext>
              </a:extLst>
            </p:cNvPr>
            <p:cNvSpPr>
              <a:spLocks/>
            </p:cNvSpPr>
            <p:nvPr/>
          </p:nvSpPr>
          <p:spPr bwMode="auto">
            <a:xfrm rot="5094805">
              <a:off x="295627" y="3934157"/>
              <a:ext cx="93684" cy="45700"/>
            </a:xfrm>
            <a:custGeom>
              <a:avLst/>
              <a:gdLst>
                <a:gd name="T0" fmla="*/ 21 w 38"/>
                <a:gd name="T1" fmla="*/ 15 h 18"/>
                <a:gd name="T2" fmla="*/ 1 w 38"/>
                <a:gd name="T3" fmla="*/ 14 h 18"/>
                <a:gd name="T4" fmla="*/ 18 w 38"/>
                <a:gd name="T5" fmla="*/ 3 h 18"/>
                <a:gd name="T6" fmla="*/ 37 w 38"/>
                <a:gd name="T7" fmla="*/ 4 h 18"/>
                <a:gd name="T8" fmla="*/ 21 w 38"/>
                <a:gd name="T9" fmla="*/ 15 h 18"/>
              </a:gdLst>
              <a:ahLst/>
              <a:cxnLst>
                <a:cxn ang="0">
                  <a:pos x="T0" y="T1"/>
                </a:cxn>
                <a:cxn ang="0">
                  <a:pos x="T2" y="T3"/>
                </a:cxn>
                <a:cxn ang="0">
                  <a:pos x="T4" y="T5"/>
                </a:cxn>
                <a:cxn ang="0">
                  <a:pos x="T6" y="T7"/>
                </a:cxn>
                <a:cxn ang="0">
                  <a:pos x="T8" y="T9"/>
                </a:cxn>
              </a:cxnLst>
              <a:rect l="0" t="0" r="r" b="b"/>
              <a:pathLst>
                <a:path w="38" h="18">
                  <a:moveTo>
                    <a:pt x="21" y="15"/>
                  </a:moveTo>
                  <a:cubicBezTo>
                    <a:pt x="11" y="18"/>
                    <a:pt x="2" y="17"/>
                    <a:pt x="1" y="14"/>
                  </a:cubicBezTo>
                  <a:cubicBezTo>
                    <a:pt x="0" y="11"/>
                    <a:pt x="8" y="5"/>
                    <a:pt x="18" y="3"/>
                  </a:cubicBezTo>
                  <a:cubicBezTo>
                    <a:pt x="27" y="0"/>
                    <a:pt x="35" y="0"/>
                    <a:pt x="37" y="4"/>
                  </a:cubicBezTo>
                  <a:cubicBezTo>
                    <a:pt x="38" y="7"/>
                    <a:pt x="31" y="13"/>
                    <a:pt x="2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 name="Freeform 522">
              <a:extLst>
                <a:ext uri="{FF2B5EF4-FFF2-40B4-BE49-F238E27FC236}">
                  <a16:creationId xmlns:a16="http://schemas.microsoft.com/office/drawing/2014/main" id="{6FACA3FD-83FB-8529-8DB8-59C2258E49D1}"/>
                </a:ext>
              </a:extLst>
            </p:cNvPr>
            <p:cNvSpPr>
              <a:spLocks/>
            </p:cNvSpPr>
            <p:nvPr/>
          </p:nvSpPr>
          <p:spPr bwMode="auto">
            <a:xfrm rot="5094805">
              <a:off x="228441" y="3749823"/>
              <a:ext cx="91399" cy="38845"/>
            </a:xfrm>
            <a:custGeom>
              <a:avLst/>
              <a:gdLst>
                <a:gd name="T0" fmla="*/ 18 w 37"/>
                <a:gd name="T1" fmla="*/ 3 h 16"/>
                <a:gd name="T2" fmla="*/ 37 w 37"/>
                <a:gd name="T3" fmla="*/ 4 h 16"/>
                <a:gd name="T4" fmla="*/ 22 w 37"/>
                <a:gd name="T5" fmla="*/ 14 h 16"/>
                <a:gd name="T6" fmla="*/ 2 w 37"/>
                <a:gd name="T7" fmla="*/ 14 h 16"/>
                <a:gd name="T8" fmla="*/ 18 w 37"/>
                <a:gd name="T9" fmla="*/ 3 h 16"/>
              </a:gdLst>
              <a:ahLst/>
              <a:cxnLst>
                <a:cxn ang="0">
                  <a:pos x="T0" y="T1"/>
                </a:cxn>
                <a:cxn ang="0">
                  <a:pos x="T2" y="T3"/>
                </a:cxn>
                <a:cxn ang="0">
                  <a:pos x="T4" y="T5"/>
                </a:cxn>
                <a:cxn ang="0">
                  <a:pos x="T6" y="T7"/>
                </a:cxn>
                <a:cxn ang="0">
                  <a:pos x="T8" y="T9"/>
                </a:cxn>
              </a:cxnLst>
              <a:rect l="0" t="0" r="r" b="b"/>
              <a:pathLst>
                <a:path w="37" h="16">
                  <a:moveTo>
                    <a:pt x="18" y="3"/>
                  </a:moveTo>
                  <a:cubicBezTo>
                    <a:pt x="28" y="0"/>
                    <a:pt x="36" y="1"/>
                    <a:pt x="37" y="4"/>
                  </a:cubicBezTo>
                  <a:cubicBezTo>
                    <a:pt x="37" y="7"/>
                    <a:pt x="31" y="11"/>
                    <a:pt x="22" y="14"/>
                  </a:cubicBezTo>
                  <a:cubicBezTo>
                    <a:pt x="12" y="16"/>
                    <a:pt x="3" y="16"/>
                    <a:pt x="2" y="14"/>
                  </a:cubicBezTo>
                  <a:cubicBezTo>
                    <a:pt x="0" y="11"/>
                    <a:pt x="8" y="6"/>
                    <a:pt x="1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 name="Freeform 523">
              <a:extLst>
                <a:ext uri="{FF2B5EF4-FFF2-40B4-BE49-F238E27FC236}">
                  <a16:creationId xmlns:a16="http://schemas.microsoft.com/office/drawing/2014/main" id="{ACD64061-4672-F300-E34B-433780E46941}"/>
                </a:ext>
              </a:extLst>
            </p:cNvPr>
            <p:cNvSpPr>
              <a:spLocks/>
            </p:cNvSpPr>
            <p:nvPr/>
          </p:nvSpPr>
          <p:spPr bwMode="auto">
            <a:xfrm rot="5094805">
              <a:off x="157003" y="3568064"/>
              <a:ext cx="91399" cy="34275"/>
            </a:xfrm>
            <a:custGeom>
              <a:avLst/>
              <a:gdLst>
                <a:gd name="T0" fmla="*/ 19 w 37"/>
                <a:gd name="T1" fmla="*/ 12 h 14"/>
                <a:gd name="T2" fmla="*/ 1 w 37"/>
                <a:gd name="T3" fmla="*/ 12 h 14"/>
                <a:gd name="T4" fmla="*/ 18 w 37"/>
                <a:gd name="T5" fmla="*/ 2 h 14"/>
                <a:gd name="T6" fmla="*/ 36 w 37"/>
                <a:gd name="T7" fmla="*/ 2 h 14"/>
                <a:gd name="T8" fmla="*/ 19 w 37"/>
                <a:gd name="T9" fmla="*/ 12 h 14"/>
              </a:gdLst>
              <a:ahLst/>
              <a:cxnLst>
                <a:cxn ang="0">
                  <a:pos x="T0" y="T1"/>
                </a:cxn>
                <a:cxn ang="0">
                  <a:pos x="T2" y="T3"/>
                </a:cxn>
                <a:cxn ang="0">
                  <a:pos x="T4" y="T5"/>
                </a:cxn>
                <a:cxn ang="0">
                  <a:pos x="T6" y="T7"/>
                </a:cxn>
                <a:cxn ang="0">
                  <a:pos x="T8" y="T9"/>
                </a:cxn>
              </a:cxnLst>
              <a:rect l="0" t="0" r="r" b="b"/>
              <a:pathLst>
                <a:path w="37" h="14">
                  <a:moveTo>
                    <a:pt x="19" y="12"/>
                  </a:moveTo>
                  <a:cubicBezTo>
                    <a:pt x="10" y="14"/>
                    <a:pt x="1" y="14"/>
                    <a:pt x="1" y="12"/>
                  </a:cubicBezTo>
                  <a:cubicBezTo>
                    <a:pt x="0" y="9"/>
                    <a:pt x="8" y="5"/>
                    <a:pt x="18" y="2"/>
                  </a:cubicBezTo>
                  <a:cubicBezTo>
                    <a:pt x="27" y="0"/>
                    <a:pt x="35" y="0"/>
                    <a:pt x="36" y="2"/>
                  </a:cubicBezTo>
                  <a:cubicBezTo>
                    <a:pt x="37" y="5"/>
                    <a:pt x="29" y="9"/>
                    <a:pt x="1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 name="Freeform 524">
              <a:extLst>
                <a:ext uri="{FF2B5EF4-FFF2-40B4-BE49-F238E27FC236}">
                  <a16:creationId xmlns:a16="http://schemas.microsoft.com/office/drawing/2014/main" id="{9EF43D62-749B-E168-5952-2F0A57B6CCB3}"/>
                </a:ext>
              </a:extLst>
            </p:cNvPr>
            <p:cNvSpPr>
              <a:spLocks/>
            </p:cNvSpPr>
            <p:nvPr/>
          </p:nvSpPr>
          <p:spPr bwMode="auto">
            <a:xfrm rot="5094805">
              <a:off x="88776" y="3382582"/>
              <a:ext cx="91399" cy="31990"/>
            </a:xfrm>
            <a:custGeom>
              <a:avLst/>
              <a:gdLst>
                <a:gd name="T0" fmla="*/ 19 w 37"/>
                <a:gd name="T1" fmla="*/ 11 h 13"/>
                <a:gd name="T2" fmla="*/ 1 w 37"/>
                <a:gd name="T3" fmla="*/ 11 h 13"/>
                <a:gd name="T4" fmla="*/ 18 w 37"/>
                <a:gd name="T5" fmla="*/ 3 h 13"/>
                <a:gd name="T6" fmla="*/ 36 w 37"/>
                <a:gd name="T7" fmla="*/ 2 h 13"/>
                <a:gd name="T8" fmla="*/ 19 w 37"/>
                <a:gd name="T9" fmla="*/ 11 h 13"/>
              </a:gdLst>
              <a:ahLst/>
              <a:cxnLst>
                <a:cxn ang="0">
                  <a:pos x="T0" y="T1"/>
                </a:cxn>
                <a:cxn ang="0">
                  <a:pos x="T2" y="T3"/>
                </a:cxn>
                <a:cxn ang="0">
                  <a:pos x="T4" y="T5"/>
                </a:cxn>
                <a:cxn ang="0">
                  <a:pos x="T6" y="T7"/>
                </a:cxn>
                <a:cxn ang="0">
                  <a:pos x="T8" y="T9"/>
                </a:cxn>
              </a:cxnLst>
              <a:rect l="0" t="0" r="r" b="b"/>
              <a:pathLst>
                <a:path w="37" h="13">
                  <a:moveTo>
                    <a:pt x="19" y="11"/>
                  </a:moveTo>
                  <a:cubicBezTo>
                    <a:pt x="10" y="13"/>
                    <a:pt x="1" y="13"/>
                    <a:pt x="1" y="11"/>
                  </a:cubicBezTo>
                  <a:cubicBezTo>
                    <a:pt x="0" y="9"/>
                    <a:pt x="8" y="5"/>
                    <a:pt x="18" y="3"/>
                  </a:cubicBezTo>
                  <a:cubicBezTo>
                    <a:pt x="28" y="0"/>
                    <a:pt x="35" y="0"/>
                    <a:pt x="36" y="2"/>
                  </a:cubicBezTo>
                  <a:cubicBezTo>
                    <a:pt x="37" y="4"/>
                    <a:pt x="29" y="8"/>
                    <a:pt x="1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 name="Freeform 525">
              <a:extLst>
                <a:ext uri="{FF2B5EF4-FFF2-40B4-BE49-F238E27FC236}">
                  <a16:creationId xmlns:a16="http://schemas.microsoft.com/office/drawing/2014/main" id="{43291BD4-92B6-B90E-B4FC-EE50CBBCE865}"/>
                </a:ext>
              </a:extLst>
            </p:cNvPr>
            <p:cNvSpPr>
              <a:spLocks/>
            </p:cNvSpPr>
            <p:nvPr/>
          </p:nvSpPr>
          <p:spPr bwMode="auto">
            <a:xfrm rot="5094805">
              <a:off x="24898" y="3194420"/>
              <a:ext cx="91399" cy="29705"/>
            </a:xfrm>
            <a:custGeom>
              <a:avLst/>
              <a:gdLst>
                <a:gd name="T0" fmla="*/ 19 w 37"/>
                <a:gd name="T1" fmla="*/ 9 h 12"/>
                <a:gd name="T2" fmla="*/ 1 w 37"/>
                <a:gd name="T3" fmla="*/ 10 h 12"/>
                <a:gd name="T4" fmla="*/ 18 w 37"/>
                <a:gd name="T5" fmla="*/ 3 h 12"/>
                <a:gd name="T6" fmla="*/ 36 w 37"/>
                <a:gd name="T7" fmla="*/ 2 h 12"/>
                <a:gd name="T8" fmla="*/ 19 w 37"/>
                <a:gd name="T9" fmla="*/ 9 h 12"/>
              </a:gdLst>
              <a:ahLst/>
              <a:cxnLst>
                <a:cxn ang="0">
                  <a:pos x="T0" y="T1"/>
                </a:cxn>
                <a:cxn ang="0">
                  <a:pos x="T2" y="T3"/>
                </a:cxn>
                <a:cxn ang="0">
                  <a:pos x="T4" y="T5"/>
                </a:cxn>
                <a:cxn ang="0">
                  <a:pos x="T6" y="T7"/>
                </a:cxn>
                <a:cxn ang="0">
                  <a:pos x="T8" y="T9"/>
                </a:cxn>
              </a:cxnLst>
              <a:rect l="0" t="0" r="r" b="b"/>
              <a:pathLst>
                <a:path w="37" h="12">
                  <a:moveTo>
                    <a:pt x="19" y="9"/>
                  </a:moveTo>
                  <a:cubicBezTo>
                    <a:pt x="10" y="11"/>
                    <a:pt x="1" y="12"/>
                    <a:pt x="1" y="10"/>
                  </a:cubicBezTo>
                  <a:cubicBezTo>
                    <a:pt x="0" y="8"/>
                    <a:pt x="8" y="5"/>
                    <a:pt x="18" y="3"/>
                  </a:cubicBezTo>
                  <a:cubicBezTo>
                    <a:pt x="28" y="0"/>
                    <a:pt x="35" y="0"/>
                    <a:pt x="36" y="2"/>
                  </a:cubicBezTo>
                  <a:cubicBezTo>
                    <a:pt x="37" y="4"/>
                    <a:pt x="29" y="7"/>
                    <a:pt x="1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 name="Freeform 526">
              <a:extLst>
                <a:ext uri="{FF2B5EF4-FFF2-40B4-BE49-F238E27FC236}">
                  <a16:creationId xmlns:a16="http://schemas.microsoft.com/office/drawing/2014/main" id="{166051E6-54BE-D20C-5F81-6E6CF902BDCC}"/>
                </a:ext>
              </a:extLst>
            </p:cNvPr>
            <p:cNvSpPr>
              <a:spLocks/>
            </p:cNvSpPr>
            <p:nvPr/>
          </p:nvSpPr>
          <p:spPr bwMode="auto">
            <a:xfrm rot="5094805">
              <a:off x="-34225" y="3010413"/>
              <a:ext cx="91399" cy="22850"/>
            </a:xfrm>
            <a:custGeom>
              <a:avLst/>
              <a:gdLst>
                <a:gd name="T0" fmla="*/ 19 w 37"/>
                <a:gd name="T1" fmla="*/ 8 h 10"/>
                <a:gd name="T2" fmla="*/ 0 w 37"/>
                <a:gd name="T3" fmla="*/ 8 h 10"/>
                <a:gd name="T4" fmla="*/ 18 w 37"/>
                <a:gd name="T5" fmla="*/ 2 h 10"/>
                <a:gd name="T6" fmla="*/ 36 w 37"/>
                <a:gd name="T7" fmla="*/ 1 h 10"/>
                <a:gd name="T8" fmla="*/ 19 w 37"/>
                <a:gd name="T9" fmla="*/ 8 h 10"/>
              </a:gdLst>
              <a:ahLst/>
              <a:cxnLst>
                <a:cxn ang="0">
                  <a:pos x="T0" y="T1"/>
                </a:cxn>
                <a:cxn ang="0">
                  <a:pos x="T2" y="T3"/>
                </a:cxn>
                <a:cxn ang="0">
                  <a:pos x="T4" y="T5"/>
                </a:cxn>
                <a:cxn ang="0">
                  <a:pos x="T6" y="T7"/>
                </a:cxn>
                <a:cxn ang="0">
                  <a:pos x="T8" y="T9"/>
                </a:cxn>
              </a:cxnLst>
              <a:rect l="0" t="0" r="r" b="b"/>
              <a:pathLst>
                <a:path w="37" h="10">
                  <a:moveTo>
                    <a:pt x="19" y="8"/>
                  </a:moveTo>
                  <a:cubicBezTo>
                    <a:pt x="9" y="10"/>
                    <a:pt x="1" y="10"/>
                    <a:pt x="0" y="8"/>
                  </a:cubicBezTo>
                  <a:cubicBezTo>
                    <a:pt x="0" y="7"/>
                    <a:pt x="8" y="4"/>
                    <a:pt x="18" y="2"/>
                  </a:cubicBezTo>
                  <a:cubicBezTo>
                    <a:pt x="27" y="0"/>
                    <a:pt x="35" y="0"/>
                    <a:pt x="36" y="1"/>
                  </a:cubicBezTo>
                  <a:cubicBezTo>
                    <a:pt x="37" y="3"/>
                    <a:pt x="29" y="6"/>
                    <a:pt x="1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 name="Freeform 562">
              <a:extLst>
                <a:ext uri="{FF2B5EF4-FFF2-40B4-BE49-F238E27FC236}">
                  <a16:creationId xmlns:a16="http://schemas.microsoft.com/office/drawing/2014/main" id="{A79A4DFA-0753-37C7-8B4F-4C4B9CFAAD8D}"/>
                </a:ext>
              </a:extLst>
            </p:cNvPr>
            <p:cNvSpPr>
              <a:spLocks/>
            </p:cNvSpPr>
            <p:nvPr/>
          </p:nvSpPr>
          <p:spPr bwMode="auto">
            <a:xfrm rot="5094805">
              <a:off x="1152123" y="6724346"/>
              <a:ext cx="95969" cy="127959"/>
            </a:xfrm>
            <a:custGeom>
              <a:avLst/>
              <a:gdLst>
                <a:gd name="T0" fmla="*/ 22 w 39"/>
                <a:gd name="T1" fmla="*/ 50 h 52"/>
                <a:gd name="T2" fmla="*/ 1 w 39"/>
                <a:gd name="T3" fmla="*/ 30 h 52"/>
                <a:gd name="T4" fmla="*/ 17 w 39"/>
                <a:gd name="T5" fmla="*/ 2 h 52"/>
                <a:gd name="T6" fmla="*/ 37 w 39"/>
                <a:gd name="T7" fmla="*/ 21 h 52"/>
                <a:gd name="T8" fmla="*/ 22 w 39"/>
                <a:gd name="T9" fmla="*/ 50 h 52"/>
              </a:gdLst>
              <a:ahLst/>
              <a:cxnLst>
                <a:cxn ang="0">
                  <a:pos x="T0" y="T1"/>
                </a:cxn>
                <a:cxn ang="0">
                  <a:pos x="T2" y="T3"/>
                </a:cxn>
                <a:cxn ang="0">
                  <a:pos x="T4" y="T5"/>
                </a:cxn>
                <a:cxn ang="0">
                  <a:pos x="T6" y="T7"/>
                </a:cxn>
                <a:cxn ang="0">
                  <a:pos x="T8" y="T9"/>
                </a:cxn>
              </a:cxnLst>
              <a:rect l="0" t="0" r="r" b="b"/>
              <a:pathLst>
                <a:path w="39" h="52">
                  <a:moveTo>
                    <a:pt x="22" y="50"/>
                  </a:moveTo>
                  <a:cubicBezTo>
                    <a:pt x="12" y="52"/>
                    <a:pt x="2" y="43"/>
                    <a:pt x="1" y="30"/>
                  </a:cubicBezTo>
                  <a:cubicBezTo>
                    <a:pt x="0" y="17"/>
                    <a:pt x="7" y="4"/>
                    <a:pt x="17" y="2"/>
                  </a:cubicBezTo>
                  <a:cubicBezTo>
                    <a:pt x="27" y="0"/>
                    <a:pt x="36" y="8"/>
                    <a:pt x="37" y="21"/>
                  </a:cubicBezTo>
                  <a:cubicBezTo>
                    <a:pt x="39" y="34"/>
                    <a:pt x="32" y="47"/>
                    <a:pt x="22"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 name="Freeform 563">
              <a:extLst>
                <a:ext uri="{FF2B5EF4-FFF2-40B4-BE49-F238E27FC236}">
                  <a16:creationId xmlns:a16="http://schemas.microsoft.com/office/drawing/2014/main" id="{ABAD7A16-F979-893E-69C6-E77F99833CFB}"/>
                </a:ext>
              </a:extLst>
            </p:cNvPr>
            <p:cNvSpPr>
              <a:spLocks/>
            </p:cNvSpPr>
            <p:nvPr/>
          </p:nvSpPr>
          <p:spPr bwMode="auto">
            <a:xfrm rot="5094805">
              <a:off x="1091255" y="6527900"/>
              <a:ext cx="95969" cy="132529"/>
            </a:xfrm>
            <a:custGeom>
              <a:avLst/>
              <a:gdLst>
                <a:gd name="T0" fmla="*/ 17 w 39"/>
                <a:gd name="T1" fmla="*/ 2 h 54"/>
                <a:gd name="T2" fmla="*/ 37 w 39"/>
                <a:gd name="T3" fmla="*/ 23 h 54"/>
                <a:gd name="T4" fmla="*/ 23 w 39"/>
                <a:gd name="T5" fmla="*/ 51 h 54"/>
                <a:gd name="T6" fmla="*/ 2 w 39"/>
                <a:gd name="T7" fmla="*/ 31 h 54"/>
                <a:gd name="T8" fmla="*/ 17 w 39"/>
                <a:gd name="T9" fmla="*/ 2 h 54"/>
              </a:gdLst>
              <a:ahLst/>
              <a:cxnLst>
                <a:cxn ang="0">
                  <a:pos x="T0" y="T1"/>
                </a:cxn>
                <a:cxn ang="0">
                  <a:pos x="T2" y="T3"/>
                </a:cxn>
                <a:cxn ang="0">
                  <a:pos x="T4" y="T5"/>
                </a:cxn>
                <a:cxn ang="0">
                  <a:pos x="T6" y="T7"/>
                </a:cxn>
                <a:cxn ang="0">
                  <a:pos x="T8" y="T9"/>
                </a:cxn>
              </a:cxnLst>
              <a:rect l="0" t="0" r="r" b="b"/>
              <a:pathLst>
                <a:path w="39" h="54">
                  <a:moveTo>
                    <a:pt x="17" y="2"/>
                  </a:moveTo>
                  <a:cubicBezTo>
                    <a:pt x="27" y="0"/>
                    <a:pt x="36" y="9"/>
                    <a:pt x="37" y="23"/>
                  </a:cubicBezTo>
                  <a:cubicBezTo>
                    <a:pt x="39" y="36"/>
                    <a:pt x="32" y="48"/>
                    <a:pt x="23" y="51"/>
                  </a:cubicBezTo>
                  <a:cubicBezTo>
                    <a:pt x="13" y="54"/>
                    <a:pt x="4" y="45"/>
                    <a:pt x="2" y="31"/>
                  </a:cubicBezTo>
                  <a:cubicBezTo>
                    <a:pt x="0" y="18"/>
                    <a:pt x="7" y="5"/>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 name="Freeform 564">
              <a:extLst>
                <a:ext uri="{FF2B5EF4-FFF2-40B4-BE49-F238E27FC236}">
                  <a16:creationId xmlns:a16="http://schemas.microsoft.com/office/drawing/2014/main" id="{54D25ECB-A185-452C-DD78-111249C66F24}"/>
                </a:ext>
              </a:extLst>
            </p:cNvPr>
            <p:cNvSpPr>
              <a:spLocks/>
            </p:cNvSpPr>
            <p:nvPr/>
          </p:nvSpPr>
          <p:spPr bwMode="auto">
            <a:xfrm rot="5094805">
              <a:off x="1043309" y="6338320"/>
              <a:ext cx="95969" cy="130244"/>
            </a:xfrm>
            <a:custGeom>
              <a:avLst/>
              <a:gdLst>
                <a:gd name="T0" fmla="*/ 22 w 39"/>
                <a:gd name="T1" fmla="*/ 52 h 53"/>
                <a:gd name="T2" fmla="*/ 1 w 39"/>
                <a:gd name="T3" fmla="*/ 28 h 53"/>
                <a:gd name="T4" fmla="*/ 18 w 39"/>
                <a:gd name="T5" fmla="*/ 1 h 53"/>
                <a:gd name="T6" fmla="*/ 37 w 39"/>
                <a:gd name="T7" fmla="*/ 23 h 53"/>
                <a:gd name="T8" fmla="*/ 22 w 39"/>
                <a:gd name="T9" fmla="*/ 52 h 53"/>
              </a:gdLst>
              <a:ahLst/>
              <a:cxnLst>
                <a:cxn ang="0">
                  <a:pos x="T0" y="T1"/>
                </a:cxn>
                <a:cxn ang="0">
                  <a:pos x="T2" y="T3"/>
                </a:cxn>
                <a:cxn ang="0">
                  <a:pos x="T4" y="T5"/>
                </a:cxn>
                <a:cxn ang="0">
                  <a:pos x="T6" y="T7"/>
                </a:cxn>
                <a:cxn ang="0">
                  <a:pos x="T8" y="T9"/>
                </a:cxn>
              </a:cxnLst>
              <a:rect l="0" t="0" r="r" b="b"/>
              <a:pathLst>
                <a:path w="39" h="53">
                  <a:moveTo>
                    <a:pt x="22" y="52"/>
                  </a:moveTo>
                  <a:cubicBezTo>
                    <a:pt x="12" y="53"/>
                    <a:pt x="2" y="42"/>
                    <a:pt x="1" y="28"/>
                  </a:cubicBezTo>
                  <a:cubicBezTo>
                    <a:pt x="0" y="14"/>
                    <a:pt x="7" y="2"/>
                    <a:pt x="18" y="1"/>
                  </a:cubicBezTo>
                  <a:cubicBezTo>
                    <a:pt x="27" y="0"/>
                    <a:pt x="35" y="10"/>
                    <a:pt x="37" y="23"/>
                  </a:cubicBezTo>
                  <a:cubicBezTo>
                    <a:pt x="39" y="37"/>
                    <a:pt x="32" y="50"/>
                    <a:pt x="2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 name="Freeform 565">
              <a:extLst>
                <a:ext uri="{FF2B5EF4-FFF2-40B4-BE49-F238E27FC236}">
                  <a16:creationId xmlns:a16="http://schemas.microsoft.com/office/drawing/2014/main" id="{E659DE40-8563-EB77-BF7E-DD3835BF9B13}"/>
                </a:ext>
              </a:extLst>
            </p:cNvPr>
            <p:cNvSpPr>
              <a:spLocks/>
            </p:cNvSpPr>
            <p:nvPr/>
          </p:nvSpPr>
          <p:spPr bwMode="auto">
            <a:xfrm rot="5094805">
              <a:off x="995372" y="6146657"/>
              <a:ext cx="91399" cy="132529"/>
            </a:xfrm>
            <a:custGeom>
              <a:avLst/>
              <a:gdLst>
                <a:gd name="T0" fmla="*/ 17 w 37"/>
                <a:gd name="T1" fmla="*/ 2 h 54"/>
                <a:gd name="T2" fmla="*/ 36 w 37"/>
                <a:gd name="T3" fmla="*/ 24 h 54"/>
                <a:gd name="T4" fmla="*/ 21 w 37"/>
                <a:gd name="T5" fmla="*/ 52 h 54"/>
                <a:gd name="T6" fmla="*/ 1 w 37"/>
                <a:gd name="T7" fmla="*/ 30 h 54"/>
                <a:gd name="T8" fmla="*/ 17 w 37"/>
                <a:gd name="T9" fmla="*/ 2 h 54"/>
              </a:gdLst>
              <a:ahLst/>
              <a:cxnLst>
                <a:cxn ang="0">
                  <a:pos x="T0" y="T1"/>
                </a:cxn>
                <a:cxn ang="0">
                  <a:pos x="T2" y="T3"/>
                </a:cxn>
                <a:cxn ang="0">
                  <a:pos x="T4" y="T5"/>
                </a:cxn>
                <a:cxn ang="0">
                  <a:pos x="T6" y="T7"/>
                </a:cxn>
                <a:cxn ang="0">
                  <a:pos x="T8" y="T9"/>
                </a:cxn>
              </a:cxnLst>
              <a:rect l="0" t="0" r="r" b="b"/>
              <a:pathLst>
                <a:path w="37" h="54">
                  <a:moveTo>
                    <a:pt x="17" y="2"/>
                  </a:moveTo>
                  <a:cubicBezTo>
                    <a:pt x="27" y="0"/>
                    <a:pt x="36" y="10"/>
                    <a:pt x="36" y="24"/>
                  </a:cubicBezTo>
                  <a:cubicBezTo>
                    <a:pt x="37" y="38"/>
                    <a:pt x="30" y="50"/>
                    <a:pt x="21" y="52"/>
                  </a:cubicBezTo>
                  <a:cubicBezTo>
                    <a:pt x="11" y="54"/>
                    <a:pt x="2" y="44"/>
                    <a:pt x="1" y="30"/>
                  </a:cubicBezTo>
                  <a:cubicBezTo>
                    <a:pt x="0" y="16"/>
                    <a:pt x="7" y="4"/>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 name="Freeform 566">
              <a:extLst>
                <a:ext uri="{FF2B5EF4-FFF2-40B4-BE49-F238E27FC236}">
                  <a16:creationId xmlns:a16="http://schemas.microsoft.com/office/drawing/2014/main" id="{448622B0-358F-8672-6AFA-55EC787F0073}"/>
                </a:ext>
              </a:extLst>
            </p:cNvPr>
            <p:cNvSpPr>
              <a:spLocks/>
            </p:cNvSpPr>
            <p:nvPr/>
          </p:nvSpPr>
          <p:spPr bwMode="auto">
            <a:xfrm rot="5094805">
              <a:off x="934909" y="5959333"/>
              <a:ext cx="91399" cy="127959"/>
            </a:xfrm>
            <a:custGeom>
              <a:avLst/>
              <a:gdLst>
                <a:gd name="T0" fmla="*/ 20 w 37"/>
                <a:gd name="T1" fmla="*/ 51 h 52"/>
                <a:gd name="T2" fmla="*/ 0 w 37"/>
                <a:gd name="T3" fmla="*/ 29 h 52"/>
                <a:gd name="T4" fmla="*/ 17 w 37"/>
                <a:gd name="T5" fmla="*/ 1 h 52"/>
                <a:gd name="T6" fmla="*/ 36 w 37"/>
                <a:gd name="T7" fmla="*/ 22 h 52"/>
                <a:gd name="T8" fmla="*/ 20 w 37"/>
                <a:gd name="T9" fmla="*/ 51 h 52"/>
              </a:gdLst>
              <a:ahLst/>
              <a:cxnLst>
                <a:cxn ang="0">
                  <a:pos x="T0" y="T1"/>
                </a:cxn>
                <a:cxn ang="0">
                  <a:pos x="T2" y="T3"/>
                </a:cxn>
                <a:cxn ang="0">
                  <a:pos x="T4" y="T5"/>
                </a:cxn>
                <a:cxn ang="0">
                  <a:pos x="T6" y="T7"/>
                </a:cxn>
                <a:cxn ang="0">
                  <a:pos x="T8" y="T9"/>
                </a:cxn>
              </a:cxnLst>
              <a:rect l="0" t="0" r="r" b="b"/>
              <a:pathLst>
                <a:path w="37" h="52">
                  <a:moveTo>
                    <a:pt x="20" y="51"/>
                  </a:moveTo>
                  <a:cubicBezTo>
                    <a:pt x="10" y="52"/>
                    <a:pt x="1" y="42"/>
                    <a:pt x="0" y="29"/>
                  </a:cubicBezTo>
                  <a:cubicBezTo>
                    <a:pt x="0" y="15"/>
                    <a:pt x="7" y="3"/>
                    <a:pt x="17" y="1"/>
                  </a:cubicBezTo>
                  <a:cubicBezTo>
                    <a:pt x="27" y="0"/>
                    <a:pt x="35" y="9"/>
                    <a:pt x="36" y="22"/>
                  </a:cubicBezTo>
                  <a:cubicBezTo>
                    <a:pt x="37" y="36"/>
                    <a:pt x="30" y="49"/>
                    <a:pt x="20"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 name="Freeform 567">
              <a:extLst>
                <a:ext uri="{FF2B5EF4-FFF2-40B4-BE49-F238E27FC236}">
                  <a16:creationId xmlns:a16="http://schemas.microsoft.com/office/drawing/2014/main" id="{7C75B87E-285D-6683-AEF7-28C7AB97D014}"/>
                </a:ext>
              </a:extLst>
            </p:cNvPr>
            <p:cNvSpPr>
              <a:spLocks/>
            </p:cNvSpPr>
            <p:nvPr/>
          </p:nvSpPr>
          <p:spPr bwMode="auto">
            <a:xfrm rot="5094805">
              <a:off x="872266" y="5772105"/>
              <a:ext cx="93684" cy="125674"/>
            </a:xfrm>
            <a:custGeom>
              <a:avLst/>
              <a:gdLst>
                <a:gd name="T0" fmla="*/ 22 w 38"/>
                <a:gd name="T1" fmla="*/ 49 h 51"/>
                <a:gd name="T2" fmla="*/ 1 w 38"/>
                <a:gd name="T3" fmla="*/ 29 h 51"/>
                <a:gd name="T4" fmla="*/ 17 w 38"/>
                <a:gd name="T5" fmla="*/ 2 h 51"/>
                <a:gd name="T6" fmla="*/ 37 w 38"/>
                <a:gd name="T7" fmla="*/ 20 h 51"/>
                <a:gd name="T8" fmla="*/ 22 w 38"/>
                <a:gd name="T9" fmla="*/ 49 h 51"/>
              </a:gdLst>
              <a:ahLst/>
              <a:cxnLst>
                <a:cxn ang="0">
                  <a:pos x="T0" y="T1"/>
                </a:cxn>
                <a:cxn ang="0">
                  <a:pos x="T2" y="T3"/>
                </a:cxn>
                <a:cxn ang="0">
                  <a:pos x="T4" y="T5"/>
                </a:cxn>
                <a:cxn ang="0">
                  <a:pos x="T6" y="T7"/>
                </a:cxn>
                <a:cxn ang="0">
                  <a:pos x="T8" y="T9"/>
                </a:cxn>
              </a:cxnLst>
              <a:rect l="0" t="0" r="r" b="b"/>
              <a:pathLst>
                <a:path w="38" h="51">
                  <a:moveTo>
                    <a:pt x="22" y="49"/>
                  </a:moveTo>
                  <a:cubicBezTo>
                    <a:pt x="12" y="51"/>
                    <a:pt x="3" y="42"/>
                    <a:pt x="1" y="29"/>
                  </a:cubicBezTo>
                  <a:cubicBezTo>
                    <a:pt x="0" y="16"/>
                    <a:pt x="7" y="4"/>
                    <a:pt x="17" y="2"/>
                  </a:cubicBezTo>
                  <a:cubicBezTo>
                    <a:pt x="27" y="0"/>
                    <a:pt x="35" y="8"/>
                    <a:pt x="37" y="20"/>
                  </a:cubicBezTo>
                  <a:cubicBezTo>
                    <a:pt x="38" y="34"/>
                    <a:pt x="32" y="47"/>
                    <a:pt x="22"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 name="Freeform 568">
              <a:extLst>
                <a:ext uri="{FF2B5EF4-FFF2-40B4-BE49-F238E27FC236}">
                  <a16:creationId xmlns:a16="http://schemas.microsoft.com/office/drawing/2014/main" id="{BD851DC5-D599-D7A7-2D4A-5D38FAF4C634}"/>
                </a:ext>
              </a:extLst>
            </p:cNvPr>
            <p:cNvSpPr>
              <a:spLocks/>
            </p:cNvSpPr>
            <p:nvPr/>
          </p:nvSpPr>
          <p:spPr bwMode="auto">
            <a:xfrm rot="5094805">
              <a:off x="815419" y="5585611"/>
              <a:ext cx="93684" cy="123389"/>
            </a:xfrm>
            <a:custGeom>
              <a:avLst/>
              <a:gdLst>
                <a:gd name="T0" fmla="*/ 16 w 38"/>
                <a:gd name="T1" fmla="*/ 3 h 50"/>
                <a:gd name="T2" fmla="*/ 37 w 38"/>
                <a:gd name="T3" fmla="*/ 21 h 50"/>
                <a:gd name="T4" fmla="*/ 23 w 38"/>
                <a:gd name="T5" fmla="*/ 47 h 50"/>
                <a:gd name="T6" fmla="*/ 2 w 38"/>
                <a:gd name="T7" fmla="*/ 30 h 50"/>
                <a:gd name="T8" fmla="*/ 16 w 38"/>
                <a:gd name="T9" fmla="*/ 3 h 50"/>
              </a:gdLst>
              <a:ahLst/>
              <a:cxnLst>
                <a:cxn ang="0">
                  <a:pos x="T0" y="T1"/>
                </a:cxn>
                <a:cxn ang="0">
                  <a:pos x="T2" y="T3"/>
                </a:cxn>
                <a:cxn ang="0">
                  <a:pos x="T4" y="T5"/>
                </a:cxn>
                <a:cxn ang="0">
                  <a:pos x="T6" y="T7"/>
                </a:cxn>
                <a:cxn ang="0">
                  <a:pos x="T8" y="T9"/>
                </a:cxn>
              </a:cxnLst>
              <a:rect l="0" t="0" r="r" b="b"/>
              <a:pathLst>
                <a:path w="38" h="50">
                  <a:moveTo>
                    <a:pt x="16" y="3"/>
                  </a:moveTo>
                  <a:cubicBezTo>
                    <a:pt x="26" y="0"/>
                    <a:pt x="35" y="8"/>
                    <a:pt x="37" y="21"/>
                  </a:cubicBezTo>
                  <a:cubicBezTo>
                    <a:pt x="38" y="32"/>
                    <a:pt x="32" y="44"/>
                    <a:pt x="23" y="47"/>
                  </a:cubicBezTo>
                  <a:cubicBezTo>
                    <a:pt x="13" y="50"/>
                    <a:pt x="4" y="42"/>
                    <a:pt x="2" y="30"/>
                  </a:cubicBezTo>
                  <a:cubicBezTo>
                    <a:pt x="0" y="18"/>
                    <a:pt x="7" y="5"/>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 name="Freeform 570">
              <a:extLst>
                <a:ext uri="{FF2B5EF4-FFF2-40B4-BE49-F238E27FC236}">
                  <a16:creationId xmlns:a16="http://schemas.microsoft.com/office/drawing/2014/main" id="{A66836E4-71A1-C44D-CF08-045F6B4BD233}"/>
                </a:ext>
              </a:extLst>
            </p:cNvPr>
            <p:cNvSpPr>
              <a:spLocks/>
            </p:cNvSpPr>
            <p:nvPr/>
          </p:nvSpPr>
          <p:spPr bwMode="auto">
            <a:xfrm rot="5094805">
              <a:off x="717098" y="4923500"/>
              <a:ext cx="89114" cy="89114"/>
            </a:xfrm>
            <a:custGeom>
              <a:avLst/>
              <a:gdLst>
                <a:gd name="T0" fmla="*/ 20 w 36"/>
                <a:gd name="T1" fmla="*/ 34 h 36"/>
                <a:gd name="T2" fmla="*/ 2 w 36"/>
                <a:gd name="T3" fmla="*/ 23 h 36"/>
                <a:gd name="T4" fmla="*/ 17 w 36"/>
                <a:gd name="T5" fmla="*/ 3 h 36"/>
                <a:gd name="T6" fmla="*/ 36 w 36"/>
                <a:gd name="T7" fmla="*/ 15 h 36"/>
                <a:gd name="T8" fmla="*/ 20 w 36"/>
                <a:gd name="T9" fmla="*/ 34 h 36"/>
              </a:gdLst>
              <a:ahLst/>
              <a:cxnLst>
                <a:cxn ang="0">
                  <a:pos x="T0" y="T1"/>
                </a:cxn>
                <a:cxn ang="0">
                  <a:pos x="T2" y="T3"/>
                </a:cxn>
                <a:cxn ang="0">
                  <a:pos x="T4" y="T5"/>
                </a:cxn>
                <a:cxn ang="0">
                  <a:pos x="T6" y="T7"/>
                </a:cxn>
                <a:cxn ang="0">
                  <a:pos x="T8" y="T9"/>
                </a:cxn>
              </a:cxnLst>
              <a:rect l="0" t="0" r="r" b="b"/>
              <a:pathLst>
                <a:path w="36" h="36">
                  <a:moveTo>
                    <a:pt x="20" y="34"/>
                  </a:moveTo>
                  <a:cubicBezTo>
                    <a:pt x="11" y="36"/>
                    <a:pt x="3" y="32"/>
                    <a:pt x="2" y="23"/>
                  </a:cubicBezTo>
                  <a:cubicBezTo>
                    <a:pt x="0" y="15"/>
                    <a:pt x="7" y="5"/>
                    <a:pt x="17" y="3"/>
                  </a:cubicBezTo>
                  <a:cubicBezTo>
                    <a:pt x="26" y="0"/>
                    <a:pt x="35" y="6"/>
                    <a:pt x="36" y="15"/>
                  </a:cubicBezTo>
                  <a:cubicBezTo>
                    <a:pt x="36" y="24"/>
                    <a:pt x="29" y="32"/>
                    <a:pt x="2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 name="Freeform 571">
              <a:extLst>
                <a:ext uri="{FF2B5EF4-FFF2-40B4-BE49-F238E27FC236}">
                  <a16:creationId xmlns:a16="http://schemas.microsoft.com/office/drawing/2014/main" id="{F728055D-73E3-018D-F5E2-C0D8D6C24DCF}"/>
                </a:ext>
              </a:extLst>
            </p:cNvPr>
            <p:cNvSpPr>
              <a:spLocks/>
            </p:cNvSpPr>
            <p:nvPr/>
          </p:nvSpPr>
          <p:spPr bwMode="auto">
            <a:xfrm rot="5094805">
              <a:off x="653528" y="4744565"/>
              <a:ext cx="86829" cy="75404"/>
            </a:xfrm>
            <a:custGeom>
              <a:avLst/>
              <a:gdLst>
                <a:gd name="T0" fmla="*/ 17 w 35"/>
                <a:gd name="T1" fmla="*/ 30 h 31"/>
                <a:gd name="T2" fmla="*/ 1 w 35"/>
                <a:gd name="T3" fmla="*/ 18 h 31"/>
                <a:gd name="T4" fmla="*/ 18 w 35"/>
                <a:gd name="T5" fmla="*/ 2 h 31"/>
                <a:gd name="T6" fmla="*/ 35 w 35"/>
                <a:gd name="T7" fmla="*/ 13 h 31"/>
                <a:gd name="T8" fmla="*/ 17 w 35"/>
                <a:gd name="T9" fmla="*/ 30 h 31"/>
              </a:gdLst>
              <a:ahLst/>
              <a:cxnLst>
                <a:cxn ang="0">
                  <a:pos x="T0" y="T1"/>
                </a:cxn>
                <a:cxn ang="0">
                  <a:pos x="T2" y="T3"/>
                </a:cxn>
                <a:cxn ang="0">
                  <a:pos x="T4" y="T5"/>
                </a:cxn>
                <a:cxn ang="0">
                  <a:pos x="T6" y="T7"/>
                </a:cxn>
                <a:cxn ang="0">
                  <a:pos x="T8" y="T9"/>
                </a:cxn>
              </a:cxnLst>
              <a:rect l="0" t="0" r="r" b="b"/>
              <a:pathLst>
                <a:path w="35" h="31">
                  <a:moveTo>
                    <a:pt x="17" y="30"/>
                  </a:moveTo>
                  <a:cubicBezTo>
                    <a:pt x="8" y="31"/>
                    <a:pt x="0" y="26"/>
                    <a:pt x="1" y="18"/>
                  </a:cubicBezTo>
                  <a:cubicBezTo>
                    <a:pt x="1" y="10"/>
                    <a:pt x="9" y="3"/>
                    <a:pt x="18" y="2"/>
                  </a:cubicBezTo>
                  <a:cubicBezTo>
                    <a:pt x="27" y="0"/>
                    <a:pt x="35" y="5"/>
                    <a:pt x="35" y="13"/>
                  </a:cubicBezTo>
                  <a:cubicBezTo>
                    <a:pt x="35" y="21"/>
                    <a:pt x="27" y="29"/>
                    <a:pt x="1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 name="Freeform 572">
              <a:extLst>
                <a:ext uri="{FF2B5EF4-FFF2-40B4-BE49-F238E27FC236}">
                  <a16:creationId xmlns:a16="http://schemas.microsoft.com/office/drawing/2014/main" id="{AD8BA771-741B-CAF1-9799-7C97D4D6FE24}"/>
                </a:ext>
              </a:extLst>
            </p:cNvPr>
            <p:cNvSpPr>
              <a:spLocks/>
            </p:cNvSpPr>
            <p:nvPr/>
          </p:nvSpPr>
          <p:spPr bwMode="auto">
            <a:xfrm rot="5094805">
              <a:off x="586536" y="4560019"/>
              <a:ext cx="89114" cy="73119"/>
            </a:xfrm>
            <a:custGeom>
              <a:avLst/>
              <a:gdLst>
                <a:gd name="T0" fmla="*/ 20 w 36"/>
                <a:gd name="T1" fmla="*/ 27 h 29"/>
                <a:gd name="T2" fmla="*/ 1 w 36"/>
                <a:gd name="T3" fmla="*/ 20 h 29"/>
                <a:gd name="T4" fmla="*/ 17 w 36"/>
                <a:gd name="T5" fmla="*/ 3 h 29"/>
                <a:gd name="T6" fmla="*/ 36 w 36"/>
                <a:gd name="T7" fmla="*/ 11 h 29"/>
                <a:gd name="T8" fmla="*/ 20 w 36"/>
                <a:gd name="T9" fmla="*/ 27 h 29"/>
              </a:gdLst>
              <a:ahLst/>
              <a:cxnLst>
                <a:cxn ang="0">
                  <a:pos x="T0" y="T1"/>
                </a:cxn>
                <a:cxn ang="0">
                  <a:pos x="T2" y="T3"/>
                </a:cxn>
                <a:cxn ang="0">
                  <a:pos x="T4" y="T5"/>
                </a:cxn>
                <a:cxn ang="0">
                  <a:pos x="T6" y="T7"/>
                </a:cxn>
                <a:cxn ang="0">
                  <a:pos x="T8" y="T9"/>
                </a:cxn>
              </a:cxnLst>
              <a:rect l="0" t="0" r="r" b="b"/>
              <a:pathLst>
                <a:path w="36" h="29">
                  <a:moveTo>
                    <a:pt x="20" y="27"/>
                  </a:moveTo>
                  <a:cubicBezTo>
                    <a:pt x="10" y="29"/>
                    <a:pt x="3" y="26"/>
                    <a:pt x="1" y="20"/>
                  </a:cubicBezTo>
                  <a:cubicBezTo>
                    <a:pt x="0" y="13"/>
                    <a:pt x="7" y="5"/>
                    <a:pt x="17" y="3"/>
                  </a:cubicBezTo>
                  <a:cubicBezTo>
                    <a:pt x="26" y="0"/>
                    <a:pt x="35" y="4"/>
                    <a:pt x="36" y="11"/>
                  </a:cubicBezTo>
                  <a:cubicBezTo>
                    <a:pt x="36" y="18"/>
                    <a:pt x="29" y="24"/>
                    <a:pt x="2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 name="Freeform 573">
              <a:extLst>
                <a:ext uri="{FF2B5EF4-FFF2-40B4-BE49-F238E27FC236}">
                  <a16:creationId xmlns:a16="http://schemas.microsoft.com/office/drawing/2014/main" id="{461EA005-3112-4A86-52FE-9C6E9D537E4B}"/>
                </a:ext>
              </a:extLst>
            </p:cNvPr>
            <p:cNvSpPr>
              <a:spLocks/>
            </p:cNvSpPr>
            <p:nvPr/>
          </p:nvSpPr>
          <p:spPr bwMode="auto">
            <a:xfrm rot="5094805">
              <a:off x="519553" y="4380246"/>
              <a:ext cx="86829" cy="61694"/>
            </a:xfrm>
            <a:custGeom>
              <a:avLst/>
              <a:gdLst>
                <a:gd name="T0" fmla="*/ 1 w 35"/>
                <a:gd name="T1" fmla="*/ 17 h 25"/>
                <a:gd name="T2" fmla="*/ 16 w 35"/>
                <a:gd name="T3" fmla="*/ 2 h 25"/>
                <a:gd name="T4" fmla="*/ 35 w 35"/>
                <a:gd name="T5" fmla="*/ 8 h 25"/>
                <a:gd name="T6" fmla="*/ 18 w 35"/>
                <a:gd name="T7" fmla="*/ 23 h 25"/>
                <a:gd name="T8" fmla="*/ 1 w 35"/>
                <a:gd name="T9" fmla="*/ 17 h 25"/>
              </a:gdLst>
              <a:ahLst/>
              <a:cxnLst>
                <a:cxn ang="0">
                  <a:pos x="T0" y="T1"/>
                </a:cxn>
                <a:cxn ang="0">
                  <a:pos x="T2" y="T3"/>
                </a:cxn>
                <a:cxn ang="0">
                  <a:pos x="T4" y="T5"/>
                </a:cxn>
                <a:cxn ang="0">
                  <a:pos x="T6" y="T7"/>
                </a:cxn>
                <a:cxn ang="0">
                  <a:pos x="T8" y="T9"/>
                </a:cxn>
              </a:cxnLst>
              <a:rect l="0" t="0" r="r" b="b"/>
              <a:pathLst>
                <a:path w="35" h="25">
                  <a:moveTo>
                    <a:pt x="1" y="17"/>
                  </a:moveTo>
                  <a:cubicBezTo>
                    <a:pt x="0" y="12"/>
                    <a:pt x="7" y="5"/>
                    <a:pt x="16" y="2"/>
                  </a:cubicBezTo>
                  <a:cubicBezTo>
                    <a:pt x="25" y="0"/>
                    <a:pt x="34" y="2"/>
                    <a:pt x="35" y="8"/>
                  </a:cubicBezTo>
                  <a:cubicBezTo>
                    <a:pt x="35" y="14"/>
                    <a:pt x="28" y="21"/>
                    <a:pt x="18" y="23"/>
                  </a:cubicBezTo>
                  <a:cubicBezTo>
                    <a:pt x="8" y="25"/>
                    <a:pt x="1" y="22"/>
                    <a:pt x="1"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 name="Freeform 574">
              <a:extLst>
                <a:ext uri="{FF2B5EF4-FFF2-40B4-BE49-F238E27FC236}">
                  <a16:creationId xmlns:a16="http://schemas.microsoft.com/office/drawing/2014/main" id="{DF718347-701B-F20A-1B8D-49A5F1A588F3}"/>
                </a:ext>
              </a:extLst>
            </p:cNvPr>
            <p:cNvSpPr>
              <a:spLocks/>
            </p:cNvSpPr>
            <p:nvPr/>
          </p:nvSpPr>
          <p:spPr bwMode="auto">
            <a:xfrm rot="5094805">
              <a:off x="447912" y="4196211"/>
              <a:ext cx="86829" cy="57124"/>
            </a:xfrm>
            <a:custGeom>
              <a:avLst/>
              <a:gdLst>
                <a:gd name="T0" fmla="*/ 20 w 36"/>
                <a:gd name="T1" fmla="*/ 20 h 23"/>
                <a:gd name="T2" fmla="*/ 1 w 36"/>
                <a:gd name="T3" fmla="*/ 17 h 23"/>
                <a:gd name="T4" fmla="*/ 16 w 36"/>
                <a:gd name="T5" fmla="*/ 3 h 23"/>
                <a:gd name="T6" fmla="*/ 35 w 36"/>
                <a:gd name="T7" fmla="*/ 7 h 23"/>
                <a:gd name="T8" fmla="*/ 20 w 36"/>
                <a:gd name="T9" fmla="*/ 20 h 23"/>
              </a:gdLst>
              <a:ahLst/>
              <a:cxnLst>
                <a:cxn ang="0">
                  <a:pos x="T0" y="T1"/>
                </a:cxn>
                <a:cxn ang="0">
                  <a:pos x="T2" y="T3"/>
                </a:cxn>
                <a:cxn ang="0">
                  <a:pos x="T4" y="T5"/>
                </a:cxn>
                <a:cxn ang="0">
                  <a:pos x="T6" y="T7"/>
                </a:cxn>
                <a:cxn ang="0">
                  <a:pos x="T8" y="T9"/>
                </a:cxn>
              </a:cxnLst>
              <a:rect l="0" t="0" r="r" b="b"/>
              <a:pathLst>
                <a:path w="36" h="23">
                  <a:moveTo>
                    <a:pt x="20" y="20"/>
                  </a:moveTo>
                  <a:cubicBezTo>
                    <a:pt x="10" y="23"/>
                    <a:pt x="2" y="21"/>
                    <a:pt x="1" y="17"/>
                  </a:cubicBezTo>
                  <a:cubicBezTo>
                    <a:pt x="0" y="13"/>
                    <a:pt x="7" y="6"/>
                    <a:pt x="16" y="3"/>
                  </a:cubicBezTo>
                  <a:cubicBezTo>
                    <a:pt x="26" y="0"/>
                    <a:pt x="35" y="2"/>
                    <a:pt x="35" y="7"/>
                  </a:cubicBezTo>
                  <a:cubicBezTo>
                    <a:pt x="36" y="12"/>
                    <a:pt x="29" y="18"/>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 name="Freeform 575">
              <a:extLst>
                <a:ext uri="{FF2B5EF4-FFF2-40B4-BE49-F238E27FC236}">
                  <a16:creationId xmlns:a16="http://schemas.microsoft.com/office/drawing/2014/main" id="{7C83EE74-FB24-BB90-0661-D27682418596}"/>
                </a:ext>
              </a:extLst>
            </p:cNvPr>
            <p:cNvSpPr>
              <a:spLocks/>
            </p:cNvSpPr>
            <p:nvPr/>
          </p:nvSpPr>
          <p:spPr bwMode="auto">
            <a:xfrm rot="5094805">
              <a:off x="370476" y="4013728"/>
              <a:ext cx="89114" cy="47985"/>
            </a:xfrm>
            <a:custGeom>
              <a:avLst/>
              <a:gdLst>
                <a:gd name="T0" fmla="*/ 20 w 36"/>
                <a:gd name="T1" fmla="*/ 17 h 19"/>
                <a:gd name="T2" fmla="*/ 1 w 36"/>
                <a:gd name="T3" fmla="*/ 15 h 19"/>
                <a:gd name="T4" fmla="*/ 17 w 36"/>
                <a:gd name="T5" fmla="*/ 3 h 19"/>
                <a:gd name="T6" fmla="*/ 36 w 36"/>
                <a:gd name="T7" fmla="*/ 5 h 19"/>
                <a:gd name="T8" fmla="*/ 20 w 36"/>
                <a:gd name="T9" fmla="*/ 17 h 19"/>
              </a:gdLst>
              <a:ahLst/>
              <a:cxnLst>
                <a:cxn ang="0">
                  <a:pos x="T0" y="T1"/>
                </a:cxn>
                <a:cxn ang="0">
                  <a:pos x="T2" y="T3"/>
                </a:cxn>
                <a:cxn ang="0">
                  <a:pos x="T4" y="T5"/>
                </a:cxn>
                <a:cxn ang="0">
                  <a:pos x="T6" y="T7"/>
                </a:cxn>
                <a:cxn ang="0">
                  <a:pos x="T8" y="T9"/>
                </a:cxn>
              </a:cxnLst>
              <a:rect l="0" t="0" r="r" b="b"/>
              <a:pathLst>
                <a:path w="36" h="19">
                  <a:moveTo>
                    <a:pt x="20" y="17"/>
                  </a:moveTo>
                  <a:cubicBezTo>
                    <a:pt x="10" y="19"/>
                    <a:pt x="2" y="19"/>
                    <a:pt x="1" y="15"/>
                  </a:cubicBezTo>
                  <a:cubicBezTo>
                    <a:pt x="0" y="12"/>
                    <a:pt x="7" y="6"/>
                    <a:pt x="17" y="3"/>
                  </a:cubicBezTo>
                  <a:cubicBezTo>
                    <a:pt x="27" y="0"/>
                    <a:pt x="35" y="1"/>
                    <a:pt x="36" y="5"/>
                  </a:cubicBezTo>
                  <a:cubicBezTo>
                    <a:pt x="36" y="9"/>
                    <a:pt x="29" y="14"/>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 name="Freeform 576">
              <a:extLst>
                <a:ext uri="{FF2B5EF4-FFF2-40B4-BE49-F238E27FC236}">
                  <a16:creationId xmlns:a16="http://schemas.microsoft.com/office/drawing/2014/main" id="{0D3C708F-F46F-58A1-5B16-43EF80B413D5}"/>
                </a:ext>
              </a:extLst>
            </p:cNvPr>
            <p:cNvSpPr>
              <a:spLocks/>
            </p:cNvSpPr>
            <p:nvPr/>
          </p:nvSpPr>
          <p:spPr bwMode="auto">
            <a:xfrm rot="5094805">
              <a:off x="294380" y="3832277"/>
              <a:ext cx="91399" cy="41130"/>
            </a:xfrm>
            <a:custGeom>
              <a:avLst/>
              <a:gdLst>
                <a:gd name="T0" fmla="*/ 21 w 37"/>
                <a:gd name="T1" fmla="*/ 14 h 17"/>
                <a:gd name="T2" fmla="*/ 2 w 37"/>
                <a:gd name="T3" fmla="*/ 14 h 17"/>
                <a:gd name="T4" fmla="*/ 16 w 37"/>
                <a:gd name="T5" fmla="*/ 3 h 17"/>
                <a:gd name="T6" fmla="*/ 36 w 37"/>
                <a:gd name="T7" fmla="*/ 3 h 17"/>
                <a:gd name="T8" fmla="*/ 21 w 37"/>
                <a:gd name="T9" fmla="*/ 14 h 17"/>
              </a:gdLst>
              <a:ahLst/>
              <a:cxnLst>
                <a:cxn ang="0">
                  <a:pos x="T0" y="T1"/>
                </a:cxn>
                <a:cxn ang="0">
                  <a:pos x="T2" y="T3"/>
                </a:cxn>
                <a:cxn ang="0">
                  <a:pos x="T4" y="T5"/>
                </a:cxn>
                <a:cxn ang="0">
                  <a:pos x="T6" y="T7"/>
                </a:cxn>
                <a:cxn ang="0">
                  <a:pos x="T8" y="T9"/>
                </a:cxn>
              </a:cxnLst>
              <a:rect l="0" t="0" r="r" b="b"/>
              <a:pathLst>
                <a:path w="37" h="17">
                  <a:moveTo>
                    <a:pt x="21" y="14"/>
                  </a:moveTo>
                  <a:cubicBezTo>
                    <a:pt x="12" y="17"/>
                    <a:pt x="3" y="17"/>
                    <a:pt x="2" y="14"/>
                  </a:cubicBezTo>
                  <a:cubicBezTo>
                    <a:pt x="0" y="11"/>
                    <a:pt x="7" y="6"/>
                    <a:pt x="16" y="3"/>
                  </a:cubicBezTo>
                  <a:cubicBezTo>
                    <a:pt x="26" y="0"/>
                    <a:pt x="35" y="0"/>
                    <a:pt x="36" y="3"/>
                  </a:cubicBezTo>
                  <a:cubicBezTo>
                    <a:pt x="37" y="7"/>
                    <a:pt x="30" y="11"/>
                    <a:pt x="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 name="Freeform 577">
              <a:extLst>
                <a:ext uri="{FF2B5EF4-FFF2-40B4-BE49-F238E27FC236}">
                  <a16:creationId xmlns:a16="http://schemas.microsoft.com/office/drawing/2014/main" id="{F54D33BA-6D0F-463A-C344-5944FEEEE346}"/>
                </a:ext>
              </a:extLst>
            </p:cNvPr>
            <p:cNvSpPr>
              <a:spLocks/>
            </p:cNvSpPr>
            <p:nvPr/>
          </p:nvSpPr>
          <p:spPr bwMode="auto">
            <a:xfrm rot="5094805">
              <a:off x="221610" y="3647404"/>
              <a:ext cx="86829" cy="38845"/>
            </a:xfrm>
            <a:custGeom>
              <a:avLst/>
              <a:gdLst>
                <a:gd name="T0" fmla="*/ 19 w 35"/>
                <a:gd name="T1" fmla="*/ 13 h 16"/>
                <a:gd name="T2" fmla="*/ 1 w 35"/>
                <a:gd name="T3" fmla="*/ 14 h 16"/>
                <a:gd name="T4" fmla="*/ 17 w 35"/>
                <a:gd name="T5" fmla="*/ 3 h 16"/>
                <a:gd name="T6" fmla="*/ 35 w 35"/>
                <a:gd name="T7" fmla="*/ 4 h 16"/>
                <a:gd name="T8" fmla="*/ 19 w 35"/>
                <a:gd name="T9" fmla="*/ 13 h 16"/>
              </a:gdLst>
              <a:ahLst/>
              <a:cxnLst>
                <a:cxn ang="0">
                  <a:pos x="T0" y="T1"/>
                </a:cxn>
                <a:cxn ang="0">
                  <a:pos x="T2" y="T3"/>
                </a:cxn>
                <a:cxn ang="0">
                  <a:pos x="T4" y="T5"/>
                </a:cxn>
                <a:cxn ang="0">
                  <a:pos x="T6" y="T7"/>
                </a:cxn>
                <a:cxn ang="0">
                  <a:pos x="T8" y="T9"/>
                </a:cxn>
              </a:cxnLst>
              <a:rect l="0" t="0" r="r" b="b"/>
              <a:pathLst>
                <a:path w="35" h="16">
                  <a:moveTo>
                    <a:pt x="19" y="13"/>
                  </a:moveTo>
                  <a:cubicBezTo>
                    <a:pt x="10" y="16"/>
                    <a:pt x="2" y="16"/>
                    <a:pt x="1" y="14"/>
                  </a:cubicBezTo>
                  <a:cubicBezTo>
                    <a:pt x="0" y="11"/>
                    <a:pt x="7" y="6"/>
                    <a:pt x="17" y="3"/>
                  </a:cubicBezTo>
                  <a:cubicBezTo>
                    <a:pt x="26" y="0"/>
                    <a:pt x="35" y="1"/>
                    <a:pt x="35" y="4"/>
                  </a:cubicBezTo>
                  <a:cubicBezTo>
                    <a:pt x="35" y="6"/>
                    <a:pt x="28" y="11"/>
                    <a:pt x="1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 name="Freeform 578">
              <a:extLst>
                <a:ext uri="{FF2B5EF4-FFF2-40B4-BE49-F238E27FC236}">
                  <a16:creationId xmlns:a16="http://schemas.microsoft.com/office/drawing/2014/main" id="{6F9EA151-0625-E627-281F-2E1B2B1C5207}"/>
                </a:ext>
              </a:extLst>
            </p:cNvPr>
            <p:cNvSpPr>
              <a:spLocks/>
            </p:cNvSpPr>
            <p:nvPr/>
          </p:nvSpPr>
          <p:spPr bwMode="auto">
            <a:xfrm rot="5094805">
              <a:off x="146449" y="3462433"/>
              <a:ext cx="89114" cy="34275"/>
            </a:xfrm>
            <a:custGeom>
              <a:avLst/>
              <a:gdLst>
                <a:gd name="T0" fmla="*/ 20 w 36"/>
                <a:gd name="T1" fmla="*/ 11 h 14"/>
                <a:gd name="T2" fmla="*/ 1 w 36"/>
                <a:gd name="T3" fmla="*/ 12 h 14"/>
                <a:gd name="T4" fmla="*/ 16 w 36"/>
                <a:gd name="T5" fmla="*/ 3 h 14"/>
                <a:gd name="T6" fmla="*/ 35 w 36"/>
                <a:gd name="T7" fmla="*/ 2 h 14"/>
                <a:gd name="T8" fmla="*/ 20 w 36"/>
                <a:gd name="T9" fmla="*/ 11 h 14"/>
              </a:gdLst>
              <a:ahLst/>
              <a:cxnLst>
                <a:cxn ang="0">
                  <a:pos x="T0" y="T1"/>
                </a:cxn>
                <a:cxn ang="0">
                  <a:pos x="T2" y="T3"/>
                </a:cxn>
                <a:cxn ang="0">
                  <a:pos x="T4" y="T5"/>
                </a:cxn>
                <a:cxn ang="0">
                  <a:pos x="T6" y="T7"/>
                </a:cxn>
                <a:cxn ang="0">
                  <a:pos x="T8" y="T9"/>
                </a:cxn>
              </a:cxnLst>
              <a:rect l="0" t="0" r="r" b="b"/>
              <a:pathLst>
                <a:path w="36" h="14">
                  <a:moveTo>
                    <a:pt x="20" y="11"/>
                  </a:moveTo>
                  <a:cubicBezTo>
                    <a:pt x="10" y="14"/>
                    <a:pt x="2" y="14"/>
                    <a:pt x="1" y="12"/>
                  </a:cubicBezTo>
                  <a:cubicBezTo>
                    <a:pt x="0" y="10"/>
                    <a:pt x="7" y="6"/>
                    <a:pt x="16" y="3"/>
                  </a:cubicBezTo>
                  <a:cubicBezTo>
                    <a:pt x="26" y="0"/>
                    <a:pt x="35" y="0"/>
                    <a:pt x="35" y="2"/>
                  </a:cubicBezTo>
                  <a:cubicBezTo>
                    <a:pt x="36" y="5"/>
                    <a:pt x="29" y="9"/>
                    <a:pt x="2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 name="Freeform 579">
              <a:extLst>
                <a:ext uri="{FF2B5EF4-FFF2-40B4-BE49-F238E27FC236}">
                  <a16:creationId xmlns:a16="http://schemas.microsoft.com/office/drawing/2014/main" id="{EFF686B4-11FA-83E2-BF70-90F278185C1A}"/>
                </a:ext>
              </a:extLst>
            </p:cNvPr>
            <p:cNvSpPr>
              <a:spLocks/>
            </p:cNvSpPr>
            <p:nvPr/>
          </p:nvSpPr>
          <p:spPr bwMode="auto">
            <a:xfrm rot="5094805">
              <a:off x="75946" y="3277154"/>
              <a:ext cx="89114" cy="31990"/>
            </a:xfrm>
            <a:custGeom>
              <a:avLst/>
              <a:gdLst>
                <a:gd name="T0" fmla="*/ 20 w 36"/>
                <a:gd name="T1" fmla="*/ 10 h 13"/>
                <a:gd name="T2" fmla="*/ 1 w 36"/>
                <a:gd name="T3" fmla="*/ 11 h 13"/>
                <a:gd name="T4" fmla="*/ 16 w 36"/>
                <a:gd name="T5" fmla="*/ 3 h 13"/>
                <a:gd name="T6" fmla="*/ 35 w 36"/>
                <a:gd name="T7" fmla="*/ 2 h 13"/>
                <a:gd name="T8" fmla="*/ 20 w 36"/>
                <a:gd name="T9" fmla="*/ 10 h 13"/>
              </a:gdLst>
              <a:ahLst/>
              <a:cxnLst>
                <a:cxn ang="0">
                  <a:pos x="T0" y="T1"/>
                </a:cxn>
                <a:cxn ang="0">
                  <a:pos x="T2" y="T3"/>
                </a:cxn>
                <a:cxn ang="0">
                  <a:pos x="T4" y="T5"/>
                </a:cxn>
                <a:cxn ang="0">
                  <a:pos x="T6" y="T7"/>
                </a:cxn>
                <a:cxn ang="0">
                  <a:pos x="T8" y="T9"/>
                </a:cxn>
              </a:cxnLst>
              <a:rect l="0" t="0" r="r" b="b"/>
              <a:pathLst>
                <a:path w="36" h="13">
                  <a:moveTo>
                    <a:pt x="20" y="10"/>
                  </a:moveTo>
                  <a:cubicBezTo>
                    <a:pt x="10" y="13"/>
                    <a:pt x="2" y="13"/>
                    <a:pt x="1" y="11"/>
                  </a:cubicBezTo>
                  <a:cubicBezTo>
                    <a:pt x="0" y="10"/>
                    <a:pt x="7" y="6"/>
                    <a:pt x="16" y="3"/>
                  </a:cubicBezTo>
                  <a:cubicBezTo>
                    <a:pt x="26" y="1"/>
                    <a:pt x="35" y="0"/>
                    <a:pt x="35" y="2"/>
                  </a:cubicBezTo>
                  <a:cubicBezTo>
                    <a:pt x="36" y="4"/>
                    <a:pt x="29" y="8"/>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 name="Freeform 580">
              <a:extLst>
                <a:ext uri="{FF2B5EF4-FFF2-40B4-BE49-F238E27FC236}">
                  <a16:creationId xmlns:a16="http://schemas.microsoft.com/office/drawing/2014/main" id="{DF662A21-DDEF-FB55-E452-7C2F8D9496EB}"/>
                </a:ext>
              </a:extLst>
            </p:cNvPr>
            <p:cNvSpPr>
              <a:spLocks/>
            </p:cNvSpPr>
            <p:nvPr/>
          </p:nvSpPr>
          <p:spPr bwMode="auto">
            <a:xfrm rot="5094805">
              <a:off x="12271" y="3091268"/>
              <a:ext cx="89114" cy="29705"/>
            </a:xfrm>
            <a:custGeom>
              <a:avLst/>
              <a:gdLst>
                <a:gd name="T0" fmla="*/ 19 w 36"/>
                <a:gd name="T1" fmla="*/ 9 h 12"/>
                <a:gd name="T2" fmla="*/ 1 w 36"/>
                <a:gd name="T3" fmla="*/ 10 h 12"/>
                <a:gd name="T4" fmla="*/ 17 w 36"/>
                <a:gd name="T5" fmla="*/ 3 h 12"/>
                <a:gd name="T6" fmla="*/ 35 w 36"/>
                <a:gd name="T7" fmla="*/ 2 h 12"/>
                <a:gd name="T8" fmla="*/ 19 w 36"/>
                <a:gd name="T9" fmla="*/ 9 h 12"/>
              </a:gdLst>
              <a:ahLst/>
              <a:cxnLst>
                <a:cxn ang="0">
                  <a:pos x="T0" y="T1"/>
                </a:cxn>
                <a:cxn ang="0">
                  <a:pos x="T2" y="T3"/>
                </a:cxn>
                <a:cxn ang="0">
                  <a:pos x="T4" y="T5"/>
                </a:cxn>
                <a:cxn ang="0">
                  <a:pos x="T6" y="T7"/>
                </a:cxn>
                <a:cxn ang="0">
                  <a:pos x="T8" y="T9"/>
                </a:cxn>
              </a:cxnLst>
              <a:rect l="0" t="0" r="r" b="b"/>
              <a:pathLst>
                <a:path w="36" h="12">
                  <a:moveTo>
                    <a:pt x="19" y="9"/>
                  </a:moveTo>
                  <a:cubicBezTo>
                    <a:pt x="10" y="11"/>
                    <a:pt x="2" y="12"/>
                    <a:pt x="1" y="10"/>
                  </a:cubicBezTo>
                  <a:cubicBezTo>
                    <a:pt x="0" y="8"/>
                    <a:pt x="7" y="5"/>
                    <a:pt x="17" y="3"/>
                  </a:cubicBezTo>
                  <a:cubicBezTo>
                    <a:pt x="26" y="1"/>
                    <a:pt x="35" y="0"/>
                    <a:pt x="35" y="2"/>
                  </a:cubicBezTo>
                  <a:cubicBezTo>
                    <a:pt x="36" y="4"/>
                    <a:pt x="29" y="7"/>
                    <a:pt x="1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 name="Freeform 581">
              <a:extLst>
                <a:ext uri="{FF2B5EF4-FFF2-40B4-BE49-F238E27FC236}">
                  <a16:creationId xmlns:a16="http://schemas.microsoft.com/office/drawing/2014/main" id="{25C53DB8-7450-DC48-600D-E8166187E275}"/>
                </a:ext>
              </a:extLst>
            </p:cNvPr>
            <p:cNvSpPr>
              <a:spLocks/>
            </p:cNvSpPr>
            <p:nvPr/>
          </p:nvSpPr>
          <p:spPr bwMode="auto">
            <a:xfrm rot="5094805">
              <a:off x="-43631" y="2906026"/>
              <a:ext cx="84544" cy="20565"/>
            </a:xfrm>
            <a:custGeom>
              <a:avLst/>
              <a:gdLst>
                <a:gd name="T0" fmla="*/ 19 w 35"/>
                <a:gd name="T1" fmla="*/ 7 h 9"/>
                <a:gd name="T2" fmla="*/ 1 w 35"/>
                <a:gd name="T3" fmla="*/ 8 h 9"/>
                <a:gd name="T4" fmla="*/ 17 w 35"/>
                <a:gd name="T5" fmla="*/ 1 h 9"/>
                <a:gd name="T6" fmla="*/ 35 w 35"/>
                <a:gd name="T7" fmla="*/ 1 h 9"/>
                <a:gd name="T8" fmla="*/ 19 w 35"/>
                <a:gd name="T9" fmla="*/ 7 h 9"/>
              </a:gdLst>
              <a:ahLst/>
              <a:cxnLst>
                <a:cxn ang="0">
                  <a:pos x="T0" y="T1"/>
                </a:cxn>
                <a:cxn ang="0">
                  <a:pos x="T2" y="T3"/>
                </a:cxn>
                <a:cxn ang="0">
                  <a:pos x="T4" y="T5"/>
                </a:cxn>
                <a:cxn ang="0">
                  <a:pos x="T6" y="T7"/>
                </a:cxn>
                <a:cxn ang="0">
                  <a:pos x="T8" y="T9"/>
                </a:cxn>
              </a:cxnLst>
              <a:rect l="0" t="0" r="r" b="b"/>
              <a:pathLst>
                <a:path w="35" h="9">
                  <a:moveTo>
                    <a:pt x="19" y="7"/>
                  </a:moveTo>
                  <a:cubicBezTo>
                    <a:pt x="9" y="9"/>
                    <a:pt x="2" y="9"/>
                    <a:pt x="1" y="8"/>
                  </a:cubicBezTo>
                  <a:cubicBezTo>
                    <a:pt x="0" y="6"/>
                    <a:pt x="7" y="3"/>
                    <a:pt x="17" y="1"/>
                  </a:cubicBezTo>
                  <a:cubicBezTo>
                    <a:pt x="26" y="0"/>
                    <a:pt x="35" y="0"/>
                    <a:pt x="35" y="1"/>
                  </a:cubicBezTo>
                  <a:cubicBezTo>
                    <a:pt x="35" y="3"/>
                    <a:pt x="28" y="6"/>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 name="Freeform 613">
              <a:extLst>
                <a:ext uri="{FF2B5EF4-FFF2-40B4-BE49-F238E27FC236}">
                  <a16:creationId xmlns:a16="http://schemas.microsoft.com/office/drawing/2014/main" id="{5D354CFC-9C75-814D-E0A4-701C38D3A360}"/>
                </a:ext>
              </a:extLst>
            </p:cNvPr>
            <p:cNvSpPr>
              <a:spLocks/>
            </p:cNvSpPr>
            <p:nvPr/>
          </p:nvSpPr>
          <p:spPr bwMode="auto">
            <a:xfrm rot="5094805">
              <a:off x="780975" y="5109378"/>
              <a:ext cx="89114" cy="95969"/>
            </a:xfrm>
            <a:custGeom>
              <a:avLst/>
              <a:gdLst>
                <a:gd name="T0" fmla="*/ 19 w 36"/>
                <a:gd name="T1" fmla="*/ 37 h 39"/>
                <a:gd name="T2" fmla="*/ 1 w 36"/>
                <a:gd name="T3" fmla="*/ 24 h 39"/>
                <a:gd name="T4" fmla="*/ 17 w 36"/>
                <a:gd name="T5" fmla="*/ 2 h 39"/>
                <a:gd name="T6" fmla="*/ 35 w 36"/>
                <a:gd name="T7" fmla="*/ 16 h 39"/>
                <a:gd name="T8" fmla="*/ 19 w 36"/>
                <a:gd name="T9" fmla="*/ 37 h 39"/>
              </a:gdLst>
              <a:ahLst/>
              <a:cxnLst>
                <a:cxn ang="0">
                  <a:pos x="T0" y="T1"/>
                </a:cxn>
                <a:cxn ang="0">
                  <a:pos x="T2" y="T3"/>
                </a:cxn>
                <a:cxn ang="0">
                  <a:pos x="T4" y="T5"/>
                </a:cxn>
                <a:cxn ang="0">
                  <a:pos x="T6" y="T7"/>
                </a:cxn>
                <a:cxn ang="0">
                  <a:pos x="T8" y="T9"/>
                </a:cxn>
              </a:cxnLst>
              <a:rect l="0" t="0" r="r" b="b"/>
              <a:pathLst>
                <a:path w="36" h="39">
                  <a:moveTo>
                    <a:pt x="19" y="37"/>
                  </a:moveTo>
                  <a:cubicBezTo>
                    <a:pt x="10" y="39"/>
                    <a:pt x="2" y="33"/>
                    <a:pt x="1" y="24"/>
                  </a:cubicBezTo>
                  <a:cubicBezTo>
                    <a:pt x="0" y="14"/>
                    <a:pt x="7" y="4"/>
                    <a:pt x="17" y="2"/>
                  </a:cubicBezTo>
                  <a:cubicBezTo>
                    <a:pt x="26" y="0"/>
                    <a:pt x="34" y="6"/>
                    <a:pt x="35" y="16"/>
                  </a:cubicBezTo>
                  <a:cubicBezTo>
                    <a:pt x="36" y="26"/>
                    <a:pt x="29" y="36"/>
                    <a:pt x="19"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 name="Freeform 614">
              <a:extLst>
                <a:ext uri="{FF2B5EF4-FFF2-40B4-BE49-F238E27FC236}">
                  <a16:creationId xmlns:a16="http://schemas.microsoft.com/office/drawing/2014/main" id="{7D0B48B4-F607-CBED-6B2B-2BA1B4CA776D}"/>
                </a:ext>
              </a:extLst>
            </p:cNvPr>
            <p:cNvSpPr>
              <a:spLocks/>
            </p:cNvSpPr>
            <p:nvPr/>
          </p:nvSpPr>
          <p:spPr bwMode="auto">
            <a:xfrm rot="5094805">
              <a:off x="842268" y="5290801"/>
              <a:ext cx="91399" cy="105109"/>
            </a:xfrm>
            <a:custGeom>
              <a:avLst/>
              <a:gdLst>
                <a:gd name="T0" fmla="*/ 20 w 37"/>
                <a:gd name="T1" fmla="*/ 41 h 43"/>
                <a:gd name="T2" fmla="*/ 2 w 37"/>
                <a:gd name="T3" fmla="*/ 26 h 43"/>
                <a:gd name="T4" fmla="*/ 17 w 37"/>
                <a:gd name="T5" fmla="*/ 2 h 43"/>
                <a:gd name="T6" fmla="*/ 36 w 37"/>
                <a:gd name="T7" fmla="*/ 19 h 43"/>
                <a:gd name="T8" fmla="*/ 20 w 37"/>
                <a:gd name="T9" fmla="*/ 41 h 43"/>
              </a:gdLst>
              <a:ahLst/>
              <a:cxnLst>
                <a:cxn ang="0">
                  <a:pos x="T0" y="T1"/>
                </a:cxn>
                <a:cxn ang="0">
                  <a:pos x="T2" y="T3"/>
                </a:cxn>
                <a:cxn ang="0">
                  <a:pos x="T4" y="T5"/>
                </a:cxn>
                <a:cxn ang="0">
                  <a:pos x="T6" y="T7"/>
                </a:cxn>
                <a:cxn ang="0">
                  <a:pos x="T8" y="T9"/>
                </a:cxn>
              </a:cxnLst>
              <a:rect l="0" t="0" r="r" b="b"/>
              <a:pathLst>
                <a:path w="37" h="43">
                  <a:moveTo>
                    <a:pt x="20" y="41"/>
                  </a:moveTo>
                  <a:cubicBezTo>
                    <a:pt x="11" y="43"/>
                    <a:pt x="3" y="37"/>
                    <a:pt x="2" y="26"/>
                  </a:cubicBezTo>
                  <a:cubicBezTo>
                    <a:pt x="0" y="16"/>
                    <a:pt x="8" y="5"/>
                    <a:pt x="17" y="2"/>
                  </a:cubicBezTo>
                  <a:cubicBezTo>
                    <a:pt x="27" y="0"/>
                    <a:pt x="36" y="8"/>
                    <a:pt x="36" y="19"/>
                  </a:cubicBezTo>
                  <a:cubicBezTo>
                    <a:pt x="37" y="29"/>
                    <a:pt x="30" y="39"/>
                    <a:pt x="20"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 name="Freeform 615">
              <a:extLst>
                <a:ext uri="{FF2B5EF4-FFF2-40B4-BE49-F238E27FC236}">
                  <a16:creationId xmlns:a16="http://schemas.microsoft.com/office/drawing/2014/main" id="{E6B8108B-8AEF-9190-2C4A-7773EEE87F9C}"/>
                </a:ext>
              </a:extLst>
            </p:cNvPr>
            <p:cNvSpPr>
              <a:spLocks/>
            </p:cNvSpPr>
            <p:nvPr/>
          </p:nvSpPr>
          <p:spPr bwMode="auto">
            <a:xfrm rot="5094805">
              <a:off x="905943" y="5474402"/>
              <a:ext cx="91399" cy="111964"/>
            </a:xfrm>
            <a:custGeom>
              <a:avLst/>
              <a:gdLst>
                <a:gd name="T0" fmla="*/ 20 w 37"/>
                <a:gd name="T1" fmla="*/ 44 h 45"/>
                <a:gd name="T2" fmla="*/ 2 w 37"/>
                <a:gd name="T3" fmla="*/ 27 h 45"/>
                <a:gd name="T4" fmla="*/ 17 w 37"/>
                <a:gd name="T5" fmla="*/ 2 h 45"/>
                <a:gd name="T6" fmla="*/ 36 w 37"/>
                <a:gd name="T7" fmla="*/ 18 h 45"/>
                <a:gd name="T8" fmla="*/ 20 w 37"/>
                <a:gd name="T9" fmla="*/ 44 h 45"/>
              </a:gdLst>
              <a:ahLst/>
              <a:cxnLst>
                <a:cxn ang="0">
                  <a:pos x="T0" y="T1"/>
                </a:cxn>
                <a:cxn ang="0">
                  <a:pos x="T2" y="T3"/>
                </a:cxn>
                <a:cxn ang="0">
                  <a:pos x="T4" y="T5"/>
                </a:cxn>
                <a:cxn ang="0">
                  <a:pos x="T6" y="T7"/>
                </a:cxn>
                <a:cxn ang="0">
                  <a:pos x="T8" y="T9"/>
                </a:cxn>
              </a:cxnLst>
              <a:rect l="0" t="0" r="r" b="b"/>
              <a:pathLst>
                <a:path w="37" h="45">
                  <a:moveTo>
                    <a:pt x="20" y="44"/>
                  </a:moveTo>
                  <a:cubicBezTo>
                    <a:pt x="11" y="45"/>
                    <a:pt x="3" y="38"/>
                    <a:pt x="2" y="27"/>
                  </a:cubicBezTo>
                  <a:cubicBezTo>
                    <a:pt x="0" y="16"/>
                    <a:pt x="7" y="4"/>
                    <a:pt x="17" y="2"/>
                  </a:cubicBezTo>
                  <a:cubicBezTo>
                    <a:pt x="26" y="0"/>
                    <a:pt x="34" y="7"/>
                    <a:pt x="36" y="18"/>
                  </a:cubicBezTo>
                  <a:cubicBezTo>
                    <a:pt x="37" y="30"/>
                    <a:pt x="30" y="42"/>
                    <a:pt x="20"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 name="Freeform 616">
              <a:extLst>
                <a:ext uri="{FF2B5EF4-FFF2-40B4-BE49-F238E27FC236}">
                  <a16:creationId xmlns:a16="http://schemas.microsoft.com/office/drawing/2014/main" id="{FF1F3777-12D2-1168-AB08-26D28DDE937C}"/>
                </a:ext>
              </a:extLst>
            </p:cNvPr>
            <p:cNvSpPr>
              <a:spLocks/>
            </p:cNvSpPr>
            <p:nvPr/>
          </p:nvSpPr>
          <p:spPr bwMode="auto">
            <a:xfrm rot="5094805">
              <a:off x="970756" y="5656760"/>
              <a:ext cx="91399" cy="121104"/>
            </a:xfrm>
            <a:custGeom>
              <a:avLst/>
              <a:gdLst>
                <a:gd name="T0" fmla="*/ 21 w 37"/>
                <a:gd name="T1" fmla="*/ 47 h 49"/>
                <a:gd name="T2" fmla="*/ 1 w 37"/>
                <a:gd name="T3" fmla="*/ 30 h 49"/>
                <a:gd name="T4" fmla="*/ 16 w 37"/>
                <a:gd name="T5" fmla="*/ 3 h 49"/>
                <a:gd name="T6" fmla="*/ 36 w 37"/>
                <a:gd name="T7" fmla="*/ 21 h 49"/>
                <a:gd name="T8" fmla="*/ 21 w 37"/>
                <a:gd name="T9" fmla="*/ 47 h 49"/>
              </a:gdLst>
              <a:ahLst/>
              <a:cxnLst>
                <a:cxn ang="0">
                  <a:pos x="T0" y="T1"/>
                </a:cxn>
                <a:cxn ang="0">
                  <a:pos x="T2" y="T3"/>
                </a:cxn>
                <a:cxn ang="0">
                  <a:pos x="T4" y="T5"/>
                </a:cxn>
                <a:cxn ang="0">
                  <a:pos x="T6" y="T7"/>
                </a:cxn>
                <a:cxn ang="0">
                  <a:pos x="T8" y="T9"/>
                </a:cxn>
              </a:cxnLst>
              <a:rect l="0" t="0" r="r" b="b"/>
              <a:pathLst>
                <a:path w="37" h="49">
                  <a:moveTo>
                    <a:pt x="21" y="47"/>
                  </a:moveTo>
                  <a:cubicBezTo>
                    <a:pt x="12" y="49"/>
                    <a:pt x="3" y="42"/>
                    <a:pt x="1" y="30"/>
                  </a:cubicBezTo>
                  <a:cubicBezTo>
                    <a:pt x="0" y="18"/>
                    <a:pt x="6" y="6"/>
                    <a:pt x="16" y="3"/>
                  </a:cubicBezTo>
                  <a:cubicBezTo>
                    <a:pt x="25" y="0"/>
                    <a:pt x="35" y="8"/>
                    <a:pt x="36" y="21"/>
                  </a:cubicBezTo>
                  <a:cubicBezTo>
                    <a:pt x="37" y="33"/>
                    <a:pt x="30" y="44"/>
                    <a:pt x="21"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 name="Freeform 617">
              <a:extLst>
                <a:ext uri="{FF2B5EF4-FFF2-40B4-BE49-F238E27FC236}">
                  <a16:creationId xmlns:a16="http://schemas.microsoft.com/office/drawing/2014/main" id="{AD083438-11FE-69E6-08AB-83C5DF663205}"/>
                </a:ext>
              </a:extLst>
            </p:cNvPr>
            <p:cNvSpPr>
              <a:spLocks/>
            </p:cNvSpPr>
            <p:nvPr/>
          </p:nvSpPr>
          <p:spPr bwMode="auto">
            <a:xfrm rot="5094805">
              <a:off x="1034634" y="5842638"/>
              <a:ext cx="91399" cy="127959"/>
            </a:xfrm>
            <a:custGeom>
              <a:avLst/>
              <a:gdLst>
                <a:gd name="T0" fmla="*/ 21 w 37"/>
                <a:gd name="T1" fmla="*/ 49 h 52"/>
                <a:gd name="T2" fmla="*/ 1 w 37"/>
                <a:gd name="T3" fmla="*/ 32 h 52"/>
                <a:gd name="T4" fmla="*/ 16 w 37"/>
                <a:gd name="T5" fmla="*/ 3 h 52"/>
                <a:gd name="T6" fmla="*/ 36 w 37"/>
                <a:gd name="T7" fmla="*/ 22 h 52"/>
                <a:gd name="T8" fmla="*/ 21 w 37"/>
                <a:gd name="T9" fmla="*/ 49 h 52"/>
              </a:gdLst>
              <a:ahLst/>
              <a:cxnLst>
                <a:cxn ang="0">
                  <a:pos x="T0" y="T1"/>
                </a:cxn>
                <a:cxn ang="0">
                  <a:pos x="T2" y="T3"/>
                </a:cxn>
                <a:cxn ang="0">
                  <a:pos x="T4" y="T5"/>
                </a:cxn>
                <a:cxn ang="0">
                  <a:pos x="T6" y="T7"/>
                </a:cxn>
                <a:cxn ang="0">
                  <a:pos x="T8" y="T9"/>
                </a:cxn>
              </a:cxnLst>
              <a:rect l="0" t="0" r="r" b="b"/>
              <a:pathLst>
                <a:path w="37" h="52">
                  <a:moveTo>
                    <a:pt x="21" y="49"/>
                  </a:moveTo>
                  <a:cubicBezTo>
                    <a:pt x="12" y="52"/>
                    <a:pt x="3" y="45"/>
                    <a:pt x="1" y="32"/>
                  </a:cubicBezTo>
                  <a:cubicBezTo>
                    <a:pt x="0" y="19"/>
                    <a:pt x="6" y="6"/>
                    <a:pt x="16" y="3"/>
                  </a:cubicBezTo>
                  <a:cubicBezTo>
                    <a:pt x="25" y="0"/>
                    <a:pt x="34" y="9"/>
                    <a:pt x="36" y="22"/>
                  </a:cubicBezTo>
                  <a:cubicBezTo>
                    <a:pt x="37" y="34"/>
                    <a:pt x="30" y="47"/>
                    <a:pt x="21"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 name="Freeform 618">
              <a:extLst>
                <a:ext uri="{FF2B5EF4-FFF2-40B4-BE49-F238E27FC236}">
                  <a16:creationId xmlns:a16="http://schemas.microsoft.com/office/drawing/2014/main" id="{D372837E-5E17-58B7-536C-1BB39ED2FF31}"/>
                </a:ext>
              </a:extLst>
            </p:cNvPr>
            <p:cNvSpPr>
              <a:spLocks/>
            </p:cNvSpPr>
            <p:nvPr/>
          </p:nvSpPr>
          <p:spPr bwMode="auto">
            <a:xfrm rot="5094805">
              <a:off x="1099447" y="6029565"/>
              <a:ext cx="91399" cy="127959"/>
            </a:xfrm>
            <a:custGeom>
              <a:avLst/>
              <a:gdLst>
                <a:gd name="T0" fmla="*/ 21 w 37"/>
                <a:gd name="T1" fmla="*/ 50 h 52"/>
                <a:gd name="T2" fmla="*/ 1 w 37"/>
                <a:gd name="T3" fmla="*/ 31 h 52"/>
                <a:gd name="T4" fmla="*/ 16 w 37"/>
                <a:gd name="T5" fmla="*/ 2 h 52"/>
                <a:gd name="T6" fmla="*/ 36 w 37"/>
                <a:gd name="T7" fmla="*/ 23 h 52"/>
                <a:gd name="T8" fmla="*/ 21 w 37"/>
                <a:gd name="T9" fmla="*/ 50 h 52"/>
              </a:gdLst>
              <a:ahLst/>
              <a:cxnLst>
                <a:cxn ang="0">
                  <a:pos x="T0" y="T1"/>
                </a:cxn>
                <a:cxn ang="0">
                  <a:pos x="T2" y="T3"/>
                </a:cxn>
                <a:cxn ang="0">
                  <a:pos x="T4" y="T5"/>
                </a:cxn>
                <a:cxn ang="0">
                  <a:pos x="T6" y="T7"/>
                </a:cxn>
                <a:cxn ang="0">
                  <a:pos x="T8" y="T9"/>
                </a:cxn>
              </a:cxnLst>
              <a:rect l="0" t="0" r="r" b="b"/>
              <a:pathLst>
                <a:path w="37" h="52">
                  <a:moveTo>
                    <a:pt x="21" y="50"/>
                  </a:moveTo>
                  <a:cubicBezTo>
                    <a:pt x="11" y="52"/>
                    <a:pt x="3" y="44"/>
                    <a:pt x="1" y="31"/>
                  </a:cubicBezTo>
                  <a:cubicBezTo>
                    <a:pt x="0" y="18"/>
                    <a:pt x="7" y="5"/>
                    <a:pt x="16" y="2"/>
                  </a:cubicBezTo>
                  <a:cubicBezTo>
                    <a:pt x="26" y="0"/>
                    <a:pt x="35" y="9"/>
                    <a:pt x="36" y="23"/>
                  </a:cubicBezTo>
                  <a:cubicBezTo>
                    <a:pt x="37" y="35"/>
                    <a:pt x="30" y="47"/>
                    <a:pt x="21"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 name="Freeform 619">
              <a:extLst>
                <a:ext uri="{FF2B5EF4-FFF2-40B4-BE49-F238E27FC236}">
                  <a16:creationId xmlns:a16="http://schemas.microsoft.com/office/drawing/2014/main" id="{42848278-548B-C75E-2D04-4C4DD258912F}"/>
                </a:ext>
              </a:extLst>
            </p:cNvPr>
            <p:cNvSpPr>
              <a:spLocks/>
            </p:cNvSpPr>
            <p:nvPr/>
          </p:nvSpPr>
          <p:spPr bwMode="auto">
            <a:xfrm rot="5094805">
              <a:off x="1164260" y="6214208"/>
              <a:ext cx="91399" cy="132529"/>
            </a:xfrm>
            <a:custGeom>
              <a:avLst/>
              <a:gdLst>
                <a:gd name="T0" fmla="*/ 21 w 37"/>
                <a:gd name="T1" fmla="*/ 51 h 53"/>
                <a:gd name="T2" fmla="*/ 2 w 37"/>
                <a:gd name="T3" fmla="*/ 32 h 53"/>
                <a:gd name="T4" fmla="*/ 16 w 37"/>
                <a:gd name="T5" fmla="*/ 3 h 53"/>
                <a:gd name="T6" fmla="*/ 36 w 37"/>
                <a:gd name="T7" fmla="*/ 26 h 53"/>
                <a:gd name="T8" fmla="*/ 21 w 37"/>
                <a:gd name="T9" fmla="*/ 51 h 53"/>
              </a:gdLst>
              <a:ahLst/>
              <a:cxnLst>
                <a:cxn ang="0">
                  <a:pos x="T0" y="T1"/>
                </a:cxn>
                <a:cxn ang="0">
                  <a:pos x="T2" y="T3"/>
                </a:cxn>
                <a:cxn ang="0">
                  <a:pos x="T4" y="T5"/>
                </a:cxn>
                <a:cxn ang="0">
                  <a:pos x="T6" y="T7"/>
                </a:cxn>
                <a:cxn ang="0">
                  <a:pos x="T8" y="T9"/>
                </a:cxn>
              </a:cxnLst>
              <a:rect l="0" t="0" r="r" b="b"/>
              <a:pathLst>
                <a:path w="37" h="53">
                  <a:moveTo>
                    <a:pt x="21" y="51"/>
                  </a:moveTo>
                  <a:cubicBezTo>
                    <a:pt x="11" y="53"/>
                    <a:pt x="3" y="45"/>
                    <a:pt x="2" y="32"/>
                  </a:cubicBezTo>
                  <a:cubicBezTo>
                    <a:pt x="0" y="18"/>
                    <a:pt x="7" y="5"/>
                    <a:pt x="16" y="3"/>
                  </a:cubicBezTo>
                  <a:cubicBezTo>
                    <a:pt x="26" y="0"/>
                    <a:pt x="35" y="12"/>
                    <a:pt x="36" y="26"/>
                  </a:cubicBezTo>
                  <a:cubicBezTo>
                    <a:pt x="37" y="39"/>
                    <a:pt x="30" y="50"/>
                    <a:pt x="21"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 name="Freeform 620">
              <a:extLst>
                <a:ext uri="{FF2B5EF4-FFF2-40B4-BE49-F238E27FC236}">
                  <a16:creationId xmlns:a16="http://schemas.microsoft.com/office/drawing/2014/main" id="{1A00577F-89B1-341E-209B-82E01C8CA9B7}"/>
                </a:ext>
              </a:extLst>
            </p:cNvPr>
            <p:cNvSpPr>
              <a:spLocks/>
            </p:cNvSpPr>
            <p:nvPr/>
          </p:nvSpPr>
          <p:spPr bwMode="auto">
            <a:xfrm rot="5094805">
              <a:off x="1202263" y="6414868"/>
              <a:ext cx="93684" cy="121104"/>
            </a:xfrm>
            <a:custGeom>
              <a:avLst/>
              <a:gdLst>
                <a:gd name="T0" fmla="*/ 21 w 38"/>
                <a:gd name="T1" fmla="*/ 48 h 49"/>
                <a:gd name="T2" fmla="*/ 2 w 38"/>
                <a:gd name="T3" fmla="*/ 27 h 49"/>
                <a:gd name="T4" fmla="*/ 17 w 38"/>
                <a:gd name="T5" fmla="*/ 1 h 49"/>
                <a:gd name="T6" fmla="*/ 36 w 38"/>
                <a:gd name="T7" fmla="*/ 22 h 49"/>
                <a:gd name="T8" fmla="*/ 21 w 38"/>
                <a:gd name="T9" fmla="*/ 48 h 49"/>
              </a:gdLst>
              <a:ahLst/>
              <a:cxnLst>
                <a:cxn ang="0">
                  <a:pos x="T0" y="T1"/>
                </a:cxn>
                <a:cxn ang="0">
                  <a:pos x="T2" y="T3"/>
                </a:cxn>
                <a:cxn ang="0">
                  <a:pos x="T4" y="T5"/>
                </a:cxn>
                <a:cxn ang="0">
                  <a:pos x="T6" y="T7"/>
                </a:cxn>
                <a:cxn ang="0">
                  <a:pos x="T8" y="T9"/>
                </a:cxn>
              </a:cxnLst>
              <a:rect l="0" t="0" r="r" b="b"/>
              <a:pathLst>
                <a:path w="38" h="49">
                  <a:moveTo>
                    <a:pt x="21" y="48"/>
                  </a:moveTo>
                  <a:cubicBezTo>
                    <a:pt x="11" y="49"/>
                    <a:pt x="3" y="40"/>
                    <a:pt x="2" y="27"/>
                  </a:cubicBezTo>
                  <a:cubicBezTo>
                    <a:pt x="0" y="14"/>
                    <a:pt x="7" y="1"/>
                    <a:pt x="17" y="1"/>
                  </a:cubicBezTo>
                  <a:cubicBezTo>
                    <a:pt x="26" y="0"/>
                    <a:pt x="35" y="9"/>
                    <a:pt x="36" y="22"/>
                  </a:cubicBezTo>
                  <a:cubicBezTo>
                    <a:pt x="38" y="35"/>
                    <a:pt x="31" y="47"/>
                    <a:pt x="21"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 name="Freeform 621">
              <a:extLst>
                <a:ext uri="{FF2B5EF4-FFF2-40B4-BE49-F238E27FC236}">
                  <a16:creationId xmlns:a16="http://schemas.microsoft.com/office/drawing/2014/main" id="{0CDC77F1-23DD-BCE0-8BF8-54B7535D4E96}"/>
                </a:ext>
              </a:extLst>
            </p:cNvPr>
            <p:cNvSpPr>
              <a:spLocks/>
            </p:cNvSpPr>
            <p:nvPr/>
          </p:nvSpPr>
          <p:spPr bwMode="auto">
            <a:xfrm rot="5094805">
              <a:off x="1252590" y="6606628"/>
              <a:ext cx="91399" cy="121104"/>
            </a:xfrm>
            <a:custGeom>
              <a:avLst/>
              <a:gdLst>
                <a:gd name="T0" fmla="*/ 20 w 37"/>
                <a:gd name="T1" fmla="*/ 48 h 49"/>
                <a:gd name="T2" fmla="*/ 1 w 37"/>
                <a:gd name="T3" fmla="*/ 28 h 49"/>
                <a:gd name="T4" fmla="*/ 17 w 37"/>
                <a:gd name="T5" fmla="*/ 1 h 49"/>
                <a:gd name="T6" fmla="*/ 36 w 37"/>
                <a:gd name="T7" fmla="*/ 22 h 49"/>
                <a:gd name="T8" fmla="*/ 20 w 37"/>
                <a:gd name="T9" fmla="*/ 48 h 49"/>
              </a:gdLst>
              <a:ahLst/>
              <a:cxnLst>
                <a:cxn ang="0">
                  <a:pos x="T0" y="T1"/>
                </a:cxn>
                <a:cxn ang="0">
                  <a:pos x="T2" y="T3"/>
                </a:cxn>
                <a:cxn ang="0">
                  <a:pos x="T4" y="T5"/>
                </a:cxn>
                <a:cxn ang="0">
                  <a:pos x="T6" y="T7"/>
                </a:cxn>
                <a:cxn ang="0">
                  <a:pos x="T8" y="T9"/>
                </a:cxn>
              </a:cxnLst>
              <a:rect l="0" t="0" r="r" b="b"/>
              <a:pathLst>
                <a:path w="37" h="49">
                  <a:moveTo>
                    <a:pt x="20" y="48"/>
                  </a:moveTo>
                  <a:cubicBezTo>
                    <a:pt x="11" y="49"/>
                    <a:pt x="2" y="41"/>
                    <a:pt x="1" y="28"/>
                  </a:cubicBezTo>
                  <a:cubicBezTo>
                    <a:pt x="0" y="15"/>
                    <a:pt x="7" y="3"/>
                    <a:pt x="17" y="1"/>
                  </a:cubicBezTo>
                  <a:cubicBezTo>
                    <a:pt x="26" y="0"/>
                    <a:pt x="36" y="9"/>
                    <a:pt x="36" y="22"/>
                  </a:cubicBezTo>
                  <a:cubicBezTo>
                    <a:pt x="37" y="35"/>
                    <a:pt x="30" y="46"/>
                    <a:pt x="20"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 name="Freeform 622">
              <a:extLst>
                <a:ext uri="{FF2B5EF4-FFF2-40B4-BE49-F238E27FC236}">
                  <a16:creationId xmlns:a16="http://schemas.microsoft.com/office/drawing/2014/main" id="{1F589B77-1FA5-AC81-57AE-A41D9E70BD76}"/>
                </a:ext>
              </a:extLst>
            </p:cNvPr>
            <p:cNvSpPr>
              <a:spLocks/>
            </p:cNvSpPr>
            <p:nvPr/>
          </p:nvSpPr>
          <p:spPr bwMode="auto">
            <a:xfrm rot="5094805">
              <a:off x="1312224" y="6802139"/>
              <a:ext cx="89114" cy="116534"/>
            </a:xfrm>
            <a:custGeom>
              <a:avLst/>
              <a:gdLst>
                <a:gd name="T0" fmla="*/ 20 w 37"/>
                <a:gd name="T1" fmla="*/ 46 h 48"/>
                <a:gd name="T2" fmla="*/ 1 w 37"/>
                <a:gd name="T3" fmla="*/ 28 h 48"/>
                <a:gd name="T4" fmla="*/ 17 w 37"/>
                <a:gd name="T5" fmla="*/ 1 h 48"/>
                <a:gd name="T6" fmla="*/ 36 w 37"/>
                <a:gd name="T7" fmla="*/ 21 h 48"/>
                <a:gd name="T8" fmla="*/ 20 w 37"/>
                <a:gd name="T9" fmla="*/ 46 h 48"/>
              </a:gdLst>
              <a:ahLst/>
              <a:cxnLst>
                <a:cxn ang="0">
                  <a:pos x="T0" y="T1"/>
                </a:cxn>
                <a:cxn ang="0">
                  <a:pos x="T2" y="T3"/>
                </a:cxn>
                <a:cxn ang="0">
                  <a:pos x="T4" y="T5"/>
                </a:cxn>
                <a:cxn ang="0">
                  <a:pos x="T6" y="T7"/>
                </a:cxn>
                <a:cxn ang="0">
                  <a:pos x="T8" y="T9"/>
                </a:cxn>
              </a:cxnLst>
              <a:rect l="0" t="0" r="r" b="b"/>
              <a:pathLst>
                <a:path w="37" h="48">
                  <a:moveTo>
                    <a:pt x="20" y="46"/>
                  </a:moveTo>
                  <a:cubicBezTo>
                    <a:pt x="11" y="48"/>
                    <a:pt x="2" y="41"/>
                    <a:pt x="1" y="28"/>
                  </a:cubicBezTo>
                  <a:cubicBezTo>
                    <a:pt x="0" y="15"/>
                    <a:pt x="7" y="3"/>
                    <a:pt x="17" y="1"/>
                  </a:cubicBezTo>
                  <a:cubicBezTo>
                    <a:pt x="26" y="0"/>
                    <a:pt x="36" y="9"/>
                    <a:pt x="36" y="21"/>
                  </a:cubicBezTo>
                  <a:cubicBezTo>
                    <a:pt x="37" y="33"/>
                    <a:pt x="30" y="44"/>
                    <a:pt x="20"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 name="Freeform 630">
              <a:extLst>
                <a:ext uri="{FF2B5EF4-FFF2-40B4-BE49-F238E27FC236}">
                  <a16:creationId xmlns:a16="http://schemas.microsoft.com/office/drawing/2014/main" id="{D4F04EC0-E9FC-7D2D-9EBD-07CE02505E73}"/>
                </a:ext>
              </a:extLst>
            </p:cNvPr>
            <p:cNvSpPr>
              <a:spLocks/>
            </p:cNvSpPr>
            <p:nvPr/>
          </p:nvSpPr>
          <p:spPr bwMode="auto">
            <a:xfrm rot="5094805">
              <a:off x="-55236" y="2801331"/>
              <a:ext cx="89114" cy="20565"/>
            </a:xfrm>
            <a:custGeom>
              <a:avLst/>
              <a:gdLst>
                <a:gd name="T0" fmla="*/ 35 w 36"/>
                <a:gd name="T1" fmla="*/ 2 h 9"/>
                <a:gd name="T2" fmla="*/ 21 w 36"/>
                <a:gd name="T3" fmla="*/ 8 h 9"/>
                <a:gd name="T4" fmla="*/ 1 w 36"/>
                <a:gd name="T5" fmla="*/ 8 h 9"/>
                <a:gd name="T6" fmla="*/ 16 w 36"/>
                <a:gd name="T7" fmla="*/ 2 h 9"/>
                <a:gd name="T8" fmla="*/ 35 w 36"/>
                <a:gd name="T9" fmla="*/ 2 h 9"/>
              </a:gdLst>
              <a:ahLst/>
              <a:cxnLst>
                <a:cxn ang="0">
                  <a:pos x="T0" y="T1"/>
                </a:cxn>
                <a:cxn ang="0">
                  <a:pos x="T2" y="T3"/>
                </a:cxn>
                <a:cxn ang="0">
                  <a:pos x="T4" y="T5"/>
                </a:cxn>
                <a:cxn ang="0">
                  <a:pos x="T6" y="T7"/>
                </a:cxn>
                <a:cxn ang="0">
                  <a:pos x="T8" y="T9"/>
                </a:cxn>
              </a:cxnLst>
              <a:rect l="0" t="0" r="r" b="b"/>
              <a:pathLst>
                <a:path w="36" h="9">
                  <a:moveTo>
                    <a:pt x="35" y="2"/>
                  </a:moveTo>
                  <a:cubicBezTo>
                    <a:pt x="36" y="4"/>
                    <a:pt x="30" y="6"/>
                    <a:pt x="21" y="8"/>
                  </a:cubicBezTo>
                  <a:cubicBezTo>
                    <a:pt x="11" y="9"/>
                    <a:pt x="2" y="9"/>
                    <a:pt x="1" y="8"/>
                  </a:cubicBezTo>
                  <a:cubicBezTo>
                    <a:pt x="0" y="6"/>
                    <a:pt x="7" y="4"/>
                    <a:pt x="16" y="2"/>
                  </a:cubicBezTo>
                  <a:cubicBezTo>
                    <a:pt x="26" y="0"/>
                    <a:pt x="34" y="0"/>
                    <a:pt x="3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 name="Freeform 631">
              <a:extLst>
                <a:ext uri="{FF2B5EF4-FFF2-40B4-BE49-F238E27FC236}">
                  <a16:creationId xmlns:a16="http://schemas.microsoft.com/office/drawing/2014/main" id="{C27B7563-52BC-C01F-2689-3B54DD50A4D2}"/>
                </a:ext>
              </a:extLst>
            </p:cNvPr>
            <p:cNvSpPr>
              <a:spLocks/>
            </p:cNvSpPr>
            <p:nvPr/>
          </p:nvSpPr>
          <p:spPr bwMode="auto">
            <a:xfrm rot="5094805">
              <a:off x="1823" y="2988019"/>
              <a:ext cx="84544" cy="27420"/>
            </a:xfrm>
            <a:custGeom>
              <a:avLst/>
              <a:gdLst>
                <a:gd name="T0" fmla="*/ 34 w 35"/>
                <a:gd name="T1" fmla="*/ 2 h 11"/>
                <a:gd name="T2" fmla="*/ 20 w 35"/>
                <a:gd name="T3" fmla="*/ 9 h 11"/>
                <a:gd name="T4" fmla="*/ 0 w 35"/>
                <a:gd name="T5" fmla="*/ 9 h 11"/>
                <a:gd name="T6" fmla="*/ 16 w 35"/>
                <a:gd name="T7" fmla="*/ 2 h 11"/>
                <a:gd name="T8" fmla="*/ 34 w 35"/>
                <a:gd name="T9" fmla="*/ 2 h 11"/>
              </a:gdLst>
              <a:ahLst/>
              <a:cxnLst>
                <a:cxn ang="0">
                  <a:pos x="T0" y="T1"/>
                </a:cxn>
                <a:cxn ang="0">
                  <a:pos x="T2" y="T3"/>
                </a:cxn>
                <a:cxn ang="0">
                  <a:pos x="T4" y="T5"/>
                </a:cxn>
                <a:cxn ang="0">
                  <a:pos x="T6" y="T7"/>
                </a:cxn>
                <a:cxn ang="0">
                  <a:pos x="T8" y="T9"/>
                </a:cxn>
              </a:cxnLst>
              <a:rect l="0" t="0" r="r" b="b"/>
              <a:pathLst>
                <a:path w="35" h="11">
                  <a:moveTo>
                    <a:pt x="34" y="2"/>
                  </a:moveTo>
                  <a:cubicBezTo>
                    <a:pt x="35" y="4"/>
                    <a:pt x="29" y="7"/>
                    <a:pt x="20" y="9"/>
                  </a:cubicBezTo>
                  <a:cubicBezTo>
                    <a:pt x="10" y="11"/>
                    <a:pt x="1" y="11"/>
                    <a:pt x="0" y="9"/>
                  </a:cubicBezTo>
                  <a:cubicBezTo>
                    <a:pt x="0" y="7"/>
                    <a:pt x="7" y="4"/>
                    <a:pt x="16" y="2"/>
                  </a:cubicBezTo>
                  <a:cubicBezTo>
                    <a:pt x="25" y="0"/>
                    <a:pt x="33" y="0"/>
                    <a:pt x="3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 name="Freeform 632">
              <a:extLst>
                <a:ext uri="{FF2B5EF4-FFF2-40B4-BE49-F238E27FC236}">
                  <a16:creationId xmlns:a16="http://schemas.microsoft.com/office/drawing/2014/main" id="{DD6654DB-0E5E-5BB5-C093-A6703952470E}"/>
                </a:ext>
              </a:extLst>
            </p:cNvPr>
            <p:cNvSpPr>
              <a:spLocks/>
            </p:cNvSpPr>
            <p:nvPr/>
          </p:nvSpPr>
          <p:spPr bwMode="auto">
            <a:xfrm rot="5094805">
              <a:off x="63319" y="3174003"/>
              <a:ext cx="86829" cy="31990"/>
            </a:xfrm>
            <a:custGeom>
              <a:avLst/>
              <a:gdLst>
                <a:gd name="T0" fmla="*/ 34 w 35"/>
                <a:gd name="T1" fmla="*/ 3 h 13"/>
                <a:gd name="T2" fmla="*/ 19 w 35"/>
                <a:gd name="T3" fmla="*/ 10 h 13"/>
                <a:gd name="T4" fmla="*/ 1 w 35"/>
                <a:gd name="T5" fmla="*/ 11 h 13"/>
                <a:gd name="T6" fmla="*/ 17 w 35"/>
                <a:gd name="T7" fmla="*/ 3 h 13"/>
                <a:gd name="T8" fmla="*/ 34 w 35"/>
                <a:gd name="T9" fmla="*/ 3 h 13"/>
              </a:gdLst>
              <a:ahLst/>
              <a:cxnLst>
                <a:cxn ang="0">
                  <a:pos x="T0" y="T1"/>
                </a:cxn>
                <a:cxn ang="0">
                  <a:pos x="T2" y="T3"/>
                </a:cxn>
                <a:cxn ang="0">
                  <a:pos x="T4" y="T5"/>
                </a:cxn>
                <a:cxn ang="0">
                  <a:pos x="T6" y="T7"/>
                </a:cxn>
                <a:cxn ang="0">
                  <a:pos x="T8" y="T9"/>
                </a:cxn>
              </a:cxnLst>
              <a:rect l="0" t="0" r="r" b="b"/>
              <a:pathLst>
                <a:path w="35" h="13">
                  <a:moveTo>
                    <a:pt x="34" y="3"/>
                  </a:moveTo>
                  <a:cubicBezTo>
                    <a:pt x="35" y="5"/>
                    <a:pt x="28" y="8"/>
                    <a:pt x="19" y="10"/>
                  </a:cubicBezTo>
                  <a:cubicBezTo>
                    <a:pt x="10" y="13"/>
                    <a:pt x="2" y="13"/>
                    <a:pt x="1" y="11"/>
                  </a:cubicBezTo>
                  <a:cubicBezTo>
                    <a:pt x="0" y="9"/>
                    <a:pt x="7" y="6"/>
                    <a:pt x="17" y="3"/>
                  </a:cubicBezTo>
                  <a:cubicBezTo>
                    <a:pt x="26" y="1"/>
                    <a:pt x="34" y="0"/>
                    <a:pt x="3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 name="Freeform 633">
              <a:extLst>
                <a:ext uri="{FF2B5EF4-FFF2-40B4-BE49-F238E27FC236}">
                  <a16:creationId xmlns:a16="http://schemas.microsoft.com/office/drawing/2014/main" id="{5A1FC65C-012C-DB7E-0B04-78B236CCD184}"/>
                </a:ext>
              </a:extLst>
            </p:cNvPr>
            <p:cNvSpPr>
              <a:spLocks/>
            </p:cNvSpPr>
            <p:nvPr/>
          </p:nvSpPr>
          <p:spPr bwMode="auto">
            <a:xfrm rot="5094805">
              <a:off x="133822" y="3359282"/>
              <a:ext cx="86829" cy="34275"/>
            </a:xfrm>
            <a:custGeom>
              <a:avLst/>
              <a:gdLst>
                <a:gd name="T0" fmla="*/ 34 w 35"/>
                <a:gd name="T1" fmla="*/ 2 h 14"/>
                <a:gd name="T2" fmla="*/ 19 w 35"/>
                <a:gd name="T3" fmla="*/ 11 h 14"/>
                <a:gd name="T4" fmla="*/ 1 w 35"/>
                <a:gd name="T5" fmla="*/ 12 h 14"/>
                <a:gd name="T6" fmla="*/ 16 w 35"/>
                <a:gd name="T7" fmla="*/ 3 h 14"/>
                <a:gd name="T8" fmla="*/ 34 w 35"/>
                <a:gd name="T9" fmla="*/ 2 h 14"/>
              </a:gdLst>
              <a:ahLst/>
              <a:cxnLst>
                <a:cxn ang="0">
                  <a:pos x="T0" y="T1"/>
                </a:cxn>
                <a:cxn ang="0">
                  <a:pos x="T2" y="T3"/>
                </a:cxn>
                <a:cxn ang="0">
                  <a:pos x="T4" y="T5"/>
                </a:cxn>
                <a:cxn ang="0">
                  <a:pos x="T6" y="T7"/>
                </a:cxn>
                <a:cxn ang="0">
                  <a:pos x="T8" y="T9"/>
                </a:cxn>
              </a:cxnLst>
              <a:rect l="0" t="0" r="r" b="b"/>
              <a:pathLst>
                <a:path w="35" h="14">
                  <a:moveTo>
                    <a:pt x="34" y="2"/>
                  </a:moveTo>
                  <a:cubicBezTo>
                    <a:pt x="35" y="5"/>
                    <a:pt x="28" y="9"/>
                    <a:pt x="19" y="11"/>
                  </a:cubicBezTo>
                  <a:cubicBezTo>
                    <a:pt x="10" y="14"/>
                    <a:pt x="1" y="14"/>
                    <a:pt x="1" y="12"/>
                  </a:cubicBezTo>
                  <a:cubicBezTo>
                    <a:pt x="0" y="10"/>
                    <a:pt x="7" y="6"/>
                    <a:pt x="16" y="3"/>
                  </a:cubicBezTo>
                  <a:cubicBezTo>
                    <a:pt x="26" y="0"/>
                    <a:pt x="33" y="0"/>
                    <a:pt x="3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 name="Freeform 634">
              <a:extLst>
                <a:ext uri="{FF2B5EF4-FFF2-40B4-BE49-F238E27FC236}">
                  <a16:creationId xmlns:a16="http://schemas.microsoft.com/office/drawing/2014/main" id="{970DE73F-2234-59AB-B9E9-E4292FFB18F1}"/>
                </a:ext>
              </a:extLst>
            </p:cNvPr>
            <p:cNvSpPr>
              <a:spLocks/>
            </p:cNvSpPr>
            <p:nvPr/>
          </p:nvSpPr>
          <p:spPr bwMode="auto">
            <a:xfrm rot="5094805">
              <a:off x="207633" y="3543017"/>
              <a:ext cx="89114" cy="36560"/>
            </a:xfrm>
            <a:custGeom>
              <a:avLst/>
              <a:gdLst>
                <a:gd name="T0" fmla="*/ 35 w 36"/>
                <a:gd name="T1" fmla="*/ 2 h 15"/>
                <a:gd name="T2" fmla="*/ 20 w 36"/>
                <a:gd name="T3" fmla="*/ 12 h 15"/>
                <a:gd name="T4" fmla="*/ 1 w 36"/>
                <a:gd name="T5" fmla="*/ 13 h 15"/>
                <a:gd name="T6" fmla="*/ 17 w 36"/>
                <a:gd name="T7" fmla="*/ 3 h 15"/>
                <a:gd name="T8" fmla="*/ 35 w 36"/>
                <a:gd name="T9" fmla="*/ 2 h 15"/>
              </a:gdLst>
              <a:ahLst/>
              <a:cxnLst>
                <a:cxn ang="0">
                  <a:pos x="T0" y="T1"/>
                </a:cxn>
                <a:cxn ang="0">
                  <a:pos x="T2" y="T3"/>
                </a:cxn>
                <a:cxn ang="0">
                  <a:pos x="T4" y="T5"/>
                </a:cxn>
                <a:cxn ang="0">
                  <a:pos x="T6" y="T7"/>
                </a:cxn>
                <a:cxn ang="0">
                  <a:pos x="T8" y="T9"/>
                </a:cxn>
              </a:cxnLst>
              <a:rect l="0" t="0" r="r" b="b"/>
              <a:pathLst>
                <a:path w="36" h="15">
                  <a:moveTo>
                    <a:pt x="35" y="2"/>
                  </a:moveTo>
                  <a:cubicBezTo>
                    <a:pt x="36" y="5"/>
                    <a:pt x="29" y="9"/>
                    <a:pt x="20" y="12"/>
                  </a:cubicBezTo>
                  <a:cubicBezTo>
                    <a:pt x="11" y="15"/>
                    <a:pt x="3" y="15"/>
                    <a:pt x="1" y="13"/>
                  </a:cubicBezTo>
                  <a:cubicBezTo>
                    <a:pt x="0" y="11"/>
                    <a:pt x="8" y="6"/>
                    <a:pt x="17" y="3"/>
                  </a:cubicBezTo>
                  <a:cubicBezTo>
                    <a:pt x="27" y="0"/>
                    <a:pt x="34" y="0"/>
                    <a:pt x="3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 name="Freeform 635">
              <a:extLst>
                <a:ext uri="{FF2B5EF4-FFF2-40B4-BE49-F238E27FC236}">
                  <a16:creationId xmlns:a16="http://schemas.microsoft.com/office/drawing/2014/main" id="{30B44ABC-3438-C9AF-BEE5-B9F08DA1562E}"/>
                </a:ext>
              </a:extLst>
            </p:cNvPr>
            <p:cNvSpPr>
              <a:spLocks/>
            </p:cNvSpPr>
            <p:nvPr/>
          </p:nvSpPr>
          <p:spPr bwMode="auto">
            <a:xfrm rot="5094805">
              <a:off x="287345" y="3727582"/>
              <a:ext cx="86829" cy="41130"/>
            </a:xfrm>
            <a:custGeom>
              <a:avLst/>
              <a:gdLst>
                <a:gd name="T0" fmla="*/ 35 w 36"/>
                <a:gd name="T1" fmla="*/ 3 h 17"/>
                <a:gd name="T2" fmla="*/ 21 w 36"/>
                <a:gd name="T3" fmla="*/ 13 h 17"/>
                <a:gd name="T4" fmla="*/ 1 w 36"/>
                <a:gd name="T5" fmla="*/ 14 h 17"/>
                <a:gd name="T6" fmla="*/ 16 w 36"/>
                <a:gd name="T7" fmla="*/ 3 h 17"/>
                <a:gd name="T8" fmla="*/ 35 w 36"/>
                <a:gd name="T9" fmla="*/ 3 h 17"/>
              </a:gdLst>
              <a:ahLst/>
              <a:cxnLst>
                <a:cxn ang="0">
                  <a:pos x="T0" y="T1"/>
                </a:cxn>
                <a:cxn ang="0">
                  <a:pos x="T2" y="T3"/>
                </a:cxn>
                <a:cxn ang="0">
                  <a:pos x="T4" y="T5"/>
                </a:cxn>
                <a:cxn ang="0">
                  <a:pos x="T6" y="T7"/>
                </a:cxn>
                <a:cxn ang="0">
                  <a:pos x="T8" y="T9"/>
                </a:cxn>
              </a:cxnLst>
              <a:rect l="0" t="0" r="r" b="b"/>
              <a:pathLst>
                <a:path w="36" h="17">
                  <a:moveTo>
                    <a:pt x="35" y="3"/>
                  </a:moveTo>
                  <a:cubicBezTo>
                    <a:pt x="36" y="6"/>
                    <a:pt x="30" y="10"/>
                    <a:pt x="21" y="13"/>
                  </a:cubicBezTo>
                  <a:cubicBezTo>
                    <a:pt x="11" y="17"/>
                    <a:pt x="2" y="17"/>
                    <a:pt x="1" y="14"/>
                  </a:cubicBezTo>
                  <a:cubicBezTo>
                    <a:pt x="0" y="11"/>
                    <a:pt x="7" y="6"/>
                    <a:pt x="16" y="3"/>
                  </a:cubicBezTo>
                  <a:cubicBezTo>
                    <a:pt x="25" y="0"/>
                    <a:pt x="33" y="0"/>
                    <a:pt x="3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 name="Freeform 636">
              <a:extLst>
                <a:ext uri="{FF2B5EF4-FFF2-40B4-BE49-F238E27FC236}">
                  <a16:creationId xmlns:a16="http://schemas.microsoft.com/office/drawing/2014/main" id="{C656C0E9-34C6-9160-551B-78279296AB20}"/>
                </a:ext>
              </a:extLst>
            </p:cNvPr>
            <p:cNvSpPr>
              <a:spLocks/>
            </p:cNvSpPr>
            <p:nvPr/>
          </p:nvSpPr>
          <p:spPr bwMode="auto">
            <a:xfrm rot="5094805">
              <a:off x="368090" y="3910807"/>
              <a:ext cx="86829" cy="45700"/>
            </a:xfrm>
            <a:custGeom>
              <a:avLst/>
              <a:gdLst>
                <a:gd name="T0" fmla="*/ 34 w 35"/>
                <a:gd name="T1" fmla="*/ 4 h 19"/>
                <a:gd name="T2" fmla="*/ 20 w 35"/>
                <a:gd name="T3" fmla="*/ 15 h 19"/>
                <a:gd name="T4" fmla="*/ 1 w 35"/>
                <a:gd name="T5" fmla="*/ 15 h 19"/>
                <a:gd name="T6" fmla="*/ 16 w 35"/>
                <a:gd name="T7" fmla="*/ 3 h 19"/>
                <a:gd name="T8" fmla="*/ 34 w 35"/>
                <a:gd name="T9" fmla="*/ 4 h 19"/>
              </a:gdLst>
              <a:ahLst/>
              <a:cxnLst>
                <a:cxn ang="0">
                  <a:pos x="T0" y="T1"/>
                </a:cxn>
                <a:cxn ang="0">
                  <a:pos x="T2" y="T3"/>
                </a:cxn>
                <a:cxn ang="0">
                  <a:pos x="T4" y="T5"/>
                </a:cxn>
                <a:cxn ang="0">
                  <a:pos x="T6" y="T7"/>
                </a:cxn>
                <a:cxn ang="0">
                  <a:pos x="T8" y="T9"/>
                </a:cxn>
              </a:cxnLst>
              <a:rect l="0" t="0" r="r" b="b"/>
              <a:pathLst>
                <a:path w="35" h="19">
                  <a:moveTo>
                    <a:pt x="34" y="4"/>
                  </a:moveTo>
                  <a:cubicBezTo>
                    <a:pt x="35" y="7"/>
                    <a:pt x="29" y="12"/>
                    <a:pt x="20" y="15"/>
                  </a:cubicBezTo>
                  <a:cubicBezTo>
                    <a:pt x="11" y="19"/>
                    <a:pt x="2" y="19"/>
                    <a:pt x="1" y="15"/>
                  </a:cubicBezTo>
                  <a:cubicBezTo>
                    <a:pt x="0" y="12"/>
                    <a:pt x="7" y="6"/>
                    <a:pt x="16" y="3"/>
                  </a:cubicBezTo>
                  <a:cubicBezTo>
                    <a:pt x="25" y="0"/>
                    <a:pt x="33" y="0"/>
                    <a:pt x="3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 name="Freeform 637">
              <a:extLst>
                <a:ext uri="{FF2B5EF4-FFF2-40B4-BE49-F238E27FC236}">
                  <a16:creationId xmlns:a16="http://schemas.microsoft.com/office/drawing/2014/main" id="{B055399E-F98E-6650-8A10-C433B64A33C8}"/>
                </a:ext>
              </a:extLst>
            </p:cNvPr>
            <p:cNvSpPr>
              <a:spLocks/>
            </p:cNvSpPr>
            <p:nvPr/>
          </p:nvSpPr>
          <p:spPr bwMode="auto">
            <a:xfrm rot="5094805">
              <a:off x="451111" y="4093829"/>
              <a:ext cx="86829" cy="50269"/>
            </a:xfrm>
            <a:custGeom>
              <a:avLst/>
              <a:gdLst>
                <a:gd name="T0" fmla="*/ 34 w 35"/>
                <a:gd name="T1" fmla="*/ 5 h 21"/>
                <a:gd name="T2" fmla="*/ 19 w 35"/>
                <a:gd name="T3" fmla="*/ 18 h 21"/>
                <a:gd name="T4" fmla="*/ 0 w 35"/>
                <a:gd name="T5" fmla="*/ 16 h 21"/>
                <a:gd name="T6" fmla="*/ 16 w 35"/>
                <a:gd name="T7" fmla="*/ 3 h 21"/>
                <a:gd name="T8" fmla="*/ 34 w 35"/>
                <a:gd name="T9" fmla="*/ 5 h 21"/>
              </a:gdLst>
              <a:ahLst/>
              <a:cxnLst>
                <a:cxn ang="0">
                  <a:pos x="T0" y="T1"/>
                </a:cxn>
                <a:cxn ang="0">
                  <a:pos x="T2" y="T3"/>
                </a:cxn>
                <a:cxn ang="0">
                  <a:pos x="T4" y="T5"/>
                </a:cxn>
                <a:cxn ang="0">
                  <a:pos x="T6" y="T7"/>
                </a:cxn>
                <a:cxn ang="0">
                  <a:pos x="T8" y="T9"/>
                </a:cxn>
              </a:cxnLst>
              <a:rect l="0" t="0" r="r" b="b"/>
              <a:pathLst>
                <a:path w="35" h="21">
                  <a:moveTo>
                    <a:pt x="34" y="5"/>
                  </a:moveTo>
                  <a:cubicBezTo>
                    <a:pt x="35" y="9"/>
                    <a:pt x="28" y="15"/>
                    <a:pt x="19" y="18"/>
                  </a:cubicBezTo>
                  <a:cubicBezTo>
                    <a:pt x="10" y="21"/>
                    <a:pt x="1" y="21"/>
                    <a:pt x="0" y="16"/>
                  </a:cubicBezTo>
                  <a:cubicBezTo>
                    <a:pt x="0" y="12"/>
                    <a:pt x="7" y="6"/>
                    <a:pt x="16" y="3"/>
                  </a:cubicBezTo>
                  <a:cubicBezTo>
                    <a:pt x="25" y="0"/>
                    <a:pt x="33" y="0"/>
                    <a:pt x="3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 name="Freeform 638">
              <a:extLst>
                <a:ext uri="{FF2B5EF4-FFF2-40B4-BE49-F238E27FC236}">
                  <a16:creationId xmlns:a16="http://schemas.microsoft.com/office/drawing/2014/main" id="{611245AB-5879-439D-83C0-58DC232376C5}"/>
                </a:ext>
              </a:extLst>
            </p:cNvPr>
            <p:cNvSpPr>
              <a:spLocks/>
            </p:cNvSpPr>
            <p:nvPr/>
          </p:nvSpPr>
          <p:spPr bwMode="auto">
            <a:xfrm rot="5094805">
              <a:off x="535067" y="4271047"/>
              <a:ext cx="86829" cy="61694"/>
            </a:xfrm>
            <a:custGeom>
              <a:avLst/>
              <a:gdLst>
                <a:gd name="T0" fmla="*/ 34 w 35"/>
                <a:gd name="T1" fmla="*/ 8 h 25"/>
                <a:gd name="T2" fmla="*/ 19 w 35"/>
                <a:gd name="T3" fmla="*/ 22 h 25"/>
                <a:gd name="T4" fmla="*/ 1 w 35"/>
                <a:gd name="T5" fmla="*/ 19 h 25"/>
                <a:gd name="T6" fmla="*/ 17 w 35"/>
                <a:gd name="T7" fmla="*/ 3 h 25"/>
                <a:gd name="T8" fmla="*/ 34 w 35"/>
                <a:gd name="T9" fmla="*/ 8 h 25"/>
              </a:gdLst>
              <a:ahLst/>
              <a:cxnLst>
                <a:cxn ang="0">
                  <a:pos x="T0" y="T1"/>
                </a:cxn>
                <a:cxn ang="0">
                  <a:pos x="T2" y="T3"/>
                </a:cxn>
                <a:cxn ang="0">
                  <a:pos x="T4" y="T5"/>
                </a:cxn>
                <a:cxn ang="0">
                  <a:pos x="T6" y="T7"/>
                </a:cxn>
                <a:cxn ang="0">
                  <a:pos x="T8" y="T9"/>
                </a:cxn>
              </a:cxnLst>
              <a:rect l="0" t="0" r="r" b="b"/>
              <a:pathLst>
                <a:path w="35" h="25">
                  <a:moveTo>
                    <a:pt x="34" y="8"/>
                  </a:moveTo>
                  <a:cubicBezTo>
                    <a:pt x="35" y="13"/>
                    <a:pt x="28" y="19"/>
                    <a:pt x="19" y="22"/>
                  </a:cubicBezTo>
                  <a:cubicBezTo>
                    <a:pt x="10" y="25"/>
                    <a:pt x="2" y="23"/>
                    <a:pt x="1" y="19"/>
                  </a:cubicBezTo>
                  <a:cubicBezTo>
                    <a:pt x="0" y="14"/>
                    <a:pt x="8" y="7"/>
                    <a:pt x="17" y="3"/>
                  </a:cubicBezTo>
                  <a:cubicBezTo>
                    <a:pt x="26" y="0"/>
                    <a:pt x="34" y="2"/>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 name="Freeform 639">
              <a:extLst>
                <a:ext uri="{FF2B5EF4-FFF2-40B4-BE49-F238E27FC236}">
                  <a16:creationId xmlns:a16="http://schemas.microsoft.com/office/drawing/2014/main" id="{3479BC5C-6891-6835-CE4B-021EF894BF49}"/>
                </a:ext>
              </a:extLst>
            </p:cNvPr>
            <p:cNvSpPr>
              <a:spLocks/>
            </p:cNvSpPr>
            <p:nvPr/>
          </p:nvSpPr>
          <p:spPr bwMode="auto">
            <a:xfrm rot="5094805">
              <a:off x="614780" y="4455612"/>
              <a:ext cx="84544" cy="66264"/>
            </a:xfrm>
            <a:custGeom>
              <a:avLst/>
              <a:gdLst>
                <a:gd name="T0" fmla="*/ 34 w 35"/>
                <a:gd name="T1" fmla="*/ 8 h 27"/>
                <a:gd name="T2" fmla="*/ 20 w 35"/>
                <a:gd name="T3" fmla="*/ 24 h 27"/>
                <a:gd name="T4" fmla="*/ 0 w 35"/>
                <a:gd name="T5" fmla="*/ 18 h 27"/>
                <a:gd name="T6" fmla="*/ 16 w 35"/>
                <a:gd name="T7" fmla="*/ 3 h 27"/>
                <a:gd name="T8" fmla="*/ 34 w 35"/>
                <a:gd name="T9" fmla="*/ 8 h 27"/>
              </a:gdLst>
              <a:ahLst/>
              <a:cxnLst>
                <a:cxn ang="0">
                  <a:pos x="T0" y="T1"/>
                </a:cxn>
                <a:cxn ang="0">
                  <a:pos x="T2" y="T3"/>
                </a:cxn>
                <a:cxn ang="0">
                  <a:pos x="T4" y="T5"/>
                </a:cxn>
                <a:cxn ang="0">
                  <a:pos x="T6" y="T7"/>
                </a:cxn>
                <a:cxn ang="0">
                  <a:pos x="T8" y="T9"/>
                </a:cxn>
              </a:cxnLst>
              <a:rect l="0" t="0" r="r" b="b"/>
              <a:pathLst>
                <a:path w="35" h="27">
                  <a:moveTo>
                    <a:pt x="34" y="8"/>
                  </a:moveTo>
                  <a:cubicBezTo>
                    <a:pt x="35" y="14"/>
                    <a:pt x="29" y="21"/>
                    <a:pt x="20" y="24"/>
                  </a:cubicBezTo>
                  <a:cubicBezTo>
                    <a:pt x="10" y="27"/>
                    <a:pt x="1" y="24"/>
                    <a:pt x="0" y="18"/>
                  </a:cubicBezTo>
                  <a:cubicBezTo>
                    <a:pt x="0" y="13"/>
                    <a:pt x="7" y="6"/>
                    <a:pt x="16" y="3"/>
                  </a:cubicBezTo>
                  <a:cubicBezTo>
                    <a:pt x="25" y="0"/>
                    <a:pt x="33" y="2"/>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 name="Freeform 640">
              <a:extLst>
                <a:ext uri="{FF2B5EF4-FFF2-40B4-BE49-F238E27FC236}">
                  <a16:creationId xmlns:a16="http://schemas.microsoft.com/office/drawing/2014/main" id="{E675BE58-7C84-422E-40EB-D2AE3CB08265}"/>
                </a:ext>
              </a:extLst>
            </p:cNvPr>
            <p:cNvSpPr>
              <a:spLocks/>
            </p:cNvSpPr>
            <p:nvPr/>
          </p:nvSpPr>
          <p:spPr bwMode="auto">
            <a:xfrm rot="5094805">
              <a:off x="689729" y="4635819"/>
              <a:ext cx="86829" cy="75404"/>
            </a:xfrm>
            <a:custGeom>
              <a:avLst/>
              <a:gdLst>
                <a:gd name="T0" fmla="*/ 34 w 35"/>
                <a:gd name="T1" fmla="*/ 10 h 30"/>
                <a:gd name="T2" fmla="*/ 20 w 35"/>
                <a:gd name="T3" fmla="*/ 27 h 30"/>
                <a:gd name="T4" fmla="*/ 1 w 35"/>
                <a:gd name="T5" fmla="*/ 20 h 30"/>
                <a:gd name="T6" fmla="*/ 16 w 35"/>
                <a:gd name="T7" fmla="*/ 2 h 30"/>
                <a:gd name="T8" fmla="*/ 34 w 35"/>
                <a:gd name="T9" fmla="*/ 10 h 30"/>
              </a:gdLst>
              <a:ahLst/>
              <a:cxnLst>
                <a:cxn ang="0">
                  <a:pos x="T0" y="T1"/>
                </a:cxn>
                <a:cxn ang="0">
                  <a:pos x="T2" y="T3"/>
                </a:cxn>
                <a:cxn ang="0">
                  <a:pos x="T4" y="T5"/>
                </a:cxn>
                <a:cxn ang="0">
                  <a:pos x="T6" y="T7"/>
                </a:cxn>
                <a:cxn ang="0">
                  <a:pos x="T8" y="T9"/>
                </a:cxn>
              </a:cxnLst>
              <a:rect l="0" t="0" r="r" b="b"/>
              <a:pathLst>
                <a:path w="35" h="30">
                  <a:moveTo>
                    <a:pt x="34" y="10"/>
                  </a:moveTo>
                  <a:cubicBezTo>
                    <a:pt x="35" y="17"/>
                    <a:pt x="29" y="25"/>
                    <a:pt x="20" y="27"/>
                  </a:cubicBezTo>
                  <a:cubicBezTo>
                    <a:pt x="11" y="30"/>
                    <a:pt x="1" y="27"/>
                    <a:pt x="1" y="20"/>
                  </a:cubicBezTo>
                  <a:cubicBezTo>
                    <a:pt x="0" y="13"/>
                    <a:pt x="7" y="5"/>
                    <a:pt x="16" y="2"/>
                  </a:cubicBezTo>
                  <a:cubicBezTo>
                    <a:pt x="25" y="0"/>
                    <a:pt x="33" y="3"/>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 name="Freeform 641">
              <a:extLst>
                <a:ext uri="{FF2B5EF4-FFF2-40B4-BE49-F238E27FC236}">
                  <a16:creationId xmlns:a16="http://schemas.microsoft.com/office/drawing/2014/main" id="{CCF0C45E-D231-F344-59FE-BD9E2E51E0B5}"/>
                </a:ext>
              </a:extLst>
            </p:cNvPr>
            <p:cNvSpPr>
              <a:spLocks/>
            </p:cNvSpPr>
            <p:nvPr/>
          </p:nvSpPr>
          <p:spPr bwMode="auto">
            <a:xfrm rot="5094805">
              <a:off x="764678" y="4816026"/>
              <a:ext cx="89114" cy="84544"/>
            </a:xfrm>
            <a:custGeom>
              <a:avLst/>
              <a:gdLst>
                <a:gd name="T0" fmla="*/ 35 w 36"/>
                <a:gd name="T1" fmla="*/ 13 h 34"/>
                <a:gd name="T2" fmla="*/ 20 w 36"/>
                <a:gd name="T3" fmla="*/ 32 h 34"/>
                <a:gd name="T4" fmla="*/ 1 w 36"/>
                <a:gd name="T5" fmla="*/ 22 h 34"/>
                <a:gd name="T6" fmla="*/ 17 w 36"/>
                <a:gd name="T7" fmla="*/ 3 h 34"/>
                <a:gd name="T8" fmla="*/ 35 w 36"/>
                <a:gd name="T9" fmla="*/ 13 h 34"/>
              </a:gdLst>
              <a:ahLst/>
              <a:cxnLst>
                <a:cxn ang="0">
                  <a:pos x="T0" y="T1"/>
                </a:cxn>
                <a:cxn ang="0">
                  <a:pos x="T2" y="T3"/>
                </a:cxn>
                <a:cxn ang="0">
                  <a:pos x="T4" y="T5"/>
                </a:cxn>
                <a:cxn ang="0">
                  <a:pos x="T6" y="T7"/>
                </a:cxn>
                <a:cxn ang="0">
                  <a:pos x="T8" y="T9"/>
                </a:cxn>
              </a:cxnLst>
              <a:rect l="0" t="0" r="r" b="b"/>
              <a:pathLst>
                <a:path w="36" h="34">
                  <a:moveTo>
                    <a:pt x="35" y="13"/>
                  </a:moveTo>
                  <a:cubicBezTo>
                    <a:pt x="36" y="21"/>
                    <a:pt x="29" y="29"/>
                    <a:pt x="20" y="32"/>
                  </a:cubicBezTo>
                  <a:cubicBezTo>
                    <a:pt x="11" y="34"/>
                    <a:pt x="2" y="30"/>
                    <a:pt x="1" y="22"/>
                  </a:cubicBezTo>
                  <a:cubicBezTo>
                    <a:pt x="0" y="15"/>
                    <a:pt x="8" y="5"/>
                    <a:pt x="17" y="3"/>
                  </a:cubicBezTo>
                  <a:cubicBezTo>
                    <a:pt x="27" y="0"/>
                    <a:pt x="34" y="5"/>
                    <a:pt x="3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 name="Freeform 672">
              <a:extLst>
                <a:ext uri="{FF2B5EF4-FFF2-40B4-BE49-F238E27FC236}">
                  <a16:creationId xmlns:a16="http://schemas.microsoft.com/office/drawing/2014/main" id="{ED877BEA-F784-0D56-8618-D9A6EAA2D915}"/>
                </a:ext>
              </a:extLst>
            </p:cNvPr>
            <p:cNvSpPr>
              <a:spLocks/>
            </p:cNvSpPr>
            <p:nvPr/>
          </p:nvSpPr>
          <p:spPr bwMode="auto">
            <a:xfrm rot="5094805">
              <a:off x="1459789" y="6874927"/>
              <a:ext cx="91399" cy="116534"/>
            </a:xfrm>
            <a:custGeom>
              <a:avLst/>
              <a:gdLst>
                <a:gd name="T0" fmla="*/ 36 w 37"/>
                <a:gd name="T1" fmla="*/ 19 h 47"/>
                <a:gd name="T2" fmla="*/ 22 w 37"/>
                <a:gd name="T3" fmla="*/ 44 h 47"/>
                <a:gd name="T4" fmla="*/ 1 w 37"/>
                <a:gd name="T5" fmla="*/ 26 h 47"/>
                <a:gd name="T6" fmla="*/ 16 w 37"/>
                <a:gd name="T7" fmla="*/ 2 h 47"/>
                <a:gd name="T8" fmla="*/ 36 w 37"/>
                <a:gd name="T9" fmla="*/ 19 h 47"/>
              </a:gdLst>
              <a:ahLst/>
              <a:cxnLst>
                <a:cxn ang="0">
                  <a:pos x="T0" y="T1"/>
                </a:cxn>
                <a:cxn ang="0">
                  <a:pos x="T2" y="T3"/>
                </a:cxn>
                <a:cxn ang="0">
                  <a:pos x="T4" y="T5"/>
                </a:cxn>
                <a:cxn ang="0">
                  <a:pos x="T6" y="T7"/>
                </a:cxn>
                <a:cxn ang="0">
                  <a:pos x="T8" y="T9"/>
                </a:cxn>
              </a:cxnLst>
              <a:rect l="0" t="0" r="r" b="b"/>
              <a:pathLst>
                <a:path w="37" h="47">
                  <a:moveTo>
                    <a:pt x="36" y="19"/>
                  </a:moveTo>
                  <a:cubicBezTo>
                    <a:pt x="37" y="30"/>
                    <a:pt x="31" y="41"/>
                    <a:pt x="22" y="44"/>
                  </a:cubicBezTo>
                  <a:cubicBezTo>
                    <a:pt x="12" y="47"/>
                    <a:pt x="2" y="38"/>
                    <a:pt x="1" y="26"/>
                  </a:cubicBezTo>
                  <a:cubicBezTo>
                    <a:pt x="0" y="15"/>
                    <a:pt x="7" y="4"/>
                    <a:pt x="16" y="2"/>
                  </a:cubicBezTo>
                  <a:cubicBezTo>
                    <a:pt x="26" y="0"/>
                    <a:pt x="34" y="7"/>
                    <a:pt x="3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 name="Freeform 673">
              <a:extLst>
                <a:ext uri="{FF2B5EF4-FFF2-40B4-BE49-F238E27FC236}">
                  <a16:creationId xmlns:a16="http://schemas.microsoft.com/office/drawing/2014/main" id="{66A6F90B-19B9-3BE5-8605-E7BA1B9A6CF8}"/>
                </a:ext>
              </a:extLst>
            </p:cNvPr>
            <p:cNvSpPr>
              <a:spLocks/>
            </p:cNvSpPr>
            <p:nvPr/>
          </p:nvSpPr>
          <p:spPr bwMode="auto">
            <a:xfrm rot="5094805">
              <a:off x="1403675" y="6682637"/>
              <a:ext cx="91399" cy="116534"/>
            </a:xfrm>
            <a:custGeom>
              <a:avLst/>
              <a:gdLst>
                <a:gd name="T0" fmla="*/ 36 w 37"/>
                <a:gd name="T1" fmla="*/ 19 h 47"/>
                <a:gd name="T2" fmla="*/ 21 w 37"/>
                <a:gd name="T3" fmla="*/ 45 h 47"/>
                <a:gd name="T4" fmla="*/ 1 w 37"/>
                <a:gd name="T5" fmla="*/ 25 h 47"/>
                <a:gd name="T6" fmla="*/ 17 w 37"/>
                <a:gd name="T7" fmla="*/ 1 h 47"/>
                <a:gd name="T8" fmla="*/ 36 w 37"/>
                <a:gd name="T9" fmla="*/ 19 h 47"/>
              </a:gdLst>
              <a:ahLst/>
              <a:cxnLst>
                <a:cxn ang="0">
                  <a:pos x="T0" y="T1"/>
                </a:cxn>
                <a:cxn ang="0">
                  <a:pos x="T2" y="T3"/>
                </a:cxn>
                <a:cxn ang="0">
                  <a:pos x="T4" y="T5"/>
                </a:cxn>
                <a:cxn ang="0">
                  <a:pos x="T6" y="T7"/>
                </a:cxn>
                <a:cxn ang="0">
                  <a:pos x="T8" y="T9"/>
                </a:cxn>
              </a:cxnLst>
              <a:rect l="0" t="0" r="r" b="b"/>
              <a:pathLst>
                <a:path w="37" h="47">
                  <a:moveTo>
                    <a:pt x="36" y="19"/>
                  </a:moveTo>
                  <a:cubicBezTo>
                    <a:pt x="37" y="31"/>
                    <a:pt x="30" y="42"/>
                    <a:pt x="21" y="45"/>
                  </a:cubicBezTo>
                  <a:cubicBezTo>
                    <a:pt x="11" y="47"/>
                    <a:pt x="2" y="37"/>
                    <a:pt x="1" y="25"/>
                  </a:cubicBezTo>
                  <a:cubicBezTo>
                    <a:pt x="0" y="13"/>
                    <a:pt x="7" y="3"/>
                    <a:pt x="17" y="1"/>
                  </a:cubicBezTo>
                  <a:cubicBezTo>
                    <a:pt x="26" y="0"/>
                    <a:pt x="34" y="8"/>
                    <a:pt x="3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 name="Freeform 674">
              <a:extLst>
                <a:ext uri="{FF2B5EF4-FFF2-40B4-BE49-F238E27FC236}">
                  <a16:creationId xmlns:a16="http://schemas.microsoft.com/office/drawing/2014/main" id="{8826F54A-9F25-E8C3-8785-42335AA82787}"/>
                </a:ext>
              </a:extLst>
            </p:cNvPr>
            <p:cNvSpPr>
              <a:spLocks/>
            </p:cNvSpPr>
            <p:nvPr/>
          </p:nvSpPr>
          <p:spPr bwMode="auto">
            <a:xfrm rot="5094805">
              <a:off x="1354186" y="6487463"/>
              <a:ext cx="91399" cy="116534"/>
            </a:xfrm>
            <a:custGeom>
              <a:avLst/>
              <a:gdLst>
                <a:gd name="T0" fmla="*/ 36 w 37"/>
                <a:gd name="T1" fmla="*/ 21 h 47"/>
                <a:gd name="T2" fmla="*/ 21 w 37"/>
                <a:gd name="T3" fmla="*/ 46 h 47"/>
                <a:gd name="T4" fmla="*/ 1 w 37"/>
                <a:gd name="T5" fmla="*/ 26 h 47"/>
                <a:gd name="T6" fmla="*/ 17 w 37"/>
                <a:gd name="T7" fmla="*/ 1 h 47"/>
                <a:gd name="T8" fmla="*/ 36 w 37"/>
                <a:gd name="T9" fmla="*/ 21 h 47"/>
              </a:gdLst>
              <a:ahLst/>
              <a:cxnLst>
                <a:cxn ang="0">
                  <a:pos x="T0" y="T1"/>
                </a:cxn>
                <a:cxn ang="0">
                  <a:pos x="T2" y="T3"/>
                </a:cxn>
                <a:cxn ang="0">
                  <a:pos x="T4" y="T5"/>
                </a:cxn>
                <a:cxn ang="0">
                  <a:pos x="T6" y="T7"/>
                </a:cxn>
                <a:cxn ang="0">
                  <a:pos x="T8" y="T9"/>
                </a:cxn>
              </a:cxnLst>
              <a:rect l="0" t="0" r="r" b="b"/>
              <a:pathLst>
                <a:path w="37" h="47">
                  <a:moveTo>
                    <a:pt x="36" y="21"/>
                  </a:moveTo>
                  <a:cubicBezTo>
                    <a:pt x="37" y="33"/>
                    <a:pt x="30" y="44"/>
                    <a:pt x="21" y="46"/>
                  </a:cubicBezTo>
                  <a:cubicBezTo>
                    <a:pt x="12" y="47"/>
                    <a:pt x="3" y="38"/>
                    <a:pt x="1" y="26"/>
                  </a:cubicBezTo>
                  <a:cubicBezTo>
                    <a:pt x="0" y="14"/>
                    <a:pt x="7" y="2"/>
                    <a:pt x="17" y="1"/>
                  </a:cubicBezTo>
                  <a:cubicBezTo>
                    <a:pt x="27" y="0"/>
                    <a:pt x="35" y="9"/>
                    <a:pt x="3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 name="Freeform 675">
              <a:extLst>
                <a:ext uri="{FF2B5EF4-FFF2-40B4-BE49-F238E27FC236}">
                  <a16:creationId xmlns:a16="http://schemas.microsoft.com/office/drawing/2014/main" id="{128ABF3B-DEF1-C9C7-2C8F-CC155A74B7E1}"/>
                </a:ext>
              </a:extLst>
            </p:cNvPr>
            <p:cNvSpPr>
              <a:spLocks/>
            </p:cNvSpPr>
            <p:nvPr/>
          </p:nvSpPr>
          <p:spPr bwMode="auto">
            <a:xfrm rot="5094805">
              <a:off x="1312972" y="6295096"/>
              <a:ext cx="89114" cy="116534"/>
            </a:xfrm>
            <a:custGeom>
              <a:avLst/>
              <a:gdLst>
                <a:gd name="T0" fmla="*/ 35 w 36"/>
                <a:gd name="T1" fmla="*/ 22 h 47"/>
                <a:gd name="T2" fmla="*/ 21 w 36"/>
                <a:gd name="T3" fmla="*/ 46 h 47"/>
                <a:gd name="T4" fmla="*/ 1 w 36"/>
                <a:gd name="T5" fmla="*/ 26 h 47"/>
                <a:gd name="T6" fmla="*/ 17 w 36"/>
                <a:gd name="T7" fmla="*/ 1 h 47"/>
                <a:gd name="T8" fmla="*/ 35 w 36"/>
                <a:gd name="T9" fmla="*/ 22 h 47"/>
              </a:gdLst>
              <a:ahLst/>
              <a:cxnLst>
                <a:cxn ang="0">
                  <a:pos x="T0" y="T1"/>
                </a:cxn>
                <a:cxn ang="0">
                  <a:pos x="T2" y="T3"/>
                </a:cxn>
                <a:cxn ang="0">
                  <a:pos x="T4" y="T5"/>
                </a:cxn>
                <a:cxn ang="0">
                  <a:pos x="T6" y="T7"/>
                </a:cxn>
                <a:cxn ang="0">
                  <a:pos x="T8" y="T9"/>
                </a:cxn>
              </a:cxnLst>
              <a:rect l="0" t="0" r="r" b="b"/>
              <a:pathLst>
                <a:path w="36" h="47">
                  <a:moveTo>
                    <a:pt x="35" y="22"/>
                  </a:moveTo>
                  <a:cubicBezTo>
                    <a:pt x="36" y="34"/>
                    <a:pt x="30" y="45"/>
                    <a:pt x="21" y="46"/>
                  </a:cubicBezTo>
                  <a:cubicBezTo>
                    <a:pt x="12" y="47"/>
                    <a:pt x="3" y="38"/>
                    <a:pt x="1" y="26"/>
                  </a:cubicBezTo>
                  <a:cubicBezTo>
                    <a:pt x="0" y="13"/>
                    <a:pt x="7" y="1"/>
                    <a:pt x="17" y="1"/>
                  </a:cubicBezTo>
                  <a:cubicBezTo>
                    <a:pt x="26" y="0"/>
                    <a:pt x="34" y="9"/>
                    <a:pt x="3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 name="Freeform 676">
              <a:extLst>
                <a:ext uri="{FF2B5EF4-FFF2-40B4-BE49-F238E27FC236}">
                  <a16:creationId xmlns:a16="http://schemas.microsoft.com/office/drawing/2014/main" id="{EC9FC89C-C93D-ABC6-32BA-9A945DAF2107}"/>
                </a:ext>
              </a:extLst>
            </p:cNvPr>
            <p:cNvSpPr>
              <a:spLocks/>
            </p:cNvSpPr>
            <p:nvPr/>
          </p:nvSpPr>
          <p:spPr bwMode="auto">
            <a:xfrm rot="5094805">
              <a:off x="1261718" y="6102488"/>
              <a:ext cx="86829" cy="123389"/>
            </a:xfrm>
            <a:custGeom>
              <a:avLst/>
              <a:gdLst>
                <a:gd name="T0" fmla="*/ 34 w 35"/>
                <a:gd name="T1" fmla="*/ 20 h 50"/>
                <a:gd name="T2" fmla="*/ 20 w 35"/>
                <a:gd name="T3" fmla="*/ 47 h 50"/>
                <a:gd name="T4" fmla="*/ 0 w 35"/>
                <a:gd name="T5" fmla="*/ 27 h 50"/>
                <a:gd name="T6" fmla="*/ 16 w 35"/>
                <a:gd name="T7" fmla="*/ 2 h 50"/>
                <a:gd name="T8" fmla="*/ 34 w 35"/>
                <a:gd name="T9" fmla="*/ 20 h 50"/>
              </a:gdLst>
              <a:ahLst/>
              <a:cxnLst>
                <a:cxn ang="0">
                  <a:pos x="T0" y="T1"/>
                </a:cxn>
                <a:cxn ang="0">
                  <a:pos x="T2" y="T3"/>
                </a:cxn>
                <a:cxn ang="0">
                  <a:pos x="T4" y="T5"/>
                </a:cxn>
                <a:cxn ang="0">
                  <a:pos x="T6" y="T7"/>
                </a:cxn>
                <a:cxn ang="0">
                  <a:pos x="T8" y="T9"/>
                </a:cxn>
              </a:cxnLst>
              <a:rect l="0" t="0" r="r" b="b"/>
              <a:pathLst>
                <a:path w="35" h="50">
                  <a:moveTo>
                    <a:pt x="34" y="20"/>
                  </a:moveTo>
                  <a:cubicBezTo>
                    <a:pt x="35" y="32"/>
                    <a:pt x="29" y="44"/>
                    <a:pt x="20" y="47"/>
                  </a:cubicBezTo>
                  <a:cubicBezTo>
                    <a:pt x="11" y="50"/>
                    <a:pt x="1" y="40"/>
                    <a:pt x="0" y="27"/>
                  </a:cubicBezTo>
                  <a:cubicBezTo>
                    <a:pt x="0" y="15"/>
                    <a:pt x="7" y="4"/>
                    <a:pt x="16" y="2"/>
                  </a:cubicBezTo>
                  <a:cubicBezTo>
                    <a:pt x="25" y="0"/>
                    <a:pt x="33" y="7"/>
                    <a:pt x="34"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 name="Freeform 677">
              <a:extLst>
                <a:ext uri="{FF2B5EF4-FFF2-40B4-BE49-F238E27FC236}">
                  <a16:creationId xmlns:a16="http://schemas.microsoft.com/office/drawing/2014/main" id="{28F72708-A01D-BF9A-121D-FEC3D6A45C3E}"/>
                </a:ext>
              </a:extLst>
            </p:cNvPr>
            <p:cNvSpPr>
              <a:spLocks/>
            </p:cNvSpPr>
            <p:nvPr/>
          </p:nvSpPr>
          <p:spPr bwMode="auto">
            <a:xfrm rot="5094805">
              <a:off x="1193183" y="5912349"/>
              <a:ext cx="89114" cy="123389"/>
            </a:xfrm>
            <a:custGeom>
              <a:avLst/>
              <a:gdLst>
                <a:gd name="T0" fmla="*/ 35 w 36"/>
                <a:gd name="T1" fmla="*/ 19 h 50"/>
                <a:gd name="T2" fmla="*/ 21 w 36"/>
                <a:gd name="T3" fmla="*/ 47 h 50"/>
                <a:gd name="T4" fmla="*/ 1 w 36"/>
                <a:gd name="T5" fmla="*/ 29 h 50"/>
                <a:gd name="T6" fmla="*/ 16 w 36"/>
                <a:gd name="T7" fmla="*/ 3 h 50"/>
                <a:gd name="T8" fmla="*/ 35 w 36"/>
                <a:gd name="T9" fmla="*/ 19 h 50"/>
              </a:gdLst>
              <a:ahLst/>
              <a:cxnLst>
                <a:cxn ang="0">
                  <a:pos x="T0" y="T1"/>
                </a:cxn>
                <a:cxn ang="0">
                  <a:pos x="T2" y="T3"/>
                </a:cxn>
                <a:cxn ang="0">
                  <a:pos x="T4" y="T5"/>
                </a:cxn>
                <a:cxn ang="0">
                  <a:pos x="T6" y="T7"/>
                </a:cxn>
                <a:cxn ang="0">
                  <a:pos x="T8" y="T9"/>
                </a:cxn>
              </a:cxnLst>
              <a:rect l="0" t="0" r="r" b="b"/>
              <a:pathLst>
                <a:path w="36" h="50">
                  <a:moveTo>
                    <a:pt x="35" y="19"/>
                  </a:moveTo>
                  <a:cubicBezTo>
                    <a:pt x="36" y="32"/>
                    <a:pt x="30" y="44"/>
                    <a:pt x="21" y="47"/>
                  </a:cubicBezTo>
                  <a:cubicBezTo>
                    <a:pt x="12" y="50"/>
                    <a:pt x="2" y="41"/>
                    <a:pt x="1" y="29"/>
                  </a:cubicBezTo>
                  <a:cubicBezTo>
                    <a:pt x="0" y="17"/>
                    <a:pt x="7" y="5"/>
                    <a:pt x="16" y="3"/>
                  </a:cubicBezTo>
                  <a:cubicBezTo>
                    <a:pt x="25" y="0"/>
                    <a:pt x="34" y="7"/>
                    <a:pt x="35"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 name="Freeform 678">
              <a:extLst>
                <a:ext uri="{FF2B5EF4-FFF2-40B4-BE49-F238E27FC236}">
                  <a16:creationId xmlns:a16="http://schemas.microsoft.com/office/drawing/2014/main" id="{B5C7260F-FE6C-2D54-3018-042A4B5E853C}"/>
                </a:ext>
              </a:extLst>
            </p:cNvPr>
            <p:cNvSpPr>
              <a:spLocks/>
            </p:cNvSpPr>
            <p:nvPr/>
          </p:nvSpPr>
          <p:spPr bwMode="auto">
            <a:xfrm rot="5094805">
              <a:off x="1126199" y="5730291"/>
              <a:ext cx="86829" cy="116534"/>
            </a:xfrm>
            <a:custGeom>
              <a:avLst/>
              <a:gdLst>
                <a:gd name="T0" fmla="*/ 34 w 35"/>
                <a:gd name="T1" fmla="*/ 19 h 48"/>
                <a:gd name="T2" fmla="*/ 20 w 35"/>
                <a:gd name="T3" fmla="*/ 45 h 48"/>
                <a:gd name="T4" fmla="*/ 0 w 35"/>
                <a:gd name="T5" fmla="*/ 27 h 48"/>
                <a:gd name="T6" fmla="*/ 16 w 35"/>
                <a:gd name="T7" fmla="*/ 2 h 48"/>
                <a:gd name="T8" fmla="*/ 34 w 35"/>
                <a:gd name="T9" fmla="*/ 19 h 48"/>
              </a:gdLst>
              <a:ahLst/>
              <a:cxnLst>
                <a:cxn ang="0">
                  <a:pos x="T0" y="T1"/>
                </a:cxn>
                <a:cxn ang="0">
                  <a:pos x="T2" y="T3"/>
                </a:cxn>
                <a:cxn ang="0">
                  <a:pos x="T4" y="T5"/>
                </a:cxn>
                <a:cxn ang="0">
                  <a:pos x="T6" y="T7"/>
                </a:cxn>
                <a:cxn ang="0">
                  <a:pos x="T8" y="T9"/>
                </a:cxn>
              </a:cxnLst>
              <a:rect l="0" t="0" r="r" b="b"/>
              <a:pathLst>
                <a:path w="35" h="48">
                  <a:moveTo>
                    <a:pt x="34" y="19"/>
                  </a:moveTo>
                  <a:cubicBezTo>
                    <a:pt x="35" y="31"/>
                    <a:pt x="29" y="43"/>
                    <a:pt x="20" y="45"/>
                  </a:cubicBezTo>
                  <a:cubicBezTo>
                    <a:pt x="11" y="48"/>
                    <a:pt x="1" y="39"/>
                    <a:pt x="0" y="27"/>
                  </a:cubicBezTo>
                  <a:cubicBezTo>
                    <a:pt x="0" y="16"/>
                    <a:pt x="7" y="5"/>
                    <a:pt x="16" y="2"/>
                  </a:cubicBezTo>
                  <a:cubicBezTo>
                    <a:pt x="25" y="0"/>
                    <a:pt x="33" y="7"/>
                    <a:pt x="34"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 name="Freeform 679">
              <a:extLst>
                <a:ext uri="{FF2B5EF4-FFF2-40B4-BE49-F238E27FC236}">
                  <a16:creationId xmlns:a16="http://schemas.microsoft.com/office/drawing/2014/main" id="{477CA367-8618-87A2-BD68-43826C1A337B}"/>
                </a:ext>
              </a:extLst>
            </p:cNvPr>
            <p:cNvSpPr>
              <a:spLocks/>
            </p:cNvSpPr>
            <p:nvPr/>
          </p:nvSpPr>
          <p:spPr bwMode="auto">
            <a:xfrm rot="5094805">
              <a:off x="1055697" y="5545012"/>
              <a:ext cx="86829" cy="114249"/>
            </a:xfrm>
            <a:custGeom>
              <a:avLst/>
              <a:gdLst>
                <a:gd name="T0" fmla="*/ 34 w 35"/>
                <a:gd name="T1" fmla="*/ 18 h 46"/>
                <a:gd name="T2" fmla="*/ 20 w 35"/>
                <a:gd name="T3" fmla="*/ 43 h 46"/>
                <a:gd name="T4" fmla="*/ 1 w 35"/>
                <a:gd name="T5" fmla="*/ 26 h 46"/>
                <a:gd name="T6" fmla="*/ 16 w 35"/>
                <a:gd name="T7" fmla="*/ 2 h 46"/>
                <a:gd name="T8" fmla="*/ 34 w 35"/>
                <a:gd name="T9" fmla="*/ 18 h 46"/>
              </a:gdLst>
              <a:ahLst/>
              <a:cxnLst>
                <a:cxn ang="0">
                  <a:pos x="T0" y="T1"/>
                </a:cxn>
                <a:cxn ang="0">
                  <a:pos x="T2" y="T3"/>
                </a:cxn>
                <a:cxn ang="0">
                  <a:pos x="T4" y="T5"/>
                </a:cxn>
                <a:cxn ang="0">
                  <a:pos x="T6" y="T7"/>
                </a:cxn>
                <a:cxn ang="0">
                  <a:pos x="T8" y="T9"/>
                </a:cxn>
              </a:cxnLst>
              <a:rect l="0" t="0" r="r" b="b"/>
              <a:pathLst>
                <a:path w="35" h="46">
                  <a:moveTo>
                    <a:pt x="34" y="18"/>
                  </a:moveTo>
                  <a:cubicBezTo>
                    <a:pt x="35" y="29"/>
                    <a:pt x="29" y="40"/>
                    <a:pt x="20" y="43"/>
                  </a:cubicBezTo>
                  <a:cubicBezTo>
                    <a:pt x="11" y="46"/>
                    <a:pt x="1" y="38"/>
                    <a:pt x="1" y="26"/>
                  </a:cubicBezTo>
                  <a:cubicBezTo>
                    <a:pt x="0" y="16"/>
                    <a:pt x="7" y="5"/>
                    <a:pt x="16" y="2"/>
                  </a:cubicBezTo>
                  <a:cubicBezTo>
                    <a:pt x="25" y="0"/>
                    <a:pt x="33" y="6"/>
                    <a:pt x="3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 name="Freeform 680">
              <a:extLst>
                <a:ext uri="{FF2B5EF4-FFF2-40B4-BE49-F238E27FC236}">
                  <a16:creationId xmlns:a16="http://schemas.microsoft.com/office/drawing/2014/main" id="{B09203F9-7D52-BE73-FBB9-869F076831A0}"/>
                </a:ext>
              </a:extLst>
            </p:cNvPr>
            <p:cNvSpPr>
              <a:spLocks/>
            </p:cNvSpPr>
            <p:nvPr/>
          </p:nvSpPr>
          <p:spPr bwMode="auto">
            <a:xfrm rot="5094805">
              <a:off x="983014" y="5362115"/>
              <a:ext cx="89114" cy="109679"/>
            </a:xfrm>
            <a:custGeom>
              <a:avLst/>
              <a:gdLst>
                <a:gd name="T0" fmla="*/ 34 w 36"/>
                <a:gd name="T1" fmla="*/ 16 h 44"/>
                <a:gd name="T2" fmla="*/ 21 w 36"/>
                <a:gd name="T3" fmla="*/ 41 h 44"/>
                <a:gd name="T4" fmla="*/ 1 w 36"/>
                <a:gd name="T5" fmla="*/ 26 h 44"/>
                <a:gd name="T6" fmla="*/ 16 w 36"/>
                <a:gd name="T7" fmla="*/ 3 h 44"/>
                <a:gd name="T8" fmla="*/ 34 w 36"/>
                <a:gd name="T9" fmla="*/ 16 h 44"/>
              </a:gdLst>
              <a:ahLst/>
              <a:cxnLst>
                <a:cxn ang="0">
                  <a:pos x="T0" y="T1"/>
                </a:cxn>
                <a:cxn ang="0">
                  <a:pos x="T2" y="T3"/>
                </a:cxn>
                <a:cxn ang="0">
                  <a:pos x="T4" y="T5"/>
                </a:cxn>
                <a:cxn ang="0">
                  <a:pos x="T6" y="T7"/>
                </a:cxn>
                <a:cxn ang="0">
                  <a:pos x="T8" y="T9"/>
                </a:cxn>
              </a:cxnLst>
              <a:rect l="0" t="0" r="r" b="b"/>
              <a:pathLst>
                <a:path w="36" h="44">
                  <a:moveTo>
                    <a:pt x="34" y="16"/>
                  </a:moveTo>
                  <a:cubicBezTo>
                    <a:pt x="36" y="27"/>
                    <a:pt x="30" y="38"/>
                    <a:pt x="21" y="41"/>
                  </a:cubicBezTo>
                  <a:cubicBezTo>
                    <a:pt x="12" y="44"/>
                    <a:pt x="2" y="37"/>
                    <a:pt x="1" y="26"/>
                  </a:cubicBezTo>
                  <a:cubicBezTo>
                    <a:pt x="0" y="16"/>
                    <a:pt x="7" y="6"/>
                    <a:pt x="16" y="3"/>
                  </a:cubicBezTo>
                  <a:cubicBezTo>
                    <a:pt x="25" y="0"/>
                    <a:pt x="33" y="6"/>
                    <a:pt x="34"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 name="Freeform 681">
              <a:extLst>
                <a:ext uri="{FF2B5EF4-FFF2-40B4-BE49-F238E27FC236}">
                  <a16:creationId xmlns:a16="http://schemas.microsoft.com/office/drawing/2014/main" id="{301CCB0E-4F59-B5E4-AA2D-813A1B2D4858}"/>
                </a:ext>
              </a:extLst>
            </p:cNvPr>
            <p:cNvSpPr>
              <a:spLocks/>
            </p:cNvSpPr>
            <p:nvPr/>
          </p:nvSpPr>
          <p:spPr bwMode="auto">
            <a:xfrm rot="5094805">
              <a:off x="912309" y="5179130"/>
              <a:ext cx="89114" cy="98254"/>
            </a:xfrm>
            <a:custGeom>
              <a:avLst/>
              <a:gdLst>
                <a:gd name="T0" fmla="*/ 35 w 36"/>
                <a:gd name="T1" fmla="*/ 15 h 40"/>
                <a:gd name="T2" fmla="*/ 21 w 36"/>
                <a:gd name="T3" fmla="*/ 38 h 40"/>
                <a:gd name="T4" fmla="*/ 2 w 36"/>
                <a:gd name="T5" fmla="*/ 26 h 40"/>
                <a:gd name="T6" fmla="*/ 17 w 36"/>
                <a:gd name="T7" fmla="*/ 3 h 40"/>
                <a:gd name="T8" fmla="*/ 35 w 36"/>
                <a:gd name="T9" fmla="*/ 15 h 40"/>
              </a:gdLst>
              <a:ahLst/>
              <a:cxnLst>
                <a:cxn ang="0">
                  <a:pos x="T0" y="T1"/>
                </a:cxn>
                <a:cxn ang="0">
                  <a:pos x="T2" y="T3"/>
                </a:cxn>
                <a:cxn ang="0">
                  <a:pos x="T4" y="T5"/>
                </a:cxn>
                <a:cxn ang="0">
                  <a:pos x="T6" y="T7"/>
                </a:cxn>
                <a:cxn ang="0">
                  <a:pos x="T8" y="T9"/>
                </a:cxn>
              </a:cxnLst>
              <a:rect l="0" t="0" r="r" b="b"/>
              <a:pathLst>
                <a:path w="36" h="40">
                  <a:moveTo>
                    <a:pt x="35" y="15"/>
                  </a:moveTo>
                  <a:cubicBezTo>
                    <a:pt x="36" y="25"/>
                    <a:pt x="30" y="35"/>
                    <a:pt x="21" y="38"/>
                  </a:cubicBezTo>
                  <a:cubicBezTo>
                    <a:pt x="12" y="40"/>
                    <a:pt x="3" y="35"/>
                    <a:pt x="2" y="26"/>
                  </a:cubicBezTo>
                  <a:cubicBezTo>
                    <a:pt x="0" y="16"/>
                    <a:pt x="7" y="5"/>
                    <a:pt x="17" y="3"/>
                  </a:cubicBezTo>
                  <a:cubicBezTo>
                    <a:pt x="26" y="0"/>
                    <a:pt x="34" y="6"/>
                    <a:pt x="3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 name="Freeform 682">
              <a:extLst>
                <a:ext uri="{FF2B5EF4-FFF2-40B4-BE49-F238E27FC236}">
                  <a16:creationId xmlns:a16="http://schemas.microsoft.com/office/drawing/2014/main" id="{0BC55378-C0A8-9EF8-EF50-71410F38F6C7}"/>
                </a:ext>
              </a:extLst>
            </p:cNvPr>
            <p:cNvSpPr>
              <a:spLocks/>
            </p:cNvSpPr>
            <p:nvPr/>
          </p:nvSpPr>
          <p:spPr bwMode="auto">
            <a:xfrm rot="5094805">
              <a:off x="839636" y="4996435"/>
              <a:ext cx="86829" cy="93684"/>
            </a:xfrm>
            <a:custGeom>
              <a:avLst/>
              <a:gdLst>
                <a:gd name="T0" fmla="*/ 34 w 35"/>
                <a:gd name="T1" fmla="*/ 14 h 38"/>
                <a:gd name="T2" fmla="*/ 20 w 35"/>
                <a:gd name="T3" fmla="*/ 35 h 38"/>
                <a:gd name="T4" fmla="*/ 1 w 35"/>
                <a:gd name="T5" fmla="*/ 25 h 38"/>
                <a:gd name="T6" fmla="*/ 16 w 35"/>
                <a:gd name="T7" fmla="*/ 3 h 38"/>
                <a:gd name="T8" fmla="*/ 34 w 35"/>
                <a:gd name="T9" fmla="*/ 14 h 38"/>
              </a:gdLst>
              <a:ahLst/>
              <a:cxnLst>
                <a:cxn ang="0">
                  <a:pos x="T0" y="T1"/>
                </a:cxn>
                <a:cxn ang="0">
                  <a:pos x="T2" y="T3"/>
                </a:cxn>
                <a:cxn ang="0">
                  <a:pos x="T4" y="T5"/>
                </a:cxn>
                <a:cxn ang="0">
                  <a:pos x="T6" y="T7"/>
                </a:cxn>
                <a:cxn ang="0">
                  <a:pos x="T8" y="T9"/>
                </a:cxn>
              </a:cxnLst>
              <a:rect l="0" t="0" r="r" b="b"/>
              <a:pathLst>
                <a:path w="35" h="38">
                  <a:moveTo>
                    <a:pt x="34" y="14"/>
                  </a:moveTo>
                  <a:cubicBezTo>
                    <a:pt x="35" y="23"/>
                    <a:pt x="29" y="33"/>
                    <a:pt x="20" y="35"/>
                  </a:cubicBezTo>
                  <a:cubicBezTo>
                    <a:pt x="11" y="38"/>
                    <a:pt x="2" y="33"/>
                    <a:pt x="1" y="25"/>
                  </a:cubicBezTo>
                  <a:cubicBezTo>
                    <a:pt x="0" y="16"/>
                    <a:pt x="7" y="6"/>
                    <a:pt x="16" y="3"/>
                  </a:cubicBezTo>
                  <a:cubicBezTo>
                    <a:pt x="26" y="0"/>
                    <a:pt x="33" y="5"/>
                    <a:pt x="3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 name="Freeform 686">
              <a:extLst>
                <a:ext uri="{FF2B5EF4-FFF2-40B4-BE49-F238E27FC236}">
                  <a16:creationId xmlns:a16="http://schemas.microsoft.com/office/drawing/2014/main" id="{92D3F1BD-84D4-41B0-8A91-D130975C5472}"/>
                </a:ext>
              </a:extLst>
            </p:cNvPr>
            <p:cNvSpPr>
              <a:spLocks/>
            </p:cNvSpPr>
            <p:nvPr/>
          </p:nvSpPr>
          <p:spPr bwMode="auto">
            <a:xfrm rot="5094805">
              <a:off x="803163" y="4711849"/>
              <a:ext cx="84544" cy="75404"/>
            </a:xfrm>
            <a:custGeom>
              <a:avLst/>
              <a:gdLst>
                <a:gd name="T0" fmla="*/ 19 w 35"/>
                <a:gd name="T1" fmla="*/ 28 h 31"/>
                <a:gd name="T2" fmla="*/ 1 w 35"/>
                <a:gd name="T3" fmla="*/ 21 h 31"/>
                <a:gd name="T4" fmla="*/ 16 w 35"/>
                <a:gd name="T5" fmla="*/ 3 h 31"/>
                <a:gd name="T6" fmla="*/ 34 w 35"/>
                <a:gd name="T7" fmla="*/ 9 h 31"/>
                <a:gd name="T8" fmla="*/ 19 w 35"/>
                <a:gd name="T9" fmla="*/ 28 h 31"/>
              </a:gdLst>
              <a:ahLst/>
              <a:cxnLst>
                <a:cxn ang="0">
                  <a:pos x="T0" y="T1"/>
                </a:cxn>
                <a:cxn ang="0">
                  <a:pos x="T2" y="T3"/>
                </a:cxn>
                <a:cxn ang="0">
                  <a:pos x="T4" y="T5"/>
                </a:cxn>
                <a:cxn ang="0">
                  <a:pos x="T6" y="T7"/>
                </a:cxn>
                <a:cxn ang="0">
                  <a:pos x="T8" y="T9"/>
                </a:cxn>
              </a:cxnLst>
              <a:rect l="0" t="0" r="r" b="b"/>
              <a:pathLst>
                <a:path w="35" h="31">
                  <a:moveTo>
                    <a:pt x="19" y="28"/>
                  </a:moveTo>
                  <a:cubicBezTo>
                    <a:pt x="10" y="31"/>
                    <a:pt x="1" y="28"/>
                    <a:pt x="1" y="21"/>
                  </a:cubicBezTo>
                  <a:cubicBezTo>
                    <a:pt x="0" y="14"/>
                    <a:pt x="7" y="6"/>
                    <a:pt x="16" y="3"/>
                  </a:cubicBezTo>
                  <a:cubicBezTo>
                    <a:pt x="25" y="0"/>
                    <a:pt x="33" y="3"/>
                    <a:pt x="34" y="9"/>
                  </a:cubicBezTo>
                  <a:cubicBezTo>
                    <a:pt x="35" y="16"/>
                    <a:pt x="28" y="25"/>
                    <a:pt x="19"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 name="Freeform 687">
              <a:extLst>
                <a:ext uri="{FF2B5EF4-FFF2-40B4-BE49-F238E27FC236}">
                  <a16:creationId xmlns:a16="http://schemas.microsoft.com/office/drawing/2014/main" id="{ED059646-C72C-B96D-9A2C-88DA4D6E8AD5}"/>
                </a:ext>
              </a:extLst>
            </p:cNvPr>
            <p:cNvSpPr>
              <a:spLocks/>
            </p:cNvSpPr>
            <p:nvPr/>
          </p:nvSpPr>
          <p:spPr bwMode="auto">
            <a:xfrm rot="5094805">
              <a:off x="715582" y="4529029"/>
              <a:ext cx="89114" cy="70834"/>
            </a:xfrm>
            <a:custGeom>
              <a:avLst/>
              <a:gdLst>
                <a:gd name="T0" fmla="*/ 16 w 36"/>
                <a:gd name="T1" fmla="*/ 4 h 29"/>
                <a:gd name="T2" fmla="*/ 35 w 36"/>
                <a:gd name="T3" fmla="*/ 8 h 29"/>
                <a:gd name="T4" fmla="*/ 21 w 36"/>
                <a:gd name="T5" fmla="*/ 25 h 29"/>
                <a:gd name="T6" fmla="*/ 1 w 36"/>
                <a:gd name="T7" fmla="*/ 21 h 29"/>
                <a:gd name="T8" fmla="*/ 16 w 36"/>
                <a:gd name="T9" fmla="*/ 4 h 29"/>
              </a:gdLst>
              <a:ahLst/>
              <a:cxnLst>
                <a:cxn ang="0">
                  <a:pos x="T0" y="T1"/>
                </a:cxn>
                <a:cxn ang="0">
                  <a:pos x="T2" y="T3"/>
                </a:cxn>
                <a:cxn ang="0">
                  <a:pos x="T4" y="T5"/>
                </a:cxn>
                <a:cxn ang="0">
                  <a:pos x="T6" y="T7"/>
                </a:cxn>
                <a:cxn ang="0">
                  <a:pos x="T8" y="T9"/>
                </a:cxn>
              </a:cxnLst>
              <a:rect l="0" t="0" r="r" b="b"/>
              <a:pathLst>
                <a:path w="36" h="29">
                  <a:moveTo>
                    <a:pt x="16" y="4"/>
                  </a:moveTo>
                  <a:cubicBezTo>
                    <a:pt x="25" y="0"/>
                    <a:pt x="34" y="2"/>
                    <a:pt x="35" y="8"/>
                  </a:cubicBezTo>
                  <a:cubicBezTo>
                    <a:pt x="36" y="14"/>
                    <a:pt x="29" y="22"/>
                    <a:pt x="21" y="25"/>
                  </a:cubicBezTo>
                  <a:cubicBezTo>
                    <a:pt x="11" y="29"/>
                    <a:pt x="3" y="27"/>
                    <a:pt x="1" y="21"/>
                  </a:cubicBezTo>
                  <a:cubicBezTo>
                    <a:pt x="0" y="15"/>
                    <a:pt x="6" y="7"/>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 name="Freeform 688">
              <a:extLst>
                <a:ext uri="{FF2B5EF4-FFF2-40B4-BE49-F238E27FC236}">
                  <a16:creationId xmlns:a16="http://schemas.microsoft.com/office/drawing/2014/main" id="{C4CDDA6D-9419-78DD-E537-0ABA1FE5A9C1}"/>
                </a:ext>
              </a:extLst>
            </p:cNvPr>
            <p:cNvSpPr>
              <a:spLocks/>
            </p:cNvSpPr>
            <p:nvPr/>
          </p:nvSpPr>
          <p:spPr bwMode="auto">
            <a:xfrm rot="5094805">
              <a:off x="629253" y="4347551"/>
              <a:ext cx="86829" cy="66264"/>
            </a:xfrm>
            <a:custGeom>
              <a:avLst/>
              <a:gdLst>
                <a:gd name="T0" fmla="*/ 19 w 35"/>
                <a:gd name="T1" fmla="*/ 23 h 26"/>
                <a:gd name="T2" fmla="*/ 1 w 35"/>
                <a:gd name="T3" fmla="*/ 19 h 26"/>
                <a:gd name="T4" fmla="*/ 17 w 35"/>
                <a:gd name="T5" fmla="*/ 3 h 26"/>
                <a:gd name="T6" fmla="*/ 34 w 35"/>
                <a:gd name="T7" fmla="*/ 7 h 26"/>
                <a:gd name="T8" fmla="*/ 19 w 35"/>
                <a:gd name="T9" fmla="*/ 23 h 26"/>
              </a:gdLst>
              <a:ahLst/>
              <a:cxnLst>
                <a:cxn ang="0">
                  <a:pos x="T0" y="T1"/>
                </a:cxn>
                <a:cxn ang="0">
                  <a:pos x="T2" y="T3"/>
                </a:cxn>
                <a:cxn ang="0">
                  <a:pos x="T4" y="T5"/>
                </a:cxn>
                <a:cxn ang="0">
                  <a:pos x="T6" y="T7"/>
                </a:cxn>
                <a:cxn ang="0">
                  <a:pos x="T8" y="T9"/>
                </a:cxn>
              </a:cxnLst>
              <a:rect l="0" t="0" r="r" b="b"/>
              <a:pathLst>
                <a:path w="35" h="26">
                  <a:moveTo>
                    <a:pt x="19" y="23"/>
                  </a:moveTo>
                  <a:cubicBezTo>
                    <a:pt x="10" y="26"/>
                    <a:pt x="2" y="25"/>
                    <a:pt x="1" y="19"/>
                  </a:cubicBezTo>
                  <a:cubicBezTo>
                    <a:pt x="0" y="14"/>
                    <a:pt x="7" y="7"/>
                    <a:pt x="17" y="3"/>
                  </a:cubicBezTo>
                  <a:cubicBezTo>
                    <a:pt x="25" y="0"/>
                    <a:pt x="33" y="2"/>
                    <a:pt x="34" y="7"/>
                  </a:cubicBezTo>
                  <a:cubicBezTo>
                    <a:pt x="35" y="12"/>
                    <a:pt x="28" y="20"/>
                    <a:pt x="1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 name="Freeform 689">
              <a:extLst>
                <a:ext uri="{FF2B5EF4-FFF2-40B4-BE49-F238E27FC236}">
                  <a16:creationId xmlns:a16="http://schemas.microsoft.com/office/drawing/2014/main" id="{C83D9A2A-AFC9-5F8B-8DA5-96009A591ECB}"/>
                </a:ext>
              </a:extLst>
            </p:cNvPr>
            <p:cNvSpPr>
              <a:spLocks/>
            </p:cNvSpPr>
            <p:nvPr/>
          </p:nvSpPr>
          <p:spPr bwMode="auto">
            <a:xfrm rot="5094805">
              <a:off x="539606" y="4169697"/>
              <a:ext cx="86829" cy="57124"/>
            </a:xfrm>
            <a:custGeom>
              <a:avLst/>
              <a:gdLst>
                <a:gd name="T0" fmla="*/ 19 w 35"/>
                <a:gd name="T1" fmla="*/ 20 h 23"/>
                <a:gd name="T2" fmla="*/ 1 w 35"/>
                <a:gd name="T3" fmla="*/ 18 h 23"/>
                <a:gd name="T4" fmla="*/ 16 w 35"/>
                <a:gd name="T5" fmla="*/ 3 h 23"/>
                <a:gd name="T6" fmla="*/ 34 w 35"/>
                <a:gd name="T7" fmla="*/ 5 h 23"/>
                <a:gd name="T8" fmla="*/ 19 w 35"/>
                <a:gd name="T9" fmla="*/ 20 h 23"/>
              </a:gdLst>
              <a:ahLst/>
              <a:cxnLst>
                <a:cxn ang="0">
                  <a:pos x="T0" y="T1"/>
                </a:cxn>
                <a:cxn ang="0">
                  <a:pos x="T2" y="T3"/>
                </a:cxn>
                <a:cxn ang="0">
                  <a:pos x="T4" y="T5"/>
                </a:cxn>
                <a:cxn ang="0">
                  <a:pos x="T6" y="T7"/>
                </a:cxn>
                <a:cxn ang="0">
                  <a:pos x="T8" y="T9"/>
                </a:cxn>
              </a:cxnLst>
              <a:rect l="0" t="0" r="r" b="b"/>
              <a:pathLst>
                <a:path w="35" h="23">
                  <a:moveTo>
                    <a:pt x="19" y="20"/>
                  </a:moveTo>
                  <a:cubicBezTo>
                    <a:pt x="10" y="23"/>
                    <a:pt x="1" y="23"/>
                    <a:pt x="1" y="18"/>
                  </a:cubicBezTo>
                  <a:cubicBezTo>
                    <a:pt x="0" y="14"/>
                    <a:pt x="7" y="7"/>
                    <a:pt x="16" y="3"/>
                  </a:cubicBezTo>
                  <a:cubicBezTo>
                    <a:pt x="25" y="0"/>
                    <a:pt x="33" y="1"/>
                    <a:pt x="34" y="5"/>
                  </a:cubicBezTo>
                  <a:cubicBezTo>
                    <a:pt x="35" y="10"/>
                    <a:pt x="28" y="16"/>
                    <a:pt x="19"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 name="Freeform 690">
              <a:extLst>
                <a:ext uri="{FF2B5EF4-FFF2-40B4-BE49-F238E27FC236}">
                  <a16:creationId xmlns:a16="http://schemas.microsoft.com/office/drawing/2014/main" id="{C5DBEED4-8A90-3F32-6198-891EA229739E}"/>
                </a:ext>
              </a:extLst>
            </p:cNvPr>
            <p:cNvSpPr>
              <a:spLocks/>
            </p:cNvSpPr>
            <p:nvPr/>
          </p:nvSpPr>
          <p:spPr bwMode="auto">
            <a:xfrm rot="5094805">
              <a:off x="446441" y="3990908"/>
              <a:ext cx="89114" cy="47985"/>
            </a:xfrm>
            <a:custGeom>
              <a:avLst/>
              <a:gdLst>
                <a:gd name="T0" fmla="*/ 20 w 36"/>
                <a:gd name="T1" fmla="*/ 17 h 20"/>
                <a:gd name="T2" fmla="*/ 1 w 36"/>
                <a:gd name="T3" fmla="*/ 16 h 20"/>
                <a:gd name="T4" fmla="*/ 17 w 36"/>
                <a:gd name="T5" fmla="*/ 3 h 20"/>
                <a:gd name="T6" fmla="*/ 34 w 36"/>
                <a:gd name="T7" fmla="*/ 4 h 20"/>
                <a:gd name="T8" fmla="*/ 20 w 36"/>
                <a:gd name="T9" fmla="*/ 17 h 20"/>
              </a:gdLst>
              <a:ahLst/>
              <a:cxnLst>
                <a:cxn ang="0">
                  <a:pos x="T0" y="T1"/>
                </a:cxn>
                <a:cxn ang="0">
                  <a:pos x="T2" y="T3"/>
                </a:cxn>
                <a:cxn ang="0">
                  <a:pos x="T4" y="T5"/>
                </a:cxn>
                <a:cxn ang="0">
                  <a:pos x="T6" y="T7"/>
                </a:cxn>
                <a:cxn ang="0">
                  <a:pos x="T8" y="T9"/>
                </a:cxn>
              </a:cxnLst>
              <a:rect l="0" t="0" r="r" b="b"/>
              <a:pathLst>
                <a:path w="36" h="20">
                  <a:moveTo>
                    <a:pt x="20" y="17"/>
                  </a:moveTo>
                  <a:cubicBezTo>
                    <a:pt x="10" y="20"/>
                    <a:pt x="2" y="20"/>
                    <a:pt x="1" y="16"/>
                  </a:cubicBezTo>
                  <a:cubicBezTo>
                    <a:pt x="0" y="12"/>
                    <a:pt x="7" y="6"/>
                    <a:pt x="17" y="3"/>
                  </a:cubicBezTo>
                  <a:cubicBezTo>
                    <a:pt x="25" y="0"/>
                    <a:pt x="33" y="0"/>
                    <a:pt x="34" y="4"/>
                  </a:cubicBezTo>
                  <a:cubicBezTo>
                    <a:pt x="36" y="7"/>
                    <a:pt x="29" y="14"/>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 name="Freeform 691">
              <a:extLst>
                <a:ext uri="{FF2B5EF4-FFF2-40B4-BE49-F238E27FC236}">
                  <a16:creationId xmlns:a16="http://schemas.microsoft.com/office/drawing/2014/main" id="{68BB87C7-ECF0-DC74-1929-DC102424A746}"/>
                </a:ext>
              </a:extLst>
            </p:cNvPr>
            <p:cNvSpPr>
              <a:spLocks/>
            </p:cNvSpPr>
            <p:nvPr/>
          </p:nvSpPr>
          <p:spPr bwMode="auto">
            <a:xfrm rot="5094805">
              <a:off x="361047" y="3805910"/>
              <a:ext cx="86829" cy="45700"/>
            </a:xfrm>
            <a:custGeom>
              <a:avLst/>
              <a:gdLst>
                <a:gd name="T0" fmla="*/ 19 w 35"/>
                <a:gd name="T1" fmla="*/ 15 h 19"/>
                <a:gd name="T2" fmla="*/ 1 w 35"/>
                <a:gd name="T3" fmla="*/ 15 h 19"/>
                <a:gd name="T4" fmla="*/ 16 w 35"/>
                <a:gd name="T5" fmla="*/ 3 h 19"/>
                <a:gd name="T6" fmla="*/ 34 w 35"/>
                <a:gd name="T7" fmla="*/ 3 h 19"/>
                <a:gd name="T8" fmla="*/ 19 w 35"/>
                <a:gd name="T9" fmla="*/ 15 h 19"/>
              </a:gdLst>
              <a:ahLst/>
              <a:cxnLst>
                <a:cxn ang="0">
                  <a:pos x="T0" y="T1"/>
                </a:cxn>
                <a:cxn ang="0">
                  <a:pos x="T2" y="T3"/>
                </a:cxn>
                <a:cxn ang="0">
                  <a:pos x="T4" y="T5"/>
                </a:cxn>
                <a:cxn ang="0">
                  <a:pos x="T6" y="T7"/>
                </a:cxn>
                <a:cxn ang="0">
                  <a:pos x="T8" y="T9"/>
                </a:cxn>
              </a:cxnLst>
              <a:rect l="0" t="0" r="r" b="b"/>
              <a:pathLst>
                <a:path w="35" h="19">
                  <a:moveTo>
                    <a:pt x="19" y="15"/>
                  </a:moveTo>
                  <a:cubicBezTo>
                    <a:pt x="9" y="19"/>
                    <a:pt x="1" y="19"/>
                    <a:pt x="1" y="15"/>
                  </a:cubicBezTo>
                  <a:cubicBezTo>
                    <a:pt x="0" y="12"/>
                    <a:pt x="7" y="7"/>
                    <a:pt x="16" y="3"/>
                  </a:cubicBezTo>
                  <a:cubicBezTo>
                    <a:pt x="25" y="0"/>
                    <a:pt x="33" y="0"/>
                    <a:pt x="34" y="3"/>
                  </a:cubicBezTo>
                  <a:cubicBezTo>
                    <a:pt x="35" y="6"/>
                    <a:pt x="28" y="12"/>
                    <a:pt x="1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 name="Freeform 692">
              <a:extLst>
                <a:ext uri="{FF2B5EF4-FFF2-40B4-BE49-F238E27FC236}">
                  <a16:creationId xmlns:a16="http://schemas.microsoft.com/office/drawing/2014/main" id="{C5B53652-C2D7-AE29-D8C0-EE987A5D17C3}"/>
                </a:ext>
              </a:extLst>
            </p:cNvPr>
            <p:cNvSpPr>
              <a:spLocks/>
            </p:cNvSpPr>
            <p:nvPr/>
          </p:nvSpPr>
          <p:spPr bwMode="auto">
            <a:xfrm rot="5094805">
              <a:off x="274709" y="3621943"/>
              <a:ext cx="89114" cy="45700"/>
            </a:xfrm>
            <a:custGeom>
              <a:avLst/>
              <a:gdLst>
                <a:gd name="T0" fmla="*/ 20 w 36"/>
                <a:gd name="T1" fmla="*/ 14 h 18"/>
                <a:gd name="T2" fmla="*/ 1 w 36"/>
                <a:gd name="T3" fmla="*/ 15 h 18"/>
                <a:gd name="T4" fmla="*/ 16 w 36"/>
                <a:gd name="T5" fmla="*/ 4 h 18"/>
                <a:gd name="T6" fmla="*/ 34 w 36"/>
                <a:gd name="T7" fmla="*/ 3 h 18"/>
                <a:gd name="T8" fmla="*/ 20 w 36"/>
                <a:gd name="T9" fmla="*/ 14 h 18"/>
              </a:gdLst>
              <a:ahLst/>
              <a:cxnLst>
                <a:cxn ang="0">
                  <a:pos x="T0" y="T1"/>
                </a:cxn>
                <a:cxn ang="0">
                  <a:pos x="T2" y="T3"/>
                </a:cxn>
                <a:cxn ang="0">
                  <a:pos x="T4" y="T5"/>
                </a:cxn>
                <a:cxn ang="0">
                  <a:pos x="T6" y="T7"/>
                </a:cxn>
                <a:cxn ang="0">
                  <a:pos x="T8" y="T9"/>
                </a:cxn>
              </a:cxnLst>
              <a:rect l="0" t="0" r="r" b="b"/>
              <a:pathLst>
                <a:path w="36" h="18">
                  <a:moveTo>
                    <a:pt x="20" y="14"/>
                  </a:moveTo>
                  <a:cubicBezTo>
                    <a:pt x="10" y="17"/>
                    <a:pt x="2" y="18"/>
                    <a:pt x="1" y="15"/>
                  </a:cubicBezTo>
                  <a:cubicBezTo>
                    <a:pt x="0" y="12"/>
                    <a:pt x="7" y="7"/>
                    <a:pt x="16" y="4"/>
                  </a:cubicBezTo>
                  <a:cubicBezTo>
                    <a:pt x="25" y="1"/>
                    <a:pt x="33" y="0"/>
                    <a:pt x="34" y="3"/>
                  </a:cubicBezTo>
                  <a:cubicBezTo>
                    <a:pt x="36" y="6"/>
                    <a:pt x="29" y="11"/>
                    <a:pt x="2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 name="Freeform 693">
              <a:extLst>
                <a:ext uri="{FF2B5EF4-FFF2-40B4-BE49-F238E27FC236}">
                  <a16:creationId xmlns:a16="http://schemas.microsoft.com/office/drawing/2014/main" id="{ED7C9546-1A39-9BC2-A053-A33F5912AEDA}"/>
                </a:ext>
              </a:extLst>
            </p:cNvPr>
            <p:cNvSpPr>
              <a:spLocks/>
            </p:cNvSpPr>
            <p:nvPr/>
          </p:nvSpPr>
          <p:spPr bwMode="auto">
            <a:xfrm rot="5094805">
              <a:off x="195208" y="3439856"/>
              <a:ext cx="86829" cy="41130"/>
            </a:xfrm>
            <a:custGeom>
              <a:avLst/>
              <a:gdLst>
                <a:gd name="T0" fmla="*/ 19 w 35"/>
                <a:gd name="T1" fmla="*/ 13 h 16"/>
                <a:gd name="T2" fmla="*/ 0 w 35"/>
                <a:gd name="T3" fmla="*/ 13 h 16"/>
                <a:gd name="T4" fmla="*/ 16 w 35"/>
                <a:gd name="T5" fmla="*/ 3 h 16"/>
                <a:gd name="T6" fmla="*/ 34 w 35"/>
                <a:gd name="T7" fmla="*/ 2 h 16"/>
                <a:gd name="T8" fmla="*/ 19 w 35"/>
                <a:gd name="T9" fmla="*/ 13 h 16"/>
              </a:gdLst>
              <a:ahLst/>
              <a:cxnLst>
                <a:cxn ang="0">
                  <a:pos x="T0" y="T1"/>
                </a:cxn>
                <a:cxn ang="0">
                  <a:pos x="T2" y="T3"/>
                </a:cxn>
                <a:cxn ang="0">
                  <a:pos x="T4" y="T5"/>
                </a:cxn>
                <a:cxn ang="0">
                  <a:pos x="T6" y="T7"/>
                </a:cxn>
                <a:cxn ang="0">
                  <a:pos x="T8" y="T9"/>
                </a:cxn>
              </a:cxnLst>
              <a:rect l="0" t="0" r="r" b="b"/>
              <a:pathLst>
                <a:path w="35" h="16">
                  <a:moveTo>
                    <a:pt x="19" y="13"/>
                  </a:moveTo>
                  <a:cubicBezTo>
                    <a:pt x="9" y="16"/>
                    <a:pt x="1" y="16"/>
                    <a:pt x="0" y="13"/>
                  </a:cubicBezTo>
                  <a:cubicBezTo>
                    <a:pt x="0" y="11"/>
                    <a:pt x="6" y="6"/>
                    <a:pt x="16" y="3"/>
                  </a:cubicBezTo>
                  <a:cubicBezTo>
                    <a:pt x="25" y="0"/>
                    <a:pt x="32" y="0"/>
                    <a:pt x="34" y="2"/>
                  </a:cubicBezTo>
                  <a:cubicBezTo>
                    <a:pt x="35" y="5"/>
                    <a:pt x="28" y="10"/>
                    <a:pt x="1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 name="Freeform 694">
              <a:extLst>
                <a:ext uri="{FF2B5EF4-FFF2-40B4-BE49-F238E27FC236}">
                  <a16:creationId xmlns:a16="http://schemas.microsoft.com/office/drawing/2014/main" id="{999CC434-76A6-B9D0-FFC1-DCCB111268E6}"/>
                </a:ext>
              </a:extLst>
            </p:cNvPr>
            <p:cNvSpPr>
              <a:spLocks/>
            </p:cNvSpPr>
            <p:nvPr/>
          </p:nvSpPr>
          <p:spPr bwMode="auto">
            <a:xfrm rot="5094805">
              <a:off x="118909" y="3256130"/>
              <a:ext cx="89114" cy="34275"/>
            </a:xfrm>
            <a:custGeom>
              <a:avLst/>
              <a:gdLst>
                <a:gd name="T0" fmla="*/ 16 w 36"/>
                <a:gd name="T1" fmla="*/ 3 h 14"/>
                <a:gd name="T2" fmla="*/ 35 w 36"/>
                <a:gd name="T3" fmla="*/ 2 h 14"/>
                <a:gd name="T4" fmla="*/ 21 w 36"/>
                <a:gd name="T5" fmla="*/ 11 h 14"/>
                <a:gd name="T6" fmla="*/ 2 w 36"/>
                <a:gd name="T7" fmla="*/ 12 h 14"/>
                <a:gd name="T8" fmla="*/ 16 w 36"/>
                <a:gd name="T9" fmla="*/ 3 h 14"/>
              </a:gdLst>
              <a:ahLst/>
              <a:cxnLst>
                <a:cxn ang="0">
                  <a:pos x="T0" y="T1"/>
                </a:cxn>
                <a:cxn ang="0">
                  <a:pos x="T2" y="T3"/>
                </a:cxn>
                <a:cxn ang="0">
                  <a:pos x="T4" y="T5"/>
                </a:cxn>
                <a:cxn ang="0">
                  <a:pos x="T6" y="T7"/>
                </a:cxn>
                <a:cxn ang="0">
                  <a:pos x="T8" y="T9"/>
                </a:cxn>
              </a:cxnLst>
              <a:rect l="0" t="0" r="r" b="b"/>
              <a:pathLst>
                <a:path w="36" h="14">
                  <a:moveTo>
                    <a:pt x="16" y="3"/>
                  </a:moveTo>
                  <a:cubicBezTo>
                    <a:pt x="26" y="0"/>
                    <a:pt x="34" y="0"/>
                    <a:pt x="35" y="2"/>
                  </a:cubicBezTo>
                  <a:cubicBezTo>
                    <a:pt x="36" y="4"/>
                    <a:pt x="29" y="8"/>
                    <a:pt x="21" y="11"/>
                  </a:cubicBezTo>
                  <a:cubicBezTo>
                    <a:pt x="11" y="14"/>
                    <a:pt x="3" y="14"/>
                    <a:pt x="2" y="12"/>
                  </a:cubicBezTo>
                  <a:cubicBezTo>
                    <a:pt x="0" y="10"/>
                    <a:pt x="7" y="6"/>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 name="Freeform 695">
              <a:extLst>
                <a:ext uri="{FF2B5EF4-FFF2-40B4-BE49-F238E27FC236}">
                  <a16:creationId xmlns:a16="http://schemas.microsoft.com/office/drawing/2014/main" id="{BC54EFEB-0BFF-519B-32E3-339BA445ECC4}"/>
                </a:ext>
              </a:extLst>
            </p:cNvPr>
            <p:cNvSpPr>
              <a:spLocks/>
            </p:cNvSpPr>
            <p:nvPr/>
          </p:nvSpPr>
          <p:spPr bwMode="auto">
            <a:xfrm rot="5094805">
              <a:off x="51627" y="3069616"/>
              <a:ext cx="84544" cy="29705"/>
            </a:xfrm>
            <a:custGeom>
              <a:avLst/>
              <a:gdLst>
                <a:gd name="T0" fmla="*/ 16 w 34"/>
                <a:gd name="T1" fmla="*/ 2 h 12"/>
                <a:gd name="T2" fmla="*/ 34 w 34"/>
                <a:gd name="T3" fmla="*/ 2 h 12"/>
                <a:gd name="T4" fmla="*/ 18 w 34"/>
                <a:gd name="T5" fmla="*/ 10 h 12"/>
                <a:gd name="T6" fmla="*/ 0 w 34"/>
                <a:gd name="T7" fmla="*/ 10 h 12"/>
                <a:gd name="T8" fmla="*/ 16 w 34"/>
                <a:gd name="T9" fmla="*/ 2 h 12"/>
              </a:gdLst>
              <a:ahLst/>
              <a:cxnLst>
                <a:cxn ang="0">
                  <a:pos x="T0" y="T1"/>
                </a:cxn>
                <a:cxn ang="0">
                  <a:pos x="T2" y="T3"/>
                </a:cxn>
                <a:cxn ang="0">
                  <a:pos x="T4" y="T5"/>
                </a:cxn>
                <a:cxn ang="0">
                  <a:pos x="T6" y="T7"/>
                </a:cxn>
                <a:cxn ang="0">
                  <a:pos x="T8" y="T9"/>
                </a:cxn>
              </a:cxnLst>
              <a:rect l="0" t="0" r="r" b="b"/>
              <a:pathLst>
                <a:path w="34" h="12">
                  <a:moveTo>
                    <a:pt x="16" y="2"/>
                  </a:moveTo>
                  <a:cubicBezTo>
                    <a:pt x="25" y="0"/>
                    <a:pt x="34" y="0"/>
                    <a:pt x="34" y="2"/>
                  </a:cubicBezTo>
                  <a:cubicBezTo>
                    <a:pt x="34" y="4"/>
                    <a:pt x="27" y="8"/>
                    <a:pt x="18" y="10"/>
                  </a:cubicBezTo>
                  <a:cubicBezTo>
                    <a:pt x="9" y="12"/>
                    <a:pt x="1" y="12"/>
                    <a:pt x="0" y="10"/>
                  </a:cubicBezTo>
                  <a:cubicBezTo>
                    <a:pt x="0" y="8"/>
                    <a:pt x="6" y="5"/>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 name="Freeform 696">
              <a:extLst>
                <a:ext uri="{FF2B5EF4-FFF2-40B4-BE49-F238E27FC236}">
                  <a16:creationId xmlns:a16="http://schemas.microsoft.com/office/drawing/2014/main" id="{A147ECAD-3C23-86F2-C59F-538E8A9997CB}"/>
                </a:ext>
              </a:extLst>
            </p:cNvPr>
            <p:cNvSpPr>
              <a:spLocks/>
            </p:cNvSpPr>
            <p:nvPr/>
          </p:nvSpPr>
          <p:spPr bwMode="auto">
            <a:xfrm rot="5094805">
              <a:off x="-10813" y="2886950"/>
              <a:ext cx="86829" cy="22850"/>
            </a:xfrm>
            <a:custGeom>
              <a:avLst/>
              <a:gdLst>
                <a:gd name="T0" fmla="*/ 18 w 35"/>
                <a:gd name="T1" fmla="*/ 8 h 10"/>
                <a:gd name="T2" fmla="*/ 0 w 35"/>
                <a:gd name="T3" fmla="*/ 8 h 10"/>
                <a:gd name="T4" fmla="*/ 16 w 35"/>
                <a:gd name="T5" fmla="*/ 1 h 10"/>
                <a:gd name="T6" fmla="*/ 34 w 35"/>
                <a:gd name="T7" fmla="*/ 2 h 10"/>
                <a:gd name="T8" fmla="*/ 18 w 35"/>
                <a:gd name="T9" fmla="*/ 8 h 10"/>
              </a:gdLst>
              <a:ahLst/>
              <a:cxnLst>
                <a:cxn ang="0">
                  <a:pos x="T0" y="T1"/>
                </a:cxn>
                <a:cxn ang="0">
                  <a:pos x="T2" y="T3"/>
                </a:cxn>
                <a:cxn ang="0">
                  <a:pos x="T4" y="T5"/>
                </a:cxn>
                <a:cxn ang="0">
                  <a:pos x="T6" y="T7"/>
                </a:cxn>
                <a:cxn ang="0">
                  <a:pos x="T8" y="T9"/>
                </a:cxn>
              </a:cxnLst>
              <a:rect l="0" t="0" r="r" b="b"/>
              <a:pathLst>
                <a:path w="35" h="10">
                  <a:moveTo>
                    <a:pt x="18" y="8"/>
                  </a:moveTo>
                  <a:cubicBezTo>
                    <a:pt x="9" y="10"/>
                    <a:pt x="1" y="10"/>
                    <a:pt x="0" y="8"/>
                  </a:cubicBezTo>
                  <a:cubicBezTo>
                    <a:pt x="0" y="6"/>
                    <a:pt x="7" y="3"/>
                    <a:pt x="16" y="1"/>
                  </a:cubicBezTo>
                  <a:cubicBezTo>
                    <a:pt x="25" y="0"/>
                    <a:pt x="33" y="0"/>
                    <a:pt x="34" y="2"/>
                  </a:cubicBezTo>
                  <a:cubicBezTo>
                    <a:pt x="35" y="3"/>
                    <a:pt x="28" y="7"/>
                    <a:pt x="1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 name="Freeform 728">
              <a:extLst>
                <a:ext uri="{FF2B5EF4-FFF2-40B4-BE49-F238E27FC236}">
                  <a16:creationId xmlns:a16="http://schemas.microsoft.com/office/drawing/2014/main" id="{1C316957-D8F3-0086-FE5E-EE026331B6AB}"/>
                </a:ext>
              </a:extLst>
            </p:cNvPr>
            <p:cNvSpPr>
              <a:spLocks/>
            </p:cNvSpPr>
            <p:nvPr/>
          </p:nvSpPr>
          <p:spPr bwMode="auto">
            <a:xfrm rot="5094805">
              <a:off x="888460" y="4892384"/>
              <a:ext cx="84544" cy="84544"/>
            </a:xfrm>
            <a:custGeom>
              <a:avLst/>
              <a:gdLst>
                <a:gd name="T0" fmla="*/ 16 w 34"/>
                <a:gd name="T1" fmla="*/ 32 h 34"/>
                <a:gd name="T2" fmla="*/ 0 w 34"/>
                <a:gd name="T3" fmla="*/ 22 h 34"/>
                <a:gd name="T4" fmla="*/ 16 w 34"/>
                <a:gd name="T5" fmla="*/ 2 h 34"/>
                <a:gd name="T6" fmla="*/ 33 w 34"/>
                <a:gd name="T7" fmla="*/ 13 h 34"/>
                <a:gd name="T8" fmla="*/ 16 w 34"/>
                <a:gd name="T9" fmla="*/ 32 h 34"/>
              </a:gdLst>
              <a:ahLst/>
              <a:cxnLst>
                <a:cxn ang="0">
                  <a:pos x="T0" y="T1"/>
                </a:cxn>
                <a:cxn ang="0">
                  <a:pos x="T2" y="T3"/>
                </a:cxn>
                <a:cxn ang="0">
                  <a:pos x="T4" y="T5"/>
                </a:cxn>
                <a:cxn ang="0">
                  <a:pos x="T6" y="T7"/>
                </a:cxn>
                <a:cxn ang="0">
                  <a:pos x="T8" y="T9"/>
                </a:cxn>
              </a:cxnLst>
              <a:rect l="0" t="0" r="r" b="b"/>
              <a:pathLst>
                <a:path w="34" h="34">
                  <a:moveTo>
                    <a:pt x="16" y="32"/>
                  </a:moveTo>
                  <a:cubicBezTo>
                    <a:pt x="8" y="34"/>
                    <a:pt x="0" y="30"/>
                    <a:pt x="0" y="22"/>
                  </a:cubicBezTo>
                  <a:cubicBezTo>
                    <a:pt x="0" y="14"/>
                    <a:pt x="7" y="5"/>
                    <a:pt x="16" y="2"/>
                  </a:cubicBezTo>
                  <a:cubicBezTo>
                    <a:pt x="25" y="0"/>
                    <a:pt x="34" y="5"/>
                    <a:pt x="33" y="13"/>
                  </a:cubicBezTo>
                  <a:cubicBezTo>
                    <a:pt x="33" y="22"/>
                    <a:pt x="26" y="30"/>
                    <a:pt x="16"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 name="Freeform 729">
              <a:extLst>
                <a:ext uri="{FF2B5EF4-FFF2-40B4-BE49-F238E27FC236}">
                  <a16:creationId xmlns:a16="http://schemas.microsoft.com/office/drawing/2014/main" id="{AC9CF6C0-F117-901A-ABEC-FD6314FBD9D7}"/>
                </a:ext>
              </a:extLst>
            </p:cNvPr>
            <p:cNvSpPr>
              <a:spLocks/>
            </p:cNvSpPr>
            <p:nvPr/>
          </p:nvSpPr>
          <p:spPr bwMode="auto">
            <a:xfrm rot="5094805">
              <a:off x="968993" y="5070845"/>
              <a:ext cx="89114" cy="93684"/>
            </a:xfrm>
            <a:custGeom>
              <a:avLst/>
              <a:gdLst>
                <a:gd name="T0" fmla="*/ 20 w 36"/>
                <a:gd name="T1" fmla="*/ 35 h 38"/>
                <a:gd name="T2" fmla="*/ 2 w 36"/>
                <a:gd name="T3" fmla="*/ 25 h 38"/>
                <a:gd name="T4" fmla="*/ 16 w 36"/>
                <a:gd name="T5" fmla="*/ 3 h 38"/>
                <a:gd name="T6" fmla="*/ 35 w 36"/>
                <a:gd name="T7" fmla="*/ 13 h 38"/>
                <a:gd name="T8" fmla="*/ 20 w 36"/>
                <a:gd name="T9" fmla="*/ 35 h 38"/>
              </a:gdLst>
              <a:ahLst/>
              <a:cxnLst>
                <a:cxn ang="0">
                  <a:pos x="T0" y="T1"/>
                </a:cxn>
                <a:cxn ang="0">
                  <a:pos x="T2" y="T3"/>
                </a:cxn>
                <a:cxn ang="0">
                  <a:pos x="T4" y="T5"/>
                </a:cxn>
                <a:cxn ang="0">
                  <a:pos x="T6" y="T7"/>
                </a:cxn>
                <a:cxn ang="0">
                  <a:pos x="T8" y="T9"/>
                </a:cxn>
              </a:cxnLst>
              <a:rect l="0" t="0" r="r" b="b"/>
              <a:pathLst>
                <a:path w="36" h="38">
                  <a:moveTo>
                    <a:pt x="20" y="35"/>
                  </a:moveTo>
                  <a:cubicBezTo>
                    <a:pt x="11" y="38"/>
                    <a:pt x="3" y="34"/>
                    <a:pt x="2" y="25"/>
                  </a:cubicBezTo>
                  <a:cubicBezTo>
                    <a:pt x="0" y="16"/>
                    <a:pt x="7" y="7"/>
                    <a:pt x="16" y="3"/>
                  </a:cubicBezTo>
                  <a:cubicBezTo>
                    <a:pt x="25" y="0"/>
                    <a:pt x="33" y="5"/>
                    <a:pt x="35" y="13"/>
                  </a:cubicBezTo>
                  <a:cubicBezTo>
                    <a:pt x="36" y="21"/>
                    <a:pt x="30" y="32"/>
                    <a:pt x="2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 name="Freeform 730">
              <a:extLst>
                <a:ext uri="{FF2B5EF4-FFF2-40B4-BE49-F238E27FC236}">
                  <a16:creationId xmlns:a16="http://schemas.microsoft.com/office/drawing/2014/main" id="{2AB809F3-54DF-619C-B091-9F9BDB6D49C9}"/>
                </a:ext>
              </a:extLst>
            </p:cNvPr>
            <p:cNvSpPr>
              <a:spLocks/>
            </p:cNvSpPr>
            <p:nvPr/>
          </p:nvSpPr>
          <p:spPr bwMode="auto">
            <a:xfrm rot="5094805">
              <a:off x="1048600" y="5253028"/>
              <a:ext cx="89114" cy="100539"/>
            </a:xfrm>
            <a:custGeom>
              <a:avLst/>
              <a:gdLst>
                <a:gd name="T0" fmla="*/ 20 w 36"/>
                <a:gd name="T1" fmla="*/ 37 h 41"/>
                <a:gd name="T2" fmla="*/ 1 w 36"/>
                <a:gd name="T3" fmla="*/ 26 h 41"/>
                <a:gd name="T4" fmla="*/ 16 w 36"/>
                <a:gd name="T5" fmla="*/ 3 h 41"/>
                <a:gd name="T6" fmla="*/ 34 w 36"/>
                <a:gd name="T7" fmla="*/ 13 h 41"/>
                <a:gd name="T8" fmla="*/ 20 w 36"/>
                <a:gd name="T9" fmla="*/ 37 h 41"/>
              </a:gdLst>
              <a:ahLst/>
              <a:cxnLst>
                <a:cxn ang="0">
                  <a:pos x="T0" y="T1"/>
                </a:cxn>
                <a:cxn ang="0">
                  <a:pos x="T2" y="T3"/>
                </a:cxn>
                <a:cxn ang="0">
                  <a:pos x="T4" y="T5"/>
                </a:cxn>
                <a:cxn ang="0">
                  <a:pos x="T6" y="T7"/>
                </a:cxn>
                <a:cxn ang="0">
                  <a:pos x="T8" y="T9"/>
                </a:cxn>
              </a:cxnLst>
              <a:rect l="0" t="0" r="r" b="b"/>
              <a:pathLst>
                <a:path w="36" h="41">
                  <a:moveTo>
                    <a:pt x="20" y="37"/>
                  </a:moveTo>
                  <a:cubicBezTo>
                    <a:pt x="11" y="41"/>
                    <a:pt x="2" y="36"/>
                    <a:pt x="1" y="26"/>
                  </a:cubicBezTo>
                  <a:cubicBezTo>
                    <a:pt x="0" y="17"/>
                    <a:pt x="6" y="6"/>
                    <a:pt x="16" y="3"/>
                  </a:cubicBezTo>
                  <a:cubicBezTo>
                    <a:pt x="24" y="0"/>
                    <a:pt x="32" y="4"/>
                    <a:pt x="34" y="13"/>
                  </a:cubicBezTo>
                  <a:cubicBezTo>
                    <a:pt x="36" y="23"/>
                    <a:pt x="29" y="34"/>
                    <a:pt x="2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 name="Freeform 731">
              <a:extLst>
                <a:ext uri="{FF2B5EF4-FFF2-40B4-BE49-F238E27FC236}">
                  <a16:creationId xmlns:a16="http://schemas.microsoft.com/office/drawing/2014/main" id="{D548053A-68E1-D7B4-FC41-5ECEDDA984ED}"/>
                </a:ext>
              </a:extLst>
            </p:cNvPr>
            <p:cNvSpPr>
              <a:spLocks/>
            </p:cNvSpPr>
            <p:nvPr/>
          </p:nvSpPr>
          <p:spPr bwMode="auto">
            <a:xfrm rot="5094805">
              <a:off x="1130492" y="5437497"/>
              <a:ext cx="84544" cy="102824"/>
            </a:xfrm>
            <a:custGeom>
              <a:avLst/>
              <a:gdLst>
                <a:gd name="T0" fmla="*/ 19 w 35"/>
                <a:gd name="T1" fmla="*/ 39 h 42"/>
                <a:gd name="T2" fmla="*/ 0 w 35"/>
                <a:gd name="T3" fmla="*/ 25 h 42"/>
                <a:gd name="T4" fmla="*/ 16 w 35"/>
                <a:gd name="T5" fmla="*/ 2 h 42"/>
                <a:gd name="T6" fmla="*/ 34 w 35"/>
                <a:gd name="T7" fmla="*/ 15 h 42"/>
                <a:gd name="T8" fmla="*/ 19 w 35"/>
                <a:gd name="T9" fmla="*/ 39 h 42"/>
              </a:gdLst>
              <a:ahLst/>
              <a:cxnLst>
                <a:cxn ang="0">
                  <a:pos x="T0" y="T1"/>
                </a:cxn>
                <a:cxn ang="0">
                  <a:pos x="T2" y="T3"/>
                </a:cxn>
                <a:cxn ang="0">
                  <a:pos x="T4" y="T5"/>
                </a:cxn>
                <a:cxn ang="0">
                  <a:pos x="T6" y="T7"/>
                </a:cxn>
                <a:cxn ang="0">
                  <a:pos x="T8" y="T9"/>
                </a:cxn>
              </a:cxnLst>
              <a:rect l="0" t="0" r="r" b="b"/>
              <a:pathLst>
                <a:path w="35" h="42">
                  <a:moveTo>
                    <a:pt x="19" y="39"/>
                  </a:moveTo>
                  <a:cubicBezTo>
                    <a:pt x="9" y="42"/>
                    <a:pt x="1" y="36"/>
                    <a:pt x="0" y="25"/>
                  </a:cubicBezTo>
                  <a:cubicBezTo>
                    <a:pt x="0" y="15"/>
                    <a:pt x="6" y="5"/>
                    <a:pt x="16" y="2"/>
                  </a:cubicBezTo>
                  <a:cubicBezTo>
                    <a:pt x="25" y="0"/>
                    <a:pt x="33" y="5"/>
                    <a:pt x="34" y="15"/>
                  </a:cubicBezTo>
                  <a:cubicBezTo>
                    <a:pt x="35" y="25"/>
                    <a:pt x="28" y="37"/>
                    <a:pt x="19"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 name="Freeform 732">
              <a:extLst>
                <a:ext uri="{FF2B5EF4-FFF2-40B4-BE49-F238E27FC236}">
                  <a16:creationId xmlns:a16="http://schemas.microsoft.com/office/drawing/2014/main" id="{C1AA0F19-B210-9337-50BF-87B94F509D4E}"/>
                </a:ext>
              </a:extLst>
            </p:cNvPr>
            <p:cNvSpPr>
              <a:spLocks/>
            </p:cNvSpPr>
            <p:nvPr/>
          </p:nvSpPr>
          <p:spPr bwMode="auto">
            <a:xfrm rot="5094805">
              <a:off x="1206676" y="5620924"/>
              <a:ext cx="89114" cy="107394"/>
            </a:xfrm>
            <a:custGeom>
              <a:avLst/>
              <a:gdLst>
                <a:gd name="T0" fmla="*/ 19 w 36"/>
                <a:gd name="T1" fmla="*/ 42 h 44"/>
                <a:gd name="T2" fmla="*/ 1 w 36"/>
                <a:gd name="T3" fmla="*/ 26 h 44"/>
                <a:gd name="T4" fmla="*/ 17 w 36"/>
                <a:gd name="T5" fmla="*/ 2 h 44"/>
                <a:gd name="T6" fmla="*/ 34 w 36"/>
                <a:gd name="T7" fmla="*/ 17 h 44"/>
                <a:gd name="T8" fmla="*/ 19 w 36"/>
                <a:gd name="T9" fmla="*/ 42 h 44"/>
              </a:gdLst>
              <a:ahLst/>
              <a:cxnLst>
                <a:cxn ang="0">
                  <a:pos x="T0" y="T1"/>
                </a:cxn>
                <a:cxn ang="0">
                  <a:pos x="T2" y="T3"/>
                </a:cxn>
                <a:cxn ang="0">
                  <a:pos x="T4" y="T5"/>
                </a:cxn>
                <a:cxn ang="0">
                  <a:pos x="T6" y="T7"/>
                </a:cxn>
                <a:cxn ang="0">
                  <a:pos x="T8" y="T9"/>
                </a:cxn>
              </a:cxnLst>
              <a:rect l="0" t="0" r="r" b="b"/>
              <a:pathLst>
                <a:path w="36" h="44">
                  <a:moveTo>
                    <a:pt x="19" y="42"/>
                  </a:moveTo>
                  <a:cubicBezTo>
                    <a:pt x="10" y="44"/>
                    <a:pt x="2" y="37"/>
                    <a:pt x="1" y="26"/>
                  </a:cubicBezTo>
                  <a:cubicBezTo>
                    <a:pt x="0" y="15"/>
                    <a:pt x="7" y="5"/>
                    <a:pt x="17" y="2"/>
                  </a:cubicBezTo>
                  <a:cubicBezTo>
                    <a:pt x="26" y="0"/>
                    <a:pt x="33" y="7"/>
                    <a:pt x="34" y="17"/>
                  </a:cubicBezTo>
                  <a:cubicBezTo>
                    <a:pt x="36" y="28"/>
                    <a:pt x="29" y="39"/>
                    <a:pt x="19"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 name="Freeform 733">
              <a:extLst>
                <a:ext uri="{FF2B5EF4-FFF2-40B4-BE49-F238E27FC236}">
                  <a16:creationId xmlns:a16="http://schemas.microsoft.com/office/drawing/2014/main" id="{9F713580-375F-C822-E940-1F60DE58ED1E}"/>
                </a:ext>
              </a:extLst>
            </p:cNvPr>
            <p:cNvSpPr>
              <a:spLocks/>
            </p:cNvSpPr>
            <p:nvPr/>
          </p:nvSpPr>
          <p:spPr bwMode="auto">
            <a:xfrm rot="5094805">
              <a:off x="1282772" y="5804660"/>
              <a:ext cx="86829" cy="109679"/>
            </a:xfrm>
            <a:custGeom>
              <a:avLst/>
              <a:gdLst>
                <a:gd name="T0" fmla="*/ 19 w 35"/>
                <a:gd name="T1" fmla="*/ 43 h 45"/>
                <a:gd name="T2" fmla="*/ 1 w 35"/>
                <a:gd name="T3" fmla="*/ 26 h 45"/>
                <a:gd name="T4" fmla="*/ 15 w 35"/>
                <a:gd name="T5" fmla="*/ 2 h 45"/>
                <a:gd name="T6" fmla="*/ 34 w 35"/>
                <a:gd name="T7" fmla="*/ 18 h 45"/>
                <a:gd name="T8" fmla="*/ 19 w 35"/>
                <a:gd name="T9" fmla="*/ 43 h 45"/>
              </a:gdLst>
              <a:ahLst/>
              <a:cxnLst>
                <a:cxn ang="0">
                  <a:pos x="T0" y="T1"/>
                </a:cxn>
                <a:cxn ang="0">
                  <a:pos x="T2" y="T3"/>
                </a:cxn>
                <a:cxn ang="0">
                  <a:pos x="T4" y="T5"/>
                </a:cxn>
                <a:cxn ang="0">
                  <a:pos x="T6" y="T7"/>
                </a:cxn>
                <a:cxn ang="0">
                  <a:pos x="T8" y="T9"/>
                </a:cxn>
              </a:cxnLst>
              <a:rect l="0" t="0" r="r" b="b"/>
              <a:pathLst>
                <a:path w="35" h="45">
                  <a:moveTo>
                    <a:pt x="19" y="43"/>
                  </a:moveTo>
                  <a:cubicBezTo>
                    <a:pt x="9" y="45"/>
                    <a:pt x="1" y="38"/>
                    <a:pt x="1" y="26"/>
                  </a:cubicBezTo>
                  <a:cubicBezTo>
                    <a:pt x="0" y="15"/>
                    <a:pt x="7" y="5"/>
                    <a:pt x="15" y="2"/>
                  </a:cubicBezTo>
                  <a:cubicBezTo>
                    <a:pt x="25" y="0"/>
                    <a:pt x="33" y="7"/>
                    <a:pt x="34" y="18"/>
                  </a:cubicBezTo>
                  <a:cubicBezTo>
                    <a:pt x="35" y="29"/>
                    <a:pt x="28" y="41"/>
                    <a:pt x="19"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 name="Freeform 734">
              <a:extLst>
                <a:ext uri="{FF2B5EF4-FFF2-40B4-BE49-F238E27FC236}">
                  <a16:creationId xmlns:a16="http://schemas.microsoft.com/office/drawing/2014/main" id="{BC084EFC-F66A-874B-7EED-1AD490E322B1}"/>
                </a:ext>
              </a:extLst>
            </p:cNvPr>
            <p:cNvSpPr>
              <a:spLocks/>
            </p:cNvSpPr>
            <p:nvPr/>
          </p:nvSpPr>
          <p:spPr bwMode="auto">
            <a:xfrm rot="5094805">
              <a:off x="1349852" y="5988897"/>
              <a:ext cx="91399" cy="114249"/>
            </a:xfrm>
            <a:custGeom>
              <a:avLst/>
              <a:gdLst>
                <a:gd name="T0" fmla="*/ 16 w 37"/>
                <a:gd name="T1" fmla="*/ 2 h 46"/>
                <a:gd name="T2" fmla="*/ 35 w 37"/>
                <a:gd name="T3" fmla="*/ 18 h 46"/>
                <a:gd name="T4" fmla="*/ 22 w 37"/>
                <a:gd name="T5" fmla="*/ 43 h 46"/>
                <a:gd name="T6" fmla="*/ 2 w 37"/>
                <a:gd name="T7" fmla="*/ 28 h 46"/>
                <a:gd name="T8" fmla="*/ 16 w 37"/>
                <a:gd name="T9" fmla="*/ 2 h 46"/>
              </a:gdLst>
              <a:ahLst/>
              <a:cxnLst>
                <a:cxn ang="0">
                  <a:pos x="T0" y="T1"/>
                </a:cxn>
                <a:cxn ang="0">
                  <a:pos x="T2" y="T3"/>
                </a:cxn>
                <a:cxn ang="0">
                  <a:pos x="T4" y="T5"/>
                </a:cxn>
                <a:cxn ang="0">
                  <a:pos x="T6" y="T7"/>
                </a:cxn>
                <a:cxn ang="0">
                  <a:pos x="T8" y="T9"/>
                </a:cxn>
              </a:cxnLst>
              <a:rect l="0" t="0" r="r" b="b"/>
              <a:pathLst>
                <a:path w="37" h="46">
                  <a:moveTo>
                    <a:pt x="16" y="2"/>
                  </a:moveTo>
                  <a:cubicBezTo>
                    <a:pt x="25" y="0"/>
                    <a:pt x="34" y="7"/>
                    <a:pt x="35" y="18"/>
                  </a:cubicBezTo>
                  <a:cubicBezTo>
                    <a:pt x="37" y="29"/>
                    <a:pt x="30" y="40"/>
                    <a:pt x="22" y="43"/>
                  </a:cubicBezTo>
                  <a:cubicBezTo>
                    <a:pt x="12" y="46"/>
                    <a:pt x="4" y="40"/>
                    <a:pt x="2" y="28"/>
                  </a:cubicBezTo>
                  <a:cubicBezTo>
                    <a:pt x="0" y="17"/>
                    <a:pt x="7" y="5"/>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 name="Freeform 735">
              <a:extLst>
                <a:ext uri="{FF2B5EF4-FFF2-40B4-BE49-F238E27FC236}">
                  <a16:creationId xmlns:a16="http://schemas.microsoft.com/office/drawing/2014/main" id="{DC47EFF0-DA25-02C8-E2F6-BCC7E03D39A7}"/>
                </a:ext>
              </a:extLst>
            </p:cNvPr>
            <p:cNvSpPr>
              <a:spLocks/>
            </p:cNvSpPr>
            <p:nvPr/>
          </p:nvSpPr>
          <p:spPr bwMode="auto">
            <a:xfrm rot="5094805">
              <a:off x="1416941" y="6175623"/>
              <a:ext cx="91399" cy="114249"/>
            </a:xfrm>
            <a:custGeom>
              <a:avLst/>
              <a:gdLst>
                <a:gd name="T0" fmla="*/ 16 w 37"/>
                <a:gd name="T1" fmla="*/ 3 h 46"/>
                <a:gd name="T2" fmla="*/ 36 w 37"/>
                <a:gd name="T3" fmla="*/ 20 h 46"/>
                <a:gd name="T4" fmla="*/ 22 w 37"/>
                <a:gd name="T5" fmla="*/ 43 h 46"/>
                <a:gd name="T6" fmla="*/ 2 w 37"/>
                <a:gd name="T7" fmla="*/ 28 h 46"/>
                <a:gd name="T8" fmla="*/ 16 w 37"/>
                <a:gd name="T9" fmla="*/ 3 h 46"/>
              </a:gdLst>
              <a:ahLst/>
              <a:cxnLst>
                <a:cxn ang="0">
                  <a:pos x="T0" y="T1"/>
                </a:cxn>
                <a:cxn ang="0">
                  <a:pos x="T2" y="T3"/>
                </a:cxn>
                <a:cxn ang="0">
                  <a:pos x="T4" y="T5"/>
                </a:cxn>
                <a:cxn ang="0">
                  <a:pos x="T6" y="T7"/>
                </a:cxn>
                <a:cxn ang="0">
                  <a:pos x="T8" y="T9"/>
                </a:cxn>
              </a:cxnLst>
              <a:rect l="0" t="0" r="r" b="b"/>
              <a:pathLst>
                <a:path w="37" h="46">
                  <a:moveTo>
                    <a:pt x="16" y="3"/>
                  </a:moveTo>
                  <a:cubicBezTo>
                    <a:pt x="25" y="0"/>
                    <a:pt x="34" y="8"/>
                    <a:pt x="36" y="20"/>
                  </a:cubicBezTo>
                  <a:cubicBezTo>
                    <a:pt x="37" y="31"/>
                    <a:pt x="31" y="40"/>
                    <a:pt x="22" y="43"/>
                  </a:cubicBezTo>
                  <a:cubicBezTo>
                    <a:pt x="13" y="46"/>
                    <a:pt x="4" y="40"/>
                    <a:pt x="2" y="28"/>
                  </a:cubicBezTo>
                  <a:cubicBezTo>
                    <a:pt x="0" y="17"/>
                    <a:pt x="7" y="5"/>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 name="Freeform 736">
              <a:extLst>
                <a:ext uri="{FF2B5EF4-FFF2-40B4-BE49-F238E27FC236}">
                  <a16:creationId xmlns:a16="http://schemas.microsoft.com/office/drawing/2014/main" id="{BCD7A9FF-DCCD-5103-E367-EB307549A612}"/>
                </a:ext>
              </a:extLst>
            </p:cNvPr>
            <p:cNvSpPr>
              <a:spLocks/>
            </p:cNvSpPr>
            <p:nvPr/>
          </p:nvSpPr>
          <p:spPr bwMode="auto">
            <a:xfrm rot="5094805">
              <a:off x="1456091" y="6375241"/>
              <a:ext cx="89114" cy="105109"/>
            </a:xfrm>
            <a:custGeom>
              <a:avLst/>
              <a:gdLst>
                <a:gd name="T0" fmla="*/ 20 w 36"/>
                <a:gd name="T1" fmla="*/ 42 h 43"/>
                <a:gd name="T2" fmla="*/ 1 w 36"/>
                <a:gd name="T3" fmla="*/ 22 h 43"/>
                <a:gd name="T4" fmla="*/ 17 w 36"/>
                <a:gd name="T5" fmla="*/ 1 h 43"/>
                <a:gd name="T6" fmla="*/ 35 w 36"/>
                <a:gd name="T7" fmla="*/ 19 h 43"/>
                <a:gd name="T8" fmla="*/ 20 w 36"/>
                <a:gd name="T9" fmla="*/ 42 h 43"/>
              </a:gdLst>
              <a:ahLst/>
              <a:cxnLst>
                <a:cxn ang="0">
                  <a:pos x="T0" y="T1"/>
                </a:cxn>
                <a:cxn ang="0">
                  <a:pos x="T2" y="T3"/>
                </a:cxn>
                <a:cxn ang="0">
                  <a:pos x="T4" y="T5"/>
                </a:cxn>
                <a:cxn ang="0">
                  <a:pos x="T6" y="T7"/>
                </a:cxn>
                <a:cxn ang="0">
                  <a:pos x="T8" y="T9"/>
                </a:cxn>
              </a:cxnLst>
              <a:rect l="0" t="0" r="r" b="b"/>
              <a:pathLst>
                <a:path w="36" h="43">
                  <a:moveTo>
                    <a:pt x="20" y="42"/>
                  </a:moveTo>
                  <a:cubicBezTo>
                    <a:pt x="10" y="43"/>
                    <a:pt x="2" y="34"/>
                    <a:pt x="1" y="22"/>
                  </a:cubicBezTo>
                  <a:cubicBezTo>
                    <a:pt x="0" y="10"/>
                    <a:pt x="7" y="1"/>
                    <a:pt x="17" y="1"/>
                  </a:cubicBezTo>
                  <a:cubicBezTo>
                    <a:pt x="26" y="0"/>
                    <a:pt x="34" y="8"/>
                    <a:pt x="35" y="19"/>
                  </a:cubicBezTo>
                  <a:cubicBezTo>
                    <a:pt x="36" y="31"/>
                    <a:pt x="29" y="41"/>
                    <a:pt x="20"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 name="Freeform 737">
              <a:extLst>
                <a:ext uri="{FF2B5EF4-FFF2-40B4-BE49-F238E27FC236}">
                  <a16:creationId xmlns:a16="http://schemas.microsoft.com/office/drawing/2014/main" id="{5C902A80-15D2-276B-5D29-4C961E0E94A2}"/>
                </a:ext>
              </a:extLst>
            </p:cNvPr>
            <p:cNvSpPr>
              <a:spLocks/>
            </p:cNvSpPr>
            <p:nvPr/>
          </p:nvSpPr>
          <p:spPr bwMode="auto">
            <a:xfrm rot="5094805">
              <a:off x="1497305" y="6565324"/>
              <a:ext cx="91399" cy="109679"/>
            </a:xfrm>
            <a:custGeom>
              <a:avLst/>
              <a:gdLst>
                <a:gd name="T0" fmla="*/ 21 w 37"/>
                <a:gd name="T1" fmla="*/ 42 h 44"/>
                <a:gd name="T2" fmla="*/ 2 w 37"/>
                <a:gd name="T3" fmla="*/ 24 h 44"/>
                <a:gd name="T4" fmla="*/ 17 w 37"/>
                <a:gd name="T5" fmla="*/ 1 h 44"/>
                <a:gd name="T6" fmla="*/ 36 w 37"/>
                <a:gd name="T7" fmla="*/ 18 h 44"/>
                <a:gd name="T8" fmla="*/ 21 w 37"/>
                <a:gd name="T9" fmla="*/ 42 h 44"/>
              </a:gdLst>
              <a:ahLst/>
              <a:cxnLst>
                <a:cxn ang="0">
                  <a:pos x="T0" y="T1"/>
                </a:cxn>
                <a:cxn ang="0">
                  <a:pos x="T2" y="T3"/>
                </a:cxn>
                <a:cxn ang="0">
                  <a:pos x="T4" y="T5"/>
                </a:cxn>
                <a:cxn ang="0">
                  <a:pos x="T6" y="T7"/>
                </a:cxn>
                <a:cxn ang="0">
                  <a:pos x="T8" y="T9"/>
                </a:cxn>
              </a:cxnLst>
              <a:rect l="0" t="0" r="r" b="b"/>
              <a:pathLst>
                <a:path w="37" h="44">
                  <a:moveTo>
                    <a:pt x="21" y="42"/>
                  </a:moveTo>
                  <a:cubicBezTo>
                    <a:pt x="11" y="44"/>
                    <a:pt x="3" y="36"/>
                    <a:pt x="2" y="24"/>
                  </a:cubicBezTo>
                  <a:cubicBezTo>
                    <a:pt x="0" y="13"/>
                    <a:pt x="7" y="3"/>
                    <a:pt x="17" y="1"/>
                  </a:cubicBezTo>
                  <a:cubicBezTo>
                    <a:pt x="26" y="0"/>
                    <a:pt x="34" y="7"/>
                    <a:pt x="36" y="18"/>
                  </a:cubicBezTo>
                  <a:cubicBezTo>
                    <a:pt x="37" y="29"/>
                    <a:pt x="31" y="40"/>
                    <a:pt x="21"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 name="Freeform 738">
              <a:extLst>
                <a:ext uri="{FF2B5EF4-FFF2-40B4-BE49-F238E27FC236}">
                  <a16:creationId xmlns:a16="http://schemas.microsoft.com/office/drawing/2014/main" id="{3D5CB6EB-8C66-30FD-E6A3-386BACB7E870}"/>
                </a:ext>
              </a:extLst>
            </p:cNvPr>
            <p:cNvSpPr>
              <a:spLocks/>
            </p:cNvSpPr>
            <p:nvPr/>
          </p:nvSpPr>
          <p:spPr bwMode="auto">
            <a:xfrm rot="5094805">
              <a:off x="1549176" y="6764962"/>
              <a:ext cx="89114" cy="102824"/>
            </a:xfrm>
            <a:custGeom>
              <a:avLst/>
              <a:gdLst>
                <a:gd name="T0" fmla="*/ 19 w 36"/>
                <a:gd name="T1" fmla="*/ 40 h 42"/>
                <a:gd name="T2" fmla="*/ 0 w 36"/>
                <a:gd name="T3" fmla="*/ 22 h 42"/>
                <a:gd name="T4" fmla="*/ 17 w 36"/>
                <a:gd name="T5" fmla="*/ 1 h 42"/>
                <a:gd name="T6" fmla="*/ 35 w 36"/>
                <a:gd name="T7" fmla="*/ 17 h 42"/>
                <a:gd name="T8" fmla="*/ 19 w 36"/>
                <a:gd name="T9" fmla="*/ 40 h 42"/>
              </a:gdLst>
              <a:ahLst/>
              <a:cxnLst>
                <a:cxn ang="0">
                  <a:pos x="T0" y="T1"/>
                </a:cxn>
                <a:cxn ang="0">
                  <a:pos x="T2" y="T3"/>
                </a:cxn>
                <a:cxn ang="0">
                  <a:pos x="T4" y="T5"/>
                </a:cxn>
                <a:cxn ang="0">
                  <a:pos x="T6" y="T7"/>
                </a:cxn>
                <a:cxn ang="0">
                  <a:pos x="T8" y="T9"/>
                </a:cxn>
              </a:cxnLst>
              <a:rect l="0" t="0" r="r" b="b"/>
              <a:pathLst>
                <a:path w="36" h="42">
                  <a:moveTo>
                    <a:pt x="19" y="40"/>
                  </a:moveTo>
                  <a:cubicBezTo>
                    <a:pt x="10" y="42"/>
                    <a:pt x="1" y="34"/>
                    <a:pt x="0" y="22"/>
                  </a:cubicBezTo>
                  <a:cubicBezTo>
                    <a:pt x="0" y="11"/>
                    <a:pt x="7" y="2"/>
                    <a:pt x="17" y="1"/>
                  </a:cubicBezTo>
                  <a:cubicBezTo>
                    <a:pt x="26" y="0"/>
                    <a:pt x="34" y="7"/>
                    <a:pt x="35" y="17"/>
                  </a:cubicBezTo>
                  <a:cubicBezTo>
                    <a:pt x="36" y="28"/>
                    <a:pt x="29" y="39"/>
                    <a:pt x="19"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 name="Freeform 744">
              <a:extLst>
                <a:ext uri="{FF2B5EF4-FFF2-40B4-BE49-F238E27FC236}">
                  <a16:creationId xmlns:a16="http://schemas.microsoft.com/office/drawing/2014/main" id="{B6531D4F-307F-82FB-AED2-75D72402AEED}"/>
                </a:ext>
              </a:extLst>
            </p:cNvPr>
            <p:cNvSpPr>
              <a:spLocks/>
            </p:cNvSpPr>
            <p:nvPr/>
          </p:nvSpPr>
          <p:spPr bwMode="auto">
            <a:xfrm rot="5094805">
              <a:off x="-12254" y="2778427"/>
              <a:ext cx="79974" cy="27420"/>
            </a:xfrm>
            <a:custGeom>
              <a:avLst/>
              <a:gdLst>
                <a:gd name="T0" fmla="*/ 33 w 33"/>
                <a:gd name="T1" fmla="*/ 3 h 11"/>
                <a:gd name="T2" fmla="*/ 18 w 33"/>
                <a:gd name="T3" fmla="*/ 10 h 11"/>
                <a:gd name="T4" fmla="*/ 0 w 33"/>
                <a:gd name="T5" fmla="*/ 8 h 11"/>
                <a:gd name="T6" fmla="*/ 14 w 33"/>
                <a:gd name="T7" fmla="*/ 2 h 11"/>
                <a:gd name="T8" fmla="*/ 33 w 33"/>
                <a:gd name="T9" fmla="*/ 3 h 11"/>
              </a:gdLst>
              <a:ahLst/>
              <a:cxnLst>
                <a:cxn ang="0">
                  <a:pos x="T0" y="T1"/>
                </a:cxn>
                <a:cxn ang="0">
                  <a:pos x="T2" y="T3"/>
                </a:cxn>
                <a:cxn ang="0">
                  <a:pos x="T4" y="T5"/>
                </a:cxn>
                <a:cxn ang="0">
                  <a:pos x="T6" y="T7"/>
                </a:cxn>
                <a:cxn ang="0">
                  <a:pos x="T8" y="T9"/>
                </a:cxn>
              </a:cxnLst>
              <a:rect l="0" t="0" r="r" b="b"/>
              <a:pathLst>
                <a:path w="33" h="11">
                  <a:moveTo>
                    <a:pt x="33" y="3"/>
                  </a:moveTo>
                  <a:cubicBezTo>
                    <a:pt x="33" y="5"/>
                    <a:pt x="27" y="8"/>
                    <a:pt x="18" y="10"/>
                  </a:cubicBezTo>
                  <a:cubicBezTo>
                    <a:pt x="9" y="11"/>
                    <a:pt x="1" y="11"/>
                    <a:pt x="0" y="8"/>
                  </a:cubicBezTo>
                  <a:cubicBezTo>
                    <a:pt x="0" y="6"/>
                    <a:pt x="6" y="3"/>
                    <a:pt x="14" y="2"/>
                  </a:cubicBezTo>
                  <a:cubicBezTo>
                    <a:pt x="23" y="0"/>
                    <a:pt x="32" y="1"/>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 name="Freeform 745">
              <a:extLst>
                <a:ext uri="{FF2B5EF4-FFF2-40B4-BE49-F238E27FC236}">
                  <a16:creationId xmlns:a16="http://schemas.microsoft.com/office/drawing/2014/main" id="{B652A995-8CCC-3745-3397-0CE26E21FFDE}"/>
                </a:ext>
              </a:extLst>
            </p:cNvPr>
            <p:cNvSpPr>
              <a:spLocks/>
            </p:cNvSpPr>
            <p:nvPr/>
          </p:nvSpPr>
          <p:spPr bwMode="auto">
            <a:xfrm rot="5094805">
              <a:off x="41372" y="2966156"/>
              <a:ext cx="84544" cy="31990"/>
            </a:xfrm>
            <a:custGeom>
              <a:avLst/>
              <a:gdLst>
                <a:gd name="T0" fmla="*/ 33 w 34"/>
                <a:gd name="T1" fmla="*/ 3 h 13"/>
                <a:gd name="T2" fmla="*/ 17 w 34"/>
                <a:gd name="T3" fmla="*/ 11 h 13"/>
                <a:gd name="T4" fmla="*/ 0 w 34"/>
                <a:gd name="T5" fmla="*/ 10 h 13"/>
                <a:gd name="T6" fmla="*/ 16 w 34"/>
                <a:gd name="T7" fmla="*/ 2 h 13"/>
                <a:gd name="T8" fmla="*/ 33 w 34"/>
                <a:gd name="T9" fmla="*/ 3 h 13"/>
              </a:gdLst>
              <a:ahLst/>
              <a:cxnLst>
                <a:cxn ang="0">
                  <a:pos x="T0" y="T1"/>
                </a:cxn>
                <a:cxn ang="0">
                  <a:pos x="T2" y="T3"/>
                </a:cxn>
                <a:cxn ang="0">
                  <a:pos x="T4" y="T5"/>
                </a:cxn>
                <a:cxn ang="0">
                  <a:pos x="T6" y="T7"/>
                </a:cxn>
                <a:cxn ang="0">
                  <a:pos x="T8" y="T9"/>
                </a:cxn>
              </a:cxnLst>
              <a:rect l="0" t="0" r="r" b="b"/>
              <a:pathLst>
                <a:path w="34" h="13">
                  <a:moveTo>
                    <a:pt x="33" y="3"/>
                  </a:moveTo>
                  <a:cubicBezTo>
                    <a:pt x="34" y="5"/>
                    <a:pt x="26" y="9"/>
                    <a:pt x="17" y="11"/>
                  </a:cubicBezTo>
                  <a:cubicBezTo>
                    <a:pt x="9" y="13"/>
                    <a:pt x="1" y="12"/>
                    <a:pt x="0" y="10"/>
                  </a:cubicBezTo>
                  <a:cubicBezTo>
                    <a:pt x="0" y="8"/>
                    <a:pt x="7" y="4"/>
                    <a:pt x="16" y="2"/>
                  </a:cubicBezTo>
                  <a:cubicBezTo>
                    <a:pt x="24" y="0"/>
                    <a:pt x="32" y="0"/>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 name="Freeform 746">
              <a:extLst>
                <a:ext uri="{FF2B5EF4-FFF2-40B4-BE49-F238E27FC236}">
                  <a16:creationId xmlns:a16="http://schemas.microsoft.com/office/drawing/2014/main" id="{0874EC7D-2BCA-1FA1-5535-5418E478C396}"/>
                </a:ext>
              </a:extLst>
            </p:cNvPr>
            <p:cNvSpPr>
              <a:spLocks/>
            </p:cNvSpPr>
            <p:nvPr/>
          </p:nvSpPr>
          <p:spPr bwMode="auto">
            <a:xfrm rot="5094805">
              <a:off x="110641" y="3150499"/>
              <a:ext cx="82259" cy="34275"/>
            </a:xfrm>
            <a:custGeom>
              <a:avLst/>
              <a:gdLst>
                <a:gd name="T0" fmla="*/ 0 w 33"/>
                <a:gd name="T1" fmla="*/ 12 h 14"/>
                <a:gd name="T2" fmla="*/ 15 w 33"/>
                <a:gd name="T3" fmla="*/ 3 h 14"/>
                <a:gd name="T4" fmla="*/ 33 w 33"/>
                <a:gd name="T5" fmla="*/ 3 h 14"/>
                <a:gd name="T6" fmla="*/ 18 w 33"/>
                <a:gd name="T7" fmla="*/ 11 h 14"/>
                <a:gd name="T8" fmla="*/ 0 w 33"/>
                <a:gd name="T9" fmla="*/ 12 h 14"/>
              </a:gdLst>
              <a:ahLst/>
              <a:cxnLst>
                <a:cxn ang="0">
                  <a:pos x="T0" y="T1"/>
                </a:cxn>
                <a:cxn ang="0">
                  <a:pos x="T2" y="T3"/>
                </a:cxn>
                <a:cxn ang="0">
                  <a:pos x="T4" y="T5"/>
                </a:cxn>
                <a:cxn ang="0">
                  <a:pos x="T6" y="T7"/>
                </a:cxn>
                <a:cxn ang="0">
                  <a:pos x="T8" y="T9"/>
                </a:cxn>
              </a:cxnLst>
              <a:rect l="0" t="0" r="r" b="b"/>
              <a:pathLst>
                <a:path w="33" h="14">
                  <a:moveTo>
                    <a:pt x="0" y="12"/>
                  </a:moveTo>
                  <a:cubicBezTo>
                    <a:pt x="0" y="9"/>
                    <a:pt x="6" y="5"/>
                    <a:pt x="15" y="3"/>
                  </a:cubicBezTo>
                  <a:cubicBezTo>
                    <a:pt x="24" y="0"/>
                    <a:pt x="32" y="0"/>
                    <a:pt x="33" y="3"/>
                  </a:cubicBezTo>
                  <a:cubicBezTo>
                    <a:pt x="33" y="5"/>
                    <a:pt x="27" y="9"/>
                    <a:pt x="18" y="11"/>
                  </a:cubicBezTo>
                  <a:cubicBezTo>
                    <a:pt x="9" y="14"/>
                    <a:pt x="1" y="14"/>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 name="Freeform 747">
              <a:extLst>
                <a:ext uri="{FF2B5EF4-FFF2-40B4-BE49-F238E27FC236}">
                  <a16:creationId xmlns:a16="http://schemas.microsoft.com/office/drawing/2014/main" id="{55B3DD20-788F-465A-8302-E33A94DC9614}"/>
                </a:ext>
              </a:extLst>
            </p:cNvPr>
            <p:cNvSpPr>
              <a:spLocks/>
            </p:cNvSpPr>
            <p:nvPr/>
          </p:nvSpPr>
          <p:spPr bwMode="auto">
            <a:xfrm rot="5094805">
              <a:off x="183516" y="3335470"/>
              <a:ext cx="84544" cy="38845"/>
            </a:xfrm>
            <a:custGeom>
              <a:avLst/>
              <a:gdLst>
                <a:gd name="T0" fmla="*/ 1 w 35"/>
                <a:gd name="T1" fmla="*/ 13 h 15"/>
                <a:gd name="T2" fmla="*/ 16 w 35"/>
                <a:gd name="T3" fmla="*/ 2 h 15"/>
                <a:gd name="T4" fmla="*/ 33 w 35"/>
                <a:gd name="T5" fmla="*/ 2 h 15"/>
                <a:gd name="T6" fmla="*/ 19 w 35"/>
                <a:gd name="T7" fmla="*/ 12 h 15"/>
                <a:gd name="T8" fmla="*/ 1 w 35"/>
                <a:gd name="T9" fmla="*/ 13 h 15"/>
              </a:gdLst>
              <a:ahLst/>
              <a:cxnLst>
                <a:cxn ang="0">
                  <a:pos x="T0" y="T1"/>
                </a:cxn>
                <a:cxn ang="0">
                  <a:pos x="T2" y="T3"/>
                </a:cxn>
                <a:cxn ang="0">
                  <a:pos x="T4" y="T5"/>
                </a:cxn>
                <a:cxn ang="0">
                  <a:pos x="T6" y="T7"/>
                </a:cxn>
                <a:cxn ang="0">
                  <a:pos x="T8" y="T9"/>
                </a:cxn>
              </a:cxnLst>
              <a:rect l="0" t="0" r="r" b="b"/>
              <a:pathLst>
                <a:path w="35" h="15">
                  <a:moveTo>
                    <a:pt x="1" y="13"/>
                  </a:moveTo>
                  <a:cubicBezTo>
                    <a:pt x="0" y="10"/>
                    <a:pt x="7" y="5"/>
                    <a:pt x="16" y="2"/>
                  </a:cubicBezTo>
                  <a:cubicBezTo>
                    <a:pt x="25" y="0"/>
                    <a:pt x="32" y="0"/>
                    <a:pt x="33" y="2"/>
                  </a:cubicBezTo>
                  <a:cubicBezTo>
                    <a:pt x="35" y="5"/>
                    <a:pt x="28" y="10"/>
                    <a:pt x="19" y="12"/>
                  </a:cubicBezTo>
                  <a:cubicBezTo>
                    <a:pt x="10" y="15"/>
                    <a:pt x="2" y="15"/>
                    <a:pt x="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 name="Freeform 748">
              <a:extLst>
                <a:ext uri="{FF2B5EF4-FFF2-40B4-BE49-F238E27FC236}">
                  <a16:creationId xmlns:a16="http://schemas.microsoft.com/office/drawing/2014/main" id="{35271D73-E2F9-EF2E-7C6E-00A013E7AB2C}"/>
                </a:ext>
              </a:extLst>
            </p:cNvPr>
            <p:cNvSpPr>
              <a:spLocks/>
            </p:cNvSpPr>
            <p:nvPr/>
          </p:nvSpPr>
          <p:spPr bwMode="auto">
            <a:xfrm rot="5094805">
              <a:off x="265399" y="3517451"/>
              <a:ext cx="84544" cy="45700"/>
            </a:xfrm>
            <a:custGeom>
              <a:avLst/>
              <a:gdLst>
                <a:gd name="T0" fmla="*/ 33 w 34"/>
                <a:gd name="T1" fmla="*/ 3 h 18"/>
                <a:gd name="T2" fmla="*/ 18 w 34"/>
                <a:gd name="T3" fmla="*/ 15 h 18"/>
                <a:gd name="T4" fmla="*/ 1 w 34"/>
                <a:gd name="T5" fmla="*/ 15 h 18"/>
                <a:gd name="T6" fmla="*/ 16 w 34"/>
                <a:gd name="T7" fmla="*/ 3 h 18"/>
                <a:gd name="T8" fmla="*/ 33 w 34"/>
                <a:gd name="T9" fmla="*/ 3 h 18"/>
              </a:gdLst>
              <a:ahLst/>
              <a:cxnLst>
                <a:cxn ang="0">
                  <a:pos x="T0" y="T1"/>
                </a:cxn>
                <a:cxn ang="0">
                  <a:pos x="T2" y="T3"/>
                </a:cxn>
                <a:cxn ang="0">
                  <a:pos x="T4" y="T5"/>
                </a:cxn>
                <a:cxn ang="0">
                  <a:pos x="T6" y="T7"/>
                </a:cxn>
                <a:cxn ang="0">
                  <a:pos x="T8" y="T9"/>
                </a:cxn>
              </a:cxnLst>
              <a:rect l="0" t="0" r="r" b="b"/>
              <a:pathLst>
                <a:path w="34" h="18">
                  <a:moveTo>
                    <a:pt x="33" y="3"/>
                  </a:moveTo>
                  <a:cubicBezTo>
                    <a:pt x="34" y="6"/>
                    <a:pt x="27" y="12"/>
                    <a:pt x="18" y="15"/>
                  </a:cubicBezTo>
                  <a:cubicBezTo>
                    <a:pt x="10" y="17"/>
                    <a:pt x="2" y="18"/>
                    <a:pt x="1" y="15"/>
                  </a:cubicBezTo>
                  <a:cubicBezTo>
                    <a:pt x="0" y="12"/>
                    <a:pt x="7" y="7"/>
                    <a:pt x="16" y="3"/>
                  </a:cubicBezTo>
                  <a:cubicBezTo>
                    <a:pt x="25" y="0"/>
                    <a:pt x="32" y="0"/>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 name="Freeform 749">
              <a:extLst>
                <a:ext uri="{FF2B5EF4-FFF2-40B4-BE49-F238E27FC236}">
                  <a16:creationId xmlns:a16="http://schemas.microsoft.com/office/drawing/2014/main" id="{415CA991-0C42-9B05-A387-85CB076D72F7}"/>
                </a:ext>
              </a:extLst>
            </p:cNvPr>
            <p:cNvSpPr>
              <a:spLocks/>
            </p:cNvSpPr>
            <p:nvPr/>
          </p:nvSpPr>
          <p:spPr bwMode="auto">
            <a:xfrm rot="5094805">
              <a:off x="352972" y="3702353"/>
              <a:ext cx="84544" cy="45700"/>
            </a:xfrm>
            <a:custGeom>
              <a:avLst/>
              <a:gdLst>
                <a:gd name="T0" fmla="*/ 1 w 34"/>
                <a:gd name="T1" fmla="*/ 16 h 19"/>
                <a:gd name="T2" fmla="*/ 15 w 34"/>
                <a:gd name="T3" fmla="*/ 3 h 19"/>
                <a:gd name="T4" fmla="*/ 33 w 34"/>
                <a:gd name="T5" fmla="*/ 3 h 19"/>
                <a:gd name="T6" fmla="*/ 18 w 34"/>
                <a:gd name="T7" fmla="*/ 16 h 19"/>
                <a:gd name="T8" fmla="*/ 1 w 34"/>
                <a:gd name="T9" fmla="*/ 16 h 19"/>
              </a:gdLst>
              <a:ahLst/>
              <a:cxnLst>
                <a:cxn ang="0">
                  <a:pos x="T0" y="T1"/>
                </a:cxn>
                <a:cxn ang="0">
                  <a:pos x="T2" y="T3"/>
                </a:cxn>
                <a:cxn ang="0">
                  <a:pos x="T4" y="T5"/>
                </a:cxn>
                <a:cxn ang="0">
                  <a:pos x="T6" y="T7"/>
                </a:cxn>
                <a:cxn ang="0">
                  <a:pos x="T8" y="T9"/>
                </a:cxn>
              </a:cxnLst>
              <a:rect l="0" t="0" r="r" b="b"/>
              <a:pathLst>
                <a:path w="34" h="19">
                  <a:moveTo>
                    <a:pt x="1" y="16"/>
                  </a:moveTo>
                  <a:cubicBezTo>
                    <a:pt x="0" y="13"/>
                    <a:pt x="6" y="7"/>
                    <a:pt x="15" y="3"/>
                  </a:cubicBezTo>
                  <a:cubicBezTo>
                    <a:pt x="24" y="0"/>
                    <a:pt x="32" y="0"/>
                    <a:pt x="33" y="3"/>
                  </a:cubicBezTo>
                  <a:cubicBezTo>
                    <a:pt x="34" y="7"/>
                    <a:pt x="27" y="12"/>
                    <a:pt x="18" y="16"/>
                  </a:cubicBezTo>
                  <a:cubicBezTo>
                    <a:pt x="10" y="19"/>
                    <a:pt x="2" y="19"/>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 name="Freeform 750">
              <a:extLst>
                <a:ext uri="{FF2B5EF4-FFF2-40B4-BE49-F238E27FC236}">
                  <a16:creationId xmlns:a16="http://schemas.microsoft.com/office/drawing/2014/main" id="{1E25331E-A5A1-4175-2836-DB6FDACDDAEB}"/>
                </a:ext>
              </a:extLst>
            </p:cNvPr>
            <p:cNvSpPr>
              <a:spLocks/>
            </p:cNvSpPr>
            <p:nvPr/>
          </p:nvSpPr>
          <p:spPr bwMode="auto">
            <a:xfrm rot="5094805">
              <a:off x="445000" y="3882385"/>
              <a:ext cx="82259" cy="52554"/>
            </a:xfrm>
            <a:custGeom>
              <a:avLst/>
              <a:gdLst>
                <a:gd name="T0" fmla="*/ 32 w 33"/>
                <a:gd name="T1" fmla="*/ 5 h 21"/>
                <a:gd name="T2" fmla="*/ 18 w 33"/>
                <a:gd name="T3" fmla="*/ 17 h 21"/>
                <a:gd name="T4" fmla="*/ 0 w 33"/>
                <a:gd name="T5" fmla="*/ 17 h 21"/>
                <a:gd name="T6" fmla="*/ 15 w 33"/>
                <a:gd name="T7" fmla="*/ 4 h 21"/>
                <a:gd name="T8" fmla="*/ 32 w 33"/>
                <a:gd name="T9" fmla="*/ 5 h 21"/>
              </a:gdLst>
              <a:ahLst/>
              <a:cxnLst>
                <a:cxn ang="0">
                  <a:pos x="T0" y="T1"/>
                </a:cxn>
                <a:cxn ang="0">
                  <a:pos x="T2" y="T3"/>
                </a:cxn>
                <a:cxn ang="0">
                  <a:pos x="T4" y="T5"/>
                </a:cxn>
                <a:cxn ang="0">
                  <a:pos x="T6" y="T7"/>
                </a:cxn>
                <a:cxn ang="0">
                  <a:pos x="T8" y="T9"/>
                </a:cxn>
              </a:cxnLst>
              <a:rect l="0" t="0" r="r" b="b"/>
              <a:pathLst>
                <a:path w="33" h="21">
                  <a:moveTo>
                    <a:pt x="32" y="5"/>
                  </a:moveTo>
                  <a:cubicBezTo>
                    <a:pt x="33" y="8"/>
                    <a:pt x="26" y="14"/>
                    <a:pt x="18" y="17"/>
                  </a:cubicBezTo>
                  <a:cubicBezTo>
                    <a:pt x="9" y="21"/>
                    <a:pt x="1" y="21"/>
                    <a:pt x="0" y="17"/>
                  </a:cubicBezTo>
                  <a:cubicBezTo>
                    <a:pt x="0" y="13"/>
                    <a:pt x="6" y="7"/>
                    <a:pt x="15" y="4"/>
                  </a:cubicBezTo>
                  <a:cubicBezTo>
                    <a:pt x="24" y="0"/>
                    <a:pt x="32" y="1"/>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 name="Freeform 751">
              <a:extLst>
                <a:ext uri="{FF2B5EF4-FFF2-40B4-BE49-F238E27FC236}">
                  <a16:creationId xmlns:a16="http://schemas.microsoft.com/office/drawing/2014/main" id="{DEE99501-49D6-4AD1-A4D5-086FE3E388B4}"/>
                </a:ext>
              </a:extLst>
            </p:cNvPr>
            <p:cNvSpPr>
              <a:spLocks/>
            </p:cNvSpPr>
            <p:nvPr/>
          </p:nvSpPr>
          <p:spPr bwMode="auto">
            <a:xfrm rot="5094805">
              <a:off x="540441" y="4063256"/>
              <a:ext cx="79974" cy="57124"/>
            </a:xfrm>
            <a:custGeom>
              <a:avLst/>
              <a:gdLst>
                <a:gd name="T0" fmla="*/ 33 w 33"/>
                <a:gd name="T1" fmla="*/ 5 h 23"/>
                <a:gd name="T2" fmla="*/ 19 w 33"/>
                <a:gd name="T3" fmla="*/ 20 h 23"/>
                <a:gd name="T4" fmla="*/ 1 w 33"/>
                <a:gd name="T5" fmla="*/ 19 h 23"/>
                <a:gd name="T6" fmla="*/ 14 w 33"/>
                <a:gd name="T7" fmla="*/ 4 h 23"/>
                <a:gd name="T8" fmla="*/ 33 w 33"/>
                <a:gd name="T9" fmla="*/ 5 h 23"/>
              </a:gdLst>
              <a:ahLst/>
              <a:cxnLst>
                <a:cxn ang="0">
                  <a:pos x="T0" y="T1"/>
                </a:cxn>
                <a:cxn ang="0">
                  <a:pos x="T2" y="T3"/>
                </a:cxn>
                <a:cxn ang="0">
                  <a:pos x="T4" y="T5"/>
                </a:cxn>
                <a:cxn ang="0">
                  <a:pos x="T6" y="T7"/>
                </a:cxn>
                <a:cxn ang="0">
                  <a:pos x="T8" y="T9"/>
                </a:cxn>
              </a:cxnLst>
              <a:rect l="0" t="0" r="r" b="b"/>
              <a:pathLst>
                <a:path w="33" h="23">
                  <a:moveTo>
                    <a:pt x="33" y="5"/>
                  </a:moveTo>
                  <a:cubicBezTo>
                    <a:pt x="33" y="9"/>
                    <a:pt x="27" y="16"/>
                    <a:pt x="19" y="20"/>
                  </a:cubicBezTo>
                  <a:cubicBezTo>
                    <a:pt x="10" y="23"/>
                    <a:pt x="1" y="23"/>
                    <a:pt x="1" y="19"/>
                  </a:cubicBezTo>
                  <a:cubicBezTo>
                    <a:pt x="0" y="15"/>
                    <a:pt x="6" y="8"/>
                    <a:pt x="14" y="4"/>
                  </a:cubicBezTo>
                  <a:cubicBezTo>
                    <a:pt x="23" y="0"/>
                    <a:pt x="32" y="1"/>
                    <a:pt x="3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 name="Freeform 752">
              <a:extLst>
                <a:ext uri="{FF2B5EF4-FFF2-40B4-BE49-F238E27FC236}">
                  <a16:creationId xmlns:a16="http://schemas.microsoft.com/office/drawing/2014/main" id="{EC71C9D8-35E4-8BB8-B6C7-8319C3DC50FA}"/>
                </a:ext>
              </a:extLst>
            </p:cNvPr>
            <p:cNvSpPr>
              <a:spLocks/>
            </p:cNvSpPr>
            <p:nvPr/>
          </p:nvSpPr>
          <p:spPr bwMode="auto">
            <a:xfrm rot="5094805">
              <a:off x="638150" y="4243722"/>
              <a:ext cx="82259" cy="61694"/>
            </a:xfrm>
            <a:custGeom>
              <a:avLst/>
              <a:gdLst>
                <a:gd name="T0" fmla="*/ 33 w 34"/>
                <a:gd name="T1" fmla="*/ 6 h 25"/>
                <a:gd name="T2" fmla="*/ 19 w 34"/>
                <a:gd name="T3" fmla="*/ 21 h 25"/>
                <a:gd name="T4" fmla="*/ 1 w 34"/>
                <a:gd name="T5" fmla="*/ 19 h 25"/>
                <a:gd name="T6" fmla="*/ 15 w 34"/>
                <a:gd name="T7" fmla="*/ 4 h 25"/>
                <a:gd name="T8" fmla="*/ 33 w 34"/>
                <a:gd name="T9" fmla="*/ 6 h 25"/>
              </a:gdLst>
              <a:ahLst/>
              <a:cxnLst>
                <a:cxn ang="0">
                  <a:pos x="T0" y="T1"/>
                </a:cxn>
                <a:cxn ang="0">
                  <a:pos x="T2" y="T3"/>
                </a:cxn>
                <a:cxn ang="0">
                  <a:pos x="T4" y="T5"/>
                </a:cxn>
                <a:cxn ang="0">
                  <a:pos x="T6" y="T7"/>
                </a:cxn>
                <a:cxn ang="0">
                  <a:pos x="T8" y="T9"/>
                </a:cxn>
              </a:cxnLst>
              <a:rect l="0" t="0" r="r" b="b"/>
              <a:pathLst>
                <a:path w="34" h="25">
                  <a:moveTo>
                    <a:pt x="33" y="6"/>
                  </a:moveTo>
                  <a:cubicBezTo>
                    <a:pt x="34" y="11"/>
                    <a:pt x="28" y="18"/>
                    <a:pt x="19" y="21"/>
                  </a:cubicBezTo>
                  <a:cubicBezTo>
                    <a:pt x="10" y="25"/>
                    <a:pt x="2" y="24"/>
                    <a:pt x="1" y="19"/>
                  </a:cubicBezTo>
                  <a:cubicBezTo>
                    <a:pt x="0" y="15"/>
                    <a:pt x="6" y="8"/>
                    <a:pt x="15" y="4"/>
                  </a:cubicBezTo>
                  <a:cubicBezTo>
                    <a:pt x="23" y="0"/>
                    <a:pt x="32" y="1"/>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 name="Freeform 753">
              <a:extLst>
                <a:ext uri="{FF2B5EF4-FFF2-40B4-BE49-F238E27FC236}">
                  <a16:creationId xmlns:a16="http://schemas.microsoft.com/office/drawing/2014/main" id="{8140664A-1858-6E2E-B230-3C00E9DDCF52}"/>
                </a:ext>
              </a:extLst>
            </p:cNvPr>
            <p:cNvSpPr>
              <a:spLocks/>
            </p:cNvSpPr>
            <p:nvPr/>
          </p:nvSpPr>
          <p:spPr bwMode="auto">
            <a:xfrm rot="5094805">
              <a:off x="734721" y="4423147"/>
              <a:ext cx="84544" cy="68549"/>
            </a:xfrm>
            <a:custGeom>
              <a:avLst/>
              <a:gdLst>
                <a:gd name="T0" fmla="*/ 33 w 34"/>
                <a:gd name="T1" fmla="*/ 8 h 28"/>
                <a:gd name="T2" fmla="*/ 19 w 34"/>
                <a:gd name="T3" fmla="*/ 24 h 28"/>
                <a:gd name="T4" fmla="*/ 1 w 34"/>
                <a:gd name="T5" fmla="*/ 21 h 28"/>
                <a:gd name="T6" fmla="*/ 15 w 34"/>
                <a:gd name="T7" fmla="*/ 4 h 28"/>
                <a:gd name="T8" fmla="*/ 33 w 34"/>
                <a:gd name="T9" fmla="*/ 8 h 28"/>
              </a:gdLst>
              <a:ahLst/>
              <a:cxnLst>
                <a:cxn ang="0">
                  <a:pos x="T0" y="T1"/>
                </a:cxn>
                <a:cxn ang="0">
                  <a:pos x="T2" y="T3"/>
                </a:cxn>
                <a:cxn ang="0">
                  <a:pos x="T4" y="T5"/>
                </a:cxn>
                <a:cxn ang="0">
                  <a:pos x="T6" y="T7"/>
                </a:cxn>
                <a:cxn ang="0">
                  <a:pos x="T8" y="T9"/>
                </a:cxn>
              </a:cxnLst>
              <a:rect l="0" t="0" r="r" b="b"/>
              <a:pathLst>
                <a:path w="34" h="28">
                  <a:moveTo>
                    <a:pt x="33" y="8"/>
                  </a:moveTo>
                  <a:cubicBezTo>
                    <a:pt x="34" y="13"/>
                    <a:pt x="28" y="21"/>
                    <a:pt x="19" y="24"/>
                  </a:cubicBezTo>
                  <a:cubicBezTo>
                    <a:pt x="11" y="28"/>
                    <a:pt x="2" y="26"/>
                    <a:pt x="1" y="21"/>
                  </a:cubicBezTo>
                  <a:cubicBezTo>
                    <a:pt x="0" y="15"/>
                    <a:pt x="6" y="8"/>
                    <a:pt x="15" y="4"/>
                  </a:cubicBezTo>
                  <a:cubicBezTo>
                    <a:pt x="24" y="0"/>
                    <a:pt x="32" y="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 name="Freeform 754">
              <a:extLst>
                <a:ext uri="{FF2B5EF4-FFF2-40B4-BE49-F238E27FC236}">
                  <a16:creationId xmlns:a16="http://schemas.microsoft.com/office/drawing/2014/main" id="{FDF4F282-9298-45BE-EB38-6D1851CEA4EE}"/>
                </a:ext>
              </a:extLst>
            </p:cNvPr>
            <p:cNvSpPr>
              <a:spLocks/>
            </p:cNvSpPr>
            <p:nvPr/>
          </p:nvSpPr>
          <p:spPr bwMode="auto">
            <a:xfrm rot="5094805">
              <a:off x="828919" y="4602880"/>
              <a:ext cx="84544" cy="73119"/>
            </a:xfrm>
            <a:custGeom>
              <a:avLst/>
              <a:gdLst>
                <a:gd name="T0" fmla="*/ 33 w 34"/>
                <a:gd name="T1" fmla="*/ 9 h 30"/>
                <a:gd name="T2" fmla="*/ 19 w 34"/>
                <a:gd name="T3" fmla="*/ 27 h 30"/>
                <a:gd name="T4" fmla="*/ 1 w 34"/>
                <a:gd name="T5" fmla="*/ 22 h 30"/>
                <a:gd name="T6" fmla="*/ 16 w 34"/>
                <a:gd name="T7" fmla="*/ 3 h 30"/>
                <a:gd name="T8" fmla="*/ 33 w 34"/>
                <a:gd name="T9" fmla="*/ 9 h 30"/>
              </a:gdLst>
              <a:ahLst/>
              <a:cxnLst>
                <a:cxn ang="0">
                  <a:pos x="T0" y="T1"/>
                </a:cxn>
                <a:cxn ang="0">
                  <a:pos x="T2" y="T3"/>
                </a:cxn>
                <a:cxn ang="0">
                  <a:pos x="T4" y="T5"/>
                </a:cxn>
                <a:cxn ang="0">
                  <a:pos x="T6" y="T7"/>
                </a:cxn>
                <a:cxn ang="0">
                  <a:pos x="T8" y="T9"/>
                </a:cxn>
              </a:cxnLst>
              <a:rect l="0" t="0" r="r" b="b"/>
              <a:pathLst>
                <a:path w="34" h="30">
                  <a:moveTo>
                    <a:pt x="33" y="9"/>
                  </a:moveTo>
                  <a:cubicBezTo>
                    <a:pt x="34" y="15"/>
                    <a:pt x="28" y="24"/>
                    <a:pt x="19" y="27"/>
                  </a:cubicBezTo>
                  <a:cubicBezTo>
                    <a:pt x="10" y="30"/>
                    <a:pt x="2" y="28"/>
                    <a:pt x="1" y="22"/>
                  </a:cubicBezTo>
                  <a:cubicBezTo>
                    <a:pt x="0" y="15"/>
                    <a:pt x="7" y="7"/>
                    <a:pt x="16" y="3"/>
                  </a:cubicBezTo>
                  <a:cubicBezTo>
                    <a:pt x="25" y="0"/>
                    <a:pt x="32" y="2"/>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 name="Freeform 755">
              <a:extLst>
                <a:ext uri="{FF2B5EF4-FFF2-40B4-BE49-F238E27FC236}">
                  <a16:creationId xmlns:a16="http://schemas.microsoft.com/office/drawing/2014/main" id="{A89427FE-6721-6BD6-7098-82A6BA42E0C5}"/>
                </a:ext>
              </a:extLst>
            </p:cNvPr>
            <p:cNvSpPr>
              <a:spLocks/>
            </p:cNvSpPr>
            <p:nvPr/>
          </p:nvSpPr>
          <p:spPr bwMode="auto">
            <a:xfrm rot="5094805">
              <a:off x="923320" y="4782605"/>
              <a:ext cx="84544" cy="82259"/>
            </a:xfrm>
            <a:custGeom>
              <a:avLst/>
              <a:gdLst>
                <a:gd name="T0" fmla="*/ 1 w 34"/>
                <a:gd name="T1" fmla="*/ 23 h 33"/>
                <a:gd name="T2" fmla="*/ 16 w 34"/>
                <a:gd name="T3" fmla="*/ 3 h 33"/>
                <a:gd name="T4" fmla="*/ 33 w 34"/>
                <a:gd name="T5" fmla="*/ 11 h 33"/>
                <a:gd name="T6" fmla="*/ 17 w 34"/>
                <a:gd name="T7" fmla="*/ 31 h 33"/>
                <a:gd name="T8" fmla="*/ 1 w 34"/>
                <a:gd name="T9" fmla="*/ 23 h 33"/>
              </a:gdLst>
              <a:ahLst/>
              <a:cxnLst>
                <a:cxn ang="0">
                  <a:pos x="T0" y="T1"/>
                </a:cxn>
                <a:cxn ang="0">
                  <a:pos x="T2" y="T3"/>
                </a:cxn>
                <a:cxn ang="0">
                  <a:pos x="T4" y="T5"/>
                </a:cxn>
                <a:cxn ang="0">
                  <a:pos x="T6" y="T7"/>
                </a:cxn>
                <a:cxn ang="0">
                  <a:pos x="T8" y="T9"/>
                </a:cxn>
              </a:cxnLst>
              <a:rect l="0" t="0" r="r" b="b"/>
              <a:pathLst>
                <a:path w="34" h="33">
                  <a:moveTo>
                    <a:pt x="1" y="23"/>
                  </a:moveTo>
                  <a:cubicBezTo>
                    <a:pt x="0" y="16"/>
                    <a:pt x="7" y="7"/>
                    <a:pt x="16" y="3"/>
                  </a:cubicBezTo>
                  <a:cubicBezTo>
                    <a:pt x="24" y="0"/>
                    <a:pt x="32" y="4"/>
                    <a:pt x="33" y="11"/>
                  </a:cubicBezTo>
                  <a:cubicBezTo>
                    <a:pt x="34" y="18"/>
                    <a:pt x="26" y="28"/>
                    <a:pt x="17" y="31"/>
                  </a:cubicBezTo>
                  <a:cubicBezTo>
                    <a:pt x="9" y="33"/>
                    <a:pt x="1" y="30"/>
                    <a:pt x="1"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 name="Freeform 784">
              <a:extLst>
                <a:ext uri="{FF2B5EF4-FFF2-40B4-BE49-F238E27FC236}">
                  <a16:creationId xmlns:a16="http://schemas.microsoft.com/office/drawing/2014/main" id="{8DBD2221-675F-BF90-425D-B24FDD082DB2}"/>
                </a:ext>
              </a:extLst>
            </p:cNvPr>
            <p:cNvSpPr>
              <a:spLocks/>
            </p:cNvSpPr>
            <p:nvPr/>
          </p:nvSpPr>
          <p:spPr bwMode="auto">
            <a:xfrm rot="5094805">
              <a:off x="1017624" y="4962435"/>
              <a:ext cx="82259" cy="89114"/>
            </a:xfrm>
            <a:custGeom>
              <a:avLst/>
              <a:gdLst>
                <a:gd name="T0" fmla="*/ 33 w 34"/>
                <a:gd name="T1" fmla="*/ 12 h 36"/>
                <a:gd name="T2" fmla="*/ 18 w 34"/>
                <a:gd name="T3" fmla="*/ 33 h 36"/>
                <a:gd name="T4" fmla="*/ 1 w 34"/>
                <a:gd name="T5" fmla="*/ 25 h 36"/>
                <a:gd name="T6" fmla="*/ 16 w 34"/>
                <a:gd name="T7" fmla="*/ 3 h 36"/>
                <a:gd name="T8" fmla="*/ 33 w 34"/>
                <a:gd name="T9" fmla="*/ 12 h 36"/>
              </a:gdLst>
              <a:ahLst/>
              <a:cxnLst>
                <a:cxn ang="0">
                  <a:pos x="T0" y="T1"/>
                </a:cxn>
                <a:cxn ang="0">
                  <a:pos x="T2" y="T3"/>
                </a:cxn>
                <a:cxn ang="0">
                  <a:pos x="T4" y="T5"/>
                </a:cxn>
                <a:cxn ang="0">
                  <a:pos x="T6" y="T7"/>
                </a:cxn>
                <a:cxn ang="0">
                  <a:pos x="T8" y="T9"/>
                </a:cxn>
              </a:cxnLst>
              <a:rect l="0" t="0" r="r" b="b"/>
              <a:pathLst>
                <a:path w="34" h="36">
                  <a:moveTo>
                    <a:pt x="33" y="12"/>
                  </a:moveTo>
                  <a:cubicBezTo>
                    <a:pt x="34" y="20"/>
                    <a:pt x="27" y="31"/>
                    <a:pt x="18" y="33"/>
                  </a:cubicBezTo>
                  <a:cubicBezTo>
                    <a:pt x="10" y="36"/>
                    <a:pt x="2" y="32"/>
                    <a:pt x="1" y="25"/>
                  </a:cubicBezTo>
                  <a:cubicBezTo>
                    <a:pt x="0" y="16"/>
                    <a:pt x="7" y="7"/>
                    <a:pt x="16" y="3"/>
                  </a:cubicBezTo>
                  <a:cubicBezTo>
                    <a:pt x="24" y="0"/>
                    <a:pt x="32" y="4"/>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 name="Freeform 785">
              <a:extLst>
                <a:ext uri="{FF2B5EF4-FFF2-40B4-BE49-F238E27FC236}">
                  <a16:creationId xmlns:a16="http://schemas.microsoft.com/office/drawing/2014/main" id="{20F01487-BBDE-4AFD-EB09-5AE9BB25FEC3}"/>
                </a:ext>
              </a:extLst>
            </p:cNvPr>
            <p:cNvSpPr>
              <a:spLocks/>
            </p:cNvSpPr>
            <p:nvPr/>
          </p:nvSpPr>
          <p:spPr bwMode="auto">
            <a:xfrm rot="5094805">
              <a:off x="1105091" y="5142670"/>
              <a:ext cx="84544" cy="95969"/>
            </a:xfrm>
            <a:custGeom>
              <a:avLst/>
              <a:gdLst>
                <a:gd name="T0" fmla="*/ 1 w 34"/>
                <a:gd name="T1" fmla="*/ 26 h 39"/>
                <a:gd name="T2" fmla="*/ 16 w 34"/>
                <a:gd name="T3" fmla="*/ 3 h 39"/>
                <a:gd name="T4" fmla="*/ 33 w 34"/>
                <a:gd name="T5" fmla="*/ 13 h 39"/>
                <a:gd name="T6" fmla="*/ 19 w 34"/>
                <a:gd name="T7" fmla="*/ 36 h 39"/>
                <a:gd name="T8" fmla="*/ 1 w 34"/>
                <a:gd name="T9" fmla="*/ 26 h 39"/>
              </a:gdLst>
              <a:ahLst/>
              <a:cxnLst>
                <a:cxn ang="0">
                  <a:pos x="T0" y="T1"/>
                </a:cxn>
                <a:cxn ang="0">
                  <a:pos x="T2" y="T3"/>
                </a:cxn>
                <a:cxn ang="0">
                  <a:pos x="T4" y="T5"/>
                </a:cxn>
                <a:cxn ang="0">
                  <a:pos x="T6" y="T7"/>
                </a:cxn>
                <a:cxn ang="0">
                  <a:pos x="T8" y="T9"/>
                </a:cxn>
              </a:cxnLst>
              <a:rect l="0" t="0" r="r" b="b"/>
              <a:pathLst>
                <a:path w="34" h="39">
                  <a:moveTo>
                    <a:pt x="1" y="26"/>
                  </a:moveTo>
                  <a:cubicBezTo>
                    <a:pt x="0" y="17"/>
                    <a:pt x="7" y="7"/>
                    <a:pt x="16" y="3"/>
                  </a:cubicBezTo>
                  <a:cubicBezTo>
                    <a:pt x="24" y="0"/>
                    <a:pt x="32" y="5"/>
                    <a:pt x="33" y="13"/>
                  </a:cubicBezTo>
                  <a:cubicBezTo>
                    <a:pt x="34" y="22"/>
                    <a:pt x="28" y="33"/>
                    <a:pt x="19" y="36"/>
                  </a:cubicBezTo>
                  <a:cubicBezTo>
                    <a:pt x="10" y="39"/>
                    <a:pt x="2" y="34"/>
                    <a:pt x="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 name="Freeform 786">
              <a:extLst>
                <a:ext uri="{FF2B5EF4-FFF2-40B4-BE49-F238E27FC236}">
                  <a16:creationId xmlns:a16="http://schemas.microsoft.com/office/drawing/2014/main" id="{18C8FD28-3548-BD8C-8745-05E63CDA6C2E}"/>
                </a:ext>
              </a:extLst>
            </p:cNvPr>
            <p:cNvSpPr>
              <a:spLocks/>
            </p:cNvSpPr>
            <p:nvPr/>
          </p:nvSpPr>
          <p:spPr bwMode="auto">
            <a:xfrm rot="5094805">
              <a:off x="1192558" y="5322905"/>
              <a:ext cx="86829" cy="102824"/>
            </a:xfrm>
            <a:custGeom>
              <a:avLst/>
              <a:gdLst>
                <a:gd name="T0" fmla="*/ 2 w 35"/>
                <a:gd name="T1" fmla="*/ 27 h 41"/>
                <a:gd name="T2" fmla="*/ 16 w 35"/>
                <a:gd name="T3" fmla="*/ 3 h 41"/>
                <a:gd name="T4" fmla="*/ 34 w 35"/>
                <a:gd name="T5" fmla="*/ 14 h 41"/>
                <a:gd name="T6" fmla="*/ 19 w 35"/>
                <a:gd name="T7" fmla="*/ 38 h 41"/>
                <a:gd name="T8" fmla="*/ 2 w 35"/>
                <a:gd name="T9" fmla="*/ 27 h 41"/>
              </a:gdLst>
              <a:ahLst/>
              <a:cxnLst>
                <a:cxn ang="0">
                  <a:pos x="T0" y="T1"/>
                </a:cxn>
                <a:cxn ang="0">
                  <a:pos x="T2" y="T3"/>
                </a:cxn>
                <a:cxn ang="0">
                  <a:pos x="T4" y="T5"/>
                </a:cxn>
                <a:cxn ang="0">
                  <a:pos x="T6" y="T7"/>
                </a:cxn>
                <a:cxn ang="0">
                  <a:pos x="T8" y="T9"/>
                </a:cxn>
              </a:cxnLst>
              <a:rect l="0" t="0" r="r" b="b"/>
              <a:pathLst>
                <a:path w="35" h="41">
                  <a:moveTo>
                    <a:pt x="2" y="27"/>
                  </a:moveTo>
                  <a:cubicBezTo>
                    <a:pt x="0" y="17"/>
                    <a:pt x="7" y="7"/>
                    <a:pt x="16" y="3"/>
                  </a:cubicBezTo>
                  <a:cubicBezTo>
                    <a:pt x="24" y="0"/>
                    <a:pt x="32" y="5"/>
                    <a:pt x="34" y="14"/>
                  </a:cubicBezTo>
                  <a:cubicBezTo>
                    <a:pt x="35" y="24"/>
                    <a:pt x="28" y="35"/>
                    <a:pt x="19" y="38"/>
                  </a:cubicBezTo>
                  <a:cubicBezTo>
                    <a:pt x="11" y="41"/>
                    <a:pt x="3" y="36"/>
                    <a:pt x="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 name="Freeform 787">
              <a:extLst>
                <a:ext uri="{FF2B5EF4-FFF2-40B4-BE49-F238E27FC236}">
                  <a16:creationId xmlns:a16="http://schemas.microsoft.com/office/drawing/2014/main" id="{C9E8F52E-36DB-91F3-FD82-25DC867BDA7A}"/>
                </a:ext>
              </a:extLst>
            </p:cNvPr>
            <p:cNvSpPr>
              <a:spLocks/>
            </p:cNvSpPr>
            <p:nvPr/>
          </p:nvSpPr>
          <p:spPr bwMode="auto">
            <a:xfrm rot="5094805">
              <a:off x="1276716" y="5506968"/>
              <a:ext cx="86829" cy="105109"/>
            </a:xfrm>
            <a:custGeom>
              <a:avLst/>
              <a:gdLst>
                <a:gd name="T0" fmla="*/ 1 w 35"/>
                <a:gd name="T1" fmla="*/ 27 h 42"/>
                <a:gd name="T2" fmla="*/ 15 w 35"/>
                <a:gd name="T3" fmla="*/ 3 h 42"/>
                <a:gd name="T4" fmla="*/ 33 w 35"/>
                <a:gd name="T5" fmla="*/ 15 h 42"/>
                <a:gd name="T6" fmla="*/ 19 w 35"/>
                <a:gd name="T7" fmla="*/ 39 h 42"/>
                <a:gd name="T8" fmla="*/ 1 w 35"/>
                <a:gd name="T9" fmla="*/ 27 h 42"/>
              </a:gdLst>
              <a:ahLst/>
              <a:cxnLst>
                <a:cxn ang="0">
                  <a:pos x="T0" y="T1"/>
                </a:cxn>
                <a:cxn ang="0">
                  <a:pos x="T2" y="T3"/>
                </a:cxn>
                <a:cxn ang="0">
                  <a:pos x="T4" y="T5"/>
                </a:cxn>
                <a:cxn ang="0">
                  <a:pos x="T6" y="T7"/>
                </a:cxn>
                <a:cxn ang="0">
                  <a:pos x="T8" y="T9"/>
                </a:cxn>
              </a:cxnLst>
              <a:rect l="0" t="0" r="r" b="b"/>
              <a:pathLst>
                <a:path w="35" h="42">
                  <a:moveTo>
                    <a:pt x="1" y="27"/>
                  </a:moveTo>
                  <a:cubicBezTo>
                    <a:pt x="0" y="17"/>
                    <a:pt x="6" y="6"/>
                    <a:pt x="15" y="3"/>
                  </a:cubicBezTo>
                  <a:cubicBezTo>
                    <a:pt x="24" y="0"/>
                    <a:pt x="32" y="5"/>
                    <a:pt x="33" y="15"/>
                  </a:cubicBezTo>
                  <a:cubicBezTo>
                    <a:pt x="35" y="25"/>
                    <a:pt x="28" y="36"/>
                    <a:pt x="19" y="39"/>
                  </a:cubicBezTo>
                  <a:cubicBezTo>
                    <a:pt x="11" y="42"/>
                    <a:pt x="3" y="37"/>
                    <a:pt x="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 name="Freeform 788">
              <a:extLst>
                <a:ext uri="{FF2B5EF4-FFF2-40B4-BE49-F238E27FC236}">
                  <a16:creationId xmlns:a16="http://schemas.microsoft.com/office/drawing/2014/main" id="{F551FBF2-A3FD-447B-B4FB-62748E35D2E7}"/>
                </a:ext>
              </a:extLst>
            </p:cNvPr>
            <p:cNvSpPr>
              <a:spLocks/>
            </p:cNvSpPr>
            <p:nvPr/>
          </p:nvSpPr>
          <p:spPr bwMode="auto">
            <a:xfrm rot="5094805">
              <a:off x="1359746" y="5692478"/>
              <a:ext cx="82259" cy="105109"/>
            </a:xfrm>
            <a:custGeom>
              <a:avLst/>
              <a:gdLst>
                <a:gd name="T0" fmla="*/ 1 w 34"/>
                <a:gd name="T1" fmla="*/ 26 h 42"/>
                <a:gd name="T2" fmla="*/ 16 w 34"/>
                <a:gd name="T3" fmla="*/ 2 h 42"/>
                <a:gd name="T4" fmla="*/ 33 w 34"/>
                <a:gd name="T5" fmla="*/ 16 h 42"/>
                <a:gd name="T6" fmla="*/ 18 w 34"/>
                <a:gd name="T7" fmla="*/ 40 h 42"/>
                <a:gd name="T8" fmla="*/ 1 w 34"/>
                <a:gd name="T9" fmla="*/ 26 h 42"/>
              </a:gdLst>
              <a:ahLst/>
              <a:cxnLst>
                <a:cxn ang="0">
                  <a:pos x="T0" y="T1"/>
                </a:cxn>
                <a:cxn ang="0">
                  <a:pos x="T2" y="T3"/>
                </a:cxn>
                <a:cxn ang="0">
                  <a:pos x="T4" y="T5"/>
                </a:cxn>
                <a:cxn ang="0">
                  <a:pos x="T6" y="T7"/>
                </a:cxn>
                <a:cxn ang="0">
                  <a:pos x="T8" y="T9"/>
                </a:cxn>
              </a:cxnLst>
              <a:rect l="0" t="0" r="r" b="b"/>
              <a:pathLst>
                <a:path w="34" h="42">
                  <a:moveTo>
                    <a:pt x="1" y="26"/>
                  </a:moveTo>
                  <a:cubicBezTo>
                    <a:pt x="0" y="16"/>
                    <a:pt x="6" y="4"/>
                    <a:pt x="16" y="2"/>
                  </a:cubicBezTo>
                  <a:cubicBezTo>
                    <a:pt x="24" y="0"/>
                    <a:pt x="32" y="6"/>
                    <a:pt x="33" y="16"/>
                  </a:cubicBezTo>
                  <a:cubicBezTo>
                    <a:pt x="34" y="26"/>
                    <a:pt x="27" y="38"/>
                    <a:pt x="18" y="40"/>
                  </a:cubicBezTo>
                  <a:cubicBezTo>
                    <a:pt x="10" y="42"/>
                    <a:pt x="2" y="36"/>
                    <a:pt x="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 name="Freeform 789">
              <a:extLst>
                <a:ext uri="{FF2B5EF4-FFF2-40B4-BE49-F238E27FC236}">
                  <a16:creationId xmlns:a16="http://schemas.microsoft.com/office/drawing/2014/main" id="{47B29131-6EB9-4A43-4FA2-4AE193B2BB9A}"/>
                </a:ext>
              </a:extLst>
            </p:cNvPr>
            <p:cNvSpPr>
              <a:spLocks/>
            </p:cNvSpPr>
            <p:nvPr/>
          </p:nvSpPr>
          <p:spPr bwMode="auto">
            <a:xfrm rot="5094805">
              <a:off x="1433760" y="5876205"/>
              <a:ext cx="84544" cy="111964"/>
            </a:xfrm>
            <a:custGeom>
              <a:avLst/>
              <a:gdLst>
                <a:gd name="T0" fmla="*/ 1 w 34"/>
                <a:gd name="T1" fmla="*/ 26 h 45"/>
                <a:gd name="T2" fmla="*/ 14 w 34"/>
                <a:gd name="T3" fmla="*/ 3 h 45"/>
                <a:gd name="T4" fmla="*/ 33 w 34"/>
                <a:gd name="T5" fmla="*/ 18 h 45"/>
                <a:gd name="T6" fmla="*/ 19 w 34"/>
                <a:gd name="T7" fmla="*/ 42 h 45"/>
                <a:gd name="T8" fmla="*/ 1 w 34"/>
                <a:gd name="T9" fmla="*/ 26 h 45"/>
              </a:gdLst>
              <a:ahLst/>
              <a:cxnLst>
                <a:cxn ang="0">
                  <a:pos x="T0" y="T1"/>
                </a:cxn>
                <a:cxn ang="0">
                  <a:pos x="T2" y="T3"/>
                </a:cxn>
                <a:cxn ang="0">
                  <a:pos x="T4" y="T5"/>
                </a:cxn>
                <a:cxn ang="0">
                  <a:pos x="T6" y="T7"/>
                </a:cxn>
                <a:cxn ang="0">
                  <a:pos x="T8" y="T9"/>
                </a:cxn>
              </a:cxnLst>
              <a:rect l="0" t="0" r="r" b="b"/>
              <a:pathLst>
                <a:path w="34" h="45">
                  <a:moveTo>
                    <a:pt x="1" y="26"/>
                  </a:moveTo>
                  <a:cubicBezTo>
                    <a:pt x="0" y="16"/>
                    <a:pt x="6" y="6"/>
                    <a:pt x="14" y="3"/>
                  </a:cubicBezTo>
                  <a:cubicBezTo>
                    <a:pt x="23" y="0"/>
                    <a:pt x="32" y="7"/>
                    <a:pt x="33" y="18"/>
                  </a:cubicBezTo>
                  <a:cubicBezTo>
                    <a:pt x="34" y="28"/>
                    <a:pt x="28" y="39"/>
                    <a:pt x="19" y="42"/>
                  </a:cubicBezTo>
                  <a:cubicBezTo>
                    <a:pt x="10" y="45"/>
                    <a:pt x="2" y="37"/>
                    <a:pt x="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 name="Freeform 790">
              <a:extLst>
                <a:ext uri="{FF2B5EF4-FFF2-40B4-BE49-F238E27FC236}">
                  <a16:creationId xmlns:a16="http://schemas.microsoft.com/office/drawing/2014/main" id="{45F0D456-0227-84CB-DBE3-A18CF6DE2D1C}"/>
                </a:ext>
              </a:extLst>
            </p:cNvPr>
            <p:cNvSpPr>
              <a:spLocks/>
            </p:cNvSpPr>
            <p:nvPr/>
          </p:nvSpPr>
          <p:spPr bwMode="auto">
            <a:xfrm rot="5094805">
              <a:off x="1500743" y="6065118"/>
              <a:ext cx="86829" cy="105109"/>
            </a:xfrm>
            <a:custGeom>
              <a:avLst/>
              <a:gdLst>
                <a:gd name="T0" fmla="*/ 2 w 35"/>
                <a:gd name="T1" fmla="*/ 25 h 43"/>
                <a:gd name="T2" fmla="*/ 16 w 35"/>
                <a:gd name="T3" fmla="*/ 2 h 43"/>
                <a:gd name="T4" fmla="*/ 34 w 35"/>
                <a:gd name="T5" fmla="*/ 16 h 43"/>
                <a:gd name="T6" fmla="*/ 20 w 35"/>
                <a:gd name="T7" fmla="*/ 41 h 43"/>
                <a:gd name="T8" fmla="*/ 2 w 35"/>
                <a:gd name="T9" fmla="*/ 25 h 43"/>
              </a:gdLst>
              <a:ahLst/>
              <a:cxnLst>
                <a:cxn ang="0">
                  <a:pos x="T0" y="T1"/>
                </a:cxn>
                <a:cxn ang="0">
                  <a:pos x="T2" y="T3"/>
                </a:cxn>
                <a:cxn ang="0">
                  <a:pos x="T4" y="T5"/>
                </a:cxn>
                <a:cxn ang="0">
                  <a:pos x="T6" y="T7"/>
                </a:cxn>
                <a:cxn ang="0">
                  <a:pos x="T8" y="T9"/>
                </a:cxn>
              </a:cxnLst>
              <a:rect l="0" t="0" r="r" b="b"/>
              <a:pathLst>
                <a:path w="35" h="43">
                  <a:moveTo>
                    <a:pt x="2" y="25"/>
                  </a:moveTo>
                  <a:cubicBezTo>
                    <a:pt x="0" y="14"/>
                    <a:pt x="7" y="4"/>
                    <a:pt x="16" y="2"/>
                  </a:cubicBezTo>
                  <a:cubicBezTo>
                    <a:pt x="25" y="0"/>
                    <a:pt x="33" y="6"/>
                    <a:pt x="34" y="16"/>
                  </a:cubicBezTo>
                  <a:cubicBezTo>
                    <a:pt x="35" y="27"/>
                    <a:pt x="29" y="39"/>
                    <a:pt x="20" y="41"/>
                  </a:cubicBezTo>
                  <a:cubicBezTo>
                    <a:pt x="11" y="43"/>
                    <a:pt x="3" y="36"/>
                    <a:pt x="2"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 name="Freeform 791">
              <a:extLst>
                <a:ext uri="{FF2B5EF4-FFF2-40B4-BE49-F238E27FC236}">
                  <a16:creationId xmlns:a16="http://schemas.microsoft.com/office/drawing/2014/main" id="{4A1BD798-40A4-61AA-37E4-DC064BBFA043}"/>
                </a:ext>
              </a:extLst>
            </p:cNvPr>
            <p:cNvSpPr>
              <a:spLocks/>
            </p:cNvSpPr>
            <p:nvPr/>
          </p:nvSpPr>
          <p:spPr bwMode="auto">
            <a:xfrm rot="5094805">
              <a:off x="1554379" y="6257620"/>
              <a:ext cx="86829" cy="100539"/>
            </a:xfrm>
            <a:custGeom>
              <a:avLst/>
              <a:gdLst>
                <a:gd name="T0" fmla="*/ 1 w 35"/>
                <a:gd name="T1" fmla="*/ 22 h 40"/>
                <a:gd name="T2" fmla="*/ 16 w 35"/>
                <a:gd name="T3" fmla="*/ 1 h 40"/>
                <a:gd name="T4" fmla="*/ 34 w 35"/>
                <a:gd name="T5" fmla="*/ 18 h 40"/>
                <a:gd name="T6" fmla="*/ 19 w 35"/>
                <a:gd name="T7" fmla="*/ 39 h 40"/>
                <a:gd name="T8" fmla="*/ 1 w 35"/>
                <a:gd name="T9" fmla="*/ 22 h 40"/>
              </a:gdLst>
              <a:ahLst/>
              <a:cxnLst>
                <a:cxn ang="0">
                  <a:pos x="T0" y="T1"/>
                </a:cxn>
                <a:cxn ang="0">
                  <a:pos x="T2" y="T3"/>
                </a:cxn>
                <a:cxn ang="0">
                  <a:pos x="T4" y="T5"/>
                </a:cxn>
                <a:cxn ang="0">
                  <a:pos x="T6" y="T7"/>
                </a:cxn>
                <a:cxn ang="0">
                  <a:pos x="T8" y="T9"/>
                </a:cxn>
              </a:cxnLst>
              <a:rect l="0" t="0" r="r" b="b"/>
              <a:pathLst>
                <a:path w="35" h="40">
                  <a:moveTo>
                    <a:pt x="1" y="22"/>
                  </a:moveTo>
                  <a:cubicBezTo>
                    <a:pt x="0" y="11"/>
                    <a:pt x="7" y="1"/>
                    <a:pt x="16" y="1"/>
                  </a:cubicBezTo>
                  <a:cubicBezTo>
                    <a:pt x="24" y="0"/>
                    <a:pt x="33" y="8"/>
                    <a:pt x="34" y="18"/>
                  </a:cubicBezTo>
                  <a:cubicBezTo>
                    <a:pt x="35" y="29"/>
                    <a:pt x="28" y="39"/>
                    <a:pt x="19" y="39"/>
                  </a:cubicBezTo>
                  <a:cubicBezTo>
                    <a:pt x="11" y="40"/>
                    <a:pt x="2" y="32"/>
                    <a:pt x="1"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 name="Freeform 792">
              <a:extLst>
                <a:ext uri="{FF2B5EF4-FFF2-40B4-BE49-F238E27FC236}">
                  <a16:creationId xmlns:a16="http://schemas.microsoft.com/office/drawing/2014/main" id="{E625E8E8-487F-5F53-48DA-6942F6B5F277}"/>
                </a:ext>
              </a:extLst>
            </p:cNvPr>
            <p:cNvSpPr>
              <a:spLocks/>
            </p:cNvSpPr>
            <p:nvPr/>
          </p:nvSpPr>
          <p:spPr bwMode="auto">
            <a:xfrm rot="5094805">
              <a:off x="1593529" y="6452668"/>
              <a:ext cx="84544" cy="100539"/>
            </a:xfrm>
            <a:custGeom>
              <a:avLst/>
              <a:gdLst>
                <a:gd name="T0" fmla="*/ 33 w 34"/>
                <a:gd name="T1" fmla="*/ 19 h 41"/>
                <a:gd name="T2" fmla="*/ 19 w 34"/>
                <a:gd name="T3" fmla="*/ 40 h 41"/>
                <a:gd name="T4" fmla="*/ 0 w 34"/>
                <a:gd name="T5" fmla="*/ 22 h 41"/>
                <a:gd name="T6" fmla="*/ 15 w 34"/>
                <a:gd name="T7" fmla="*/ 1 h 41"/>
                <a:gd name="T8" fmla="*/ 33 w 34"/>
                <a:gd name="T9" fmla="*/ 19 h 41"/>
              </a:gdLst>
              <a:ahLst/>
              <a:cxnLst>
                <a:cxn ang="0">
                  <a:pos x="T0" y="T1"/>
                </a:cxn>
                <a:cxn ang="0">
                  <a:pos x="T2" y="T3"/>
                </a:cxn>
                <a:cxn ang="0">
                  <a:pos x="T4" y="T5"/>
                </a:cxn>
                <a:cxn ang="0">
                  <a:pos x="T6" y="T7"/>
                </a:cxn>
                <a:cxn ang="0">
                  <a:pos x="T8" y="T9"/>
                </a:cxn>
              </a:cxnLst>
              <a:rect l="0" t="0" r="r" b="b"/>
              <a:pathLst>
                <a:path w="34" h="41">
                  <a:moveTo>
                    <a:pt x="33" y="19"/>
                  </a:moveTo>
                  <a:cubicBezTo>
                    <a:pt x="34" y="29"/>
                    <a:pt x="28" y="38"/>
                    <a:pt x="19" y="40"/>
                  </a:cubicBezTo>
                  <a:cubicBezTo>
                    <a:pt x="10" y="41"/>
                    <a:pt x="1" y="33"/>
                    <a:pt x="0" y="22"/>
                  </a:cubicBezTo>
                  <a:cubicBezTo>
                    <a:pt x="0" y="11"/>
                    <a:pt x="6" y="3"/>
                    <a:pt x="15" y="1"/>
                  </a:cubicBezTo>
                  <a:cubicBezTo>
                    <a:pt x="24" y="0"/>
                    <a:pt x="33" y="8"/>
                    <a:pt x="3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 name="Freeform 793">
              <a:extLst>
                <a:ext uri="{FF2B5EF4-FFF2-40B4-BE49-F238E27FC236}">
                  <a16:creationId xmlns:a16="http://schemas.microsoft.com/office/drawing/2014/main" id="{EAE357E4-0AE6-C5D6-B7FD-2C21BAC1DC70}"/>
                </a:ext>
              </a:extLst>
            </p:cNvPr>
            <p:cNvSpPr>
              <a:spLocks/>
            </p:cNvSpPr>
            <p:nvPr/>
          </p:nvSpPr>
          <p:spPr bwMode="auto">
            <a:xfrm rot="5094805">
              <a:off x="1638263" y="6645972"/>
              <a:ext cx="84544" cy="100539"/>
            </a:xfrm>
            <a:custGeom>
              <a:avLst/>
              <a:gdLst>
                <a:gd name="T0" fmla="*/ 33 w 34"/>
                <a:gd name="T1" fmla="*/ 18 h 41"/>
                <a:gd name="T2" fmla="*/ 19 w 34"/>
                <a:gd name="T3" fmla="*/ 39 h 41"/>
                <a:gd name="T4" fmla="*/ 0 w 34"/>
                <a:gd name="T5" fmla="*/ 21 h 41"/>
                <a:gd name="T6" fmla="*/ 15 w 34"/>
                <a:gd name="T7" fmla="*/ 1 h 41"/>
                <a:gd name="T8" fmla="*/ 33 w 34"/>
                <a:gd name="T9" fmla="*/ 18 h 41"/>
              </a:gdLst>
              <a:ahLst/>
              <a:cxnLst>
                <a:cxn ang="0">
                  <a:pos x="T0" y="T1"/>
                </a:cxn>
                <a:cxn ang="0">
                  <a:pos x="T2" y="T3"/>
                </a:cxn>
                <a:cxn ang="0">
                  <a:pos x="T4" y="T5"/>
                </a:cxn>
                <a:cxn ang="0">
                  <a:pos x="T6" y="T7"/>
                </a:cxn>
                <a:cxn ang="0">
                  <a:pos x="T8" y="T9"/>
                </a:cxn>
              </a:cxnLst>
              <a:rect l="0" t="0" r="r" b="b"/>
              <a:pathLst>
                <a:path w="34" h="41">
                  <a:moveTo>
                    <a:pt x="33" y="18"/>
                  </a:moveTo>
                  <a:cubicBezTo>
                    <a:pt x="34" y="28"/>
                    <a:pt x="27" y="38"/>
                    <a:pt x="19" y="39"/>
                  </a:cubicBezTo>
                  <a:cubicBezTo>
                    <a:pt x="9" y="41"/>
                    <a:pt x="1" y="32"/>
                    <a:pt x="0" y="21"/>
                  </a:cubicBezTo>
                  <a:cubicBezTo>
                    <a:pt x="0" y="11"/>
                    <a:pt x="6" y="3"/>
                    <a:pt x="15" y="1"/>
                  </a:cubicBezTo>
                  <a:cubicBezTo>
                    <a:pt x="24" y="0"/>
                    <a:pt x="33" y="8"/>
                    <a:pt x="3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 name="Freeform 794">
              <a:extLst>
                <a:ext uri="{FF2B5EF4-FFF2-40B4-BE49-F238E27FC236}">
                  <a16:creationId xmlns:a16="http://schemas.microsoft.com/office/drawing/2014/main" id="{BF73E2D8-58B3-E4A3-2D8B-027CB2F03371}"/>
                </a:ext>
              </a:extLst>
            </p:cNvPr>
            <p:cNvSpPr>
              <a:spLocks/>
            </p:cNvSpPr>
            <p:nvPr/>
          </p:nvSpPr>
          <p:spPr bwMode="auto">
            <a:xfrm rot="5094805">
              <a:off x="1686711" y="6842283"/>
              <a:ext cx="86829" cy="100539"/>
            </a:xfrm>
            <a:custGeom>
              <a:avLst/>
              <a:gdLst>
                <a:gd name="T0" fmla="*/ 0 w 35"/>
                <a:gd name="T1" fmla="*/ 22 h 41"/>
                <a:gd name="T2" fmla="*/ 15 w 35"/>
                <a:gd name="T3" fmla="*/ 2 h 41"/>
                <a:gd name="T4" fmla="*/ 34 w 35"/>
                <a:gd name="T5" fmla="*/ 18 h 41"/>
                <a:gd name="T6" fmla="*/ 19 w 35"/>
                <a:gd name="T7" fmla="*/ 39 h 41"/>
                <a:gd name="T8" fmla="*/ 0 w 35"/>
                <a:gd name="T9" fmla="*/ 22 h 41"/>
              </a:gdLst>
              <a:ahLst/>
              <a:cxnLst>
                <a:cxn ang="0">
                  <a:pos x="T0" y="T1"/>
                </a:cxn>
                <a:cxn ang="0">
                  <a:pos x="T2" y="T3"/>
                </a:cxn>
                <a:cxn ang="0">
                  <a:pos x="T4" y="T5"/>
                </a:cxn>
                <a:cxn ang="0">
                  <a:pos x="T6" y="T7"/>
                </a:cxn>
                <a:cxn ang="0">
                  <a:pos x="T8" y="T9"/>
                </a:cxn>
              </a:cxnLst>
              <a:rect l="0" t="0" r="r" b="b"/>
              <a:pathLst>
                <a:path w="35" h="41">
                  <a:moveTo>
                    <a:pt x="0" y="22"/>
                  </a:moveTo>
                  <a:cubicBezTo>
                    <a:pt x="0" y="13"/>
                    <a:pt x="6" y="4"/>
                    <a:pt x="15" y="2"/>
                  </a:cubicBezTo>
                  <a:cubicBezTo>
                    <a:pt x="24" y="0"/>
                    <a:pt x="33" y="8"/>
                    <a:pt x="34" y="18"/>
                  </a:cubicBezTo>
                  <a:cubicBezTo>
                    <a:pt x="35" y="27"/>
                    <a:pt x="28" y="37"/>
                    <a:pt x="19" y="39"/>
                  </a:cubicBezTo>
                  <a:cubicBezTo>
                    <a:pt x="10" y="41"/>
                    <a:pt x="1" y="33"/>
                    <a:pt x="0"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 name="Freeform 799">
              <a:extLst>
                <a:ext uri="{FF2B5EF4-FFF2-40B4-BE49-F238E27FC236}">
                  <a16:creationId xmlns:a16="http://schemas.microsoft.com/office/drawing/2014/main" id="{E06F6621-0964-AF79-C3B6-98006C4DE6A6}"/>
                </a:ext>
              </a:extLst>
            </p:cNvPr>
            <p:cNvSpPr>
              <a:spLocks/>
            </p:cNvSpPr>
            <p:nvPr/>
          </p:nvSpPr>
          <p:spPr bwMode="auto">
            <a:xfrm rot="5094805">
              <a:off x="-51320" y="2482328"/>
              <a:ext cx="84544" cy="25135"/>
            </a:xfrm>
            <a:custGeom>
              <a:avLst/>
              <a:gdLst>
                <a:gd name="T0" fmla="*/ 33 w 34"/>
                <a:gd name="T1" fmla="*/ 4 h 10"/>
                <a:gd name="T2" fmla="*/ 19 w 34"/>
                <a:gd name="T3" fmla="*/ 9 h 10"/>
                <a:gd name="T4" fmla="*/ 0 w 34"/>
                <a:gd name="T5" fmla="*/ 5 h 10"/>
                <a:gd name="T6" fmla="*/ 15 w 34"/>
                <a:gd name="T7" fmla="*/ 0 h 10"/>
                <a:gd name="T8" fmla="*/ 33 w 34"/>
                <a:gd name="T9" fmla="*/ 4 h 10"/>
              </a:gdLst>
              <a:ahLst/>
              <a:cxnLst>
                <a:cxn ang="0">
                  <a:pos x="T0" y="T1"/>
                </a:cxn>
                <a:cxn ang="0">
                  <a:pos x="T2" y="T3"/>
                </a:cxn>
                <a:cxn ang="0">
                  <a:pos x="T4" y="T5"/>
                </a:cxn>
                <a:cxn ang="0">
                  <a:pos x="T6" y="T7"/>
                </a:cxn>
                <a:cxn ang="0">
                  <a:pos x="T8" y="T9"/>
                </a:cxn>
              </a:cxnLst>
              <a:rect l="0" t="0" r="r" b="b"/>
              <a:pathLst>
                <a:path w="34" h="10">
                  <a:moveTo>
                    <a:pt x="33" y="4"/>
                  </a:moveTo>
                  <a:cubicBezTo>
                    <a:pt x="34" y="6"/>
                    <a:pt x="27" y="8"/>
                    <a:pt x="19" y="9"/>
                  </a:cubicBezTo>
                  <a:cubicBezTo>
                    <a:pt x="10" y="10"/>
                    <a:pt x="1" y="8"/>
                    <a:pt x="0" y="5"/>
                  </a:cubicBezTo>
                  <a:cubicBezTo>
                    <a:pt x="0" y="3"/>
                    <a:pt x="6" y="1"/>
                    <a:pt x="15" y="0"/>
                  </a:cubicBezTo>
                  <a:cubicBezTo>
                    <a:pt x="24" y="0"/>
                    <a:pt x="32" y="1"/>
                    <a:pt x="3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 name="Freeform 800">
              <a:extLst>
                <a:ext uri="{FF2B5EF4-FFF2-40B4-BE49-F238E27FC236}">
                  <a16:creationId xmlns:a16="http://schemas.microsoft.com/office/drawing/2014/main" id="{230E8ECC-62A7-30DD-5EF2-5C9E812AC586}"/>
                </a:ext>
              </a:extLst>
            </p:cNvPr>
            <p:cNvSpPr>
              <a:spLocks/>
            </p:cNvSpPr>
            <p:nvPr/>
          </p:nvSpPr>
          <p:spPr bwMode="auto">
            <a:xfrm rot="5094805">
              <a:off x="-14851" y="2670742"/>
              <a:ext cx="82259" cy="29705"/>
            </a:xfrm>
            <a:custGeom>
              <a:avLst/>
              <a:gdLst>
                <a:gd name="T0" fmla="*/ 15 w 33"/>
                <a:gd name="T1" fmla="*/ 1 h 12"/>
                <a:gd name="T2" fmla="*/ 32 w 33"/>
                <a:gd name="T3" fmla="*/ 3 h 12"/>
                <a:gd name="T4" fmla="*/ 19 w 33"/>
                <a:gd name="T5" fmla="*/ 10 h 12"/>
                <a:gd name="T6" fmla="*/ 0 w 33"/>
                <a:gd name="T7" fmla="*/ 8 h 12"/>
                <a:gd name="T8" fmla="*/ 15 w 33"/>
                <a:gd name="T9" fmla="*/ 1 h 12"/>
              </a:gdLst>
              <a:ahLst/>
              <a:cxnLst>
                <a:cxn ang="0">
                  <a:pos x="T0" y="T1"/>
                </a:cxn>
                <a:cxn ang="0">
                  <a:pos x="T2" y="T3"/>
                </a:cxn>
                <a:cxn ang="0">
                  <a:pos x="T4" y="T5"/>
                </a:cxn>
                <a:cxn ang="0">
                  <a:pos x="T6" y="T7"/>
                </a:cxn>
                <a:cxn ang="0">
                  <a:pos x="T8" y="T9"/>
                </a:cxn>
              </a:cxnLst>
              <a:rect l="0" t="0" r="r" b="b"/>
              <a:pathLst>
                <a:path w="33" h="12">
                  <a:moveTo>
                    <a:pt x="15" y="1"/>
                  </a:moveTo>
                  <a:cubicBezTo>
                    <a:pt x="24" y="0"/>
                    <a:pt x="31" y="1"/>
                    <a:pt x="32" y="3"/>
                  </a:cubicBezTo>
                  <a:cubicBezTo>
                    <a:pt x="33" y="6"/>
                    <a:pt x="27" y="9"/>
                    <a:pt x="19" y="10"/>
                  </a:cubicBezTo>
                  <a:cubicBezTo>
                    <a:pt x="10" y="12"/>
                    <a:pt x="1" y="11"/>
                    <a:pt x="0" y="8"/>
                  </a:cubicBezTo>
                  <a:cubicBezTo>
                    <a:pt x="0" y="6"/>
                    <a:pt x="6" y="2"/>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 name="Freeform 801">
              <a:extLst>
                <a:ext uri="{FF2B5EF4-FFF2-40B4-BE49-F238E27FC236}">
                  <a16:creationId xmlns:a16="http://schemas.microsoft.com/office/drawing/2014/main" id="{47BFE8EE-4756-F4F2-3710-86FFBBF4F002}"/>
                </a:ext>
              </a:extLst>
            </p:cNvPr>
            <p:cNvSpPr>
              <a:spLocks/>
            </p:cNvSpPr>
            <p:nvPr/>
          </p:nvSpPr>
          <p:spPr bwMode="auto">
            <a:xfrm rot="5094805">
              <a:off x="37646" y="2859918"/>
              <a:ext cx="82259" cy="31990"/>
            </a:xfrm>
            <a:custGeom>
              <a:avLst/>
              <a:gdLst>
                <a:gd name="T0" fmla="*/ 15 w 34"/>
                <a:gd name="T1" fmla="*/ 2 h 13"/>
                <a:gd name="T2" fmla="*/ 33 w 34"/>
                <a:gd name="T3" fmla="*/ 3 h 13"/>
                <a:gd name="T4" fmla="*/ 18 w 34"/>
                <a:gd name="T5" fmla="*/ 11 h 13"/>
                <a:gd name="T6" fmla="*/ 1 w 34"/>
                <a:gd name="T7" fmla="*/ 10 h 13"/>
                <a:gd name="T8" fmla="*/ 15 w 34"/>
                <a:gd name="T9" fmla="*/ 2 h 13"/>
              </a:gdLst>
              <a:ahLst/>
              <a:cxnLst>
                <a:cxn ang="0">
                  <a:pos x="T0" y="T1"/>
                </a:cxn>
                <a:cxn ang="0">
                  <a:pos x="T2" y="T3"/>
                </a:cxn>
                <a:cxn ang="0">
                  <a:pos x="T4" y="T5"/>
                </a:cxn>
                <a:cxn ang="0">
                  <a:pos x="T6" y="T7"/>
                </a:cxn>
                <a:cxn ang="0">
                  <a:pos x="T8" y="T9"/>
                </a:cxn>
              </a:cxnLst>
              <a:rect l="0" t="0" r="r" b="b"/>
              <a:pathLst>
                <a:path w="34" h="13">
                  <a:moveTo>
                    <a:pt x="15" y="2"/>
                  </a:moveTo>
                  <a:cubicBezTo>
                    <a:pt x="23" y="0"/>
                    <a:pt x="31" y="1"/>
                    <a:pt x="33" y="3"/>
                  </a:cubicBezTo>
                  <a:cubicBezTo>
                    <a:pt x="34" y="5"/>
                    <a:pt x="27" y="9"/>
                    <a:pt x="18" y="11"/>
                  </a:cubicBezTo>
                  <a:cubicBezTo>
                    <a:pt x="10" y="13"/>
                    <a:pt x="2" y="13"/>
                    <a:pt x="1" y="10"/>
                  </a:cubicBezTo>
                  <a:cubicBezTo>
                    <a:pt x="0" y="8"/>
                    <a:pt x="6" y="4"/>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 name="Freeform 802">
              <a:extLst>
                <a:ext uri="{FF2B5EF4-FFF2-40B4-BE49-F238E27FC236}">
                  <a16:creationId xmlns:a16="http://schemas.microsoft.com/office/drawing/2014/main" id="{6649CA4F-4BD1-8A1C-1599-A7EDACF1F439}"/>
                </a:ext>
              </a:extLst>
            </p:cNvPr>
            <p:cNvSpPr>
              <a:spLocks/>
            </p:cNvSpPr>
            <p:nvPr/>
          </p:nvSpPr>
          <p:spPr bwMode="auto">
            <a:xfrm rot="5094805">
              <a:off x="100280" y="3046942"/>
              <a:ext cx="84544" cy="34275"/>
            </a:xfrm>
            <a:custGeom>
              <a:avLst/>
              <a:gdLst>
                <a:gd name="T0" fmla="*/ 33 w 34"/>
                <a:gd name="T1" fmla="*/ 3 h 14"/>
                <a:gd name="T2" fmla="*/ 19 w 34"/>
                <a:gd name="T3" fmla="*/ 11 h 14"/>
                <a:gd name="T4" fmla="*/ 1 w 34"/>
                <a:gd name="T5" fmla="*/ 11 h 14"/>
                <a:gd name="T6" fmla="*/ 16 w 34"/>
                <a:gd name="T7" fmla="*/ 2 h 14"/>
                <a:gd name="T8" fmla="*/ 33 w 34"/>
                <a:gd name="T9" fmla="*/ 3 h 14"/>
              </a:gdLst>
              <a:ahLst/>
              <a:cxnLst>
                <a:cxn ang="0">
                  <a:pos x="T0" y="T1"/>
                </a:cxn>
                <a:cxn ang="0">
                  <a:pos x="T2" y="T3"/>
                </a:cxn>
                <a:cxn ang="0">
                  <a:pos x="T4" y="T5"/>
                </a:cxn>
                <a:cxn ang="0">
                  <a:pos x="T6" y="T7"/>
                </a:cxn>
                <a:cxn ang="0">
                  <a:pos x="T8" y="T9"/>
                </a:cxn>
              </a:cxnLst>
              <a:rect l="0" t="0" r="r" b="b"/>
              <a:pathLst>
                <a:path w="34" h="14">
                  <a:moveTo>
                    <a:pt x="33" y="3"/>
                  </a:moveTo>
                  <a:cubicBezTo>
                    <a:pt x="34" y="5"/>
                    <a:pt x="28" y="9"/>
                    <a:pt x="19" y="11"/>
                  </a:cubicBezTo>
                  <a:cubicBezTo>
                    <a:pt x="10" y="14"/>
                    <a:pt x="1" y="14"/>
                    <a:pt x="1" y="11"/>
                  </a:cubicBezTo>
                  <a:cubicBezTo>
                    <a:pt x="0" y="8"/>
                    <a:pt x="7" y="4"/>
                    <a:pt x="16" y="2"/>
                  </a:cubicBezTo>
                  <a:cubicBezTo>
                    <a:pt x="24" y="0"/>
                    <a:pt x="32" y="0"/>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 name="Freeform 803">
              <a:extLst>
                <a:ext uri="{FF2B5EF4-FFF2-40B4-BE49-F238E27FC236}">
                  <a16:creationId xmlns:a16="http://schemas.microsoft.com/office/drawing/2014/main" id="{4FA43116-6DD6-A4D9-7B39-F68A9CA2F4D9}"/>
                </a:ext>
              </a:extLst>
            </p:cNvPr>
            <p:cNvSpPr>
              <a:spLocks/>
            </p:cNvSpPr>
            <p:nvPr/>
          </p:nvSpPr>
          <p:spPr bwMode="auto">
            <a:xfrm rot="5094805">
              <a:off x="173059" y="3229734"/>
              <a:ext cx="84544" cy="41130"/>
            </a:xfrm>
            <a:custGeom>
              <a:avLst/>
              <a:gdLst>
                <a:gd name="T0" fmla="*/ 15 w 34"/>
                <a:gd name="T1" fmla="*/ 3 h 16"/>
                <a:gd name="T2" fmla="*/ 33 w 34"/>
                <a:gd name="T3" fmla="*/ 3 h 16"/>
                <a:gd name="T4" fmla="*/ 18 w 34"/>
                <a:gd name="T5" fmla="*/ 13 h 16"/>
                <a:gd name="T6" fmla="*/ 1 w 34"/>
                <a:gd name="T7" fmla="*/ 13 h 16"/>
                <a:gd name="T8" fmla="*/ 15 w 34"/>
                <a:gd name="T9" fmla="*/ 3 h 16"/>
              </a:gdLst>
              <a:ahLst/>
              <a:cxnLst>
                <a:cxn ang="0">
                  <a:pos x="T0" y="T1"/>
                </a:cxn>
                <a:cxn ang="0">
                  <a:pos x="T2" y="T3"/>
                </a:cxn>
                <a:cxn ang="0">
                  <a:pos x="T4" y="T5"/>
                </a:cxn>
                <a:cxn ang="0">
                  <a:pos x="T6" y="T7"/>
                </a:cxn>
                <a:cxn ang="0">
                  <a:pos x="T8" y="T9"/>
                </a:cxn>
              </a:cxnLst>
              <a:rect l="0" t="0" r="r" b="b"/>
              <a:pathLst>
                <a:path w="34" h="16">
                  <a:moveTo>
                    <a:pt x="15" y="3"/>
                  </a:moveTo>
                  <a:cubicBezTo>
                    <a:pt x="24" y="0"/>
                    <a:pt x="31" y="0"/>
                    <a:pt x="33" y="3"/>
                  </a:cubicBezTo>
                  <a:cubicBezTo>
                    <a:pt x="34" y="6"/>
                    <a:pt x="27" y="10"/>
                    <a:pt x="18" y="13"/>
                  </a:cubicBezTo>
                  <a:cubicBezTo>
                    <a:pt x="10" y="16"/>
                    <a:pt x="2" y="16"/>
                    <a:pt x="1" y="13"/>
                  </a:cubicBezTo>
                  <a:cubicBezTo>
                    <a:pt x="0" y="10"/>
                    <a:pt x="6" y="6"/>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 name="Freeform 804">
              <a:extLst>
                <a:ext uri="{FF2B5EF4-FFF2-40B4-BE49-F238E27FC236}">
                  <a16:creationId xmlns:a16="http://schemas.microsoft.com/office/drawing/2014/main" id="{8F6E1CC6-5E1E-126D-1B7B-4E1F7C6A913A}"/>
                </a:ext>
              </a:extLst>
            </p:cNvPr>
            <p:cNvSpPr>
              <a:spLocks/>
            </p:cNvSpPr>
            <p:nvPr/>
          </p:nvSpPr>
          <p:spPr bwMode="auto">
            <a:xfrm rot="5094805">
              <a:off x="253804" y="3412958"/>
              <a:ext cx="84544" cy="45700"/>
            </a:xfrm>
            <a:custGeom>
              <a:avLst/>
              <a:gdLst>
                <a:gd name="T0" fmla="*/ 15 w 34"/>
                <a:gd name="T1" fmla="*/ 3 h 18"/>
                <a:gd name="T2" fmla="*/ 32 w 34"/>
                <a:gd name="T3" fmla="*/ 3 h 18"/>
                <a:gd name="T4" fmla="*/ 19 w 34"/>
                <a:gd name="T5" fmla="*/ 14 h 18"/>
                <a:gd name="T6" fmla="*/ 1 w 34"/>
                <a:gd name="T7" fmla="*/ 14 h 18"/>
                <a:gd name="T8" fmla="*/ 15 w 34"/>
                <a:gd name="T9" fmla="*/ 3 h 18"/>
              </a:gdLst>
              <a:ahLst/>
              <a:cxnLst>
                <a:cxn ang="0">
                  <a:pos x="T0" y="T1"/>
                </a:cxn>
                <a:cxn ang="0">
                  <a:pos x="T2" y="T3"/>
                </a:cxn>
                <a:cxn ang="0">
                  <a:pos x="T4" y="T5"/>
                </a:cxn>
                <a:cxn ang="0">
                  <a:pos x="T6" y="T7"/>
                </a:cxn>
                <a:cxn ang="0">
                  <a:pos x="T8" y="T9"/>
                </a:cxn>
              </a:cxnLst>
              <a:rect l="0" t="0" r="r" b="b"/>
              <a:pathLst>
                <a:path w="34" h="18">
                  <a:moveTo>
                    <a:pt x="15" y="3"/>
                  </a:moveTo>
                  <a:cubicBezTo>
                    <a:pt x="24" y="0"/>
                    <a:pt x="31" y="0"/>
                    <a:pt x="32" y="3"/>
                  </a:cubicBezTo>
                  <a:cubicBezTo>
                    <a:pt x="34" y="6"/>
                    <a:pt x="28" y="11"/>
                    <a:pt x="19" y="14"/>
                  </a:cubicBezTo>
                  <a:cubicBezTo>
                    <a:pt x="10" y="17"/>
                    <a:pt x="1" y="18"/>
                    <a:pt x="1" y="14"/>
                  </a:cubicBezTo>
                  <a:cubicBezTo>
                    <a:pt x="0" y="12"/>
                    <a:pt x="6" y="7"/>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 name="Freeform 805">
              <a:extLst>
                <a:ext uri="{FF2B5EF4-FFF2-40B4-BE49-F238E27FC236}">
                  <a16:creationId xmlns:a16="http://schemas.microsoft.com/office/drawing/2014/main" id="{5EB78974-CB98-C4CE-1C29-7021BBD1AC1A}"/>
                </a:ext>
              </a:extLst>
            </p:cNvPr>
            <p:cNvSpPr>
              <a:spLocks/>
            </p:cNvSpPr>
            <p:nvPr/>
          </p:nvSpPr>
          <p:spPr bwMode="auto">
            <a:xfrm rot="5094805">
              <a:off x="345938" y="3597658"/>
              <a:ext cx="79974" cy="45700"/>
            </a:xfrm>
            <a:custGeom>
              <a:avLst/>
              <a:gdLst>
                <a:gd name="T0" fmla="*/ 15 w 33"/>
                <a:gd name="T1" fmla="*/ 4 h 19"/>
                <a:gd name="T2" fmla="*/ 32 w 33"/>
                <a:gd name="T3" fmla="*/ 4 h 19"/>
                <a:gd name="T4" fmla="*/ 18 w 33"/>
                <a:gd name="T5" fmla="*/ 16 h 19"/>
                <a:gd name="T6" fmla="*/ 0 w 33"/>
                <a:gd name="T7" fmla="*/ 16 h 19"/>
                <a:gd name="T8" fmla="*/ 15 w 33"/>
                <a:gd name="T9" fmla="*/ 4 h 19"/>
              </a:gdLst>
              <a:ahLst/>
              <a:cxnLst>
                <a:cxn ang="0">
                  <a:pos x="T0" y="T1"/>
                </a:cxn>
                <a:cxn ang="0">
                  <a:pos x="T2" y="T3"/>
                </a:cxn>
                <a:cxn ang="0">
                  <a:pos x="T4" y="T5"/>
                </a:cxn>
                <a:cxn ang="0">
                  <a:pos x="T6" y="T7"/>
                </a:cxn>
                <a:cxn ang="0">
                  <a:pos x="T8" y="T9"/>
                </a:cxn>
              </a:cxnLst>
              <a:rect l="0" t="0" r="r" b="b"/>
              <a:pathLst>
                <a:path w="33" h="19">
                  <a:moveTo>
                    <a:pt x="15" y="4"/>
                  </a:moveTo>
                  <a:cubicBezTo>
                    <a:pt x="23" y="0"/>
                    <a:pt x="31" y="0"/>
                    <a:pt x="32" y="4"/>
                  </a:cubicBezTo>
                  <a:cubicBezTo>
                    <a:pt x="33" y="7"/>
                    <a:pt x="27" y="12"/>
                    <a:pt x="18" y="16"/>
                  </a:cubicBezTo>
                  <a:cubicBezTo>
                    <a:pt x="9" y="19"/>
                    <a:pt x="1" y="19"/>
                    <a:pt x="0" y="16"/>
                  </a:cubicBezTo>
                  <a:cubicBezTo>
                    <a:pt x="0" y="13"/>
                    <a:pt x="6" y="7"/>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 name="Freeform 806">
              <a:extLst>
                <a:ext uri="{FF2B5EF4-FFF2-40B4-BE49-F238E27FC236}">
                  <a16:creationId xmlns:a16="http://schemas.microsoft.com/office/drawing/2014/main" id="{82329751-8340-69B1-6AF0-FA55F3A53A43}"/>
                </a:ext>
              </a:extLst>
            </p:cNvPr>
            <p:cNvSpPr>
              <a:spLocks/>
            </p:cNvSpPr>
            <p:nvPr/>
          </p:nvSpPr>
          <p:spPr bwMode="auto">
            <a:xfrm rot="5094805">
              <a:off x="435777" y="3779869"/>
              <a:ext cx="84544" cy="50269"/>
            </a:xfrm>
            <a:custGeom>
              <a:avLst/>
              <a:gdLst>
                <a:gd name="T0" fmla="*/ 14 w 34"/>
                <a:gd name="T1" fmla="*/ 4 h 20"/>
                <a:gd name="T2" fmla="*/ 32 w 34"/>
                <a:gd name="T3" fmla="*/ 3 h 20"/>
                <a:gd name="T4" fmla="*/ 18 w 34"/>
                <a:gd name="T5" fmla="*/ 17 h 20"/>
                <a:gd name="T6" fmla="*/ 1 w 34"/>
                <a:gd name="T7" fmla="*/ 17 h 20"/>
                <a:gd name="T8" fmla="*/ 14 w 34"/>
                <a:gd name="T9" fmla="*/ 4 h 20"/>
              </a:gdLst>
              <a:ahLst/>
              <a:cxnLst>
                <a:cxn ang="0">
                  <a:pos x="T0" y="T1"/>
                </a:cxn>
                <a:cxn ang="0">
                  <a:pos x="T2" y="T3"/>
                </a:cxn>
                <a:cxn ang="0">
                  <a:pos x="T4" y="T5"/>
                </a:cxn>
                <a:cxn ang="0">
                  <a:pos x="T6" y="T7"/>
                </a:cxn>
                <a:cxn ang="0">
                  <a:pos x="T8" y="T9"/>
                </a:cxn>
              </a:cxnLst>
              <a:rect l="0" t="0" r="r" b="b"/>
              <a:pathLst>
                <a:path w="34" h="20">
                  <a:moveTo>
                    <a:pt x="14" y="4"/>
                  </a:moveTo>
                  <a:cubicBezTo>
                    <a:pt x="23" y="0"/>
                    <a:pt x="31" y="0"/>
                    <a:pt x="32" y="3"/>
                  </a:cubicBezTo>
                  <a:cubicBezTo>
                    <a:pt x="34" y="7"/>
                    <a:pt x="27" y="13"/>
                    <a:pt x="18" y="17"/>
                  </a:cubicBezTo>
                  <a:cubicBezTo>
                    <a:pt x="10" y="20"/>
                    <a:pt x="2" y="20"/>
                    <a:pt x="1" y="17"/>
                  </a:cubicBezTo>
                  <a:cubicBezTo>
                    <a:pt x="0" y="13"/>
                    <a:pt x="6"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 name="Freeform 807">
              <a:extLst>
                <a:ext uri="{FF2B5EF4-FFF2-40B4-BE49-F238E27FC236}">
                  <a16:creationId xmlns:a16="http://schemas.microsoft.com/office/drawing/2014/main" id="{DCA99BD9-27E3-6A8A-E23B-D8F2DAF3D4A2}"/>
                </a:ext>
              </a:extLst>
            </p:cNvPr>
            <p:cNvSpPr>
              <a:spLocks/>
            </p:cNvSpPr>
            <p:nvPr/>
          </p:nvSpPr>
          <p:spPr bwMode="auto">
            <a:xfrm rot="5094805">
              <a:off x="534536" y="3959400"/>
              <a:ext cx="79974" cy="54839"/>
            </a:xfrm>
            <a:custGeom>
              <a:avLst/>
              <a:gdLst>
                <a:gd name="T0" fmla="*/ 15 w 32"/>
                <a:gd name="T1" fmla="*/ 4 h 23"/>
                <a:gd name="T2" fmla="*/ 32 w 32"/>
                <a:gd name="T3" fmla="*/ 5 h 23"/>
                <a:gd name="T4" fmla="*/ 18 w 32"/>
                <a:gd name="T5" fmla="*/ 19 h 23"/>
                <a:gd name="T6" fmla="*/ 0 w 32"/>
                <a:gd name="T7" fmla="*/ 18 h 23"/>
                <a:gd name="T8" fmla="*/ 15 w 32"/>
                <a:gd name="T9" fmla="*/ 4 h 23"/>
              </a:gdLst>
              <a:ahLst/>
              <a:cxnLst>
                <a:cxn ang="0">
                  <a:pos x="T0" y="T1"/>
                </a:cxn>
                <a:cxn ang="0">
                  <a:pos x="T2" y="T3"/>
                </a:cxn>
                <a:cxn ang="0">
                  <a:pos x="T4" y="T5"/>
                </a:cxn>
                <a:cxn ang="0">
                  <a:pos x="T6" y="T7"/>
                </a:cxn>
                <a:cxn ang="0">
                  <a:pos x="T8" y="T9"/>
                </a:cxn>
              </a:cxnLst>
              <a:rect l="0" t="0" r="r" b="b"/>
              <a:pathLst>
                <a:path w="32" h="23">
                  <a:moveTo>
                    <a:pt x="15" y="4"/>
                  </a:moveTo>
                  <a:cubicBezTo>
                    <a:pt x="24" y="0"/>
                    <a:pt x="31" y="1"/>
                    <a:pt x="32" y="5"/>
                  </a:cubicBezTo>
                  <a:cubicBezTo>
                    <a:pt x="32" y="9"/>
                    <a:pt x="26" y="15"/>
                    <a:pt x="18" y="19"/>
                  </a:cubicBezTo>
                  <a:cubicBezTo>
                    <a:pt x="9" y="23"/>
                    <a:pt x="0" y="22"/>
                    <a:pt x="0" y="18"/>
                  </a:cubicBezTo>
                  <a:cubicBezTo>
                    <a:pt x="0" y="14"/>
                    <a:pt x="6" y="7"/>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 name="Freeform 809">
              <a:extLst>
                <a:ext uri="{FF2B5EF4-FFF2-40B4-BE49-F238E27FC236}">
                  <a16:creationId xmlns:a16="http://schemas.microsoft.com/office/drawing/2014/main" id="{B84F47D7-CCF9-1685-831D-B6233428C894}"/>
                </a:ext>
              </a:extLst>
            </p:cNvPr>
            <p:cNvSpPr>
              <a:spLocks/>
            </p:cNvSpPr>
            <p:nvPr/>
          </p:nvSpPr>
          <p:spPr bwMode="auto">
            <a:xfrm rot="5094805">
              <a:off x="636798" y="4139461"/>
              <a:ext cx="82259" cy="59409"/>
            </a:xfrm>
            <a:custGeom>
              <a:avLst/>
              <a:gdLst>
                <a:gd name="T0" fmla="*/ 15 w 33"/>
                <a:gd name="T1" fmla="*/ 4 h 24"/>
                <a:gd name="T2" fmla="*/ 32 w 33"/>
                <a:gd name="T3" fmla="*/ 5 h 24"/>
                <a:gd name="T4" fmla="*/ 19 w 33"/>
                <a:gd name="T5" fmla="*/ 20 h 24"/>
                <a:gd name="T6" fmla="*/ 0 w 33"/>
                <a:gd name="T7" fmla="*/ 19 h 24"/>
                <a:gd name="T8" fmla="*/ 15 w 33"/>
                <a:gd name="T9" fmla="*/ 4 h 24"/>
              </a:gdLst>
              <a:ahLst/>
              <a:cxnLst>
                <a:cxn ang="0">
                  <a:pos x="T0" y="T1"/>
                </a:cxn>
                <a:cxn ang="0">
                  <a:pos x="T2" y="T3"/>
                </a:cxn>
                <a:cxn ang="0">
                  <a:pos x="T4" y="T5"/>
                </a:cxn>
                <a:cxn ang="0">
                  <a:pos x="T6" y="T7"/>
                </a:cxn>
                <a:cxn ang="0">
                  <a:pos x="T8" y="T9"/>
                </a:cxn>
              </a:cxnLst>
              <a:rect l="0" t="0" r="r" b="b"/>
              <a:pathLst>
                <a:path w="33" h="24">
                  <a:moveTo>
                    <a:pt x="15" y="4"/>
                  </a:moveTo>
                  <a:cubicBezTo>
                    <a:pt x="23" y="0"/>
                    <a:pt x="31" y="0"/>
                    <a:pt x="32" y="5"/>
                  </a:cubicBezTo>
                  <a:cubicBezTo>
                    <a:pt x="33" y="9"/>
                    <a:pt x="27" y="16"/>
                    <a:pt x="19" y="20"/>
                  </a:cubicBezTo>
                  <a:cubicBezTo>
                    <a:pt x="10" y="24"/>
                    <a:pt x="1" y="24"/>
                    <a:pt x="0" y="19"/>
                  </a:cubicBezTo>
                  <a:cubicBezTo>
                    <a:pt x="0" y="15"/>
                    <a:pt x="6" y="8"/>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 name="Freeform 810">
              <a:extLst>
                <a:ext uri="{FF2B5EF4-FFF2-40B4-BE49-F238E27FC236}">
                  <a16:creationId xmlns:a16="http://schemas.microsoft.com/office/drawing/2014/main" id="{60656EAE-8506-6856-E2A2-D8644F6557D9}"/>
                </a:ext>
              </a:extLst>
            </p:cNvPr>
            <p:cNvSpPr>
              <a:spLocks/>
            </p:cNvSpPr>
            <p:nvPr/>
          </p:nvSpPr>
          <p:spPr bwMode="auto">
            <a:xfrm rot="5094805">
              <a:off x="742481" y="4318278"/>
              <a:ext cx="79974" cy="66264"/>
            </a:xfrm>
            <a:custGeom>
              <a:avLst/>
              <a:gdLst>
                <a:gd name="T0" fmla="*/ 14 w 33"/>
                <a:gd name="T1" fmla="*/ 4 h 27"/>
                <a:gd name="T2" fmla="*/ 32 w 33"/>
                <a:gd name="T3" fmla="*/ 6 h 27"/>
                <a:gd name="T4" fmla="*/ 19 w 33"/>
                <a:gd name="T5" fmla="*/ 22 h 27"/>
                <a:gd name="T6" fmla="*/ 0 w 33"/>
                <a:gd name="T7" fmla="*/ 21 h 27"/>
                <a:gd name="T8" fmla="*/ 14 w 33"/>
                <a:gd name="T9" fmla="*/ 4 h 27"/>
              </a:gdLst>
              <a:ahLst/>
              <a:cxnLst>
                <a:cxn ang="0">
                  <a:pos x="T0" y="T1"/>
                </a:cxn>
                <a:cxn ang="0">
                  <a:pos x="T2" y="T3"/>
                </a:cxn>
                <a:cxn ang="0">
                  <a:pos x="T4" y="T5"/>
                </a:cxn>
                <a:cxn ang="0">
                  <a:pos x="T6" y="T7"/>
                </a:cxn>
                <a:cxn ang="0">
                  <a:pos x="T8" y="T9"/>
                </a:cxn>
              </a:cxnLst>
              <a:rect l="0" t="0" r="r" b="b"/>
              <a:pathLst>
                <a:path w="33" h="27">
                  <a:moveTo>
                    <a:pt x="14" y="4"/>
                  </a:moveTo>
                  <a:cubicBezTo>
                    <a:pt x="23" y="0"/>
                    <a:pt x="31" y="1"/>
                    <a:pt x="32" y="6"/>
                  </a:cubicBezTo>
                  <a:cubicBezTo>
                    <a:pt x="33" y="11"/>
                    <a:pt x="27" y="18"/>
                    <a:pt x="19" y="22"/>
                  </a:cubicBezTo>
                  <a:cubicBezTo>
                    <a:pt x="10" y="27"/>
                    <a:pt x="1" y="26"/>
                    <a:pt x="0" y="21"/>
                  </a:cubicBezTo>
                  <a:cubicBezTo>
                    <a:pt x="0" y="16"/>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 name="Freeform 811">
              <a:extLst>
                <a:ext uri="{FF2B5EF4-FFF2-40B4-BE49-F238E27FC236}">
                  <a16:creationId xmlns:a16="http://schemas.microsoft.com/office/drawing/2014/main" id="{7E6090E1-6D86-3234-2E4D-D20DD910C8A4}"/>
                </a:ext>
              </a:extLst>
            </p:cNvPr>
            <p:cNvSpPr>
              <a:spLocks/>
            </p:cNvSpPr>
            <p:nvPr/>
          </p:nvSpPr>
          <p:spPr bwMode="auto">
            <a:xfrm rot="5094805">
              <a:off x="846815" y="4495861"/>
              <a:ext cx="82259" cy="70834"/>
            </a:xfrm>
            <a:custGeom>
              <a:avLst/>
              <a:gdLst>
                <a:gd name="T0" fmla="*/ 33 w 34"/>
                <a:gd name="T1" fmla="*/ 8 h 29"/>
                <a:gd name="T2" fmla="*/ 19 w 34"/>
                <a:gd name="T3" fmla="*/ 26 h 29"/>
                <a:gd name="T4" fmla="*/ 2 w 34"/>
                <a:gd name="T5" fmla="*/ 23 h 29"/>
                <a:gd name="T6" fmla="*/ 16 w 34"/>
                <a:gd name="T7" fmla="*/ 4 h 29"/>
                <a:gd name="T8" fmla="*/ 33 w 34"/>
                <a:gd name="T9" fmla="*/ 8 h 29"/>
              </a:gdLst>
              <a:ahLst/>
              <a:cxnLst>
                <a:cxn ang="0">
                  <a:pos x="T0" y="T1"/>
                </a:cxn>
                <a:cxn ang="0">
                  <a:pos x="T2" y="T3"/>
                </a:cxn>
                <a:cxn ang="0">
                  <a:pos x="T4" y="T5"/>
                </a:cxn>
                <a:cxn ang="0">
                  <a:pos x="T6" y="T7"/>
                </a:cxn>
                <a:cxn ang="0">
                  <a:pos x="T8" y="T9"/>
                </a:cxn>
              </a:cxnLst>
              <a:rect l="0" t="0" r="r" b="b"/>
              <a:pathLst>
                <a:path w="34" h="29">
                  <a:moveTo>
                    <a:pt x="33" y="8"/>
                  </a:moveTo>
                  <a:cubicBezTo>
                    <a:pt x="34" y="14"/>
                    <a:pt x="28" y="22"/>
                    <a:pt x="19" y="26"/>
                  </a:cubicBezTo>
                  <a:cubicBezTo>
                    <a:pt x="11" y="29"/>
                    <a:pt x="3" y="28"/>
                    <a:pt x="2" y="23"/>
                  </a:cubicBezTo>
                  <a:cubicBezTo>
                    <a:pt x="0" y="17"/>
                    <a:pt x="7" y="8"/>
                    <a:pt x="16" y="4"/>
                  </a:cubicBezTo>
                  <a:cubicBezTo>
                    <a:pt x="25" y="0"/>
                    <a:pt x="32" y="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 name="Freeform 812">
              <a:extLst>
                <a:ext uri="{FF2B5EF4-FFF2-40B4-BE49-F238E27FC236}">
                  <a16:creationId xmlns:a16="http://schemas.microsoft.com/office/drawing/2014/main" id="{5C70687D-F676-6512-503A-1CBF7CCBA923}"/>
                </a:ext>
              </a:extLst>
            </p:cNvPr>
            <p:cNvSpPr>
              <a:spLocks/>
            </p:cNvSpPr>
            <p:nvPr/>
          </p:nvSpPr>
          <p:spPr bwMode="auto">
            <a:xfrm rot="5094805">
              <a:off x="947938" y="4674880"/>
              <a:ext cx="84544" cy="77689"/>
            </a:xfrm>
            <a:custGeom>
              <a:avLst/>
              <a:gdLst>
                <a:gd name="T0" fmla="*/ 33 w 34"/>
                <a:gd name="T1" fmla="*/ 9 h 32"/>
                <a:gd name="T2" fmla="*/ 19 w 34"/>
                <a:gd name="T3" fmla="*/ 28 h 32"/>
                <a:gd name="T4" fmla="*/ 2 w 34"/>
                <a:gd name="T5" fmla="*/ 24 h 32"/>
                <a:gd name="T6" fmla="*/ 16 w 34"/>
                <a:gd name="T7" fmla="*/ 4 h 32"/>
                <a:gd name="T8" fmla="*/ 33 w 34"/>
                <a:gd name="T9" fmla="*/ 9 h 32"/>
              </a:gdLst>
              <a:ahLst/>
              <a:cxnLst>
                <a:cxn ang="0">
                  <a:pos x="T0" y="T1"/>
                </a:cxn>
                <a:cxn ang="0">
                  <a:pos x="T2" y="T3"/>
                </a:cxn>
                <a:cxn ang="0">
                  <a:pos x="T4" y="T5"/>
                </a:cxn>
                <a:cxn ang="0">
                  <a:pos x="T6" y="T7"/>
                </a:cxn>
                <a:cxn ang="0">
                  <a:pos x="T8" y="T9"/>
                </a:cxn>
              </a:cxnLst>
              <a:rect l="0" t="0" r="r" b="b"/>
              <a:pathLst>
                <a:path w="34" h="32">
                  <a:moveTo>
                    <a:pt x="33" y="9"/>
                  </a:moveTo>
                  <a:cubicBezTo>
                    <a:pt x="34" y="16"/>
                    <a:pt x="28" y="24"/>
                    <a:pt x="19" y="28"/>
                  </a:cubicBezTo>
                  <a:cubicBezTo>
                    <a:pt x="11" y="32"/>
                    <a:pt x="3" y="30"/>
                    <a:pt x="2" y="24"/>
                  </a:cubicBezTo>
                  <a:cubicBezTo>
                    <a:pt x="0" y="17"/>
                    <a:pt x="7" y="8"/>
                    <a:pt x="16" y="4"/>
                  </a:cubicBezTo>
                  <a:cubicBezTo>
                    <a:pt x="25" y="0"/>
                    <a:pt x="33" y="2"/>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 name="Freeform 841">
              <a:extLst>
                <a:ext uri="{FF2B5EF4-FFF2-40B4-BE49-F238E27FC236}">
                  <a16:creationId xmlns:a16="http://schemas.microsoft.com/office/drawing/2014/main" id="{D219E3D5-F595-7C7E-C23C-BD8495AE5481}"/>
                </a:ext>
              </a:extLst>
            </p:cNvPr>
            <p:cNvSpPr>
              <a:spLocks/>
            </p:cNvSpPr>
            <p:nvPr/>
          </p:nvSpPr>
          <p:spPr bwMode="auto">
            <a:xfrm rot="5094805">
              <a:off x="1048029" y="4855241"/>
              <a:ext cx="84544" cy="84544"/>
            </a:xfrm>
            <a:custGeom>
              <a:avLst/>
              <a:gdLst>
                <a:gd name="T0" fmla="*/ 32 w 34"/>
                <a:gd name="T1" fmla="*/ 10 h 34"/>
                <a:gd name="T2" fmla="*/ 19 w 34"/>
                <a:gd name="T3" fmla="*/ 30 h 34"/>
                <a:gd name="T4" fmla="*/ 1 w 34"/>
                <a:gd name="T5" fmla="*/ 23 h 34"/>
                <a:gd name="T6" fmla="*/ 15 w 34"/>
                <a:gd name="T7" fmla="*/ 4 h 34"/>
                <a:gd name="T8" fmla="*/ 32 w 34"/>
                <a:gd name="T9" fmla="*/ 10 h 34"/>
              </a:gdLst>
              <a:ahLst/>
              <a:cxnLst>
                <a:cxn ang="0">
                  <a:pos x="T0" y="T1"/>
                </a:cxn>
                <a:cxn ang="0">
                  <a:pos x="T2" y="T3"/>
                </a:cxn>
                <a:cxn ang="0">
                  <a:pos x="T4" y="T5"/>
                </a:cxn>
                <a:cxn ang="0">
                  <a:pos x="T6" y="T7"/>
                </a:cxn>
                <a:cxn ang="0">
                  <a:pos x="T8" y="T9"/>
                </a:cxn>
              </a:cxnLst>
              <a:rect l="0" t="0" r="r" b="b"/>
              <a:pathLst>
                <a:path w="34" h="34">
                  <a:moveTo>
                    <a:pt x="32" y="10"/>
                  </a:moveTo>
                  <a:cubicBezTo>
                    <a:pt x="34" y="17"/>
                    <a:pt x="28" y="26"/>
                    <a:pt x="19" y="30"/>
                  </a:cubicBezTo>
                  <a:cubicBezTo>
                    <a:pt x="10" y="34"/>
                    <a:pt x="1" y="31"/>
                    <a:pt x="1" y="23"/>
                  </a:cubicBezTo>
                  <a:cubicBezTo>
                    <a:pt x="0" y="16"/>
                    <a:pt x="6" y="8"/>
                    <a:pt x="15" y="4"/>
                  </a:cubicBezTo>
                  <a:cubicBezTo>
                    <a:pt x="24" y="0"/>
                    <a:pt x="31" y="2"/>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 name="Freeform 842">
              <a:extLst>
                <a:ext uri="{FF2B5EF4-FFF2-40B4-BE49-F238E27FC236}">
                  <a16:creationId xmlns:a16="http://schemas.microsoft.com/office/drawing/2014/main" id="{C4647252-1199-5542-7980-AC35EA7B4B35}"/>
                </a:ext>
              </a:extLst>
            </p:cNvPr>
            <p:cNvSpPr>
              <a:spLocks/>
            </p:cNvSpPr>
            <p:nvPr/>
          </p:nvSpPr>
          <p:spPr bwMode="auto">
            <a:xfrm rot="5094805">
              <a:off x="1147917" y="5033325"/>
              <a:ext cx="84544" cy="91399"/>
            </a:xfrm>
            <a:custGeom>
              <a:avLst/>
              <a:gdLst>
                <a:gd name="T0" fmla="*/ 16 w 34"/>
                <a:gd name="T1" fmla="*/ 4 h 37"/>
                <a:gd name="T2" fmla="*/ 33 w 34"/>
                <a:gd name="T3" fmla="*/ 12 h 37"/>
                <a:gd name="T4" fmla="*/ 19 w 34"/>
                <a:gd name="T5" fmla="*/ 33 h 37"/>
                <a:gd name="T6" fmla="*/ 1 w 34"/>
                <a:gd name="T7" fmla="*/ 24 h 37"/>
                <a:gd name="T8" fmla="*/ 16 w 34"/>
                <a:gd name="T9" fmla="*/ 4 h 37"/>
              </a:gdLst>
              <a:ahLst/>
              <a:cxnLst>
                <a:cxn ang="0">
                  <a:pos x="T0" y="T1"/>
                </a:cxn>
                <a:cxn ang="0">
                  <a:pos x="T2" y="T3"/>
                </a:cxn>
                <a:cxn ang="0">
                  <a:pos x="T4" y="T5"/>
                </a:cxn>
                <a:cxn ang="0">
                  <a:pos x="T6" y="T7"/>
                </a:cxn>
                <a:cxn ang="0">
                  <a:pos x="T8" y="T9"/>
                </a:cxn>
              </a:cxnLst>
              <a:rect l="0" t="0" r="r" b="b"/>
              <a:pathLst>
                <a:path w="34" h="37">
                  <a:moveTo>
                    <a:pt x="16" y="4"/>
                  </a:moveTo>
                  <a:cubicBezTo>
                    <a:pt x="24" y="0"/>
                    <a:pt x="32" y="4"/>
                    <a:pt x="33" y="12"/>
                  </a:cubicBezTo>
                  <a:cubicBezTo>
                    <a:pt x="34" y="20"/>
                    <a:pt x="28" y="29"/>
                    <a:pt x="19" y="33"/>
                  </a:cubicBezTo>
                  <a:cubicBezTo>
                    <a:pt x="10" y="37"/>
                    <a:pt x="1" y="33"/>
                    <a:pt x="1" y="24"/>
                  </a:cubicBezTo>
                  <a:cubicBezTo>
                    <a:pt x="0" y="17"/>
                    <a:pt x="7" y="8"/>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 name="Freeform 843">
              <a:extLst>
                <a:ext uri="{FF2B5EF4-FFF2-40B4-BE49-F238E27FC236}">
                  <a16:creationId xmlns:a16="http://schemas.microsoft.com/office/drawing/2014/main" id="{4B749C2D-80CC-990F-A635-C50AB549B001}"/>
                </a:ext>
              </a:extLst>
            </p:cNvPr>
            <p:cNvSpPr>
              <a:spLocks/>
            </p:cNvSpPr>
            <p:nvPr/>
          </p:nvSpPr>
          <p:spPr bwMode="auto">
            <a:xfrm rot="5094805">
              <a:off x="1243456" y="5216375"/>
              <a:ext cx="84544" cy="93684"/>
            </a:xfrm>
            <a:custGeom>
              <a:avLst/>
              <a:gdLst>
                <a:gd name="T0" fmla="*/ 15 w 35"/>
                <a:gd name="T1" fmla="*/ 4 h 38"/>
                <a:gd name="T2" fmla="*/ 33 w 35"/>
                <a:gd name="T3" fmla="*/ 12 h 38"/>
                <a:gd name="T4" fmla="*/ 19 w 35"/>
                <a:gd name="T5" fmla="*/ 35 h 38"/>
                <a:gd name="T6" fmla="*/ 1 w 35"/>
                <a:gd name="T7" fmla="*/ 26 h 38"/>
                <a:gd name="T8" fmla="*/ 15 w 35"/>
                <a:gd name="T9" fmla="*/ 4 h 38"/>
              </a:gdLst>
              <a:ahLst/>
              <a:cxnLst>
                <a:cxn ang="0">
                  <a:pos x="T0" y="T1"/>
                </a:cxn>
                <a:cxn ang="0">
                  <a:pos x="T2" y="T3"/>
                </a:cxn>
                <a:cxn ang="0">
                  <a:pos x="T4" y="T5"/>
                </a:cxn>
                <a:cxn ang="0">
                  <a:pos x="T6" y="T7"/>
                </a:cxn>
                <a:cxn ang="0">
                  <a:pos x="T8" y="T9"/>
                </a:cxn>
              </a:cxnLst>
              <a:rect l="0" t="0" r="r" b="b"/>
              <a:pathLst>
                <a:path w="35" h="38">
                  <a:moveTo>
                    <a:pt x="15" y="4"/>
                  </a:moveTo>
                  <a:cubicBezTo>
                    <a:pt x="23" y="0"/>
                    <a:pt x="31" y="3"/>
                    <a:pt x="33" y="12"/>
                  </a:cubicBezTo>
                  <a:cubicBezTo>
                    <a:pt x="35" y="20"/>
                    <a:pt x="28" y="31"/>
                    <a:pt x="19" y="35"/>
                  </a:cubicBezTo>
                  <a:cubicBezTo>
                    <a:pt x="11" y="38"/>
                    <a:pt x="2" y="34"/>
                    <a:pt x="1" y="26"/>
                  </a:cubicBezTo>
                  <a:cubicBezTo>
                    <a:pt x="0" y="18"/>
                    <a:pt x="6" y="8"/>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 name="Freeform 844">
              <a:extLst>
                <a:ext uri="{FF2B5EF4-FFF2-40B4-BE49-F238E27FC236}">
                  <a16:creationId xmlns:a16="http://schemas.microsoft.com/office/drawing/2014/main" id="{12BA47B3-C0C8-30D7-24F6-0BA4E0E55F94}"/>
                </a:ext>
              </a:extLst>
            </p:cNvPr>
            <p:cNvSpPr>
              <a:spLocks/>
            </p:cNvSpPr>
            <p:nvPr/>
          </p:nvSpPr>
          <p:spPr bwMode="auto">
            <a:xfrm rot="5094805">
              <a:off x="1335475" y="5398490"/>
              <a:ext cx="86829" cy="95969"/>
            </a:xfrm>
            <a:custGeom>
              <a:avLst/>
              <a:gdLst>
                <a:gd name="T0" fmla="*/ 15 w 35"/>
                <a:gd name="T1" fmla="*/ 4 h 39"/>
                <a:gd name="T2" fmla="*/ 33 w 35"/>
                <a:gd name="T3" fmla="*/ 12 h 39"/>
                <a:gd name="T4" fmla="*/ 19 w 35"/>
                <a:gd name="T5" fmla="*/ 36 h 39"/>
                <a:gd name="T6" fmla="*/ 2 w 35"/>
                <a:gd name="T7" fmla="*/ 26 h 39"/>
                <a:gd name="T8" fmla="*/ 15 w 35"/>
                <a:gd name="T9" fmla="*/ 4 h 39"/>
              </a:gdLst>
              <a:ahLst/>
              <a:cxnLst>
                <a:cxn ang="0">
                  <a:pos x="T0" y="T1"/>
                </a:cxn>
                <a:cxn ang="0">
                  <a:pos x="T2" y="T3"/>
                </a:cxn>
                <a:cxn ang="0">
                  <a:pos x="T4" y="T5"/>
                </a:cxn>
                <a:cxn ang="0">
                  <a:pos x="T6" y="T7"/>
                </a:cxn>
                <a:cxn ang="0">
                  <a:pos x="T8" y="T9"/>
                </a:cxn>
              </a:cxnLst>
              <a:rect l="0" t="0" r="r" b="b"/>
              <a:pathLst>
                <a:path w="35" h="39">
                  <a:moveTo>
                    <a:pt x="15" y="4"/>
                  </a:moveTo>
                  <a:cubicBezTo>
                    <a:pt x="24" y="0"/>
                    <a:pt x="32" y="4"/>
                    <a:pt x="33" y="12"/>
                  </a:cubicBezTo>
                  <a:cubicBezTo>
                    <a:pt x="35" y="22"/>
                    <a:pt x="29" y="33"/>
                    <a:pt x="19" y="36"/>
                  </a:cubicBezTo>
                  <a:cubicBezTo>
                    <a:pt x="11" y="39"/>
                    <a:pt x="3" y="34"/>
                    <a:pt x="2" y="26"/>
                  </a:cubicBezTo>
                  <a:cubicBezTo>
                    <a:pt x="0" y="17"/>
                    <a:pt x="7" y="7"/>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 name="Freeform 845">
              <a:extLst>
                <a:ext uri="{FF2B5EF4-FFF2-40B4-BE49-F238E27FC236}">
                  <a16:creationId xmlns:a16="http://schemas.microsoft.com/office/drawing/2014/main" id="{91BCD524-3C49-8A70-C9FC-76B5360C7EF6}"/>
                </a:ext>
              </a:extLst>
            </p:cNvPr>
            <p:cNvSpPr>
              <a:spLocks/>
            </p:cNvSpPr>
            <p:nvPr/>
          </p:nvSpPr>
          <p:spPr bwMode="auto">
            <a:xfrm rot="5094805">
              <a:off x="1421909" y="5582351"/>
              <a:ext cx="86829" cy="98254"/>
            </a:xfrm>
            <a:custGeom>
              <a:avLst/>
              <a:gdLst>
                <a:gd name="T0" fmla="*/ 15 w 35"/>
                <a:gd name="T1" fmla="*/ 3 h 40"/>
                <a:gd name="T2" fmla="*/ 33 w 35"/>
                <a:gd name="T3" fmla="*/ 13 h 40"/>
                <a:gd name="T4" fmla="*/ 19 w 35"/>
                <a:gd name="T5" fmla="*/ 37 h 40"/>
                <a:gd name="T6" fmla="*/ 1 w 35"/>
                <a:gd name="T7" fmla="*/ 26 h 40"/>
                <a:gd name="T8" fmla="*/ 15 w 35"/>
                <a:gd name="T9" fmla="*/ 3 h 40"/>
              </a:gdLst>
              <a:ahLst/>
              <a:cxnLst>
                <a:cxn ang="0">
                  <a:pos x="T0" y="T1"/>
                </a:cxn>
                <a:cxn ang="0">
                  <a:pos x="T2" y="T3"/>
                </a:cxn>
                <a:cxn ang="0">
                  <a:pos x="T4" y="T5"/>
                </a:cxn>
                <a:cxn ang="0">
                  <a:pos x="T6" y="T7"/>
                </a:cxn>
                <a:cxn ang="0">
                  <a:pos x="T8" y="T9"/>
                </a:cxn>
              </a:cxnLst>
              <a:rect l="0" t="0" r="r" b="b"/>
              <a:pathLst>
                <a:path w="35" h="40">
                  <a:moveTo>
                    <a:pt x="15" y="3"/>
                  </a:moveTo>
                  <a:cubicBezTo>
                    <a:pt x="23" y="0"/>
                    <a:pt x="31" y="4"/>
                    <a:pt x="33" y="13"/>
                  </a:cubicBezTo>
                  <a:cubicBezTo>
                    <a:pt x="35" y="23"/>
                    <a:pt x="28" y="34"/>
                    <a:pt x="19" y="37"/>
                  </a:cubicBezTo>
                  <a:cubicBezTo>
                    <a:pt x="11" y="40"/>
                    <a:pt x="2" y="35"/>
                    <a:pt x="1" y="26"/>
                  </a:cubicBezTo>
                  <a:cubicBezTo>
                    <a:pt x="0" y="17"/>
                    <a:pt x="6" y="7"/>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 name="Freeform 846">
              <a:extLst>
                <a:ext uri="{FF2B5EF4-FFF2-40B4-BE49-F238E27FC236}">
                  <a16:creationId xmlns:a16="http://schemas.microsoft.com/office/drawing/2014/main" id="{420F77B3-2B29-80B3-5034-95D3A8B553EB}"/>
                </a:ext>
              </a:extLst>
            </p:cNvPr>
            <p:cNvSpPr>
              <a:spLocks/>
            </p:cNvSpPr>
            <p:nvPr/>
          </p:nvSpPr>
          <p:spPr bwMode="auto">
            <a:xfrm rot="5094805">
              <a:off x="1503695" y="5766723"/>
              <a:ext cx="84544" cy="98254"/>
            </a:xfrm>
            <a:custGeom>
              <a:avLst/>
              <a:gdLst>
                <a:gd name="T0" fmla="*/ 16 w 34"/>
                <a:gd name="T1" fmla="*/ 2 h 40"/>
                <a:gd name="T2" fmla="*/ 33 w 34"/>
                <a:gd name="T3" fmla="*/ 15 h 40"/>
                <a:gd name="T4" fmla="*/ 19 w 34"/>
                <a:gd name="T5" fmla="*/ 37 h 40"/>
                <a:gd name="T6" fmla="*/ 1 w 34"/>
                <a:gd name="T7" fmla="*/ 24 h 40"/>
                <a:gd name="T8" fmla="*/ 16 w 34"/>
                <a:gd name="T9" fmla="*/ 2 h 40"/>
              </a:gdLst>
              <a:ahLst/>
              <a:cxnLst>
                <a:cxn ang="0">
                  <a:pos x="T0" y="T1"/>
                </a:cxn>
                <a:cxn ang="0">
                  <a:pos x="T2" y="T3"/>
                </a:cxn>
                <a:cxn ang="0">
                  <a:pos x="T4" y="T5"/>
                </a:cxn>
                <a:cxn ang="0">
                  <a:pos x="T6" y="T7"/>
                </a:cxn>
                <a:cxn ang="0">
                  <a:pos x="T8" y="T9"/>
                </a:cxn>
              </a:cxnLst>
              <a:rect l="0" t="0" r="r" b="b"/>
              <a:pathLst>
                <a:path w="34" h="40">
                  <a:moveTo>
                    <a:pt x="16" y="2"/>
                  </a:moveTo>
                  <a:cubicBezTo>
                    <a:pt x="24" y="0"/>
                    <a:pt x="32" y="5"/>
                    <a:pt x="33" y="15"/>
                  </a:cubicBezTo>
                  <a:cubicBezTo>
                    <a:pt x="34" y="24"/>
                    <a:pt x="28" y="34"/>
                    <a:pt x="19" y="37"/>
                  </a:cubicBezTo>
                  <a:cubicBezTo>
                    <a:pt x="10" y="40"/>
                    <a:pt x="1" y="33"/>
                    <a:pt x="1" y="24"/>
                  </a:cubicBezTo>
                  <a:cubicBezTo>
                    <a:pt x="0" y="14"/>
                    <a:pt x="7" y="5"/>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 name="Freeform 847">
              <a:extLst>
                <a:ext uri="{FF2B5EF4-FFF2-40B4-BE49-F238E27FC236}">
                  <a16:creationId xmlns:a16="http://schemas.microsoft.com/office/drawing/2014/main" id="{BCA4ED75-2099-3236-5D0B-75160B28CD68}"/>
                </a:ext>
              </a:extLst>
            </p:cNvPr>
            <p:cNvSpPr>
              <a:spLocks/>
            </p:cNvSpPr>
            <p:nvPr/>
          </p:nvSpPr>
          <p:spPr bwMode="auto">
            <a:xfrm rot="5094805">
              <a:off x="1578856" y="5953978"/>
              <a:ext cx="82259" cy="98254"/>
            </a:xfrm>
            <a:custGeom>
              <a:avLst/>
              <a:gdLst>
                <a:gd name="T0" fmla="*/ 15 w 34"/>
                <a:gd name="T1" fmla="*/ 3 h 40"/>
                <a:gd name="T2" fmla="*/ 33 w 34"/>
                <a:gd name="T3" fmla="*/ 15 h 40"/>
                <a:gd name="T4" fmla="*/ 20 w 34"/>
                <a:gd name="T5" fmla="*/ 37 h 40"/>
                <a:gd name="T6" fmla="*/ 1 w 34"/>
                <a:gd name="T7" fmla="*/ 24 h 40"/>
                <a:gd name="T8" fmla="*/ 15 w 34"/>
                <a:gd name="T9" fmla="*/ 3 h 40"/>
              </a:gdLst>
              <a:ahLst/>
              <a:cxnLst>
                <a:cxn ang="0">
                  <a:pos x="T0" y="T1"/>
                </a:cxn>
                <a:cxn ang="0">
                  <a:pos x="T2" y="T3"/>
                </a:cxn>
                <a:cxn ang="0">
                  <a:pos x="T4" y="T5"/>
                </a:cxn>
                <a:cxn ang="0">
                  <a:pos x="T6" y="T7"/>
                </a:cxn>
                <a:cxn ang="0">
                  <a:pos x="T8" y="T9"/>
                </a:cxn>
              </a:cxnLst>
              <a:rect l="0" t="0" r="r" b="b"/>
              <a:pathLst>
                <a:path w="34" h="40">
                  <a:moveTo>
                    <a:pt x="15" y="3"/>
                  </a:moveTo>
                  <a:cubicBezTo>
                    <a:pt x="24" y="0"/>
                    <a:pt x="31" y="5"/>
                    <a:pt x="33" y="15"/>
                  </a:cubicBezTo>
                  <a:cubicBezTo>
                    <a:pt x="34" y="24"/>
                    <a:pt x="28" y="34"/>
                    <a:pt x="20" y="37"/>
                  </a:cubicBezTo>
                  <a:cubicBezTo>
                    <a:pt x="11" y="40"/>
                    <a:pt x="2" y="34"/>
                    <a:pt x="1" y="24"/>
                  </a:cubicBezTo>
                  <a:cubicBezTo>
                    <a:pt x="0" y="15"/>
                    <a:pt x="6" y="5"/>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 name="Freeform 848">
              <a:extLst>
                <a:ext uri="{FF2B5EF4-FFF2-40B4-BE49-F238E27FC236}">
                  <a16:creationId xmlns:a16="http://schemas.microsoft.com/office/drawing/2014/main" id="{163018F3-CFB6-1CA0-7F57-923E1A988A18}"/>
                </a:ext>
              </a:extLst>
            </p:cNvPr>
            <p:cNvSpPr>
              <a:spLocks/>
            </p:cNvSpPr>
            <p:nvPr/>
          </p:nvSpPr>
          <p:spPr bwMode="auto">
            <a:xfrm rot="5094805">
              <a:off x="1641587" y="6145467"/>
              <a:ext cx="86829" cy="93684"/>
            </a:xfrm>
            <a:custGeom>
              <a:avLst/>
              <a:gdLst>
                <a:gd name="T0" fmla="*/ 15 w 35"/>
                <a:gd name="T1" fmla="*/ 2 h 38"/>
                <a:gd name="T2" fmla="*/ 33 w 35"/>
                <a:gd name="T3" fmla="*/ 14 h 38"/>
                <a:gd name="T4" fmla="*/ 19 w 35"/>
                <a:gd name="T5" fmla="*/ 36 h 38"/>
                <a:gd name="T6" fmla="*/ 1 w 35"/>
                <a:gd name="T7" fmla="*/ 22 h 38"/>
                <a:gd name="T8" fmla="*/ 15 w 35"/>
                <a:gd name="T9" fmla="*/ 2 h 38"/>
              </a:gdLst>
              <a:ahLst/>
              <a:cxnLst>
                <a:cxn ang="0">
                  <a:pos x="T0" y="T1"/>
                </a:cxn>
                <a:cxn ang="0">
                  <a:pos x="T2" y="T3"/>
                </a:cxn>
                <a:cxn ang="0">
                  <a:pos x="T4" y="T5"/>
                </a:cxn>
                <a:cxn ang="0">
                  <a:pos x="T6" y="T7"/>
                </a:cxn>
                <a:cxn ang="0">
                  <a:pos x="T8" y="T9"/>
                </a:cxn>
              </a:cxnLst>
              <a:rect l="0" t="0" r="r" b="b"/>
              <a:pathLst>
                <a:path w="35" h="38">
                  <a:moveTo>
                    <a:pt x="15" y="2"/>
                  </a:moveTo>
                  <a:cubicBezTo>
                    <a:pt x="23" y="0"/>
                    <a:pt x="32" y="5"/>
                    <a:pt x="33" y="14"/>
                  </a:cubicBezTo>
                  <a:cubicBezTo>
                    <a:pt x="35" y="24"/>
                    <a:pt x="28" y="34"/>
                    <a:pt x="19" y="36"/>
                  </a:cubicBezTo>
                  <a:cubicBezTo>
                    <a:pt x="11" y="38"/>
                    <a:pt x="2" y="32"/>
                    <a:pt x="1" y="22"/>
                  </a:cubicBezTo>
                  <a:cubicBezTo>
                    <a:pt x="0" y="13"/>
                    <a:pt x="6" y="4"/>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 name="Freeform 849">
              <a:extLst>
                <a:ext uri="{FF2B5EF4-FFF2-40B4-BE49-F238E27FC236}">
                  <a16:creationId xmlns:a16="http://schemas.microsoft.com/office/drawing/2014/main" id="{0AF0B34C-D484-FD6E-DDFE-5EB9C9C382C6}"/>
                </a:ext>
              </a:extLst>
            </p:cNvPr>
            <p:cNvSpPr>
              <a:spLocks/>
            </p:cNvSpPr>
            <p:nvPr/>
          </p:nvSpPr>
          <p:spPr bwMode="auto">
            <a:xfrm rot="5094805">
              <a:off x="1679290" y="6339387"/>
              <a:ext cx="86829" cy="89114"/>
            </a:xfrm>
            <a:custGeom>
              <a:avLst/>
              <a:gdLst>
                <a:gd name="T0" fmla="*/ 15 w 35"/>
                <a:gd name="T1" fmla="*/ 1 h 36"/>
                <a:gd name="T2" fmla="*/ 33 w 35"/>
                <a:gd name="T3" fmla="*/ 15 h 36"/>
                <a:gd name="T4" fmla="*/ 19 w 35"/>
                <a:gd name="T5" fmla="*/ 35 h 36"/>
                <a:gd name="T6" fmla="*/ 1 w 35"/>
                <a:gd name="T7" fmla="*/ 20 h 36"/>
                <a:gd name="T8" fmla="*/ 15 w 35"/>
                <a:gd name="T9" fmla="*/ 1 h 36"/>
              </a:gdLst>
              <a:ahLst/>
              <a:cxnLst>
                <a:cxn ang="0">
                  <a:pos x="T0" y="T1"/>
                </a:cxn>
                <a:cxn ang="0">
                  <a:pos x="T2" y="T3"/>
                </a:cxn>
                <a:cxn ang="0">
                  <a:pos x="T4" y="T5"/>
                </a:cxn>
                <a:cxn ang="0">
                  <a:pos x="T6" y="T7"/>
                </a:cxn>
                <a:cxn ang="0">
                  <a:pos x="T8" y="T9"/>
                </a:cxn>
              </a:cxnLst>
              <a:rect l="0" t="0" r="r" b="b"/>
              <a:pathLst>
                <a:path w="35" h="36">
                  <a:moveTo>
                    <a:pt x="15" y="1"/>
                  </a:moveTo>
                  <a:cubicBezTo>
                    <a:pt x="24" y="0"/>
                    <a:pt x="32" y="6"/>
                    <a:pt x="33" y="15"/>
                  </a:cubicBezTo>
                  <a:cubicBezTo>
                    <a:pt x="35" y="25"/>
                    <a:pt x="28" y="34"/>
                    <a:pt x="19" y="35"/>
                  </a:cubicBezTo>
                  <a:cubicBezTo>
                    <a:pt x="10" y="36"/>
                    <a:pt x="2" y="29"/>
                    <a:pt x="1" y="20"/>
                  </a:cubicBezTo>
                  <a:cubicBezTo>
                    <a:pt x="0" y="11"/>
                    <a:pt x="6" y="2"/>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 name="Freeform 850">
              <a:extLst>
                <a:ext uri="{FF2B5EF4-FFF2-40B4-BE49-F238E27FC236}">
                  <a16:creationId xmlns:a16="http://schemas.microsoft.com/office/drawing/2014/main" id="{CDBB6FCF-79C7-B0BE-93D5-AC9C3AF68156}"/>
                </a:ext>
              </a:extLst>
            </p:cNvPr>
            <p:cNvSpPr>
              <a:spLocks/>
            </p:cNvSpPr>
            <p:nvPr/>
          </p:nvSpPr>
          <p:spPr bwMode="auto">
            <a:xfrm rot="5094805">
              <a:off x="1720514" y="6531957"/>
              <a:ext cx="84544" cy="89114"/>
            </a:xfrm>
            <a:custGeom>
              <a:avLst/>
              <a:gdLst>
                <a:gd name="T0" fmla="*/ 34 w 35"/>
                <a:gd name="T1" fmla="*/ 16 h 36"/>
                <a:gd name="T2" fmla="*/ 20 w 35"/>
                <a:gd name="T3" fmla="*/ 35 h 36"/>
                <a:gd name="T4" fmla="*/ 1 w 35"/>
                <a:gd name="T5" fmla="*/ 20 h 36"/>
                <a:gd name="T6" fmla="*/ 17 w 35"/>
                <a:gd name="T7" fmla="*/ 1 h 36"/>
                <a:gd name="T8" fmla="*/ 34 w 35"/>
                <a:gd name="T9" fmla="*/ 16 h 36"/>
              </a:gdLst>
              <a:ahLst/>
              <a:cxnLst>
                <a:cxn ang="0">
                  <a:pos x="T0" y="T1"/>
                </a:cxn>
                <a:cxn ang="0">
                  <a:pos x="T2" y="T3"/>
                </a:cxn>
                <a:cxn ang="0">
                  <a:pos x="T4" y="T5"/>
                </a:cxn>
                <a:cxn ang="0">
                  <a:pos x="T6" y="T7"/>
                </a:cxn>
                <a:cxn ang="0">
                  <a:pos x="T8" y="T9"/>
                </a:cxn>
              </a:cxnLst>
              <a:rect l="0" t="0" r="r" b="b"/>
              <a:pathLst>
                <a:path w="35" h="36">
                  <a:moveTo>
                    <a:pt x="34" y="16"/>
                  </a:moveTo>
                  <a:cubicBezTo>
                    <a:pt x="35" y="25"/>
                    <a:pt x="28" y="34"/>
                    <a:pt x="20" y="35"/>
                  </a:cubicBezTo>
                  <a:cubicBezTo>
                    <a:pt x="11" y="36"/>
                    <a:pt x="2" y="29"/>
                    <a:pt x="1" y="20"/>
                  </a:cubicBezTo>
                  <a:cubicBezTo>
                    <a:pt x="0" y="10"/>
                    <a:pt x="7" y="1"/>
                    <a:pt x="17" y="1"/>
                  </a:cubicBezTo>
                  <a:cubicBezTo>
                    <a:pt x="26" y="0"/>
                    <a:pt x="34" y="7"/>
                    <a:pt x="34"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 name="Freeform 851">
              <a:extLst>
                <a:ext uri="{FF2B5EF4-FFF2-40B4-BE49-F238E27FC236}">
                  <a16:creationId xmlns:a16="http://schemas.microsoft.com/office/drawing/2014/main" id="{210147BA-4D22-EFDF-567D-17092B6D7201}"/>
                </a:ext>
              </a:extLst>
            </p:cNvPr>
            <p:cNvSpPr>
              <a:spLocks/>
            </p:cNvSpPr>
            <p:nvPr/>
          </p:nvSpPr>
          <p:spPr bwMode="auto">
            <a:xfrm rot="5094805">
              <a:off x="1766589" y="6726292"/>
              <a:ext cx="84544" cy="91399"/>
            </a:xfrm>
            <a:custGeom>
              <a:avLst/>
              <a:gdLst>
                <a:gd name="T0" fmla="*/ 15 w 34"/>
                <a:gd name="T1" fmla="*/ 2 h 37"/>
                <a:gd name="T2" fmla="*/ 33 w 34"/>
                <a:gd name="T3" fmla="*/ 16 h 37"/>
                <a:gd name="T4" fmla="*/ 19 w 34"/>
                <a:gd name="T5" fmla="*/ 35 h 37"/>
                <a:gd name="T6" fmla="*/ 0 w 34"/>
                <a:gd name="T7" fmla="*/ 20 h 37"/>
                <a:gd name="T8" fmla="*/ 15 w 34"/>
                <a:gd name="T9" fmla="*/ 2 h 37"/>
              </a:gdLst>
              <a:ahLst/>
              <a:cxnLst>
                <a:cxn ang="0">
                  <a:pos x="T0" y="T1"/>
                </a:cxn>
                <a:cxn ang="0">
                  <a:pos x="T2" y="T3"/>
                </a:cxn>
                <a:cxn ang="0">
                  <a:pos x="T4" y="T5"/>
                </a:cxn>
                <a:cxn ang="0">
                  <a:pos x="T6" y="T7"/>
                </a:cxn>
                <a:cxn ang="0">
                  <a:pos x="T8" y="T9"/>
                </a:cxn>
              </a:cxnLst>
              <a:rect l="0" t="0" r="r" b="b"/>
              <a:pathLst>
                <a:path w="34" h="37">
                  <a:moveTo>
                    <a:pt x="15" y="2"/>
                  </a:moveTo>
                  <a:cubicBezTo>
                    <a:pt x="24" y="0"/>
                    <a:pt x="32" y="6"/>
                    <a:pt x="33" y="16"/>
                  </a:cubicBezTo>
                  <a:cubicBezTo>
                    <a:pt x="34" y="25"/>
                    <a:pt x="28" y="33"/>
                    <a:pt x="19" y="35"/>
                  </a:cubicBezTo>
                  <a:cubicBezTo>
                    <a:pt x="10" y="37"/>
                    <a:pt x="1" y="29"/>
                    <a:pt x="0" y="20"/>
                  </a:cubicBezTo>
                  <a:cubicBezTo>
                    <a:pt x="0" y="11"/>
                    <a:pt x="6" y="3"/>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 name="Freeform 858">
              <a:extLst>
                <a:ext uri="{FF2B5EF4-FFF2-40B4-BE49-F238E27FC236}">
                  <a16:creationId xmlns:a16="http://schemas.microsoft.com/office/drawing/2014/main" id="{02BA54A7-05CF-FA2B-566E-44783AD4C5AF}"/>
                </a:ext>
              </a:extLst>
            </p:cNvPr>
            <p:cNvSpPr>
              <a:spLocks/>
            </p:cNvSpPr>
            <p:nvPr/>
          </p:nvSpPr>
          <p:spPr bwMode="auto">
            <a:xfrm rot="5094805">
              <a:off x="1949853" y="6692743"/>
              <a:ext cx="84544" cy="75404"/>
            </a:xfrm>
            <a:custGeom>
              <a:avLst/>
              <a:gdLst>
                <a:gd name="T0" fmla="*/ 33 w 34"/>
                <a:gd name="T1" fmla="*/ 12 h 30"/>
                <a:gd name="T2" fmla="*/ 20 w 34"/>
                <a:gd name="T3" fmla="*/ 28 h 30"/>
                <a:gd name="T4" fmla="*/ 1 w 34"/>
                <a:gd name="T5" fmla="*/ 17 h 30"/>
                <a:gd name="T6" fmla="*/ 16 w 34"/>
                <a:gd name="T7" fmla="*/ 1 h 30"/>
                <a:gd name="T8" fmla="*/ 33 w 34"/>
                <a:gd name="T9" fmla="*/ 12 h 30"/>
              </a:gdLst>
              <a:ahLst/>
              <a:cxnLst>
                <a:cxn ang="0">
                  <a:pos x="T0" y="T1"/>
                </a:cxn>
                <a:cxn ang="0">
                  <a:pos x="T2" y="T3"/>
                </a:cxn>
                <a:cxn ang="0">
                  <a:pos x="T4" y="T5"/>
                </a:cxn>
                <a:cxn ang="0">
                  <a:pos x="T6" y="T7"/>
                </a:cxn>
                <a:cxn ang="0">
                  <a:pos x="T8" y="T9"/>
                </a:cxn>
              </a:cxnLst>
              <a:rect l="0" t="0" r="r" b="b"/>
              <a:pathLst>
                <a:path w="34" h="30">
                  <a:moveTo>
                    <a:pt x="33" y="12"/>
                  </a:moveTo>
                  <a:cubicBezTo>
                    <a:pt x="34" y="20"/>
                    <a:pt x="28" y="27"/>
                    <a:pt x="20" y="28"/>
                  </a:cubicBezTo>
                  <a:cubicBezTo>
                    <a:pt x="12" y="30"/>
                    <a:pt x="3" y="24"/>
                    <a:pt x="1" y="17"/>
                  </a:cubicBezTo>
                  <a:cubicBezTo>
                    <a:pt x="0" y="9"/>
                    <a:pt x="7" y="2"/>
                    <a:pt x="16" y="1"/>
                  </a:cubicBezTo>
                  <a:cubicBezTo>
                    <a:pt x="25" y="0"/>
                    <a:pt x="32" y="5"/>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 name="Freeform 859">
              <a:extLst>
                <a:ext uri="{FF2B5EF4-FFF2-40B4-BE49-F238E27FC236}">
                  <a16:creationId xmlns:a16="http://schemas.microsoft.com/office/drawing/2014/main" id="{E5EFBA2E-D39A-CE95-DC32-731861F35C1B}"/>
                </a:ext>
              </a:extLst>
            </p:cNvPr>
            <p:cNvSpPr>
              <a:spLocks/>
            </p:cNvSpPr>
            <p:nvPr/>
          </p:nvSpPr>
          <p:spPr bwMode="auto">
            <a:xfrm rot="5094805">
              <a:off x="1906256" y="6500481"/>
              <a:ext cx="84544" cy="73119"/>
            </a:xfrm>
            <a:custGeom>
              <a:avLst/>
              <a:gdLst>
                <a:gd name="T0" fmla="*/ 33 w 34"/>
                <a:gd name="T1" fmla="*/ 12 h 29"/>
                <a:gd name="T2" fmla="*/ 19 w 34"/>
                <a:gd name="T3" fmla="*/ 28 h 29"/>
                <a:gd name="T4" fmla="*/ 2 w 34"/>
                <a:gd name="T5" fmla="*/ 17 h 29"/>
                <a:gd name="T6" fmla="*/ 16 w 34"/>
                <a:gd name="T7" fmla="*/ 1 h 29"/>
                <a:gd name="T8" fmla="*/ 33 w 34"/>
                <a:gd name="T9" fmla="*/ 12 h 29"/>
              </a:gdLst>
              <a:ahLst/>
              <a:cxnLst>
                <a:cxn ang="0">
                  <a:pos x="T0" y="T1"/>
                </a:cxn>
                <a:cxn ang="0">
                  <a:pos x="T2" y="T3"/>
                </a:cxn>
                <a:cxn ang="0">
                  <a:pos x="T4" y="T5"/>
                </a:cxn>
                <a:cxn ang="0">
                  <a:pos x="T6" y="T7"/>
                </a:cxn>
                <a:cxn ang="0">
                  <a:pos x="T8" y="T9"/>
                </a:cxn>
              </a:cxnLst>
              <a:rect l="0" t="0" r="r" b="b"/>
              <a:pathLst>
                <a:path w="34" h="29">
                  <a:moveTo>
                    <a:pt x="33" y="12"/>
                  </a:moveTo>
                  <a:cubicBezTo>
                    <a:pt x="34" y="19"/>
                    <a:pt x="28" y="27"/>
                    <a:pt x="19" y="28"/>
                  </a:cubicBezTo>
                  <a:cubicBezTo>
                    <a:pt x="11" y="29"/>
                    <a:pt x="3" y="24"/>
                    <a:pt x="2" y="17"/>
                  </a:cubicBezTo>
                  <a:cubicBezTo>
                    <a:pt x="0" y="9"/>
                    <a:pt x="7" y="2"/>
                    <a:pt x="16" y="1"/>
                  </a:cubicBezTo>
                  <a:cubicBezTo>
                    <a:pt x="24" y="0"/>
                    <a:pt x="31" y="5"/>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 name="Freeform 860">
              <a:extLst>
                <a:ext uri="{FF2B5EF4-FFF2-40B4-BE49-F238E27FC236}">
                  <a16:creationId xmlns:a16="http://schemas.microsoft.com/office/drawing/2014/main" id="{1AF74622-7CA8-D2A1-919A-7336C9A26181}"/>
                </a:ext>
              </a:extLst>
            </p:cNvPr>
            <p:cNvSpPr>
              <a:spLocks/>
            </p:cNvSpPr>
            <p:nvPr/>
          </p:nvSpPr>
          <p:spPr bwMode="auto">
            <a:xfrm rot="5094805">
              <a:off x="1864936" y="6308016"/>
              <a:ext cx="84544" cy="70834"/>
            </a:xfrm>
            <a:custGeom>
              <a:avLst/>
              <a:gdLst>
                <a:gd name="T0" fmla="*/ 32 w 34"/>
                <a:gd name="T1" fmla="*/ 11 h 29"/>
                <a:gd name="T2" fmla="*/ 19 w 34"/>
                <a:gd name="T3" fmla="*/ 28 h 29"/>
                <a:gd name="T4" fmla="*/ 1 w 34"/>
                <a:gd name="T5" fmla="*/ 17 h 29"/>
                <a:gd name="T6" fmla="*/ 15 w 34"/>
                <a:gd name="T7" fmla="*/ 1 h 29"/>
                <a:gd name="T8" fmla="*/ 32 w 34"/>
                <a:gd name="T9" fmla="*/ 11 h 29"/>
              </a:gdLst>
              <a:ahLst/>
              <a:cxnLst>
                <a:cxn ang="0">
                  <a:pos x="T0" y="T1"/>
                </a:cxn>
                <a:cxn ang="0">
                  <a:pos x="T2" y="T3"/>
                </a:cxn>
                <a:cxn ang="0">
                  <a:pos x="T4" y="T5"/>
                </a:cxn>
                <a:cxn ang="0">
                  <a:pos x="T6" y="T7"/>
                </a:cxn>
                <a:cxn ang="0">
                  <a:pos x="T8" y="T9"/>
                </a:cxn>
              </a:cxnLst>
              <a:rect l="0" t="0" r="r" b="b"/>
              <a:pathLst>
                <a:path w="34" h="29">
                  <a:moveTo>
                    <a:pt x="32" y="11"/>
                  </a:moveTo>
                  <a:cubicBezTo>
                    <a:pt x="34" y="19"/>
                    <a:pt x="28" y="26"/>
                    <a:pt x="19" y="28"/>
                  </a:cubicBezTo>
                  <a:cubicBezTo>
                    <a:pt x="11" y="29"/>
                    <a:pt x="3" y="23"/>
                    <a:pt x="1" y="17"/>
                  </a:cubicBezTo>
                  <a:cubicBezTo>
                    <a:pt x="0" y="9"/>
                    <a:pt x="6" y="2"/>
                    <a:pt x="15" y="1"/>
                  </a:cubicBezTo>
                  <a:cubicBezTo>
                    <a:pt x="23" y="0"/>
                    <a:pt x="30" y="4"/>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 name="Freeform 861">
              <a:extLst>
                <a:ext uri="{FF2B5EF4-FFF2-40B4-BE49-F238E27FC236}">
                  <a16:creationId xmlns:a16="http://schemas.microsoft.com/office/drawing/2014/main" id="{36619907-325E-8E17-4866-6BBD2B8608E9}"/>
                </a:ext>
              </a:extLst>
            </p:cNvPr>
            <p:cNvSpPr>
              <a:spLocks/>
            </p:cNvSpPr>
            <p:nvPr/>
          </p:nvSpPr>
          <p:spPr bwMode="auto">
            <a:xfrm rot="5094805">
              <a:off x="1824859" y="6114405"/>
              <a:ext cx="82259" cy="73119"/>
            </a:xfrm>
            <a:custGeom>
              <a:avLst/>
              <a:gdLst>
                <a:gd name="T0" fmla="*/ 32 w 33"/>
                <a:gd name="T1" fmla="*/ 12 h 30"/>
                <a:gd name="T2" fmla="*/ 20 w 33"/>
                <a:gd name="T3" fmla="*/ 28 h 30"/>
                <a:gd name="T4" fmla="*/ 1 w 33"/>
                <a:gd name="T5" fmla="*/ 17 h 30"/>
                <a:gd name="T6" fmla="*/ 16 w 33"/>
                <a:gd name="T7" fmla="*/ 1 h 30"/>
                <a:gd name="T8" fmla="*/ 32 w 33"/>
                <a:gd name="T9" fmla="*/ 12 h 30"/>
              </a:gdLst>
              <a:ahLst/>
              <a:cxnLst>
                <a:cxn ang="0">
                  <a:pos x="T0" y="T1"/>
                </a:cxn>
                <a:cxn ang="0">
                  <a:pos x="T2" y="T3"/>
                </a:cxn>
                <a:cxn ang="0">
                  <a:pos x="T4" y="T5"/>
                </a:cxn>
                <a:cxn ang="0">
                  <a:pos x="T6" y="T7"/>
                </a:cxn>
                <a:cxn ang="0">
                  <a:pos x="T8" y="T9"/>
                </a:cxn>
              </a:cxnLst>
              <a:rect l="0" t="0" r="r" b="b"/>
              <a:pathLst>
                <a:path w="33" h="30">
                  <a:moveTo>
                    <a:pt x="32" y="12"/>
                  </a:moveTo>
                  <a:cubicBezTo>
                    <a:pt x="33" y="19"/>
                    <a:pt x="28" y="26"/>
                    <a:pt x="20" y="28"/>
                  </a:cubicBezTo>
                  <a:cubicBezTo>
                    <a:pt x="11" y="30"/>
                    <a:pt x="2" y="24"/>
                    <a:pt x="1" y="17"/>
                  </a:cubicBezTo>
                  <a:cubicBezTo>
                    <a:pt x="0" y="10"/>
                    <a:pt x="7" y="3"/>
                    <a:pt x="16" y="1"/>
                  </a:cubicBezTo>
                  <a:cubicBezTo>
                    <a:pt x="24" y="0"/>
                    <a:pt x="31" y="5"/>
                    <a:pt x="3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 name="Freeform 862">
              <a:extLst>
                <a:ext uri="{FF2B5EF4-FFF2-40B4-BE49-F238E27FC236}">
                  <a16:creationId xmlns:a16="http://schemas.microsoft.com/office/drawing/2014/main" id="{554E7BD7-554C-C4CA-2B99-E00AA70B41CB}"/>
                </a:ext>
              </a:extLst>
            </p:cNvPr>
            <p:cNvSpPr>
              <a:spLocks/>
            </p:cNvSpPr>
            <p:nvPr/>
          </p:nvSpPr>
          <p:spPr bwMode="auto">
            <a:xfrm rot="5094805">
              <a:off x="1769053" y="5922203"/>
              <a:ext cx="79974" cy="79974"/>
            </a:xfrm>
            <a:custGeom>
              <a:avLst/>
              <a:gdLst>
                <a:gd name="T0" fmla="*/ 32 w 33"/>
                <a:gd name="T1" fmla="*/ 11 h 32"/>
                <a:gd name="T2" fmla="*/ 18 w 33"/>
                <a:gd name="T3" fmla="*/ 30 h 32"/>
                <a:gd name="T4" fmla="*/ 1 w 33"/>
                <a:gd name="T5" fmla="*/ 20 h 32"/>
                <a:gd name="T6" fmla="*/ 15 w 33"/>
                <a:gd name="T7" fmla="*/ 2 h 32"/>
                <a:gd name="T8" fmla="*/ 32 w 33"/>
                <a:gd name="T9" fmla="*/ 11 h 32"/>
              </a:gdLst>
              <a:ahLst/>
              <a:cxnLst>
                <a:cxn ang="0">
                  <a:pos x="T0" y="T1"/>
                </a:cxn>
                <a:cxn ang="0">
                  <a:pos x="T2" y="T3"/>
                </a:cxn>
                <a:cxn ang="0">
                  <a:pos x="T4" y="T5"/>
                </a:cxn>
                <a:cxn ang="0">
                  <a:pos x="T6" y="T7"/>
                </a:cxn>
                <a:cxn ang="0">
                  <a:pos x="T8" y="T9"/>
                </a:cxn>
              </a:cxnLst>
              <a:rect l="0" t="0" r="r" b="b"/>
              <a:pathLst>
                <a:path w="33" h="32">
                  <a:moveTo>
                    <a:pt x="32" y="11"/>
                  </a:moveTo>
                  <a:cubicBezTo>
                    <a:pt x="33" y="19"/>
                    <a:pt x="27" y="28"/>
                    <a:pt x="18" y="30"/>
                  </a:cubicBezTo>
                  <a:cubicBezTo>
                    <a:pt x="10" y="32"/>
                    <a:pt x="2" y="27"/>
                    <a:pt x="1" y="20"/>
                  </a:cubicBezTo>
                  <a:cubicBezTo>
                    <a:pt x="0" y="12"/>
                    <a:pt x="6" y="4"/>
                    <a:pt x="15" y="2"/>
                  </a:cubicBezTo>
                  <a:cubicBezTo>
                    <a:pt x="23" y="0"/>
                    <a:pt x="30" y="4"/>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 name="Freeform 863">
              <a:extLst>
                <a:ext uri="{FF2B5EF4-FFF2-40B4-BE49-F238E27FC236}">
                  <a16:creationId xmlns:a16="http://schemas.microsoft.com/office/drawing/2014/main" id="{69009E81-890F-37AC-7CA8-78E274AE25BA}"/>
                </a:ext>
              </a:extLst>
            </p:cNvPr>
            <p:cNvSpPr>
              <a:spLocks/>
            </p:cNvSpPr>
            <p:nvPr/>
          </p:nvSpPr>
          <p:spPr bwMode="auto">
            <a:xfrm rot="5094805">
              <a:off x="1699592" y="5733501"/>
              <a:ext cx="77689" cy="82259"/>
            </a:xfrm>
            <a:custGeom>
              <a:avLst/>
              <a:gdLst>
                <a:gd name="T0" fmla="*/ 32 w 32"/>
                <a:gd name="T1" fmla="*/ 12 h 34"/>
                <a:gd name="T2" fmla="*/ 19 w 32"/>
                <a:gd name="T3" fmla="*/ 31 h 34"/>
                <a:gd name="T4" fmla="*/ 1 w 32"/>
                <a:gd name="T5" fmla="*/ 21 h 34"/>
                <a:gd name="T6" fmla="*/ 14 w 32"/>
                <a:gd name="T7" fmla="*/ 3 h 34"/>
                <a:gd name="T8" fmla="*/ 32 w 32"/>
                <a:gd name="T9" fmla="*/ 12 h 34"/>
              </a:gdLst>
              <a:ahLst/>
              <a:cxnLst>
                <a:cxn ang="0">
                  <a:pos x="T0" y="T1"/>
                </a:cxn>
                <a:cxn ang="0">
                  <a:pos x="T2" y="T3"/>
                </a:cxn>
                <a:cxn ang="0">
                  <a:pos x="T4" y="T5"/>
                </a:cxn>
                <a:cxn ang="0">
                  <a:pos x="T6" y="T7"/>
                </a:cxn>
                <a:cxn ang="0">
                  <a:pos x="T8" y="T9"/>
                </a:cxn>
              </a:cxnLst>
              <a:rect l="0" t="0" r="r" b="b"/>
              <a:pathLst>
                <a:path w="32" h="34">
                  <a:moveTo>
                    <a:pt x="32" y="12"/>
                  </a:moveTo>
                  <a:cubicBezTo>
                    <a:pt x="32" y="20"/>
                    <a:pt x="27" y="28"/>
                    <a:pt x="19" y="31"/>
                  </a:cubicBezTo>
                  <a:cubicBezTo>
                    <a:pt x="10" y="34"/>
                    <a:pt x="2" y="29"/>
                    <a:pt x="1" y="21"/>
                  </a:cubicBezTo>
                  <a:cubicBezTo>
                    <a:pt x="0" y="14"/>
                    <a:pt x="6" y="6"/>
                    <a:pt x="14" y="3"/>
                  </a:cubicBezTo>
                  <a:cubicBezTo>
                    <a:pt x="23" y="0"/>
                    <a:pt x="31" y="4"/>
                    <a:pt x="3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 name="Freeform 864">
              <a:extLst>
                <a:ext uri="{FF2B5EF4-FFF2-40B4-BE49-F238E27FC236}">
                  <a16:creationId xmlns:a16="http://schemas.microsoft.com/office/drawing/2014/main" id="{D64195B9-A09B-04C4-9C00-A6F2530C6466}"/>
                </a:ext>
              </a:extLst>
            </p:cNvPr>
            <p:cNvSpPr>
              <a:spLocks/>
            </p:cNvSpPr>
            <p:nvPr/>
          </p:nvSpPr>
          <p:spPr bwMode="auto">
            <a:xfrm rot="5094805">
              <a:off x="1614392" y="5546006"/>
              <a:ext cx="79974" cy="89114"/>
            </a:xfrm>
            <a:custGeom>
              <a:avLst/>
              <a:gdLst>
                <a:gd name="T0" fmla="*/ 31 w 32"/>
                <a:gd name="T1" fmla="*/ 12 h 36"/>
                <a:gd name="T2" fmla="*/ 18 w 32"/>
                <a:gd name="T3" fmla="*/ 32 h 36"/>
                <a:gd name="T4" fmla="*/ 0 w 32"/>
                <a:gd name="T5" fmla="*/ 23 h 36"/>
                <a:gd name="T6" fmla="*/ 13 w 32"/>
                <a:gd name="T7" fmla="*/ 4 h 36"/>
                <a:gd name="T8" fmla="*/ 31 w 32"/>
                <a:gd name="T9" fmla="*/ 12 h 36"/>
              </a:gdLst>
              <a:ahLst/>
              <a:cxnLst>
                <a:cxn ang="0">
                  <a:pos x="T0" y="T1"/>
                </a:cxn>
                <a:cxn ang="0">
                  <a:pos x="T2" y="T3"/>
                </a:cxn>
                <a:cxn ang="0">
                  <a:pos x="T4" y="T5"/>
                </a:cxn>
                <a:cxn ang="0">
                  <a:pos x="T6" y="T7"/>
                </a:cxn>
                <a:cxn ang="0">
                  <a:pos x="T8" y="T9"/>
                </a:cxn>
              </a:cxnLst>
              <a:rect l="0" t="0" r="r" b="b"/>
              <a:pathLst>
                <a:path w="32" h="36">
                  <a:moveTo>
                    <a:pt x="31" y="12"/>
                  </a:moveTo>
                  <a:cubicBezTo>
                    <a:pt x="32" y="20"/>
                    <a:pt x="26" y="29"/>
                    <a:pt x="18" y="32"/>
                  </a:cubicBezTo>
                  <a:cubicBezTo>
                    <a:pt x="10" y="36"/>
                    <a:pt x="1" y="31"/>
                    <a:pt x="0" y="23"/>
                  </a:cubicBezTo>
                  <a:cubicBezTo>
                    <a:pt x="0" y="16"/>
                    <a:pt x="5" y="7"/>
                    <a:pt x="13" y="4"/>
                  </a:cubicBezTo>
                  <a:cubicBezTo>
                    <a:pt x="22" y="0"/>
                    <a:pt x="30" y="4"/>
                    <a:pt x="3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 name="Freeform 865">
              <a:extLst>
                <a:ext uri="{FF2B5EF4-FFF2-40B4-BE49-F238E27FC236}">
                  <a16:creationId xmlns:a16="http://schemas.microsoft.com/office/drawing/2014/main" id="{95093336-2EE7-099B-199C-1CD1F8E38BB1}"/>
                </a:ext>
              </a:extLst>
            </p:cNvPr>
            <p:cNvSpPr>
              <a:spLocks/>
            </p:cNvSpPr>
            <p:nvPr/>
          </p:nvSpPr>
          <p:spPr bwMode="auto">
            <a:xfrm rot="5094805">
              <a:off x="1524649" y="5363688"/>
              <a:ext cx="77689" cy="86829"/>
            </a:xfrm>
            <a:custGeom>
              <a:avLst/>
              <a:gdLst>
                <a:gd name="T0" fmla="*/ 30 w 31"/>
                <a:gd name="T1" fmla="*/ 13 h 35"/>
                <a:gd name="T2" fmla="*/ 16 w 31"/>
                <a:gd name="T3" fmla="*/ 32 h 35"/>
                <a:gd name="T4" fmla="*/ 0 w 31"/>
                <a:gd name="T5" fmla="*/ 23 h 35"/>
                <a:gd name="T6" fmla="*/ 14 w 31"/>
                <a:gd name="T7" fmla="*/ 4 h 35"/>
                <a:gd name="T8" fmla="*/ 30 w 31"/>
                <a:gd name="T9" fmla="*/ 13 h 35"/>
              </a:gdLst>
              <a:ahLst/>
              <a:cxnLst>
                <a:cxn ang="0">
                  <a:pos x="T0" y="T1"/>
                </a:cxn>
                <a:cxn ang="0">
                  <a:pos x="T2" y="T3"/>
                </a:cxn>
                <a:cxn ang="0">
                  <a:pos x="T4" y="T5"/>
                </a:cxn>
                <a:cxn ang="0">
                  <a:pos x="T6" y="T7"/>
                </a:cxn>
                <a:cxn ang="0">
                  <a:pos x="T8" y="T9"/>
                </a:cxn>
              </a:cxnLst>
              <a:rect l="0" t="0" r="r" b="b"/>
              <a:pathLst>
                <a:path w="31" h="35">
                  <a:moveTo>
                    <a:pt x="30" y="13"/>
                  </a:moveTo>
                  <a:cubicBezTo>
                    <a:pt x="31" y="20"/>
                    <a:pt x="24" y="29"/>
                    <a:pt x="16" y="32"/>
                  </a:cubicBezTo>
                  <a:cubicBezTo>
                    <a:pt x="8" y="35"/>
                    <a:pt x="0" y="31"/>
                    <a:pt x="0" y="23"/>
                  </a:cubicBezTo>
                  <a:cubicBezTo>
                    <a:pt x="0" y="15"/>
                    <a:pt x="6" y="7"/>
                    <a:pt x="14" y="4"/>
                  </a:cubicBezTo>
                  <a:cubicBezTo>
                    <a:pt x="23" y="0"/>
                    <a:pt x="30" y="4"/>
                    <a:pt x="3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 name="Freeform 866">
              <a:extLst>
                <a:ext uri="{FF2B5EF4-FFF2-40B4-BE49-F238E27FC236}">
                  <a16:creationId xmlns:a16="http://schemas.microsoft.com/office/drawing/2014/main" id="{1B641295-E3E6-F79E-A0DA-2E01E504B0B3}"/>
                </a:ext>
              </a:extLst>
            </p:cNvPr>
            <p:cNvSpPr>
              <a:spLocks/>
            </p:cNvSpPr>
            <p:nvPr/>
          </p:nvSpPr>
          <p:spPr bwMode="auto">
            <a:xfrm rot="5094805">
              <a:off x="1421038" y="5180107"/>
              <a:ext cx="79974" cy="84544"/>
            </a:xfrm>
            <a:custGeom>
              <a:avLst/>
              <a:gdLst>
                <a:gd name="T0" fmla="*/ 32 w 33"/>
                <a:gd name="T1" fmla="*/ 10 h 34"/>
                <a:gd name="T2" fmla="*/ 18 w 33"/>
                <a:gd name="T3" fmla="*/ 31 h 34"/>
                <a:gd name="T4" fmla="*/ 2 w 33"/>
                <a:gd name="T5" fmla="*/ 24 h 34"/>
                <a:gd name="T6" fmla="*/ 15 w 33"/>
                <a:gd name="T7" fmla="*/ 3 h 34"/>
                <a:gd name="T8" fmla="*/ 32 w 33"/>
                <a:gd name="T9" fmla="*/ 10 h 34"/>
              </a:gdLst>
              <a:ahLst/>
              <a:cxnLst>
                <a:cxn ang="0">
                  <a:pos x="T0" y="T1"/>
                </a:cxn>
                <a:cxn ang="0">
                  <a:pos x="T2" y="T3"/>
                </a:cxn>
                <a:cxn ang="0">
                  <a:pos x="T4" y="T5"/>
                </a:cxn>
                <a:cxn ang="0">
                  <a:pos x="T6" y="T7"/>
                </a:cxn>
                <a:cxn ang="0">
                  <a:pos x="T8" y="T9"/>
                </a:cxn>
              </a:cxnLst>
              <a:rect l="0" t="0" r="r" b="b"/>
              <a:pathLst>
                <a:path w="33" h="34">
                  <a:moveTo>
                    <a:pt x="32" y="10"/>
                  </a:moveTo>
                  <a:cubicBezTo>
                    <a:pt x="33" y="17"/>
                    <a:pt x="27" y="27"/>
                    <a:pt x="18" y="31"/>
                  </a:cubicBezTo>
                  <a:cubicBezTo>
                    <a:pt x="11" y="34"/>
                    <a:pt x="3" y="31"/>
                    <a:pt x="2" y="24"/>
                  </a:cubicBezTo>
                  <a:cubicBezTo>
                    <a:pt x="0" y="17"/>
                    <a:pt x="7" y="7"/>
                    <a:pt x="15" y="3"/>
                  </a:cubicBezTo>
                  <a:cubicBezTo>
                    <a:pt x="24" y="0"/>
                    <a:pt x="31" y="2"/>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 name="Freeform 867">
              <a:extLst>
                <a:ext uri="{FF2B5EF4-FFF2-40B4-BE49-F238E27FC236}">
                  <a16:creationId xmlns:a16="http://schemas.microsoft.com/office/drawing/2014/main" id="{D59DDE3C-8AF7-3AD8-C502-A7BC706C6668}"/>
                </a:ext>
              </a:extLst>
            </p:cNvPr>
            <p:cNvSpPr>
              <a:spLocks/>
            </p:cNvSpPr>
            <p:nvPr/>
          </p:nvSpPr>
          <p:spPr bwMode="auto">
            <a:xfrm rot="5094805">
              <a:off x="1316704" y="5000240"/>
              <a:ext cx="77689" cy="84544"/>
            </a:xfrm>
            <a:custGeom>
              <a:avLst/>
              <a:gdLst>
                <a:gd name="T0" fmla="*/ 31 w 32"/>
                <a:gd name="T1" fmla="*/ 10 h 34"/>
                <a:gd name="T2" fmla="*/ 18 w 32"/>
                <a:gd name="T3" fmla="*/ 30 h 34"/>
                <a:gd name="T4" fmla="*/ 1 w 32"/>
                <a:gd name="T5" fmla="*/ 25 h 34"/>
                <a:gd name="T6" fmla="*/ 13 w 32"/>
                <a:gd name="T7" fmla="*/ 5 h 34"/>
                <a:gd name="T8" fmla="*/ 31 w 32"/>
                <a:gd name="T9" fmla="*/ 10 h 34"/>
              </a:gdLst>
              <a:ahLst/>
              <a:cxnLst>
                <a:cxn ang="0">
                  <a:pos x="T0" y="T1"/>
                </a:cxn>
                <a:cxn ang="0">
                  <a:pos x="T2" y="T3"/>
                </a:cxn>
                <a:cxn ang="0">
                  <a:pos x="T4" y="T5"/>
                </a:cxn>
                <a:cxn ang="0">
                  <a:pos x="T6" y="T7"/>
                </a:cxn>
                <a:cxn ang="0">
                  <a:pos x="T8" y="T9"/>
                </a:cxn>
              </a:cxnLst>
              <a:rect l="0" t="0" r="r" b="b"/>
              <a:pathLst>
                <a:path w="32" h="34">
                  <a:moveTo>
                    <a:pt x="31" y="10"/>
                  </a:moveTo>
                  <a:cubicBezTo>
                    <a:pt x="32" y="17"/>
                    <a:pt x="26" y="26"/>
                    <a:pt x="18" y="30"/>
                  </a:cubicBezTo>
                  <a:cubicBezTo>
                    <a:pt x="10" y="34"/>
                    <a:pt x="1" y="32"/>
                    <a:pt x="1" y="25"/>
                  </a:cubicBezTo>
                  <a:cubicBezTo>
                    <a:pt x="0" y="18"/>
                    <a:pt x="5" y="9"/>
                    <a:pt x="13" y="5"/>
                  </a:cubicBezTo>
                  <a:cubicBezTo>
                    <a:pt x="22" y="0"/>
                    <a:pt x="30" y="3"/>
                    <a:pt x="3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 name="Freeform 868">
              <a:extLst>
                <a:ext uri="{FF2B5EF4-FFF2-40B4-BE49-F238E27FC236}">
                  <a16:creationId xmlns:a16="http://schemas.microsoft.com/office/drawing/2014/main" id="{F3F7B70F-C6D2-5D25-AB5E-0EF0526A3B99}"/>
                </a:ext>
              </a:extLst>
            </p:cNvPr>
            <p:cNvSpPr>
              <a:spLocks/>
            </p:cNvSpPr>
            <p:nvPr/>
          </p:nvSpPr>
          <p:spPr bwMode="auto">
            <a:xfrm rot="5094805">
              <a:off x="1205436" y="4820884"/>
              <a:ext cx="77689" cy="82259"/>
            </a:xfrm>
            <a:custGeom>
              <a:avLst/>
              <a:gdLst>
                <a:gd name="T0" fmla="*/ 31 w 32"/>
                <a:gd name="T1" fmla="*/ 9 h 33"/>
                <a:gd name="T2" fmla="*/ 18 w 32"/>
                <a:gd name="T3" fmla="*/ 29 h 33"/>
                <a:gd name="T4" fmla="*/ 1 w 32"/>
                <a:gd name="T5" fmla="*/ 24 h 33"/>
                <a:gd name="T6" fmla="*/ 13 w 32"/>
                <a:gd name="T7" fmla="*/ 5 h 33"/>
                <a:gd name="T8" fmla="*/ 31 w 32"/>
                <a:gd name="T9" fmla="*/ 9 h 33"/>
              </a:gdLst>
              <a:ahLst/>
              <a:cxnLst>
                <a:cxn ang="0">
                  <a:pos x="T0" y="T1"/>
                </a:cxn>
                <a:cxn ang="0">
                  <a:pos x="T2" y="T3"/>
                </a:cxn>
                <a:cxn ang="0">
                  <a:pos x="T4" y="T5"/>
                </a:cxn>
                <a:cxn ang="0">
                  <a:pos x="T6" y="T7"/>
                </a:cxn>
                <a:cxn ang="0">
                  <a:pos x="T8" y="T9"/>
                </a:cxn>
              </a:cxnLst>
              <a:rect l="0" t="0" r="r" b="b"/>
              <a:pathLst>
                <a:path w="32" h="33">
                  <a:moveTo>
                    <a:pt x="31" y="9"/>
                  </a:moveTo>
                  <a:cubicBezTo>
                    <a:pt x="32" y="16"/>
                    <a:pt x="26" y="24"/>
                    <a:pt x="18" y="29"/>
                  </a:cubicBezTo>
                  <a:cubicBezTo>
                    <a:pt x="10" y="33"/>
                    <a:pt x="1" y="31"/>
                    <a:pt x="1" y="24"/>
                  </a:cubicBezTo>
                  <a:cubicBezTo>
                    <a:pt x="0" y="18"/>
                    <a:pt x="5" y="9"/>
                    <a:pt x="13" y="5"/>
                  </a:cubicBezTo>
                  <a:cubicBezTo>
                    <a:pt x="22" y="0"/>
                    <a:pt x="30" y="2"/>
                    <a:pt x="3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 name="Freeform 897">
              <a:extLst>
                <a:ext uri="{FF2B5EF4-FFF2-40B4-BE49-F238E27FC236}">
                  <a16:creationId xmlns:a16="http://schemas.microsoft.com/office/drawing/2014/main" id="{5CD8CD61-D14B-C75E-B1C2-27030EC3F132}"/>
                </a:ext>
              </a:extLst>
            </p:cNvPr>
            <p:cNvSpPr>
              <a:spLocks/>
            </p:cNvSpPr>
            <p:nvPr/>
          </p:nvSpPr>
          <p:spPr bwMode="auto">
            <a:xfrm rot="5094805">
              <a:off x="-41014" y="2067656"/>
              <a:ext cx="77689" cy="29705"/>
            </a:xfrm>
            <a:custGeom>
              <a:avLst/>
              <a:gdLst>
                <a:gd name="T0" fmla="*/ 32 w 32"/>
                <a:gd name="T1" fmla="*/ 6 h 12"/>
                <a:gd name="T2" fmla="*/ 18 w 32"/>
                <a:gd name="T3" fmla="*/ 12 h 12"/>
                <a:gd name="T4" fmla="*/ 1 w 32"/>
                <a:gd name="T5" fmla="*/ 7 h 12"/>
                <a:gd name="T6" fmla="*/ 14 w 32"/>
                <a:gd name="T7" fmla="*/ 1 h 12"/>
                <a:gd name="T8" fmla="*/ 32 w 32"/>
                <a:gd name="T9" fmla="*/ 6 h 12"/>
              </a:gdLst>
              <a:ahLst/>
              <a:cxnLst>
                <a:cxn ang="0">
                  <a:pos x="T0" y="T1"/>
                </a:cxn>
                <a:cxn ang="0">
                  <a:pos x="T2" y="T3"/>
                </a:cxn>
                <a:cxn ang="0">
                  <a:pos x="T4" y="T5"/>
                </a:cxn>
                <a:cxn ang="0">
                  <a:pos x="T6" y="T7"/>
                </a:cxn>
                <a:cxn ang="0">
                  <a:pos x="T8" y="T9"/>
                </a:cxn>
              </a:cxnLst>
              <a:rect l="0" t="0" r="r" b="b"/>
              <a:pathLst>
                <a:path w="32" h="12">
                  <a:moveTo>
                    <a:pt x="32" y="6"/>
                  </a:moveTo>
                  <a:cubicBezTo>
                    <a:pt x="32" y="9"/>
                    <a:pt x="26" y="11"/>
                    <a:pt x="18" y="12"/>
                  </a:cubicBezTo>
                  <a:cubicBezTo>
                    <a:pt x="10" y="12"/>
                    <a:pt x="1" y="10"/>
                    <a:pt x="1" y="7"/>
                  </a:cubicBezTo>
                  <a:cubicBezTo>
                    <a:pt x="0" y="5"/>
                    <a:pt x="6" y="2"/>
                    <a:pt x="14" y="1"/>
                  </a:cubicBezTo>
                  <a:cubicBezTo>
                    <a:pt x="23" y="0"/>
                    <a:pt x="31" y="3"/>
                    <a:pt x="3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 name="Freeform 898">
              <a:extLst>
                <a:ext uri="{FF2B5EF4-FFF2-40B4-BE49-F238E27FC236}">
                  <a16:creationId xmlns:a16="http://schemas.microsoft.com/office/drawing/2014/main" id="{45C0A1BB-F6A9-22BA-A0BF-9BEFB464600A}"/>
                </a:ext>
              </a:extLst>
            </p:cNvPr>
            <p:cNvSpPr>
              <a:spLocks/>
            </p:cNvSpPr>
            <p:nvPr/>
          </p:nvSpPr>
          <p:spPr bwMode="auto">
            <a:xfrm rot="5094805">
              <a:off x="-15634" y="2261336"/>
              <a:ext cx="82259" cy="31990"/>
            </a:xfrm>
            <a:custGeom>
              <a:avLst/>
              <a:gdLst>
                <a:gd name="T0" fmla="*/ 31 w 33"/>
                <a:gd name="T1" fmla="*/ 6 h 13"/>
                <a:gd name="T2" fmla="*/ 17 w 33"/>
                <a:gd name="T3" fmla="*/ 13 h 13"/>
                <a:gd name="T4" fmla="*/ 1 w 33"/>
                <a:gd name="T5" fmla="*/ 8 h 13"/>
                <a:gd name="T6" fmla="*/ 15 w 33"/>
                <a:gd name="T7" fmla="*/ 1 h 13"/>
                <a:gd name="T8" fmla="*/ 31 w 33"/>
                <a:gd name="T9" fmla="*/ 6 h 13"/>
              </a:gdLst>
              <a:ahLst/>
              <a:cxnLst>
                <a:cxn ang="0">
                  <a:pos x="T0" y="T1"/>
                </a:cxn>
                <a:cxn ang="0">
                  <a:pos x="T2" y="T3"/>
                </a:cxn>
                <a:cxn ang="0">
                  <a:pos x="T4" y="T5"/>
                </a:cxn>
                <a:cxn ang="0">
                  <a:pos x="T6" y="T7"/>
                </a:cxn>
                <a:cxn ang="0">
                  <a:pos x="T8" y="T9"/>
                </a:cxn>
              </a:cxnLst>
              <a:rect l="0" t="0" r="r" b="b"/>
              <a:pathLst>
                <a:path w="33" h="13">
                  <a:moveTo>
                    <a:pt x="31" y="6"/>
                  </a:moveTo>
                  <a:cubicBezTo>
                    <a:pt x="33" y="9"/>
                    <a:pt x="26" y="12"/>
                    <a:pt x="17" y="13"/>
                  </a:cubicBezTo>
                  <a:cubicBezTo>
                    <a:pt x="9" y="13"/>
                    <a:pt x="2" y="11"/>
                    <a:pt x="1" y="8"/>
                  </a:cubicBezTo>
                  <a:cubicBezTo>
                    <a:pt x="0" y="5"/>
                    <a:pt x="6" y="1"/>
                    <a:pt x="15" y="1"/>
                  </a:cubicBezTo>
                  <a:cubicBezTo>
                    <a:pt x="23" y="0"/>
                    <a:pt x="30" y="3"/>
                    <a:pt x="3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 name="Freeform 899">
              <a:extLst>
                <a:ext uri="{FF2B5EF4-FFF2-40B4-BE49-F238E27FC236}">
                  <a16:creationId xmlns:a16="http://schemas.microsoft.com/office/drawing/2014/main" id="{2789E9AA-6ECA-9100-3218-A40519770DB9}"/>
                </a:ext>
              </a:extLst>
            </p:cNvPr>
            <p:cNvSpPr>
              <a:spLocks/>
            </p:cNvSpPr>
            <p:nvPr/>
          </p:nvSpPr>
          <p:spPr bwMode="auto">
            <a:xfrm rot="5094805">
              <a:off x="12860" y="2451399"/>
              <a:ext cx="84544" cy="34275"/>
            </a:xfrm>
            <a:custGeom>
              <a:avLst/>
              <a:gdLst>
                <a:gd name="T0" fmla="*/ 32 w 34"/>
                <a:gd name="T1" fmla="*/ 5 h 13"/>
                <a:gd name="T2" fmla="*/ 19 w 34"/>
                <a:gd name="T3" fmla="*/ 12 h 13"/>
                <a:gd name="T4" fmla="*/ 2 w 34"/>
                <a:gd name="T5" fmla="*/ 8 h 13"/>
                <a:gd name="T6" fmla="*/ 16 w 34"/>
                <a:gd name="T7" fmla="*/ 0 h 13"/>
                <a:gd name="T8" fmla="*/ 32 w 34"/>
                <a:gd name="T9" fmla="*/ 5 h 13"/>
              </a:gdLst>
              <a:ahLst/>
              <a:cxnLst>
                <a:cxn ang="0">
                  <a:pos x="T0" y="T1"/>
                </a:cxn>
                <a:cxn ang="0">
                  <a:pos x="T2" y="T3"/>
                </a:cxn>
                <a:cxn ang="0">
                  <a:pos x="T4" y="T5"/>
                </a:cxn>
                <a:cxn ang="0">
                  <a:pos x="T6" y="T7"/>
                </a:cxn>
                <a:cxn ang="0">
                  <a:pos x="T8" y="T9"/>
                </a:cxn>
              </a:cxnLst>
              <a:rect l="0" t="0" r="r" b="b"/>
              <a:pathLst>
                <a:path w="34" h="13">
                  <a:moveTo>
                    <a:pt x="32" y="5"/>
                  </a:moveTo>
                  <a:cubicBezTo>
                    <a:pt x="34" y="9"/>
                    <a:pt x="27" y="12"/>
                    <a:pt x="19" y="12"/>
                  </a:cubicBezTo>
                  <a:cubicBezTo>
                    <a:pt x="11" y="13"/>
                    <a:pt x="3" y="11"/>
                    <a:pt x="2" y="8"/>
                  </a:cubicBezTo>
                  <a:cubicBezTo>
                    <a:pt x="0" y="5"/>
                    <a:pt x="7" y="1"/>
                    <a:pt x="16" y="0"/>
                  </a:cubicBezTo>
                  <a:cubicBezTo>
                    <a:pt x="24" y="0"/>
                    <a:pt x="31" y="2"/>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 name="Freeform 900">
              <a:extLst>
                <a:ext uri="{FF2B5EF4-FFF2-40B4-BE49-F238E27FC236}">
                  <a16:creationId xmlns:a16="http://schemas.microsoft.com/office/drawing/2014/main" id="{98592FFB-07C4-8716-08C9-F1409D07C7D8}"/>
                </a:ext>
              </a:extLst>
            </p:cNvPr>
            <p:cNvSpPr>
              <a:spLocks/>
            </p:cNvSpPr>
            <p:nvPr/>
          </p:nvSpPr>
          <p:spPr bwMode="auto">
            <a:xfrm rot="5094805">
              <a:off x="50573" y="2643237"/>
              <a:ext cx="79974" cy="34275"/>
            </a:xfrm>
            <a:custGeom>
              <a:avLst/>
              <a:gdLst>
                <a:gd name="T0" fmla="*/ 32 w 33"/>
                <a:gd name="T1" fmla="*/ 5 h 14"/>
                <a:gd name="T2" fmla="*/ 18 w 33"/>
                <a:gd name="T3" fmla="*/ 13 h 14"/>
                <a:gd name="T4" fmla="*/ 1 w 33"/>
                <a:gd name="T5" fmla="*/ 9 h 14"/>
                <a:gd name="T6" fmla="*/ 16 w 33"/>
                <a:gd name="T7" fmla="*/ 1 h 14"/>
                <a:gd name="T8" fmla="*/ 32 w 33"/>
                <a:gd name="T9" fmla="*/ 5 h 14"/>
              </a:gdLst>
              <a:ahLst/>
              <a:cxnLst>
                <a:cxn ang="0">
                  <a:pos x="T0" y="T1"/>
                </a:cxn>
                <a:cxn ang="0">
                  <a:pos x="T2" y="T3"/>
                </a:cxn>
                <a:cxn ang="0">
                  <a:pos x="T4" y="T5"/>
                </a:cxn>
                <a:cxn ang="0">
                  <a:pos x="T6" y="T7"/>
                </a:cxn>
                <a:cxn ang="0">
                  <a:pos x="T8" y="T9"/>
                </a:cxn>
              </a:cxnLst>
              <a:rect l="0" t="0" r="r" b="b"/>
              <a:pathLst>
                <a:path w="33" h="14">
                  <a:moveTo>
                    <a:pt x="32" y="5"/>
                  </a:moveTo>
                  <a:cubicBezTo>
                    <a:pt x="33" y="8"/>
                    <a:pt x="27" y="12"/>
                    <a:pt x="18" y="13"/>
                  </a:cubicBezTo>
                  <a:cubicBezTo>
                    <a:pt x="10" y="14"/>
                    <a:pt x="2" y="13"/>
                    <a:pt x="1" y="9"/>
                  </a:cubicBezTo>
                  <a:cubicBezTo>
                    <a:pt x="0" y="6"/>
                    <a:pt x="7" y="2"/>
                    <a:pt x="16" y="1"/>
                  </a:cubicBezTo>
                  <a:cubicBezTo>
                    <a:pt x="24" y="0"/>
                    <a:pt x="31" y="1"/>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 name="Freeform 901">
              <a:extLst>
                <a:ext uri="{FF2B5EF4-FFF2-40B4-BE49-F238E27FC236}">
                  <a16:creationId xmlns:a16="http://schemas.microsoft.com/office/drawing/2014/main" id="{FC671FE5-2E9A-72DE-815F-15A257C10398}"/>
                </a:ext>
              </a:extLst>
            </p:cNvPr>
            <p:cNvSpPr>
              <a:spLocks/>
            </p:cNvSpPr>
            <p:nvPr/>
          </p:nvSpPr>
          <p:spPr bwMode="auto">
            <a:xfrm rot="5094805">
              <a:off x="101933" y="2831371"/>
              <a:ext cx="79974" cy="38845"/>
            </a:xfrm>
            <a:custGeom>
              <a:avLst/>
              <a:gdLst>
                <a:gd name="T0" fmla="*/ 31 w 32"/>
                <a:gd name="T1" fmla="*/ 5 h 16"/>
                <a:gd name="T2" fmla="*/ 18 w 32"/>
                <a:gd name="T3" fmla="*/ 14 h 16"/>
                <a:gd name="T4" fmla="*/ 1 w 32"/>
                <a:gd name="T5" fmla="*/ 11 h 16"/>
                <a:gd name="T6" fmla="*/ 15 w 32"/>
                <a:gd name="T7" fmla="*/ 2 h 16"/>
                <a:gd name="T8" fmla="*/ 31 w 32"/>
                <a:gd name="T9" fmla="*/ 5 h 16"/>
              </a:gdLst>
              <a:ahLst/>
              <a:cxnLst>
                <a:cxn ang="0">
                  <a:pos x="T0" y="T1"/>
                </a:cxn>
                <a:cxn ang="0">
                  <a:pos x="T2" y="T3"/>
                </a:cxn>
                <a:cxn ang="0">
                  <a:pos x="T4" y="T5"/>
                </a:cxn>
                <a:cxn ang="0">
                  <a:pos x="T6" y="T7"/>
                </a:cxn>
                <a:cxn ang="0">
                  <a:pos x="T8" y="T9"/>
                </a:cxn>
              </a:cxnLst>
              <a:rect l="0" t="0" r="r" b="b"/>
              <a:pathLst>
                <a:path w="32" h="16">
                  <a:moveTo>
                    <a:pt x="31" y="5"/>
                  </a:moveTo>
                  <a:cubicBezTo>
                    <a:pt x="32" y="8"/>
                    <a:pt x="26" y="12"/>
                    <a:pt x="18" y="14"/>
                  </a:cubicBezTo>
                  <a:cubicBezTo>
                    <a:pt x="9" y="16"/>
                    <a:pt x="1" y="14"/>
                    <a:pt x="1" y="11"/>
                  </a:cubicBezTo>
                  <a:cubicBezTo>
                    <a:pt x="0" y="8"/>
                    <a:pt x="7" y="3"/>
                    <a:pt x="15" y="2"/>
                  </a:cubicBezTo>
                  <a:cubicBezTo>
                    <a:pt x="23" y="0"/>
                    <a:pt x="31" y="1"/>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 name="Freeform 902">
              <a:extLst>
                <a:ext uri="{FF2B5EF4-FFF2-40B4-BE49-F238E27FC236}">
                  <a16:creationId xmlns:a16="http://schemas.microsoft.com/office/drawing/2014/main" id="{7CD5E33C-E25E-F303-1F1E-2EE749F16617}"/>
                </a:ext>
              </a:extLst>
            </p:cNvPr>
            <p:cNvSpPr>
              <a:spLocks/>
            </p:cNvSpPr>
            <p:nvPr/>
          </p:nvSpPr>
          <p:spPr bwMode="auto">
            <a:xfrm rot="5094805">
              <a:off x="167884" y="3017055"/>
              <a:ext cx="79974" cy="41130"/>
            </a:xfrm>
            <a:custGeom>
              <a:avLst/>
              <a:gdLst>
                <a:gd name="T0" fmla="*/ 32 w 32"/>
                <a:gd name="T1" fmla="*/ 4 h 17"/>
                <a:gd name="T2" fmla="*/ 18 w 32"/>
                <a:gd name="T3" fmla="*/ 14 h 17"/>
                <a:gd name="T4" fmla="*/ 1 w 32"/>
                <a:gd name="T5" fmla="*/ 13 h 17"/>
                <a:gd name="T6" fmla="*/ 14 w 32"/>
                <a:gd name="T7" fmla="*/ 2 h 17"/>
                <a:gd name="T8" fmla="*/ 32 w 32"/>
                <a:gd name="T9" fmla="*/ 4 h 17"/>
              </a:gdLst>
              <a:ahLst/>
              <a:cxnLst>
                <a:cxn ang="0">
                  <a:pos x="T0" y="T1"/>
                </a:cxn>
                <a:cxn ang="0">
                  <a:pos x="T2" y="T3"/>
                </a:cxn>
                <a:cxn ang="0">
                  <a:pos x="T4" y="T5"/>
                </a:cxn>
                <a:cxn ang="0">
                  <a:pos x="T6" y="T7"/>
                </a:cxn>
                <a:cxn ang="0">
                  <a:pos x="T8" y="T9"/>
                </a:cxn>
              </a:cxnLst>
              <a:rect l="0" t="0" r="r" b="b"/>
              <a:pathLst>
                <a:path w="32" h="17">
                  <a:moveTo>
                    <a:pt x="32" y="4"/>
                  </a:moveTo>
                  <a:cubicBezTo>
                    <a:pt x="32" y="8"/>
                    <a:pt x="26" y="12"/>
                    <a:pt x="18" y="14"/>
                  </a:cubicBezTo>
                  <a:cubicBezTo>
                    <a:pt x="10" y="17"/>
                    <a:pt x="2" y="16"/>
                    <a:pt x="1" y="13"/>
                  </a:cubicBezTo>
                  <a:cubicBezTo>
                    <a:pt x="0" y="9"/>
                    <a:pt x="6" y="4"/>
                    <a:pt x="14" y="2"/>
                  </a:cubicBezTo>
                  <a:cubicBezTo>
                    <a:pt x="23" y="0"/>
                    <a:pt x="31" y="1"/>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 name="Freeform 903">
              <a:extLst>
                <a:ext uri="{FF2B5EF4-FFF2-40B4-BE49-F238E27FC236}">
                  <a16:creationId xmlns:a16="http://schemas.microsoft.com/office/drawing/2014/main" id="{0D13DE4C-C800-02C1-23ED-4EC6A5211C33}"/>
                </a:ext>
              </a:extLst>
            </p:cNvPr>
            <p:cNvSpPr>
              <a:spLocks/>
            </p:cNvSpPr>
            <p:nvPr/>
          </p:nvSpPr>
          <p:spPr bwMode="auto">
            <a:xfrm rot="5094805">
              <a:off x="244182" y="3200782"/>
              <a:ext cx="77689" cy="47985"/>
            </a:xfrm>
            <a:custGeom>
              <a:avLst/>
              <a:gdLst>
                <a:gd name="T0" fmla="*/ 31 w 32"/>
                <a:gd name="T1" fmla="*/ 4 h 19"/>
                <a:gd name="T2" fmla="*/ 18 w 32"/>
                <a:gd name="T3" fmla="*/ 16 h 19"/>
                <a:gd name="T4" fmla="*/ 1 w 32"/>
                <a:gd name="T5" fmla="*/ 14 h 19"/>
                <a:gd name="T6" fmla="*/ 14 w 32"/>
                <a:gd name="T7" fmla="*/ 3 h 19"/>
                <a:gd name="T8" fmla="*/ 31 w 32"/>
                <a:gd name="T9" fmla="*/ 4 h 19"/>
              </a:gdLst>
              <a:ahLst/>
              <a:cxnLst>
                <a:cxn ang="0">
                  <a:pos x="T0" y="T1"/>
                </a:cxn>
                <a:cxn ang="0">
                  <a:pos x="T2" y="T3"/>
                </a:cxn>
                <a:cxn ang="0">
                  <a:pos x="T4" y="T5"/>
                </a:cxn>
                <a:cxn ang="0">
                  <a:pos x="T6" y="T7"/>
                </a:cxn>
                <a:cxn ang="0">
                  <a:pos x="T8" y="T9"/>
                </a:cxn>
              </a:cxnLst>
              <a:rect l="0" t="0" r="r" b="b"/>
              <a:pathLst>
                <a:path w="32" h="19">
                  <a:moveTo>
                    <a:pt x="31" y="4"/>
                  </a:moveTo>
                  <a:cubicBezTo>
                    <a:pt x="32" y="8"/>
                    <a:pt x="26" y="13"/>
                    <a:pt x="18" y="16"/>
                  </a:cubicBezTo>
                  <a:cubicBezTo>
                    <a:pt x="10" y="19"/>
                    <a:pt x="1" y="18"/>
                    <a:pt x="1" y="14"/>
                  </a:cubicBezTo>
                  <a:cubicBezTo>
                    <a:pt x="0" y="11"/>
                    <a:pt x="6" y="6"/>
                    <a:pt x="14" y="3"/>
                  </a:cubicBezTo>
                  <a:cubicBezTo>
                    <a:pt x="23" y="0"/>
                    <a:pt x="31" y="1"/>
                    <a:pt x="3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 name="Freeform 904">
              <a:extLst>
                <a:ext uri="{FF2B5EF4-FFF2-40B4-BE49-F238E27FC236}">
                  <a16:creationId xmlns:a16="http://schemas.microsoft.com/office/drawing/2014/main" id="{BE0A9BF4-C2C5-F1D8-CCB3-27A5F8296127}"/>
                </a:ext>
              </a:extLst>
            </p:cNvPr>
            <p:cNvSpPr>
              <a:spLocks/>
            </p:cNvSpPr>
            <p:nvPr/>
          </p:nvSpPr>
          <p:spPr bwMode="auto">
            <a:xfrm rot="5094805">
              <a:off x="330511" y="3384546"/>
              <a:ext cx="79974" cy="47985"/>
            </a:xfrm>
            <a:custGeom>
              <a:avLst/>
              <a:gdLst>
                <a:gd name="T0" fmla="*/ 32 w 33"/>
                <a:gd name="T1" fmla="*/ 4 h 20"/>
                <a:gd name="T2" fmla="*/ 18 w 33"/>
                <a:gd name="T3" fmla="*/ 17 h 20"/>
                <a:gd name="T4" fmla="*/ 2 w 33"/>
                <a:gd name="T5" fmla="*/ 17 h 20"/>
                <a:gd name="T6" fmla="*/ 16 w 33"/>
                <a:gd name="T7" fmla="*/ 3 h 20"/>
                <a:gd name="T8" fmla="*/ 32 w 33"/>
                <a:gd name="T9" fmla="*/ 4 h 20"/>
              </a:gdLst>
              <a:ahLst/>
              <a:cxnLst>
                <a:cxn ang="0">
                  <a:pos x="T0" y="T1"/>
                </a:cxn>
                <a:cxn ang="0">
                  <a:pos x="T2" y="T3"/>
                </a:cxn>
                <a:cxn ang="0">
                  <a:pos x="T4" y="T5"/>
                </a:cxn>
                <a:cxn ang="0">
                  <a:pos x="T6" y="T7"/>
                </a:cxn>
                <a:cxn ang="0">
                  <a:pos x="T8" y="T9"/>
                </a:cxn>
              </a:cxnLst>
              <a:rect l="0" t="0" r="r" b="b"/>
              <a:pathLst>
                <a:path w="33" h="20">
                  <a:moveTo>
                    <a:pt x="32" y="4"/>
                  </a:moveTo>
                  <a:cubicBezTo>
                    <a:pt x="33" y="8"/>
                    <a:pt x="27" y="14"/>
                    <a:pt x="18" y="17"/>
                  </a:cubicBezTo>
                  <a:cubicBezTo>
                    <a:pt x="10" y="20"/>
                    <a:pt x="3" y="20"/>
                    <a:pt x="2" y="17"/>
                  </a:cubicBezTo>
                  <a:cubicBezTo>
                    <a:pt x="0" y="13"/>
                    <a:pt x="7" y="7"/>
                    <a:pt x="16" y="3"/>
                  </a:cubicBezTo>
                  <a:cubicBezTo>
                    <a:pt x="24" y="0"/>
                    <a:pt x="31" y="1"/>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 name="Freeform 905">
              <a:extLst>
                <a:ext uri="{FF2B5EF4-FFF2-40B4-BE49-F238E27FC236}">
                  <a16:creationId xmlns:a16="http://schemas.microsoft.com/office/drawing/2014/main" id="{7ACA5D3C-4ED5-BF66-309E-1A4A8E584521}"/>
                </a:ext>
              </a:extLst>
            </p:cNvPr>
            <p:cNvSpPr>
              <a:spLocks/>
            </p:cNvSpPr>
            <p:nvPr/>
          </p:nvSpPr>
          <p:spPr bwMode="auto">
            <a:xfrm rot="5094805">
              <a:off x="423774" y="3565514"/>
              <a:ext cx="79974" cy="54839"/>
            </a:xfrm>
            <a:custGeom>
              <a:avLst/>
              <a:gdLst>
                <a:gd name="T0" fmla="*/ 31 w 32"/>
                <a:gd name="T1" fmla="*/ 5 h 22"/>
                <a:gd name="T2" fmla="*/ 18 w 32"/>
                <a:gd name="T3" fmla="*/ 18 h 22"/>
                <a:gd name="T4" fmla="*/ 1 w 32"/>
                <a:gd name="T5" fmla="*/ 18 h 22"/>
                <a:gd name="T6" fmla="*/ 14 w 32"/>
                <a:gd name="T7" fmla="*/ 4 h 22"/>
                <a:gd name="T8" fmla="*/ 31 w 32"/>
                <a:gd name="T9" fmla="*/ 5 h 22"/>
              </a:gdLst>
              <a:ahLst/>
              <a:cxnLst>
                <a:cxn ang="0">
                  <a:pos x="T0" y="T1"/>
                </a:cxn>
                <a:cxn ang="0">
                  <a:pos x="T2" y="T3"/>
                </a:cxn>
                <a:cxn ang="0">
                  <a:pos x="T4" y="T5"/>
                </a:cxn>
                <a:cxn ang="0">
                  <a:pos x="T6" y="T7"/>
                </a:cxn>
                <a:cxn ang="0">
                  <a:pos x="T8" y="T9"/>
                </a:cxn>
              </a:cxnLst>
              <a:rect l="0" t="0" r="r" b="b"/>
              <a:pathLst>
                <a:path w="32" h="22">
                  <a:moveTo>
                    <a:pt x="31" y="5"/>
                  </a:moveTo>
                  <a:cubicBezTo>
                    <a:pt x="32" y="9"/>
                    <a:pt x="26" y="15"/>
                    <a:pt x="18" y="18"/>
                  </a:cubicBezTo>
                  <a:cubicBezTo>
                    <a:pt x="10" y="22"/>
                    <a:pt x="2" y="21"/>
                    <a:pt x="1" y="18"/>
                  </a:cubicBezTo>
                  <a:cubicBezTo>
                    <a:pt x="0" y="14"/>
                    <a:pt x="6" y="8"/>
                    <a:pt x="14" y="4"/>
                  </a:cubicBezTo>
                  <a:cubicBezTo>
                    <a:pt x="23" y="0"/>
                    <a:pt x="30" y="1"/>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 name="Freeform 906">
              <a:extLst>
                <a:ext uri="{FF2B5EF4-FFF2-40B4-BE49-F238E27FC236}">
                  <a16:creationId xmlns:a16="http://schemas.microsoft.com/office/drawing/2014/main" id="{97D8769A-9937-5E7E-0398-B65213256732}"/>
                </a:ext>
              </a:extLst>
            </p:cNvPr>
            <p:cNvSpPr>
              <a:spLocks/>
            </p:cNvSpPr>
            <p:nvPr/>
          </p:nvSpPr>
          <p:spPr bwMode="auto">
            <a:xfrm rot="5094805">
              <a:off x="523759" y="3748062"/>
              <a:ext cx="82259" cy="54839"/>
            </a:xfrm>
            <a:custGeom>
              <a:avLst/>
              <a:gdLst>
                <a:gd name="T0" fmla="*/ 32 w 33"/>
                <a:gd name="T1" fmla="*/ 4 h 22"/>
                <a:gd name="T2" fmla="*/ 18 w 33"/>
                <a:gd name="T3" fmla="*/ 19 h 22"/>
                <a:gd name="T4" fmla="*/ 1 w 33"/>
                <a:gd name="T5" fmla="*/ 18 h 22"/>
                <a:gd name="T6" fmla="*/ 15 w 33"/>
                <a:gd name="T7" fmla="*/ 3 h 22"/>
                <a:gd name="T8" fmla="*/ 32 w 33"/>
                <a:gd name="T9" fmla="*/ 4 h 22"/>
              </a:gdLst>
              <a:ahLst/>
              <a:cxnLst>
                <a:cxn ang="0">
                  <a:pos x="T0" y="T1"/>
                </a:cxn>
                <a:cxn ang="0">
                  <a:pos x="T2" y="T3"/>
                </a:cxn>
                <a:cxn ang="0">
                  <a:pos x="T4" y="T5"/>
                </a:cxn>
                <a:cxn ang="0">
                  <a:pos x="T6" y="T7"/>
                </a:cxn>
                <a:cxn ang="0">
                  <a:pos x="T8" y="T9"/>
                </a:cxn>
              </a:cxnLst>
              <a:rect l="0" t="0" r="r" b="b"/>
              <a:pathLst>
                <a:path w="33" h="22">
                  <a:moveTo>
                    <a:pt x="32" y="4"/>
                  </a:moveTo>
                  <a:cubicBezTo>
                    <a:pt x="33" y="9"/>
                    <a:pt x="26" y="15"/>
                    <a:pt x="18" y="19"/>
                  </a:cubicBezTo>
                  <a:cubicBezTo>
                    <a:pt x="10" y="22"/>
                    <a:pt x="2" y="22"/>
                    <a:pt x="1" y="18"/>
                  </a:cubicBezTo>
                  <a:cubicBezTo>
                    <a:pt x="0" y="14"/>
                    <a:pt x="7" y="7"/>
                    <a:pt x="15" y="3"/>
                  </a:cubicBezTo>
                  <a:cubicBezTo>
                    <a:pt x="24" y="0"/>
                    <a:pt x="31" y="0"/>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 name="Freeform 907">
              <a:extLst>
                <a:ext uri="{FF2B5EF4-FFF2-40B4-BE49-F238E27FC236}">
                  <a16:creationId xmlns:a16="http://schemas.microsoft.com/office/drawing/2014/main" id="{E349BE83-F501-E236-42B4-0329F6674A5E}"/>
                </a:ext>
              </a:extLst>
            </p:cNvPr>
            <p:cNvSpPr>
              <a:spLocks/>
            </p:cNvSpPr>
            <p:nvPr/>
          </p:nvSpPr>
          <p:spPr bwMode="auto">
            <a:xfrm rot="5094805">
              <a:off x="631824" y="3929058"/>
              <a:ext cx="77689" cy="59409"/>
            </a:xfrm>
            <a:custGeom>
              <a:avLst/>
              <a:gdLst>
                <a:gd name="T0" fmla="*/ 31 w 32"/>
                <a:gd name="T1" fmla="*/ 5 h 24"/>
                <a:gd name="T2" fmla="*/ 18 w 32"/>
                <a:gd name="T3" fmla="*/ 20 h 24"/>
                <a:gd name="T4" fmla="*/ 1 w 32"/>
                <a:gd name="T5" fmla="*/ 19 h 24"/>
                <a:gd name="T6" fmla="*/ 14 w 32"/>
                <a:gd name="T7" fmla="*/ 4 h 24"/>
                <a:gd name="T8" fmla="*/ 31 w 32"/>
                <a:gd name="T9" fmla="*/ 5 h 24"/>
              </a:gdLst>
              <a:ahLst/>
              <a:cxnLst>
                <a:cxn ang="0">
                  <a:pos x="T0" y="T1"/>
                </a:cxn>
                <a:cxn ang="0">
                  <a:pos x="T2" y="T3"/>
                </a:cxn>
                <a:cxn ang="0">
                  <a:pos x="T4" y="T5"/>
                </a:cxn>
                <a:cxn ang="0">
                  <a:pos x="T6" y="T7"/>
                </a:cxn>
                <a:cxn ang="0">
                  <a:pos x="T8" y="T9"/>
                </a:cxn>
              </a:cxnLst>
              <a:rect l="0" t="0" r="r" b="b"/>
              <a:pathLst>
                <a:path w="32" h="24">
                  <a:moveTo>
                    <a:pt x="31" y="5"/>
                  </a:moveTo>
                  <a:cubicBezTo>
                    <a:pt x="32" y="10"/>
                    <a:pt x="26" y="16"/>
                    <a:pt x="18" y="20"/>
                  </a:cubicBezTo>
                  <a:cubicBezTo>
                    <a:pt x="10" y="24"/>
                    <a:pt x="1" y="24"/>
                    <a:pt x="1" y="19"/>
                  </a:cubicBezTo>
                  <a:cubicBezTo>
                    <a:pt x="0" y="15"/>
                    <a:pt x="6" y="8"/>
                    <a:pt x="14" y="4"/>
                  </a:cubicBezTo>
                  <a:cubicBezTo>
                    <a:pt x="22" y="0"/>
                    <a:pt x="30" y="0"/>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 name="Freeform 908">
              <a:extLst>
                <a:ext uri="{FF2B5EF4-FFF2-40B4-BE49-F238E27FC236}">
                  <a16:creationId xmlns:a16="http://schemas.microsoft.com/office/drawing/2014/main" id="{99761687-F8A7-58A3-6358-853264295CCD}"/>
                </a:ext>
              </a:extLst>
            </p:cNvPr>
            <p:cNvSpPr>
              <a:spLocks/>
            </p:cNvSpPr>
            <p:nvPr/>
          </p:nvSpPr>
          <p:spPr bwMode="auto">
            <a:xfrm rot="5094805">
              <a:off x="744230" y="4107171"/>
              <a:ext cx="77689" cy="63979"/>
            </a:xfrm>
            <a:custGeom>
              <a:avLst/>
              <a:gdLst>
                <a:gd name="T0" fmla="*/ 31 w 32"/>
                <a:gd name="T1" fmla="*/ 5 h 26"/>
                <a:gd name="T2" fmla="*/ 17 w 32"/>
                <a:gd name="T3" fmla="*/ 22 h 26"/>
                <a:gd name="T4" fmla="*/ 1 w 32"/>
                <a:gd name="T5" fmla="*/ 21 h 26"/>
                <a:gd name="T6" fmla="*/ 14 w 32"/>
                <a:gd name="T7" fmla="*/ 4 h 26"/>
                <a:gd name="T8" fmla="*/ 31 w 32"/>
                <a:gd name="T9" fmla="*/ 5 h 26"/>
              </a:gdLst>
              <a:ahLst/>
              <a:cxnLst>
                <a:cxn ang="0">
                  <a:pos x="T0" y="T1"/>
                </a:cxn>
                <a:cxn ang="0">
                  <a:pos x="T2" y="T3"/>
                </a:cxn>
                <a:cxn ang="0">
                  <a:pos x="T4" y="T5"/>
                </a:cxn>
                <a:cxn ang="0">
                  <a:pos x="T6" y="T7"/>
                </a:cxn>
                <a:cxn ang="0">
                  <a:pos x="T8" y="T9"/>
                </a:cxn>
              </a:cxnLst>
              <a:rect l="0" t="0" r="r" b="b"/>
              <a:pathLst>
                <a:path w="32" h="26">
                  <a:moveTo>
                    <a:pt x="31" y="5"/>
                  </a:moveTo>
                  <a:cubicBezTo>
                    <a:pt x="32" y="10"/>
                    <a:pt x="26" y="18"/>
                    <a:pt x="17" y="22"/>
                  </a:cubicBezTo>
                  <a:cubicBezTo>
                    <a:pt x="9" y="26"/>
                    <a:pt x="2" y="26"/>
                    <a:pt x="1" y="21"/>
                  </a:cubicBezTo>
                  <a:cubicBezTo>
                    <a:pt x="0" y="17"/>
                    <a:pt x="6" y="8"/>
                    <a:pt x="14" y="4"/>
                  </a:cubicBezTo>
                  <a:cubicBezTo>
                    <a:pt x="23" y="0"/>
                    <a:pt x="30" y="0"/>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 name="Freeform 909">
              <a:extLst>
                <a:ext uri="{FF2B5EF4-FFF2-40B4-BE49-F238E27FC236}">
                  <a16:creationId xmlns:a16="http://schemas.microsoft.com/office/drawing/2014/main" id="{48C5D8C9-E717-25AD-6FAF-71AA9611E852}"/>
                </a:ext>
              </a:extLst>
            </p:cNvPr>
            <p:cNvSpPr>
              <a:spLocks/>
            </p:cNvSpPr>
            <p:nvPr/>
          </p:nvSpPr>
          <p:spPr bwMode="auto">
            <a:xfrm rot="5094805">
              <a:off x="859009" y="4284975"/>
              <a:ext cx="79974" cy="70834"/>
            </a:xfrm>
            <a:custGeom>
              <a:avLst/>
              <a:gdLst>
                <a:gd name="T0" fmla="*/ 31 w 32"/>
                <a:gd name="T1" fmla="*/ 7 h 29"/>
                <a:gd name="T2" fmla="*/ 18 w 32"/>
                <a:gd name="T3" fmla="*/ 24 h 29"/>
                <a:gd name="T4" fmla="*/ 1 w 32"/>
                <a:gd name="T5" fmla="*/ 22 h 29"/>
                <a:gd name="T6" fmla="*/ 14 w 32"/>
                <a:gd name="T7" fmla="*/ 5 h 29"/>
                <a:gd name="T8" fmla="*/ 31 w 32"/>
                <a:gd name="T9" fmla="*/ 7 h 29"/>
              </a:gdLst>
              <a:ahLst/>
              <a:cxnLst>
                <a:cxn ang="0">
                  <a:pos x="T0" y="T1"/>
                </a:cxn>
                <a:cxn ang="0">
                  <a:pos x="T2" y="T3"/>
                </a:cxn>
                <a:cxn ang="0">
                  <a:pos x="T4" y="T5"/>
                </a:cxn>
                <a:cxn ang="0">
                  <a:pos x="T6" y="T7"/>
                </a:cxn>
                <a:cxn ang="0">
                  <a:pos x="T8" y="T9"/>
                </a:cxn>
              </a:cxnLst>
              <a:rect l="0" t="0" r="r" b="b"/>
              <a:pathLst>
                <a:path w="32" h="29">
                  <a:moveTo>
                    <a:pt x="31" y="7"/>
                  </a:moveTo>
                  <a:cubicBezTo>
                    <a:pt x="32" y="12"/>
                    <a:pt x="26" y="20"/>
                    <a:pt x="18" y="24"/>
                  </a:cubicBezTo>
                  <a:cubicBezTo>
                    <a:pt x="10" y="29"/>
                    <a:pt x="1" y="28"/>
                    <a:pt x="1" y="22"/>
                  </a:cubicBezTo>
                  <a:cubicBezTo>
                    <a:pt x="0" y="17"/>
                    <a:pt x="6" y="10"/>
                    <a:pt x="14" y="5"/>
                  </a:cubicBezTo>
                  <a:cubicBezTo>
                    <a:pt x="23" y="0"/>
                    <a:pt x="30" y="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 name="Freeform 910">
              <a:extLst>
                <a:ext uri="{FF2B5EF4-FFF2-40B4-BE49-F238E27FC236}">
                  <a16:creationId xmlns:a16="http://schemas.microsoft.com/office/drawing/2014/main" id="{6FA898EA-3227-0EA4-0FE8-D2466C83501B}"/>
                </a:ext>
              </a:extLst>
            </p:cNvPr>
            <p:cNvSpPr>
              <a:spLocks/>
            </p:cNvSpPr>
            <p:nvPr/>
          </p:nvSpPr>
          <p:spPr bwMode="auto">
            <a:xfrm rot="5094805">
              <a:off x="973585" y="4462788"/>
              <a:ext cx="82259" cy="73119"/>
            </a:xfrm>
            <a:custGeom>
              <a:avLst/>
              <a:gdLst>
                <a:gd name="T0" fmla="*/ 32 w 33"/>
                <a:gd name="T1" fmla="*/ 7 h 30"/>
                <a:gd name="T2" fmla="*/ 18 w 33"/>
                <a:gd name="T3" fmla="*/ 26 h 30"/>
                <a:gd name="T4" fmla="*/ 2 w 33"/>
                <a:gd name="T5" fmla="*/ 24 h 30"/>
                <a:gd name="T6" fmla="*/ 15 w 33"/>
                <a:gd name="T7" fmla="*/ 5 h 30"/>
                <a:gd name="T8" fmla="*/ 32 w 33"/>
                <a:gd name="T9" fmla="*/ 7 h 30"/>
              </a:gdLst>
              <a:ahLst/>
              <a:cxnLst>
                <a:cxn ang="0">
                  <a:pos x="T0" y="T1"/>
                </a:cxn>
                <a:cxn ang="0">
                  <a:pos x="T2" y="T3"/>
                </a:cxn>
                <a:cxn ang="0">
                  <a:pos x="T4" y="T5"/>
                </a:cxn>
                <a:cxn ang="0">
                  <a:pos x="T6" y="T7"/>
                </a:cxn>
                <a:cxn ang="0">
                  <a:pos x="T8" y="T9"/>
                </a:cxn>
              </a:cxnLst>
              <a:rect l="0" t="0" r="r" b="b"/>
              <a:pathLst>
                <a:path w="33" h="30">
                  <a:moveTo>
                    <a:pt x="32" y="7"/>
                  </a:moveTo>
                  <a:cubicBezTo>
                    <a:pt x="33" y="13"/>
                    <a:pt x="27" y="22"/>
                    <a:pt x="18" y="26"/>
                  </a:cubicBezTo>
                  <a:cubicBezTo>
                    <a:pt x="11" y="30"/>
                    <a:pt x="3" y="29"/>
                    <a:pt x="2" y="24"/>
                  </a:cubicBezTo>
                  <a:cubicBezTo>
                    <a:pt x="0" y="18"/>
                    <a:pt x="7" y="9"/>
                    <a:pt x="15" y="5"/>
                  </a:cubicBezTo>
                  <a:cubicBezTo>
                    <a:pt x="23" y="0"/>
                    <a:pt x="30" y="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 name="Freeform 911">
              <a:extLst>
                <a:ext uri="{FF2B5EF4-FFF2-40B4-BE49-F238E27FC236}">
                  <a16:creationId xmlns:a16="http://schemas.microsoft.com/office/drawing/2014/main" id="{085F0985-759D-4B53-1C2B-1DD24333F017}"/>
                </a:ext>
              </a:extLst>
            </p:cNvPr>
            <p:cNvSpPr>
              <a:spLocks/>
            </p:cNvSpPr>
            <p:nvPr/>
          </p:nvSpPr>
          <p:spPr bwMode="auto">
            <a:xfrm rot="5094805">
              <a:off x="1090543" y="4640495"/>
              <a:ext cx="82259" cy="77689"/>
            </a:xfrm>
            <a:custGeom>
              <a:avLst/>
              <a:gdLst>
                <a:gd name="T0" fmla="*/ 32 w 33"/>
                <a:gd name="T1" fmla="*/ 8 h 31"/>
                <a:gd name="T2" fmla="*/ 18 w 33"/>
                <a:gd name="T3" fmla="*/ 28 h 31"/>
                <a:gd name="T4" fmla="*/ 2 w 33"/>
                <a:gd name="T5" fmla="*/ 24 h 31"/>
                <a:gd name="T6" fmla="*/ 15 w 33"/>
                <a:gd name="T7" fmla="*/ 5 h 31"/>
                <a:gd name="T8" fmla="*/ 32 w 33"/>
                <a:gd name="T9" fmla="*/ 8 h 31"/>
              </a:gdLst>
              <a:ahLst/>
              <a:cxnLst>
                <a:cxn ang="0">
                  <a:pos x="T0" y="T1"/>
                </a:cxn>
                <a:cxn ang="0">
                  <a:pos x="T2" y="T3"/>
                </a:cxn>
                <a:cxn ang="0">
                  <a:pos x="T4" y="T5"/>
                </a:cxn>
                <a:cxn ang="0">
                  <a:pos x="T6" y="T7"/>
                </a:cxn>
                <a:cxn ang="0">
                  <a:pos x="T8" y="T9"/>
                </a:cxn>
              </a:cxnLst>
              <a:rect l="0" t="0" r="r" b="b"/>
              <a:pathLst>
                <a:path w="33" h="31">
                  <a:moveTo>
                    <a:pt x="32" y="8"/>
                  </a:moveTo>
                  <a:cubicBezTo>
                    <a:pt x="33" y="15"/>
                    <a:pt x="27" y="24"/>
                    <a:pt x="18" y="28"/>
                  </a:cubicBezTo>
                  <a:cubicBezTo>
                    <a:pt x="10" y="31"/>
                    <a:pt x="3" y="30"/>
                    <a:pt x="2" y="24"/>
                  </a:cubicBezTo>
                  <a:cubicBezTo>
                    <a:pt x="0" y="18"/>
                    <a:pt x="7" y="9"/>
                    <a:pt x="15" y="5"/>
                  </a:cubicBezTo>
                  <a:cubicBezTo>
                    <a:pt x="24" y="0"/>
                    <a:pt x="31" y="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 name="Freeform 912">
              <a:extLst>
                <a:ext uri="{FF2B5EF4-FFF2-40B4-BE49-F238E27FC236}">
                  <a16:creationId xmlns:a16="http://schemas.microsoft.com/office/drawing/2014/main" id="{0667D7E1-B070-E9EC-1CF0-8276974E31D5}"/>
                </a:ext>
              </a:extLst>
            </p:cNvPr>
            <p:cNvSpPr>
              <a:spLocks/>
            </p:cNvSpPr>
            <p:nvPr/>
          </p:nvSpPr>
          <p:spPr bwMode="auto">
            <a:xfrm rot="5094805">
              <a:off x="1074932" y="4747516"/>
              <a:ext cx="79974" cy="79974"/>
            </a:xfrm>
            <a:custGeom>
              <a:avLst/>
              <a:gdLst>
                <a:gd name="T0" fmla="*/ 32 w 33"/>
                <a:gd name="T1" fmla="*/ 8 h 32"/>
                <a:gd name="T2" fmla="*/ 18 w 33"/>
                <a:gd name="T3" fmla="*/ 28 h 32"/>
                <a:gd name="T4" fmla="*/ 2 w 33"/>
                <a:gd name="T5" fmla="*/ 24 h 32"/>
                <a:gd name="T6" fmla="*/ 14 w 33"/>
                <a:gd name="T7" fmla="*/ 4 h 32"/>
                <a:gd name="T8" fmla="*/ 32 w 33"/>
                <a:gd name="T9" fmla="*/ 8 h 32"/>
              </a:gdLst>
              <a:ahLst/>
              <a:cxnLst>
                <a:cxn ang="0">
                  <a:pos x="T0" y="T1"/>
                </a:cxn>
                <a:cxn ang="0">
                  <a:pos x="T2" y="T3"/>
                </a:cxn>
                <a:cxn ang="0">
                  <a:pos x="T4" y="T5"/>
                </a:cxn>
                <a:cxn ang="0">
                  <a:pos x="T6" y="T7"/>
                </a:cxn>
                <a:cxn ang="0">
                  <a:pos x="T8" y="T9"/>
                </a:cxn>
              </a:cxnLst>
              <a:rect l="0" t="0" r="r" b="b"/>
              <a:pathLst>
                <a:path w="33" h="32">
                  <a:moveTo>
                    <a:pt x="32" y="8"/>
                  </a:moveTo>
                  <a:cubicBezTo>
                    <a:pt x="33" y="15"/>
                    <a:pt x="27" y="24"/>
                    <a:pt x="18" y="28"/>
                  </a:cubicBezTo>
                  <a:cubicBezTo>
                    <a:pt x="10" y="32"/>
                    <a:pt x="3" y="30"/>
                    <a:pt x="2" y="24"/>
                  </a:cubicBezTo>
                  <a:cubicBezTo>
                    <a:pt x="0" y="18"/>
                    <a:pt x="6" y="9"/>
                    <a:pt x="14" y="4"/>
                  </a:cubicBezTo>
                  <a:cubicBezTo>
                    <a:pt x="22" y="0"/>
                    <a:pt x="31" y="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 name="Freeform 913">
              <a:extLst>
                <a:ext uri="{FF2B5EF4-FFF2-40B4-BE49-F238E27FC236}">
                  <a16:creationId xmlns:a16="http://schemas.microsoft.com/office/drawing/2014/main" id="{CFF4D62F-2091-8BBB-859C-A4D3F7AFFB0D}"/>
                </a:ext>
              </a:extLst>
            </p:cNvPr>
            <p:cNvSpPr>
              <a:spLocks/>
            </p:cNvSpPr>
            <p:nvPr/>
          </p:nvSpPr>
          <p:spPr bwMode="auto">
            <a:xfrm rot="5094805">
              <a:off x="1181850" y="4927268"/>
              <a:ext cx="79974" cy="86829"/>
            </a:xfrm>
            <a:custGeom>
              <a:avLst/>
              <a:gdLst>
                <a:gd name="T0" fmla="*/ 17 w 32"/>
                <a:gd name="T1" fmla="*/ 31 h 35"/>
                <a:gd name="T2" fmla="*/ 0 w 32"/>
                <a:gd name="T3" fmla="*/ 24 h 35"/>
                <a:gd name="T4" fmla="*/ 14 w 32"/>
                <a:gd name="T5" fmla="*/ 4 h 35"/>
                <a:gd name="T6" fmla="*/ 31 w 32"/>
                <a:gd name="T7" fmla="*/ 11 h 35"/>
                <a:gd name="T8" fmla="*/ 17 w 32"/>
                <a:gd name="T9" fmla="*/ 31 h 35"/>
              </a:gdLst>
              <a:ahLst/>
              <a:cxnLst>
                <a:cxn ang="0">
                  <a:pos x="T0" y="T1"/>
                </a:cxn>
                <a:cxn ang="0">
                  <a:pos x="T2" y="T3"/>
                </a:cxn>
                <a:cxn ang="0">
                  <a:pos x="T4" y="T5"/>
                </a:cxn>
                <a:cxn ang="0">
                  <a:pos x="T6" y="T7"/>
                </a:cxn>
                <a:cxn ang="0">
                  <a:pos x="T8" y="T9"/>
                </a:cxn>
              </a:cxnLst>
              <a:rect l="0" t="0" r="r" b="b"/>
              <a:pathLst>
                <a:path w="32" h="35">
                  <a:moveTo>
                    <a:pt x="17" y="31"/>
                  </a:moveTo>
                  <a:cubicBezTo>
                    <a:pt x="8" y="35"/>
                    <a:pt x="1" y="31"/>
                    <a:pt x="0" y="24"/>
                  </a:cubicBezTo>
                  <a:cubicBezTo>
                    <a:pt x="0" y="17"/>
                    <a:pt x="6" y="8"/>
                    <a:pt x="14" y="4"/>
                  </a:cubicBezTo>
                  <a:cubicBezTo>
                    <a:pt x="22" y="0"/>
                    <a:pt x="31" y="3"/>
                    <a:pt x="31" y="11"/>
                  </a:cubicBezTo>
                  <a:cubicBezTo>
                    <a:pt x="32" y="18"/>
                    <a:pt x="26" y="27"/>
                    <a:pt x="17"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 name="Freeform 914">
              <a:extLst>
                <a:ext uri="{FF2B5EF4-FFF2-40B4-BE49-F238E27FC236}">
                  <a16:creationId xmlns:a16="http://schemas.microsoft.com/office/drawing/2014/main" id="{04A2ADA3-C01E-60F9-AA58-3AD3E67AF5CF}"/>
                </a:ext>
              </a:extLst>
            </p:cNvPr>
            <p:cNvSpPr>
              <a:spLocks/>
            </p:cNvSpPr>
            <p:nvPr/>
          </p:nvSpPr>
          <p:spPr bwMode="auto">
            <a:xfrm rot="5094805">
              <a:off x="1284006" y="5107232"/>
              <a:ext cx="84544" cy="89114"/>
            </a:xfrm>
            <a:custGeom>
              <a:avLst/>
              <a:gdLst>
                <a:gd name="T0" fmla="*/ 32 w 34"/>
                <a:gd name="T1" fmla="*/ 11 h 36"/>
                <a:gd name="T2" fmla="*/ 19 w 34"/>
                <a:gd name="T3" fmla="*/ 32 h 36"/>
                <a:gd name="T4" fmla="*/ 2 w 34"/>
                <a:gd name="T5" fmla="*/ 26 h 36"/>
                <a:gd name="T6" fmla="*/ 14 w 34"/>
                <a:gd name="T7" fmla="*/ 5 h 36"/>
                <a:gd name="T8" fmla="*/ 32 w 34"/>
                <a:gd name="T9" fmla="*/ 11 h 36"/>
              </a:gdLst>
              <a:ahLst/>
              <a:cxnLst>
                <a:cxn ang="0">
                  <a:pos x="T0" y="T1"/>
                </a:cxn>
                <a:cxn ang="0">
                  <a:pos x="T2" y="T3"/>
                </a:cxn>
                <a:cxn ang="0">
                  <a:pos x="T4" y="T5"/>
                </a:cxn>
                <a:cxn ang="0">
                  <a:pos x="T6" y="T7"/>
                </a:cxn>
                <a:cxn ang="0">
                  <a:pos x="T8" y="T9"/>
                </a:cxn>
              </a:cxnLst>
              <a:rect l="0" t="0" r="r" b="b"/>
              <a:pathLst>
                <a:path w="34" h="36">
                  <a:moveTo>
                    <a:pt x="32" y="11"/>
                  </a:moveTo>
                  <a:cubicBezTo>
                    <a:pt x="34" y="18"/>
                    <a:pt x="28" y="28"/>
                    <a:pt x="19" y="32"/>
                  </a:cubicBezTo>
                  <a:cubicBezTo>
                    <a:pt x="11" y="36"/>
                    <a:pt x="3" y="33"/>
                    <a:pt x="2" y="26"/>
                  </a:cubicBezTo>
                  <a:cubicBezTo>
                    <a:pt x="0" y="19"/>
                    <a:pt x="6" y="9"/>
                    <a:pt x="14" y="5"/>
                  </a:cubicBezTo>
                  <a:cubicBezTo>
                    <a:pt x="22" y="0"/>
                    <a:pt x="31" y="3"/>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 name="Freeform 915">
              <a:extLst>
                <a:ext uri="{FF2B5EF4-FFF2-40B4-BE49-F238E27FC236}">
                  <a16:creationId xmlns:a16="http://schemas.microsoft.com/office/drawing/2014/main" id="{BF0E3502-10C8-F419-3C16-8B7B067FA9FC}"/>
                </a:ext>
              </a:extLst>
            </p:cNvPr>
            <p:cNvSpPr>
              <a:spLocks/>
            </p:cNvSpPr>
            <p:nvPr/>
          </p:nvSpPr>
          <p:spPr bwMode="auto">
            <a:xfrm rot="5094805">
              <a:off x="1385137" y="5288739"/>
              <a:ext cx="82259" cy="91399"/>
            </a:xfrm>
            <a:custGeom>
              <a:avLst/>
              <a:gdLst>
                <a:gd name="T0" fmla="*/ 14 w 33"/>
                <a:gd name="T1" fmla="*/ 4 h 37"/>
                <a:gd name="T2" fmla="*/ 32 w 33"/>
                <a:gd name="T3" fmla="*/ 12 h 37"/>
                <a:gd name="T4" fmla="*/ 19 w 33"/>
                <a:gd name="T5" fmla="*/ 33 h 37"/>
                <a:gd name="T6" fmla="*/ 1 w 33"/>
                <a:gd name="T7" fmla="*/ 26 h 37"/>
                <a:gd name="T8" fmla="*/ 14 w 33"/>
                <a:gd name="T9" fmla="*/ 4 h 37"/>
              </a:gdLst>
              <a:ahLst/>
              <a:cxnLst>
                <a:cxn ang="0">
                  <a:pos x="T0" y="T1"/>
                </a:cxn>
                <a:cxn ang="0">
                  <a:pos x="T2" y="T3"/>
                </a:cxn>
                <a:cxn ang="0">
                  <a:pos x="T4" y="T5"/>
                </a:cxn>
                <a:cxn ang="0">
                  <a:pos x="T6" y="T7"/>
                </a:cxn>
                <a:cxn ang="0">
                  <a:pos x="T8" y="T9"/>
                </a:cxn>
              </a:cxnLst>
              <a:rect l="0" t="0" r="r" b="b"/>
              <a:pathLst>
                <a:path w="33" h="37">
                  <a:moveTo>
                    <a:pt x="14" y="4"/>
                  </a:moveTo>
                  <a:cubicBezTo>
                    <a:pt x="22" y="0"/>
                    <a:pt x="31" y="4"/>
                    <a:pt x="32" y="12"/>
                  </a:cubicBezTo>
                  <a:cubicBezTo>
                    <a:pt x="33" y="20"/>
                    <a:pt x="27" y="29"/>
                    <a:pt x="19" y="33"/>
                  </a:cubicBezTo>
                  <a:cubicBezTo>
                    <a:pt x="10" y="37"/>
                    <a:pt x="2" y="34"/>
                    <a:pt x="1" y="26"/>
                  </a:cubicBezTo>
                  <a:cubicBezTo>
                    <a:pt x="0" y="17"/>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 name="Freeform 916">
              <a:extLst>
                <a:ext uri="{FF2B5EF4-FFF2-40B4-BE49-F238E27FC236}">
                  <a16:creationId xmlns:a16="http://schemas.microsoft.com/office/drawing/2014/main" id="{FE2DCEB5-4BA3-E8D7-0604-D604D53BFC86}"/>
                </a:ext>
              </a:extLst>
            </p:cNvPr>
            <p:cNvSpPr>
              <a:spLocks/>
            </p:cNvSpPr>
            <p:nvPr/>
          </p:nvSpPr>
          <p:spPr bwMode="auto">
            <a:xfrm rot="5094805">
              <a:off x="1480579" y="5471896"/>
              <a:ext cx="79974" cy="91399"/>
            </a:xfrm>
            <a:custGeom>
              <a:avLst/>
              <a:gdLst>
                <a:gd name="T0" fmla="*/ 32 w 33"/>
                <a:gd name="T1" fmla="*/ 13 h 37"/>
                <a:gd name="T2" fmla="*/ 18 w 33"/>
                <a:gd name="T3" fmla="*/ 35 h 37"/>
                <a:gd name="T4" fmla="*/ 1 w 33"/>
                <a:gd name="T5" fmla="*/ 26 h 37"/>
                <a:gd name="T6" fmla="*/ 15 w 33"/>
                <a:gd name="T7" fmla="*/ 4 h 37"/>
                <a:gd name="T8" fmla="*/ 32 w 33"/>
                <a:gd name="T9" fmla="*/ 13 h 37"/>
              </a:gdLst>
              <a:ahLst/>
              <a:cxnLst>
                <a:cxn ang="0">
                  <a:pos x="T0" y="T1"/>
                </a:cxn>
                <a:cxn ang="0">
                  <a:pos x="T2" y="T3"/>
                </a:cxn>
                <a:cxn ang="0">
                  <a:pos x="T4" y="T5"/>
                </a:cxn>
                <a:cxn ang="0">
                  <a:pos x="T6" y="T7"/>
                </a:cxn>
                <a:cxn ang="0">
                  <a:pos x="T8" y="T9"/>
                </a:cxn>
              </a:cxnLst>
              <a:rect l="0" t="0" r="r" b="b"/>
              <a:pathLst>
                <a:path w="33" h="37">
                  <a:moveTo>
                    <a:pt x="32" y="13"/>
                  </a:moveTo>
                  <a:cubicBezTo>
                    <a:pt x="33" y="22"/>
                    <a:pt x="27" y="31"/>
                    <a:pt x="18" y="35"/>
                  </a:cubicBezTo>
                  <a:cubicBezTo>
                    <a:pt x="10" y="37"/>
                    <a:pt x="3" y="34"/>
                    <a:pt x="1" y="26"/>
                  </a:cubicBezTo>
                  <a:cubicBezTo>
                    <a:pt x="0" y="17"/>
                    <a:pt x="6" y="7"/>
                    <a:pt x="15" y="4"/>
                  </a:cubicBezTo>
                  <a:cubicBezTo>
                    <a:pt x="23" y="0"/>
                    <a:pt x="31" y="5"/>
                    <a:pt x="3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 name="Freeform 917">
              <a:extLst>
                <a:ext uri="{FF2B5EF4-FFF2-40B4-BE49-F238E27FC236}">
                  <a16:creationId xmlns:a16="http://schemas.microsoft.com/office/drawing/2014/main" id="{B5023D14-8278-B83B-28C3-BC2F264706D3}"/>
                </a:ext>
              </a:extLst>
            </p:cNvPr>
            <p:cNvSpPr>
              <a:spLocks/>
            </p:cNvSpPr>
            <p:nvPr/>
          </p:nvSpPr>
          <p:spPr bwMode="auto">
            <a:xfrm rot="5094805">
              <a:off x="1567120" y="5658138"/>
              <a:ext cx="77689" cy="91399"/>
            </a:xfrm>
            <a:custGeom>
              <a:avLst/>
              <a:gdLst>
                <a:gd name="T0" fmla="*/ 31 w 32"/>
                <a:gd name="T1" fmla="*/ 14 h 37"/>
                <a:gd name="T2" fmla="*/ 16 w 32"/>
                <a:gd name="T3" fmla="*/ 35 h 37"/>
                <a:gd name="T4" fmla="*/ 0 w 32"/>
                <a:gd name="T5" fmla="*/ 22 h 37"/>
                <a:gd name="T6" fmla="*/ 14 w 32"/>
                <a:gd name="T7" fmla="*/ 3 h 37"/>
                <a:gd name="T8" fmla="*/ 31 w 32"/>
                <a:gd name="T9" fmla="*/ 14 h 37"/>
              </a:gdLst>
              <a:ahLst/>
              <a:cxnLst>
                <a:cxn ang="0">
                  <a:pos x="T0" y="T1"/>
                </a:cxn>
                <a:cxn ang="0">
                  <a:pos x="T2" y="T3"/>
                </a:cxn>
                <a:cxn ang="0">
                  <a:pos x="T4" y="T5"/>
                </a:cxn>
                <a:cxn ang="0">
                  <a:pos x="T6" y="T7"/>
                </a:cxn>
                <a:cxn ang="0">
                  <a:pos x="T8" y="T9"/>
                </a:cxn>
              </a:cxnLst>
              <a:rect l="0" t="0" r="r" b="b"/>
              <a:pathLst>
                <a:path w="32" h="37">
                  <a:moveTo>
                    <a:pt x="31" y="14"/>
                  </a:moveTo>
                  <a:cubicBezTo>
                    <a:pt x="32" y="23"/>
                    <a:pt x="25" y="32"/>
                    <a:pt x="16" y="35"/>
                  </a:cubicBezTo>
                  <a:cubicBezTo>
                    <a:pt x="7" y="37"/>
                    <a:pt x="0" y="31"/>
                    <a:pt x="0" y="22"/>
                  </a:cubicBezTo>
                  <a:cubicBezTo>
                    <a:pt x="0" y="14"/>
                    <a:pt x="6" y="5"/>
                    <a:pt x="14" y="3"/>
                  </a:cubicBezTo>
                  <a:cubicBezTo>
                    <a:pt x="22" y="0"/>
                    <a:pt x="30" y="5"/>
                    <a:pt x="3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 name="Freeform 918">
              <a:extLst>
                <a:ext uri="{FF2B5EF4-FFF2-40B4-BE49-F238E27FC236}">
                  <a16:creationId xmlns:a16="http://schemas.microsoft.com/office/drawing/2014/main" id="{9FA99B11-25CB-85D1-6019-1389968508D4}"/>
                </a:ext>
              </a:extLst>
            </p:cNvPr>
            <p:cNvSpPr>
              <a:spLocks/>
            </p:cNvSpPr>
            <p:nvPr/>
          </p:nvSpPr>
          <p:spPr bwMode="auto">
            <a:xfrm rot="5094805">
              <a:off x="1643304" y="5843850"/>
              <a:ext cx="82259" cy="91399"/>
            </a:xfrm>
            <a:custGeom>
              <a:avLst/>
              <a:gdLst>
                <a:gd name="T0" fmla="*/ 18 w 33"/>
                <a:gd name="T1" fmla="*/ 34 h 37"/>
                <a:gd name="T2" fmla="*/ 1 w 33"/>
                <a:gd name="T3" fmla="*/ 22 h 37"/>
                <a:gd name="T4" fmla="*/ 14 w 33"/>
                <a:gd name="T5" fmla="*/ 3 h 37"/>
                <a:gd name="T6" fmla="*/ 32 w 33"/>
                <a:gd name="T7" fmla="*/ 14 h 37"/>
                <a:gd name="T8" fmla="*/ 18 w 33"/>
                <a:gd name="T9" fmla="*/ 34 h 37"/>
              </a:gdLst>
              <a:ahLst/>
              <a:cxnLst>
                <a:cxn ang="0">
                  <a:pos x="T0" y="T1"/>
                </a:cxn>
                <a:cxn ang="0">
                  <a:pos x="T2" y="T3"/>
                </a:cxn>
                <a:cxn ang="0">
                  <a:pos x="T4" y="T5"/>
                </a:cxn>
                <a:cxn ang="0">
                  <a:pos x="T6" y="T7"/>
                </a:cxn>
                <a:cxn ang="0">
                  <a:pos x="T8" y="T9"/>
                </a:cxn>
              </a:cxnLst>
              <a:rect l="0" t="0" r="r" b="b"/>
              <a:pathLst>
                <a:path w="33" h="37">
                  <a:moveTo>
                    <a:pt x="18" y="34"/>
                  </a:moveTo>
                  <a:cubicBezTo>
                    <a:pt x="9" y="37"/>
                    <a:pt x="1" y="32"/>
                    <a:pt x="1" y="22"/>
                  </a:cubicBezTo>
                  <a:cubicBezTo>
                    <a:pt x="0" y="14"/>
                    <a:pt x="6" y="6"/>
                    <a:pt x="14" y="3"/>
                  </a:cubicBezTo>
                  <a:cubicBezTo>
                    <a:pt x="22" y="0"/>
                    <a:pt x="31" y="5"/>
                    <a:pt x="32" y="14"/>
                  </a:cubicBezTo>
                  <a:cubicBezTo>
                    <a:pt x="33" y="23"/>
                    <a:pt x="27" y="32"/>
                    <a:pt x="18"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 name="Freeform 919">
              <a:extLst>
                <a:ext uri="{FF2B5EF4-FFF2-40B4-BE49-F238E27FC236}">
                  <a16:creationId xmlns:a16="http://schemas.microsoft.com/office/drawing/2014/main" id="{68D7795F-6CB8-0C3B-44D4-4440A8DD2307}"/>
                </a:ext>
              </a:extLst>
            </p:cNvPr>
            <p:cNvSpPr>
              <a:spLocks/>
            </p:cNvSpPr>
            <p:nvPr/>
          </p:nvSpPr>
          <p:spPr bwMode="auto">
            <a:xfrm rot="5094805">
              <a:off x="1709351" y="6033999"/>
              <a:ext cx="84544" cy="86829"/>
            </a:xfrm>
            <a:custGeom>
              <a:avLst/>
              <a:gdLst>
                <a:gd name="T0" fmla="*/ 19 w 34"/>
                <a:gd name="T1" fmla="*/ 32 h 35"/>
                <a:gd name="T2" fmla="*/ 1 w 34"/>
                <a:gd name="T3" fmla="*/ 21 h 35"/>
                <a:gd name="T4" fmla="*/ 15 w 34"/>
                <a:gd name="T5" fmla="*/ 2 h 35"/>
                <a:gd name="T6" fmla="*/ 32 w 34"/>
                <a:gd name="T7" fmla="*/ 13 h 35"/>
                <a:gd name="T8" fmla="*/ 19 w 34"/>
                <a:gd name="T9" fmla="*/ 32 h 35"/>
              </a:gdLst>
              <a:ahLst/>
              <a:cxnLst>
                <a:cxn ang="0">
                  <a:pos x="T0" y="T1"/>
                </a:cxn>
                <a:cxn ang="0">
                  <a:pos x="T2" y="T3"/>
                </a:cxn>
                <a:cxn ang="0">
                  <a:pos x="T4" y="T5"/>
                </a:cxn>
                <a:cxn ang="0">
                  <a:pos x="T6" y="T7"/>
                </a:cxn>
                <a:cxn ang="0">
                  <a:pos x="T8" y="T9"/>
                </a:cxn>
              </a:cxnLst>
              <a:rect l="0" t="0" r="r" b="b"/>
              <a:pathLst>
                <a:path w="34" h="35">
                  <a:moveTo>
                    <a:pt x="19" y="32"/>
                  </a:moveTo>
                  <a:cubicBezTo>
                    <a:pt x="10" y="35"/>
                    <a:pt x="2" y="30"/>
                    <a:pt x="1" y="21"/>
                  </a:cubicBezTo>
                  <a:cubicBezTo>
                    <a:pt x="0" y="12"/>
                    <a:pt x="6" y="3"/>
                    <a:pt x="15" y="2"/>
                  </a:cubicBezTo>
                  <a:cubicBezTo>
                    <a:pt x="23" y="0"/>
                    <a:pt x="31" y="5"/>
                    <a:pt x="32" y="13"/>
                  </a:cubicBezTo>
                  <a:cubicBezTo>
                    <a:pt x="34" y="21"/>
                    <a:pt x="27" y="30"/>
                    <a:pt x="1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 name="Freeform 920">
              <a:extLst>
                <a:ext uri="{FF2B5EF4-FFF2-40B4-BE49-F238E27FC236}">
                  <a16:creationId xmlns:a16="http://schemas.microsoft.com/office/drawing/2014/main" id="{5B6FBF41-6EC5-590E-52B3-AAB6E414E68D}"/>
                </a:ext>
              </a:extLst>
            </p:cNvPr>
            <p:cNvSpPr>
              <a:spLocks/>
            </p:cNvSpPr>
            <p:nvPr/>
          </p:nvSpPr>
          <p:spPr bwMode="auto">
            <a:xfrm rot="5094805">
              <a:off x="1760614" y="6226809"/>
              <a:ext cx="82259" cy="79974"/>
            </a:xfrm>
            <a:custGeom>
              <a:avLst/>
              <a:gdLst>
                <a:gd name="T0" fmla="*/ 19 w 34"/>
                <a:gd name="T1" fmla="*/ 31 h 32"/>
                <a:gd name="T2" fmla="*/ 1 w 34"/>
                <a:gd name="T3" fmla="*/ 17 h 32"/>
                <a:gd name="T4" fmla="*/ 15 w 34"/>
                <a:gd name="T5" fmla="*/ 1 h 32"/>
                <a:gd name="T6" fmla="*/ 33 w 34"/>
                <a:gd name="T7" fmla="*/ 13 h 32"/>
                <a:gd name="T8" fmla="*/ 19 w 34"/>
                <a:gd name="T9" fmla="*/ 31 h 32"/>
              </a:gdLst>
              <a:ahLst/>
              <a:cxnLst>
                <a:cxn ang="0">
                  <a:pos x="T0" y="T1"/>
                </a:cxn>
                <a:cxn ang="0">
                  <a:pos x="T2" y="T3"/>
                </a:cxn>
                <a:cxn ang="0">
                  <a:pos x="T4" y="T5"/>
                </a:cxn>
                <a:cxn ang="0">
                  <a:pos x="T6" y="T7"/>
                </a:cxn>
                <a:cxn ang="0">
                  <a:pos x="T8" y="T9"/>
                </a:cxn>
              </a:cxnLst>
              <a:rect l="0" t="0" r="r" b="b"/>
              <a:pathLst>
                <a:path w="34" h="32">
                  <a:moveTo>
                    <a:pt x="19" y="31"/>
                  </a:moveTo>
                  <a:cubicBezTo>
                    <a:pt x="10" y="32"/>
                    <a:pt x="2" y="26"/>
                    <a:pt x="1" y="17"/>
                  </a:cubicBezTo>
                  <a:cubicBezTo>
                    <a:pt x="0" y="9"/>
                    <a:pt x="7" y="1"/>
                    <a:pt x="15" y="1"/>
                  </a:cubicBezTo>
                  <a:cubicBezTo>
                    <a:pt x="23" y="0"/>
                    <a:pt x="31" y="6"/>
                    <a:pt x="33" y="13"/>
                  </a:cubicBezTo>
                  <a:cubicBezTo>
                    <a:pt x="34" y="21"/>
                    <a:pt x="28" y="30"/>
                    <a:pt x="19"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 name="Freeform 921">
              <a:extLst>
                <a:ext uri="{FF2B5EF4-FFF2-40B4-BE49-F238E27FC236}">
                  <a16:creationId xmlns:a16="http://schemas.microsoft.com/office/drawing/2014/main" id="{DDD2EABA-327F-6AD5-9101-CE7DB01C8E38}"/>
                </a:ext>
              </a:extLst>
            </p:cNvPr>
            <p:cNvSpPr>
              <a:spLocks/>
            </p:cNvSpPr>
            <p:nvPr/>
          </p:nvSpPr>
          <p:spPr bwMode="auto">
            <a:xfrm rot="5094805">
              <a:off x="1797374" y="6419476"/>
              <a:ext cx="86829" cy="82259"/>
            </a:xfrm>
            <a:custGeom>
              <a:avLst/>
              <a:gdLst>
                <a:gd name="T0" fmla="*/ 33 w 35"/>
                <a:gd name="T1" fmla="*/ 14 h 33"/>
                <a:gd name="T2" fmla="*/ 19 w 35"/>
                <a:gd name="T3" fmla="*/ 32 h 33"/>
                <a:gd name="T4" fmla="*/ 2 w 35"/>
                <a:gd name="T5" fmla="*/ 19 h 33"/>
                <a:gd name="T6" fmla="*/ 14 w 35"/>
                <a:gd name="T7" fmla="*/ 1 h 33"/>
                <a:gd name="T8" fmla="*/ 33 w 35"/>
                <a:gd name="T9" fmla="*/ 14 h 33"/>
              </a:gdLst>
              <a:ahLst/>
              <a:cxnLst>
                <a:cxn ang="0">
                  <a:pos x="T0" y="T1"/>
                </a:cxn>
                <a:cxn ang="0">
                  <a:pos x="T2" y="T3"/>
                </a:cxn>
                <a:cxn ang="0">
                  <a:pos x="T4" y="T5"/>
                </a:cxn>
                <a:cxn ang="0">
                  <a:pos x="T6" y="T7"/>
                </a:cxn>
                <a:cxn ang="0">
                  <a:pos x="T8" y="T9"/>
                </a:cxn>
              </a:cxnLst>
              <a:rect l="0" t="0" r="r" b="b"/>
              <a:pathLst>
                <a:path w="35" h="33">
                  <a:moveTo>
                    <a:pt x="33" y="14"/>
                  </a:moveTo>
                  <a:cubicBezTo>
                    <a:pt x="35" y="22"/>
                    <a:pt x="28" y="30"/>
                    <a:pt x="19" y="32"/>
                  </a:cubicBezTo>
                  <a:cubicBezTo>
                    <a:pt x="11" y="33"/>
                    <a:pt x="3" y="27"/>
                    <a:pt x="2" y="19"/>
                  </a:cubicBezTo>
                  <a:cubicBezTo>
                    <a:pt x="0" y="11"/>
                    <a:pt x="6" y="3"/>
                    <a:pt x="14" y="1"/>
                  </a:cubicBezTo>
                  <a:cubicBezTo>
                    <a:pt x="23" y="0"/>
                    <a:pt x="32" y="5"/>
                    <a:pt x="3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 name="Freeform 922">
              <a:extLst>
                <a:ext uri="{FF2B5EF4-FFF2-40B4-BE49-F238E27FC236}">
                  <a16:creationId xmlns:a16="http://schemas.microsoft.com/office/drawing/2014/main" id="{934B626C-85EF-4172-230B-06F96253C130}"/>
                </a:ext>
              </a:extLst>
            </p:cNvPr>
            <p:cNvSpPr>
              <a:spLocks/>
            </p:cNvSpPr>
            <p:nvPr/>
          </p:nvSpPr>
          <p:spPr bwMode="auto">
            <a:xfrm rot="5094805">
              <a:off x="1843361" y="6616404"/>
              <a:ext cx="79974" cy="77689"/>
            </a:xfrm>
            <a:custGeom>
              <a:avLst/>
              <a:gdLst>
                <a:gd name="T0" fmla="*/ 17 w 33"/>
                <a:gd name="T1" fmla="*/ 31 h 32"/>
                <a:gd name="T2" fmla="*/ 0 w 33"/>
                <a:gd name="T3" fmla="*/ 17 h 32"/>
                <a:gd name="T4" fmla="*/ 14 w 33"/>
                <a:gd name="T5" fmla="*/ 1 h 32"/>
                <a:gd name="T6" fmla="*/ 32 w 33"/>
                <a:gd name="T7" fmla="*/ 14 h 32"/>
                <a:gd name="T8" fmla="*/ 17 w 33"/>
                <a:gd name="T9" fmla="*/ 31 h 32"/>
              </a:gdLst>
              <a:ahLst/>
              <a:cxnLst>
                <a:cxn ang="0">
                  <a:pos x="T0" y="T1"/>
                </a:cxn>
                <a:cxn ang="0">
                  <a:pos x="T2" y="T3"/>
                </a:cxn>
                <a:cxn ang="0">
                  <a:pos x="T4" y="T5"/>
                </a:cxn>
                <a:cxn ang="0">
                  <a:pos x="T6" y="T7"/>
                </a:cxn>
                <a:cxn ang="0">
                  <a:pos x="T8" y="T9"/>
                </a:cxn>
              </a:cxnLst>
              <a:rect l="0" t="0" r="r" b="b"/>
              <a:pathLst>
                <a:path w="33" h="32">
                  <a:moveTo>
                    <a:pt x="17" y="31"/>
                  </a:moveTo>
                  <a:cubicBezTo>
                    <a:pt x="8" y="32"/>
                    <a:pt x="1" y="26"/>
                    <a:pt x="0" y="17"/>
                  </a:cubicBezTo>
                  <a:cubicBezTo>
                    <a:pt x="0" y="9"/>
                    <a:pt x="6" y="2"/>
                    <a:pt x="14" y="1"/>
                  </a:cubicBezTo>
                  <a:cubicBezTo>
                    <a:pt x="23" y="0"/>
                    <a:pt x="31" y="6"/>
                    <a:pt x="32" y="14"/>
                  </a:cubicBezTo>
                  <a:cubicBezTo>
                    <a:pt x="33" y="22"/>
                    <a:pt x="26" y="30"/>
                    <a:pt x="17"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 name="Freeform 923">
              <a:extLst>
                <a:ext uri="{FF2B5EF4-FFF2-40B4-BE49-F238E27FC236}">
                  <a16:creationId xmlns:a16="http://schemas.microsoft.com/office/drawing/2014/main" id="{92EA0A54-C8D2-27E1-05C7-419A6EF58C5A}"/>
                </a:ext>
              </a:extLst>
            </p:cNvPr>
            <p:cNvSpPr>
              <a:spLocks/>
            </p:cNvSpPr>
            <p:nvPr/>
          </p:nvSpPr>
          <p:spPr bwMode="auto">
            <a:xfrm rot="5094805">
              <a:off x="1885810" y="6809707"/>
              <a:ext cx="84544" cy="77689"/>
            </a:xfrm>
            <a:custGeom>
              <a:avLst/>
              <a:gdLst>
                <a:gd name="T0" fmla="*/ 34 w 34"/>
                <a:gd name="T1" fmla="*/ 14 h 32"/>
                <a:gd name="T2" fmla="*/ 19 w 34"/>
                <a:gd name="T3" fmla="*/ 31 h 32"/>
                <a:gd name="T4" fmla="*/ 1 w 34"/>
                <a:gd name="T5" fmla="*/ 19 h 32"/>
                <a:gd name="T6" fmla="*/ 15 w 34"/>
                <a:gd name="T7" fmla="*/ 1 h 32"/>
                <a:gd name="T8" fmla="*/ 34 w 34"/>
                <a:gd name="T9" fmla="*/ 14 h 32"/>
              </a:gdLst>
              <a:ahLst/>
              <a:cxnLst>
                <a:cxn ang="0">
                  <a:pos x="T0" y="T1"/>
                </a:cxn>
                <a:cxn ang="0">
                  <a:pos x="T2" y="T3"/>
                </a:cxn>
                <a:cxn ang="0">
                  <a:pos x="T4" y="T5"/>
                </a:cxn>
                <a:cxn ang="0">
                  <a:pos x="T6" y="T7"/>
                </a:cxn>
                <a:cxn ang="0">
                  <a:pos x="T8" y="T9"/>
                </a:cxn>
              </a:cxnLst>
              <a:rect l="0" t="0" r="r" b="b"/>
              <a:pathLst>
                <a:path w="34" h="32">
                  <a:moveTo>
                    <a:pt x="34" y="14"/>
                  </a:moveTo>
                  <a:cubicBezTo>
                    <a:pt x="34" y="22"/>
                    <a:pt x="28" y="30"/>
                    <a:pt x="19" y="31"/>
                  </a:cubicBezTo>
                  <a:cubicBezTo>
                    <a:pt x="10" y="32"/>
                    <a:pt x="3" y="27"/>
                    <a:pt x="1" y="19"/>
                  </a:cubicBezTo>
                  <a:cubicBezTo>
                    <a:pt x="0" y="10"/>
                    <a:pt x="6" y="2"/>
                    <a:pt x="15" y="1"/>
                  </a:cubicBezTo>
                  <a:cubicBezTo>
                    <a:pt x="24" y="0"/>
                    <a:pt x="33" y="5"/>
                    <a:pt x="3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 name="Freeform 954">
              <a:extLst>
                <a:ext uri="{FF2B5EF4-FFF2-40B4-BE49-F238E27FC236}">
                  <a16:creationId xmlns:a16="http://schemas.microsoft.com/office/drawing/2014/main" id="{82233CC2-A19B-BDDF-77EF-1FF3F633E191}"/>
                </a:ext>
              </a:extLst>
            </p:cNvPr>
            <p:cNvSpPr>
              <a:spLocks/>
            </p:cNvSpPr>
            <p:nvPr/>
          </p:nvSpPr>
          <p:spPr bwMode="auto">
            <a:xfrm rot="5094805">
              <a:off x="-33521" y="2373129"/>
              <a:ext cx="79974" cy="25135"/>
            </a:xfrm>
            <a:custGeom>
              <a:avLst/>
              <a:gdLst>
                <a:gd name="T0" fmla="*/ 1 w 33"/>
                <a:gd name="T1" fmla="*/ 6 h 10"/>
                <a:gd name="T2" fmla="*/ 16 w 33"/>
                <a:gd name="T3" fmla="*/ 0 h 10"/>
                <a:gd name="T4" fmla="*/ 32 w 33"/>
                <a:gd name="T5" fmla="*/ 4 h 10"/>
                <a:gd name="T6" fmla="*/ 18 w 33"/>
                <a:gd name="T7" fmla="*/ 10 h 10"/>
                <a:gd name="T8" fmla="*/ 1 w 33"/>
                <a:gd name="T9" fmla="*/ 6 h 10"/>
              </a:gdLst>
              <a:ahLst/>
              <a:cxnLst>
                <a:cxn ang="0">
                  <a:pos x="T0" y="T1"/>
                </a:cxn>
                <a:cxn ang="0">
                  <a:pos x="T2" y="T3"/>
                </a:cxn>
                <a:cxn ang="0">
                  <a:pos x="T4" y="T5"/>
                </a:cxn>
                <a:cxn ang="0">
                  <a:pos x="T6" y="T7"/>
                </a:cxn>
                <a:cxn ang="0">
                  <a:pos x="T8" y="T9"/>
                </a:cxn>
              </a:cxnLst>
              <a:rect l="0" t="0" r="r" b="b"/>
              <a:pathLst>
                <a:path w="33" h="10">
                  <a:moveTo>
                    <a:pt x="1" y="6"/>
                  </a:moveTo>
                  <a:cubicBezTo>
                    <a:pt x="0" y="3"/>
                    <a:pt x="7" y="0"/>
                    <a:pt x="16" y="0"/>
                  </a:cubicBezTo>
                  <a:cubicBezTo>
                    <a:pt x="24" y="0"/>
                    <a:pt x="31" y="2"/>
                    <a:pt x="32" y="4"/>
                  </a:cubicBezTo>
                  <a:cubicBezTo>
                    <a:pt x="33" y="7"/>
                    <a:pt x="27" y="10"/>
                    <a:pt x="18" y="10"/>
                  </a:cubicBezTo>
                  <a:cubicBezTo>
                    <a:pt x="9" y="10"/>
                    <a:pt x="1" y="9"/>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 name="Freeform 955">
              <a:extLst>
                <a:ext uri="{FF2B5EF4-FFF2-40B4-BE49-F238E27FC236}">
                  <a16:creationId xmlns:a16="http://schemas.microsoft.com/office/drawing/2014/main" id="{7D5AFC0A-DD7B-41AF-3870-40233BAF7F34}"/>
                </a:ext>
              </a:extLst>
            </p:cNvPr>
            <p:cNvSpPr>
              <a:spLocks/>
            </p:cNvSpPr>
            <p:nvPr/>
          </p:nvSpPr>
          <p:spPr bwMode="auto">
            <a:xfrm rot="5094805">
              <a:off x="-4930" y="2563086"/>
              <a:ext cx="84544" cy="29705"/>
            </a:xfrm>
            <a:custGeom>
              <a:avLst/>
              <a:gdLst>
                <a:gd name="T0" fmla="*/ 33 w 34"/>
                <a:gd name="T1" fmla="*/ 5 h 12"/>
                <a:gd name="T2" fmla="*/ 19 w 34"/>
                <a:gd name="T3" fmla="*/ 11 h 12"/>
                <a:gd name="T4" fmla="*/ 2 w 34"/>
                <a:gd name="T5" fmla="*/ 8 h 12"/>
                <a:gd name="T6" fmla="*/ 15 w 34"/>
                <a:gd name="T7" fmla="*/ 1 h 12"/>
                <a:gd name="T8" fmla="*/ 33 w 34"/>
                <a:gd name="T9" fmla="*/ 5 h 12"/>
              </a:gdLst>
              <a:ahLst/>
              <a:cxnLst>
                <a:cxn ang="0">
                  <a:pos x="T0" y="T1"/>
                </a:cxn>
                <a:cxn ang="0">
                  <a:pos x="T2" y="T3"/>
                </a:cxn>
                <a:cxn ang="0">
                  <a:pos x="T4" y="T5"/>
                </a:cxn>
                <a:cxn ang="0">
                  <a:pos x="T6" y="T7"/>
                </a:cxn>
                <a:cxn ang="0">
                  <a:pos x="T8" y="T9"/>
                </a:cxn>
              </a:cxnLst>
              <a:rect l="0" t="0" r="r" b="b"/>
              <a:pathLst>
                <a:path w="34" h="12">
                  <a:moveTo>
                    <a:pt x="33" y="5"/>
                  </a:moveTo>
                  <a:cubicBezTo>
                    <a:pt x="34" y="8"/>
                    <a:pt x="28" y="11"/>
                    <a:pt x="19" y="11"/>
                  </a:cubicBezTo>
                  <a:cubicBezTo>
                    <a:pt x="10" y="12"/>
                    <a:pt x="3" y="10"/>
                    <a:pt x="2" y="8"/>
                  </a:cubicBezTo>
                  <a:cubicBezTo>
                    <a:pt x="0" y="5"/>
                    <a:pt x="6" y="1"/>
                    <a:pt x="15" y="1"/>
                  </a:cubicBezTo>
                  <a:cubicBezTo>
                    <a:pt x="23" y="0"/>
                    <a:pt x="32" y="2"/>
                    <a:pt x="3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 name="Freeform 956">
              <a:extLst>
                <a:ext uri="{FF2B5EF4-FFF2-40B4-BE49-F238E27FC236}">
                  <a16:creationId xmlns:a16="http://schemas.microsoft.com/office/drawing/2014/main" id="{F77DFBE7-7220-7B7D-6977-A236824B3990}"/>
                </a:ext>
              </a:extLst>
            </p:cNvPr>
            <p:cNvSpPr>
              <a:spLocks/>
            </p:cNvSpPr>
            <p:nvPr/>
          </p:nvSpPr>
          <p:spPr bwMode="auto">
            <a:xfrm rot="5094805">
              <a:off x="39505" y="2749649"/>
              <a:ext cx="82259" cy="36560"/>
            </a:xfrm>
            <a:custGeom>
              <a:avLst/>
              <a:gdLst>
                <a:gd name="T0" fmla="*/ 15 w 33"/>
                <a:gd name="T1" fmla="*/ 2 h 14"/>
                <a:gd name="T2" fmla="*/ 33 w 33"/>
                <a:gd name="T3" fmla="*/ 4 h 14"/>
                <a:gd name="T4" fmla="*/ 18 w 33"/>
                <a:gd name="T5" fmla="*/ 12 h 14"/>
                <a:gd name="T6" fmla="*/ 1 w 33"/>
                <a:gd name="T7" fmla="*/ 10 h 14"/>
                <a:gd name="T8" fmla="*/ 15 w 33"/>
                <a:gd name="T9" fmla="*/ 2 h 14"/>
              </a:gdLst>
              <a:ahLst/>
              <a:cxnLst>
                <a:cxn ang="0">
                  <a:pos x="T0" y="T1"/>
                </a:cxn>
                <a:cxn ang="0">
                  <a:pos x="T2" y="T3"/>
                </a:cxn>
                <a:cxn ang="0">
                  <a:pos x="T4" y="T5"/>
                </a:cxn>
                <a:cxn ang="0">
                  <a:pos x="T6" y="T7"/>
                </a:cxn>
                <a:cxn ang="0">
                  <a:pos x="T8" y="T9"/>
                </a:cxn>
              </a:cxnLst>
              <a:rect l="0" t="0" r="r" b="b"/>
              <a:pathLst>
                <a:path w="33" h="14">
                  <a:moveTo>
                    <a:pt x="15" y="2"/>
                  </a:moveTo>
                  <a:cubicBezTo>
                    <a:pt x="24" y="0"/>
                    <a:pt x="32" y="1"/>
                    <a:pt x="33" y="4"/>
                  </a:cubicBezTo>
                  <a:cubicBezTo>
                    <a:pt x="33" y="7"/>
                    <a:pt x="27" y="11"/>
                    <a:pt x="18" y="12"/>
                  </a:cubicBezTo>
                  <a:cubicBezTo>
                    <a:pt x="9" y="14"/>
                    <a:pt x="2" y="13"/>
                    <a:pt x="1" y="10"/>
                  </a:cubicBezTo>
                  <a:cubicBezTo>
                    <a:pt x="0" y="7"/>
                    <a:pt x="7" y="3"/>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 name="Freeform 957">
              <a:extLst>
                <a:ext uri="{FF2B5EF4-FFF2-40B4-BE49-F238E27FC236}">
                  <a16:creationId xmlns:a16="http://schemas.microsoft.com/office/drawing/2014/main" id="{E8857AE1-DBEB-5B1E-2558-52E6EF09FB35}"/>
                </a:ext>
              </a:extLst>
            </p:cNvPr>
            <p:cNvSpPr>
              <a:spLocks/>
            </p:cNvSpPr>
            <p:nvPr/>
          </p:nvSpPr>
          <p:spPr bwMode="auto">
            <a:xfrm rot="5094805">
              <a:off x="98936" y="2940599"/>
              <a:ext cx="79974" cy="36560"/>
            </a:xfrm>
            <a:custGeom>
              <a:avLst/>
              <a:gdLst>
                <a:gd name="T0" fmla="*/ 32 w 33"/>
                <a:gd name="T1" fmla="*/ 3 h 15"/>
                <a:gd name="T2" fmla="*/ 17 w 33"/>
                <a:gd name="T3" fmla="*/ 13 h 15"/>
                <a:gd name="T4" fmla="*/ 1 w 33"/>
                <a:gd name="T5" fmla="*/ 11 h 15"/>
                <a:gd name="T6" fmla="*/ 14 w 33"/>
                <a:gd name="T7" fmla="*/ 2 h 15"/>
                <a:gd name="T8" fmla="*/ 32 w 33"/>
                <a:gd name="T9" fmla="*/ 3 h 15"/>
              </a:gdLst>
              <a:ahLst/>
              <a:cxnLst>
                <a:cxn ang="0">
                  <a:pos x="T0" y="T1"/>
                </a:cxn>
                <a:cxn ang="0">
                  <a:pos x="T2" y="T3"/>
                </a:cxn>
                <a:cxn ang="0">
                  <a:pos x="T4" y="T5"/>
                </a:cxn>
                <a:cxn ang="0">
                  <a:pos x="T6" y="T7"/>
                </a:cxn>
                <a:cxn ang="0">
                  <a:pos x="T8" y="T9"/>
                </a:cxn>
              </a:cxnLst>
              <a:rect l="0" t="0" r="r" b="b"/>
              <a:pathLst>
                <a:path w="33" h="15">
                  <a:moveTo>
                    <a:pt x="32" y="3"/>
                  </a:moveTo>
                  <a:cubicBezTo>
                    <a:pt x="33" y="6"/>
                    <a:pt x="26" y="11"/>
                    <a:pt x="17" y="13"/>
                  </a:cubicBezTo>
                  <a:cubicBezTo>
                    <a:pt x="9" y="15"/>
                    <a:pt x="2" y="14"/>
                    <a:pt x="1" y="11"/>
                  </a:cubicBezTo>
                  <a:cubicBezTo>
                    <a:pt x="0" y="8"/>
                    <a:pt x="6" y="4"/>
                    <a:pt x="14" y="2"/>
                  </a:cubicBezTo>
                  <a:cubicBezTo>
                    <a:pt x="23" y="0"/>
                    <a:pt x="31" y="0"/>
                    <a:pt x="3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 name="Freeform 958">
              <a:extLst>
                <a:ext uri="{FF2B5EF4-FFF2-40B4-BE49-F238E27FC236}">
                  <a16:creationId xmlns:a16="http://schemas.microsoft.com/office/drawing/2014/main" id="{5E254E35-B09F-8D06-213B-C7CCDF840B3A}"/>
                </a:ext>
              </a:extLst>
            </p:cNvPr>
            <p:cNvSpPr>
              <a:spLocks/>
            </p:cNvSpPr>
            <p:nvPr/>
          </p:nvSpPr>
          <p:spPr bwMode="auto">
            <a:xfrm rot="5094805">
              <a:off x="168301" y="3124837"/>
              <a:ext cx="79974" cy="41130"/>
            </a:xfrm>
            <a:custGeom>
              <a:avLst/>
              <a:gdLst>
                <a:gd name="T0" fmla="*/ 17 w 33"/>
                <a:gd name="T1" fmla="*/ 14 h 16"/>
                <a:gd name="T2" fmla="*/ 1 w 33"/>
                <a:gd name="T3" fmla="*/ 12 h 16"/>
                <a:gd name="T4" fmla="*/ 15 w 33"/>
                <a:gd name="T5" fmla="*/ 2 h 16"/>
                <a:gd name="T6" fmla="*/ 32 w 33"/>
                <a:gd name="T7" fmla="*/ 3 h 16"/>
                <a:gd name="T8" fmla="*/ 17 w 33"/>
                <a:gd name="T9" fmla="*/ 14 h 16"/>
              </a:gdLst>
              <a:ahLst/>
              <a:cxnLst>
                <a:cxn ang="0">
                  <a:pos x="T0" y="T1"/>
                </a:cxn>
                <a:cxn ang="0">
                  <a:pos x="T2" y="T3"/>
                </a:cxn>
                <a:cxn ang="0">
                  <a:pos x="T4" y="T5"/>
                </a:cxn>
                <a:cxn ang="0">
                  <a:pos x="T6" y="T7"/>
                </a:cxn>
                <a:cxn ang="0">
                  <a:pos x="T8" y="T9"/>
                </a:cxn>
              </a:cxnLst>
              <a:rect l="0" t="0" r="r" b="b"/>
              <a:pathLst>
                <a:path w="33" h="16">
                  <a:moveTo>
                    <a:pt x="17" y="14"/>
                  </a:moveTo>
                  <a:cubicBezTo>
                    <a:pt x="8" y="16"/>
                    <a:pt x="1" y="15"/>
                    <a:pt x="1" y="12"/>
                  </a:cubicBezTo>
                  <a:cubicBezTo>
                    <a:pt x="0" y="9"/>
                    <a:pt x="7" y="5"/>
                    <a:pt x="15" y="2"/>
                  </a:cubicBezTo>
                  <a:cubicBezTo>
                    <a:pt x="23" y="0"/>
                    <a:pt x="31" y="0"/>
                    <a:pt x="32" y="3"/>
                  </a:cubicBezTo>
                  <a:cubicBezTo>
                    <a:pt x="33" y="6"/>
                    <a:pt x="26" y="11"/>
                    <a:pt x="1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 name="Freeform 959">
              <a:extLst>
                <a:ext uri="{FF2B5EF4-FFF2-40B4-BE49-F238E27FC236}">
                  <a16:creationId xmlns:a16="http://schemas.microsoft.com/office/drawing/2014/main" id="{A7DB3FB7-84C8-E487-CD50-10C25F731FF6}"/>
                </a:ext>
              </a:extLst>
            </p:cNvPr>
            <p:cNvSpPr>
              <a:spLocks/>
            </p:cNvSpPr>
            <p:nvPr/>
          </p:nvSpPr>
          <p:spPr bwMode="auto">
            <a:xfrm rot="5094805">
              <a:off x="249046" y="3308061"/>
              <a:ext cx="79974" cy="45700"/>
            </a:xfrm>
            <a:custGeom>
              <a:avLst/>
              <a:gdLst>
                <a:gd name="T0" fmla="*/ 15 w 32"/>
                <a:gd name="T1" fmla="*/ 3 h 18"/>
                <a:gd name="T2" fmla="*/ 32 w 32"/>
                <a:gd name="T3" fmla="*/ 4 h 18"/>
                <a:gd name="T4" fmla="*/ 16 w 32"/>
                <a:gd name="T5" fmla="*/ 16 h 18"/>
                <a:gd name="T6" fmla="*/ 1 w 32"/>
                <a:gd name="T7" fmla="*/ 15 h 18"/>
                <a:gd name="T8" fmla="*/ 15 w 32"/>
                <a:gd name="T9" fmla="*/ 3 h 18"/>
              </a:gdLst>
              <a:ahLst/>
              <a:cxnLst>
                <a:cxn ang="0">
                  <a:pos x="T0" y="T1"/>
                </a:cxn>
                <a:cxn ang="0">
                  <a:pos x="T2" y="T3"/>
                </a:cxn>
                <a:cxn ang="0">
                  <a:pos x="T4" y="T5"/>
                </a:cxn>
                <a:cxn ang="0">
                  <a:pos x="T6" y="T7"/>
                </a:cxn>
                <a:cxn ang="0">
                  <a:pos x="T8" y="T9"/>
                </a:cxn>
              </a:cxnLst>
              <a:rect l="0" t="0" r="r" b="b"/>
              <a:pathLst>
                <a:path w="32" h="18">
                  <a:moveTo>
                    <a:pt x="15" y="3"/>
                  </a:moveTo>
                  <a:cubicBezTo>
                    <a:pt x="24" y="0"/>
                    <a:pt x="31" y="1"/>
                    <a:pt x="32" y="4"/>
                  </a:cubicBezTo>
                  <a:cubicBezTo>
                    <a:pt x="32" y="8"/>
                    <a:pt x="25" y="13"/>
                    <a:pt x="16" y="16"/>
                  </a:cubicBezTo>
                  <a:cubicBezTo>
                    <a:pt x="8" y="18"/>
                    <a:pt x="1" y="18"/>
                    <a:pt x="1" y="15"/>
                  </a:cubicBezTo>
                  <a:cubicBezTo>
                    <a:pt x="0" y="12"/>
                    <a:pt x="6" y="6"/>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 name="Freeform 960">
              <a:extLst>
                <a:ext uri="{FF2B5EF4-FFF2-40B4-BE49-F238E27FC236}">
                  <a16:creationId xmlns:a16="http://schemas.microsoft.com/office/drawing/2014/main" id="{5D8F5ACE-1B3C-5A9B-4984-73A04ADFD1D4}"/>
                </a:ext>
              </a:extLst>
            </p:cNvPr>
            <p:cNvSpPr>
              <a:spLocks/>
            </p:cNvSpPr>
            <p:nvPr/>
          </p:nvSpPr>
          <p:spPr bwMode="auto">
            <a:xfrm rot="5094805">
              <a:off x="336619" y="3492963"/>
              <a:ext cx="79974" cy="45700"/>
            </a:xfrm>
            <a:custGeom>
              <a:avLst/>
              <a:gdLst>
                <a:gd name="T0" fmla="*/ 16 w 32"/>
                <a:gd name="T1" fmla="*/ 16 h 19"/>
                <a:gd name="T2" fmla="*/ 0 w 32"/>
                <a:gd name="T3" fmla="*/ 15 h 19"/>
                <a:gd name="T4" fmla="*/ 14 w 32"/>
                <a:gd name="T5" fmla="*/ 3 h 19"/>
                <a:gd name="T6" fmla="*/ 31 w 32"/>
                <a:gd name="T7" fmla="*/ 4 h 19"/>
                <a:gd name="T8" fmla="*/ 16 w 32"/>
                <a:gd name="T9" fmla="*/ 16 h 19"/>
              </a:gdLst>
              <a:ahLst/>
              <a:cxnLst>
                <a:cxn ang="0">
                  <a:pos x="T0" y="T1"/>
                </a:cxn>
                <a:cxn ang="0">
                  <a:pos x="T2" y="T3"/>
                </a:cxn>
                <a:cxn ang="0">
                  <a:pos x="T4" y="T5"/>
                </a:cxn>
                <a:cxn ang="0">
                  <a:pos x="T6" y="T7"/>
                </a:cxn>
                <a:cxn ang="0">
                  <a:pos x="T8" y="T9"/>
                </a:cxn>
              </a:cxnLst>
              <a:rect l="0" t="0" r="r" b="b"/>
              <a:pathLst>
                <a:path w="32" h="19">
                  <a:moveTo>
                    <a:pt x="16" y="16"/>
                  </a:moveTo>
                  <a:cubicBezTo>
                    <a:pt x="8" y="19"/>
                    <a:pt x="0" y="19"/>
                    <a:pt x="0" y="15"/>
                  </a:cubicBezTo>
                  <a:cubicBezTo>
                    <a:pt x="0" y="12"/>
                    <a:pt x="6" y="7"/>
                    <a:pt x="14" y="3"/>
                  </a:cubicBezTo>
                  <a:cubicBezTo>
                    <a:pt x="22" y="0"/>
                    <a:pt x="31" y="0"/>
                    <a:pt x="31" y="4"/>
                  </a:cubicBezTo>
                  <a:cubicBezTo>
                    <a:pt x="32" y="7"/>
                    <a:pt x="25" y="13"/>
                    <a:pt x="16"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 name="Freeform 961">
              <a:extLst>
                <a:ext uri="{FF2B5EF4-FFF2-40B4-BE49-F238E27FC236}">
                  <a16:creationId xmlns:a16="http://schemas.microsoft.com/office/drawing/2014/main" id="{1D7355A5-F541-A2CC-1DE0-C9247F513EC8}"/>
                </a:ext>
              </a:extLst>
            </p:cNvPr>
            <p:cNvSpPr>
              <a:spLocks/>
            </p:cNvSpPr>
            <p:nvPr/>
          </p:nvSpPr>
          <p:spPr bwMode="auto">
            <a:xfrm rot="5094805">
              <a:off x="430923" y="3672793"/>
              <a:ext cx="77689" cy="52554"/>
            </a:xfrm>
            <a:custGeom>
              <a:avLst/>
              <a:gdLst>
                <a:gd name="T0" fmla="*/ 17 w 32"/>
                <a:gd name="T1" fmla="*/ 17 h 21"/>
                <a:gd name="T2" fmla="*/ 1 w 32"/>
                <a:gd name="T3" fmla="*/ 16 h 21"/>
                <a:gd name="T4" fmla="*/ 14 w 32"/>
                <a:gd name="T5" fmla="*/ 3 h 21"/>
                <a:gd name="T6" fmla="*/ 32 w 32"/>
                <a:gd name="T7" fmla="*/ 4 h 21"/>
                <a:gd name="T8" fmla="*/ 17 w 32"/>
                <a:gd name="T9" fmla="*/ 17 h 21"/>
              </a:gdLst>
              <a:ahLst/>
              <a:cxnLst>
                <a:cxn ang="0">
                  <a:pos x="T0" y="T1"/>
                </a:cxn>
                <a:cxn ang="0">
                  <a:pos x="T2" y="T3"/>
                </a:cxn>
                <a:cxn ang="0">
                  <a:pos x="T4" y="T5"/>
                </a:cxn>
                <a:cxn ang="0">
                  <a:pos x="T6" y="T7"/>
                </a:cxn>
                <a:cxn ang="0">
                  <a:pos x="T8" y="T9"/>
                </a:cxn>
              </a:cxnLst>
              <a:rect l="0" t="0" r="r" b="b"/>
              <a:pathLst>
                <a:path w="32" h="21">
                  <a:moveTo>
                    <a:pt x="17" y="17"/>
                  </a:moveTo>
                  <a:cubicBezTo>
                    <a:pt x="8" y="21"/>
                    <a:pt x="1" y="20"/>
                    <a:pt x="1" y="16"/>
                  </a:cubicBezTo>
                  <a:cubicBezTo>
                    <a:pt x="0" y="13"/>
                    <a:pt x="6" y="7"/>
                    <a:pt x="14" y="3"/>
                  </a:cubicBezTo>
                  <a:cubicBezTo>
                    <a:pt x="23" y="0"/>
                    <a:pt x="31" y="0"/>
                    <a:pt x="32" y="4"/>
                  </a:cubicBezTo>
                  <a:cubicBezTo>
                    <a:pt x="32" y="8"/>
                    <a:pt x="26" y="14"/>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 name="Freeform 962">
              <a:extLst>
                <a:ext uri="{FF2B5EF4-FFF2-40B4-BE49-F238E27FC236}">
                  <a16:creationId xmlns:a16="http://schemas.microsoft.com/office/drawing/2014/main" id="{F4D3A4C6-64F9-255F-6DDE-319AADDC4AA8}"/>
                </a:ext>
              </a:extLst>
            </p:cNvPr>
            <p:cNvSpPr>
              <a:spLocks/>
            </p:cNvSpPr>
            <p:nvPr/>
          </p:nvSpPr>
          <p:spPr bwMode="auto">
            <a:xfrm rot="5094805">
              <a:off x="528632" y="3855544"/>
              <a:ext cx="79974" cy="52554"/>
            </a:xfrm>
            <a:custGeom>
              <a:avLst/>
              <a:gdLst>
                <a:gd name="T0" fmla="*/ 18 w 33"/>
                <a:gd name="T1" fmla="*/ 18 h 22"/>
                <a:gd name="T2" fmla="*/ 1 w 33"/>
                <a:gd name="T3" fmla="*/ 18 h 22"/>
                <a:gd name="T4" fmla="*/ 15 w 33"/>
                <a:gd name="T5" fmla="*/ 3 h 22"/>
                <a:gd name="T6" fmla="*/ 32 w 33"/>
                <a:gd name="T7" fmla="*/ 4 h 22"/>
                <a:gd name="T8" fmla="*/ 18 w 33"/>
                <a:gd name="T9" fmla="*/ 18 h 22"/>
              </a:gdLst>
              <a:ahLst/>
              <a:cxnLst>
                <a:cxn ang="0">
                  <a:pos x="T0" y="T1"/>
                </a:cxn>
                <a:cxn ang="0">
                  <a:pos x="T2" y="T3"/>
                </a:cxn>
                <a:cxn ang="0">
                  <a:pos x="T4" y="T5"/>
                </a:cxn>
                <a:cxn ang="0">
                  <a:pos x="T6" y="T7"/>
                </a:cxn>
                <a:cxn ang="0">
                  <a:pos x="T8" y="T9"/>
                </a:cxn>
              </a:cxnLst>
              <a:rect l="0" t="0" r="r" b="b"/>
              <a:pathLst>
                <a:path w="33" h="22">
                  <a:moveTo>
                    <a:pt x="18" y="18"/>
                  </a:moveTo>
                  <a:cubicBezTo>
                    <a:pt x="10" y="22"/>
                    <a:pt x="2" y="22"/>
                    <a:pt x="1" y="18"/>
                  </a:cubicBezTo>
                  <a:cubicBezTo>
                    <a:pt x="0" y="14"/>
                    <a:pt x="6" y="7"/>
                    <a:pt x="15" y="3"/>
                  </a:cubicBezTo>
                  <a:cubicBezTo>
                    <a:pt x="23" y="0"/>
                    <a:pt x="30" y="0"/>
                    <a:pt x="32" y="4"/>
                  </a:cubicBezTo>
                  <a:cubicBezTo>
                    <a:pt x="33" y="7"/>
                    <a:pt x="27" y="14"/>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 name="Freeform 963">
              <a:extLst>
                <a:ext uri="{FF2B5EF4-FFF2-40B4-BE49-F238E27FC236}">
                  <a16:creationId xmlns:a16="http://schemas.microsoft.com/office/drawing/2014/main" id="{CDB146FA-43F9-0A0F-2D39-E7A7623047A2}"/>
                </a:ext>
              </a:extLst>
            </p:cNvPr>
            <p:cNvSpPr>
              <a:spLocks/>
            </p:cNvSpPr>
            <p:nvPr/>
          </p:nvSpPr>
          <p:spPr bwMode="auto">
            <a:xfrm rot="5094805">
              <a:off x="632030" y="4034361"/>
              <a:ext cx="82259" cy="59409"/>
            </a:xfrm>
            <a:custGeom>
              <a:avLst/>
              <a:gdLst>
                <a:gd name="T0" fmla="*/ 15 w 33"/>
                <a:gd name="T1" fmla="*/ 4 h 24"/>
                <a:gd name="T2" fmla="*/ 32 w 33"/>
                <a:gd name="T3" fmla="*/ 5 h 24"/>
                <a:gd name="T4" fmla="*/ 17 w 33"/>
                <a:gd name="T5" fmla="*/ 21 h 24"/>
                <a:gd name="T6" fmla="*/ 1 w 33"/>
                <a:gd name="T7" fmla="*/ 20 h 24"/>
                <a:gd name="T8" fmla="*/ 15 w 33"/>
                <a:gd name="T9" fmla="*/ 4 h 24"/>
              </a:gdLst>
              <a:ahLst/>
              <a:cxnLst>
                <a:cxn ang="0">
                  <a:pos x="T0" y="T1"/>
                </a:cxn>
                <a:cxn ang="0">
                  <a:pos x="T2" y="T3"/>
                </a:cxn>
                <a:cxn ang="0">
                  <a:pos x="T4" y="T5"/>
                </a:cxn>
                <a:cxn ang="0">
                  <a:pos x="T6" y="T7"/>
                </a:cxn>
                <a:cxn ang="0">
                  <a:pos x="T8" y="T9"/>
                </a:cxn>
              </a:cxnLst>
              <a:rect l="0" t="0" r="r" b="b"/>
              <a:pathLst>
                <a:path w="33" h="24">
                  <a:moveTo>
                    <a:pt x="15" y="4"/>
                  </a:moveTo>
                  <a:cubicBezTo>
                    <a:pt x="24" y="0"/>
                    <a:pt x="32" y="0"/>
                    <a:pt x="32" y="5"/>
                  </a:cubicBezTo>
                  <a:cubicBezTo>
                    <a:pt x="33" y="10"/>
                    <a:pt x="26" y="17"/>
                    <a:pt x="17" y="21"/>
                  </a:cubicBezTo>
                  <a:cubicBezTo>
                    <a:pt x="9" y="24"/>
                    <a:pt x="2" y="24"/>
                    <a:pt x="1" y="20"/>
                  </a:cubicBezTo>
                  <a:cubicBezTo>
                    <a:pt x="0" y="16"/>
                    <a:pt x="7" y="8"/>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 name="Freeform 964">
              <a:extLst>
                <a:ext uri="{FF2B5EF4-FFF2-40B4-BE49-F238E27FC236}">
                  <a16:creationId xmlns:a16="http://schemas.microsoft.com/office/drawing/2014/main" id="{763B0F37-F30F-A055-4737-96349D893556}"/>
                </a:ext>
              </a:extLst>
            </p:cNvPr>
            <p:cNvSpPr>
              <a:spLocks/>
            </p:cNvSpPr>
            <p:nvPr/>
          </p:nvSpPr>
          <p:spPr bwMode="auto">
            <a:xfrm rot="5094805">
              <a:off x="743298" y="4211432"/>
              <a:ext cx="82259" cy="66264"/>
            </a:xfrm>
            <a:custGeom>
              <a:avLst/>
              <a:gdLst>
                <a:gd name="T0" fmla="*/ 32 w 33"/>
                <a:gd name="T1" fmla="*/ 5 h 26"/>
                <a:gd name="T2" fmla="*/ 19 w 33"/>
                <a:gd name="T3" fmla="*/ 22 h 26"/>
                <a:gd name="T4" fmla="*/ 2 w 33"/>
                <a:gd name="T5" fmla="*/ 21 h 26"/>
                <a:gd name="T6" fmla="*/ 14 w 33"/>
                <a:gd name="T7" fmla="*/ 4 h 26"/>
                <a:gd name="T8" fmla="*/ 32 w 33"/>
                <a:gd name="T9" fmla="*/ 5 h 26"/>
              </a:gdLst>
              <a:ahLst/>
              <a:cxnLst>
                <a:cxn ang="0">
                  <a:pos x="T0" y="T1"/>
                </a:cxn>
                <a:cxn ang="0">
                  <a:pos x="T2" y="T3"/>
                </a:cxn>
                <a:cxn ang="0">
                  <a:pos x="T4" y="T5"/>
                </a:cxn>
                <a:cxn ang="0">
                  <a:pos x="T6" y="T7"/>
                </a:cxn>
                <a:cxn ang="0">
                  <a:pos x="T8" y="T9"/>
                </a:cxn>
              </a:cxnLst>
              <a:rect l="0" t="0" r="r" b="b"/>
              <a:pathLst>
                <a:path w="33" h="26">
                  <a:moveTo>
                    <a:pt x="32" y="5"/>
                  </a:moveTo>
                  <a:cubicBezTo>
                    <a:pt x="33" y="10"/>
                    <a:pt x="27" y="17"/>
                    <a:pt x="19" y="22"/>
                  </a:cubicBezTo>
                  <a:cubicBezTo>
                    <a:pt x="10" y="26"/>
                    <a:pt x="3" y="26"/>
                    <a:pt x="2" y="21"/>
                  </a:cubicBezTo>
                  <a:cubicBezTo>
                    <a:pt x="0" y="17"/>
                    <a:pt x="6" y="9"/>
                    <a:pt x="14" y="4"/>
                  </a:cubicBezTo>
                  <a:cubicBezTo>
                    <a:pt x="22" y="0"/>
                    <a:pt x="31" y="0"/>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 name="Freeform 965">
              <a:extLst>
                <a:ext uri="{FF2B5EF4-FFF2-40B4-BE49-F238E27FC236}">
                  <a16:creationId xmlns:a16="http://schemas.microsoft.com/office/drawing/2014/main" id="{E2BA19F3-7A8B-F67B-48A5-9AA26A4AED91}"/>
                </a:ext>
              </a:extLst>
            </p:cNvPr>
            <p:cNvSpPr>
              <a:spLocks/>
            </p:cNvSpPr>
            <p:nvPr/>
          </p:nvSpPr>
          <p:spPr bwMode="auto">
            <a:xfrm rot="5094805">
              <a:off x="856842" y="4390586"/>
              <a:ext cx="82259" cy="68549"/>
            </a:xfrm>
            <a:custGeom>
              <a:avLst/>
              <a:gdLst>
                <a:gd name="T0" fmla="*/ 32 w 33"/>
                <a:gd name="T1" fmla="*/ 7 h 28"/>
                <a:gd name="T2" fmla="*/ 19 w 33"/>
                <a:gd name="T3" fmla="*/ 24 h 28"/>
                <a:gd name="T4" fmla="*/ 2 w 33"/>
                <a:gd name="T5" fmla="*/ 23 h 28"/>
                <a:gd name="T6" fmla="*/ 14 w 33"/>
                <a:gd name="T7" fmla="*/ 5 h 28"/>
                <a:gd name="T8" fmla="*/ 32 w 33"/>
                <a:gd name="T9" fmla="*/ 7 h 28"/>
              </a:gdLst>
              <a:ahLst/>
              <a:cxnLst>
                <a:cxn ang="0">
                  <a:pos x="T0" y="T1"/>
                </a:cxn>
                <a:cxn ang="0">
                  <a:pos x="T2" y="T3"/>
                </a:cxn>
                <a:cxn ang="0">
                  <a:pos x="T4" y="T5"/>
                </a:cxn>
                <a:cxn ang="0">
                  <a:pos x="T6" y="T7"/>
                </a:cxn>
                <a:cxn ang="0">
                  <a:pos x="T8" y="T9"/>
                </a:cxn>
              </a:cxnLst>
              <a:rect l="0" t="0" r="r" b="b"/>
              <a:pathLst>
                <a:path w="33" h="28">
                  <a:moveTo>
                    <a:pt x="32" y="7"/>
                  </a:moveTo>
                  <a:cubicBezTo>
                    <a:pt x="33" y="12"/>
                    <a:pt x="27" y="20"/>
                    <a:pt x="19" y="24"/>
                  </a:cubicBezTo>
                  <a:cubicBezTo>
                    <a:pt x="10" y="28"/>
                    <a:pt x="3" y="28"/>
                    <a:pt x="2" y="23"/>
                  </a:cubicBezTo>
                  <a:cubicBezTo>
                    <a:pt x="0" y="18"/>
                    <a:pt x="6" y="10"/>
                    <a:pt x="14" y="5"/>
                  </a:cubicBezTo>
                  <a:cubicBezTo>
                    <a:pt x="22" y="0"/>
                    <a:pt x="31" y="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 name="Freeform 966">
              <a:extLst>
                <a:ext uri="{FF2B5EF4-FFF2-40B4-BE49-F238E27FC236}">
                  <a16:creationId xmlns:a16="http://schemas.microsoft.com/office/drawing/2014/main" id="{389BDFC4-951A-6A97-3E88-BF5ACD838E29}"/>
                </a:ext>
              </a:extLst>
            </p:cNvPr>
            <p:cNvSpPr>
              <a:spLocks/>
            </p:cNvSpPr>
            <p:nvPr/>
          </p:nvSpPr>
          <p:spPr bwMode="auto">
            <a:xfrm rot="5094805">
              <a:off x="963761" y="4570339"/>
              <a:ext cx="82259" cy="75404"/>
            </a:xfrm>
            <a:custGeom>
              <a:avLst/>
              <a:gdLst>
                <a:gd name="T0" fmla="*/ 19 w 34"/>
                <a:gd name="T1" fmla="*/ 25 h 30"/>
                <a:gd name="T2" fmla="*/ 1 w 34"/>
                <a:gd name="T3" fmla="*/ 22 h 30"/>
                <a:gd name="T4" fmla="*/ 15 w 34"/>
                <a:gd name="T5" fmla="*/ 3 h 30"/>
                <a:gd name="T6" fmla="*/ 32 w 34"/>
                <a:gd name="T7" fmla="*/ 6 h 30"/>
                <a:gd name="T8" fmla="*/ 19 w 34"/>
                <a:gd name="T9" fmla="*/ 25 h 30"/>
              </a:gdLst>
              <a:ahLst/>
              <a:cxnLst>
                <a:cxn ang="0">
                  <a:pos x="T0" y="T1"/>
                </a:cxn>
                <a:cxn ang="0">
                  <a:pos x="T2" y="T3"/>
                </a:cxn>
                <a:cxn ang="0">
                  <a:pos x="T4" y="T5"/>
                </a:cxn>
                <a:cxn ang="0">
                  <a:pos x="T6" y="T7"/>
                </a:cxn>
                <a:cxn ang="0">
                  <a:pos x="T8" y="T9"/>
                </a:cxn>
              </a:cxnLst>
              <a:rect l="0" t="0" r="r" b="b"/>
              <a:pathLst>
                <a:path w="34" h="30">
                  <a:moveTo>
                    <a:pt x="19" y="25"/>
                  </a:moveTo>
                  <a:cubicBezTo>
                    <a:pt x="10" y="30"/>
                    <a:pt x="2" y="28"/>
                    <a:pt x="1" y="22"/>
                  </a:cubicBezTo>
                  <a:cubicBezTo>
                    <a:pt x="0" y="16"/>
                    <a:pt x="7" y="8"/>
                    <a:pt x="15" y="3"/>
                  </a:cubicBezTo>
                  <a:cubicBezTo>
                    <a:pt x="23" y="0"/>
                    <a:pt x="31" y="1"/>
                    <a:pt x="32" y="6"/>
                  </a:cubicBezTo>
                  <a:cubicBezTo>
                    <a:pt x="34" y="12"/>
                    <a:pt x="28" y="21"/>
                    <a:pt x="19"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 name="Freeform 969">
              <a:extLst>
                <a:ext uri="{FF2B5EF4-FFF2-40B4-BE49-F238E27FC236}">
                  <a16:creationId xmlns:a16="http://schemas.microsoft.com/office/drawing/2014/main" id="{9A05F636-46EE-B4CD-10F0-11D6F456F5BC}"/>
                </a:ext>
              </a:extLst>
            </p:cNvPr>
            <p:cNvSpPr>
              <a:spLocks/>
            </p:cNvSpPr>
            <p:nvPr/>
          </p:nvSpPr>
          <p:spPr bwMode="auto">
            <a:xfrm rot="5094805">
              <a:off x="981345" y="4357919"/>
              <a:ext cx="77689" cy="70834"/>
            </a:xfrm>
            <a:custGeom>
              <a:avLst/>
              <a:gdLst>
                <a:gd name="T0" fmla="*/ 18 w 32"/>
                <a:gd name="T1" fmla="*/ 24 h 29"/>
                <a:gd name="T2" fmla="*/ 1 w 32"/>
                <a:gd name="T3" fmla="*/ 23 h 29"/>
                <a:gd name="T4" fmla="*/ 14 w 32"/>
                <a:gd name="T5" fmla="*/ 5 h 29"/>
                <a:gd name="T6" fmla="*/ 31 w 32"/>
                <a:gd name="T7" fmla="*/ 7 h 29"/>
                <a:gd name="T8" fmla="*/ 18 w 32"/>
                <a:gd name="T9" fmla="*/ 24 h 29"/>
              </a:gdLst>
              <a:ahLst/>
              <a:cxnLst>
                <a:cxn ang="0">
                  <a:pos x="T0" y="T1"/>
                </a:cxn>
                <a:cxn ang="0">
                  <a:pos x="T2" y="T3"/>
                </a:cxn>
                <a:cxn ang="0">
                  <a:pos x="T4" y="T5"/>
                </a:cxn>
                <a:cxn ang="0">
                  <a:pos x="T6" y="T7"/>
                </a:cxn>
                <a:cxn ang="0">
                  <a:pos x="T8" y="T9"/>
                </a:cxn>
              </a:cxnLst>
              <a:rect l="0" t="0" r="r" b="b"/>
              <a:pathLst>
                <a:path w="32" h="29">
                  <a:moveTo>
                    <a:pt x="18" y="24"/>
                  </a:moveTo>
                  <a:cubicBezTo>
                    <a:pt x="9" y="29"/>
                    <a:pt x="2" y="28"/>
                    <a:pt x="1" y="23"/>
                  </a:cubicBezTo>
                  <a:cubicBezTo>
                    <a:pt x="0" y="18"/>
                    <a:pt x="6" y="10"/>
                    <a:pt x="14" y="5"/>
                  </a:cubicBezTo>
                  <a:cubicBezTo>
                    <a:pt x="22" y="0"/>
                    <a:pt x="30" y="1"/>
                    <a:pt x="31" y="7"/>
                  </a:cubicBezTo>
                  <a:cubicBezTo>
                    <a:pt x="32" y="12"/>
                    <a:pt x="26" y="20"/>
                    <a:pt x="1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 name="Freeform 970">
              <a:extLst>
                <a:ext uri="{FF2B5EF4-FFF2-40B4-BE49-F238E27FC236}">
                  <a16:creationId xmlns:a16="http://schemas.microsoft.com/office/drawing/2014/main" id="{CD748944-691E-C492-4B19-FE742706531C}"/>
                </a:ext>
              </a:extLst>
            </p:cNvPr>
            <p:cNvSpPr>
              <a:spLocks/>
            </p:cNvSpPr>
            <p:nvPr/>
          </p:nvSpPr>
          <p:spPr bwMode="auto">
            <a:xfrm rot="5094805">
              <a:off x="1102758" y="4535327"/>
              <a:ext cx="75404" cy="73119"/>
            </a:xfrm>
            <a:custGeom>
              <a:avLst/>
              <a:gdLst>
                <a:gd name="T0" fmla="*/ 17 w 31"/>
                <a:gd name="T1" fmla="*/ 26 h 30"/>
                <a:gd name="T2" fmla="*/ 1 w 31"/>
                <a:gd name="T3" fmla="*/ 24 h 30"/>
                <a:gd name="T4" fmla="*/ 14 w 31"/>
                <a:gd name="T5" fmla="*/ 5 h 30"/>
                <a:gd name="T6" fmla="*/ 31 w 31"/>
                <a:gd name="T7" fmla="*/ 8 h 30"/>
                <a:gd name="T8" fmla="*/ 17 w 31"/>
                <a:gd name="T9" fmla="*/ 26 h 30"/>
              </a:gdLst>
              <a:ahLst/>
              <a:cxnLst>
                <a:cxn ang="0">
                  <a:pos x="T0" y="T1"/>
                </a:cxn>
                <a:cxn ang="0">
                  <a:pos x="T2" y="T3"/>
                </a:cxn>
                <a:cxn ang="0">
                  <a:pos x="T4" y="T5"/>
                </a:cxn>
                <a:cxn ang="0">
                  <a:pos x="T6" y="T7"/>
                </a:cxn>
                <a:cxn ang="0">
                  <a:pos x="T8" y="T9"/>
                </a:cxn>
              </a:cxnLst>
              <a:rect l="0" t="0" r="r" b="b"/>
              <a:pathLst>
                <a:path w="31" h="30">
                  <a:moveTo>
                    <a:pt x="17" y="26"/>
                  </a:moveTo>
                  <a:cubicBezTo>
                    <a:pt x="9" y="30"/>
                    <a:pt x="2" y="29"/>
                    <a:pt x="1" y="24"/>
                  </a:cubicBezTo>
                  <a:cubicBezTo>
                    <a:pt x="0" y="18"/>
                    <a:pt x="6" y="10"/>
                    <a:pt x="14" y="5"/>
                  </a:cubicBezTo>
                  <a:cubicBezTo>
                    <a:pt x="22" y="0"/>
                    <a:pt x="30" y="1"/>
                    <a:pt x="31" y="8"/>
                  </a:cubicBezTo>
                  <a:cubicBezTo>
                    <a:pt x="31" y="14"/>
                    <a:pt x="25" y="22"/>
                    <a:pt x="1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 name="Freeform 971">
              <a:extLst>
                <a:ext uri="{FF2B5EF4-FFF2-40B4-BE49-F238E27FC236}">
                  <a16:creationId xmlns:a16="http://schemas.microsoft.com/office/drawing/2014/main" id="{A03E3090-DD89-141D-6B35-E5C5965889CA}"/>
                </a:ext>
              </a:extLst>
            </p:cNvPr>
            <p:cNvSpPr>
              <a:spLocks/>
            </p:cNvSpPr>
            <p:nvPr/>
          </p:nvSpPr>
          <p:spPr bwMode="auto">
            <a:xfrm rot="5094805">
              <a:off x="858591" y="4179479"/>
              <a:ext cx="79974" cy="66264"/>
            </a:xfrm>
            <a:custGeom>
              <a:avLst/>
              <a:gdLst>
                <a:gd name="T0" fmla="*/ 18 w 32"/>
                <a:gd name="T1" fmla="*/ 23 h 27"/>
                <a:gd name="T2" fmla="*/ 1 w 32"/>
                <a:gd name="T3" fmla="*/ 22 h 27"/>
                <a:gd name="T4" fmla="*/ 14 w 32"/>
                <a:gd name="T5" fmla="*/ 5 h 27"/>
                <a:gd name="T6" fmla="*/ 31 w 32"/>
                <a:gd name="T7" fmla="*/ 6 h 27"/>
                <a:gd name="T8" fmla="*/ 18 w 32"/>
                <a:gd name="T9" fmla="*/ 23 h 27"/>
              </a:gdLst>
              <a:ahLst/>
              <a:cxnLst>
                <a:cxn ang="0">
                  <a:pos x="T0" y="T1"/>
                </a:cxn>
                <a:cxn ang="0">
                  <a:pos x="T2" y="T3"/>
                </a:cxn>
                <a:cxn ang="0">
                  <a:pos x="T4" y="T5"/>
                </a:cxn>
                <a:cxn ang="0">
                  <a:pos x="T6" y="T7"/>
                </a:cxn>
                <a:cxn ang="0">
                  <a:pos x="T8" y="T9"/>
                </a:cxn>
              </a:cxnLst>
              <a:rect l="0" t="0" r="r" b="b"/>
              <a:pathLst>
                <a:path w="32" h="27">
                  <a:moveTo>
                    <a:pt x="18" y="23"/>
                  </a:moveTo>
                  <a:cubicBezTo>
                    <a:pt x="10" y="27"/>
                    <a:pt x="2" y="27"/>
                    <a:pt x="1" y="22"/>
                  </a:cubicBezTo>
                  <a:cubicBezTo>
                    <a:pt x="0" y="17"/>
                    <a:pt x="6" y="9"/>
                    <a:pt x="14" y="5"/>
                  </a:cubicBezTo>
                  <a:cubicBezTo>
                    <a:pt x="22" y="0"/>
                    <a:pt x="30" y="0"/>
                    <a:pt x="31" y="6"/>
                  </a:cubicBezTo>
                  <a:cubicBezTo>
                    <a:pt x="32" y="11"/>
                    <a:pt x="26" y="19"/>
                    <a:pt x="1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 name="Freeform 972">
              <a:extLst>
                <a:ext uri="{FF2B5EF4-FFF2-40B4-BE49-F238E27FC236}">
                  <a16:creationId xmlns:a16="http://schemas.microsoft.com/office/drawing/2014/main" id="{BDFDF230-6BD8-E0F7-863D-BBB8A30A7FF2}"/>
                </a:ext>
              </a:extLst>
            </p:cNvPr>
            <p:cNvSpPr>
              <a:spLocks/>
            </p:cNvSpPr>
            <p:nvPr/>
          </p:nvSpPr>
          <p:spPr bwMode="auto">
            <a:xfrm rot="5094805">
              <a:off x="739357" y="3999689"/>
              <a:ext cx="79974" cy="66264"/>
            </a:xfrm>
            <a:custGeom>
              <a:avLst/>
              <a:gdLst>
                <a:gd name="T0" fmla="*/ 18 w 32"/>
                <a:gd name="T1" fmla="*/ 22 h 27"/>
                <a:gd name="T2" fmla="*/ 1 w 32"/>
                <a:gd name="T3" fmla="*/ 22 h 27"/>
                <a:gd name="T4" fmla="*/ 14 w 32"/>
                <a:gd name="T5" fmla="*/ 5 h 27"/>
                <a:gd name="T6" fmla="*/ 31 w 32"/>
                <a:gd name="T7" fmla="*/ 5 h 27"/>
                <a:gd name="T8" fmla="*/ 18 w 32"/>
                <a:gd name="T9" fmla="*/ 22 h 27"/>
              </a:gdLst>
              <a:ahLst/>
              <a:cxnLst>
                <a:cxn ang="0">
                  <a:pos x="T0" y="T1"/>
                </a:cxn>
                <a:cxn ang="0">
                  <a:pos x="T2" y="T3"/>
                </a:cxn>
                <a:cxn ang="0">
                  <a:pos x="T4" y="T5"/>
                </a:cxn>
                <a:cxn ang="0">
                  <a:pos x="T6" y="T7"/>
                </a:cxn>
                <a:cxn ang="0">
                  <a:pos x="T8" y="T9"/>
                </a:cxn>
              </a:cxnLst>
              <a:rect l="0" t="0" r="r" b="b"/>
              <a:pathLst>
                <a:path w="32" h="27">
                  <a:moveTo>
                    <a:pt x="18" y="22"/>
                  </a:moveTo>
                  <a:cubicBezTo>
                    <a:pt x="10" y="27"/>
                    <a:pt x="3" y="26"/>
                    <a:pt x="1" y="22"/>
                  </a:cubicBezTo>
                  <a:cubicBezTo>
                    <a:pt x="0" y="17"/>
                    <a:pt x="6" y="10"/>
                    <a:pt x="14" y="5"/>
                  </a:cubicBezTo>
                  <a:cubicBezTo>
                    <a:pt x="22" y="0"/>
                    <a:pt x="30" y="0"/>
                    <a:pt x="31" y="5"/>
                  </a:cubicBezTo>
                  <a:cubicBezTo>
                    <a:pt x="32" y="10"/>
                    <a:pt x="26" y="18"/>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 name="Freeform 973">
              <a:extLst>
                <a:ext uri="{FF2B5EF4-FFF2-40B4-BE49-F238E27FC236}">
                  <a16:creationId xmlns:a16="http://schemas.microsoft.com/office/drawing/2014/main" id="{CAAE4A00-FAE5-7F36-2C65-ABD2202BC7EE}"/>
                </a:ext>
              </a:extLst>
            </p:cNvPr>
            <p:cNvSpPr>
              <a:spLocks/>
            </p:cNvSpPr>
            <p:nvPr/>
          </p:nvSpPr>
          <p:spPr bwMode="auto">
            <a:xfrm rot="5094805">
              <a:off x="629131" y="3821480"/>
              <a:ext cx="77689" cy="59409"/>
            </a:xfrm>
            <a:custGeom>
              <a:avLst/>
              <a:gdLst>
                <a:gd name="T0" fmla="*/ 17 w 31"/>
                <a:gd name="T1" fmla="*/ 21 h 24"/>
                <a:gd name="T2" fmla="*/ 1 w 31"/>
                <a:gd name="T3" fmla="*/ 19 h 24"/>
                <a:gd name="T4" fmla="*/ 14 w 31"/>
                <a:gd name="T5" fmla="*/ 4 h 24"/>
                <a:gd name="T6" fmla="*/ 31 w 31"/>
                <a:gd name="T7" fmla="*/ 5 h 24"/>
                <a:gd name="T8" fmla="*/ 17 w 31"/>
                <a:gd name="T9" fmla="*/ 21 h 24"/>
              </a:gdLst>
              <a:ahLst/>
              <a:cxnLst>
                <a:cxn ang="0">
                  <a:pos x="T0" y="T1"/>
                </a:cxn>
                <a:cxn ang="0">
                  <a:pos x="T2" y="T3"/>
                </a:cxn>
                <a:cxn ang="0">
                  <a:pos x="T4" y="T5"/>
                </a:cxn>
                <a:cxn ang="0">
                  <a:pos x="T6" y="T7"/>
                </a:cxn>
                <a:cxn ang="0">
                  <a:pos x="T8" y="T9"/>
                </a:cxn>
              </a:cxnLst>
              <a:rect l="0" t="0" r="r" b="b"/>
              <a:pathLst>
                <a:path w="31" h="24">
                  <a:moveTo>
                    <a:pt x="17" y="21"/>
                  </a:moveTo>
                  <a:cubicBezTo>
                    <a:pt x="9" y="24"/>
                    <a:pt x="2" y="24"/>
                    <a:pt x="1" y="19"/>
                  </a:cubicBezTo>
                  <a:cubicBezTo>
                    <a:pt x="0" y="15"/>
                    <a:pt x="6" y="8"/>
                    <a:pt x="14" y="4"/>
                  </a:cubicBezTo>
                  <a:cubicBezTo>
                    <a:pt x="23" y="0"/>
                    <a:pt x="31" y="0"/>
                    <a:pt x="31" y="5"/>
                  </a:cubicBezTo>
                  <a:cubicBezTo>
                    <a:pt x="31" y="10"/>
                    <a:pt x="25" y="17"/>
                    <a:pt x="1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 name="Freeform 974">
              <a:extLst>
                <a:ext uri="{FF2B5EF4-FFF2-40B4-BE49-F238E27FC236}">
                  <a16:creationId xmlns:a16="http://schemas.microsoft.com/office/drawing/2014/main" id="{960AC3DB-459B-93DB-234F-C3A8BEEF5BFD}"/>
                </a:ext>
              </a:extLst>
            </p:cNvPr>
            <p:cNvSpPr>
              <a:spLocks/>
            </p:cNvSpPr>
            <p:nvPr/>
          </p:nvSpPr>
          <p:spPr bwMode="auto">
            <a:xfrm rot="5094805">
              <a:off x="523456" y="3640580"/>
              <a:ext cx="75404" cy="57124"/>
            </a:xfrm>
            <a:custGeom>
              <a:avLst/>
              <a:gdLst>
                <a:gd name="T0" fmla="*/ 17 w 31"/>
                <a:gd name="T1" fmla="*/ 20 h 23"/>
                <a:gd name="T2" fmla="*/ 1 w 31"/>
                <a:gd name="T3" fmla="*/ 18 h 23"/>
                <a:gd name="T4" fmla="*/ 14 w 31"/>
                <a:gd name="T5" fmla="*/ 4 h 23"/>
                <a:gd name="T6" fmla="*/ 31 w 31"/>
                <a:gd name="T7" fmla="*/ 5 h 23"/>
                <a:gd name="T8" fmla="*/ 17 w 31"/>
                <a:gd name="T9" fmla="*/ 20 h 23"/>
              </a:gdLst>
              <a:ahLst/>
              <a:cxnLst>
                <a:cxn ang="0">
                  <a:pos x="T0" y="T1"/>
                </a:cxn>
                <a:cxn ang="0">
                  <a:pos x="T2" y="T3"/>
                </a:cxn>
                <a:cxn ang="0">
                  <a:pos x="T4" y="T5"/>
                </a:cxn>
                <a:cxn ang="0">
                  <a:pos x="T6" y="T7"/>
                </a:cxn>
                <a:cxn ang="0">
                  <a:pos x="T8" y="T9"/>
                </a:cxn>
              </a:cxnLst>
              <a:rect l="0" t="0" r="r" b="b"/>
              <a:pathLst>
                <a:path w="31" h="23">
                  <a:moveTo>
                    <a:pt x="17" y="20"/>
                  </a:moveTo>
                  <a:cubicBezTo>
                    <a:pt x="9" y="23"/>
                    <a:pt x="2" y="23"/>
                    <a:pt x="1" y="18"/>
                  </a:cubicBezTo>
                  <a:cubicBezTo>
                    <a:pt x="0" y="14"/>
                    <a:pt x="6" y="8"/>
                    <a:pt x="14" y="4"/>
                  </a:cubicBezTo>
                  <a:cubicBezTo>
                    <a:pt x="23" y="0"/>
                    <a:pt x="31" y="1"/>
                    <a:pt x="31" y="5"/>
                  </a:cubicBezTo>
                  <a:cubicBezTo>
                    <a:pt x="31" y="10"/>
                    <a:pt x="25" y="16"/>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 name="Freeform 975">
              <a:extLst>
                <a:ext uri="{FF2B5EF4-FFF2-40B4-BE49-F238E27FC236}">
                  <a16:creationId xmlns:a16="http://schemas.microsoft.com/office/drawing/2014/main" id="{4453AEEB-20C2-A7AA-AD90-C331C2496849}"/>
                </a:ext>
              </a:extLst>
            </p:cNvPr>
            <p:cNvSpPr>
              <a:spLocks/>
            </p:cNvSpPr>
            <p:nvPr/>
          </p:nvSpPr>
          <p:spPr bwMode="auto">
            <a:xfrm rot="5094805">
              <a:off x="423568" y="3460211"/>
              <a:ext cx="75404" cy="54839"/>
            </a:xfrm>
            <a:custGeom>
              <a:avLst/>
              <a:gdLst>
                <a:gd name="T0" fmla="*/ 17 w 31"/>
                <a:gd name="T1" fmla="*/ 19 h 22"/>
                <a:gd name="T2" fmla="*/ 1 w 31"/>
                <a:gd name="T3" fmla="*/ 18 h 22"/>
                <a:gd name="T4" fmla="*/ 14 w 31"/>
                <a:gd name="T5" fmla="*/ 4 h 22"/>
                <a:gd name="T6" fmla="*/ 31 w 31"/>
                <a:gd name="T7" fmla="*/ 6 h 22"/>
                <a:gd name="T8" fmla="*/ 17 w 31"/>
                <a:gd name="T9" fmla="*/ 19 h 22"/>
              </a:gdLst>
              <a:ahLst/>
              <a:cxnLst>
                <a:cxn ang="0">
                  <a:pos x="T0" y="T1"/>
                </a:cxn>
                <a:cxn ang="0">
                  <a:pos x="T2" y="T3"/>
                </a:cxn>
                <a:cxn ang="0">
                  <a:pos x="T4" y="T5"/>
                </a:cxn>
                <a:cxn ang="0">
                  <a:pos x="T6" y="T7"/>
                </a:cxn>
                <a:cxn ang="0">
                  <a:pos x="T8" y="T9"/>
                </a:cxn>
              </a:cxnLst>
              <a:rect l="0" t="0" r="r" b="b"/>
              <a:pathLst>
                <a:path w="31" h="22">
                  <a:moveTo>
                    <a:pt x="17" y="19"/>
                  </a:moveTo>
                  <a:cubicBezTo>
                    <a:pt x="9" y="22"/>
                    <a:pt x="2" y="22"/>
                    <a:pt x="1" y="18"/>
                  </a:cubicBezTo>
                  <a:cubicBezTo>
                    <a:pt x="0" y="14"/>
                    <a:pt x="6" y="8"/>
                    <a:pt x="14" y="4"/>
                  </a:cubicBezTo>
                  <a:cubicBezTo>
                    <a:pt x="22" y="0"/>
                    <a:pt x="30" y="1"/>
                    <a:pt x="31" y="6"/>
                  </a:cubicBezTo>
                  <a:cubicBezTo>
                    <a:pt x="31" y="10"/>
                    <a:pt x="25" y="16"/>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 name="Freeform 976">
              <a:extLst>
                <a:ext uri="{FF2B5EF4-FFF2-40B4-BE49-F238E27FC236}">
                  <a16:creationId xmlns:a16="http://schemas.microsoft.com/office/drawing/2014/main" id="{3202C49C-B73E-51F1-D98C-F940A8A789A6}"/>
                </a:ext>
              </a:extLst>
            </p:cNvPr>
            <p:cNvSpPr>
              <a:spLocks/>
            </p:cNvSpPr>
            <p:nvPr/>
          </p:nvSpPr>
          <p:spPr bwMode="auto">
            <a:xfrm rot="5094805">
              <a:off x="329158" y="3277999"/>
              <a:ext cx="79974" cy="50269"/>
            </a:xfrm>
            <a:custGeom>
              <a:avLst/>
              <a:gdLst>
                <a:gd name="T0" fmla="*/ 18 w 32"/>
                <a:gd name="T1" fmla="*/ 17 h 20"/>
                <a:gd name="T2" fmla="*/ 1 w 32"/>
                <a:gd name="T3" fmla="*/ 16 h 20"/>
                <a:gd name="T4" fmla="*/ 14 w 32"/>
                <a:gd name="T5" fmla="*/ 3 h 20"/>
                <a:gd name="T6" fmla="*/ 31 w 32"/>
                <a:gd name="T7" fmla="*/ 5 h 20"/>
                <a:gd name="T8" fmla="*/ 18 w 32"/>
                <a:gd name="T9" fmla="*/ 17 h 20"/>
              </a:gdLst>
              <a:ahLst/>
              <a:cxnLst>
                <a:cxn ang="0">
                  <a:pos x="T0" y="T1"/>
                </a:cxn>
                <a:cxn ang="0">
                  <a:pos x="T2" y="T3"/>
                </a:cxn>
                <a:cxn ang="0">
                  <a:pos x="T4" y="T5"/>
                </a:cxn>
                <a:cxn ang="0">
                  <a:pos x="T6" y="T7"/>
                </a:cxn>
                <a:cxn ang="0">
                  <a:pos x="T8" y="T9"/>
                </a:cxn>
              </a:cxnLst>
              <a:rect l="0" t="0" r="r" b="b"/>
              <a:pathLst>
                <a:path w="32" h="20">
                  <a:moveTo>
                    <a:pt x="18" y="17"/>
                  </a:moveTo>
                  <a:cubicBezTo>
                    <a:pt x="10" y="20"/>
                    <a:pt x="2" y="20"/>
                    <a:pt x="1" y="16"/>
                  </a:cubicBezTo>
                  <a:cubicBezTo>
                    <a:pt x="0" y="12"/>
                    <a:pt x="6" y="6"/>
                    <a:pt x="14" y="3"/>
                  </a:cubicBezTo>
                  <a:cubicBezTo>
                    <a:pt x="22" y="0"/>
                    <a:pt x="30" y="0"/>
                    <a:pt x="31" y="5"/>
                  </a:cubicBezTo>
                  <a:cubicBezTo>
                    <a:pt x="32" y="8"/>
                    <a:pt x="26" y="14"/>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 name="Freeform 977">
              <a:extLst>
                <a:ext uri="{FF2B5EF4-FFF2-40B4-BE49-F238E27FC236}">
                  <a16:creationId xmlns:a16="http://schemas.microsoft.com/office/drawing/2014/main" id="{C827199A-E414-925D-8B24-D6385A67C814}"/>
                </a:ext>
              </a:extLst>
            </p:cNvPr>
            <p:cNvSpPr>
              <a:spLocks/>
            </p:cNvSpPr>
            <p:nvPr/>
          </p:nvSpPr>
          <p:spPr bwMode="auto">
            <a:xfrm rot="5094805">
              <a:off x="246137" y="3094977"/>
              <a:ext cx="79974" cy="45700"/>
            </a:xfrm>
            <a:custGeom>
              <a:avLst/>
              <a:gdLst>
                <a:gd name="T0" fmla="*/ 18 w 32"/>
                <a:gd name="T1" fmla="*/ 17 h 19"/>
                <a:gd name="T2" fmla="*/ 1 w 32"/>
                <a:gd name="T3" fmla="*/ 15 h 19"/>
                <a:gd name="T4" fmla="*/ 14 w 32"/>
                <a:gd name="T5" fmla="*/ 3 h 19"/>
                <a:gd name="T6" fmla="*/ 32 w 32"/>
                <a:gd name="T7" fmla="*/ 5 h 19"/>
                <a:gd name="T8" fmla="*/ 18 w 32"/>
                <a:gd name="T9" fmla="*/ 17 h 19"/>
              </a:gdLst>
              <a:ahLst/>
              <a:cxnLst>
                <a:cxn ang="0">
                  <a:pos x="T0" y="T1"/>
                </a:cxn>
                <a:cxn ang="0">
                  <a:pos x="T2" y="T3"/>
                </a:cxn>
                <a:cxn ang="0">
                  <a:pos x="T4" y="T5"/>
                </a:cxn>
                <a:cxn ang="0">
                  <a:pos x="T6" y="T7"/>
                </a:cxn>
                <a:cxn ang="0">
                  <a:pos x="T8" y="T9"/>
                </a:cxn>
              </a:cxnLst>
              <a:rect l="0" t="0" r="r" b="b"/>
              <a:pathLst>
                <a:path w="32" h="19">
                  <a:moveTo>
                    <a:pt x="18" y="17"/>
                  </a:moveTo>
                  <a:cubicBezTo>
                    <a:pt x="10" y="19"/>
                    <a:pt x="2" y="18"/>
                    <a:pt x="1" y="15"/>
                  </a:cubicBezTo>
                  <a:cubicBezTo>
                    <a:pt x="0" y="11"/>
                    <a:pt x="6" y="5"/>
                    <a:pt x="14" y="3"/>
                  </a:cubicBezTo>
                  <a:cubicBezTo>
                    <a:pt x="23" y="0"/>
                    <a:pt x="31" y="1"/>
                    <a:pt x="32" y="5"/>
                  </a:cubicBezTo>
                  <a:cubicBezTo>
                    <a:pt x="32" y="9"/>
                    <a:pt x="26" y="14"/>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 name="Freeform 978">
              <a:extLst>
                <a:ext uri="{FF2B5EF4-FFF2-40B4-BE49-F238E27FC236}">
                  <a16:creationId xmlns:a16="http://schemas.microsoft.com/office/drawing/2014/main" id="{6CF25EF7-0684-9350-B409-24D44DA21DD2}"/>
                </a:ext>
              </a:extLst>
            </p:cNvPr>
            <p:cNvSpPr>
              <a:spLocks/>
            </p:cNvSpPr>
            <p:nvPr/>
          </p:nvSpPr>
          <p:spPr bwMode="auto">
            <a:xfrm rot="5094805">
              <a:off x="176676" y="2906275"/>
              <a:ext cx="77689" cy="47985"/>
            </a:xfrm>
            <a:custGeom>
              <a:avLst/>
              <a:gdLst>
                <a:gd name="T0" fmla="*/ 18 w 32"/>
                <a:gd name="T1" fmla="*/ 16 h 19"/>
                <a:gd name="T2" fmla="*/ 1 w 32"/>
                <a:gd name="T3" fmla="*/ 14 h 19"/>
                <a:gd name="T4" fmla="*/ 14 w 32"/>
                <a:gd name="T5" fmla="*/ 3 h 19"/>
                <a:gd name="T6" fmla="*/ 32 w 32"/>
                <a:gd name="T7" fmla="*/ 6 h 19"/>
                <a:gd name="T8" fmla="*/ 18 w 32"/>
                <a:gd name="T9" fmla="*/ 16 h 19"/>
              </a:gdLst>
              <a:ahLst/>
              <a:cxnLst>
                <a:cxn ang="0">
                  <a:pos x="T0" y="T1"/>
                </a:cxn>
                <a:cxn ang="0">
                  <a:pos x="T2" y="T3"/>
                </a:cxn>
                <a:cxn ang="0">
                  <a:pos x="T4" y="T5"/>
                </a:cxn>
                <a:cxn ang="0">
                  <a:pos x="T6" y="T7"/>
                </a:cxn>
                <a:cxn ang="0">
                  <a:pos x="T8" y="T9"/>
                </a:cxn>
              </a:cxnLst>
              <a:rect l="0" t="0" r="r" b="b"/>
              <a:pathLst>
                <a:path w="32" h="19">
                  <a:moveTo>
                    <a:pt x="18" y="16"/>
                  </a:moveTo>
                  <a:cubicBezTo>
                    <a:pt x="10" y="19"/>
                    <a:pt x="2" y="17"/>
                    <a:pt x="1" y="14"/>
                  </a:cubicBezTo>
                  <a:cubicBezTo>
                    <a:pt x="0" y="10"/>
                    <a:pt x="6" y="5"/>
                    <a:pt x="14" y="3"/>
                  </a:cubicBezTo>
                  <a:cubicBezTo>
                    <a:pt x="23" y="0"/>
                    <a:pt x="31" y="2"/>
                    <a:pt x="32" y="6"/>
                  </a:cubicBezTo>
                  <a:cubicBezTo>
                    <a:pt x="32" y="10"/>
                    <a:pt x="26" y="14"/>
                    <a:pt x="1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 name="Freeform 979">
              <a:extLst>
                <a:ext uri="{FF2B5EF4-FFF2-40B4-BE49-F238E27FC236}">
                  <a16:creationId xmlns:a16="http://schemas.microsoft.com/office/drawing/2014/main" id="{21EFE0A6-B19E-9911-7BEE-7E92EEC50AEA}"/>
                </a:ext>
              </a:extLst>
            </p:cNvPr>
            <p:cNvSpPr>
              <a:spLocks/>
            </p:cNvSpPr>
            <p:nvPr/>
          </p:nvSpPr>
          <p:spPr bwMode="auto">
            <a:xfrm rot="5094805">
              <a:off x="117552" y="2722269"/>
              <a:ext cx="77689" cy="41130"/>
            </a:xfrm>
            <a:custGeom>
              <a:avLst/>
              <a:gdLst>
                <a:gd name="T0" fmla="*/ 18 w 32"/>
                <a:gd name="T1" fmla="*/ 15 h 17"/>
                <a:gd name="T2" fmla="*/ 1 w 32"/>
                <a:gd name="T3" fmla="*/ 12 h 17"/>
                <a:gd name="T4" fmla="*/ 15 w 32"/>
                <a:gd name="T5" fmla="*/ 1 h 17"/>
                <a:gd name="T6" fmla="*/ 31 w 32"/>
                <a:gd name="T7" fmla="*/ 6 h 17"/>
                <a:gd name="T8" fmla="*/ 18 w 32"/>
                <a:gd name="T9" fmla="*/ 15 h 17"/>
              </a:gdLst>
              <a:ahLst/>
              <a:cxnLst>
                <a:cxn ang="0">
                  <a:pos x="T0" y="T1"/>
                </a:cxn>
                <a:cxn ang="0">
                  <a:pos x="T2" y="T3"/>
                </a:cxn>
                <a:cxn ang="0">
                  <a:pos x="T4" y="T5"/>
                </a:cxn>
                <a:cxn ang="0">
                  <a:pos x="T6" y="T7"/>
                </a:cxn>
                <a:cxn ang="0">
                  <a:pos x="T8" y="T9"/>
                </a:cxn>
              </a:cxnLst>
              <a:rect l="0" t="0" r="r" b="b"/>
              <a:pathLst>
                <a:path w="32" h="17">
                  <a:moveTo>
                    <a:pt x="18" y="15"/>
                  </a:moveTo>
                  <a:cubicBezTo>
                    <a:pt x="10" y="17"/>
                    <a:pt x="2" y="15"/>
                    <a:pt x="1" y="12"/>
                  </a:cubicBezTo>
                  <a:cubicBezTo>
                    <a:pt x="0" y="8"/>
                    <a:pt x="6" y="3"/>
                    <a:pt x="15" y="1"/>
                  </a:cubicBezTo>
                  <a:cubicBezTo>
                    <a:pt x="23" y="0"/>
                    <a:pt x="31" y="2"/>
                    <a:pt x="31" y="6"/>
                  </a:cubicBezTo>
                  <a:cubicBezTo>
                    <a:pt x="32" y="9"/>
                    <a:pt x="26" y="14"/>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 name="Freeform 980">
              <a:extLst>
                <a:ext uri="{FF2B5EF4-FFF2-40B4-BE49-F238E27FC236}">
                  <a16:creationId xmlns:a16="http://schemas.microsoft.com/office/drawing/2014/main" id="{CFB87F52-5C4C-3EBB-D0A0-4C1EC47CB6C6}"/>
                </a:ext>
              </a:extLst>
            </p:cNvPr>
            <p:cNvSpPr>
              <a:spLocks/>
            </p:cNvSpPr>
            <p:nvPr/>
          </p:nvSpPr>
          <p:spPr bwMode="auto">
            <a:xfrm rot="5094805">
              <a:off x="71874" y="2532283"/>
              <a:ext cx="82259" cy="38845"/>
            </a:xfrm>
            <a:custGeom>
              <a:avLst/>
              <a:gdLst>
                <a:gd name="T0" fmla="*/ 19 w 33"/>
                <a:gd name="T1" fmla="*/ 15 h 16"/>
                <a:gd name="T2" fmla="*/ 1 w 33"/>
                <a:gd name="T3" fmla="*/ 10 h 16"/>
                <a:gd name="T4" fmla="*/ 15 w 33"/>
                <a:gd name="T5" fmla="*/ 1 h 16"/>
                <a:gd name="T6" fmla="*/ 32 w 33"/>
                <a:gd name="T7" fmla="*/ 7 h 16"/>
                <a:gd name="T8" fmla="*/ 19 w 33"/>
                <a:gd name="T9" fmla="*/ 15 h 16"/>
              </a:gdLst>
              <a:ahLst/>
              <a:cxnLst>
                <a:cxn ang="0">
                  <a:pos x="T0" y="T1"/>
                </a:cxn>
                <a:cxn ang="0">
                  <a:pos x="T2" y="T3"/>
                </a:cxn>
                <a:cxn ang="0">
                  <a:pos x="T4" y="T5"/>
                </a:cxn>
                <a:cxn ang="0">
                  <a:pos x="T6" y="T7"/>
                </a:cxn>
                <a:cxn ang="0">
                  <a:pos x="T8" y="T9"/>
                </a:cxn>
              </a:cxnLst>
              <a:rect l="0" t="0" r="r" b="b"/>
              <a:pathLst>
                <a:path w="33" h="16">
                  <a:moveTo>
                    <a:pt x="19" y="15"/>
                  </a:moveTo>
                  <a:cubicBezTo>
                    <a:pt x="10" y="16"/>
                    <a:pt x="3" y="14"/>
                    <a:pt x="1" y="10"/>
                  </a:cubicBezTo>
                  <a:cubicBezTo>
                    <a:pt x="0" y="6"/>
                    <a:pt x="6" y="2"/>
                    <a:pt x="15" y="1"/>
                  </a:cubicBezTo>
                  <a:cubicBezTo>
                    <a:pt x="24" y="0"/>
                    <a:pt x="31" y="3"/>
                    <a:pt x="32" y="7"/>
                  </a:cubicBezTo>
                  <a:cubicBezTo>
                    <a:pt x="33" y="11"/>
                    <a:pt x="27" y="14"/>
                    <a:pt x="1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 name="Freeform 981">
              <a:extLst>
                <a:ext uri="{FF2B5EF4-FFF2-40B4-BE49-F238E27FC236}">
                  <a16:creationId xmlns:a16="http://schemas.microsoft.com/office/drawing/2014/main" id="{B6939344-6313-0228-2BA7-7A9C3848CE58}"/>
                </a:ext>
              </a:extLst>
            </p:cNvPr>
            <p:cNvSpPr>
              <a:spLocks/>
            </p:cNvSpPr>
            <p:nvPr/>
          </p:nvSpPr>
          <p:spPr bwMode="auto">
            <a:xfrm rot="5094805">
              <a:off x="43186" y="2340146"/>
              <a:ext cx="75404" cy="36560"/>
            </a:xfrm>
            <a:custGeom>
              <a:avLst/>
              <a:gdLst>
                <a:gd name="T0" fmla="*/ 16 w 31"/>
                <a:gd name="T1" fmla="*/ 14 h 15"/>
                <a:gd name="T2" fmla="*/ 1 w 31"/>
                <a:gd name="T3" fmla="*/ 9 h 15"/>
                <a:gd name="T4" fmla="*/ 14 w 31"/>
                <a:gd name="T5" fmla="*/ 1 h 15"/>
                <a:gd name="T6" fmla="*/ 31 w 31"/>
                <a:gd name="T7" fmla="*/ 7 h 15"/>
                <a:gd name="T8" fmla="*/ 16 w 31"/>
                <a:gd name="T9" fmla="*/ 14 h 15"/>
              </a:gdLst>
              <a:ahLst/>
              <a:cxnLst>
                <a:cxn ang="0">
                  <a:pos x="T0" y="T1"/>
                </a:cxn>
                <a:cxn ang="0">
                  <a:pos x="T2" y="T3"/>
                </a:cxn>
                <a:cxn ang="0">
                  <a:pos x="T4" y="T5"/>
                </a:cxn>
                <a:cxn ang="0">
                  <a:pos x="T6" y="T7"/>
                </a:cxn>
                <a:cxn ang="0">
                  <a:pos x="T8" y="T9"/>
                </a:cxn>
              </a:cxnLst>
              <a:rect l="0" t="0" r="r" b="b"/>
              <a:pathLst>
                <a:path w="31" h="15">
                  <a:moveTo>
                    <a:pt x="16" y="14"/>
                  </a:moveTo>
                  <a:cubicBezTo>
                    <a:pt x="8" y="15"/>
                    <a:pt x="1" y="13"/>
                    <a:pt x="1" y="9"/>
                  </a:cubicBezTo>
                  <a:cubicBezTo>
                    <a:pt x="0" y="5"/>
                    <a:pt x="6" y="2"/>
                    <a:pt x="14" y="1"/>
                  </a:cubicBezTo>
                  <a:cubicBezTo>
                    <a:pt x="23" y="0"/>
                    <a:pt x="31" y="3"/>
                    <a:pt x="31" y="7"/>
                  </a:cubicBezTo>
                  <a:cubicBezTo>
                    <a:pt x="31" y="11"/>
                    <a:pt x="25" y="14"/>
                    <a:pt x="1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 name="Freeform 982">
              <a:extLst>
                <a:ext uri="{FF2B5EF4-FFF2-40B4-BE49-F238E27FC236}">
                  <a16:creationId xmlns:a16="http://schemas.microsoft.com/office/drawing/2014/main" id="{4E84F199-599F-4DD8-581D-28EA5168A0B6}"/>
                </a:ext>
              </a:extLst>
            </p:cNvPr>
            <p:cNvSpPr>
              <a:spLocks/>
            </p:cNvSpPr>
            <p:nvPr/>
          </p:nvSpPr>
          <p:spPr bwMode="auto">
            <a:xfrm rot="5094805">
              <a:off x="8993" y="2149244"/>
              <a:ext cx="77689" cy="36560"/>
            </a:xfrm>
            <a:custGeom>
              <a:avLst/>
              <a:gdLst>
                <a:gd name="T0" fmla="*/ 18 w 32"/>
                <a:gd name="T1" fmla="*/ 14 h 15"/>
                <a:gd name="T2" fmla="*/ 1 w 32"/>
                <a:gd name="T3" fmla="*/ 9 h 15"/>
                <a:gd name="T4" fmla="*/ 13 w 32"/>
                <a:gd name="T5" fmla="*/ 1 h 15"/>
                <a:gd name="T6" fmla="*/ 31 w 32"/>
                <a:gd name="T7" fmla="*/ 7 h 15"/>
                <a:gd name="T8" fmla="*/ 18 w 32"/>
                <a:gd name="T9" fmla="*/ 14 h 15"/>
              </a:gdLst>
              <a:ahLst/>
              <a:cxnLst>
                <a:cxn ang="0">
                  <a:pos x="T0" y="T1"/>
                </a:cxn>
                <a:cxn ang="0">
                  <a:pos x="T2" y="T3"/>
                </a:cxn>
                <a:cxn ang="0">
                  <a:pos x="T4" y="T5"/>
                </a:cxn>
                <a:cxn ang="0">
                  <a:pos x="T6" y="T7"/>
                </a:cxn>
                <a:cxn ang="0">
                  <a:pos x="T8" y="T9"/>
                </a:cxn>
              </a:cxnLst>
              <a:rect l="0" t="0" r="r" b="b"/>
              <a:pathLst>
                <a:path w="32" h="15">
                  <a:moveTo>
                    <a:pt x="18" y="14"/>
                  </a:moveTo>
                  <a:cubicBezTo>
                    <a:pt x="9" y="15"/>
                    <a:pt x="2" y="13"/>
                    <a:pt x="1" y="9"/>
                  </a:cubicBezTo>
                  <a:cubicBezTo>
                    <a:pt x="0" y="6"/>
                    <a:pt x="5" y="2"/>
                    <a:pt x="13" y="1"/>
                  </a:cubicBezTo>
                  <a:cubicBezTo>
                    <a:pt x="22" y="0"/>
                    <a:pt x="31" y="3"/>
                    <a:pt x="31" y="7"/>
                  </a:cubicBezTo>
                  <a:cubicBezTo>
                    <a:pt x="32" y="10"/>
                    <a:pt x="26" y="13"/>
                    <a:pt x="1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 name="Freeform 983">
              <a:extLst>
                <a:ext uri="{FF2B5EF4-FFF2-40B4-BE49-F238E27FC236}">
                  <a16:creationId xmlns:a16="http://schemas.microsoft.com/office/drawing/2014/main" id="{4CC4E228-0057-0E3A-59AA-1DC1BED487B0}"/>
                </a:ext>
              </a:extLst>
            </p:cNvPr>
            <p:cNvSpPr>
              <a:spLocks/>
            </p:cNvSpPr>
            <p:nvPr/>
          </p:nvSpPr>
          <p:spPr bwMode="auto">
            <a:xfrm rot="5094805">
              <a:off x="-23127" y="1958148"/>
              <a:ext cx="79974" cy="31990"/>
            </a:xfrm>
            <a:custGeom>
              <a:avLst/>
              <a:gdLst>
                <a:gd name="T0" fmla="*/ 17 w 32"/>
                <a:gd name="T1" fmla="*/ 12 h 13"/>
                <a:gd name="T2" fmla="*/ 1 w 32"/>
                <a:gd name="T3" fmla="*/ 7 h 13"/>
                <a:gd name="T4" fmla="*/ 14 w 32"/>
                <a:gd name="T5" fmla="*/ 0 h 13"/>
                <a:gd name="T6" fmla="*/ 31 w 32"/>
                <a:gd name="T7" fmla="*/ 6 h 13"/>
                <a:gd name="T8" fmla="*/ 17 w 32"/>
                <a:gd name="T9" fmla="*/ 12 h 13"/>
              </a:gdLst>
              <a:ahLst/>
              <a:cxnLst>
                <a:cxn ang="0">
                  <a:pos x="T0" y="T1"/>
                </a:cxn>
                <a:cxn ang="0">
                  <a:pos x="T2" y="T3"/>
                </a:cxn>
                <a:cxn ang="0">
                  <a:pos x="T4" y="T5"/>
                </a:cxn>
                <a:cxn ang="0">
                  <a:pos x="T6" y="T7"/>
                </a:cxn>
                <a:cxn ang="0">
                  <a:pos x="T8" y="T9"/>
                </a:cxn>
              </a:cxnLst>
              <a:rect l="0" t="0" r="r" b="b"/>
              <a:pathLst>
                <a:path w="32" h="13">
                  <a:moveTo>
                    <a:pt x="17" y="12"/>
                  </a:moveTo>
                  <a:cubicBezTo>
                    <a:pt x="9" y="13"/>
                    <a:pt x="2" y="11"/>
                    <a:pt x="1" y="7"/>
                  </a:cubicBezTo>
                  <a:cubicBezTo>
                    <a:pt x="0" y="4"/>
                    <a:pt x="6" y="1"/>
                    <a:pt x="14" y="0"/>
                  </a:cubicBezTo>
                  <a:cubicBezTo>
                    <a:pt x="23" y="0"/>
                    <a:pt x="31" y="2"/>
                    <a:pt x="31" y="6"/>
                  </a:cubicBezTo>
                  <a:cubicBezTo>
                    <a:pt x="32" y="9"/>
                    <a:pt x="25" y="12"/>
                    <a:pt x="1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 name="Freeform 984">
              <a:extLst>
                <a:ext uri="{FF2B5EF4-FFF2-40B4-BE49-F238E27FC236}">
                  <a16:creationId xmlns:a16="http://schemas.microsoft.com/office/drawing/2014/main" id="{C63DE5B4-4E90-96E5-F060-49D038B7B6AD}"/>
                </a:ext>
              </a:extLst>
            </p:cNvPr>
            <p:cNvSpPr>
              <a:spLocks/>
            </p:cNvSpPr>
            <p:nvPr/>
          </p:nvSpPr>
          <p:spPr bwMode="auto">
            <a:xfrm rot="5094805">
              <a:off x="-51823" y="1765809"/>
              <a:ext cx="77689" cy="29705"/>
            </a:xfrm>
            <a:custGeom>
              <a:avLst/>
              <a:gdLst>
                <a:gd name="T0" fmla="*/ 17 w 32"/>
                <a:gd name="T1" fmla="*/ 12 h 12"/>
                <a:gd name="T2" fmla="*/ 1 w 32"/>
                <a:gd name="T3" fmla="*/ 7 h 12"/>
                <a:gd name="T4" fmla="*/ 14 w 32"/>
                <a:gd name="T5" fmla="*/ 1 h 12"/>
                <a:gd name="T6" fmla="*/ 31 w 32"/>
                <a:gd name="T7" fmla="*/ 6 h 12"/>
                <a:gd name="T8" fmla="*/ 17 w 32"/>
                <a:gd name="T9" fmla="*/ 12 h 12"/>
              </a:gdLst>
              <a:ahLst/>
              <a:cxnLst>
                <a:cxn ang="0">
                  <a:pos x="T0" y="T1"/>
                </a:cxn>
                <a:cxn ang="0">
                  <a:pos x="T2" y="T3"/>
                </a:cxn>
                <a:cxn ang="0">
                  <a:pos x="T4" y="T5"/>
                </a:cxn>
                <a:cxn ang="0">
                  <a:pos x="T6" y="T7"/>
                </a:cxn>
                <a:cxn ang="0">
                  <a:pos x="T8" y="T9"/>
                </a:cxn>
              </a:cxnLst>
              <a:rect l="0" t="0" r="r" b="b"/>
              <a:pathLst>
                <a:path w="32" h="12">
                  <a:moveTo>
                    <a:pt x="17" y="12"/>
                  </a:moveTo>
                  <a:cubicBezTo>
                    <a:pt x="9" y="12"/>
                    <a:pt x="2" y="10"/>
                    <a:pt x="1" y="7"/>
                  </a:cubicBezTo>
                  <a:cubicBezTo>
                    <a:pt x="0" y="4"/>
                    <a:pt x="6" y="1"/>
                    <a:pt x="14" y="1"/>
                  </a:cubicBezTo>
                  <a:cubicBezTo>
                    <a:pt x="23" y="0"/>
                    <a:pt x="31" y="2"/>
                    <a:pt x="31" y="6"/>
                  </a:cubicBezTo>
                  <a:cubicBezTo>
                    <a:pt x="32" y="9"/>
                    <a:pt x="26" y="11"/>
                    <a:pt x="1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 name="Freeform 1014">
              <a:extLst>
                <a:ext uri="{FF2B5EF4-FFF2-40B4-BE49-F238E27FC236}">
                  <a16:creationId xmlns:a16="http://schemas.microsoft.com/office/drawing/2014/main" id="{914D9D3C-EF25-15D3-0CB0-791B3FD5AA08}"/>
                </a:ext>
              </a:extLst>
            </p:cNvPr>
            <p:cNvSpPr>
              <a:spLocks/>
            </p:cNvSpPr>
            <p:nvPr/>
          </p:nvSpPr>
          <p:spPr bwMode="auto">
            <a:xfrm rot="5094805">
              <a:off x="2039697" y="6788125"/>
              <a:ext cx="79974" cy="47984"/>
            </a:xfrm>
            <a:custGeom>
              <a:avLst/>
              <a:gdLst>
                <a:gd name="T0" fmla="*/ 17 w 32"/>
                <a:gd name="T1" fmla="*/ 18 h 19"/>
                <a:gd name="T2" fmla="*/ 0 w 32"/>
                <a:gd name="T3" fmla="*/ 10 h 19"/>
                <a:gd name="T4" fmla="*/ 14 w 32"/>
                <a:gd name="T5" fmla="*/ 1 h 19"/>
                <a:gd name="T6" fmla="*/ 32 w 32"/>
                <a:gd name="T7" fmla="*/ 8 h 19"/>
                <a:gd name="T8" fmla="*/ 17 w 32"/>
                <a:gd name="T9" fmla="*/ 18 h 19"/>
              </a:gdLst>
              <a:ahLst/>
              <a:cxnLst>
                <a:cxn ang="0">
                  <a:pos x="T0" y="T1"/>
                </a:cxn>
                <a:cxn ang="0">
                  <a:pos x="T2" y="T3"/>
                </a:cxn>
                <a:cxn ang="0">
                  <a:pos x="T4" y="T5"/>
                </a:cxn>
                <a:cxn ang="0">
                  <a:pos x="T6" y="T7"/>
                </a:cxn>
                <a:cxn ang="0">
                  <a:pos x="T8" y="T9"/>
                </a:cxn>
              </a:cxnLst>
              <a:rect l="0" t="0" r="r" b="b"/>
              <a:pathLst>
                <a:path w="32" h="19">
                  <a:moveTo>
                    <a:pt x="17" y="18"/>
                  </a:moveTo>
                  <a:cubicBezTo>
                    <a:pt x="8" y="19"/>
                    <a:pt x="1" y="15"/>
                    <a:pt x="0" y="10"/>
                  </a:cubicBezTo>
                  <a:cubicBezTo>
                    <a:pt x="0" y="6"/>
                    <a:pt x="6" y="1"/>
                    <a:pt x="14" y="1"/>
                  </a:cubicBezTo>
                  <a:cubicBezTo>
                    <a:pt x="24" y="0"/>
                    <a:pt x="32" y="3"/>
                    <a:pt x="32" y="8"/>
                  </a:cubicBezTo>
                  <a:cubicBezTo>
                    <a:pt x="32" y="13"/>
                    <a:pt x="25" y="17"/>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 name="Freeform 1015">
              <a:extLst>
                <a:ext uri="{FF2B5EF4-FFF2-40B4-BE49-F238E27FC236}">
                  <a16:creationId xmlns:a16="http://schemas.microsoft.com/office/drawing/2014/main" id="{9C65FC2E-ECE2-3DDF-7CE4-3CDE0267ACBC}"/>
                </a:ext>
              </a:extLst>
            </p:cNvPr>
            <p:cNvSpPr>
              <a:spLocks/>
            </p:cNvSpPr>
            <p:nvPr/>
          </p:nvSpPr>
          <p:spPr bwMode="auto">
            <a:xfrm rot="5094805">
              <a:off x="2000450" y="6593182"/>
              <a:ext cx="79974" cy="45700"/>
            </a:xfrm>
            <a:custGeom>
              <a:avLst/>
              <a:gdLst>
                <a:gd name="T0" fmla="*/ 18 w 33"/>
                <a:gd name="T1" fmla="*/ 18 h 19"/>
                <a:gd name="T2" fmla="*/ 1 w 33"/>
                <a:gd name="T3" fmla="*/ 11 h 19"/>
                <a:gd name="T4" fmla="*/ 15 w 33"/>
                <a:gd name="T5" fmla="*/ 1 h 19"/>
                <a:gd name="T6" fmla="*/ 32 w 33"/>
                <a:gd name="T7" fmla="*/ 8 h 19"/>
                <a:gd name="T8" fmla="*/ 18 w 33"/>
                <a:gd name="T9" fmla="*/ 18 h 19"/>
              </a:gdLst>
              <a:ahLst/>
              <a:cxnLst>
                <a:cxn ang="0">
                  <a:pos x="T0" y="T1"/>
                </a:cxn>
                <a:cxn ang="0">
                  <a:pos x="T2" y="T3"/>
                </a:cxn>
                <a:cxn ang="0">
                  <a:pos x="T4" y="T5"/>
                </a:cxn>
                <a:cxn ang="0">
                  <a:pos x="T6" y="T7"/>
                </a:cxn>
                <a:cxn ang="0">
                  <a:pos x="T8" y="T9"/>
                </a:cxn>
              </a:cxnLst>
              <a:rect l="0" t="0" r="r" b="b"/>
              <a:pathLst>
                <a:path w="33" h="19">
                  <a:moveTo>
                    <a:pt x="18" y="18"/>
                  </a:moveTo>
                  <a:cubicBezTo>
                    <a:pt x="9" y="19"/>
                    <a:pt x="2" y="16"/>
                    <a:pt x="1" y="11"/>
                  </a:cubicBezTo>
                  <a:cubicBezTo>
                    <a:pt x="0" y="6"/>
                    <a:pt x="6" y="2"/>
                    <a:pt x="15" y="1"/>
                  </a:cubicBezTo>
                  <a:cubicBezTo>
                    <a:pt x="24" y="0"/>
                    <a:pt x="32" y="3"/>
                    <a:pt x="32" y="8"/>
                  </a:cubicBezTo>
                  <a:cubicBezTo>
                    <a:pt x="33" y="13"/>
                    <a:pt x="26" y="18"/>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 name="Freeform 1016">
              <a:extLst>
                <a:ext uri="{FF2B5EF4-FFF2-40B4-BE49-F238E27FC236}">
                  <a16:creationId xmlns:a16="http://schemas.microsoft.com/office/drawing/2014/main" id="{E17ED66D-CF2D-FF3D-46FD-913AED7FD234}"/>
                </a:ext>
              </a:extLst>
            </p:cNvPr>
            <p:cNvSpPr>
              <a:spLocks/>
            </p:cNvSpPr>
            <p:nvPr/>
          </p:nvSpPr>
          <p:spPr bwMode="auto">
            <a:xfrm rot="5094805">
              <a:off x="1960267" y="6397189"/>
              <a:ext cx="79974" cy="50269"/>
            </a:xfrm>
            <a:custGeom>
              <a:avLst/>
              <a:gdLst>
                <a:gd name="T0" fmla="*/ 17 w 32"/>
                <a:gd name="T1" fmla="*/ 20 h 21"/>
                <a:gd name="T2" fmla="*/ 0 w 32"/>
                <a:gd name="T3" fmla="*/ 12 h 21"/>
                <a:gd name="T4" fmla="*/ 14 w 32"/>
                <a:gd name="T5" fmla="*/ 1 h 21"/>
                <a:gd name="T6" fmla="*/ 31 w 32"/>
                <a:gd name="T7" fmla="*/ 9 h 21"/>
                <a:gd name="T8" fmla="*/ 17 w 32"/>
                <a:gd name="T9" fmla="*/ 20 h 21"/>
              </a:gdLst>
              <a:ahLst/>
              <a:cxnLst>
                <a:cxn ang="0">
                  <a:pos x="T0" y="T1"/>
                </a:cxn>
                <a:cxn ang="0">
                  <a:pos x="T2" y="T3"/>
                </a:cxn>
                <a:cxn ang="0">
                  <a:pos x="T4" y="T5"/>
                </a:cxn>
                <a:cxn ang="0">
                  <a:pos x="T6" y="T7"/>
                </a:cxn>
                <a:cxn ang="0">
                  <a:pos x="T8" y="T9"/>
                </a:cxn>
              </a:cxnLst>
              <a:rect l="0" t="0" r="r" b="b"/>
              <a:pathLst>
                <a:path w="32" h="21">
                  <a:moveTo>
                    <a:pt x="17" y="20"/>
                  </a:moveTo>
                  <a:cubicBezTo>
                    <a:pt x="9" y="21"/>
                    <a:pt x="1" y="17"/>
                    <a:pt x="0" y="12"/>
                  </a:cubicBezTo>
                  <a:cubicBezTo>
                    <a:pt x="0" y="7"/>
                    <a:pt x="6" y="2"/>
                    <a:pt x="14" y="1"/>
                  </a:cubicBezTo>
                  <a:cubicBezTo>
                    <a:pt x="23" y="0"/>
                    <a:pt x="31" y="4"/>
                    <a:pt x="31" y="9"/>
                  </a:cubicBezTo>
                  <a:cubicBezTo>
                    <a:pt x="32" y="14"/>
                    <a:pt x="25" y="19"/>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 name="Freeform 1017">
              <a:extLst>
                <a:ext uri="{FF2B5EF4-FFF2-40B4-BE49-F238E27FC236}">
                  <a16:creationId xmlns:a16="http://schemas.microsoft.com/office/drawing/2014/main" id="{DC002717-C7C8-19BD-02DA-6CB55D1E1392}"/>
                </a:ext>
              </a:extLst>
            </p:cNvPr>
            <p:cNvSpPr>
              <a:spLocks/>
            </p:cNvSpPr>
            <p:nvPr/>
          </p:nvSpPr>
          <p:spPr bwMode="auto">
            <a:xfrm rot="5094805">
              <a:off x="1920182" y="6201090"/>
              <a:ext cx="82259" cy="57124"/>
            </a:xfrm>
            <a:custGeom>
              <a:avLst/>
              <a:gdLst>
                <a:gd name="T0" fmla="*/ 18 w 33"/>
                <a:gd name="T1" fmla="*/ 22 h 23"/>
                <a:gd name="T2" fmla="*/ 1 w 33"/>
                <a:gd name="T3" fmla="*/ 13 h 23"/>
                <a:gd name="T4" fmla="*/ 14 w 33"/>
                <a:gd name="T5" fmla="*/ 1 h 23"/>
                <a:gd name="T6" fmla="*/ 32 w 33"/>
                <a:gd name="T7" fmla="*/ 10 h 23"/>
                <a:gd name="T8" fmla="*/ 18 w 33"/>
                <a:gd name="T9" fmla="*/ 22 h 23"/>
              </a:gdLst>
              <a:ahLst/>
              <a:cxnLst>
                <a:cxn ang="0">
                  <a:pos x="T0" y="T1"/>
                </a:cxn>
                <a:cxn ang="0">
                  <a:pos x="T2" y="T3"/>
                </a:cxn>
                <a:cxn ang="0">
                  <a:pos x="T4" y="T5"/>
                </a:cxn>
                <a:cxn ang="0">
                  <a:pos x="T6" y="T7"/>
                </a:cxn>
                <a:cxn ang="0">
                  <a:pos x="T8" y="T9"/>
                </a:cxn>
              </a:cxnLst>
              <a:rect l="0" t="0" r="r" b="b"/>
              <a:pathLst>
                <a:path w="33" h="23">
                  <a:moveTo>
                    <a:pt x="18" y="22"/>
                  </a:moveTo>
                  <a:cubicBezTo>
                    <a:pt x="10" y="23"/>
                    <a:pt x="3" y="19"/>
                    <a:pt x="1" y="13"/>
                  </a:cubicBezTo>
                  <a:cubicBezTo>
                    <a:pt x="0" y="7"/>
                    <a:pt x="6" y="2"/>
                    <a:pt x="14" y="1"/>
                  </a:cubicBezTo>
                  <a:cubicBezTo>
                    <a:pt x="23" y="0"/>
                    <a:pt x="31" y="4"/>
                    <a:pt x="32" y="10"/>
                  </a:cubicBezTo>
                  <a:cubicBezTo>
                    <a:pt x="33" y="15"/>
                    <a:pt x="27" y="21"/>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 name="Freeform 1018">
              <a:extLst>
                <a:ext uri="{FF2B5EF4-FFF2-40B4-BE49-F238E27FC236}">
                  <a16:creationId xmlns:a16="http://schemas.microsoft.com/office/drawing/2014/main" id="{74542740-19B6-02E7-8482-0588FE07C216}"/>
                </a:ext>
              </a:extLst>
            </p:cNvPr>
            <p:cNvSpPr>
              <a:spLocks/>
            </p:cNvSpPr>
            <p:nvPr/>
          </p:nvSpPr>
          <p:spPr bwMode="auto">
            <a:xfrm rot="5094805">
              <a:off x="1877935" y="6007778"/>
              <a:ext cx="77689" cy="61694"/>
            </a:xfrm>
            <a:custGeom>
              <a:avLst/>
              <a:gdLst>
                <a:gd name="T0" fmla="*/ 18 w 32"/>
                <a:gd name="T1" fmla="*/ 23 h 25"/>
                <a:gd name="T2" fmla="*/ 1 w 32"/>
                <a:gd name="T3" fmla="*/ 15 h 25"/>
                <a:gd name="T4" fmla="*/ 13 w 32"/>
                <a:gd name="T5" fmla="*/ 2 h 25"/>
                <a:gd name="T6" fmla="*/ 31 w 32"/>
                <a:gd name="T7" fmla="*/ 9 h 25"/>
                <a:gd name="T8" fmla="*/ 18 w 32"/>
                <a:gd name="T9" fmla="*/ 23 h 25"/>
              </a:gdLst>
              <a:ahLst/>
              <a:cxnLst>
                <a:cxn ang="0">
                  <a:pos x="T0" y="T1"/>
                </a:cxn>
                <a:cxn ang="0">
                  <a:pos x="T2" y="T3"/>
                </a:cxn>
                <a:cxn ang="0">
                  <a:pos x="T4" y="T5"/>
                </a:cxn>
                <a:cxn ang="0">
                  <a:pos x="T6" y="T7"/>
                </a:cxn>
                <a:cxn ang="0">
                  <a:pos x="T8" y="T9"/>
                </a:cxn>
              </a:cxnLst>
              <a:rect l="0" t="0" r="r" b="b"/>
              <a:pathLst>
                <a:path w="32" h="25">
                  <a:moveTo>
                    <a:pt x="18" y="23"/>
                  </a:moveTo>
                  <a:cubicBezTo>
                    <a:pt x="10" y="25"/>
                    <a:pt x="2" y="21"/>
                    <a:pt x="1" y="15"/>
                  </a:cubicBezTo>
                  <a:cubicBezTo>
                    <a:pt x="0" y="9"/>
                    <a:pt x="5" y="4"/>
                    <a:pt x="13" y="2"/>
                  </a:cubicBezTo>
                  <a:cubicBezTo>
                    <a:pt x="22" y="0"/>
                    <a:pt x="30" y="3"/>
                    <a:pt x="31" y="9"/>
                  </a:cubicBezTo>
                  <a:cubicBezTo>
                    <a:pt x="32" y="15"/>
                    <a:pt x="26" y="21"/>
                    <a:pt x="1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 name="Freeform 1019">
              <a:extLst>
                <a:ext uri="{FF2B5EF4-FFF2-40B4-BE49-F238E27FC236}">
                  <a16:creationId xmlns:a16="http://schemas.microsoft.com/office/drawing/2014/main" id="{BA145862-4CC0-92C6-625A-517CBDA0580A}"/>
                </a:ext>
              </a:extLst>
            </p:cNvPr>
            <p:cNvSpPr>
              <a:spLocks/>
            </p:cNvSpPr>
            <p:nvPr/>
          </p:nvSpPr>
          <p:spPr bwMode="auto">
            <a:xfrm rot="5094805">
              <a:off x="1816430" y="5814737"/>
              <a:ext cx="79974" cy="70834"/>
            </a:xfrm>
            <a:custGeom>
              <a:avLst/>
              <a:gdLst>
                <a:gd name="T0" fmla="*/ 17 w 32"/>
                <a:gd name="T1" fmla="*/ 26 h 28"/>
                <a:gd name="T2" fmla="*/ 1 w 32"/>
                <a:gd name="T3" fmla="*/ 18 h 28"/>
                <a:gd name="T4" fmla="*/ 13 w 32"/>
                <a:gd name="T5" fmla="*/ 3 h 28"/>
                <a:gd name="T6" fmla="*/ 31 w 32"/>
                <a:gd name="T7" fmla="*/ 10 h 28"/>
                <a:gd name="T8" fmla="*/ 17 w 32"/>
                <a:gd name="T9" fmla="*/ 26 h 28"/>
              </a:gdLst>
              <a:ahLst/>
              <a:cxnLst>
                <a:cxn ang="0">
                  <a:pos x="T0" y="T1"/>
                </a:cxn>
                <a:cxn ang="0">
                  <a:pos x="T2" y="T3"/>
                </a:cxn>
                <a:cxn ang="0">
                  <a:pos x="T4" y="T5"/>
                </a:cxn>
                <a:cxn ang="0">
                  <a:pos x="T6" y="T7"/>
                </a:cxn>
                <a:cxn ang="0">
                  <a:pos x="T8" y="T9"/>
                </a:cxn>
              </a:cxnLst>
              <a:rect l="0" t="0" r="r" b="b"/>
              <a:pathLst>
                <a:path w="32" h="28">
                  <a:moveTo>
                    <a:pt x="17" y="26"/>
                  </a:moveTo>
                  <a:cubicBezTo>
                    <a:pt x="9" y="28"/>
                    <a:pt x="2" y="24"/>
                    <a:pt x="1" y="18"/>
                  </a:cubicBezTo>
                  <a:cubicBezTo>
                    <a:pt x="0" y="11"/>
                    <a:pt x="5" y="5"/>
                    <a:pt x="13" y="3"/>
                  </a:cubicBezTo>
                  <a:cubicBezTo>
                    <a:pt x="22" y="0"/>
                    <a:pt x="30" y="3"/>
                    <a:pt x="31" y="10"/>
                  </a:cubicBezTo>
                  <a:cubicBezTo>
                    <a:pt x="32" y="16"/>
                    <a:pt x="26" y="23"/>
                    <a:pt x="1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 name="Freeform 1020">
              <a:extLst>
                <a:ext uri="{FF2B5EF4-FFF2-40B4-BE49-F238E27FC236}">
                  <a16:creationId xmlns:a16="http://schemas.microsoft.com/office/drawing/2014/main" id="{38D256B3-063D-F7B8-49E6-3444AC8FECA8}"/>
                </a:ext>
              </a:extLst>
            </p:cNvPr>
            <p:cNvSpPr>
              <a:spLocks/>
            </p:cNvSpPr>
            <p:nvPr/>
          </p:nvSpPr>
          <p:spPr bwMode="auto">
            <a:xfrm rot="5094805">
              <a:off x="1740237" y="5626537"/>
              <a:ext cx="79974" cy="75404"/>
            </a:xfrm>
            <a:custGeom>
              <a:avLst/>
              <a:gdLst>
                <a:gd name="T0" fmla="*/ 18 w 32"/>
                <a:gd name="T1" fmla="*/ 27 h 30"/>
                <a:gd name="T2" fmla="*/ 1 w 32"/>
                <a:gd name="T3" fmla="*/ 20 h 30"/>
                <a:gd name="T4" fmla="*/ 14 w 32"/>
                <a:gd name="T5" fmla="*/ 3 h 30"/>
                <a:gd name="T6" fmla="*/ 31 w 32"/>
                <a:gd name="T7" fmla="*/ 10 h 30"/>
                <a:gd name="T8" fmla="*/ 18 w 32"/>
                <a:gd name="T9" fmla="*/ 27 h 30"/>
              </a:gdLst>
              <a:ahLst/>
              <a:cxnLst>
                <a:cxn ang="0">
                  <a:pos x="T0" y="T1"/>
                </a:cxn>
                <a:cxn ang="0">
                  <a:pos x="T2" y="T3"/>
                </a:cxn>
                <a:cxn ang="0">
                  <a:pos x="T4" y="T5"/>
                </a:cxn>
                <a:cxn ang="0">
                  <a:pos x="T6" y="T7"/>
                </a:cxn>
                <a:cxn ang="0">
                  <a:pos x="T8" y="T9"/>
                </a:cxn>
              </a:cxnLst>
              <a:rect l="0" t="0" r="r" b="b"/>
              <a:pathLst>
                <a:path w="32" h="30">
                  <a:moveTo>
                    <a:pt x="18" y="27"/>
                  </a:moveTo>
                  <a:cubicBezTo>
                    <a:pt x="9" y="30"/>
                    <a:pt x="2" y="26"/>
                    <a:pt x="1" y="20"/>
                  </a:cubicBezTo>
                  <a:cubicBezTo>
                    <a:pt x="0" y="13"/>
                    <a:pt x="5" y="6"/>
                    <a:pt x="14" y="3"/>
                  </a:cubicBezTo>
                  <a:cubicBezTo>
                    <a:pt x="22" y="0"/>
                    <a:pt x="30" y="2"/>
                    <a:pt x="31" y="10"/>
                  </a:cubicBezTo>
                  <a:cubicBezTo>
                    <a:pt x="32" y="16"/>
                    <a:pt x="26" y="24"/>
                    <a:pt x="18"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 name="Freeform 1021">
              <a:extLst>
                <a:ext uri="{FF2B5EF4-FFF2-40B4-BE49-F238E27FC236}">
                  <a16:creationId xmlns:a16="http://schemas.microsoft.com/office/drawing/2014/main" id="{38854E64-3378-56E8-42ED-84733C52BCB5}"/>
                </a:ext>
              </a:extLst>
            </p:cNvPr>
            <p:cNvSpPr>
              <a:spLocks/>
            </p:cNvSpPr>
            <p:nvPr/>
          </p:nvSpPr>
          <p:spPr bwMode="auto">
            <a:xfrm rot="5094805">
              <a:off x="1654844" y="5439253"/>
              <a:ext cx="77689" cy="77689"/>
            </a:xfrm>
            <a:custGeom>
              <a:avLst/>
              <a:gdLst>
                <a:gd name="T0" fmla="*/ 17 w 32"/>
                <a:gd name="T1" fmla="*/ 28 h 31"/>
                <a:gd name="T2" fmla="*/ 1 w 32"/>
                <a:gd name="T3" fmla="*/ 21 h 31"/>
                <a:gd name="T4" fmla="*/ 14 w 32"/>
                <a:gd name="T5" fmla="*/ 3 h 31"/>
                <a:gd name="T6" fmla="*/ 31 w 32"/>
                <a:gd name="T7" fmla="*/ 10 h 31"/>
                <a:gd name="T8" fmla="*/ 17 w 32"/>
                <a:gd name="T9" fmla="*/ 28 h 31"/>
              </a:gdLst>
              <a:ahLst/>
              <a:cxnLst>
                <a:cxn ang="0">
                  <a:pos x="T0" y="T1"/>
                </a:cxn>
                <a:cxn ang="0">
                  <a:pos x="T2" y="T3"/>
                </a:cxn>
                <a:cxn ang="0">
                  <a:pos x="T4" y="T5"/>
                </a:cxn>
                <a:cxn ang="0">
                  <a:pos x="T6" y="T7"/>
                </a:cxn>
                <a:cxn ang="0">
                  <a:pos x="T8" y="T9"/>
                </a:cxn>
              </a:cxnLst>
              <a:rect l="0" t="0" r="r" b="b"/>
              <a:pathLst>
                <a:path w="32" h="31">
                  <a:moveTo>
                    <a:pt x="17" y="28"/>
                  </a:moveTo>
                  <a:cubicBezTo>
                    <a:pt x="9" y="31"/>
                    <a:pt x="2" y="28"/>
                    <a:pt x="1" y="21"/>
                  </a:cubicBezTo>
                  <a:cubicBezTo>
                    <a:pt x="0" y="14"/>
                    <a:pt x="6" y="6"/>
                    <a:pt x="14" y="3"/>
                  </a:cubicBezTo>
                  <a:cubicBezTo>
                    <a:pt x="23" y="0"/>
                    <a:pt x="31" y="3"/>
                    <a:pt x="31" y="10"/>
                  </a:cubicBezTo>
                  <a:cubicBezTo>
                    <a:pt x="32" y="17"/>
                    <a:pt x="26" y="25"/>
                    <a:pt x="1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 name="Freeform 1022">
              <a:extLst>
                <a:ext uri="{FF2B5EF4-FFF2-40B4-BE49-F238E27FC236}">
                  <a16:creationId xmlns:a16="http://schemas.microsoft.com/office/drawing/2014/main" id="{70E7A057-974D-23E3-CC2B-F30EF3AD3633}"/>
                </a:ext>
              </a:extLst>
            </p:cNvPr>
            <p:cNvSpPr>
              <a:spLocks/>
            </p:cNvSpPr>
            <p:nvPr/>
          </p:nvSpPr>
          <p:spPr bwMode="auto">
            <a:xfrm rot="5094805">
              <a:off x="1556094" y="5255355"/>
              <a:ext cx="77689" cy="82259"/>
            </a:xfrm>
            <a:custGeom>
              <a:avLst/>
              <a:gdLst>
                <a:gd name="T0" fmla="*/ 18 w 32"/>
                <a:gd name="T1" fmla="*/ 29 h 33"/>
                <a:gd name="T2" fmla="*/ 1 w 32"/>
                <a:gd name="T3" fmla="*/ 24 h 33"/>
                <a:gd name="T4" fmla="*/ 13 w 32"/>
                <a:gd name="T5" fmla="*/ 5 h 33"/>
                <a:gd name="T6" fmla="*/ 31 w 32"/>
                <a:gd name="T7" fmla="*/ 10 h 33"/>
                <a:gd name="T8" fmla="*/ 18 w 32"/>
                <a:gd name="T9" fmla="*/ 29 h 33"/>
              </a:gdLst>
              <a:ahLst/>
              <a:cxnLst>
                <a:cxn ang="0">
                  <a:pos x="T0" y="T1"/>
                </a:cxn>
                <a:cxn ang="0">
                  <a:pos x="T2" y="T3"/>
                </a:cxn>
                <a:cxn ang="0">
                  <a:pos x="T4" y="T5"/>
                </a:cxn>
                <a:cxn ang="0">
                  <a:pos x="T6" y="T7"/>
                </a:cxn>
                <a:cxn ang="0">
                  <a:pos x="T8" y="T9"/>
                </a:cxn>
              </a:cxnLst>
              <a:rect l="0" t="0" r="r" b="b"/>
              <a:pathLst>
                <a:path w="32" h="33">
                  <a:moveTo>
                    <a:pt x="18" y="29"/>
                  </a:moveTo>
                  <a:cubicBezTo>
                    <a:pt x="10" y="33"/>
                    <a:pt x="2" y="30"/>
                    <a:pt x="1" y="24"/>
                  </a:cubicBezTo>
                  <a:cubicBezTo>
                    <a:pt x="0" y="17"/>
                    <a:pt x="5" y="9"/>
                    <a:pt x="13" y="5"/>
                  </a:cubicBezTo>
                  <a:cubicBezTo>
                    <a:pt x="22" y="0"/>
                    <a:pt x="30" y="3"/>
                    <a:pt x="31" y="10"/>
                  </a:cubicBezTo>
                  <a:cubicBezTo>
                    <a:pt x="32" y="17"/>
                    <a:pt x="26" y="25"/>
                    <a:pt x="18"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 name="Freeform 1023">
              <a:extLst>
                <a:ext uri="{FF2B5EF4-FFF2-40B4-BE49-F238E27FC236}">
                  <a16:creationId xmlns:a16="http://schemas.microsoft.com/office/drawing/2014/main" id="{C5A8F2A4-7D3F-A538-DD89-35E66524878B}"/>
                </a:ext>
              </a:extLst>
            </p:cNvPr>
            <p:cNvSpPr>
              <a:spLocks/>
            </p:cNvSpPr>
            <p:nvPr/>
          </p:nvSpPr>
          <p:spPr bwMode="auto">
            <a:xfrm rot="5094805">
              <a:off x="1448028" y="5074359"/>
              <a:ext cx="82259" cy="77689"/>
            </a:xfrm>
            <a:custGeom>
              <a:avLst/>
              <a:gdLst>
                <a:gd name="T0" fmla="*/ 19 w 33"/>
                <a:gd name="T1" fmla="*/ 28 h 32"/>
                <a:gd name="T2" fmla="*/ 2 w 33"/>
                <a:gd name="T3" fmla="*/ 24 h 32"/>
                <a:gd name="T4" fmla="*/ 15 w 33"/>
                <a:gd name="T5" fmla="*/ 4 h 32"/>
                <a:gd name="T6" fmla="*/ 32 w 33"/>
                <a:gd name="T7" fmla="*/ 9 h 32"/>
                <a:gd name="T8" fmla="*/ 19 w 33"/>
                <a:gd name="T9" fmla="*/ 28 h 32"/>
              </a:gdLst>
              <a:ahLst/>
              <a:cxnLst>
                <a:cxn ang="0">
                  <a:pos x="T0" y="T1"/>
                </a:cxn>
                <a:cxn ang="0">
                  <a:pos x="T2" y="T3"/>
                </a:cxn>
                <a:cxn ang="0">
                  <a:pos x="T4" y="T5"/>
                </a:cxn>
                <a:cxn ang="0">
                  <a:pos x="T6" y="T7"/>
                </a:cxn>
                <a:cxn ang="0">
                  <a:pos x="T8" y="T9"/>
                </a:cxn>
              </a:cxnLst>
              <a:rect l="0" t="0" r="r" b="b"/>
              <a:pathLst>
                <a:path w="33" h="32">
                  <a:moveTo>
                    <a:pt x="19" y="28"/>
                  </a:moveTo>
                  <a:cubicBezTo>
                    <a:pt x="11" y="32"/>
                    <a:pt x="3" y="30"/>
                    <a:pt x="2" y="24"/>
                  </a:cubicBezTo>
                  <a:cubicBezTo>
                    <a:pt x="0" y="17"/>
                    <a:pt x="6" y="8"/>
                    <a:pt x="15" y="4"/>
                  </a:cubicBezTo>
                  <a:cubicBezTo>
                    <a:pt x="23" y="0"/>
                    <a:pt x="31" y="2"/>
                    <a:pt x="32" y="9"/>
                  </a:cubicBezTo>
                  <a:cubicBezTo>
                    <a:pt x="33" y="15"/>
                    <a:pt x="27" y="24"/>
                    <a:pt x="19"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 name="Freeform 1024">
              <a:extLst>
                <a:ext uri="{FF2B5EF4-FFF2-40B4-BE49-F238E27FC236}">
                  <a16:creationId xmlns:a16="http://schemas.microsoft.com/office/drawing/2014/main" id="{88BCCB23-C243-320E-CA01-957C3A26E81F}"/>
                </a:ext>
              </a:extLst>
            </p:cNvPr>
            <p:cNvSpPr>
              <a:spLocks/>
            </p:cNvSpPr>
            <p:nvPr/>
          </p:nvSpPr>
          <p:spPr bwMode="auto">
            <a:xfrm rot="5094805">
              <a:off x="1336769" y="4892920"/>
              <a:ext cx="77689" cy="79974"/>
            </a:xfrm>
            <a:custGeom>
              <a:avLst/>
              <a:gdLst>
                <a:gd name="T0" fmla="*/ 17 w 31"/>
                <a:gd name="T1" fmla="*/ 28 h 32"/>
                <a:gd name="T2" fmla="*/ 1 w 31"/>
                <a:gd name="T3" fmla="*/ 24 h 32"/>
                <a:gd name="T4" fmla="*/ 13 w 31"/>
                <a:gd name="T5" fmla="*/ 5 h 32"/>
                <a:gd name="T6" fmla="*/ 31 w 31"/>
                <a:gd name="T7" fmla="*/ 9 h 32"/>
                <a:gd name="T8" fmla="*/ 17 w 31"/>
                <a:gd name="T9" fmla="*/ 28 h 32"/>
              </a:gdLst>
              <a:ahLst/>
              <a:cxnLst>
                <a:cxn ang="0">
                  <a:pos x="T0" y="T1"/>
                </a:cxn>
                <a:cxn ang="0">
                  <a:pos x="T2" y="T3"/>
                </a:cxn>
                <a:cxn ang="0">
                  <a:pos x="T4" y="T5"/>
                </a:cxn>
                <a:cxn ang="0">
                  <a:pos x="T6" y="T7"/>
                </a:cxn>
                <a:cxn ang="0">
                  <a:pos x="T8" y="T9"/>
                </a:cxn>
              </a:cxnLst>
              <a:rect l="0" t="0" r="r" b="b"/>
              <a:pathLst>
                <a:path w="31" h="32">
                  <a:moveTo>
                    <a:pt x="17" y="28"/>
                  </a:moveTo>
                  <a:cubicBezTo>
                    <a:pt x="9" y="32"/>
                    <a:pt x="2" y="30"/>
                    <a:pt x="1" y="24"/>
                  </a:cubicBezTo>
                  <a:cubicBezTo>
                    <a:pt x="0" y="18"/>
                    <a:pt x="5" y="9"/>
                    <a:pt x="13" y="5"/>
                  </a:cubicBezTo>
                  <a:cubicBezTo>
                    <a:pt x="22" y="0"/>
                    <a:pt x="30" y="2"/>
                    <a:pt x="31" y="9"/>
                  </a:cubicBezTo>
                  <a:cubicBezTo>
                    <a:pt x="31" y="15"/>
                    <a:pt x="26" y="24"/>
                    <a:pt x="1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 name="Freeform 1025">
              <a:extLst>
                <a:ext uri="{FF2B5EF4-FFF2-40B4-BE49-F238E27FC236}">
                  <a16:creationId xmlns:a16="http://schemas.microsoft.com/office/drawing/2014/main" id="{9AFC50FF-40E9-6BE5-1560-8362CE4722EC}"/>
                </a:ext>
              </a:extLst>
            </p:cNvPr>
            <p:cNvSpPr>
              <a:spLocks/>
            </p:cNvSpPr>
            <p:nvPr/>
          </p:nvSpPr>
          <p:spPr bwMode="auto">
            <a:xfrm rot="5094805">
              <a:off x="1220949" y="4713969"/>
              <a:ext cx="77689" cy="77689"/>
            </a:xfrm>
            <a:custGeom>
              <a:avLst/>
              <a:gdLst>
                <a:gd name="T0" fmla="*/ 17 w 31"/>
                <a:gd name="T1" fmla="*/ 27 h 31"/>
                <a:gd name="T2" fmla="*/ 1 w 31"/>
                <a:gd name="T3" fmla="*/ 23 h 31"/>
                <a:gd name="T4" fmla="*/ 14 w 31"/>
                <a:gd name="T5" fmla="*/ 5 h 31"/>
                <a:gd name="T6" fmla="*/ 31 w 31"/>
                <a:gd name="T7" fmla="*/ 9 h 31"/>
                <a:gd name="T8" fmla="*/ 17 w 31"/>
                <a:gd name="T9" fmla="*/ 27 h 31"/>
              </a:gdLst>
              <a:ahLst/>
              <a:cxnLst>
                <a:cxn ang="0">
                  <a:pos x="T0" y="T1"/>
                </a:cxn>
                <a:cxn ang="0">
                  <a:pos x="T2" y="T3"/>
                </a:cxn>
                <a:cxn ang="0">
                  <a:pos x="T4" y="T5"/>
                </a:cxn>
                <a:cxn ang="0">
                  <a:pos x="T6" y="T7"/>
                </a:cxn>
                <a:cxn ang="0">
                  <a:pos x="T8" y="T9"/>
                </a:cxn>
              </a:cxnLst>
              <a:rect l="0" t="0" r="r" b="b"/>
              <a:pathLst>
                <a:path w="31" h="31">
                  <a:moveTo>
                    <a:pt x="17" y="27"/>
                  </a:moveTo>
                  <a:cubicBezTo>
                    <a:pt x="8" y="31"/>
                    <a:pt x="2" y="29"/>
                    <a:pt x="1" y="23"/>
                  </a:cubicBezTo>
                  <a:cubicBezTo>
                    <a:pt x="0" y="17"/>
                    <a:pt x="6" y="9"/>
                    <a:pt x="14" y="5"/>
                  </a:cubicBezTo>
                  <a:cubicBezTo>
                    <a:pt x="23" y="0"/>
                    <a:pt x="31" y="2"/>
                    <a:pt x="31" y="9"/>
                  </a:cubicBezTo>
                  <a:cubicBezTo>
                    <a:pt x="31" y="15"/>
                    <a:pt x="25" y="23"/>
                    <a:pt x="17"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 name="Freeform 1028">
              <a:extLst>
                <a:ext uri="{FF2B5EF4-FFF2-40B4-BE49-F238E27FC236}">
                  <a16:creationId xmlns:a16="http://schemas.microsoft.com/office/drawing/2014/main" id="{CBEC486E-6760-1E91-F4DA-EA8E113E1272}"/>
                </a:ext>
              </a:extLst>
            </p:cNvPr>
            <p:cNvSpPr>
              <a:spLocks/>
            </p:cNvSpPr>
            <p:nvPr/>
          </p:nvSpPr>
          <p:spPr bwMode="auto">
            <a:xfrm rot="5094805">
              <a:off x="1107093" y="4429416"/>
              <a:ext cx="75404" cy="73119"/>
            </a:xfrm>
            <a:custGeom>
              <a:avLst/>
              <a:gdLst>
                <a:gd name="T0" fmla="*/ 16 w 30"/>
                <a:gd name="T1" fmla="*/ 25 h 29"/>
                <a:gd name="T2" fmla="*/ 1 w 30"/>
                <a:gd name="T3" fmla="*/ 22 h 29"/>
                <a:gd name="T4" fmla="*/ 13 w 30"/>
                <a:gd name="T5" fmla="*/ 4 h 29"/>
                <a:gd name="T6" fmla="*/ 29 w 30"/>
                <a:gd name="T7" fmla="*/ 6 h 29"/>
                <a:gd name="T8" fmla="*/ 16 w 30"/>
                <a:gd name="T9" fmla="*/ 25 h 29"/>
              </a:gdLst>
              <a:ahLst/>
              <a:cxnLst>
                <a:cxn ang="0">
                  <a:pos x="T0" y="T1"/>
                </a:cxn>
                <a:cxn ang="0">
                  <a:pos x="T2" y="T3"/>
                </a:cxn>
                <a:cxn ang="0">
                  <a:pos x="T4" y="T5"/>
                </a:cxn>
                <a:cxn ang="0">
                  <a:pos x="T6" y="T7"/>
                </a:cxn>
                <a:cxn ang="0">
                  <a:pos x="T8" y="T9"/>
                </a:cxn>
              </a:cxnLst>
              <a:rect l="0" t="0" r="r" b="b"/>
              <a:pathLst>
                <a:path w="30" h="29">
                  <a:moveTo>
                    <a:pt x="16" y="25"/>
                  </a:moveTo>
                  <a:cubicBezTo>
                    <a:pt x="9" y="29"/>
                    <a:pt x="2" y="28"/>
                    <a:pt x="1" y="22"/>
                  </a:cubicBezTo>
                  <a:cubicBezTo>
                    <a:pt x="0" y="17"/>
                    <a:pt x="6" y="8"/>
                    <a:pt x="13" y="4"/>
                  </a:cubicBezTo>
                  <a:cubicBezTo>
                    <a:pt x="21" y="0"/>
                    <a:pt x="28" y="1"/>
                    <a:pt x="29" y="6"/>
                  </a:cubicBezTo>
                  <a:cubicBezTo>
                    <a:pt x="30" y="12"/>
                    <a:pt x="24" y="21"/>
                    <a:pt x="16"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1" name="Freeform 1029">
              <a:extLst>
                <a:ext uri="{FF2B5EF4-FFF2-40B4-BE49-F238E27FC236}">
                  <a16:creationId xmlns:a16="http://schemas.microsoft.com/office/drawing/2014/main" id="{FE3E3461-0BB8-2242-8CD0-DA696785694E}"/>
                </a:ext>
              </a:extLst>
            </p:cNvPr>
            <p:cNvSpPr>
              <a:spLocks/>
            </p:cNvSpPr>
            <p:nvPr/>
          </p:nvSpPr>
          <p:spPr bwMode="auto">
            <a:xfrm rot="5094805">
              <a:off x="983405" y="4252211"/>
              <a:ext cx="77689" cy="70834"/>
            </a:xfrm>
            <a:custGeom>
              <a:avLst/>
              <a:gdLst>
                <a:gd name="T0" fmla="*/ 29 w 31"/>
                <a:gd name="T1" fmla="*/ 6 h 29"/>
                <a:gd name="T2" fmla="*/ 17 w 31"/>
                <a:gd name="T3" fmla="*/ 24 h 29"/>
                <a:gd name="T4" fmla="*/ 1 w 31"/>
                <a:gd name="T5" fmla="*/ 23 h 29"/>
                <a:gd name="T6" fmla="*/ 13 w 31"/>
                <a:gd name="T7" fmla="*/ 5 h 29"/>
                <a:gd name="T8" fmla="*/ 29 w 31"/>
                <a:gd name="T9" fmla="*/ 6 h 29"/>
              </a:gdLst>
              <a:ahLst/>
              <a:cxnLst>
                <a:cxn ang="0">
                  <a:pos x="T0" y="T1"/>
                </a:cxn>
                <a:cxn ang="0">
                  <a:pos x="T2" y="T3"/>
                </a:cxn>
                <a:cxn ang="0">
                  <a:pos x="T4" y="T5"/>
                </a:cxn>
                <a:cxn ang="0">
                  <a:pos x="T6" y="T7"/>
                </a:cxn>
                <a:cxn ang="0">
                  <a:pos x="T8" y="T9"/>
                </a:cxn>
              </a:cxnLst>
              <a:rect l="0" t="0" r="r" b="b"/>
              <a:pathLst>
                <a:path w="31" h="29">
                  <a:moveTo>
                    <a:pt x="29" y="6"/>
                  </a:moveTo>
                  <a:cubicBezTo>
                    <a:pt x="31" y="12"/>
                    <a:pt x="25" y="20"/>
                    <a:pt x="17" y="24"/>
                  </a:cubicBezTo>
                  <a:cubicBezTo>
                    <a:pt x="10" y="29"/>
                    <a:pt x="2" y="29"/>
                    <a:pt x="1" y="23"/>
                  </a:cubicBezTo>
                  <a:cubicBezTo>
                    <a:pt x="0" y="18"/>
                    <a:pt x="5" y="10"/>
                    <a:pt x="13" y="5"/>
                  </a:cubicBezTo>
                  <a:cubicBezTo>
                    <a:pt x="20" y="0"/>
                    <a:pt x="28" y="1"/>
                    <a:pt x="2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2" name="Freeform 1030">
              <a:extLst>
                <a:ext uri="{FF2B5EF4-FFF2-40B4-BE49-F238E27FC236}">
                  <a16:creationId xmlns:a16="http://schemas.microsoft.com/office/drawing/2014/main" id="{BBC628EB-D28C-04A4-71F1-092020B5579F}"/>
                </a:ext>
              </a:extLst>
            </p:cNvPr>
            <p:cNvSpPr>
              <a:spLocks/>
            </p:cNvSpPr>
            <p:nvPr/>
          </p:nvSpPr>
          <p:spPr bwMode="auto">
            <a:xfrm rot="5094805">
              <a:off x="859619" y="4072826"/>
              <a:ext cx="77689" cy="70834"/>
            </a:xfrm>
            <a:custGeom>
              <a:avLst/>
              <a:gdLst>
                <a:gd name="T0" fmla="*/ 17 w 31"/>
                <a:gd name="T1" fmla="*/ 23 h 28"/>
                <a:gd name="T2" fmla="*/ 1 w 31"/>
                <a:gd name="T3" fmla="*/ 22 h 28"/>
                <a:gd name="T4" fmla="*/ 13 w 31"/>
                <a:gd name="T5" fmla="*/ 4 h 28"/>
                <a:gd name="T6" fmla="*/ 30 w 31"/>
                <a:gd name="T7" fmla="*/ 6 h 28"/>
                <a:gd name="T8" fmla="*/ 17 w 31"/>
                <a:gd name="T9" fmla="*/ 23 h 28"/>
              </a:gdLst>
              <a:ahLst/>
              <a:cxnLst>
                <a:cxn ang="0">
                  <a:pos x="T0" y="T1"/>
                </a:cxn>
                <a:cxn ang="0">
                  <a:pos x="T2" y="T3"/>
                </a:cxn>
                <a:cxn ang="0">
                  <a:pos x="T4" y="T5"/>
                </a:cxn>
                <a:cxn ang="0">
                  <a:pos x="T6" y="T7"/>
                </a:cxn>
                <a:cxn ang="0">
                  <a:pos x="T8" y="T9"/>
                </a:cxn>
              </a:cxnLst>
              <a:rect l="0" t="0" r="r" b="b"/>
              <a:pathLst>
                <a:path w="31" h="28">
                  <a:moveTo>
                    <a:pt x="17" y="23"/>
                  </a:moveTo>
                  <a:cubicBezTo>
                    <a:pt x="10" y="28"/>
                    <a:pt x="2" y="27"/>
                    <a:pt x="1" y="22"/>
                  </a:cubicBezTo>
                  <a:cubicBezTo>
                    <a:pt x="0" y="17"/>
                    <a:pt x="5" y="9"/>
                    <a:pt x="13" y="4"/>
                  </a:cubicBezTo>
                  <a:cubicBezTo>
                    <a:pt x="21" y="0"/>
                    <a:pt x="28" y="0"/>
                    <a:pt x="30" y="6"/>
                  </a:cubicBezTo>
                  <a:cubicBezTo>
                    <a:pt x="31" y="11"/>
                    <a:pt x="25" y="19"/>
                    <a:pt x="1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3" name="Freeform 1031">
              <a:extLst>
                <a:ext uri="{FF2B5EF4-FFF2-40B4-BE49-F238E27FC236}">
                  <a16:creationId xmlns:a16="http://schemas.microsoft.com/office/drawing/2014/main" id="{CB1D6753-B0B1-5C1C-011F-697826D6EE37}"/>
                </a:ext>
              </a:extLst>
            </p:cNvPr>
            <p:cNvSpPr>
              <a:spLocks/>
            </p:cNvSpPr>
            <p:nvPr/>
          </p:nvSpPr>
          <p:spPr bwMode="auto">
            <a:xfrm rot="5094805">
              <a:off x="741426" y="3894184"/>
              <a:ext cx="75404" cy="66264"/>
            </a:xfrm>
            <a:custGeom>
              <a:avLst/>
              <a:gdLst>
                <a:gd name="T0" fmla="*/ 18 w 31"/>
                <a:gd name="T1" fmla="*/ 22 h 27"/>
                <a:gd name="T2" fmla="*/ 1 w 31"/>
                <a:gd name="T3" fmla="*/ 21 h 27"/>
                <a:gd name="T4" fmla="*/ 13 w 31"/>
                <a:gd name="T5" fmla="*/ 4 h 27"/>
                <a:gd name="T6" fmla="*/ 30 w 31"/>
                <a:gd name="T7" fmla="*/ 5 h 27"/>
                <a:gd name="T8" fmla="*/ 18 w 31"/>
                <a:gd name="T9" fmla="*/ 22 h 27"/>
              </a:gdLst>
              <a:ahLst/>
              <a:cxnLst>
                <a:cxn ang="0">
                  <a:pos x="T0" y="T1"/>
                </a:cxn>
                <a:cxn ang="0">
                  <a:pos x="T2" y="T3"/>
                </a:cxn>
                <a:cxn ang="0">
                  <a:pos x="T4" y="T5"/>
                </a:cxn>
                <a:cxn ang="0">
                  <a:pos x="T6" y="T7"/>
                </a:cxn>
                <a:cxn ang="0">
                  <a:pos x="T8" y="T9"/>
                </a:cxn>
              </a:cxnLst>
              <a:rect l="0" t="0" r="r" b="b"/>
              <a:pathLst>
                <a:path w="31" h="27">
                  <a:moveTo>
                    <a:pt x="18" y="22"/>
                  </a:moveTo>
                  <a:cubicBezTo>
                    <a:pt x="10" y="27"/>
                    <a:pt x="2" y="26"/>
                    <a:pt x="1" y="21"/>
                  </a:cubicBezTo>
                  <a:cubicBezTo>
                    <a:pt x="0" y="16"/>
                    <a:pt x="5" y="9"/>
                    <a:pt x="13" y="4"/>
                  </a:cubicBezTo>
                  <a:cubicBezTo>
                    <a:pt x="21" y="0"/>
                    <a:pt x="28" y="0"/>
                    <a:pt x="30" y="5"/>
                  </a:cubicBezTo>
                  <a:cubicBezTo>
                    <a:pt x="31" y="10"/>
                    <a:pt x="25" y="18"/>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4" name="Freeform 1032">
              <a:extLst>
                <a:ext uri="{FF2B5EF4-FFF2-40B4-BE49-F238E27FC236}">
                  <a16:creationId xmlns:a16="http://schemas.microsoft.com/office/drawing/2014/main" id="{1F7BECBB-CAFA-183B-6F6F-479EDAF6C2E1}"/>
                </a:ext>
              </a:extLst>
            </p:cNvPr>
            <p:cNvSpPr>
              <a:spLocks/>
            </p:cNvSpPr>
            <p:nvPr/>
          </p:nvSpPr>
          <p:spPr bwMode="auto">
            <a:xfrm rot="5094805">
              <a:off x="630158" y="3714827"/>
              <a:ext cx="75404" cy="63979"/>
            </a:xfrm>
            <a:custGeom>
              <a:avLst/>
              <a:gdLst>
                <a:gd name="T0" fmla="*/ 14 w 31"/>
                <a:gd name="T1" fmla="*/ 4 h 26"/>
                <a:gd name="T2" fmla="*/ 30 w 31"/>
                <a:gd name="T3" fmla="*/ 6 h 26"/>
                <a:gd name="T4" fmla="*/ 17 w 31"/>
                <a:gd name="T5" fmla="*/ 22 h 26"/>
                <a:gd name="T6" fmla="*/ 1 w 31"/>
                <a:gd name="T7" fmla="*/ 20 h 26"/>
                <a:gd name="T8" fmla="*/ 14 w 31"/>
                <a:gd name="T9" fmla="*/ 4 h 26"/>
              </a:gdLst>
              <a:ahLst/>
              <a:cxnLst>
                <a:cxn ang="0">
                  <a:pos x="T0" y="T1"/>
                </a:cxn>
                <a:cxn ang="0">
                  <a:pos x="T2" y="T3"/>
                </a:cxn>
                <a:cxn ang="0">
                  <a:pos x="T4" y="T5"/>
                </a:cxn>
                <a:cxn ang="0">
                  <a:pos x="T6" y="T7"/>
                </a:cxn>
                <a:cxn ang="0">
                  <a:pos x="T8" y="T9"/>
                </a:cxn>
              </a:cxnLst>
              <a:rect l="0" t="0" r="r" b="b"/>
              <a:pathLst>
                <a:path w="31" h="26">
                  <a:moveTo>
                    <a:pt x="14" y="4"/>
                  </a:moveTo>
                  <a:cubicBezTo>
                    <a:pt x="22" y="0"/>
                    <a:pt x="29" y="1"/>
                    <a:pt x="30" y="6"/>
                  </a:cubicBezTo>
                  <a:cubicBezTo>
                    <a:pt x="31" y="11"/>
                    <a:pt x="25" y="19"/>
                    <a:pt x="17" y="22"/>
                  </a:cubicBezTo>
                  <a:cubicBezTo>
                    <a:pt x="9" y="26"/>
                    <a:pt x="2" y="25"/>
                    <a:pt x="1" y="20"/>
                  </a:cubicBezTo>
                  <a:cubicBezTo>
                    <a:pt x="0" y="15"/>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5" name="Freeform 1033">
              <a:extLst>
                <a:ext uri="{FF2B5EF4-FFF2-40B4-BE49-F238E27FC236}">
                  <a16:creationId xmlns:a16="http://schemas.microsoft.com/office/drawing/2014/main" id="{667DC3A3-F5CF-BD7A-EBEF-88BDC6A1087B}"/>
                </a:ext>
              </a:extLst>
            </p:cNvPr>
            <p:cNvSpPr>
              <a:spLocks/>
            </p:cNvSpPr>
            <p:nvPr/>
          </p:nvSpPr>
          <p:spPr bwMode="auto">
            <a:xfrm rot="5094805">
              <a:off x="524483" y="3533928"/>
              <a:ext cx="73119" cy="61694"/>
            </a:xfrm>
            <a:custGeom>
              <a:avLst/>
              <a:gdLst>
                <a:gd name="T0" fmla="*/ 14 w 30"/>
                <a:gd name="T1" fmla="*/ 4 h 25"/>
                <a:gd name="T2" fmla="*/ 30 w 30"/>
                <a:gd name="T3" fmla="*/ 6 h 25"/>
                <a:gd name="T4" fmla="*/ 16 w 30"/>
                <a:gd name="T5" fmla="*/ 21 h 25"/>
                <a:gd name="T6" fmla="*/ 1 w 30"/>
                <a:gd name="T7" fmla="*/ 19 h 25"/>
                <a:gd name="T8" fmla="*/ 14 w 30"/>
                <a:gd name="T9" fmla="*/ 4 h 25"/>
              </a:gdLst>
              <a:ahLst/>
              <a:cxnLst>
                <a:cxn ang="0">
                  <a:pos x="T0" y="T1"/>
                </a:cxn>
                <a:cxn ang="0">
                  <a:pos x="T2" y="T3"/>
                </a:cxn>
                <a:cxn ang="0">
                  <a:pos x="T4" y="T5"/>
                </a:cxn>
                <a:cxn ang="0">
                  <a:pos x="T6" y="T7"/>
                </a:cxn>
                <a:cxn ang="0">
                  <a:pos x="T8" y="T9"/>
                </a:cxn>
              </a:cxnLst>
              <a:rect l="0" t="0" r="r" b="b"/>
              <a:pathLst>
                <a:path w="30" h="25">
                  <a:moveTo>
                    <a:pt x="14" y="4"/>
                  </a:moveTo>
                  <a:cubicBezTo>
                    <a:pt x="22" y="0"/>
                    <a:pt x="29" y="2"/>
                    <a:pt x="30" y="6"/>
                  </a:cubicBezTo>
                  <a:cubicBezTo>
                    <a:pt x="30" y="11"/>
                    <a:pt x="24" y="18"/>
                    <a:pt x="16" y="21"/>
                  </a:cubicBezTo>
                  <a:cubicBezTo>
                    <a:pt x="8" y="25"/>
                    <a:pt x="1" y="24"/>
                    <a:pt x="1" y="19"/>
                  </a:cubicBezTo>
                  <a:cubicBezTo>
                    <a:pt x="0" y="14"/>
                    <a:pt x="6"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6" name="Freeform 1034">
              <a:extLst>
                <a:ext uri="{FF2B5EF4-FFF2-40B4-BE49-F238E27FC236}">
                  <a16:creationId xmlns:a16="http://schemas.microsoft.com/office/drawing/2014/main" id="{72F7AC5A-C802-3AD4-4D4D-AD6AFCD505C8}"/>
                </a:ext>
              </a:extLst>
            </p:cNvPr>
            <p:cNvSpPr>
              <a:spLocks/>
            </p:cNvSpPr>
            <p:nvPr/>
          </p:nvSpPr>
          <p:spPr bwMode="auto">
            <a:xfrm rot="5094805">
              <a:off x="426766" y="3353259"/>
              <a:ext cx="75404" cy="57124"/>
            </a:xfrm>
            <a:custGeom>
              <a:avLst/>
              <a:gdLst>
                <a:gd name="T0" fmla="*/ 16 w 30"/>
                <a:gd name="T1" fmla="*/ 20 h 23"/>
                <a:gd name="T2" fmla="*/ 0 w 30"/>
                <a:gd name="T3" fmla="*/ 17 h 23"/>
                <a:gd name="T4" fmla="*/ 13 w 30"/>
                <a:gd name="T5" fmla="*/ 3 h 23"/>
                <a:gd name="T6" fmla="*/ 29 w 30"/>
                <a:gd name="T7" fmla="*/ 6 h 23"/>
                <a:gd name="T8" fmla="*/ 16 w 30"/>
                <a:gd name="T9" fmla="*/ 20 h 23"/>
              </a:gdLst>
              <a:ahLst/>
              <a:cxnLst>
                <a:cxn ang="0">
                  <a:pos x="T0" y="T1"/>
                </a:cxn>
                <a:cxn ang="0">
                  <a:pos x="T2" y="T3"/>
                </a:cxn>
                <a:cxn ang="0">
                  <a:pos x="T4" y="T5"/>
                </a:cxn>
                <a:cxn ang="0">
                  <a:pos x="T6" y="T7"/>
                </a:cxn>
                <a:cxn ang="0">
                  <a:pos x="T8" y="T9"/>
                </a:cxn>
              </a:cxnLst>
              <a:rect l="0" t="0" r="r" b="b"/>
              <a:pathLst>
                <a:path w="30" h="23">
                  <a:moveTo>
                    <a:pt x="16" y="20"/>
                  </a:moveTo>
                  <a:cubicBezTo>
                    <a:pt x="8" y="23"/>
                    <a:pt x="1" y="22"/>
                    <a:pt x="0" y="17"/>
                  </a:cubicBezTo>
                  <a:cubicBezTo>
                    <a:pt x="0" y="13"/>
                    <a:pt x="5" y="6"/>
                    <a:pt x="13" y="3"/>
                  </a:cubicBezTo>
                  <a:cubicBezTo>
                    <a:pt x="21" y="0"/>
                    <a:pt x="28" y="1"/>
                    <a:pt x="29" y="6"/>
                  </a:cubicBezTo>
                  <a:cubicBezTo>
                    <a:pt x="30" y="10"/>
                    <a:pt x="24" y="17"/>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7" name="Freeform 1035">
              <a:extLst>
                <a:ext uri="{FF2B5EF4-FFF2-40B4-BE49-F238E27FC236}">
                  <a16:creationId xmlns:a16="http://schemas.microsoft.com/office/drawing/2014/main" id="{0BAF9FDD-8AFA-0229-B4E5-4559D87021D3}"/>
                </a:ext>
              </a:extLst>
            </p:cNvPr>
            <p:cNvSpPr>
              <a:spLocks/>
            </p:cNvSpPr>
            <p:nvPr/>
          </p:nvSpPr>
          <p:spPr bwMode="auto">
            <a:xfrm rot="5094805">
              <a:off x="334738" y="3170942"/>
              <a:ext cx="77689" cy="54839"/>
            </a:xfrm>
            <a:custGeom>
              <a:avLst/>
              <a:gdLst>
                <a:gd name="T0" fmla="*/ 30 w 31"/>
                <a:gd name="T1" fmla="*/ 5 h 22"/>
                <a:gd name="T2" fmla="*/ 17 w 31"/>
                <a:gd name="T3" fmla="*/ 19 h 22"/>
                <a:gd name="T4" fmla="*/ 1 w 31"/>
                <a:gd name="T5" fmla="*/ 16 h 22"/>
                <a:gd name="T6" fmla="*/ 13 w 31"/>
                <a:gd name="T7" fmla="*/ 3 h 22"/>
                <a:gd name="T8" fmla="*/ 30 w 31"/>
                <a:gd name="T9" fmla="*/ 5 h 22"/>
              </a:gdLst>
              <a:ahLst/>
              <a:cxnLst>
                <a:cxn ang="0">
                  <a:pos x="T0" y="T1"/>
                </a:cxn>
                <a:cxn ang="0">
                  <a:pos x="T2" y="T3"/>
                </a:cxn>
                <a:cxn ang="0">
                  <a:pos x="T4" y="T5"/>
                </a:cxn>
                <a:cxn ang="0">
                  <a:pos x="T6" y="T7"/>
                </a:cxn>
                <a:cxn ang="0">
                  <a:pos x="T8" y="T9"/>
                </a:cxn>
              </a:cxnLst>
              <a:rect l="0" t="0" r="r" b="b"/>
              <a:pathLst>
                <a:path w="31" h="22">
                  <a:moveTo>
                    <a:pt x="30" y="5"/>
                  </a:moveTo>
                  <a:cubicBezTo>
                    <a:pt x="31" y="10"/>
                    <a:pt x="25" y="16"/>
                    <a:pt x="17" y="19"/>
                  </a:cubicBezTo>
                  <a:cubicBezTo>
                    <a:pt x="10" y="22"/>
                    <a:pt x="2" y="21"/>
                    <a:pt x="1" y="16"/>
                  </a:cubicBezTo>
                  <a:cubicBezTo>
                    <a:pt x="0" y="12"/>
                    <a:pt x="5" y="6"/>
                    <a:pt x="13" y="3"/>
                  </a:cubicBezTo>
                  <a:cubicBezTo>
                    <a:pt x="21" y="0"/>
                    <a:pt x="28" y="1"/>
                    <a:pt x="3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8" name="Freeform 1036">
              <a:extLst>
                <a:ext uri="{FF2B5EF4-FFF2-40B4-BE49-F238E27FC236}">
                  <a16:creationId xmlns:a16="http://schemas.microsoft.com/office/drawing/2014/main" id="{858BF829-32A5-3ECA-1B45-1659057640CA}"/>
                </a:ext>
              </a:extLst>
            </p:cNvPr>
            <p:cNvSpPr>
              <a:spLocks/>
            </p:cNvSpPr>
            <p:nvPr/>
          </p:nvSpPr>
          <p:spPr bwMode="auto">
            <a:xfrm rot="5094805">
              <a:off x="258448" y="2985133"/>
              <a:ext cx="75404" cy="52554"/>
            </a:xfrm>
            <a:custGeom>
              <a:avLst/>
              <a:gdLst>
                <a:gd name="T0" fmla="*/ 17 w 31"/>
                <a:gd name="T1" fmla="*/ 18 h 21"/>
                <a:gd name="T2" fmla="*/ 1 w 31"/>
                <a:gd name="T3" fmla="*/ 15 h 21"/>
                <a:gd name="T4" fmla="*/ 13 w 31"/>
                <a:gd name="T5" fmla="*/ 2 h 21"/>
                <a:gd name="T6" fmla="*/ 30 w 31"/>
                <a:gd name="T7" fmla="*/ 6 h 21"/>
                <a:gd name="T8" fmla="*/ 17 w 31"/>
                <a:gd name="T9" fmla="*/ 18 h 21"/>
              </a:gdLst>
              <a:ahLst/>
              <a:cxnLst>
                <a:cxn ang="0">
                  <a:pos x="T0" y="T1"/>
                </a:cxn>
                <a:cxn ang="0">
                  <a:pos x="T2" y="T3"/>
                </a:cxn>
                <a:cxn ang="0">
                  <a:pos x="T4" y="T5"/>
                </a:cxn>
                <a:cxn ang="0">
                  <a:pos x="T6" y="T7"/>
                </a:cxn>
                <a:cxn ang="0">
                  <a:pos x="T8" y="T9"/>
                </a:cxn>
              </a:cxnLst>
              <a:rect l="0" t="0" r="r" b="b"/>
              <a:pathLst>
                <a:path w="31" h="21">
                  <a:moveTo>
                    <a:pt x="17" y="18"/>
                  </a:moveTo>
                  <a:cubicBezTo>
                    <a:pt x="9" y="21"/>
                    <a:pt x="2" y="19"/>
                    <a:pt x="1" y="15"/>
                  </a:cubicBezTo>
                  <a:cubicBezTo>
                    <a:pt x="0" y="10"/>
                    <a:pt x="5" y="5"/>
                    <a:pt x="13" y="2"/>
                  </a:cubicBezTo>
                  <a:cubicBezTo>
                    <a:pt x="21" y="0"/>
                    <a:pt x="29" y="2"/>
                    <a:pt x="30" y="6"/>
                  </a:cubicBezTo>
                  <a:cubicBezTo>
                    <a:pt x="31" y="10"/>
                    <a:pt x="25" y="16"/>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9" name="Freeform 1037">
              <a:extLst>
                <a:ext uri="{FF2B5EF4-FFF2-40B4-BE49-F238E27FC236}">
                  <a16:creationId xmlns:a16="http://schemas.microsoft.com/office/drawing/2014/main" id="{33C4939F-E6EE-797E-216F-7742DB349561}"/>
                </a:ext>
              </a:extLst>
            </p:cNvPr>
            <p:cNvSpPr>
              <a:spLocks/>
            </p:cNvSpPr>
            <p:nvPr/>
          </p:nvSpPr>
          <p:spPr bwMode="auto">
            <a:xfrm rot="5094805">
              <a:off x="193529" y="2798108"/>
              <a:ext cx="77689" cy="50269"/>
            </a:xfrm>
            <a:custGeom>
              <a:avLst/>
              <a:gdLst>
                <a:gd name="T0" fmla="*/ 17 w 31"/>
                <a:gd name="T1" fmla="*/ 18 h 20"/>
                <a:gd name="T2" fmla="*/ 1 w 31"/>
                <a:gd name="T3" fmla="*/ 13 h 20"/>
                <a:gd name="T4" fmla="*/ 14 w 31"/>
                <a:gd name="T5" fmla="*/ 2 h 20"/>
                <a:gd name="T6" fmla="*/ 30 w 31"/>
                <a:gd name="T7" fmla="*/ 7 h 20"/>
                <a:gd name="T8" fmla="*/ 17 w 31"/>
                <a:gd name="T9" fmla="*/ 18 h 20"/>
              </a:gdLst>
              <a:ahLst/>
              <a:cxnLst>
                <a:cxn ang="0">
                  <a:pos x="T0" y="T1"/>
                </a:cxn>
                <a:cxn ang="0">
                  <a:pos x="T2" y="T3"/>
                </a:cxn>
                <a:cxn ang="0">
                  <a:pos x="T4" y="T5"/>
                </a:cxn>
                <a:cxn ang="0">
                  <a:pos x="T6" y="T7"/>
                </a:cxn>
                <a:cxn ang="0">
                  <a:pos x="T8" y="T9"/>
                </a:cxn>
              </a:cxnLst>
              <a:rect l="0" t="0" r="r" b="b"/>
              <a:pathLst>
                <a:path w="31" h="20">
                  <a:moveTo>
                    <a:pt x="17" y="18"/>
                  </a:moveTo>
                  <a:cubicBezTo>
                    <a:pt x="9" y="20"/>
                    <a:pt x="2" y="18"/>
                    <a:pt x="1" y="13"/>
                  </a:cubicBezTo>
                  <a:cubicBezTo>
                    <a:pt x="0" y="9"/>
                    <a:pt x="6" y="3"/>
                    <a:pt x="14" y="2"/>
                  </a:cubicBezTo>
                  <a:cubicBezTo>
                    <a:pt x="22" y="0"/>
                    <a:pt x="29" y="3"/>
                    <a:pt x="30" y="7"/>
                  </a:cubicBezTo>
                  <a:cubicBezTo>
                    <a:pt x="31" y="11"/>
                    <a:pt x="25" y="16"/>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0" name="Freeform 1038">
              <a:extLst>
                <a:ext uri="{FF2B5EF4-FFF2-40B4-BE49-F238E27FC236}">
                  <a16:creationId xmlns:a16="http://schemas.microsoft.com/office/drawing/2014/main" id="{05C3EBE8-47FE-6965-C297-0E5582509FAE}"/>
                </a:ext>
              </a:extLst>
            </p:cNvPr>
            <p:cNvSpPr>
              <a:spLocks/>
            </p:cNvSpPr>
            <p:nvPr/>
          </p:nvSpPr>
          <p:spPr bwMode="auto">
            <a:xfrm rot="5094805">
              <a:off x="142170" y="2609974"/>
              <a:ext cx="77689" cy="45700"/>
            </a:xfrm>
            <a:custGeom>
              <a:avLst/>
              <a:gdLst>
                <a:gd name="T0" fmla="*/ 30 w 31"/>
                <a:gd name="T1" fmla="*/ 8 h 19"/>
                <a:gd name="T2" fmla="*/ 17 w 31"/>
                <a:gd name="T3" fmla="*/ 18 h 19"/>
                <a:gd name="T4" fmla="*/ 1 w 31"/>
                <a:gd name="T5" fmla="*/ 12 h 19"/>
                <a:gd name="T6" fmla="*/ 14 w 31"/>
                <a:gd name="T7" fmla="*/ 1 h 19"/>
                <a:gd name="T8" fmla="*/ 30 w 31"/>
                <a:gd name="T9" fmla="*/ 8 h 19"/>
              </a:gdLst>
              <a:ahLst/>
              <a:cxnLst>
                <a:cxn ang="0">
                  <a:pos x="T0" y="T1"/>
                </a:cxn>
                <a:cxn ang="0">
                  <a:pos x="T2" y="T3"/>
                </a:cxn>
                <a:cxn ang="0">
                  <a:pos x="T4" y="T5"/>
                </a:cxn>
                <a:cxn ang="0">
                  <a:pos x="T6" y="T7"/>
                </a:cxn>
                <a:cxn ang="0">
                  <a:pos x="T8" y="T9"/>
                </a:cxn>
              </a:cxnLst>
              <a:rect l="0" t="0" r="r" b="b"/>
              <a:pathLst>
                <a:path w="31" h="19">
                  <a:moveTo>
                    <a:pt x="30" y="8"/>
                  </a:moveTo>
                  <a:cubicBezTo>
                    <a:pt x="31" y="12"/>
                    <a:pt x="25" y="17"/>
                    <a:pt x="17" y="18"/>
                  </a:cubicBezTo>
                  <a:cubicBezTo>
                    <a:pt x="9" y="19"/>
                    <a:pt x="2" y="16"/>
                    <a:pt x="1" y="12"/>
                  </a:cubicBezTo>
                  <a:cubicBezTo>
                    <a:pt x="0" y="7"/>
                    <a:pt x="7" y="2"/>
                    <a:pt x="14" y="1"/>
                  </a:cubicBezTo>
                  <a:cubicBezTo>
                    <a:pt x="22" y="0"/>
                    <a:pt x="30" y="3"/>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1" name="Freeform 1039">
              <a:extLst>
                <a:ext uri="{FF2B5EF4-FFF2-40B4-BE49-F238E27FC236}">
                  <a16:creationId xmlns:a16="http://schemas.microsoft.com/office/drawing/2014/main" id="{DF48D0B1-FFBC-9916-29C7-A09F361C310A}"/>
                </a:ext>
              </a:extLst>
            </p:cNvPr>
            <p:cNvSpPr>
              <a:spLocks/>
            </p:cNvSpPr>
            <p:nvPr/>
          </p:nvSpPr>
          <p:spPr bwMode="auto">
            <a:xfrm rot="5094805">
              <a:off x="104466" y="2418339"/>
              <a:ext cx="77689" cy="45700"/>
            </a:xfrm>
            <a:custGeom>
              <a:avLst/>
              <a:gdLst>
                <a:gd name="T0" fmla="*/ 18 w 32"/>
                <a:gd name="T1" fmla="*/ 17 h 18"/>
                <a:gd name="T2" fmla="*/ 1 w 32"/>
                <a:gd name="T3" fmla="*/ 11 h 18"/>
                <a:gd name="T4" fmla="*/ 14 w 32"/>
                <a:gd name="T5" fmla="*/ 1 h 18"/>
                <a:gd name="T6" fmla="*/ 31 w 32"/>
                <a:gd name="T7" fmla="*/ 7 h 18"/>
                <a:gd name="T8" fmla="*/ 18 w 32"/>
                <a:gd name="T9" fmla="*/ 17 h 18"/>
              </a:gdLst>
              <a:ahLst/>
              <a:cxnLst>
                <a:cxn ang="0">
                  <a:pos x="T0" y="T1"/>
                </a:cxn>
                <a:cxn ang="0">
                  <a:pos x="T2" y="T3"/>
                </a:cxn>
                <a:cxn ang="0">
                  <a:pos x="T4" y="T5"/>
                </a:cxn>
                <a:cxn ang="0">
                  <a:pos x="T6" y="T7"/>
                </a:cxn>
                <a:cxn ang="0">
                  <a:pos x="T8" y="T9"/>
                </a:cxn>
              </a:cxnLst>
              <a:rect l="0" t="0" r="r" b="b"/>
              <a:pathLst>
                <a:path w="32" h="18">
                  <a:moveTo>
                    <a:pt x="18" y="17"/>
                  </a:moveTo>
                  <a:cubicBezTo>
                    <a:pt x="10" y="18"/>
                    <a:pt x="2" y="15"/>
                    <a:pt x="1" y="11"/>
                  </a:cubicBezTo>
                  <a:cubicBezTo>
                    <a:pt x="0" y="6"/>
                    <a:pt x="6" y="2"/>
                    <a:pt x="14" y="1"/>
                  </a:cubicBezTo>
                  <a:cubicBezTo>
                    <a:pt x="22" y="0"/>
                    <a:pt x="30" y="3"/>
                    <a:pt x="31" y="7"/>
                  </a:cubicBezTo>
                  <a:cubicBezTo>
                    <a:pt x="32" y="12"/>
                    <a:pt x="26" y="16"/>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2" name="Freeform 1040">
              <a:extLst>
                <a:ext uri="{FF2B5EF4-FFF2-40B4-BE49-F238E27FC236}">
                  <a16:creationId xmlns:a16="http://schemas.microsoft.com/office/drawing/2014/main" id="{0AA94AAB-358F-9DAC-F6FD-6C8F98693BC4}"/>
                </a:ext>
              </a:extLst>
            </p:cNvPr>
            <p:cNvSpPr>
              <a:spLocks/>
            </p:cNvSpPr>
            <p:nvPr/>
          </p:nvSpPr>
          <p:spPr bwMode="auto">
            <a:xfrm rot="5094805">
              <a:off x="72558" y="2229722"/>
              <a:ext cx="75404" cy="41130"/>
            </a:xfrm>
            <a:custGeom>
              <a:avLst/>
              <a:gdLst>
                <a:gd name="T0" fmla="*/ 30 w 31"/>
                <a:gd name="T1" fmla="*/ 8 h 17"/>
                <a:gd name="T2" fmla="*/ 17 w 31"/>
                <a:gd name="T3" fmla="*/ 17 h 17"/>
                <a:gd name="T4" fmla="*/ 1 w 31"/>
                <a:gd name="T5" fmla="*/ 10 h 17"/>
                <a:gd name="T6" fmla="*/ 14 w 31"/>
                <a:gd name="T7" fmla="*/ 1 h 17"/>
                <a:gd name="T8" fmla="*/ 30 w 31"/>
                <a:gd name="T9" fmla="*/ 8 h 17"/>
              </a:gdLst>
              <a:ahLst/>
              <a:cxnLst>
                <a:cxn ang="0">
                  <a:pos x="T0" y="T1"/>
                </a:cxn>
                <a:cxn ang="0">
                  <a:pos x="T2" y="T3"/>
                </a:cxn>
                <a:cxn ang="0">
                  <a:pos x="T4" y="T5"/>
                </a:cxn>
                <a:cxn ang="0">
                  <a:pos x="T6" y="T7"/>
                </a:cxn>
                <a:cxn ang="0">
                  <a:pos x="T8" y="T9"/>
                </a:cxn>
              </a:cxnLst>
              <a:rect l="0" t="0" r="r" b="b"/>
              <a:pathLst>
                <a:path w="31" h="17">
                  <a:moveTo>
                    <a:pt x="30" y="8"/>
                  </a:moveTo>
                  <a:cubicBezTo>
                    <a:pt x="31" y="12"/>
                    <a:pt x="25" y="16"/>
                    <a:pt x="17" y="17"/>
                  </a:cubicBezTo>
                  <a:cubicBezTo>
                    <a:pt x="9" y="17"/>
                    <a:pt x="1" y="15"/>
                    <a:pt x="1" y="10"/>
                  </a:cubicBezTo>
                  <a:cubicBezTo>
                    <a:pt x="0" y="6"/>
                    <a:pt x="6" y="2"/>
                    <a:pt x="14" y="1"/>
                  </a:cubicBezTo>
                  <a:cubicBezTo>
                    <a:pt x="22" y="0"/>
                    <a:pt x="29" y="4"/>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3" name="Freeform 1041">
              <a:extLst>
                <a:ext uri="{FF2B5EF4-FFF2-40B4-BE49-F238E27FC236}">
                  <a16:creationId xmlns:a16="http://schemas.microsoft.com/office/drawing/2014/main" id="{6C2280C5-8CC8-A1D8-DDA7-3699B8E98E30}"/>
                </a:ext>
              </a:extLst>
            </p:cNvPr>
            <p:cNvSpPr>
              <a:spLocks/>
            </p:cNvSpPr>
            <p:nvPr/>
          </p:nvSpPr>
          <p:spPr bwMode="auto">
            <a:xfrm rot="5094805">
              <a:off x="34748" y="2037990"/>
              <a:ext cx="77689" cy="38845"/>
            </a:xfrm>
            <a:custGeom>
              <a:avLst/>
              <a:gdLst>
                <a:gd name="T0" fmla="*/ 17 w 31"/>
                <a:gd name="T1" fmla="*/ 15 h 16"/>
                <a:gd name="T2" fmla="*/ 1 w 31"/>
                <a:gd name="T3" fmla="*/ 9 h 16"/>
                <a:gd name="T4" fmla="*/ 14 w 31"/>
                <a:gd name="T5" fmla="*/ 0 h 16"/>
                <a:gd name="T6" fmla="*/ 30 w 31"/>
                <a:gd name="T7" fmla="*/ 7 h 16"/>
                <a:gd name="T8" fmla="*/ 17 w 31"/>
                <a:gd name="T9" fmla="*/ 15 h 16"/>
              </a:gdLst>
              <a:ahLst/>
              <a:cxnLst>
                <a:cxn ang="0">
                  <a:pos x="T0" y="T1"/>
                </a:cxn>
                <a:cxn ang="0">
                  <a:pos x="T2" y="T3"/>
                </a:cxn>
                <a:cxn ang="0">
                  <a:pos x="T4" y="T5"/>
                </a:cxn>
                <a:cxn ang="0">
                  <a:pos x="T6" y="T7"/>
                </a:cxn>
                <a:cxn ang="0">
                  <a:pos x="T8" y="T9"/>
                </a:cxn>
              </a:cxnLst>
              <a:rect l="0" t="0" r="r" b="b"/>
              <a:pathLst>
                <a:path w="31" h="16">
                  <a:moveTo>
                    <a:pt x="17" y="15"/>
                  </a:moveTo>
                  <a:cubicBezTo>
                    <a:pt x="9" y="16"/>
                    <a:pt x="2" y="13"/>
                    <a:pt x="1" y="9"/>
                  </a:cubicBezTo>
                  <a:cubicBezTo>
                    <a:pt x="0" y="5"/>
                    <a:pt x="6" y="1"/>
                    <a:pt x="14" y="0"/>
                  </a:cubicBezTo>
                  <a:cubicBezTo>
                    <a:pt x="22" y="0"/>
                    <a:pt x="29" y="3"/>
                    <a:pt x="30" y="7"/>
                  </a:cubicBezTo>
                  <a:cubicBezTo>
                    <a:pt x="31" y="11"/>
                    <a:pt x="25" y="14"/>
                    <a:pt x="1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4" name="Freeform 1042">
              <a:extLst>
                <a:ext uri="{FF2B5EF4-FFF2-40B4-BE49-F238E27FC236}">
                  <a16:creationId xmlns:a16="http://schemas.microsoft.com/office/drawing/2014/main" id="{4E1F07B2-E1EE-7E5A-63F5-68A93DAB47D1}"/>
                </a:ext>
              </a:extLst>
            </p:cNvPr>
            <p:cNvSpPr>
              <a:spLocks/>
            </p:cNvSpPr>
            <p:nvPr/>
          </p:nvSpPr>
          <p:spPr bwMode="auto">
            <a:xfrm rot="5094805">
              <a:off x="4913" y="1846895"/>
              <a:ext cx="75404" cy="34275"/>
            </a:xfrm>
            <a:custGeom>
              <a:avLst/>
              <a:gdLst>
                <a:gd name="T0" fmla="*/ 30 w 31"/>
                <a:gd name="T1" fmla="*/ 6 h 14"/>
                <a:gd name="T2" fmla="*/ 17 w 31"/>
                <a:gd name="T3" fmla="*/ 14 h 14"/>
                <a:gd name="T4" fmla="*/ 1 w 31"/>
                <a:gd name="T5" fmla="*/ 8 h 14"/>
                <a:gd name="T6" fmla="*/ 15 w 31"/>
                <a:gd name="T7" fmla="*/ 0 h 14"/>
                <a:gd name="T8" fmla="*/ 30 w 31"/>
                <a:gd name="T9" fmla="*/ 6 h 14"/>
              </a:gdLst>
              <a:ahLst/>
              <a:cxnLst>
                <a:cxn ang="0">
                  <a:pos x="T0" y="T1"/>
                </a:cxn>
                <a:cxn ang="0">
                  <a:pos x="T2" y="T3"/>
                </a:cxn>
                <a:cxn ang="0">
                  <a:pos x="T4" y="T5"/>
                </a:cxn>
                <a:cxn ang="0">
                  <a:pos x="T6" y="T7"/>
                </a:cxn>
                <a:cxn ang="0">
                  <a:pos x="T8" y="T9"/>
                </a:cxn>
              </a:cxnLst>
              <a:rect l="0" t="0" r="r" b="b"/>
              <a:pathLst>
                <a:path w="31" h="14">
                  <a:moveTo>
                    <a:pt x="30" y="6"/>
                  </a:moveTo>
                  <a:cubicBezTo>
                    <a:pt x="31" y="10"/>
                    <a:pt x="25" y="14"/>
                    <a:pt x="17" y="14"/>
                  </a:cubicBezTo>
                  <a:cubicBezTo>
                    <a:pt x="8" y="14"/>
                    <a:pt x="2" y="12"/>
                    <a:pt x="1" y="8"/>
                  </a:cubicBezTo>
                  <a:cubicBezTo>
                    <a:pt x="0" y="4"/>
                    <a:pt x="7" y="1"/>
                    <a:pt x="15" y="0"/>
                  </a:cubicBezTo>
                  <a:cubicBezTo>
                    <a:pt x="23" y="0"/>
                    <a:pt x="30" y="3"/>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5" name="Freeform 1043">
              <a:extLst>
                <a:ext uri="{FF2B5EF4-FFF2-40B4-BE49-F238E27FC236}">
                  <a16:creationId xmlns:a16="http://schemas.microsoft.com/office/drawing/2014/main" id="{67A34CC1-BED5-8572-187B-9846C5E7BD0A}"/>
                </a:ext>
              </a:extLst>
            </p:cNvPr>
            <p:cNvSpPr>
              <a:spLocks/>
            </p:cNvSpPr>
            <p:nvPr/>
          </p:nvSpPr>
          <p:spPr bwMode="auto">
            <a:xfrm rot="5094805">
              <a:off x="-30523" y="1654855"/>
              <a:ext cx="79974" cy="34275"/>
            </a:xfrm>
            <a:custGeom>
              <a:avLst/>
              <a:gdLst>
                <a:gd name="T0" fmla="*/ 14 w 32"/>
                <a:gd name="T1" fmla="*/ 1 h 14"/>
                <a:gd name="T2" fmla="*/ 30 w 32"/>
                <a:gd name="T3" fmla="*/ 6 h 14"/>
                <a:gd name="T4" fmla="*/ 18 w 32"/>
                <a:gd name="T5" fmla="*/ 14 h 14"/>
                <a:gd name="T6" fmla="*/ 1 w 32"/>
                <a:gd name="T7" fmla="*/ 9 h 14"/>
                <a:gd name="T8" fmla="*/ 14 w 32"/>
                <a:gd name="T9" fmla="*/ 1 h 14"/>
              </a:gdLst>
              <a:ahLst/>
              <a:cxnLst>
                <a:cxn ang="0">
                  <a:pos x="T0" y="T1"/>
                </a:cxn>
                <a:cxn ang="0">
                  <a:pos x="T2" y="T3"/>
                </a:cxn>
                <a:cxn ang="0">
                  <a:pos x="T4" y="T5"/>
                </a:cxn>
                <a:cxn ang="0">
                  <a:pos x="T6" y="T7"/>
                </a:cxn>
                <a:cxn ang="0">
                  <a:pos x="T8" y="T9"/>
                </a:cxn>
              </a:cxnLst>
              <a:rect l="0" t="0" r="r" b="b"/>
              <a:pathLst>
                <a:path w="32" h="14">
                  <a:moveTo>
                    <a:pt x="14" y="1"/>
                  </a:moveTo>
                  <a:cubicBezTo>
                    <a:pt x="21" y="0"/>
                    <a:pt x="29" y="2"/>
                    <a:pt x="30" y="6"/>
                  </a:cubicBezTo>
                  <a:cubicBezTo>
                    <a:pt x="32" y="9"/>
                    <a:pt x="26" y="13"/>
                    <a:pt x="18" y="14"/>
                  </a:cubicBezTo>
                  <a:cubicBezTo>
                    <a:pt x="10" y="14"/>
                    <a:pt x="2" y="12"/>
                    <a:pt x="1" y="9"/>
                  </a:cubicBezTo>
                  <a:cubicBezTo>
                    <a:pt x="0" y="5"/>
                    <a:pt x="5" y="2"/>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6" name="Freeform 1070">
              <a:extLst>
                <a:ext uri="{FF2B5EF4-FFF2-40B4-BE49-F238E27FC236}">
                  <a16:creationId xmlns:a16="http://schemas.microsoft.com/office/drawing/2014/main" id="{C0A400B3-3010-ED2D-3FE8-596805423BF9}"/>
                </a:ext>
              </a:extLst>
            </p:cNvPr>
            <p:cNvSpPr>
              <a:spLocks/>
            </p:cNvSpPr>
            <p:nvPr/>
          </p:nvSpPr>
          <p:spPr bwMode="auto">
            <a:xfrm rot="5094805">
              <a:off x="2110187" y="6874744"/>
              <a:ext cx="79974" cy="41130"/>
            </a:xfrm>
            <a:custGeom>
              <a:avLst/>
              <a:gdLst>
                <a:gd name="T0" fmla="*/ 18 w 32"/>
                <a:gd name="T1" fmla="*/ 15 h 16"/>
                <a:gd name="T2" fmla="*/ 1 w 32"/>
                <a:gd name="T3" fmla="*/ 9 h 16"/>
                <a:gd name="T4" fmla="*/ 14 w 32"/>
                <a:gd name="T5" fmla="*/ 1 h 16"/>
                <a:gd name="T6" fmla="*/ 31 w 32"/>
                <a:gd name="T7" fmla="*/ 6 h 16"/>
                <a:gd name="T8" fmla="*/ 18 w 32"/>
                <a:gd name="T9" fmla="*/ 15 h 16"/>
              </a:gdLst>
              <a:ahLst/>
              <a:cxnLst>
                <a:cxn ang="0">
                  <a:pos x="T0" y="T1"/>
                </a:cxn>
                <a:cxn ang="0">
                  <a:pos x="T2" y="T3"/>
                </a:cxn>
                <a:cxn ang="0">
                  <a:pos x="T4" y="T5"/>
                </a:cxn>
                <a:cxn ang="0">
                  <a:pos x="T6" y="T7"/>
                </a:cxn>
                <a:cxn ang="0">
                  <a:pos x="T8" y="T9"/>
                </a:cxn>
              </a:cxnLst>
              <a:rect l="0" t="0" r="r" b="b"/>
              <a:pathLst>
                <a:path w="32" h="16">
                  <a:moveTo>
                    <a:pt x="18" y="15"/>
                  </a:moveTo>
                  <a:cubicBezTo>
                    <a:pt x="9" y="16"/>
                    <a:pt x="2" y="13"/>
                    <a:pt x="1" y="9"/>
                  </a:cubicBezTo>
                  <a:cubicBezTo>
                    <a:pt x="0" y="5"/>
                    <a:pt x="6" y="2"/>
                    <a:pt x="14" y="1"/>
                  </a:cubicBezTo>
                  <a:cubicBezTo>
                    <a:pt x="23" y="0"/>
                    <a:pt x="30" y="2"/>
                    <a:pt x="31" y="6"/>
                  </a:cubicBezTo>
                  <a:cubicBezTo>
                    <a:pt x="32" y="10"/>
                    <a:pt x="26" y="14"/>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7" name="Freeform 1071">
              <a:extLst>
                <a:ext uri="{FF2B5EF4-FFF2-40B4-BE49-F238E27FC236}">
                  <a16:creationId xmlns:a16="http://schemas.microsoft.com/office/drawing/2014/main" id="{44198A3E-1B47-C216-A82D-47A59703AFD2}"/>
                </a:ext>
              </a:extLst>
            </p:cNvPr>
            <p:cNvSpPr>
              <a:spLocks/>
            </p:cNvSpPr>
            <p:nvPr/>
          </p:nvSpPr>
          <p:spPr bwMode="auto">
            <a:xfrm rot="5094805">
              <a:off x="2074363" y="6678557"/>
              <a:ext cx="75404" cy="41130"/>
            </a:xfrm>
            <a:custGeom>
              <a:avLst/>
              <a:gdLst>
                <a:gd name="T0" fmla="*/ 17 w 31"/>
                <a:gd name="T1" fmla="*/ 16 h 17"/>
                <a:gd name="T2" fmla="*/ 1 w 31"/>
                <a:gd name="T3" fmla="*/ 10 h 17"/>
                <a:gd name="T4" fmla="*/ 14 w 31"/>
                <a:gd name="T5" fmla="*/ 1 h 17"/>
                <a:gd name="T6" fmla="*/ 31 w 31"/>
                <a:gd name="T7" fmla="*/ 7 h 17"/>
                <a:gd name="T8" fmla="*/ 17 w 31"/>
                <a:gd name="T9" fmla="*/ 16 h 17"/>
              </a:gdLst>
              <a:ahLst/>
              <a:cxnLst>
                <a:cxn ang="0">
                  <a:pos x="T0" y="T1"/>
                </a:cxn>
                <a:cxn ang="0">
                  <a:pos x="T2" y="T3"/>
                </a:cxn>
                <a:cxn ang="0">
                  <a:pos x="T4" y="T5"/>
                </a:cxn>
                <a:cxn ang="0">
                  <a:pos x="T6" y="T7"/>
                </a:cxn>
                <a:cxn ang="0">
                  <a:pos x="T8" y="T9"/>
                </a:cxn>
              </a:cxnLst>
              <a:rect l="0" t="0" r="r" b="b"/>
              <a:pathLst>
                <a:path w="31" h="17">
                  <a:moveTo>
                    <a:pt x="17" y="16"/>
                  </a:moveTo>
                  <a:cubicBezTo>
                    <a:pt x="9" y="17"/>
                    <a:pt x="1" y="14"/>
                    <a:pt x="1" y="10"/>
                  </a:cubicBezTo>
                  <a:cubicBezTo>
                    <a:pt x="0" y="6"/>
                    <a:pt x="6" y="2"/>
                    <a:pt x="14" y="1"/>
                  </a:cubicBezTo>
                  <a:cubicBezTo>
                    <a:pt x="22" y="0"/>
                    <a:pt x="30" y="3"/>
                    <a:pt x="31" y="7"/>
                  </a:cubicBezTo>
                  <a:cubicBezTo>
                    <a:pt x="31" y="11"/>
                    <a:pt x="25" y="15"/>
                    <a:pt x="1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8" name="Freeform 1072">
              <a:extLst>
                <a:ext uri="{FF2B5EF4-FFF2-40B4-BE49-F238E27FC236}">
                  <a16:creationId xmlns:a16="http://schemas.microsoft.com/office/drawing/2014/main" id="{ECF37114-006A-0F14-CAE2-F80289D4F92B}"/>
                </a:ext>
              </a:extLst>
            </p:cNvPr>
            <p:cNvSpPr>
              <a:spLocks/>
            </p:cNvSpPr>
            <p:nvPr/>
          </p:nvSpPr>
          <p:spPr bwMode="auto">
            <a:xfrm rot="5094805">
              <a:off x="2034075" y="6482468"/>
              <a:ext cx="77689" cy="43415"/>
            </a:xfrm>
            <a:custGeom>
              <a:avLst/>
              <a:gdLst>
                <a:gd name="T0" fmla="*/ 18 w 31"/>
                <a:gd name="T1" fmla="*/ 17 h 18"/>
                <a:gd name="T2" fmla="*/ 1 w 31"/>
                <a:gd name="T3" fmla="*/ 10 h 18"/>
                <a:gd name="T4" fmla="*/ 13 w 31"/>
                <a:gd name="T5" fmla="*/ 1 h 18"/>
                <a:gd name="T6" fmla="*/ 30 w 31"/>
                <a:gd name="T7" fmla="*/ 7 h 18"/>
                <a:gd name="T8" fmla="*/ 18 w 31"/>
                <a:gd name="T9" fmla="*/ 17 h 18"/>
              </a:gdLst>
              <a:ahLst/>
              <a:cxnLst>
                <a:cxn ang="0">
                  <a:pos x="T0" y="T1"/>
                </a:cxn>
                <a:cxn ang="0">
                  <a:pos x="T2" y="T3"/>
                </a:cxn>
                <a:cxn ang="0">
                  <a:pos x="T4" y="T5"/>
                </a:cxn>
                <a:cxn ang="0">
                  <a:pos x="T6" y="T7"/>
                </a:cxn>
                <a:cxn ang="0">
                  <a:pos x="T8" y="T9"/>
                </a:cxn>
              </a:cxnLst>
              <a:rect l="0" t="0" r="r" b="b"/>
              <a:pathLst>
                <a:path w="31" h="18">
                  <a:moveTo>
                    <a:pt x="18" y="17"/>
                  </a:moveTo>
                  <a:cubicBezTo>
                    <a:pt x="9" y="18"/>
                    <a:pt x="2" y="15"/>
                    <a:pt x="1" y="10"/>
                  </a:cubicBezTo>
                  <a:cubicBezTo>
                    <a:pt x="0" y="6"/>
                    <a:pt x="5" y="2"/>
                    <a:pt x="13" y="1"/>
                  </a:cubicBezTo>
                  <a:cubicBezTo>
                    <a:pt x="21" y="0"/>
                    <a:pt x="29" y="3"/>
                    <a:pt x="30" y="7"/>
                  </a:cubicBezTo>
                  <a:cubicBezTo>
                    <a:pt x="31" y="11"/>
                    <a:pt x="26" y="15"/>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9" name="Freeform 1073">
              <a:extLst>
                <a:ext uri="{FF2B5EF4-FFF2-40B4-BE49-F238E27FC236}">
                  <a16:creationId xmlns:a16="http://schemas.microsoft.com/office/drawing/2014/main" id="{660F9C08-988E-F7D2-672B-8CB38B71C34A}"/>
                </a:ext>
              </a:extLst>
            </p:cNvPr>
            <p:cNvSpPr>
              <a:spLocks/>
            </p:cNvSpPr>
            <p:nvPr/>
          </p:nvSpPr>
          <p:spPr bwMode="auto">
            <a:xfrm rot="5094805">
              <a:off x="1998444" y="6286069"/>
              <a:ext cx="77689" cy="47984"/>
            </a:xfrm>
            <a:custGeom>
              <a:avLst/>
              <a:gdLst>
                <a:gd name="T0" fmla="*/ 14 w 32"/>
                <a:gd name="T1" fmla="*/ 1 h 19"/>
                <a:gd name="T2" fmla="*/ 31 w 32"/>
                <a:gd name="T3" fmla="*/ 7 h 19"/>
                <a:gd name="T4" fmla="*/ 18 w 32"/>
                <a:gd name="T5" fmla="*/ 18 h 19"/>
                <a:gd name="T6" fmla="*/ 1 w 32"/>
                <a:gd name="T7" fmla="*/ 11 h 19"/>
                <a:gd name="T8" fmla="*/ 14 w 32"/>
                <a:gd name="T9" fmla="*/ 1 h 19"/>
              </a:gdLst>
              <a:ahLst/>
              <a:cxnLst>
                <a:cxn ang="0">
                  <a:pos x="T0" y="T1"/>
                </a:cxn>
                <a:cxn ang="0">
                  <a:pos x="T2" y="T3"/>
                </a:cxn>
                <a:cxn ang="0">
                  <a:pos x="T4" y="T5"/>
                </a:cxn>
                <a:cxn ang="0">
                  <a:pos x="T6" y="T7"/>
                </a:cxn>
                <a:cxn ang="0">
                  <a:pos x="T8" y="T9"/>
                </a:cxn>
              </a:cxnLst>
              <a:rect l="0" t="0" r="r" b="b"/>
              <a:pathLst>
                <a:path w="32" h="19">
                  <a:moveTo>
                    <a:pt x="14" y="1"/>
                  </a:moveTo>
                  <a:cubicBezTo>
                    <a:pt x="22" y="0"/>
                    <a:pt x="29" y="3"/>
                    <a:pt x="31" y="7"/>
                  </a:cubicBezTo>
                  <a:cubicBezTo>
                    <a:pt x="32" y="12"/>
                    <a:pt x="26" y="17"/>
                    <a:pt x="18" y="18"/>
                  </a:cubicBezTo>
                  <a:cubicBezTo>
                    <a:pt x="10" y="19"/>
                    <a:pt x="2" y="15"/>
                    <a:pt x="1" y="11"/>
                  </a:cubicBezTo>
                  <a:cubicBezTo>
                    <a:pt x="0" y="6"/>
                    <a:pt x="6" y="2"/>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0" name="Freeform 1074">
              <a:extLst>
                <a:ext uri="{FF2B5EF4-FFF2-40B4-BE49-F238E27FC236}">
                  <a16:creationId xmlns:a16="http://schemas.microsoft.com/office/drawing/2014/main" id="{77741F0E-3DDB-8F0E-CF25-3AAE48B9B0FC}"/>
                </a:ext>
              </a:extLst>
            </p:cNvPr>
            <p:cNvSpPr>
              <a:spLocks/>
            </p:cNvSpPr>
            <p:nvPr/>
          </p:nvSpPr>
          <p:spPr bwMode="auto">
            <a:xfrm rot="5094805">
              <a:off x="1961773" y="6093094"/>
              <a:ext cx="79974" cy="47984"/>
            </a:xfrm>
            <a:custGeom>
              <a:avLst/>
              <a:gdLst>
                <a:gd name="T0" fmla="*/ 1 w 32"/>
                <a:gd name="T1" fmla="*/ 12 h 20"/>
                <a:gd name="T2" fmla="*/ 14 w 32"/>
                <a:gd name="T3" fmla="*/ 1 h 20"/>
                <a:gd name="T4" fmla="*/ 31 w 32"/>
                <a:gd name="T5" fmla="*/ 8 h 20"/>
                <a:gd name="T6" fmla="*/ 18 w 32"/>
                <a:gd name="T7" fmla="*/ 19 h 20"/>
                <a:gd name="T8" fmla="*/ 1 w 32"/>
                <a:gd name="T9" fmla="*/ 12 h 20"/>
              </a:gdLst>
              <a:ahLst/>
              <a:cxnLst>
                <a:cxn ang="0">
                  <a:pos x="T0" y="T1"/>
                </a:cxn>
                <a:cxn ang="0">
                  <a:pos x="T2" y="T3"/>
                </a:cxn>
                <a:cxn ang="0">
                  <a:pos x="T4" y="T5"/>
                </a:cxn>
                <a:cxn ang="0">
                  <a:pos x="T6" y="T7"/>
                </a:cxn>
                <a:cxn ang="0">
                  <a:pos x="T8" y="T9"/>
                </a:cxn>
              </a:cxnLst>
              <a:rect l="0" t="0" r="r" b="b"/>
              <a:pathLst>
                <a:path w="32" h="20">
                  <a:moveTo>
                    <a:pt x="1" y="12"/>
                  </a:moveTo>
                  <a:cubicBezTo>
                    <a:pt x="0" y="7"/>
                    <a:pt x="6" y="2"/>
                    <a:pt x="14" y="1"/>
                  </a:cubicBezTo>
                  <a:cubicBezTo>
                    <a:pt x="22" y="0"/>
                    <a:pt x="29" y="3"/>
                    <a:pt x="31" y="8"/>
                  </a:cubicBezTo>
                  <a:cubicBezTo>
                    <a:pt x="32" y="12"/>
                    <a:pt x="26" y="17"/>
                    <a:pt x="18" y="19"/>
                  </a:cubicBezTo>
                  <a:cubicBezTo>
                    <a:pt x="10" y="20"/>
                    <a:pt x="2" y="17"/>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1" name="Freeform 1075">
              <a:extLst>
                <a:ext uri="{FF2B5EF4-FFF2-40B4-BE49-F238E27FC236}">
                  <a16:creationId xmlns:a16="http://schemas.microsoft.com/office/drawing/2014/main" id="{654C9273-2368-2E01-0F02-D7F9B2AC9C27}"/>
                </a:ext>
              </a:extLst>
            </p:cNvPr>
            <p:cNvSpPr>
              <a:spLocks/>
            </p:cNvSpPr>
            <p:nvPr/>
          </p:nvSpPr>
          <p:spPr bwMode="auto">
            <a:xfrm rot="5094805">
              <a:off x="1912795" y="5902569"/>
              <a:ext cx="77689" cy="50269"/>
            </a:xfrm>
            <a:custGeom>
              <a:avLst/>
              <a:gdLst>
                <a:gd name="T0" fmla="*/ 14 w 31"/>
                <a:gd name="T1" fmla="*/ 2 h 21"/>
                <a:gd name="T2" fmla="*/ 30 w 31"/>
                <a:gd name="T3" fmla="*/ 8 h 21"/>
                <a:gd name="T4" fmla="*/ 16 w 31"/>
                <a:gd name="T5" fmla="*/ 19 h 21"/>
                <a:gd name="T6" fmla="*/ 1 w 31"/>
                <a:gd name="T7" fmla="*/ 13 h 21"/>
                <a:gd name="T8" fmla="*/ 14 w 31"/>
                <a:gd name="T9" fmla="*/ 2 h 21"/>
              </a:gdLst>
              <a:ahLst/>
              <a:cxnLst>
                <a:cxn ang="0">
                  <a:pos x="T0" y="T1"/>
                </a:cxn>
                <a:cxn ang="0">
                  <a:pos x="T2" y="T3"/>
                </a:cxn>
                <a:cxn ang="0">
                  <a:pos x="T4" y="T5"/>
                </a:cxn>
                <a:cxn ang="0">
                  <a:pos x="T6" y="T7"/>
                </a:cxn>
                <a:cxn ang="0">
                  <a:pos x="T8" y="T9"/>
                </a:cxn>
              </a:cxnLst>
              <a:rect l="0" t="0" r="r" b="b"/>
              <a:pathLst>
                <a:path w="31" h="21">
                  <a:moveTo>
                    <a:pt x="14" y="2"/>
                  </a:moveTo>
                  <a:cubicBezTo>
                    <a:pt x="23" y="0"/>
                    <a:pt x="30" y="3"/>
                    <a:pt x="30" y="8"/>
                  </a:cubicBezTo>
                  <a:cubicBezTo>
                    <a:pt x="31" y="12"/>
                    <a:pt x="24" y="18"/>
                    <a:pt x="16" y="19"/>
                  </a:cubicBezTo>
                  <a:cubicBezTo>
                    <a:pt x="8" y="21"/>
                    <a:pt x="1" y="18"/>
                    <a:pt x="1" y="13"/>
                  </a:cubicBezTo>
                  <a:cubicBezTo>
                    <a:pt x="0" y="8"/>
                    <a:pt x="7" y="3"/>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2" name="Freeform 1076">
              <a:extLst>
                <a:ext uri="{FF2B5EF4-FFF2-40B4-BE49-F238E27FC236}">
                  <a16:creationId xmlns:a16="http://schemas.microsoft.com/office/drawing/2014/main" id="{CF9B5AE3-9730-429A-A6C8-68EC82544BF9}"/>
                </a:ext>
              </a:extLst>
            </p:cNvPr>
            <p:cNvSpPr>
              <a:spLocks/>
            </p:cNvSpPr>
            <p:nvPr/>
          </p:nvSpPr>
          <p:spPr bwMode="auto">
            <a:xfrm rot="5094805">
              <a:off x="1847885" y="5711177"/>
              <a:ext cx="75404" cy="57124"/>
            </a:xfrm>
            <a:custGeom>
              <a:avLst/>
              <a:gdLst>
                <a:gd name="T0" fmla="*/ 17 w 31"/>
                <a:gd name="T1" fmla="*/ 20 h 23"/>
                <a:gd name="T2" fmla="*/ 1 w 31"/>
                <a:gd name="T3" fmla="*/ 16 h 23"/>
                <a:gd name="T4" fmla="*/ 13 w 31"/>
                <a:gd name="T5" fmla="*/ 3 h 23"/>
                <a:gd name="T6" fmla="*/ 30 w 31"/>
                <a:gd name="T7" fmla="*/ 7 h 23"/>
                <a:gd name="T8" fmla="*/ 17 w 31"/>
                <a:gd name="T9" fmla="*/ 20 h 23"/>
              </a:gdLst>
              <a:ahLst/>
              <a:cxnLst>
                <a:cxn ang="0">
                  <a:pos x="T0" y="T1"/>
                </a:cxn>
                <a:cxn ang="0">
                  <a:pos x="T2" y="T3"/>
                </a:cxn>
                <a:cxn ang="0">
                  <a:pos x="T4" y="T5"/>
                </a:cxn>
                <a:cxn ang="0">
                  <a:pos x="T6" y="T7"/>
                </a:cxn>
                <a:cxn ang="0">
                  <a:pos x="T8" y="T9"/>
                </a:cxn>
              </a:cxnLst>
              <a:rect l="0" t="0" r="r" b="b"/>
              <a:pathLst>
                <a:path w="31" h="23">
                  <a:moveTo>
                    <a:pt x="17" y="20"/>
                  </a:moveTo>
                  <a:cubicBezTo>
                    <a:pt x="9" y="23"/>
                    <a:pt x="2" y="20"/>
                    <a:pt x="1" y="16"/>
                  </a:cubicBezTo>
                  <a:cubicBezTo>
                    <a:pt x="0" y="11"/>
                    <a:pt x="5" y="5"/>
                    <a:pt x="13" y="3"/>
                  </a:cubicBezTo>
                  <a:cubicBezTo>
                    <a:pt x="21" y="0"/>
                    <a:pt x="29" y="2"/>
                    <a:pt x="30" y="7"/>
                  </a:cubicBezTo>
                  <a:cubicBezTo>
                    <a:pt x="31" y="11"/>
                    <a:pt x="25" y="18"/>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3" name="Freeform 1077">
              <a:extLst>
                <a:ext uri="{FF2B5EF4-FFF2-40B4-BE49-F238E27FC236}">
                  <a16:creationId xmlns:a16="http://schemas.microsoft.com/office/drawing/2014/main" id="{AC7AB919-1005-8DB9-E280-D2FAD492B2FB}"/>
                </a:ext>
              </a:extLst>
            </p:cNvPr>
            <p:cNvSpPr>
              <a:spLocks/>
            </p:cNvSpPr>
            <p:nvPr/>
          </p:nvSpPr>
          <p:spPr bwMode="auto">
            <a:xfrm rot="5094805">
              <a:off x="1768278" y="5524423"/>
              <a:ext cx="75404" cy="59409"/>
            </a:xfrm>
            <a:custGeom>
              <a:avLst/>
              <a:gdLst>
                <a:gd name="T0" fmla="*/ 17 w 31"/>
                <a:gd name="T1" fmla="*/ 21 h 24"/>
                <a:gd name="T2" fmla="*/ 1 w 31"/>
                <a:gd name="T3" fmla="*/ 16 h 24"/>
                <a:gd name="T4" fmla="*/ 14 w 31"/>
                <a:gd name="T5" fmla="*/ 2 h 24"/>
                <a:gd name="T6" fmla="*/ 30 w 31"/>
                <a:gd name="T7" fmla="*/ 6 h 24"/>
                <a:gd name="T8" fmla="*/ 17 w 31"/>
                <a:gd name="T9" fmla="*/ 21 h 24"/>
              </a:gdLst>
              <a:ahLst/>
              <a:cxnLst>
                <a:cxn ang="0">
                  <a:pos x="T0" y="T1"/>
                </a:cxn>
                <a:cxn ang="0">
                  <a:pos x="T2" y="T3"/>
                </a:cxn>
                <a:cxn ang="0">
                  <a:pos x="T4" y="T5"/>
                </a:cxn>
                <a:cxn ang="0">
                  <a:pos x="T6" y="T7"/>
                </a:cxn>
                <a:cxn ang="0">
                  <a:pos x="T8" y="T9"/>
                </a:cxn>
              </a:cxnLst>
              <a:rect l="0" t="0" r="r" b="b"/>
              <a:pathLst>
                <a:path w="31" h="24">
                  <a:moveTo>
                    <a:pt x="17" y="21"/>
                  </a:moveTo>
                  <a:cubicBezTo>
                    <a:pt x="9" y="24"/>
                    <a:pt x="2" y="22"/>
                    <a:pt x="1" y="16"/>
                  </a:cubicBezTo>
                  <a:cubicBezTo>
                    <a:pt x="0" y="11"/>
                    <a:pt x="6" y="5"/>
                    <a:pt x="14" y="2"/>
                  </a:cubicBezTo>
                  <a:cubicBezTo>
                    <a:pt x="22" y="0"/>
                    <a:pt x="29" y="1"/>
                    <a:pt x="30" y="6"/>
                  </a:cubicBezTo>
                  <a:cubicBezTo>
                    <a:pt x="31" y="11"/>
                    <a:pt x="25" y="18"/>
                    <a:pt x="1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4" name="Freeform 1078">
              <a:extLst>
                <a:ext uri="{FF2B5EF4-FFF2-40B4-BE49-F238E27FC236}">
                  <a16:creationId xmlns:a16="http://schemas.microsoft.com/office/drawing/2014/main" id="{F4AE1BDF-0774-D025-D191-6076EA584EAE}"/>
                </a:ext>
              </a:extLst>
            </p:cNvPr>
            <p:cNvSpPr>
              <a:spLocks/>
            </p:cNvSpPr>
            <p:nvPr/>
          </p:nvSpPr>
          <p:spPr bwMode="auto">
            <a:xfrm rot="5094805">
              <a:off x="1675112" y="5338780"/>
              <a:ext cx="77689" cy="63979"/>
            </a:xfrm>
            <a:custGeom>
              <a:avLst/>
              <a:gdLst>
                <a:gd name="T0" fmla="*/ 29 w 31"/>
                <a:gd name="T1" fmla="*/ 6 h 26"/>
                <a:gd name="T2" fmla="*/ 17 w 31"/>
                <a:gd name="T3" fmla="*/ 22 h 26"/>
                <a:gd name="T4" fmla="*/ 1 w 31"/>
                <a:gd name="T5" fmla="*/ 19 h 26"/>
                <a:gd name="T6" fmla="*/ 13 w 31"/>
                <a:gd name="T7" fmla="*/ 4 h 26"/>
                <a:gd name="T8" fmla="*/ 29 w 31"/>
                <a:gd name="T9" fmla="*/ 6 h 26"/>
              </a:gdLst>
              <a:ahLst/>
              <a:cxnLst>
                <a:cxn ang="0">
                  <a:pos x="T0" y="T1"/>
                </a:cxn>
                <a:cxn ang="0">
                  <a:pos x="T2" y="T3"/>
                </a:cxn>
                <a:cxn ang="0">
                  <a:pos x="T4" y="T5"/>
                </a:cxn>
                <a:cxn ang="0">
                  <a:pos x="T6" y="T7"/>
                </a:cxn>
                <a:cxn ang="0">
                  <a:pos x="T8" y="T9"/>
                </a:cxn>
              </a:cxnLst>
              <a:rect l="0" t="0" r="r" b="b"/>
              <a:pathLst>
                <a:path w="31" h="26">
                  <a:moveTo>
                    <a:pt x="29" y="6"/>
                  </a:moveTo>
                  <a:cubicBezTo>
                    <a:pt x="31" y="11"/>
                    <a:pt x="25" y="18"/>
                    <a:pt x="17" y="22"/>
                  </a:cubicBezTo>
                  <a:cubicBezTo>
                    <a:pt x="10" y="26"/>
                    <a:pt x="2" y="24"/>
                    <a:pt x="1" y="19"/>
                  </a:cubicBezTo>
                  <a:cubicBezTo>
                    <a:pt x="0" y="14"/>
                    <a:pt x="5" y="7"/>
                    <a:pt x="13" y="4"/>
                  </a:cubicBezTo>
                  <a:cubicBezTo>
                    <a:pt x="21" y="0"/>
                    <a:pt x="28" y="1"/>
                    <a:pt x="2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5" name="Freeform 1079">
              <a:extLst>
                <a:ext uri="{FF2B5EF4-FFF2-40B4-BE49-F238E27FC236}">
                  <a16:creationId xmlns:a16="http://schemas.microsoft.com/office/drawing/2014/main" id="{672E53BD-5356-775A-1AB2-9FF46CDCD47C}"/>
                </a:ext>
              </a:extLst>
            </p:cNvPr>
            <p:cNvSpPr>
              <a:spLocks/>
            </p:cNvSpPr>
            <p:nvPr/>
          </p:nvSpPr>
          <p:spPr bwMode="auto">
            <a:xfrm rot="5094805">
              <a:off x="1576265" y="5154987"/>
              <a:ext cx="75404" cy="66264"/>
            </a:xfrm>
            <a:custGeom>
              <a:avLst/>
              <a:gdLst>
                <a:gd name="T0" fmla="*/ 29 w 30"/>
                <a:gd name="T1" fmla="*/ 7 h 27"/>
                <a:gd name="T2" fmla="*/ 16 w 30"/>
                <a:gd name="T3" fmla="*/ 23 h 27"/>
                <a:gd name="T4" fmla="*/ 0 w 30"/>
                <a:gd name="T5" fmla="*/ 19 h 27"/>
                <a:gd name="T6" fmla="*/ 14 w 30"/>
                <a:gd name="T7" fmla="*/ 3 h 27"/>
                <a:gd name="T8" fmla="*/ 29 w 30"/>
                <a:gd name="T9" fmla="*/ 7 h 27"/>
              </a:gdLst>
              <a:ahLst/>
              <a:cxnLst>
                <a:cxn ang="0">
                  <a:pos x="T0" y="T1"/>
                </a:cxn>
                <a:cxn ang="0">
                  <a:pos x="T2" y="T3"/>
                </a:cxn>
                <a:cxn ang="0">
                  <a:pos x="T4" y="T5"/>
                </a:cxn>
                <a:cxn ang="0">
                  <a:pos x="T6" y="T7"/>
                </a:cxn>
                <a:cxn ang="0">
                  <a:pos x="T8" y="T9"/>
                </a:cxn>
              </a:cxnLst>
              <a:rect l="0" t="0" r="r" b="b"/>
              <a:pathLst>
                <a:path w="30" h="27">
                  <a:moveTo>
                    <a:pt x="29" y="7"/>
                  </a:moveTo>
                  <a:cubicBezTo>
                    <a:pt x="30" y="12"/>
                    <a:pt x="24" y="20"/>
                    <a:pt x="16" y="23"/>
                  </a:cubicBezTo>
                  <a:cubicBezTo>
                    <a:pt x="8" y="27"/>
                    <a:pt x="1" y="25"/>
                    <a:pt x="0" y="19"/>
                  </a:cubicBezTo>
                  <a:cubicBezTo>
                    <a:pt x="0" y="14"/>
                    <a:pt x="6" y="7"/>
                    <a:pt x="14" y="3"/>
                  </a:cubicBezTo>
                  <a:cubicBezTo>
                    <a:pt x="22" y="0"/>
                    <a:pt x="29" y="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6" name="Freeform 1080">
              <a:extLst>
                <a:ext uri="{FF2B5EF4-FFF2-40B4-BE49-F238E27FC236}">
                  <a16:creationId xmlns:a16="http://schemas.microsoft.com/office/drawing/2014/main" id="{079F2A14-08D4-D782-720C-BE61023BF5FF}"/>
                </a:ext>
              </a:extLst>
            </p:cNvPr>
            <p:cNvSpPr>
              <a:spLocks/>
            </p:cNvSpPr>
            <p:nvPr/>
          </p:nvSpPr>
          <p:spPr bwMode="auto">
            <a:xfrm rot="5094805">
              <a:off x="1465933" y="4969826"/>
              <a:ext cx="75404" cy="70834"/>
            </a:xfrm>
            <a:custGeom>
              <a:avLst/>
              <a:gdLst>
                <a:gd name="T0" fmla="*/ 14 w 31"/>
                <a:gd name="T1" fmla="*/ 4 h 28"/>
                <a:gd name="T2" fmla="*/ 30 w 31"/>
                <a:gd name="T3" fmla="*/ 6 h 28"/>
                <a:gd name="T4" fmla="*/ 17 w 31"/>
                <a:gd name="T5" fmla="*/ 24 h 28"/>
                <a:gd name="T6" fmla="*/ 1 w 31"/>
                <a:gd name="T7" fmla="*/ 21 h 28"/>
                <a:gd name="T8" fmla="*/ 14 w 31"/>
                <a:gd name="T9" fmla="*/ 4 h 28"/>
              </a:gdLst>
              <a:ahLst/>
              <a:cxnLst>
                <a:cxn ang="0">
                  <a:pos x="T0" y="T1"/>
                </a:cxn>
                <a:cxn ang="0">
                  <a:pos x="T2" y="T3"/>
                </a:cxn>
                <a:cxn ang="0">
                  <a:pos x="T4" y="T5"/>
                </a:cxn>
                <a:cxn ang="0">
                  <a:pos x="T6" y="T7"/>
                </a:cxn>
                <a:cxn ang="0">
                  <a:pos x="T8" y="T9"/>
                </a:cxn>
              </a:cxnLst>
              <a:rect l="0" t="0" r="r" b="b"/>
              <a:pathLst>
                <a:path w="31" h="28">
                  <a:moveTo>
                    <a:pt x="14" y="4"/>
                  </a:moveTo>
                  <a:cubicBezTo>
                    <a:pt x="22" y="0"/>
                    <a:pt x="29" y="1"/>
                    <a:pt x="30" y="6"/>
                  </a:cubicBezTo>
                  <a:cubicBezTo>
                    <a:pt x="31" y="11"/>
                    <a:pt x="25" y="20"/>
                    <a:pt x="17" y="24"/>
                  </a:cubicBezTo>
                  <a:cubicBezTo>
                    <a:pt x="10" y="28"/>
                    <a:pt x="2" y="26"/>
                    <a:pt x="1" y="21"/>
                  </a:cubicBezTo>
                  <a:cubicBezTo>
                    <a:pt x="0" y="15"/>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7" name="Freeform 1081">
              <a:extLst>
                <a:ext uri="{FF2B5EF4-FFF2-40B4-BE49-F238E27FC236}">
                  <a16:creationId xmlns:a16="http://schemas.microsoft.com/office/drawing/2014/main" id="{1BACBBCE-43B6-2DE9-86EA-20036910130D}"/>
                </a:ext>
              </a:extLst>
            </p:cNvPr>
            <p:cNvSpPr>
              <a:spLocks/>
            </p:cNvSpPr>
            <p:nvPr/>
          </p:nvSpPr>
          <p:spPr bwMode="auto">
            <a:xfrm rot="5094805">
              <a:off x="1351357" y="4789728"/>
              <a:ext cx="73119" cy="73119"/>
            </a:xfrm>
            <a:custGeom>
              <a:avLst/>
              <a:gdLst>
                <a:gd name="T0" fmla="*/ 16 w 30"/>
                <a:gd name="T1" fmla="*/ 25 h 29"/>
                <a:gd name="T2" fmla="*/ 0 w 30"/>
                <a:gd name="T3" fmla="*/ 21 h 29"/>
                <a:gd name="T4" fmla="*/ 13 w 30"/>
                <a:gd name="T5" fmla="*/ 4 h 29"/>
                <a:gd name="T6" fmla="*/ 29 w 30"/>
                <a:gd name="T7" fmla="*/ 6 h 29"/>
                <a:gd name="T8" fmla="*/ 16 w 30"/>
                <a:gd name="T9" fmla="*/ 25 h 29"/>
              </a:gdLst>
              <a:ahLst/>
              <a:cxnLst>
                <a:cxn ang="0">
                  <a:pos x="T0" y="T1"/>
                </a:cxn>
                <a:cxn ang="0">
                  <a:pos x="T2" y="T3"/>
                </a:cxn>
                <a:cxn ang="0">
                  <a:pos x="T4" y="T5"/>
                </a:cxn>
                <a:cxn ang="0">
                  <a:pos x="T6" y="T7"/>
                </a:cxn>
                <a:cxn ang="0">
                  <a:pos x="T8" y="T9"/>
                </a:cxn>
              </a:cxnLst>
              <a:rect l="0" t="0" r="r" b="b"/>
              <a:pathLst>
                <a:path w="30" h="29">
                  <a:moveTo>
                    <a:pt x="16" y="25"/>
                  </a:moveTo>
                  <a:cubicBezTo>
                    <a:pt x="8" y="29"/>
                    <a:pt x="1" y="27"/>
                    <a:pt x="0" y="21"/>
                  </a:cubicBezTo>
                  <a:cubicBezTo>
                    <a:pt x="0" y="16"/>
                    <a:pt x="6" y="8"/>
                    <a:pt x="13" y="4"/>
                  </a:cubicBezTo>
                  <a:cubicBezTo>
                    <a:pt x="21" y="0"/>
                    <a:pt x="28" y="1"/>
                    <a:pt x="29" y="6"/>
                  </a:cubicBezTo>
                  <a:cubicBezTo>
                    <a:pt x="30" y="12"/>
                    <a:pt x="24" y="21"/>
                    <a:pt x="16"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8" name="Freeform 1082">
              <a:extLst>
                <a:ext uri="{FF2B5EF4-FFF2-40B4-BE49-F238E27FC236}">
                  <a16:creationId xmlns:a16="http://schemas.microsoft.com/office/drawing/2014/main" id="{393A09E9-9DDF-E359-9774-07E3A72AA961}"/>
                </a:ext>
              </a:extLst>
            </p:cNvPr>
            <p:cNvSpPr>
              <a:spLocks/>
            </p:cNvSpPr>
            <p:nvPr/>
          </p:nvSpPr>
          <p:spPr bwMode="auto">
            <a:xfrm rot="5094805">
              <a:off x="1230985" y="4611182"/>
              <a:ext cx="73119" cy="70834"/>
            </a:xfrm>
            <a:custGeom>
              <a:avLst/>
              <a:gdLst>
                <a:gd name="T0" fmla="*/ 14 w 30"/>
                <a:gd name="T1" fmla="*/ 4 h 29"/>
                <a:gd name="T2" fmla="*/ 29 w 30"/>
                <a:gd name="T3" fmla="*/ 7 h 29"/>
                <a:gd name="T4" fmla="*/ 16 w 30"/>
                <a:gd name="T5" fmla="*/ 25 h 29"/>
                <a:gd name="T6" fmla="*/ 0 w 30"/>
                <a:gd name="T7" fmla="*/ 22 h 29"/>
                <a:gd name="T8" fmla="*/ 14 w 30"/>
                <a:gd name="T9" fmla="*/ 4 h 29"/>
              </a:gdLst>
              <a:ahLst/>
              <a:cxnLst>
                <a:cxn ang="0">
                  <a:pos x="T0" y="T1"/>
                </a:cxn>
                <a:cxn ang="0">
                  <a:pos x="T2" y="T3"/>
                </a:cxn>
                <a:cxn ang="0">
                  <a:pos x="T4" y="T5"/>
                </a:cxn>
                <a:cxn ang="0">
                  <a:pos x="T6" y="T7"/>
                </a:cxn>
                <a:cxn ang="0">
                  <a:pos x="T8" y="T9"/>
                </a:cxn>
              </a:cxnLst>
              <a:rect l="0" t="0" r="r" b="b"/>
              <a:pathLst>
                <a:path w="30" h="29">
                  <a:moveTo>
                    <a:pt x="14" y="4"/>
                  </a:moveTo>
                  <a:cubicBezTo>
                    <a:pt x="22" y="0"/>
                    <a:pt x="28" y="1"/>
                    <a:pt x="29" y="7"/>
                  </a:cubicBezTo>
                  <a:cubicBezTo>
                    <a:pt x="30" y="13"/>
                    <a:pt x="24" y="21"/>
                    <a:pt x="16" y="25"/>
                  </a:cubicBezTo>
                  <a:cubicBezTo>
                    <a:pt x="8" y="29"/>
                    <a:pt x="1" y="28"/>
                    <a:pt x="0" y="22"/>
                  </a:cubicBezTo>
                  <a:cubicBezTo>
                    <a:pt x="0" y="16"/>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9" name="Freeform 1084">
              <a:extLst>
                <a:ext uri="{FF2B5EF4-FFF2-40B4-BE49-F238E27FC236}">
                  <a16:creationId xmlns:a16="http://schemas.microsoft.com/office/drawing/2014/main" id="{F04FDDBA-F1AA-7B13-F8F7-7BE2AF48E09E}"/>
                </a:ext>
              </a:extLst>
            </p:cNvPr>
            <p:cNvSpPr>
              <a:spLocks/>
            </p:cNvSpPr>
            <p:nvPr/>
          </p:nvSpPr>
          <p:spPr bwMode="auto">
            <a:xfrm rot="5094805">
              <a:off x="1228282" y="4507971"/>
              <a:ext cx="77689" cy="61694"/>
            </a:xfrm>
            <a:custGeom>
              <a:avLst/>
              <a:gdLst>
                <a:gd name="T0" fmla="*/ 30 w 31"/>
                <a:gd name="T1" fmla="*/ 4 h 25"/>
                <a:gd name="T2" fmla="*/ 19 w 31"/>
                <a:gd name="T3" fmla="*/ 20 h 25"/>
                <a:gd name="T4" fmla="*/ 2 w 31"/>
                <a:gd name="T5" fmla="*/ 21 h 25"/>
                <a:gd name="T6" fmla="*/ 13 w 31"/>
                <a:gd name="T7" fmla="*/ 5 h 25"/>
                <a:gd name="T8" fmla="*/ 30 w 31"/>
                <a:gd name="T9" fmla="*/ 4 h 25"/>
              </a:gdLst>
              <a:ahLst/>
              <a:cxnLst>
                <a:cxn ang="0">
                  <a:pos x="T0" y="T1"/>
                </a:cxn>
                <a:cxn ang="0">
                  <a:pos x="T2" y="T3"/>
                </a:cxn>
                <a:cxn ang="0">
                  <a:pos x="T4" y="T5"/>
                </a:cxn>
                <a:cxn ang="0">
                  <a:pos x="T6" y="T7"/>
                </a:cxn>
                <a:cxn ang="0">
                  <a:pos x="T8" y="T9"/>
                </a:cxn>
              </a:cxnLst>
              <a:rect l="0" t="0" r="r" b="b"/>
              <a:pathLst>
                <a:path w="31" h="25">
                  <a:moveTo>
                    <a:pt x="30" y="4"/>
                  </a:moveTo>
                  <a:cubicBezTo>
                    <a:pt x="31" y="8"/>
                    <a:pt x="26" y="16"/>
                    <a:pt x="19" y="20"/>
                  </a:cubicBezTo>
                  <a:cubicBezTo>
                    <a:pt x="11" y="25"/>
                    <a:pt x="3" y="25"/>
                    <a:pt x="2" y="21"/>
                  </a:cubicBezTo>
                  <a:cubicBezTo>
                    <a:pt x="0" y="17"/>
                    <a:pt x="6" y="10"/>
                    <a:pt x="13" y="5"/>
                  </a:cubicBezTo>
                  <a:cubicBezTo>
                    <a:pt x="21" y="0"/>
                    <a:pt x="29" y="0"/>
                    <a:pt x="3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0" name="Freeform 1085">
              <a:extLst>
                <a:ext uri="{FF2B5EF4-FFF2-40B4-BE49-F238E27FC236}">
                  <a16:creationId xmlns:a16="http://schemas.microsoft.com/office/drawing/2014/main" id="{E46022F6-293B-3ADC-46B7-BE6A4E3966B1}"/>
                </a:ext>
              </a:extLst>
            </p:cNvPr>
            <p:cNvSpPr>
              <a:spLocks/>
            </p:cNvSpPr>
            <p:nvPr/>
          </p:nvSpPr>
          <p:spPr bwMode="auto">
            <a:xfrm rot="5094805">
              <a:off x="1107920" y="4327343"/>
              <a:ext cx="73119" cy="63979"/>
            </a:xfrm>
            <a:custGeom>
              <a:avLst/>
              <a:gdLst>
                <a:gd name="T0" fmla="*/ 13 w 30"/>
                <a:gd name="T1" fmla="*/ 5 h 26"/>
                <a:gd name="T2" fmla="*/ 29 w 30"/>
                <a:gd name="T3" fmla="*/ 5 h 26"/>
                <a:gd name="T4" fmla="*/ 17 w 30"/>
                <a:gd name="T5" fmla="*/ 21 h 26"/>
                <a:gd name="T6" fmla="*/ 1 w 30"/>
                <a:gd name="T7" fmla="*/ 20 h 26"/>
                <a:gd name="T8" fmla="*/ 13 w 30"/>
                <a:gd name="T9" fmla="*/ 5 h 26"/>
              </a:gdLst>
              <a:ahLst/>
              <a:cxnLst>
                <a:cxn ang="0">
                  <a:pos x="T0" y="T1"/>
                </a:cxn>
                <a:cxn ang="0">
                  <a:pos x="T2" y="T3"/>
                </a:cxn>
                <a:cxn ang="0">
                  <a:pos x="T4" y="T5"/>
                </a:cxn>
                <a:cxn ang="0">
                  <a:pos x="T6" y="T7"/>
                </a:cxn>
                <a:cxn ang="0">
                  <a:pos x="T8" y="T9"/>
                </a:cxn>
              </a:cxnLst>
              <a:rect l="0" t="0" r="r" b="b"/>
              <a:pathLst>
                <a:path w="30" h="26">
                  <a:moveTo>
                    <a:pt x="13" y="5"/>
                  </a:moveTo>
                  <a:cubicBezTo>
                    <a:pt x="21" y="0"/>
                    <a:pt x="28" y="0"/>
                    <a:pt x="29" y="5"/>
                  </a:cubicBezTo>
                  <a:cubicBezTo>
                    <a:pt x="30" y="9"/>
                    <a:pt x="25" y="17"/>
                    <a:pt x="17" y="21"/>
                  </a:cubicBezTo>
                  <a:cubicBezTo>
                    <a:pt x="9" y="26"/>
                    <a:pt x="2" y="25"/>
                    <a:pt x="1" y="20"/>
                  </a:cubicBezTo>
                  <a:cubicBezTo>
                    <a:pt x="0" y="16"/>
                    <a:pt x="5" y="9"/>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1" name="Freeform 1086">
              <a:extLst>
                <a:ext uri="{FF2B5EF4-FFF2-40B4-BE49-F238E27FC236}">
                  <a16:creationId xmlns:a16="http://schemas.microsoft.com/office/drawing/2014/main" id="{2A80D5CD-4846-B050-8A2F-232AA8466826}"/>
                </a:ext>
              </a:extLst>
            </p:cNvPr>
            <p:cNvSpPr>
              <a:spLocks/>
            </p:cNvSpPr>
            <p:nvPr/>
          </p:nvSpPr>
          <p:spPr bwMode="auto">
            <a:xfrm rot="5094805">
              <a:off x="984134" y="4147958"/>
              <a:ext cx="73119" cy="63979"/>
            </a:xfrm>
            <a:custGeom>
              <a:avLst/>
              <a:gdLst>
                <a:gd name="T0" fmla="*/ 14 w 30"/>
                <a:gd name="T1" fmla="*/ 4 h 26"/>
                <a:gd name="T2" fmla="*/ 29 w 30"/>
                <a:gd name="T3" fmla="*/ 4 h 26"/>
                <a:gd name="T4" fmla="*/ 16 w 30"/>
                <a:gd name="T5" fmla="*/ 22 h 26"/>
                <a:gd name="T6" fmla="*/ 1 w 30"/>
                <a:gd name="T7" fmla="*/ 21 h 26"/>
                <a:gd name="T8" fmla="*/ 14 w 30"/>
                <a:gd name="T9" fmla="*/ 4 h 26"/>
              </a:gdLst>
              <a:ahLst/>
              <a:cxnLst>
                <a:cxn ang="0">
                  <a:pos x="T0" y="T1"/>
                </a:cxn>
                <a:cxn ang="0">
                  <a:pos x="T2" y="T3"/>
                </a:cxn>
                <a:cxn ang="0">
                  <a:pos x="T4" y="T5"/>
                </a:cxn>
                <a:cxn ang="0">
                  <a:pos x="T6" y="T7"/>
                </a:cxn>
                <a:cxn ang="0">
                  <a:pos x="T8" y="T9"/>
                </a:cxn>
              </a:cxnLst>
              <a:rect l="0" t="0" r="r" b="b"/>
              <a:pathLst>
                <a:path w="30" h="26">
                  <a:moveTo>
                    <a:pt x="14" y="4"/>
                  </a:moveTo>
                  <a:cubicBezTo>
                    <a:pt x="22" y="0"/>
                    <a:pt x="28" y="0"/>
                    <a:pt x="29" y="4"/>
                  </a:cubicBezTo>
                  <a:cubicBezTo>
                    <a:pt x="30" y="9"/>
                    <a:pt x="24" y="18"/>
                    <a:pt x="16" y="22"/>
                  </a:cubicBezTo>
                  <a:cubicBezTo>
                    <a:pt x="9" y="26"/>
                    <a:pt x="2" y="25"/>
                    <a:pt x="1" y="21"/>
                  </a:cubicBezTo>
                  <a:cubicBezTo>
                    <a:pt x="0" y="16"/>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2" name="Freeform 1087">
              <a:extLst>
                <a:ext uri="{FF2B5EF4-FFF2-40B4-BE49-F238E27FC236}">
                  <a16:creationId xmlns:a16="http://schemas.microsoft.com/office/drawing/2014/main" id="{D107329D-0BDD-71AF-78F7-3F6845D41898}"/>
                </a:ext>
              </a:extLst>
            </p:cNvPr>
            <p:cNvSpPr>
              <a:spLocks/>
            </p:cNvSpPr>
            <p:nvPr/>
          </p:nvSpPr>
          <p:spPr bwMode="auto">
            <a:xfrm rot="5094805">
              <a:off x="863762" y="3967127"/>
              <a:ext cx="73119" cy="66264"/>
            </a:xfrm>
            <a:custGeom>
              <a:avLst/>
              <a:gdLst>
                <a:gd name="T0" fmla="*/ 13 w 30"/>
                <a:gd name="T1" fmla="*/ 4 h 27"/>
                <a:gd name="T2" fmla="*/ 29 w 30"/>
                <a:gd name="T3" fmla="*/ 5 h 27"/>
                <a:gd name="T4" fmla="*/ 17 w 30"/>
                <a:gd name="T5" fmla="*/ 22 h 27"/>
                <a:gd name="T6" fmla="*/ 1 w 30"/>
                <a:gd name="T7" fmla="*/ 20 h 27"/>
                <a:gd name="T8" fmla="*/ 13 w 30"/>
                <a:gd name="T9" fmla="*/ 4 h 27"/>
              </a:gdLst>
              <a:ahLst/>
              <a:cxnLst>
                <a:cxn ang="0">
                  <a:pos x="T0" y="T1"/>
                </a:cxn>
                <a:cxn ang="0">
                  <a:pos x="T2" y="T3"/>
                </a:cxn>
                <a:cxn ang="0">
                  <a:pos x="T4" y="T5"/>
                </a:cxn>
                <a:cxn ang="0">
                  <a:pos x="T6" y="T7"/>
                </a:cxn>
                <a:cxn ang="0">
                  <a:pos x="T8" y="T9"/>
                </a:cxn>
              </a:cxnLst>
              <a:rect l="0" t="0" r="r" b="b"/>
              <a:pathLst>
                <a:path w="30" h="27">
                  <a:moveTo>
                    <a:pt x="13" y="4"/>
                  </a:moveTo>
                  <a:cubicBezTo>
                    <a:pt x="22" y="0"/>
                    <a:pt x="29" y="0"/>
                    <a:pt x="29" y="5"/>
                  </a:cubicBezTo>
                  <a:cubicBezTo>
                    <a:pt x="30" y="10"/>
                    <a:pt x="25" y="18"/>
                    <a:pt x="17" y="22"/>
                  </a:cubicBezTo>
                  <a:cubicBezTo>
                    <a:pt x="9" y="27"/>
                    <a:pt x="2" y="26"/>
                    <a:pt x="1" y="20"/>
                  </a:cubicBezTo>
                  <a:cubicBezTo>
                    <a:pt x="0" y="15"/>
                    <a:pt x="6"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3" name="Freeform 1088">
              <a:extLst>
                <a:ext uri="{FF2B5EF4-FFF2-40B4-BE49-F238E27FC236}">
                  <a16:creationId xmlns:a16="http://schemas.microsoft.com/office/drawing/2014/main" id="{4AA94AE0-F01E-8E4E-CA49-783B94D3E052}"/>
                </a:ext>
              </a:extLst>
            </p:cNvPr>
            <p:cNvSpPr>
              <a:spLocks/>
            </p:cNvSpPr>
            <p:nvPr/>
          </p:nvSpPr>
          <p:spPr bwMode="auto">
            <a:xfrm rot="5094805">
              <a:off x="746698" y="3787038"/>
              <a:ext cx="75404" cy="63979"/>
            </a:xfrm>
            <a:custGeom>
              <a:avLst/>
              <a:gdLst>
                <a:gd name="T0" fmla="*/ 18 w 30"/>
                <a:gd name="T1" fmla="*/ 22 h 26"/>
                <a:gd name="T2" fmla="*/ 1 w 30"/>
                <a:gd name="T3" fmla="*/ 20 h 26"/>
                <a:gd name="T4" fmla="*/ 13 w 30"/>
                <a:gd name="T5" fmla="*/ 4 h 26"/>
                <a:gd name="T6" fmla="*/ 30 w 30"/>
                <a:gd name="T7" fmla="*/ 5 h 26"/>
                <a:gd name="T8" fmla="*/ 18 w 30"/>
                <a:gd name="T9" fmla="*/ 22 h 26"/>
              </a:gdLst>
              <a:ahLst/>
              <a:cxnLst>
                <a:cxn ang="0">
                  <a:pos x="T0" y="T1"/>
                </a:cxn>
                <a:cxn ang="0">
                  <a:pos x="T2" y="T3"/>
                </a:cxn>
                <a:cxn ang="0">
                  <a:pos x="T4" y="T5"/>
                </a:cxn>
                <a:cxn ang="0">
                  <a:pos x="T6" y="T7"/>
                </a:cxn>
                <a:cxn ang="0">
                  <a:pos x="T8" y="T9"/>
                </a:cxn>
              </a:cxnLst>
              <a:rect l="0" t="0" r="r" b="b"/>
              <a:pathLst>
                <a:path w="30" h="26">
                  <a:moveTo>
                    <a:pt x="18" y="22"/>
                  </a:moveTo>
                  <a:cubicBezTo>
                    <a:pt x="10" y="26"/>
                    <a:pt x="2" y="26"/>
                    <a:pt x="1" y="20"/>
                  </a:cubicBezTo>
                  <a:cubicBezTo>
                    <a:pt x="0" y="15"/>
                    <a:pt x="6" y="8"/>
                    <a:pt x="13" y="4"/>
                  </a:cubicBezTo>
                  <a:cubicBezTo>
                    <a:pt x="21" y="0"/>
                    <a:pt x="29" y="0"/>
                    <a:pt x="30" y="5"/>
                  </a:cubicBezTo>
                  <a:cubicBezTo>
                    <a:pt x="30" y="10"/>
                    <a:pt x="25" y="18"/>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4" name="Freeform 1089">
              <a:extLst>
                <a:ext uri="{FF2B5EF4-FFF2-40B4-BE49-F238E27FC236}">
                  <a16:creationId xmlns:a16="http://schemas.microsoft.com/office/drawing/2014/main" id="{4A81722D-238F-E53D-2EEC-F58E52F033FC}"/>
                </a:ext>
              </a:extLst>
            </p:cNvPr>
            <p:cNvSpPr>
              <a:spLocks/>
            </p:cNvSpPr>
            <p:nvPr/>
          </p:nvSpPr>
          <p:spPr bwMode="auto">
            <a:xfrm rot="5094805">
              <a:off x="635430" y="3605397"/>
              <a:ext cx="75404" cy="66264"/>
            </a:xfrm>
            <a:custGeom>
              <a:avLst/>
              <a:gdLst>
                <a:gd name="T0" fmla="*/ 30 w 30"/>
                <a:gd name="T1" fmla="*/ 7 h 27"/>
                <a:gd name="T2" fmla="*/ 18 w 30"/>
                <a:gd name="T3" fmla="*/ 23 h 27"/>
                <a:gd name="T4" fmla="*/ 1 w 30"/>
                <a:gd name="T5" fmla="*/ 20 h 27"/>
                <a:gd name="T6" fmla="*/ 15 w 30"/>
                <a:gd name="T7" fmla="*/ 4 h 27"/>
                <a:gd name="T8" fmla="*/ 30 w 30"/>
                <a:gd name="T9" fmla="*/ 7 h 27"/>
              </a:gdLst>
              <a:ahLst/>
              <a:cxnLst>
                <a:cxn ang="0">
                  <a:pos x="T0" y="T1"/>
                </a:cxn>
                <a:cxn ang="0">
                  <a:pos x="T2" y="T3"/>
                </a:cxn>
                <a:cxn ang="0">
                  <a:pos x="T4" y="T5"/>
                </a:cxn>
                <a:cxn ang="0">
                  <a:pos x="T6" y="T7"/>
                </a:cxn>
                <a:cxn ang="0">
                  <a:pos x="T8" y="T9"/>
                </a:cxn>
              </a:cxnLst>
              <a:rect l="0" t="0" r="r" b="b"/>
              <a:pathLst>
                <a:path w="30" h="27">
                  <a:moveTo>
                    <a:pt x="30" y="7"/>
                  </a:moveTo>
                  <a:cubicBezTo>
                    <a:pt x="30" y="12"/>
                    <a:pt x="25" y="19"/>
                    <a:pt x="18" y="23"/>
                  </a:cubicBezTo>
                  <a:cubicBezTo>
                    <a:pt x="10" y="27"/>
                    <a:pt x="2" y="26"/>
                    <a:pt x="1" y="20"/>
                  </a:cubicBezTo>
                  <a:cubicBezTo>
                    <a:pt x="0" y="15"/>
                    <a:pt x="6" y="7"/>
                    <a:pt x="15" y="4"/>
                  </a:cubicBezTo>
                  <a:cubicBezTo>
                    <a:pt x="22" y="0"/>
                    <a:pt x="29" y="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5" name="Freeform 1090">
              <a:extLst>
                <a:ext uri="{FF2B5EF4-FFF2-40B4-BE49-F238E27FC236}">
                  <a16:creationId xmlns:a16="http://schemas.microsoft.com/office/drawing/2014/main" id="{C5472113-2940-E2EE-DF23-A17263B98DAB}"/>
                </a:ext>
              </a:extLst>
            </p:cNvPr>
            <p:cNvSpPr>
              <a:spLocks/>
            </p:cNvSpPr>
            <p:nvPr/>
          </p:nvSpPr>
          <p:spPr bwMode="auto">
            <a:xfrm rot="5094805">
              <a:off x="533170" y="3425336"/>
              <a:ext cx="73119" cy="61694"/>
            </a:xfrm>
            <a:custGeom>
              <a:avLst/>
              <a:gdLst>
                <a:gd name="T0" fmla="*/ 14 w 30"/>
                <a:gd name="T1" fmla="*/ 4 h 25"/>
                <a:gd name="T2" fmla="*/ 29 w 30"/>
                <a:gd name="T3" fmla="*/ 7 h 25"/>
                <a:gd name="T4" fmla="*/ 16 w 30"/>
                <a:gd name="T5" fmla="*/ 22 h 25"/>
                <a:gd name="T6" fmla="*/ 1 w 30"/>
                <a:gd name="T7" fmla="*/ 20 h 25"/>
                <a:gd name="T8" fmla="*/ 14 w 30"/>
                <a:gd name="T9" fmla="*/ 4 h 25"/>
              </a:gdLst>
              <a:ahLst/>
              <a:cxnLst>
                <a:cxn ang="0">
                  <a:pos x="T0" y="T1"/>
                </a:cxn>
                <a:cxn ang="0">
                  <a:pos x="T2" y="T3"/>
                </a:cxn>
                <a:cxn ang="0">
                  <a:pos x="T4" y="T5"/>
                </a:cxn>
                <a:cxn ang="0">
                  <a:pos x="T6" y="T7"/>
                </a:cxn>
                <a:cxn ang="0">
                  <a:pos x="T8" y="T9"/>
                </a:cxn>
              </a:cxnLst>
              <a:rect l="0" t="0" r="r" b="b"/>
              <a:pathLst>
                <a:path w="30" h="25">
                  <a:moveTo>
                    <a:pt x="14" y="4"/>
                  </a:moveTo>
                  <a:cubicBezTo>
                    <a:pt x="22" y="0"/>
                    <a:pt x="28" y="2"/>
                    <a:pt x="29" y="7"/>
                  </a:cubicBezTo>
                  <a:cubicBezTo>
                    <a:pt x="30" y="12"/>
                    <a:pt x="24" y="19"/>
                    <a:pt x="16" y="22"/>
                  </a:cubicBezTo>
                  <a:cubicBezTo>
                    <a:pt x="9" y="25"/>
                    <a:pt x="2" y="24"/>
                    <a:pt x="1" y="20"/>
                  </a:cubicBezTo>
                  <a:cubicBezTo>
                    <a:pt x="0" y="15"/>
                    <a:pt x="6"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6" name="Freeform 1091">
              <a:extLst>
                <a:ext uri="{FF2B5EF4-FFF2-40B4-BE49-F238E27FC236}">
                  <a16:creationId xmlns:a16="http://schemas.microsoft.com/office/drawing/2014/main" id="{0749E817-F811-52D4-0230-C14C6B25B7B6}"/>
                </a:ext>
              </a:extLst>
            </p:cNvPr>
            <p:cNvSpPr>
              <a:spLocks/>
            </p:cNvSpPr>
            <p:nvPr/>
          </p:nvSpPr>
          <p:spPr bwMode="auto">
            <a:xfrm rot="5094805">
              <a:off x="434314" y="3243626"/>
              <a:ext cx="75404" cy="59409"/>
            </a:xfrm>
            <a:custGeom>
              <a:avLst/>
              <a:gdLst>
                <a:gd name="T0" fmla="*/ 18 w 31"/>
                <a:gd name="T1" fmla="*/ 20 h 24"/>
                <a:gd name="T2" fmla="*/ 1 w 31"/>
                <a:gd name="T3" fmla="*/ 17 h 24"/>
                <a:gd name="T4" fmla="*/ 13 w 31"/>
                <a:gd name="T5" fmla="*/ 3 h 24"/>
                <a:gd name="T6" fmla="*/ 30 w 31"/>
                <a:gd name="T7" fmla="*/ 6 h 24"/>
                <a:gd name="T8" fmla="*/ 18 w 31"/>
                <a:gd name="T9" fmla="*/ 20 h 24"/>
              </a:gdLst>
              <a:ahLst/>
              <a:cxnLst>
                <a:cxn ang="0">
                  <a:pos x="T0" y="T1"/>
                </a:cxn>
                <a:cxn ang="0">
                  <a:pos x="T2" y="T3"/>
                </a:cxn>
                <a:cxn ang="0">
                  <a:pos x="T4" y="T5"/>
                </a:cxn>
                <a:cxn ang="0">
                  <a:pos x="T6" y="T7"/>
                </a:cxn>
                <a:cxn ang="0">
                  <a:pos x="T8" y="T9"/>
                </a:cxn>
              </a:cxnLst>
              <a:rect l="0" t="0" r="r" b="b"/>
              <a:pathLst>
                <a:path w="31" h="24">
                  <a:moveTo>
                    <a:pt x="18" y="20"/>
                  </a:moveTo>
                  <a:cubicBezTo>
                    <a:pt x="10" y="24"/>
                    <a:pt x="2" y="22"/>
                    <a:pt x="1" y="17"/>
                  </a:cubicBezTo>
                  <a:cubicBezTo>
                    <a:pt x="0" y="13"/>
                    <a:pt x="6" y="6"/>
                    <a:pt x="13" y="3"/>
                  </a:cubicBezTo>
                  <a:cubicBezTo>
                    <a:pt x="21" y="0"/>
                    <a:pt x="29" y="1"/>
                    <a:pt x="30" y="6"/>
                  </a:cubicBezTo>
                  <a:cubicBezTo>
                    <a:pt x="31" y="11"/>
                    <a:pt x="25" y="17"/>
                    <a:pt x="18"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7" name="Freeform 1092">
              <a:extLst>
                <a:ext uri="{FF2B5EF4-FFF2-40B4-BE49-F238E27FC236}">
                  <a16:creationId xmlns:a16="http://schemas.microsoft.com/office/drawing/2014/main" id="{4BC6B5B5-0F40-CA0B-20FB-F21473A5E30F}"/>
                </a:ext>
              </a:extLst>
            </p:cNvPr>
            <p:cNvSpPr>
              <a:spLocks/>
            </p:cNvSpPr>
            <p:nvPr/>
          </p:nvSpPr>
          <p:spPr bwMode="auto">
            <a:xfrm rot="5094805">
              <a:off x="352537" y="3061742"/>
              <a:ext cx="73119" cy="54839"/>
            </a:xfrm>
            <a:custGeom>
              <a:avLst/>
              <a:gdLst>
                <a:gd name="T0" fmla="*/ 29 w 30"/>
                <a:gd name="T1" fmla="*/ 7 h 22"/>
                <a:gd name="T2" fmla="*/ 17 w 30"/>
                <a:gd name="T3" fmla="*/ 20 h 22"/>
                <a:gd name="T4" fmla="*/ 0 w 30"/>
                <a:gd name="T5" fmla="*/ 15 h 22"/>
                <a:gd name="T6" fmla="*/ 15 w 30"/>
                <a:gd name="T7" fmla="*/ 2 h 22"/>
                <a:gd name="T8" fmla="*/ 29 w 30"/>
                <a:gd name="T9" fmla="*/ 7 h 22"/>
              </a:gdLst>
              <a:ahLst/>
              <a:cxnLst>
                <a:cxn ang="0">
                  <a:pos x="T0" y="T1"/>
                </a:cxn>
                <a:cxn ang="0">
                  <a:pos x="T2" y="T3"/>
                </a:cxn>
                <a:cxn ang="0">
                  <a:pos x="T4" y="T5"/>
                </a:cxn>
                <a:cxn ang="0">
                  <a:pos x="T6" y="T7"/>
                </a:cxn>
                <a:cxn ang="0">
                  <a:pos x="T8" y="T9"/>
                </a:cxn>
              </a:cxnLst>
              <a:rect l="0" t="0" r="r" b="b"/>
              <a:pathLst>
                <a:path w="30" h="22">
                  <a:moveTo>
                    <a:pt x="29" y="7"/>
                  </a:moveTo>
                  <a:cubicBezTo>
                    <a:pt x="30" y="12"/>
                    <a:pt x="24" y="17"/>
                    <a:pt x="17" y="20"/>
                  </a:cubicBezTo>
                  <a:cubicBezTo>
                    <a:pt x="9" y="22"/>
                    <a:pt x="1" y="20"/>
                    <a:pt x="0" y="15"/>
                  </a:cubicBezTo>
                  <a:cubicBezTo>
                    <a:pt x="0" y="10"/>
                    <a:pt x="6" y="4"/>
                    <a:pt x="15" y="2"/>
                  </a:cubicBezTo>
                  <a:cubicBezTo>
                    <a:pt x="22" y="0"/>
                    <a:pt x="29" y="2"/>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8" name="Freeform 1093">
              <a:extLst>
                <a:ext uri="{FF2B5EF4-FFF2-40B4-BE49-F238E27FC236}">
                  <a16:creationId xmlns:a16="http://schemas.microsoft.com/office/drawing/2014/main" id="{52107965-E48F-A76A-C2E8-D9E3A604ECBE}"/>
                </a:ext>
              </a:extLst>
            </p:cNvPr>
            <p:cNvSpPr>
              <a:spLocks/>
            </p:cNvSpPr>
            <p:nvPr/>
          </p:nvSpPr>
          <p:spPr bwMode="auto">
            <a:xfrm rot="5094805">
              <a:off x="279652" y="2874284"/>
              <a:ext cx="75404" cy="54839"/>
            </a:xfrm>
            <a:custGeom>
              <a:avLst/>
              <a:gdLst>
                <a:gd name="T0" fmla="*/ 29 w 30"/>
                <a:gd name="T1" fmla="*/ 8 h 22"/>
                <a:gd name="T2" fmla="*/ 17 w 30"/>
                <a:gd name="T3" fmla="*/ 20 h 22"/>
                <a:gd name="T4" fmla="*/ 0 w 30"/>
                <a:gd name="T5" fmla="*/ 14 h 22"/>
                <a:gd name="T6" fmla="*/ 15 w 30"/>
                <a:gd name="T7" fmla="*/ 2 h 22"/>
                <a:gd name="T8" fmla="*/ 29 w 30"/>
                <a:gd name="T9" fmla="*/ 8 h 22"/>
              </a:gdLst>
              <a:ahLst/>
              <a:cxnLst>
                <a:cxn ang="0">
                  <a:pos x="T0" y="T1"/>
                </a:cxn>
                <a:cxn ang="0">
                  <a:pos x="T2" y="T3"/>
                </a:cxn>
                <a:cxn ang="0">
                  <a:pos x="T4" y="T5"/>
                </a:cxn>
                <a:cxn ang="0">
                  <a:pos x="T6" y="T7"/>
                </a:cxn>
                <a:cxn ang="0">
                  <a:pos x="T8" y="T9"/>
                </a:cxn>
              </a:cxnLst>
              <a:rect l="0" t="0" r="r" b="b"/>
              <a:pathLst>
                <a:path w="30" h="22">
                  <a:moveTo>
                    <a:pt x="29" y="8"/>
                  </a:moveTo>
                  <a:cubicBezTo>
                    <a:pt x="30" y="13"/>
                    <a:pt x="24" y="18"/>
                    <a:pt x="17" y="20"/>
                  </a:cubicBezTo>
                  <a:cubicBezTo>
                    <a:pt x="9" y="22"/>
                    <a:pt x="1" y="19"/>
                    <a:pt x="0" y="14"/>
                  </a:cubicBezTo>
                  <a:cubicBezTo>
                    <a:pt x="0" y="9"/>
                    <a:pt x="6" y="4"/>
                    <a:pt x="15" y="2"/>
                  </a:cubicBezTo>
                  <a:cubicBezTo>
                    <a:pt x="22" y="0"/>
                    <a:pt x="29" y="3"/>
                    <a:pt x="2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9" name="Freeform 1094">
              <a:extLst>
                <a:ext uri="{FF2B5EF4-FFF2-40B4-BE49-F238E27FC236}">
                  <a16:creationId xmlns:a16="http://schemas.microsoft.com/office/drawing/2014/main" id="{DDFDCB1F-EA46-A08A-980E-A27268295BC5}"/>
                </a:ext>
              </a:extLst>
            </p:cNvPr>
            <p:cNvSpPr>
              <a:spLocks/>
            </p:cNvSpPr>
            <p:nvPr/>
          </p:nvSpPr>
          <p:spPr bwMode="auto">
            <a:xfrm rot="5094805">
              <a:off x="222602" y="2685514"/>
              <a:ext cx="75404" cy="52554"/>
            </a:xfrm>
            <a:custGeom>
              <a:avLst/>
              <a:gdLst>
                <a:gd name="T0" fmla="*/ 15 w 31"/>
                <a:gd name="T1" fmla="*/ 1 h 21"/>
                <a:gd name="T2" fmla="*/ 30 w 31"/>
                <a:gd name="T3" fmla="*/ 8 h 21"/>
                <a:gd name="T4" fmla="*/ 17 w 31"/>
                <a:gd name="T5" fmla="*/ 20 h 21"/>
                <a:gd name="T6" fmla="*/ 1 w 31"/>
                <a:gd name="T7" fmla="*/ 13 h 21"/>
                <a:gd name="T8" fmla="*/ 15 w 31"/>
                <a:gd name="T9" fmla="*/ 1 h 21"/>
              </a:gdLst>
              <a:ahLst/>
              <a:cxnLst>
                <a:cxn ang="0">
                  <a:pos x="T0" y="T1"/>
                </a:cxn>
                <a:cxn ang="0">
                  <a:pos x="T2" y="T3"/>
                </a:cxn>
                <a:cxn ang="0">
                  <a:pos x="T4" y="T5"/>
                </a:cxn>
                <a:cxn ang="0">
                  <a:pos x="T6" y="T7"/>
                </a:cxn>
                <a:cxn ang="0">
                  <a:pos x="T8" y="T9"/>
                </a:cxn>
              </a:cxnLst>
              <a:rect l="0" t="0" r="r" b="b"/>
              <a:pathLst>
                <a:path w="31" h="21">
                  <a:moveTo>
                    <a:pt x="15" y="1"/>
                  </a:moveTo>
                  <a:cubicBezTo>
                    <a:pt x="22" y="0"/>
                    <a:pt x="29" y="3"/>
                    <a:pt x="30" y="8"/>
                  </a:cubicBezTo>
                  <a:cubicBezTo>
                    <a:pt x="31" y="13"/>
                    <a:pt x="25" y="19"/>
                    <a:pt x="17" y="20"/>
                  </a:cubicBezTo>
                  <a:cubicBezTo>
                    <a:pt x="9" y="21"/>
                    <a:pt x="2" y="18"/>
                    <a:pt x="1" y="13"/>
                  </a:cubicBezTo>
                  <a:cubicBezTo>
                    <a:pt x="0" y="8"/>
                    <a:pt x="6" y="3"/>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0" name="Freeform 1095">
              <a:extLst>
                <a:ext uri="{FF2B5EF4-FFF2-40B4-BE49-F238E27FC236}">
                  <a16:creationId xmlns:a16="http://schemas.microsoft.com/office/drawing/2014/main" id="{BDF91874-AB24-1ABE-5042-DBCEAAF26C99}"/>
                </a:ext>
              </a:extLst>
            </p:cNvPr>
            <p:cNvSpPr>
              <a:spLocks/>
            </p:cNvSpPr>
            <p:nvPr/>
          </p:nvSpPr>
          <p:spPr bwMode="auto">
            <a:xfrm rot="5094805">
              <a:off x="180453" y="2496666"/>
              <a:ext cx="73119" cy="50269"/>
            </a:xfrm>
            <a:custGeom>
              <a:avLst/>
              <a:gdLst>
                <a:gd name="T0" fmla="*/ 17 w 30"/>
                <a:gd name="T1" fmla="*/ 19 h 20"/>
                <a:gd name="T2" fmla="*/ 0 w 30"/>
                <a:gd name="T3" fmla="*/ 11 h 20"/>
                <a:gd name="T4" fmla="*/ 14 w 30"/>
                <a:gd name="T5" fmla="*/ 1 h 20"/>
                <a:gd name="T6" fmla="*/ 30 w 30"/>
                <a:gd name="T7" fmla="*/ 9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8" y="20"/>
                    <a:pt x="1" y="16"/>
                    <a:pt x="0" y="11"/>
                  </a:cubicBezTo>
                  <a:cubicBezTo>
                    <a:pt x="0" y="6"/>
                    <a:pt x="6" y="1"/>
                    <a:pt x="14" y="1"/>
                  </a:cubicBezTo>
                  <a:cubicBezTo>
                    <a:pt x="22" y="0"/>
                    <a:pt x="29" y="4"/>
                    <a:pt x="30" y="9"/>
                  </a:cubicBezTo>
                  <a:cubicBezTo>
                    <a:pt x="30" y="14"/>
                    <a:pt x="24" y="18"/>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1" name="Freeform 1096">
              <a:extLst>
                <a:ext uri="{FF2B5EF4-FFF2-40B4-BE49-F238E27FC236}">
                  <a16:creationId xmlns:a16="http://schemas.microsoft.com/office/drawing/2014/main" id="{1FD9BB4E-C112-78D0-824D-B9A64A891A6A}"/>
                </a:ext>
              </a:extLst>
            </p:cNvPr>
            <p:cNvSpPr>
              <a:spLocks/>
            </p:cNvSpPr>
            <p:nvPr/>
          </p:nvSpPr>
          <p:spPr bwMode="auto">
            <a:xfrm rot="5094805">
              <a:off x="142740" y="2307114"/>
              <a:ext cx="77689" cy="45700"/>
            </a:xfrm>
            <a:custGeom>
              <a:avLst/>
              <a:gdLst>
                <a:gd name="T0" fmla="*/ 14 w 31"/>
                <a:gd name="T1" fmla="*/ 1 h 19"/>
                <a:gd name="T2" fmla="*/ 30 w 31"/>
                <a:gd name="T3" fmla="*/ 8 h 19"/>
                <a:gd name="T4" fmla="*/ 16 w 31"/>
                <a:gd name="T5" fmla="*/ 19 h 19"/>
                <a:gd name="T6" fmla="*/ 1 w 31"/>
                <a:gd name="T7" fmla="*/ 12 h 19"/>
                <a:gd name="T8" fmla="*/ 14 w 31"/>
                <a:gd name="T9" fmla="*/ 1 h 19"/>
              </a:gdLst>
              <a:ahLst/>
              <a:cxnLst>
                <a:cxn ang="0">
                  <a:pos x="T0" y="T1"/>
                </a:cxn>
                <a:cxn ang="0">
                  <a:pos x="T2" y="T3"/>
                </a:cxn>
                <a:cxn ang="0">
                  <a:pos x="T4" y="T5"/>
                </a:cxn>
                <a:cxn ang="0">
                  <a:pos x="T6" y="T7"/>
                </a:cxn>
                <a:cxn ang="0">
                  <a:pos x="T8" y="T9"/>
                </a:cxn>
              </a:cxnLst>
              <a:rect l="0" t="0" r="r" b="b"/>
              <a:pathLst>
                <a:path w="31" h="19">
                  <a:moveTo>
                    <a:pt x="14" y="1"/>
                  </a:moveTo>
                  <a:cubicBezTo>
                    <a:pt x="22" y="0"/>
                    <a:pt x="29" y="4"/>
                    <a:pt x="30" y="8"/>
                  </a:cubicBezTo>
                  <a:cubicBezTo>
                    <a:pt x="31" y="13"/>
                    <a:pt x="25" y="18"/>
                    <a:pt x="16" y="19"/>
                  </a:cubicBezTo>
                  <a:cubicBezTo>
                    <a:pt x="9" y="19"/>
                    <a:pt x="2" y="16"/>
                    <a:pt x="1" y="12"/>
                  </a:cubicBezTo>
                  <a:cubicBezTo>
                    <a:pt x="0" y="7"/>
                    <a:pt x="6" y="2"/>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2" name="Freeform 1097">
              <a:extLst>
                <a:ext uri="{FF2B5EF4-FFF2-40B4-BE49-F238E27FC236}">
                  <a16:creationId xmlns:a16="http://schemas.microsoft.com/office/drawing/2014/main" id="{A0F0C04F-5B57-D5AD-3F61-E22162238514}"/>
                </a:ext>
              </a:extLst>
            </p:cNvPr>
            <p:cNvSpPr>
              <a:spLocks/>
            </p:cNvSpPr>
            <p:nvPr/>
          </p:nvSpPr>
          <p:spPr bwMode="auto">
            <a:xfrm rot="5094805">
              <a:off x="108459" y="2114235"/>
              <a:ext cx="73119" cy="47984"/>
            </a:xfrm>
            <a:custGeom>
              <a:avLst/>
              <a:gdLst>
                <a:gd name="T0" fmla="*/ 16 w 30"/>
                <a:gd name="T1" fmla="*/ 18 h 19"/>
                <a:gd name="T2" fmla="*/ 0 w 30"/>
                <a:gd name="T3" fmla="*/ 11 h 19"/>
                <a:gd name="T4" fmla="*/ 13 w 30"/>
                <a:gd name="T5" fmla="*/ 1 h 19"/>
                <a:gd name="T6" fmla="*/ 29 w 30"/>
                <a:gd name="T7" fmla="*/ 9 h 19"/>
                <a:gd name="T8" fmla="*/ 16 w 30"/>
                <a:gd name="T9" fmla="*/ 18 h 19"/>
              </a:gdLst>
              <a:ahLst/>
              <a:cxnLst>
                <a:cxn ang="0">
                  <a:pos x="T0" y="T1"/>
                </a:cxn>
                <a:cxn ang="0">
                  <a:pos x="T2" y="T3"/>
                </a:cxn>
                <a:cxn ang="0">
                  <a:pos x="T4" y="T5"/>
                </a:cxn>
                <a:cxn ang="0">
                  <a:pos x="T6" y="T7"/>
                </a:cxn>
                <a:cxn ang="0">
                  <a:pos x="T8" y="T9"/>
                </a:cxn>
              </a:cxnLst>
              <a:rect l="0" t="0" r="r" b="b"/>
              <a:pathLst>
                <a:path w="30" h="19">
                  <a:moveTo>
                    <a:pt x="16" y="18"/>
                  </a:moveTo>
                  <a:cubicBezTo>
                    <a:pt x="8" y="19"/>
                    <a:pt x="0" y="16"/>
                    <a:pt x="0" y="11"/>
                  </a:cubicBezTo>
                  <a:cubicBezTo>
                    <a:pt x="0" y="6"/>
                    <a:pt x="5" y="2"/>
                    <a:pt x="13" y="1"/>
                  </a:cubicBezTo>
                  <a:cubicBezTo>
                    <a:pt x="21" y="0"/>
                    <a:pt x="29" y="4"/>
                    <a:pt x="29" y="9"/>
                  </a:cubicBezTo>
                  <a:cubicBezTo>
                    <a:pt x="30" y="14"/>
                    <a:pt x="24" y="18"/>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3" name="Freeform 1098">
              <a:extLst>
                <a:ext uri="{FF2B5EF4-FFF2-40B4-BE49-F238E27FC236}">
                  <a16:creationId xmlns:a16="http://schemas.microsoft.com/office/drawing/2014/main" id="{AACC862C-739C-BDE5-AC8F-943870336514}"/>
                </a:ext>
              </a:extLst>
            </p:cNvPr>
            <p:cNvSpPr>
              <a:spLocks/>
            </p:cNvSpPr>
            <p:nvPr/>
          </p:nvSpPr>
          <p:spPr bwMode="auto">
            <a:xfrm rot="5094805">
              <a:off x="70649" y="1924788"/>
              <a:ext cx="75404" cy="41130"/>
            </a:xfrm>
            <a:custGeom>
              <a:avLst/>
              <a:gdLst>
                <a:gd name="T0" fmla="*/ 15 w 31"/>
                <a:gd name="T1" fmla="*/ 0 h 17"/>
                <a:gd name="T2" fmla="*/ 30 w 31"/>
                <a:gd name="T3" fmla="*/ 7 h 17"/>
                <a:gd name="T4" fmla="*/ 17 w 31"/>
                <a:gd name="T5" fmla="*/ 17 h 17"/>
                <a:gd name="T6" fmla="*/ 1 w 31"/>
                <a:gd name="T7" fmla="*/ 10 h 17"/>
                <a:gd name="T8" fmla="*/ 15 w 31"/>
                <a:gd name="T9" fmla="*/ 0 h 17"/>
              </a:gdLst>
              <a:ahLst/>
              <a:cxnLst>
                <a:cxn ang="0">
                  <a:pos x="T0" y="T1"/>
                </a:cxn>
                <a:cxn ang="0">
                  <a:pos x="T2" y="T3"/>
                </a:cxn>
                <a:cxn ang="0">
                  <a:pos x="T4" y="T5"/>
                </a:cxn>
                <a:cxn ang="0">
                  <a:pos x="T6" y="T7"/>
                </a:cxn>
                <a:cxn ang="0">
                  <a:pos x="T8" y="T9"/>
                </a:cxn>
              </a:cxnLst>
              <a:rect l="0" t="0" r="r" b="b"/>
              <a:pathLst>
                <a:path w="31" h="17">
                  <a:moveTo>
                    <a:pt x="15" y="0"/>
                  </a:moveTo>
                  <a:cubicBezTo>
                    <a:pt x="22" y="0"/>
                    <a:pt x="29" y="3"/>
                    <a:pt x="30" y="7"/>
                  </a:cubicBezTo>
                  <a:cubicBezTo>
                    <a:pt x="31" y="12"/>
                    <a:pt x="25" y="16"/>
                    <a:pt x="17" y="17"/>
                  </a:cubicBezTo>
                  <a:cubicBezTo>
                    <a:pt x="9" y="17"/>
                    <a:pt x="2" y="14"/>
                    <a:pt x="1" y="10"/>
                  </a:cubicBezTo>
                  <a:cubicBezTo>
                    <a:pt x="0" y="6"/>
                    <a:pt x="6"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4" name="Freeform 1099">
              <a:extLst>
                <a:ext uri="{FF2B5EF4-FFF2-40B4-BE49-F238E27FC236}">
                  <a16:creationId xmlns:a16="http://schemas.microsoft.com/office/drawing/2014/main" id="{23DE372A-E11B-2474-A827-8EB0334E784D}"/>
                </a:ext>
              </a:extLst>
            </p:cNvPr>
            <p:cNvSpPr>
              <a:spLocks/>
            </p:cNvSpPr>
            <p:nvPr/>
          </p:nvSpPr>
          <p:spPr bwMode="auto">
            <a:xfrm rot="5094805">
              <a:off x="34083" y="1734195"/>
              <a:ext cx="75404" cy="38845"/>
            </a:xfrm>
            <a:custGeom>
              <a:avLst/>
              <a:gdLst>
                <a:gd name="T0" fmla="*/ 30 w 30"/>
                <a:gd name="T1" fmla="*/ 7 h 16"/>
                <a:gd name="T2" fmla="*/ 17 w 30"/>
                <a:gd name="T3" fmla="*/ 16 h 16"/>
                <a:gd name="T4" fmla="*/ 0 w 30"/>
                <a:gd name="T5" fmla="*/ 9 h 16"/>
                <a:gd name="T6" fmla="*/ 15 w 30"/>
                <a:gd name="T7" fmla="*/ 0 h 16"/>
                <a:gd name="T8" fmla="*/ 30 w 30"/>
                <a:gd name="T9" fmla="*/ 7 h 16"/>
              </a:gdLst>
              <a:ahLst/>
              <a:cxnLst>
                <a:cxn ang="0">
                  <a:pos x="T0" y="T1"/>
                </a:cxn>
                <a:cxn ang="0">
                  <a:pos x="T2" y="T3"/>
                </a:cxn>
                <a:cxn ang="0">
                  <a:pos x="T4" y="T5"/>
                </a:cxn>
                <a:cxn ang="0">
                  <a:pos x="T6" y="T7"/>
                </a:cxn>
                <a:cxn ang="0">
                  <a:pos x="T8" y="T9"/>
                </a:cxn>
              </a:cxnLst>
              <a:rect l="0" t="0" r="r" b="b"/>
              <a:pathLst>
                <a:path w="30" h="16">
                  <a:moveTo>
                    <a:pt x="30" y="7"/>
                  </a:moveTo>
                  <a:cubicBezTo>
                    <a:pt x="30" y="11"/>
                    <a:pt x="24" y="15"/>
                    <a:pt x="17" y="16"/>
                  </a:cubicBezTo>
                  <a:cubicBezTo>
                    <a:pt x="8" y="16"/>
                    <a:pt x="1" y="13"/>
                    <a:pt x="0" y="9"/>
                  </a:cubicBezTo>
                  <a:cubicBezTo>
                    <a:pt x="0" y="5"/>
                    <a:pt x="7" y="0"/>
                    <a:pt x="15" y="0"/>
                  </a:cubicBezTo>
                  <a:cubicBezTo>
                    <a:pt x="23" y="0"/>
                    <a:pt x="29" y="3"/>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5" name="Freeform 1100">
              <a:extLst>
                <a:ext uri="{FF2B5EF4-FFF2-40B4-BE49-F238E27FC236}">
                  <a16:creationId xmlns:a16="http://schemas.microsoft.com/office/drawing/2014/main" id="{D85EAAB8-FBC7-532C-4448-08EBE84BE348}"/>
                </a:ext>
              </a:extLst>
            </p:cNvPr>
            <p:cNvSpPr>
              <a:spLocks/>
            </p:cNvSpPr>
            <p:nvPr/>
          </p:nvSpPr>
          <p:spPr bwMode="auto">
            <a:xfrm rot="5094805">
              <a:off x="835" y="1539975"/>
              <a:ext cx="73119" cy="41130"/>
            </a:xfrm>
            <a:custGeom>
              <a:avLst/>
              <a:gdLst>
                <a:gd name="T0" fmla="*/ 17 w 30"/>
                <a:gd name="T1" fmla="*/ 15 h 16"/>
                <a:gd name="T2" fmla="*/ 1 w 30"/>
                <a:gd name="T3" fmla="*/ 9 h 16"/>
                <a:gd name="T4" fmla="*/ 14 w 30"/>
                <a:gd name="T5" fmla="*/ 1 h 16"/>
                <a:gd name="T6" fmla="*/ 30 w 30"/>
                <a:gd name="T7" fmla="*/ 7 h 16"/>
                <a:gd name="T8" fmla="*/ 17 w 30"/>
                <a:gd name="T9" fmla="*/ 15 h 16"/>
              </a:gdLst>
              <a:ahLst/>
              <a:cxnLst>
                <a:cxn ang="0">
                  <a:pos x="T0" y="T1"/>
                </a:cxn>
                <a:cxn ang="0">
                  <a:pos x="T2" y="T3"/>
                </a:cxn>
                <a:cxn ang="0">
                  <a:pos x="T4" y="T5"/>
                </a:cxn>
                <a:cxn ang="0">
                  <a:pos x="T6" y="T7"/>
                </a:cxn>
                <a:cxn ang="0">
                  <a:pos x="T8" y="T9"/>
                </a:cxn>
              </a:cxnLst>
              <a:rect l="0" t="0" r="r" b="b"/>
              <a:pathLst>
                <a:path w="30" h="16">
                  <a:moveTo>
                    <a:pt x="17" y="15"/>
                  </a:moveTo>
                  <a:cubicBezTo>
                    <a:pt x="8" y="16"/>
                    <a:pt x="1" y="13"/>
                    <a:pt x="1" y="9"/>
                  </a:cubicBezTo>
                  <a:cubicBezTo>
                    <a:pt x="0" y="5"/>
                    <a:pt x="6" y="2"/>
                    <a:pt x="14" y="1"/>
                  </a:cubicBezTo>
                  <a:cubicBezTo>
                    <a:pt x="22" y="0"/>
                    <a:pt x="29" y="3"/>
                    <a:pt x="30" y="7"/>
                  </a:cubicBezTo>
                  <a:cubicBezTo>
                    <a:pt x="30" y="11"/>
                    <a:pt x="24" y="15"/>
                    <a:pt x="1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6" name="Freeform 1101">
              <a:extLst>
                <a:ext uri="{FF2B5EF4-FFF2-40B4-BE49-F238E27FC236}">
                  <a16:creationId xmlns:a16="http://schemas.microsoft.com/office/drawing/2014/main" id="{D01EE9D0-E57E-BCDD-6209-FC8DD425A448}"/>
                </a:ext>
              </a:extLst>
            </p:cNvPr>
            <p:cNvSpPr>
              <a:spLocks/>
            </p:cNvSpPr>
            <p:nvPr/>
          </p:nvSpPr>
          <p:spPr bwMode="auto">
            <a:xfrm rot="5094805">
              <a:off x="-35634" y="1351561"/>
              <a:ext cx="75404" cy="36560"/>
            </a:xfrm>
            <a:custGeom>
              <a:avLst/>
              <a:gdLst>
                <a:gd name="T0" fmla="*/ 30 w 31"/>
                <a:gd name="T1" fmla="*/ 6 h 15"/>
                <a:gd name="T2" fmla="*/ 18 w 31"/>
                <a:gd name="T3" fmla="*/ 14 h 15"/>
                <a:gd name="T4" fmla="*/ 1 w 31"/>
                <a:gd name="T5" fmla="*/ 9 h 15"/>
                <a:gd name="T6" fmla="*/ 15 w 31"/>
                <a:gd name="T7" fmla="*/ 0 h 15"/>
                <a:gd name="T8" fmla="*/ 30 w 31"/>
                <a:gd name="T9" fmla="*/ 6 h 15"/>
              </a:gdLst>
              <a:ahLst/>
              <a:cxnLst>
                <a:cxn ang="0">
                  <a:pos x="T0" y="T1"/>
                </a:cxn>
                <a:cxn ang="0">
                  <a:pos x="T2" y="T3"/>
                </a:cxn>
                <a:cxn ang="0">
                  <a:pos x="T4" y="T5"/>
                </a:cxn>
                <a:cxn ang="0">
                  <a:pos x="T6" y="T7"/>
                </a:cxn>
                <a:cxn ang="0">
                  <a:pos x="T8" y="T9"/>
                </a:cxn>
              </a:cxnLst>
              <a:rect l="0" t="0" r="r" b="b"/>
              <a:pathLst>
                <a:path w="31" h="15">
                  <a:moveTo>
                    <a:pt x="30" y="6"/>
                  </a:moveTo>
                  <a:cubicBezTo>
                    <a:pt x="31" y="10"/>
                    <a:pt x="25" y="13"/>
                    <a:pt x="18" y="14"/>
                  </a:cubicBezTo>
                  <a:cubicBezTo>
                    <a:pt x="10" y="15"/>
                    <a:pt x="2" y="12"/>
                    <a:pt x="1" y="9"/>
                  </a:cubicBezTo>
                  <a:cubicBezTo>
                    <a:pt x="0" y="5"/>
                    <a:pt x="6" y="1"/>
                    <a:pt x="15" y="0"/>
                  </a:cubicBezTo>
                  <a:cubicBezTo>
                    <a:pt x="22" y="0"/>
                    <a:pt x="29" y="2"/>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7" name="Freeform 1128">
              <a:extLst>
                <a:ext uri="{FF2B5EF4-FFF2-40B4-BE49-F238E27FC236}">
                  <a16:creationId xmlns:a16="http://schemas.microsoft.com/office/drawing/2014/main" id="{8CEE75A2-B57C-9E3E-BF8C-8288091E1243}"/>
                </a:ext>
              </a:extLst>
            </p:cNvPr>
            <p:cNvSpPr>
              <a:spLocks/>
            </p:cNvSpPr>
            <p:nvPr/>
          </p:nvSpPr>
          <p:spPr bwMode="auto">
            <a:xfrm rot="5094805">
              <a:off x="2136887" y="6767028"/>
              <a:ext cx="75404" cy="31990"/>
            </a:xfrm>
            <a:custGeom>
              <a:avLst/>
              <a:gdLst>
                <a:gd name="T0" fmla="*/ 15 w 31"/>
                <a:gd name="T1" fmla="*/ 1 h 13"/>
                <a:gd name="T2" fmla="*/ 30 w 31"/>
                <a:gd name="T3" fmla="*/ 5 h 13"/>
                <a:gd name="T4" fmla="*/ 17 w 31"/>
                <a:gd name="T5" fmla="*/ 13 h 13"/>
                <a:gd name="T6" fmla="*/ 1 w 31"/>
                <a:gd name="T7" fmla="*/ 8 h 13"/>
                <a:gd name="T8" fmla="*/ 15 w 31"/>
                <a:gd name="T9" fmla="*/ 1 h 13"/>
              </a:gdLst>
              <a:ahLst/>
              <a:cxnLst>
                <a:cxn ang="0">
                  <a:pos x="T0" y="T1"/>
                </a:cxn>
                <a:cxn ang="0">
                  <a:pos x="T2" y="T3"/>
                </a:cxn>
                <a:cxn ang="0">
                  <a:pos x="T4" y="T5"/>
                </a:cxn>
                <a:cxn ang="0">
                  <a:pos x="T6" y="T7"/>
                </a:cxn>
                <a:cxn ang="0">
                  <a:pos x="T8" y="T9"/>
                </a:cxn>
              </a:cxnLst>
              <a:rect l="0" t="0" r="r" b="b"/>
              <a:pathLst>
                <a:path w="31" h="13">
                  <a:moveTo>
                    <a:pt x="15" y="1"/>
                  </a:moveTo>
                  <a:cubicBezTo>
                    <a:pt x="23" y="0"/>
                    <a:pt x="29" y="2"/>
                    <a:pt x="30" y="5"/>
                  </a:cubicBezTo>
                  <a:cubicBezTo>
                    <a:pt x="31" y="8"/>
                    <a:pt x="25" y="12"/>
                    <a:pt x="17" y="13"/>
                  </a:cubicBezTo>
                  <a:cubicBezTo>
                    <a:pt x="9" y="13"/>
                    <a:pt x="2" y="11"/>
                    <a:pt x="1" y="8"/>
                  </a:cubicBezTo>
                  <a:cubicBezTo>
                    <a:pt x="0" y="5"/>
                    <a:pt x="6" y="2"/>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8" name="Freeform 1129">
              <a:extLst>
                <a:ext uri="{FF2B5EF4-FFF2-40B4-BE49-F238E27FC236}">
                  <a16:creationId xmlns:a16="http://schemas.microsoft.com/office/drawing/2014/main" id="{4AA0AC9E-98C5-1719-45B0-B39B870DB75C}"/>
                </a:ext>
              </a:extLst>
            </p:cNvPr>
            <p:cNvSpPr>
              <a:spLocks/>
            </p:cNvSpPr>
            <p:nvPr/>
          </p:nvSpPr>
          <p:spPr bwMode="auto">
            <a:xfrm rot="5094805">
              <a:off x="2096599" y="6570938"/>
              <a:ext cx="77689" cy="34275"/>
            </a:xfrm>
            <a:custGeom>
              <a:avLst/>
              <a:gdLst>
                <a:gd name="T0" fmla="*/ 13 w 31"/>
                <a:gd name="T1" fmla="*/ 1 h 14"/>
                <a:gd name="T2" fmla="*/ 30 w 31"/>
                <a:gd name="T3" fmla="*/ 5 h 14"/>
                <a:gd name="T4" fmla="*/ 17 w 31"/>
                <a:gd name="T5" fmla="*/ 13 h 14"/>
                <a:gd name="T6" fmla="*/ 0 w 31"/>
                <a:gd name="T7" fmla="*/ 8 h 14"/>
                <a:gd name="T8" fmla="*/ 13 w 31"/>
                <a:gd name="T9" fmla="*/ 1 h 14"/>
              </a:gdLst>
              <a:ahLst/>
              <a:cxnLst>
                <a:cxn ang="0">
                  <a:pos x="T0" y="T1"/>
                </a:cxn>
                <a:cxn ang="0">
                  <a:pos x="T2" y="T3"/>
                </a:cxn>
                <a:cxn ang="0">
                  <a:pos x="T4" y="T5"/>
                </a:cxn>
                <a:cxn ang="0">
                  <a:pos x="T6" y="T7"/>
                </a:cxn>
                <a:cxn ang="0">
                  <a:pos x="T8" y="T9"/>
                </a:cxn>
              </a:cxnLst>
              <a:rect l="0" t="0" r="r" b="b"/>
              <a:pathLst>
                <a:path w="31" h="14">
                  <a:moveTo>
                    <a:pt x="13" y="1"/>
                  </a:moveTo>
                  <a:cubicBezTo>
                    <a:pt x="22" y="0"/>
                    <a:pt x="29" y="2"/>
                    <a:pt x="30" y="5"/>
                  </a:cubicBezTo>
                  <a:cubicBezTo>
                    <a:pt x="31" y="8"/>
                    <a:pt x="25" y="12"/>
                    <a:pt x="17" y="13"/>
                  </a:cubicBezTo>
                  <a:cubicBezTo>
                    <a:pt x="9" y="14"/>
                    <a:pt x="1" y="11"/>
                    <a:pt x="0" y="8"/>
                  </a:cubicBezTo>
                  <a:cubicBezTo>
                    <a:pt x="0" y="5"/>
                    <a:pt x="6"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9" name="Freeform 1130">
              <a:extLst>
                <a:ext uri="{FF2B5EF4-FFF2-40B4-BE49-F238E27FC236}">
                  <a16:creationId xmlns:a16="http://schemas.microsoft.com/office/drawing/2014/main" id="{4177F0AE-6814-04F5-D9A4-7FBE9E46D937}"/>
                </a:ext>
              </a:extLst>
            </p:cNvPr>
            <p:cNvSpPr>
              <a:spLocks/>
            </p:cNvSpPr>
            <p:nvPr/>
          </p:nvSpPr>
          <p:spPr bwMode="auto">
            <a:xfrm rot="5094805">
              <a:off x="2063148" y="6374443"/>
              <a:ext cx="75404" cy="36560"/>
            </a:xfrm>
            <a:custGeom>
              <a:avLst/>
              <a:gdLst>
                <a:gd name="T0" fmla="*/ 30 w 31"/>
                <a:gd name="T1" fmla="*/ 6 h 14"/>
                <a:gd name="T2" fmla="*/ 17 w 31"/>
                <a:gd name="T3" fmla="*/ 13 h 14"/>
                <a:gd name="T4" fmla="*/ 1 w 31"/>
                <a:gd name="T5" fmla="*/ 7 h 14"/>
                <a:gd name="T6" fmla="*/ 15 w 31"/>
                <a:gd name="T7" fmla="*/ 1 h 14"/>
                <a:gd name="T8" fmla="*/ 30 w 31"/>
                <a:gd name="T9" fmla="*/ 6 h 14"/>
              </a:gdLst>
              <a:ahLst/>
              <a:cxnLst>
                <a:cxn ang="0">
                  <a:pos x="T0" y="T1"/>
                </a:cxn>
                <a:cxn ang="0">
                  <a:pos x="T2" y="T3"/>
                </a:cxn>
                <a:cxn ang="0">
                  <a:pos x="T4" y="T5"/>
                </a:cxn>
                <a:cxn ang="0">
                  <a:pos x="T6" y="T7"/>
                </a:cxn>
                <a:cxn ang="0">
                  <a:pos x="T8" y="T9"/>
                </a:cxn>
              </a:cxnLst>
              <a:rect l="0" t="0" r="r" b="b"/>
              <a:pathLst>
                <a:path w="31" h="14">
                  <a:moveTo>
                    <a:pt x="30" y="6"/>
                  </a:moveTo>
                  <a:cubicBezTo>
                    <a:pt x="31" y="9"/>
                    <a:pt x="25" y="12"/>
                    <a:pt x="17" y="13"/>
                  </a:cubicBezTo>
                  <a:cubicBezTo>
                    <a:pt x="9" y="14"/>
                    <a:pt x="1" y="11"/>
                    <a:pt x="1" y="7"/>
                  </a:cubicBezTo>
                  <a:cubicBezTo>
                    <a:pt x="0" y="4"/>
                    <a:pt x="7" y="1"/>
                    <a:pt x="15" y="1"/>
                  </a:cubicBezTo>
                  <a:cubicBezTo>
                    <a:pt x="23" y="0"/>
                    <a:pt x="30" y="2"/>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0" name="Freeform 1131">
              <a:extLst>
                <a:ext uri="{FF2B5EF4-FFF2-40B4-BE49-F238E27FC236}">
                  <a16:creationId xmlns:a16="http://schemas.microsoft.com/office/drawing/2014/main" id="{C0DCCEA6-F29A-6EF9-69C0-943AD1808117}"/>
                </a:ext>
              </a:extLst>
            </p:cNvPr>
            <p:cNvSpPr>
              <a:spLocks/>
            </p:cNvSpPr>
            <p:nvPr/>
          </p:nvSpPr>
          <p:spPr bwMode="auto">
            <a:xfrm rot="5094805">
              <a:off x="2028646" y="6181169"/>
              <a:ext cx="79974" cy="34275"/>
            </a:xfrm>
            <a:custGeom>
              <a:avLst/>
              <a:gdLst>
                <a:gd name="T0" fmla="*/ 15 w 32"/>
                <a:gd name="T1" fmla="*/ 0 h 14"/>
                <a:gd name="T2" fmla="*/ 31 w 32"/>
                <a:gd name="T3" fmla="*/ 5 h 14"/>
                <a:gd name="T4" fmla="*/ 17 w 32"/>
                <a:gd name="T5" fmla="*/ 13 h 14"/>
                <a:gd name="T6" fmla="*/ 1 w 32"/>
                <a:gd name="T7" fmla="*/ 8 h 14"/>
                <a:gd name="T8" fmla="*/ 15 w 32"/>
                <a:gd name="T9" fmla="*/ 0 h 14"/>
              </a:gdLst>
              <a:ahLst/>
              <a:cxnLst>
                <a:cxn ang="0">
                  <a:pos x="T0" y="T1"/>
                </a:cxn>
                <a:cxn ang="0">
                  <a:pos x="T2" y="T3"/>
                </a:cxn>
                <a:cxn ang="0">
                  <a:pos x="T4" y="T5"/>
                </a:cxn>
                <a:cxn ang="0">
                  <a:pos x="T6" y="T7"/>
                </a:cxn>
                <a:cxn ang="0">
                  <a:pos x="T8" y="T9"/>
                </a:cxn>
              </a:cxnLst>
              <a:rect l="0" t="0" r="r" b="b"/>
              <a:pathLst>
                <a:path w="32" h="14">
                  <a:moveTo>
                    <a:pt x="15" y="0"/>
                  </a:moveTo>
                  <a:cubicBezTo>
                    <a:pt x="23" y="0"/>
                    <a:pt x="30" y="2"/>
                    <a:pt x="31" y="5"/>
                  </a:cubicBezTo>
                  <a:cubicBezTo>
                    <a:pt x="32" y="9"/>
                    <a:pt x="25" y="13"/>
                    <a:pt x="17" y="13"/>
                  </a:cubicBezTo>
                  <a:cubicBezTo>
                    <a:pt x="10" y="14"/>
                    <a:pt x="2" y="11"/>
                    <a:pt x="1" y="8"/>
                  </a:cubicBezTo>
                  <a:cubicBezTo>
                    <a:pt x="0" y="4"/>
                    <a:pt x="7"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1" name="Freeform 1132">
              <a:extLst>
                <a:ext uri="{FF2B5EF4-FFF2-40B4-BE49-F238E27FC236}">
                  <a16:creationId xmlns:a16="http://schemas.microsoft.com/office/drawing/2014/main" id="{E12F0BB6-4544-1741-19A9-F1BA696F5152}"/>
                </a:ext>
              </a:extLst>
            </p:cNvPr>
            <p:cNvSpPr>
              <a:spLocks/>
            </p:cNvSpPr>
            <p:nvPr/>
          </p:nvSpPr>
          <p:spPr bwMode="auto">
            <a:xfrm rot="5094805">
              <a:off x="1991993" y="5986313"/>
              <a:ext cx="73119" cy="38845"/>
            </a:xfrm>
            <a:custGeom>
              <a:avLst/>
              <a:gdLst>
                <a:gd name="T0" fmla="*/ 14 w 30"/>
                <a:gd name="T1" fmla="*/ 2 h 16"/>
                <a:gd name="T2" fmla="*/ 30 w 30"/>
                <a:gd name="T3" fmla="*/ 6 h 16"/>
                <a:gd name="T4" fmla="*/ 17 w 30"/>
                <a:gd name="T5" fmla="*/ 15 h 16"/>
                <a:gd name="T6" fmla="*/ 1 w 30"/>
                <a:gd name="T7" fmla="*/ 10 h 16"/>
                <a:gd name="T8" fmla="*/ 14 w 30"/>
                <a:gd name="T9" fmla="*/ 2 h 16"/>
              </a:gdLst>
              <a:ahLst/>
              <a:cxnLst>
                <a:cxn ang="0">
                  <a:pos x="T0" y="T1"/>
                </a:cxn>
                <a:cxn ang="0">
                  <a:pos x="T2" y="T3"/>
                </a:cxn>
                <a:cxn ang="0">
                  <a:pos x="T4" y="T5"/>
                </a:cxn>
                <a:cxn ang="0">
                  <a:pos x="T6" y="T7"/>
                </a:cxn>
                <a:cxn ang="0">
                  <a:pos x="T8" y="T9"/>
                </a:cxn>
              </a:cxnLst>
              <a:rect l="0" t="0" r="r" b="b"/>
              <a:pathLst>
                <a:path w="30" h="16">
                  <a:moveTo>
                    <a:pt x="14" y="2"/>
                  </a:moveTo>
                  <a:cubicBezTo>
                    <a:pt x="22" y="0"/>
                    <a:pt x="29" y="2"/>
                    <a:pt x="30" y="6"/>
                  </a:cubicBezTo>
                  <a:cubicBezTo>
                    <a:pt x="30" y="9"/>
                    <a:pt x="25" y="14"/>
                    <a:pt x="17" y="15"/>
                  </a:cubicBezTo>
                  <a:cubicBezTo>
                    <a:pt x="9" y="16"/>
                    <a:pt x="1" y="14"/>
                    <a:pt x="1" y="10"/>
                  </a:cubicBezTo>
                  <a:cubicBezTo>
                    <a:pt x="0" y="7"/>
                    <a:pt x="6" y="3"/>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2" name="Freeform 1133">
              <a:extLst>
                <a:ext uri="{FF2B5EF4-FFF2-40B4-BE49-F238E27FC236}">
                  <a16:creationId xmlns:a16="http://schemas.microsoft.com/office/drawing/2014/main" id="{FBE29FF8-DA17-372D-801B-65DC217DCB59}"/>
                </a:ext>
              </a:extLst>
            </p:cNvPr>
            <p:cNvSpPr>
              <a:spLocks/>
            </p:cNvSpPr>
            <p:nvPr/>
          </p:nvSpPr>
          <p:spPr bwMode="auto">
            <a:xfrm rot="5094805">
              <a:off x="1934008" y="5796493"/>
              <a:ext cx="73119" cy="43415"/>
            </a:xfrm>
            <a:custGeom>
              <a:avLst/>
              <a:gdLst>
                <a:gd name="T0" fmla="*/ 17 w 30"/>
                <a:gd name="T1" fmla="*/ 15 h 18"/>
                <a:gd name="T2" fmla="*/ 1 w 30"/>
                <a:gd name="T3" fmla="*/ 12 h 18"/>
                <a:gd name="T4" fmla="*/ 13 w 30"/>
                <a:gd name="T5" fmla="*/ 2 h 18"/>
                <a:gd name="T6" fmla="*/ 30 w 30"/>
                <a:gd name="T7" fmla="*/ 5 h 18"/>
                <a:gd name="T8" fmla="*/ 17 w 30"/>
                <a:gd name="T9" fmla="*/ 15 h 18"/>
              </a:gdLst>
              <a:ahLst/>
              <a:cxnLst>
                <a:cxn ang="0">
                  <a:pos x="T0" y="T1"/>
                </a:cxn>
                <a:cxn ang="0">
                  <a:pos x="T2" y="T3"/>
                </a:cxn>
                <a:cxn ang="0">
                  <a:pos x="T4" y="T5"/>
                </a:cxn>
                <a:cxn ang="0">
                  <a:pos x="T6" y="T7"/>
                </a:cxn>
                <a:cxn ang="0">
                  <a:pos x="T8" y="T9"/>
                </a:cxn>
              </a:cxnLst>
              <a:rect l="0" t="0" r="r" b="b"/>
              <a:pathLst>
                <a:path w="30" h="18">
                  <a:moveTo>
                    <a:pt x="17" y="15"/>
                  </a:moveTo>
                  <a:cubicBezTo>
                    <a:pt x="9" y="18"/>
                    <a:pt x="1" y="16"/>
                    <a:pt x="1" y="12"/>
                  </a:cubicBezTo>
                  <a:cubicBezTo>
                    <a:pt x="0" y="9"/>
                    <a:pt x="5" y="4"/>
                    <a:pt x="13" y="2"/>
                  </a:cubicBezTo>
                  <a:cubicBezTo>
                    <a:pt x="21" y="0"/>
                    <a:pt x="29" y="1"/>
                    <a:pt x="30" y="5"/>
                  </a:cubicBezTo>
                  <a:cubicBezTo>
                    <a:pt x="30" y="9"/>
                    <a:pt x="25" y="13"/>
                    <a:pt x="1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3" name="Freeform 1134">
              <a:extLst>
                <a:ext uri="{FF2B5EF4-FFF2-40B4-BE49-F238E27FC236}">
                  <a16:creationId xmlns:a16="http://schemas.microsoft.com/office/drawing/2014/main" id="{33B5B47C-6390-D790-BD35-00A0F6FEC9C7}"/>
                </a:ext>
              </a:extLst>
            </p:cNvPr>
            <p:cNvSpPr>
              <a:spLocks/>
            </p:cNvSpPr>
            <p:nvPr/>
          </p:nvSpPr>
          <p:spPr bwMode="auto">
            <a:xfrm rot="5094805">
              <a:off x="1861123" y="5606750"/>
              <a:ext cx="75404" cy="47984"/>
            </a:xfrm>
            <a:custGeom>
              <a:avLst/>
              <a:gdLst>
                <a:gd name="T0" fmla="*/ 17 w 30"/>
                <a:gd name="T1" fmla="*/ 17 h 20"/>
                <a:gd name="T2" fmla="*/ 1 w 30"/>
                <a:gd name="T3" fmla="*/ 14 h 20"/>
                <a:gd name="T4" fmla="*/ 14 w 30"/>
                <a:gd name="T5" fmla="*/ 3 h 20"/>
                <a:gd name="T6" fmla="*/ 30 w 30"/>
                <a:gd name="T7" fmla="*/ 6 h 20"/>
                <a:gd name="T8" fmla="*/ 17 w 30"/>
                <a:gd name="T9" fmla="*/ 17 h 20"/>
              </a:gdLst>
              <a:ahLst/>
              <a:cxnLst>
                <a:cxn ang="0">
                  <a:pos x="T0" y="T1"/>
                </a:cxn>
                <a:cxn ang="0">
                  <a:pos x="T2" y="T3"/>
                </a:cxn>
                <a:cxn ang="0">
                  <a:pos x="T4" y="T5"/>
                </a:cxn>
                <a:cxn ang="0">
                  <a:pos x="T6" y="T7"/>
                </a:cxn>
                <a:cxn ang="0">
                  <a:pos x="T8" y="T9"/>
                </a:cxn>
              </a:cxnLst>
              <a:rect l="0" t="0" r="r" b="b"/>
              <a:pathLst>
                <a:path w="30" h="20">
                  <a:moveTo>
                    <a:pt x="17" y="17"/>
                  </a:moveTo>
                  <a:cubicBezTo>
                    <a:pt x="9" y="20"/>
                    <a:pt x="1" y="18"/>
                    <a:pt x="1" y="14"/>
                  </a:cubicBezTo>
                  <a:cubicBezTo>
                    <a:pt x="0" y="10"/>
                    <a:pt x="6" y="5"/>
                    <a:pt x="14" y="3"/>
                  </a:cubicBezTo>
                  <a:cubicBezTo>
                    <a:pt x="22" y="0"/>
                    <a:pt x="29" y="1"/>
                    <a:pt x="30" y="6"/>
                  </a:cubicBezTo>
                  <a:cubicBezTo>
                    <a:pt x="30" y="9"/>
                    <a:pt x="24" y="15"/>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4" name="Freeform 1135">
              <a:extLst>
                <a:ext uri="{FF2B5EF4-FFF2-40B4-BE49-F238E27FC236}">
                  <a16:creationId xmlns:a16="http://schemas.microsoft.com/office/drawing/2014/main" id="{69E9E6D0-9325-71FB-3B88-6CB991F08A74}"/>
                </a:ext>
              </a:extLst>
            </p:cNvPr>
            <p:cNvSpPr>
              <a:spLocks/>
            </p:cNvSpPr>
            <p:nvPr/>
          </p:nvSpPr>
          <p:spPr bwMode="auto">
            <a:xfrm rot="5094805">
              <a:off x="1778208" y="5421539"/>
              <a:ext cx="73119" cy="50269"/>
            </a:xfrm>
            <a:custGeom>
              <a:avLst/>
              <a:gdLst>
                <a:gd name="T0" fmla="*/ 16 w 29"/>
                <a:gd name="T1" fmla="*/ 18 h 21"/>
                <a:gd name="T2" fmla="*/ 0 w 29"/>
                <a:gd name="T3" fmla="*/ 15 h 21"/>
                <a:gd name="T4" fmla="*/ 13 w 29"/>
                <a:gd name="T5" fmla="*/ 3 h 21"/>
                <a:gd name="T6" fmla="*/ 29 w 29"/>
                <a:gd name="T7" fmla="*/ 5 h 21"/>
                <a:gd name="T8" fmla="*/ 16 w 29"/>
                <a:gd name="T9" fmla="*/ 18 h 21"/>
              </a:gdLst>
              <a:ahLst/>
              <a:cxnLst>
                <a:cxn ang="0">
                  <a:pos x="T0" y="T1"/>
                </a:cxn>
                <a:cxn ang="0">
                  <a:pos x="T2" y="T3"/>
                </a:cxn>
                <a:cxn ang="0">
                  <a:pos x="T4" y="T5"/>
                </a:cxn>
                <a:cxn ang="0">
                  <a:pos x="T6" y="T7"/>
                </a:cxn>
                <a:cxn ang="0">
                  <a:pos x="T8" y="T9"/>
                </a:cxn>
              </a:cxnLst>
              <a:rect l="0" t="0" r="r" b="b"/>
              <a:pathLst>
                <a:path w="29" h="21">
                  <a:moveTo>
                    <a:pt x="16" y="18"/>
                  </a:moveTo>
                  <a:cubicBezTo>
                    <a:pt x="8" y="21"/>
                    <a:pt x="0" y="19"/>
                    <a:pt x="0" y="15"/>
                  </a:cubicBezTo>
                  <a:cubicBezTo>
                    <a:pt x="0" y="11"/>
                    <a:pt x="5" y="6"/>
                    <a:pt x="13" y="3"/>
                  </a:cubicBezTo>
                  <a:cubicBezTo>
                    <a:pt x="21" y="0"/>
                    <a:pt x="28" y="1"/>
                    <a:pt x="29" y="5"/>
                  </a:cubicBezTo>
                  <a:cubicBezTo>
                    <a:pt x="29" y="9"/>
                    <a:pt x="23" y="15"/>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5" name="Freeform 1136">
              <a:extLst>
                <a:ext uri="{FF2B5EF4-FFF2-40B4-BE49-F238E27FC236}">
                  <a16:creationId xmlns:a16="http://schemas.microsoft.com/office/drawing/2014/main" id="{05929E40-62C8-CD4A-211E-F333D7A68BA3}"/>
                </a:ext>
              </a:extLst>
            </p:cNvPr>
            <p:cNvSpPr>
              <a:spLocks/>
            </p:cNvSpPr>
            <p:nvPr/>
          </p:nvSpPr>
          <p:spPr bwMode="auto">
            <a:xfrm rot="5094805">
              <a:off x="1683807" y="5234960"/>
              <a:ext cx="73119" cy="54839"/>
            </a:xfrm>
            <a:custGeom>
              <a:avLst/>
              <a:gdLst>
                <a:gd name="T0" fmla="*/ 29 w 30"/>
                <a:gd name="T1" fmla="*/ 4 h 22"/>
                <a:gd name="T2" fmla="*/ 18 w 30"/>
                <a:gd name="T3" fmla="*/ 18 h 22"/>
                <a:gd name="T4" fmla="*/ 1 w 30"/>
                <a:gd name="T5" fmla="*/ 17 h 22"/>
                <a:gd name="T6" fmla="*/ 14 w 30"/>
                <a:gd name="T7" fmla="*/ 3 h 22"/>
                <a:gd name="T8" fmla="*/ 29 w 30"/>
                <a:gd name="T9" fmla="*/ 4 h 22"/>
              </a:gdLst>
              <a:ahLst/>
              <a:cxnLst>
                <a:cxn ang="0">
                  <a:pos x="T0" y="T1"/>
                </a:cxn>
                <a:cxn ang="0">
                  <a:pos x="T2" y="T3"/>
                </a:cxn>
                <a:cxn ang="0">
                  <a:pos x="T4" y="T5"/>
                </a:cxn>
                <a:cxn ang="0">
                  <a:pos x="T6" y="T7"/>
                </a:cxn>
                <a:cxn ang="0">
                  <a:pos x="T8" y="T9"/>
                </a:cxn>
              </a:cxnLst>
              <a:rect l="0" t="0" r="r" b="b"/>
              <a:pathLst>
                <a:path w="30" h="22">
                  <a:moveTo>
                    <a:pt x="29" y="4"/>
                  </a:moveTo>
                  <a:cubicBezTo>
                    <a:pt x="30" y="8"/>
                    <a:pt x="25" y="14"/>
                    <a:pt x="18" y="18"/>
                  </a:cubicBezTo>
                  <a:cubicBezTo>
                    <a:pt x="10" y="22"/>
                    <a:pt x="2" y="21"/>
                    <a:pt x="1" y="17"/>
                  </a:cubicBezTo>
                  <a:cubicBezTo>
                    <a:pt x="0" y="13"/>
                    <a:pt x="6" y="7"/>
                    <a:pt x="14" y="3"/>
                  </a:cubicBezTo>
                  <a:cubicBezTo>
                    <a:pt x="22" y="0"/>
                    <a:pt x="28" y="1"/>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6" name="Freeform 1137">
              <a:extLst>
                <a:ext uri="{FF2B5EF4-FFF2-40B4-BE49-F238E27FC236}">
                  <a16:creationId xmlns:a16="http://schemas.microsoft.com/office/drawing/2014/main" id="{C5660859-979F-BC58-91C3-23EE879EA2B4}"/>
                </a:ext>
              </a:extLst>
            </p:cNvPr>
            <p:cNvSpPr>
              <a:spLocks/>
            </p:cNvSpPr>
            <p:nvPr/>
          </p:nvSpPr>
          <p:spPr bwMode="auto">
            <a:xfrm rot="5094805">
              <a:off x="1579367" y="5052711"/>
              <a:ext cx="73119" cy="57124"/>
            </a:xfrm>
            <a:custGeom>
              <a:avLst/>
              <a:gdLst>
                <a:gd name="T0" fmla="*/ 29 w 30"/>
                <a:gd name="T1" fmla="*/ 4 h 23"/>
                <a:gd name="T2" fmla="*/ 17 w 30"/>
                <a:gd name="T3" fmla="*/ 19 h 23"/>
                <a:gd name="T4" fmla="*/ 0 w 30"/>
                <a:gd name="T5" fmla="*/ 18 h 23"/>
                <a:gd name="T6" fmla="*/ 14 w 30"/>
                <a:gd name="T7" fmla="*/ 3 h 23"/>
                <a:gd name="T8" fmla="*/ 29 w 30"/>
                <a:gd name="T9" fmla="*/ 4 h 23"/>
              </a:gdLst>
              <a:ahLst/>
              <a:cxnLst>
                <a:cxn ang="0">
                  <a:pos x="T0" y="T1"/>
                </a:cxn>
                <a:cxn ang="0">
                  <a:pos x="T2" y="T3"/>
                </a:cxn>
                <a:cxn ang="0">
                  <a:pos x="T4" y="T5"/>
                </a:cxn>
                <a:cxn ang="0">
                  <a:pos x="T6" y="T7"/>
                </a:cxn>
                <a:cxn ang="0">
                  <a:pos x="T8" y="T9"/>
                </a:cxn>
              </a:cxnLst>
              <a:rect l="0" t="0" r="r" b="b"/>
              <a:pathLst>
                <a:path w="30" h="23">
                  <a:moveTo>
                    <a:pt x="29" y="4"/>
                  </a:moveTo>
                  <a:cubicBezTo>
                    <a:pt x="30" y="9"/>
                    <a:pt x="24" y="15"/>
                    <a:pt x="17" y="19"/>
                  </a:cubicBezTo>
                  <a:cubicBezTo>
                    <a:pt x="9" y="23"/>
                    <a:pt x="1" y="22"/>
                    <a:pt x="0" y="18"/>
                  </a:cubicBezTo>
                  <a:cubicBezTo>
                    <a:pt x="0" y="14"/>
                    <a:pt x="6" y="7"/>
                    <a:pt x="14" y="3"/>
                  </a:cubicBezTo>
                  <a:cubicBezTo>
                    <a:pt x="22" y="0"/>
                    <a:pt x="28" y="0"/>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7" name="Freeform 1138">
              <a:extLst>
                <a:ext uri="{FF2B5EF4-FFF2-40B4-BE49-F238E27FC236}">
                  <a16:creationId xmlns:a16="http://schemas.microsoft.com/office/drawing/2014/main" id="{723888A6-A45D-0A85-23DC-D3E96A6F2F43}"/>
                </a:ext>
              </a:extLst>
            </p:cNvPr>
            <p:cNvSpPr>
              <a:spLocks/>
            </p:cNvSpPr>
            <p:nvPr/>
          </p:nvSpPr>
          <p:spPr bwMode="auto">
            <a:xfrm rot="5094805">
              <a:off x="1468100" y="4871070"/>
              <a:ext cx="73119" cy="59409"/>
            </a:xfrm>
            <a:custGeom>
              <a:avLst/>
              <a:gdLst>
                <a:gd name="T0" fmla="*/ 29 w 30"/>
                <a:gd name="T1" fmla="*/ 4 h 24"/>
                <a:gd name="T2" fmla="*/ 17 w 30"/>
                <a:gd name="T3" fmla="*/ 19 h 24"/>
                <a:gd name="T4" fmla="*/ 0 w 30"/>
                <a:gd name="T5" fmla="*/ 19 h 24"/>
                <a:gd name="T6" fmla="*/ 14 w 30"/>
                <a:gd name="T7" fmla="*/ 4 h 24"/>
                <a:gd name="T8" fmla="*/ 29 w 30"/>
                <a:gd name="T9" fmla="*/ 4 h 24"/>
              </a:gdLst>
              <a:ahLst/>
              <a:cxnLst>
                <a:cxn ang="0">
                  <a:pos x="T0" y="T1"/>
                </a:cxn>
                <a:cxn ang="0">
                  <a:pos x="T2" y="T3"/>
                </a:cxn>
                <a:cxn ang="0">
                  <a:pos x="T4" y="T5"/>
                </a:cxn>
                <a:cxn ang="0">
                  <a:pos x="T6" y="T7"/>
                </a:cxn>
                <a:cxn ang="0">
                  <a:pos x="T8" y="T9"/>
                </a:cxn>
              </a:cxnLst>
              <a:rect l="0" t="0" r="r" b="b"/>
              <a:pathLst>
                <a:path w="30" h="24">
                  <a:moveTo>
                    <a:pt x="29" y="4"/>
                  </a:moveTo>
                  <a:cubicBezTo>
                    <a:pt x="30" y="9"/>
                    <a:pt x="24" y="15"/>
                    <a:pt x="17" y="19"/>
                  </a:cubicBezTo>
                  <a:cubicBezTo>
                    <a:pt x="9" y="24"/>
                    <a:pt x="1" y="23"/>
                    <a:pt x="0" y="19"/>
                  </a:cubicBezTo>
                  <a:cubicBezTo>
                    <a:pt x="0" y="15"/>
                    <a:pt x="6" y="8"/>
                    <a:pt x="14" y="4"/>
                  </a:cubicBezTo>
                  <a:cubicBezTo>
                    <a:pt x="22" y="0"/>
                    <a:pt x="28" y="0"/>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8" name="Freeform 1139">
              <a:extLst>
                <a:ext uri="{FF2B5EF4-FFF2-40B4-BE49-F238E27FC236}">
                  <a16:creationId xmlns:a16="http://schemas.microsoft.com/office/drawing/2014/main" id="{900D8FB8-2F4F-B86F-7E15-B743A0C369C0}"/>
                </a:ext>
              </a:extLst>
            </p:cNvPr>
            <p:cNvSpPr>
              <a:spLocks/>
            </p:cNvSpPr>
            <p:nvPr/>
          </p:nvSpPr>
          <p:spPr bwMode="auto">
            <a:xfrm rot="5094805">
              <a:off x="1351036" y="4688696"/>
              <a:ext cx="75404" cy="61694"/>
            </a:xfrm>
            <a:custGeom>
              <a:avLst/>
              <a:gdLst>
                <a:gd name="T0" fmla="*/ 17 w 30"/>
                <a:gd name="T1" fmla="*/ 20 h 25"/>
                <a:gd name="T2" fmla="*/ 0 w 30"/>
                <a:gd name="T3" fmla="*/ 20 h 25"/>
                <a:gd name="T4" fmla="*/ 12 w 30"/>
                <a:gd name="T5" fmla="*/ 5 h 25"/>
                <a:gd name="T6" fmla="*/ 29 w 30"/>
                <a:gd name="T7" fmla="*/ 5 h 25"/>
                <a:gd name="T8" fmla="*/ 17 w 30"/>
                <a:gd name="T9" fmla="*/ 20 h 25"/>
              </a:gdLst>
              <a:ahLst/>
              <a:cxnLst>
                <a:cxn ang="0">
                  <a:pos x="T0" y="T1"/>
                </a:cxn>
                <a:cxn ang="0">
                  <a:pos x="T2" y="T3"/>
                </a:cxn>
                <a:cxn ang="0">
                  <a:pos x="T4" y="T5"/>
                </a:cxn>
                <a:cxn ang="0">
                  <a:pos x="T6" y="T7"/>
                </a:cxn>
                <a:cxn ang="0">
                  <a:pos x="T8" y="T9"/>
                </a:cxn>
              </a:cxnLst>
              <a:rect l="0" t="0" r="r" b="b"/>
              <a:pathLst>
                <a:path w="30" h="25">
                  <a:moveTo>
                    <a:pt x="17" y="20"/>
                  </a:moveTo>
                  <a:cubicBezTo>
                    <a:pt x="9" y="25"/>
                    <a:pt x="1" y="25"/>
                    <a:pt x="0" y="20"/>
                  </a:cubicBezTo>
                  <a:cubicBezTo>
                    <a:pt x="0" y="16"/>
                    <a:pt x="5" y="9"/>
                    <a:pt x="12" y="5"/>
                  </a:cubicBezTo>
                  <a:cubicBezTo>
                    <a:pt x="21" y="0"/>
                    <a:pt x="28" y="0"/>
                    <a:pt x="29" y="5"/>
                  </a:cubicBezTo>
                  <a:cubicBezTo>
                    <a:pt x="30" y="9"/>
                    <a:pt x="24" y="16"/>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9" name="Freeform 1142">
              <a:extLst>
                <a:ext uri="{FF2B5EF4-FFF2-40B4-BE49-F238E27FC236}">
                  <a16:creationId xmlns:a16="http://schemas.microsoft.com/office/drawing/2014/main" id="{1F6F2539-E244-D061-DF7F-D7573F5448DB}"/>
                </a:ext>
              </a:extLst>
            </p:cNvPr>
            <p:cNvSpPr>
              <a:spLocks/>
            </p:cNvSpPr>
            <p:nvPr/>
          </p:nvSpPr>
          <p:spPr bwMode="auto">
            <a:xfrm rot="5094805">
              <a:off x="1222492" y="4406699"/>
              <a:ext cx="70834" cy="57124"/>
            </a:xfrm>
            <a:custGeom>
              <a:avLst/>
              <a:gdLst>
                <a:gd name="T0" fmla="*/ 13 w 29"/>
                <a:gd name="T1" fmla="*/ 5 h 23"/>
                <a:gd name="T2" fmla="*/ 28 w 29"/>
                <a:gd name="T3" fmla="*/ 4 h 23"/>
                <a:gd name="T4" fmla="*/ 15 w 29"/>
                <a:gd name="T5" fmla="*/ 19 h 23"/>
                <a:gd name="T6" fmla="*/ 0 w 29"/>
                <a:gd name="T7" fmla="*/ 19 h 23"/>
                <a:gd name="T8" fmla="*/ 13 w 29"/>
                <a:gd name="T9" fmla="*/ 5 h 23"/>
              </a:gdLst>
              <a:ahLst/>
              <a:cxnLst>
                <a:cxn ang="0">
                  <a:pos x="T0" y="T1"/>
                </a:cxn>
                <a:cxn ang="0">
                  <a:pos x="T2" y="T3"/>
                </a:cxn>
                <a:cxn ang="0">
                  <a:pos x="T4" y="T5"/>
                </a:cxn>
                <a:cxn ang="0">
                  <a:pos x="T6" y="T7"/>
                </a:cxn>
                <a:cxn ang="0">
                  <a:pos x="T8" y="T9"/>
                </a:cxn>
              </a:cxnLst>
              <a:rect l="0" t="0" r="r" b="b"/>
              <a:pathLst>
                <a:path w="29" h="23">
                  <a:moveTo>
                    <a:pt x="13" y="5"/>
                  </a:moveTo>
                  <a:cubicBezTo>
                    <a:pt x="20" y="1"/>
                    <a:pt x="27" y="0"/>
                    <a:pt x="28" y="4"/>
                  </a:cubicBezTo>
                  <a:cubicBezTo>
                    <a:pt x="29" y="8"/>
                    <a:pt x="23" y="15"/>
                    <a:pt x="15" y="19"/>
                  </a:cubicBezTo>
                  <a:cubicBezTo>
                    <a:pt x="7" y="23"/>
                    <a:pt x="1" y="23"/>
                    <a:pt x="0" y="19"/>
                  </a:cubicBezTo>
                  <a:cubicBezTo>
                    <a:pt x="0" y="15"/>
                    <a:pt x="5" y="9"/>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0" name="Freeform 1143">
              <a:extLst>
                <a:ext uri="{FF2B5EF4-FFF2-40B4-BE49-F238E27FC236}">
                  <a16:creationId xmlns:a16="http://schemas.microsoft.com/office/drawing/2014/main" id="{62500028-BA4C-B6D9-BEF6-EBCA0BC43B1C}"/>
                </a:ext>
              </a:extLst>
            </p:cNvPr>
            <p:cNvSpPr>
              <a:spLocks/>
            </p:cNvSpPr>
            <p:nvPr/>
          </p:nvSpPr>
          <p:spPr bwMode="auto">
            <a:xfrm rot="5094805">
              <a:off x="1100982" y="4227112"/>
              <a:ext cx="70834" cy="57124"/>
            </a:xfrm>
            <a:custGeom>
              <a:avLst/>
              <a:gdLst>
                <a:gd name="T0" fmla="*/ 28 w 29"/>
                <a:gd name="T1" fmla="*/ 3 h 23"/>
                <a:gd name="T2" fmla="*/ 16 w 29"/>
                <a:gd name="T3" fmla="*/ 18 h 23"/>
                <a:gd name="T4" fmla="*/ 1 w 29"/>
                <a:gd name="T5" fmla="*/ 19 h 23"/>
                <a:gd name="T6" fmla="*/ 13 w 29"/>
                <a:gd name="T7" fmla="*/ 4 h 23"/>
                <a:gd name="T8" fmla="*/ 28 w 29"/>
                <a:gd name="T9" fmla="*/ 3 h 23"/>
              </a:gdLst>
              <a:ahLst/>
              <a:cxnLst>
                <a:cxn ang="0">
                  <a:pos x="T0" y="T1"/>
                </a:cxn>
                <a:cxn ang="0">
                  <a:pos x="T2" y="T3"/>
                </a:cxn>
                <a:cxn ang="0">
                  <a:pos x="T4" y="T5"/>
                </a:cxn>
                <a:cxn ang="0">
                  <a:pos x="T6" y="T7"/>
                </a:cxn>
                <a:cxn ang="0">
                  <a:pos x="T8" y="T9"/>
                </a:cxn>
              </a:cxnLst>
              <a:rect l="0" t="0" r="r" b="b"/>
              <a:pathLst>
                <a:path w="29" h="23">
                  <a:moveTo>
                    <a:pt x="28" y="3"/>
                  </a:moveTo>
                  <a:cubicBezTo>
                    <a:pt x="29" y="7"/>
                    <a:pt x="24" y="14"/>
                    <a:pt x="16" y="18"/>
                  </a:cubicBezTo>
                  <a:cubicBezTo>
                    <a:pt x="9" y="23"/>
                    <a:pt x="2" y="23"/>
                    <a:pt x="1" y="19"/>
                  </a:cubicBezTo>
                  <a:cubicBezTo>
                    <a:pt x="0" y="15"/>
                    <a:pt x="5" y="8"/>
                    <a:pt x="13" y="4"/>
                  </a:cubicBezTo>
                  <a:cubicBezTo>
                    <a:pt x="20" y="0"/>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1" name="Freeform 1144">
              <a:extLst>
                <a:ext uri="{FF2B5EF4-FFF2-40B4-BE49-F238E27FC236}">
                  <a16:creationId xmlns:a16="http://schemas.microsoft.com/office/drawing/2014/main" id="{6A3E77F7-D503-8F47-A11C-644D53ECDCC6}"/>
                </a:ext>
              </a:extLst>
            </p:cNvPr>
            <p:cNvSpPr>
              <a:spLocks/>
            </p:cNvSpPr>
            <p:nvPr/>
          </p:nvSpPr>
          <p:spPr bwMode="auto">
            <a:xfrm rot="5094805">
              <a:off x="980505" y="4046184"/>
              <a:ext cx="73119" cy="57124"/>
            </a:xfrm>
            <a:custGeom>
              <a:avLst/>
              <a:gdLst>
                <a:gd name="T0" fmla="*/ 16 w 29"/>
                <a:gd name="T1" fmla="*/ 20 h 24"/>
                <a:gd name="T2" fmla="*/ 1 w 29"/>
                <a:gd name="T3" fmla="*/ 19 h 24"/>
                <a:gd name="T4" fmla="*/ 13 w 29"/>
                <a:gd name="T5" fmla="*/ 5 h 24"/>
                <a:gd name="T6" fmla="*/ 28 w 29"/>
                <a:gd name="T7" fmla="*/ 5 h 24"/>
                <a:gd name="T8" fmla="*/ 16 w 29"/>
                <a:gd name="T9" fmla="*/ 20 h 24"/>
              </a:gdLst>
              <a:ahLst/>
              <a:cxnLst>
                <a:cxn ang="0">
                  <a:pos x="T0" y="T1"/>
                </a:cxn>
                <a:cxn ang="0">
                  <a:pos x="T2" y="T3"/>
                </a:cxn>
                <a:cxn ang="0">
                  <a:pos x="T4" y="T5"/>
                </a:cxn>
                <a:cxn ang="0">
                  <a:pos x="T6" y="T7"/>
                </a:cxn>
                <a:cxn ang="0">
                  <a:pos x="T8" y="T9"/>
                </a:cxn>
              </a:cxnLst>
              <a:rect l="0" t="0" r="r" b="b"/>
              <a:pathLst>
                <a:path w="29" h="24">
                  <a:moveTo>
                    <a:pt x="16" y="20"/>
                  </a:moveTo>
                  <a:cubicBezTo>
                    <a:pt x="8" y="24"/>
                    <a:pt x="2" y="24"/>
                    <a:pt x="1" y="19"/>
                  </a:cubicBezTo>
                  <a:cubicBezTo>
                    <a:pt x="0" y="15"/>
                    <a:pt x="5" y="9"/>
                    <a:pt x="13" y="5"/>
                  </a:cubicBezTo>
                  <a:cubicBezTo>
                    <a:pt x="20" y="1"/>
                    <a:pt x="28" y="0"/>
                    <a:pt x="28" y="5"/>
                  </a:cubicBezTo>
                  <a:cubicBezTo>
                    <a:pt x="29" y="9"/>
                    <a:pt x="23" y="16"/>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2" name="Freeform 1145">
              <a:extLst>
                <a:ext uri="{FF2B5EF4-FFF2-40B4-BE49-F238E27FC236}">
                  <a16:creationId xmlns:a16="http://schemas.microsoft.com/office/drawing/2014/main" id="{CDA88F48-6BD9-B1C9-71D3-6A8772B20329}"/>
                </a:ext>
              </a:extLst>
            </p:cNvPr>
            <p:cNvSpPr>
              <a:spLocks/>
            </p:cNvSpPr>
            <p:nvPr/>
          </p:nvSpPr>
          <p:spPr bwMode="auto">
            <a:xfrm rot="5094805">
              <a:off x="861271" y="3866394"/>
              <a:ext cx="73119" cy="57124"/>
            </a:xfrm>
            <a:custGeom>
              <a:avLst/>
              <a:gdLst>
                <a:gd name="T0" fmla="*/ 14 w 29"/>
                <a:gd name="T1" fmla="*/ 3 h 23"/>
                <a:gd name="T2" fmla="*/ 28 w 29"/>
                <a:gd name="T3" fmla="*/ 4 h 23"/>
                <a:gd name="T4" fmla="*/ 15 w 29"/>
                <a:gd name="T5" fmla="*/ 19 h 23"/>
                <a:gd name="T6" fmla="*/ 1 w 29"/>
                <a:gd name="T7" fmla="*/ 18 h 23"/>
                <a:gd name="T8" fmla="*/ 14 w 29"/>
                <a:gd name="T9" fmla="*/ 3 h 23"/>
              </a:gdLst>
              <a:ahLst/>
              <a:cxnLst>
                <a:cxn ang="0">
                  <a:pos x="T0" y="T1"/>
                </a:cxn>
                <a:cxn ang="0">
                  <a:pos x="T2" y="T3"/>
                </a:cxn>
                <a:cxn ang="0">
                  <a:pos x="T4" y="T5"/>
                </a:cxn>
                <a:cxn ang="0">
                  <a:pos x="T6" y="T7"/>
                </a:cxn>
                <a:cxn ang="0">
                  <a:pos x="T8" y="T9"/>
                </a:cxn>
              </a:cxnLst>
              <a:rect l="0" t="0" r="r" b="b"/>
              <a:pathLst>
                <a:path w="29" h="23">
                  <a:moveTo>
                    <a:pt x="14" y="3"/>
                  </a:moveTo>
                  <a:cubicBezTo>
                    <a:pt x="21" y="0"/>
                    <a:pt x="28" y="0"/>
                    <a:pt x="28" y="4"/>
                  </a:cubicBezTo>
                  <a:cubicBezTo>
                    <a:pt x="29" y="8"/>
                    <a:pt x="23" y="16"/>
                    <a:pt x="15" y="19"/>
                  </a:cubicBezTo>
                  <a:cubicBezTo>
                    <a:pt x="7" y="23"/>
                    <a:pt x="1" y="22"/>
                    <a:pt x="1" y="18"/>
                  </a:cubicBezTo>
                  <a:cubicBezTo>
                    <a:pt x="0" y="13"/>
                    <a:pt x="6" y="7"/>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3" name="Freeform 1146">
              <a:extLst>
                <a:ext uri="{FF2B5EF4-FFF2-40B4-BE49-F238E27FC236}">
                  <a16:creationId xmlns:a16="http://schemas.microsoft.com/office/drawing/2014/main" id="{331983D5-D438-8771-B9FB-474B7ABBC968}"/>
                </a:ext>
              </a:extLst>
            </p:cNvPr>
            <p:cNvSpPr>
              <a:spLocks/>
            </p:cNvSpPr>
            <p:nvPr/>
          </p:nvSpPr>
          <p:spPr bwMode="auto">
            <a:xfrm rot="5094805">
              <a:off x="749906" y="3684859"/>
              <a:ext cx="70834" cy="57124"/>
            </a:xfrm>
            <a:custGeom>
              <a:avLst/>
              <a:gdLst>
                <a:gd name="T0" fmla="*/ 28 w 29"/>
                <a:gd name="T1" fmla="*/ 4 h 23"/>
                <a:gd name="T2" fmla="*/ 16 w 29"/>
                <a:gd name="T3" fmla="*/ 19 h 23"/>
                <a:gd name="T4" fmla="*/ 1 w 29"/>
                <a:gd name="T5" fmla="*/ 18 h 23"/>
                <a:gd name="T6" fmla="*/ 13 w 29"/>
                <a:gd name="T7" fmla="*/ 3 h 23"/>
                <a:gd name="T8" fmla="*/ 28 w 29"/>
                <a:gd name="T9" fmla="*/ 4 h 23"/>
              </a:gdLst>
              <a:ahLst/>
              <a:cxnLst>
                <a:cxn ang="0">
                  <a:pos x="T0" y="T1"/>
                </a:cxn>
                <a:cxn ang="0">
                  <a:pos x="T2" y="T3"/>
                </a:cxn>
                <a:cxn ang="0">
                  <a:pos x="T4" y="T5"/>
                </a:cxn>
                <a:cxn ang="0">
                  <a:pos x="T6" y="T7"/>
                </a:cxn>
                <a:cxn ang="0">
                  <a:pos x="T8" y="T9"/>
                </a:cxn>
              </a:cxnLst>
              <a:rect l="0" t="0" r="r" b="b"/>
              <a:pathLst>
                <a:path w="29" h="23">
                  <a:moveTo>
                    <a:pt x="28" y="4"/>
                  </a:moveTo>
                  <a:cubicBezTo>
                    <a:pt x="29" y="8"/>
                    <a:pt x="24" y="15"/>
                    <a:pt x="16" y="19"/>
                  </a:cubicBezTo>
                  <a:cubicBezTo>
                    <a:pt x="9" y="23"/>
                    <a:pt x="2" y="22"/>
                    <a:pt x="1" y="18"/>
                  </a:cubicBezTo>
                  <a:cubicBezTo>
                    <a:pt x="0" y="14"/>
                    <a:pt x="5" y="7"/>
                    <a:pt x="13" y="3"/>
                  </a:cubicBezTo>
                  <a:cubicBezTo>
                    <a:pt x="21" y="0"/>
                    <a:pt x="28" y="0"/>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4" name="Freeform 1147">
              <a:extLst>
                <a:ext uri="{FF2B5EF4-FFF2-40B4-BE49-F238E27FC236}">
                  <a16:creationId xmlns:a16="http://schemas.microsoft.com/office/drawing/2014/main" id="{2E400156-3871-81FE-325D-5757F5C6FE8F}"/>
                </a:ext>
              </a:extLst>
            </p:cNvPr>
            <p:cNvSpPr>
              <a:spLocks/>
            </p:cNvSpPr>
            <p:nvPr/>
          </p:nvSpPr>
          <p:spPr bwMode="auto">
            <a:xfrm rot="5094805">
              <a:off x="643190" y="3502813"/>
              <a:ext cx="70834" cy="59409"/>
            </a:xfrm>
            <a:custGeom>
              <a:avLst/>
              <a:gdLst>
                <a:gd name="T0" fmla="*/ 16 w 29"/>
                <a:gd name="T1" fmla="*/ 20 h 24"/>
                <a:gd name="T2" fmla="*/ 1 w 29"/>
                <a:gd name="T3" fmla="*/ 18 h 24"/>
                <a:gd name="T4" fmla="*/ 12 w 29"/>
                <a:gd name="T5" fmla="*/ 4 h 24"/>
                <a:gd name="T6" fmla="*/ 28 w 29"/>
                <a:gd name="T7" fmla="*/ 6 h 24"/>
                <a:gd name="T8" fmla="*/ 16 w 29"/>
                <a:gd name="T9" fmla="*/ 20 h 24"/>
              </a:gdLst>
              <a:ahLst/>
              <a:cxnLst>
                <a:cxn ang="0">
                  <a:pos x="T0" y="T1"/>
                </a:cxn>
                <a:cxn ang="0">
                  <a:pos x="T2" y="T3"/>
                </a:cxn>
                <a:cxn ang="0">
                  <a:pos x="T4" y="T5"/>
                </a:cxn>
                <a:cxn ang="0">
                  <a:pos x="T6" y="T7"/>
                </a:cxn>
                <a:cxn ang="0">
                  <a:pos x="T8" y="T9"/>
                </a:cxn>
              </a:cxnLst>
              <a:rect l="0" t="0" r="r" b="b"/>
              <a:pathLst>
                <a:path w="29" h="24">
                  <a:moveTo>
                    <a:pt x="16" y="20"/>
                  </a:moveTo>
                  <a:cubicBezTo>
                    <a:pt x="8" y="24"/>
                    <a:pt x="1" y="23"/>
                    <a:pt x="1" y="18"/>
                  </a:cubicBezTo>
                  <a:cubicBezTo>
                    <a:pt x="0" y="13"/>
                    <a:pt x="5" y="7"/>
                    <a:pt x="12" y="4"/>
                  </a:cubicBezTo>
                  <a:cubicBezTo>
                    <a:pt x="20" y="0"/>
                    <a:pt x="28" y="1"/>
                    <a:pt x="28" y="6"/>
                  </a:cubicBezTo>
                  <a:cubicBezTo>
                    <a:pt x="29" y="10"/>
                    <a:pt x="23" y="17"/>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5" name="Freeform 1148">
              <a:extLst>
                <a:ext uri="{FF2B5EF4-FFF2-40B4-BE49-F238E27FC236}">
                  <a16:creationId xmlns:a16="http://schemas.microsoft.com/office/drawing/2014/main" id="{3007DDAD-FE93-0753-026D-B7242AC77387}"/>
                </a:ext>
              </a:extLst>
            </p:cNvPr>
            <p:cNvSpPr>
              <a:spLocks/>
            </p:cNvSpPr>
            <p:nvPr/>
          </p:nvSpPr>
          <p:spPr bwMode="auto">
            <a:xfrm rot="5094805">
              <a:off x="543196" y="3322347"/>
              <a:ext cx="73119" cy="54839"/>
            </a:xfrm>
            <a:custGeom>
              <a:avLst/>
              <a:gdLst>
                <a:gd name="T0" fmla="*/ 29 w 30"/>
                <a:gd name="T1" fmla="*/ 5 h 23"/>
                <a:gd name="T2" fmla="*/ 17 w 30"/>
                <a:gd name="T3" fmla="*/ 20 h 23"/>
                <a:gd name="T4" fmla="*/ 1 w 30"/>
                <a:gd name="T5" fmla="*/ 17 h 23"/>
                <a:gd name="T6" fmla="*/ 14 w 30"/>
                <a:gd name="T7" fmla="*/ 2 h 23"/>
                <a:gd name="T8" fmla="*/ 29 w 30"/>
                <a:gd name="T9" fmla="*/ 5 h 23"/>
              </a:gdLst>
              <a:ahLst/>
              <a:cxnLst>
                <a:cxn ang="0">
                  <a:pos x="T0" y="T1"/>
                </a:cxn>
                <a:cxn ang="0">
                  <a:pos x="T2" y="T3"/>
                </a:cxn>
                <a:cxn ang="0">
                  <a:pos x="T4" y="T5"/>
                </a:cxn>
                <a:cxn ang="0">
                  <a:pos x="T6" y="T7"/>
                </a:cxn>
                <a:cxn ang="0">
                  <a:pos x="T8" y="T9"/>
                </a:cxn>
              </a:cxnLst>
              <a:rect l="0" t="0" r="r" b="b"/>
              <a:pathLst>
                <a:path w="30" h="23">
                  <a:moveTo>
                    <a:pt x="29" y="5"/>
                  </a:moveTo>
                  <a:cubicBezTo>
                    <a:pt x="30" y="10"/>
                    <a:pt x="24" y="17"/>
                    <a:pt x="17" y="20"/>
                  </a:cubicBezTo>
                  <a:cubicBezTo>
                    <a:pt x="9" y="23"/>
                    <a:pt x="2" y="22"/>
                    <a:pt x="1" y="17"/>
                  </a:cubicBezTo>
                  <a:cubicBezTo>
                    <a:pt x="0" y="12"/>
                    <a:pt x="6" y="5"/>
                    <a:pt x="14" y="2"/>
                  </a:cubicBezTo>
                  <a:cubicBezTo>
                    <a:pt x="21" y="0"/>
                    <a:pt x="28" y="1"/>
                    <a:pt x="2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6" name="Freeform 1149">
              <a:extLst>
                <a:ext uri="{FF2B5EF4-FFF2-40B4-BE49-F238E27FC236}">
                  <a16:creationId xmlns:a16="http://schemas.microsoft.com/office/drawing/2014/main" id="{8282A81E-3159-29B9-9738-C5214C0F0CCF}"/>
                </a:ext>
              </a:extLst>
            </p:cNvPr>
            <p:cNvSpPr>
              <a:spLocks/>
            </p:cNvSpPr>
            <p:nvPr/>
          </p:nvSpPr>
          <p:spPr bwMode="auto">
            <a:xfrm rot="5094805">
              <a:off x="453242" y="3135266"/>
              <a:ext cx="75404" cy="57124"/>
            </a:xfrm>
            <a:custGeom>
              <a:avLst/>
              <a:gdLst>
                <a:gd name="T0" fmla="*/ 29 w 30"/>
                <a:gd name="T1" fmla="*/ 6 h 23"/>
                <a:gd name="T2" fmla="*/ 18 w 30"/>
                <a:gd name="T3" fmla="*/ 20 h 23"/>
                <a:gd name="T4" fmla="*/ 2 w 30"/>
                <a:gd name="T5" fmla="*/ 17 h 23"/>
                <a:gd name="T6" fmla="*/ 14 w 30"/>
                <a:gd name="T7" fmla="*/ 3 h 23"/>
                <a:gd name="T8" fmla="*/ 29 w 30"/>
                <a:gd name="T9" fmla="*/ 6 h 23"/>
              </a:gdLst>
              <a:ahLst/>
              <a:cxnLst>
                <a:cxn ang="0">
                  <a:pos x="T0" y="T1"/>
                </a:cxn>
                <a:cxn ang="0">
                  <a:pos x="T2" y="T3"/>
                </a:cxn>
                <a:cxn ang="0">
                  <a:pos x="T4" y="T5"/>
                </a:cxn>
                <a:cxn ang="0">
                  <a:pos x="T6" y="T7"/>
                </a:cxn>
                <a:cxn ang="0">
                  <a:pos x="T8" y="T9"/>
                </a:cxn>
              </a:cxnLst>
              <a:rect l="0" t="0" r="r" b="b"/>
              <a:pathLst>
                <a:path w="30" h="23">
                  <a:moveTo>
                    <a:pt x="29" y="6"/>
                  </a:moveTo>
                  <a:cubicBezTo>
                    <a:pt x="30" y="11"/>
                    <a:pt x="25" y="17"/>
                    <a:pt x="18" y="20"/>
                  </a:cubicBezTo>
                  <a:cubicBezTo>
                    <a:pt x="10" y="23"/>
                    <a:pt x="3" y="21"/>
                    <a:pt x="2" y="17"/>
                  </a:cubicBezTo>
                  <a:cubicBezTo>
                    <a:pt x="0" y="12"/>
                    <a:pt x="6" y="5"/>
                    <a:pt x="14" y="3"/>
                  </a:cubicBezTo>
                  <a:cubicBezTo>
                    <a:pt x="21" y="0"/>
                    <a:pt x="28" y="2"/>
                    <a:pt x="2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7" name="Freeform 1150">
              <a:extLst>
                <a:ext uri="{FF2B5EF4-FFF2-40B4-BE49-F238E27FC236}">
                  <a16:creationId xmlns:a16="http://schemas.microsoft.com/office/drawing/2014/main" id="{09861F39-EFF3-1C44-6C3F-B7AC1755F132}"/>
                </a:ext>
              </a:extLst>
            </p:cNvPr>
            <p:cNvSpPr>
              <a:spLocks/>
            </p:cNvSpPr>
            <p:nvPr/>
          </p:nvSpPr>
          <p:spPr bwMode="auto">
            <a:xfrm rot="5094805">
              <a:off x="377058" y="2949553"/>
              <a:ext cx="70834" cy="57124"/>
            </a:xfrm>
            <a:custGeom>
              <a:avLst/>
              <a:gdLst>
                <a:gd name="T0" fmla="*/ 16 w 29"/>
                <a:gd name="T1" fmla="*/ 20 h 23"/>
                <a:gd name="T2" fmla="*/ 1 w 29"/>
                <a:gd name="T3" fmla="*/ 15 h 23"/>
                <a:gd name="T4" fmla="*/ 14 w 29"/>
                <a:gd name="T5" fmla="*/ 2 h 23"/>
                <a:gd name="T6" fmla="*/ 29 w 29"/>
                <a:gd name="T7" fmla="*/ 7 h 23"/>
                <a:gd name="T8" fmla="*/ 16 w 29"/>
                <a:gd name="T9" fmla="*/ 20 h 23"/>
              </a:gdLst>
              <a:ahLst/>
              <a:cxnLst>
                <a:cxn ang="0">
                  <a:pos x="T0" y="T1"/>
                </a:cxn>
                <a:cxn ang="0">
                  <a:pos x="T2" y="T3"/>
                </a:cxn>
                <a:cxn ang="0">
                  <a:pos x="T4" y="T5"/>
                </a:cxn>
                <a:cxn ang="0">
                  <a:pos x="T6" y="T7"/>
                </a:cxn>
                <a:cxn ang="0">
                  <a:pos x="T8" y="T9"/>
                </a:cxn>
              </a:cxnLst>
              <a:rect l="0" t="0" r="r" b="b"/>
              <a:pathLst>
                <a:path w="29" h="23">
                  <a:moveTo>
                    <a:pt x="16" y="20"/>
                  </a:moveTo>
                  <a:cubicBezTo>
                    <a:pt x="9" y="23"/>
                    <a:pt x="2" y="20"/>
                    <a:pt x="1" y="15"/>
                  </a:cubicBezTo>
                  <a:cubicBezTo>
                    <a:pt x="0" y="10"/>
                    <a:pt x="5" y="4"/>
                    <a:pt x="14" y="2"/>
                  </a:cubicBezTo>
                  <a:cubicBezTo>
                    <a:pt x="21" y="0"/>
                    <a:pt x="28" y="2"/>
                    <a:pt x="29" y="7"/>
                  </a:cubicBezTo>
                  <a:cubicBezTo>
                    <a:pt x="29" y="12"/>
                    <a:pt x="24" y="18"/>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8" name="Freeform 1151">
              <a:extLst>
                <a:ext uri="{FF2B5EF4-FFF2-40B4-BE49-F238E27FC236}">
                  <a16:creationId xmlns:a16="http://schemas.microsoft.com/office/drawing/2014/main" id="{7ACFAB22-E63C-DD46-3034-53FFBAEA40F6}"/>
                </a:ext>
              </a:extLst>
            </p:cNvPr>
            <p:cNvSpPr>
              <a:spLocks/>
            </p:cNvSpPr>
            <p:nvPr/>
          </p:nvSpPr>
          <p:spPr bwMode="auto">
            <a:xfrm rot="5094805">
              <a:off x="315659" y="2763464"/>
              <a:ext cx="70834" cy="54839"/>
            </a:xfrm>
            <a:custGeom>
              <a:avLst/>
              <a:gdLst>
                <a:gd name="T0" fmla="*/ 15 w 29"/>
                <a:gd name="T1" fmla="*/ 21 h 22"/>
                <a:gd name="T2" fmla="*/ 0 w 29"/>
                <a:gd name="T3" fmla="*/ 14 h 22"/>
                <a:gd name="T4" fmla="*/ 13 w 29"/>
                <a:gd name="T5" fmla="*/ 2 h 22"/>
                <a:gd name="T6" fmla="*/ 29 w 29"/>
                <a:gd name="T7" fmla="*/ 9 h 22"/>
                <a:gd name="T8" fmla="*/ 15 w 29"/>
                <a:gd name="T9" fmla="*/ 21 h 22"/>
              </a:gdLst>
              <a:ahLst/>
              <a:cxnLst>
                <a:cxn ang="0">
                  <a:pos x="T0" y="T1"/>
                </a:cxn>
                <a:cxn ang="0">
                  <a:pos x="T2" y="T3"/>
                </a:cxn>
                <a:cxn ang="0">
                  <a:pos x="T4" y="T5"/>
                </a:cxn>
                <a:cxn ang="0">
                  <a:pos x="T6" y="T7"/>
                </a:cxn>
                <a:cxn ang="0">
                  <a:pos x="T8" y="T9"/>
                </a:cxn>
              </a:cxnLst>
              <a:rect l="0" t="0" r="r" b="b"/>
              <a:pathLst>
                <a:path w="29" h="22">
                  <a:moveTo>
                    <a:pt x="15" y="21"/>
                  </a:moveTo>
                  <a:cubicBezTo>
                    <a:pt x="7" y="22"/>
                    <a:pt x="1" y="19"/>
                    <a:pt x="0" y="14"/>
                  </a:cubicBezTo>
                  <a:cubicBezTo>
                    <a:pt x="0" y="8"/>
                    <a:pt x="5" y="3"/>
                    <a:pt x="13" y="2"/>
                  </a:cubicBezTo>
                  <a:cubicBezTo>
                    <a:pt x="21" y="0"/>
                    <a:pt x="28" y="3"/>
                    <a:pt x="29" y="9"/>
                  </a:cubicBezTo>
                  <a:cubicBezTo>
                    <a:pt x="29" y="14"/>
                    <a:pt x="23" y="20"/>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9" name="Freeform 1152">
              <a:extLst>
                <a:ext uri="{FF2B5EF4-FFF2-40B4-BE49-F238E27FC236}">
                  <a16:creationId xmlns:a16="http://schemas.microsoft.com/office/drawing/2014/main" id="{1DE6BAFC-8D57-D88E-ACA0-32EF8BFAC086}"/>
                </a:ext>
              </a:extLst>
            </p:cNvPr>
            <p:cNvSpPr>
              <a:spLocks/>
            </p:cNvSpPr>
            <p:nvPr/>
          </p:nvSpPr>
          <p:spPr bwMode="auto">
            <a:xfrm rot="5094805">
              <a:off x="264502" y="2577606"/>
              <a:ext cx="70834" cy="50269"/>
            </a:xfrm>
            <a:custGeom>
              <a:avLst/>
              <a:gdLst>
                <a:gd name="T0" fmla="*/ 28 w 29"/>
                <a:gd name="T1" fmla="*/ 9 h 21"/>
                <a:gd name="T2" fmla="*/ 15 w 29"/>
                <a:gd name="T3" fmla="*/ 20 h 21"/>
                <a:gd name="T4" fmla="*/ 0 w 29"/>
                <a:gd name="T5" fmla="*/ 10 h 21"/>
                <a:gd name="T6" fmla="*/ 14 w 29"/>
                <a:gd name="T7" fmla="*/ 0 h 21"/>
                <a:gd name="T8" fmla="*/ 28 w 29"/>
                <a:gd name="T9" fmla="*/ 9 h 21"/>
              </a:gdLst>
              <a:ahLst/>
              <a:cxnLst>
                <a:cxn ang="0">
                  <a:pos x="T0" y="T1"/>
                </a:cxn>
                <a:cxn ang="0">
                  <a:pos x="T2" y="T3"/>
                </a:cxn>
                <a:cxn ang="0">
                  <a:pos x="T4" y="T5"/>
                </a:cxn>
                <a:cxn ang="0">
                  <a:pos x="T6" y="T7"/>
                </a:cxn>
                <a:cxn ang="0">
                  <a:pos x="T8" y="T9"/>
                </a:cxn>
              </a:cxnLst>
              <a:rect l="0" t="0" r="r" b="b"/>
              <a:pathLst>
                <a:path w="29" h="21">
                  <a:moveTo>
                    <a:pt x="28" y="9"/>
                  </a:moveTo>
                  <a:cubicBezTo>
                    <a:pt x="29" y="14"/>
                    <a:pt x="23" y="19"/>
                    <a:pt x="15" y="20"/>
                  </a:cubicBezTo>
                  <a:cubicBezTo>
                    <a:pt x="7" y="21"/>
                    <a:pt x="0" y="16"/>
                    <a:pt x="0" y="10"/>
                  </a:cubicBezTo>
                  <a:cubicBezTo>
                    <a:pt x="0" y="5"/>
                    <a:pt x="6" y="0"/>
                    <a:pt x="14" y="0"/>
                  </a:cubicBezTo>
                  <a:cubicBezTo>
                    <a:pt x="21" y="0"/>
                    <a:pt x="28" y="3"/>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0" name="Freeform 1153">
              <a:extLst>
                <a:ext uri="{FF2B5EF4-FFF2-40B4-BE49-F238E27FC236}">
                  <a16:creationId xmlns:a16="http://schemas.microsoft.com/office/drawing/2014/main" id="{AC57F735-FBEE-A1C7-A341-9DE5879DABCB}"/>
                </a:ext>
              </a:extLst>
            </p:cNvPr>
            <p:cNvSpPr>
              <a:spLocks/>
            </p:cNvSpPr>
            <p:nvPr/>
          </p:nvSpPr>
          <p:spPr bwMode="auto">
            <a:xfrm rot="5094805">
              <a:off x="225449" y="2382451"/>
              <a:ext cx="75404" cy="52554"/>
            </a:xfrm>
            <a:custGeom>
              <a:avLst/>
              <a:gdLst>
                <a:gd name="T0" fmla="*/ 30 w 30"/>
                <a:gd name="T1" fmla="*/ 9 h 21"/>
                <a:gd name="T2" fmla="*/ 17 w 30"/>
                <a:gd name="T3" fmla="*/ 20 h 21"/>
                <a:gd name="T4" fmla="*/ 1 w 30"/>
                <a:gd name="T5" fmla="*/ 12 h 21"/>
                <a:gd name="T6" fmla="*/ 15 w 30"/>
                <a:gd name="T7" fmla="*/ 1 h 21"/>
                <a:gd name="T8" fmla="*/ 30 w 30"/>
                <a:gd name="T9" fmla="*/ 9 h 21"/>
              </a:gdLst>
              <a:ahLst/>
              <a:cxnLst>
                <a:cxn ang="0">
                  <a:pos x="T0" y="T1"/>
                </a:cxn>
                <a:cxn ang="0">
                  <a:pos x="T2" y="T3"/>
                </a:cxn>
                <a:cxn ang="0">
                  <a:pos x="T4" y="T5"/>
                </a:cxn>
                <a:cxn ang="0">
                  <a:pos x="T6" y="T7"/>
                </a:cxn>
                <a:cxn ang="0">
                  <a:pos x="T8" y="T9"/>
                </a:cxn>
              </a:cxnLst>
              <a:rect l="0" t="0" r="r" b="b"/>
              <a:pathLst>
                <a:path w="30" h="21">
                  <a:moveTo>
                    <a:pt x="30" y="9"/>
                  </a:moveTo>
                  <a:cubicBezTo>
                    <a:pt x="30" y="15"/>
                    <a:pt x="24" y="20"/>
                    <a:pt x="17" y="20"/>
                  </a:cubicBezTo>
                  <a:cubicBezTo>
                    <a:pt x="9" y="21"/>
                    <a:pt x="2" y="18"/>
                    <a:pt x="1" y="12"/>
                  </a:cubicBezTo>
                  <a:cubicBezTo>
                    <a:pt x="0" y="6"/>
                    <a:pt x="6" y="1"/>
                    <a:pt x="15" y="1"/>
                  </a:cubicBezTo>
                  <a:cubicBezTo>
                    <a:pt x="22" y="0"/>
                    <a:pt x="29" y="4"/>
                    <a:pt x="3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1" name="Freeform 1154">
              <a:extLst>
                <a:ext uri="{FF2B5EF4-FFF2-40B4-BE49-F238E27FC236}">
                  <a16:creationId xmlns:a16="http://schemas.microsoft.com/office/drawing/2014/main" id="{558E2866-2DF3-5015-7C31-A811621D17F9}"/>
                </a:ext>
              </a:extLst>
            </p:cNvPr>
            <p:cNvSpPr>
              <a:spLocks/>
            </p:cNvSpPr>
            <p:nvPr/>
          </p:nvSpPr>
          <p:spPr bwMode="auto">
            <a:xfrm rot="5094805">
              <a:off x="187754" y="2191019"/>
              <a:ext cx="70834" cy="52554"/>
            </a:xfrm>
            <a:custGeom>
              <a:avLst/>
              <a:gdLst>
                <a:gd name="T0" fmla="*/ 15 w 29"/>
                <a:gd name="T1" fmla="*/ 20 h 21"/>
                <a:gd name="T2" fmla="*/ 0 w 29"/>
                <a:gd name="T3" fmla="*/ 12 h 21"/>
                <a:gd name="T4" fmla="*/ 13 w 29"/>
                <a:gd name="T5" fmla="*/ 1 h 21"/>
                <a:gd name="T6" fmla="*/ 29 w 29"/>
                <a:gd name="T7" fmla="*/ 10 h 21"/>
                <a:gd name="T8" fmla="*/ 15 w 29"/>
                <a:gd name="T9" fmla="*/ 20 h 21"/>
              </a:gdLst>
              <a:ahLst/>
              <a:cxnLst>
                <a:cxn ang="0">
                  <a:pos x="T0" y="T1"/>
                </a:cxn>
                <a:cxn ang="0">
                  <a:pos x="T2" y="T3"/>
                </a:cxn>
                <a:cxn ang="0">
                  <a:pos x="T4" y="T5"/>
                </a:cxn>
                <a:cxn ang="0">
                  <a:pos x="T6" y="T7"/>
                </a:cxn>
                <a:cxn ang="0">
                  <a:pos x="T8" y="T9"/>
                </a:cxn>
              </a:cxnLst>
              <a:rect l="0" t="0" r="r" b="b"/>
              <a:pathLst>
                <a:path w="29" h="21">
                  <a:moveTo>
                    <a:pt x="15" y="20"/>
                  </a:moveTo>
                  <a:cubicBezTo>
                    <a:pt x="8" y="21"/>
                    <a:pt x="1" y="17"/>
                    <a:pt x="0" y="12"/>
                  </a:cubicBezTo>
                  <a:cubicBezTo>
                    <a:pt x="0" y="6"/>
                    <a:pt x="5" y="1"/>
                    <a:pt x="13" y="1"/>
                  </a:cubicBezTo>
                  <a:cubicBezTo>
                    <a:pt x="21" y="0"/>
                    <a:pt x="29" y="4"/>
                    <a:pt x="29" y="10"/>
                  </a:cubicBezTo>
                  <a:cubicBezTo>
                    <a:pt x="29" y="15"/>
                    <a:pt x="23" y="19"/>
                    <a:pt x="15"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2" name="Freeform 1155">
              <a:extLst>
                <a:ext uri="{FF2B5EF4-FFF2-40B4-BE49-F238E27FC236}">
                  <a16:creationId xmlns:a16="http://schemas.microsoft.com/office/drawing/2014/main" id="{4C82AE47-F0AE-7A15-077A-53E16B43AB11}"/>
                </a:ext>
              </a:extLst>
            </p:cNvPr>
            <p:cNvSpPr>
              <a:spLocks/>
            </p:cNvSpPr>
            <p:nvPr/>
          </p:nvSpPr>
          <p:spPr bwMode="auto">
            <a:xfrm rot="5094805">
              <a:off x="149009" y="2002807"/>
              <a:ext cx="73119" cy="47984"/>
            </a:xfrm>
            <a:custGeom>
              <a:avLst/>
              <a:gdLst>
                <a:gd name="T0" fmla="*/ 17 w 30"/>
                <a:gd name="T1" fmla="*/ 19 h 20"/>
                <a:gd name="T2" fmla="*/ 1 w 30"/>
                <a:gd name="T3" fmla="*/ 12 h 20"/>
                <a:gd name="T4" fmla="*/ 14 w 30"/>
                <a:gd name="T5" fmla="*/ 0 h 20"/>
                <a:gd name="T6" fmla="*/ 29 w 30"/>
                <a:gd name="T7" fmla="*/ 9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9" y="20"/>
                    <a:pt x="2" y="17"/>
                    <a:pt x="1" y="12"/>
                  </a:cubicBezTo>
                  <a:cubicBezTo>
                    <a:pt x="0" y="6"/>
                    <a:pt x="6" y="1"/>
                    <a:pt x="14" y="0"/>
                  </a:cubicBezTo>
                  <a:cubicBezTo>
                    <a:pt x="21" y="0"/>
                    <a:pt x="28" y="4"/>
                    <a:pt x="29" y="9"/>
                  </a:cubicBezTo>
                  <a:cubicBezTo>
                    <a:pt x="30" y="14"/>
                    <a:pt x="24" y="19"/>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3" name="Freeform 1156">
              <a:extLst>
                <a:ext uri="{FF2B5EF4-FFF2-40B4-BE49-F238E27FC236}">
                  <a16:creationId xmlns:a16="http://schemas.microsoft.com/office/drawing/2014/main" id="{EE659310-64C4-85DD-F7B2-239F3B28F7A9}"/>
                </a:ext>
              </a:extLst>
            </p:cNvPr>
            <p:cNvSpPr>
              <a:spLocks/>
            </p:cNvSpPr>
            <p:nvPr/>
          </p:nvSpPr>
          <p:spPr bwMode="auto">
            <a:xfrm rot="5094805">
              <a:off x="110061" y="1807749"/>
              <a:ext cx="75404" cy="52554"/>
            </a:xfrm>
            <a:custGeom>
              <a:avLst/>
              <a:gdLst>
                <a:gd name="T0" fmla="*/ 29 w 30"/>
                <a:gd name="T1" fmla="*/ 9 h 21"/>
                <a:gd name="T2" fmla="*/ 17 w 30"/>
                <a:gd name="T3" fmla="*/ 20 h 21"/>
                <a:gd name="T4" fmla="*/ 1 w 30"/>
                <a:gd name="T5" fmla="*/ 13 h 21"/>
                <a:gd name="T6" fmla="*/ 14 w 30"/>
                <a:gd name="T7" fmla="*/ 1 h 21"/>
                <a:gd name="T8" fmla="*/ 29 w 30"/>
                <a:gd name="T9" fmla="*/ 9 h 21"/>
              </a:gdLst>
              <a:ahLst/>
              <a:cxnLst>
                <a:cxn ang="0">
                  <a:pos x="T0" y="T1"/>
                </a:cxn>
                <a:cxn ang="0">
                  <a:pos x="T2" y="T3"/>
                </a:cxn>
                <a:cxn ang="0">
                  <a:pos x="T4" y="T5"/>
                </a:cxn>
                <a:cxn ang="0">
                  <a:pos x="T6" y="T7"/>
                </a:cxn>
                <a:cxn ang="0">
                  <a:pos x="T8" y="T9"/>
                </a:cxn>
              </a:cxnLst>
              <a:rect l="0" t="0" r="r" b="b"/>
              <a:pathLst>
                <a:path w="30" h="21">
                  <a:moveTo>
                    <a:pt x="29" y="9"/>
                  </a:moveTo>
                  <a:cubicBezTo>
                    <a:pt x="30" y="14"/>
                    <a:pt x="25" y="19"/>
                    <a:pt x="17" y="20"/>
                  </a:cubicBezTo>
                  <a:cubicBezTo>
                    <a:pt x="9" y="21"/>
                    <a:pt x="3" y="18"/>
                    <a:pt x="1" y="13"/>
                  </a:cubicBezTo>
                  <a:cubicBezTo>
                    <a:pt x="0" y="8"/>
                    <a:pt x="6" y="2"/>
                    <a:pt x="14" y="1"/>
                  </a:cubicBezTo>
                  <a:cubicBezTo>
                    <a:pt x="21" y="0"/>
                    <a:pt x="28" y="4"/>
                    <a:pt x="2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4" name="Freeform 1157">
              <a:extLst>
                <a:ext uri="{FF2B5EF4-FFF2-40B4-BE49-F238E27FC236}">
                  <a16:creationId xmlns:a16="http://schemas.microsoft.com/office/drawing/2014/main" id="{00A31BA8-3528-59BB-0A64-80A15096ABF6}"/>
                </a:ext>
              </a:extLst>
            </p:cNvPr>
            <p:cNvSpPr>
              <a:spLocks/>
            </p:cNvSpPr>
            <p:nvPr/>
          </p:nvSpPr>
          <p:spPr bwMode="auto">
            <a:xfrm rot="5094805">
              <a:off x="71219" y="1617358"/>
              <a:ext cx="75404" cy="50269"/>
            </a:xfrm>
            <a:custGeom>
              <a:avLst/>
              <a:gdLst>
                <a:gd name="T0" fmla="*/ 30 w 31"/>
                <a:gd name="T1" fmla="*/ 9 h 20"/>
                <a:gd name="T2" fmla="*/ 18 w 31"/>
                <a:gd name="T3" fmla="*/ 19 h 20"/>
                <a:gd name="T4" fmla="*/ 2 w 31"/>
                <a:gd name="T5" fmla="*/ 12 h 20"/>
                <a:gd name="T6" fmla="*/ 14 w 31"/>
                <a:gd name="T7" fmla="*/ 1 h 20"/>
                <a:gd name="T8" fmla="*/ 30 w 31"/>
                <a:gd name="T9" fmla="*/ 9 h 20"/>
              </a:gdLst>
              <a:ahLst/>
              <a:cxnLst>
                <a:cxn ang="0">
                  <a:pos x="T0" y="T1"/>
                </a:cxn>
                <a:cxn ang="0">
                  <a:pos x="T2" y="T3"/>
                </a:cxn>
                <a:cxn ang="0">
                  <a:pos x="T4" y="T5"/>
                </a:cxn>
                <a:cxn ang="0">
                  <a:pos x="T6" y="T7"/>
                </a:cxn>
                <a:cxn ang="0">
                  <a:pos x="T8" y="T9"/>
                </a:cxn>
              </a:cxnLst>
              <a:rect l="0" t="0" r="r" b="b"/>
              <a:pathLst>
                <a:path w="31" h="20">
                  <a:moveTo>
                    <a:pt x="30" y="9"/>
                  </a:moveTo>
                  <a:cubicBezTo>
                    <a:pt x="31" y="13"/>
                    <a:pt x="25" y="18"/>
                    <a:pt x="18" y="19"/>
                  </a:cubicBezTo>
                  <a:cubicBezTo>
                    <a:pt x="10" y="20"/>
                    <a:pt x="3" y="17"/>
                    <a:pt x="2" y="12"/>
                  </a:cubicBezTo>
                  <a:cubicBezTo>
                    <a:pt x="0" y="7"/>
                    <a:pt x="6" y="2"/>
                    <a:pt x="14" y="1"/>
                  </a:cubicBezTo>
                  <a:cubicBezTo>
                    <a:pt x="21" y="0"/>
                    <a:pt x="29" y="4"/>
                    <a:pt x="3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5" name="Freeform 1158">
              <a:extLst>
                <a:ext uri="{FF2B5EF4-FFF2-40B4-BE49-F238E27FC236}">
                  <a16:creationId xmlns:a16="http://schemas.microsoft.com/office/drawing/2014/main" id="{B5929907-7EF6-82A5-2113-301964853840}"/>
                </a:ext>
              </a:extLst>
            </p:cNvPr>
            <p:cNvSpPr>
              <a:spLocks/>
            </p:cNvSpPr>
            <p:nvPr/>
          </p:nvSpPr>
          <p:spPr bwMode="auto">
            <a:xfrm rot="5094805">
              <a:off x="35897" y="1430188"/>
              <a:ext cx="73119" cy="43415"/>
            </a:xfrm>
            <a:custGeom>
              <a:avLst/>
              <a:gdLst>
                <a:gd name="T0" fmla="*/ 13 w 30"/>
                <a:gd name="T1" fmla="*/ 1 h 18"/>
                <a:gd name="T2" fmla="*/ 29 w 30"/>
                <a:gd name="T3" fmla="*/ 8 h 18"/>
                <a:gd name="T4" fmla="*/ 15 w 30"/>
                <a:gd name="T5" fmla="*/ 18 h 18"/>
                <a:gd name="T6" fmla="*/ 1 w 30"/>
                <a:gd name="T7" fmla="*/ 11 h 18"/>
                <a:gd name="T8" fmla="*/ 13 w 30"/>
                <a:gd name="T9" fmla="*/ 1 h 18"/>
              </a:gdLst>
              <a:ahLst/>
              <a:cxnLst>
                <a:cxn ang="0">
                  <a:pos x="T0" y="T1"/>
                </a:cxn>
                <a:cxn ang="0">
                  <a:pos x="T2" y="T3"/>
                </a:cxn>
                <a:cxn ang="0">
                  <a:pos x="T4" y="T5"/>
                </a:cxn>
                <a:cxn ang="0">
                  <a:pos x="T6" y="T7"/>
                </a:cxn>
                <a:cxn ang="0">
                  <a:pos x="T8" y="T9"/>
                </a:cxn>
              </a:cxnLst>
              <a:rect l="0" t="0" r="r" b="b"/>
              <a:pathLst>
                <a:path w="30" h="18">
                  <a:moveTo>
                    <a:pt x="13" y="1"/>
                  </a:moveTo>
                  <a:cubicBezTo>
                    <a:pt x="20" y="0"/>
                    <a:pt x="28" y="4"/>
                    <a:pt x="29" y="8"/>
                  </a:cubicBezTo>
                  <a:cubicBezTo>
                    <a:pt x="30" y="13"/>
                    <a:pt x="24" y="17"/>
                    <a:pt x="15" y="18"/>
                  </a:cubicBezTo>
                  <a:cubicBezTo>
                    <a:pt x="8" y="18"/>
                    <a:pt x="1" y="15"/>
                    <a:pt x="1" y="11"/>
                  </a:cubicBezTo>
                  <a:cubicBezTo>
                    <a:pt x="0" y="6"/>
                    <a:pt x="6"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6" name="Freeform 1159">
              <a:extLst>
                <a:ext uri="{FF2B5EF4-FFF2-40B4-BE49-F238E27FC236}">
                  <a16:creationId xmlns:a16="http://schemas.microsoft.com/office/drawing/2014/main" id="{AE8668CD-FCC0-90D4-4395-FFB809D50D17}"/>
                </a:ext>
              </a:extLst>
            </p:cNvPr>
            <p:cNvSpPr>
              <a:spLocks/>
            </p:cNvSpPr>
            <p:nvPr/>
          </p:nvSpPr>
          <p:spPr bwMode="auto">
            <a:xfrm rot="5094805">
              <a:off x="-4188" y="1238659"/>
              <a:ext cx="75404" cy="41130"/>
            </a:xfrm>
            <a:custGeom>
              <a:avLst/>
              <a:gdLst>
                <a:gd name="T0" fmla="*/ 29 w 30"/>
                <a:gd name="T1" fmla="*/ 8 h 17"/>
                <a:gd name="T2" fmla="*/ 16 w 30"/>
                <a:gd name="T3" fmla="*/ 16 h 17"/>
                <a:gd name="T4" fmla="*/ 1 w 30"/>
                <a:gd name="T5" fmla="*/ 10 h 17"/>
                <a:gd name="T6" fmla="*/ 14 w 30"/>
                <a:gd name="T7" fmla="*/ 0 h 17"/>
                <a:gd name="T8" fmla="*/ 29 w 30"/>
                <a:gd name="T9" fmla="*/ 8 h 17"/>
              </a:gdLst>
              <a:ahLst/>
              <a:cxnLst>
                <a:cxn ang="0">
                  <a:pos x="T0" y="T1"/>
                </a:cxn>
                <a:cxn ang="0">
                  <a:pos x="T2" y="T3"/>
                </a:cxn>
                <a:cxn ang="0">
                  <a:pos x="T4" y="T5"/>
                </a:cxn>
                <a:cxn ang="0">
                  <a:pos x="T6" y="T7"/>
                </a:cxn>
                <a:cxn ang="0">
                  <a:pos x="T8" y="T9"/>
                </a:cxn>
              </a:cxnLst>
              <a:rect l="0" t="0" r="r" b="b"/>
              <a:pathLst>
                <a:path w="30" h="17">
                  <a:moveTo>
                    <a:pt x="29" y="8"/>
                  </a:moveTo>
                  <a:cubicBezTo>
                    <a:pt x="30" y="12"/>
                    <a:pt x="24" y="16"/>
                    <a:pt x="16" y="16"/>
                  </a:cubicBezTo>
                  <a:cubicBezTo>
                    <a:pt x="8" y="17"/>
                    <a:pt x="2" y="15"/>
                    <a:pt x="1" y="10"/>
                  </a:cubicBezTo>
                  <a:cubicBezTo>
                    <a:pt x="0" y="6"/>
                    <a:pt x="6" y="1"/>
                    <a:pt x="14" y="0"/>
                  </a:cubicBezTo>
                  <a:cubicBezTo>
                    <a:pt x="22" y="0"/>
                    <a:pt x="29" y="3"/>
                    <a:pt x="2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7" name="Freeform 1160">
              <a:extLst>
                <a:ext uri="{FF2B5EF4-FFF2-40B4-BE49-F238E27FC236}">
                  <a16:creationId xmlns:a16="http://schemas.microsoft.com/office/drawing/2014/main" id="{6BEC2EDB-645B-B039-09AB-331257337501}"/>
                </a:ext>
              </a:extLst>
            </p:cNvPr>
            <p:cNvSpPr>
              <a:spLocks/>
            </p:cNvSpPr>
            <p:nvPr/>
          </p:nvSpPr>
          <p:spPr bwMode="auto">
            <a:xfrm rot="5094805">
              <a:off x="-39713" y="1044642"/>
              <a:ext cx="73119" cy="43415"/>
            </a:xfrm>
            <a:custGeom>
              <a:avLst/>
              <a:gdLst>
                <a:gd name="T0" fmla="*/ 17 w 30"/>
                <a:gd name="T1" fmla="*/ 16 h 17"/>
                <a:gd name="T2" fmla="*/ 1 w 30"/>
                <a:gd name="T3" fmla="*/ 11 h 17"/>
                <a:gd name="T4" fmla="*/ 14 w 30"/>
                <a:gd name="T5" fmla="*/ 1 h 17"/>
                <a:gd name="T6" fmla="*/ 30 w 30"/>
                <a:gd name="T7" fmla="*/ 8 h 17"/>
                <a:gd name="T8" fmla="*/ 17 w 30"/>
                <a:gd name="T9" fmla="*/ 16 h 17"/>
              </a:gdLst>
              <a:ahLst/>
              <a:cxnLst>
                <a:cxn ang="0">
                  <a:pos x="T0" y="T1"/>
                </a:cxn>
                <a:cxn ang="0">
                  <a:pos x="T2" y="T3"/>
                </a:cxn>
                <a:cxn ang="0">
                  <a:pos x="T4" y="T5"/>
                </a:cxn>
                <a:cxn ang="0">
                  <a:pos x="T6" y="T7"/>
                </a:cxn>
                <a:cxn ang="0">
                  <a:pos x="T8" y="T9"/>
                </a:cxn>
              </a:cxnLst>
              <a:rect l="0" t="0" r="r" b="b"/>
              <a:pathLst>
                <a:path w="30" h="17">
                  <a:moveTo>
                    <a:pt x="17" y="16"/>
                  </a:moveTo>
                  <a:cubicBezTo>
                    <a:pt x="9" y="17"/>
                    <a:pt x="2" y="15"/>
                    <a:pt x="1" y="11"/>
                  </a:cubicBezTo>
                  <a:cubicBezTo>
                    <a:pt x="0" y="6"/>
                    <a:pt x="6" y="2"/>
                    <a:pt x="14" y="1"/>
                  </a:cubicBezTo>
                  <a:cubicBezTo>
                    <a:pt x="22" y="0"/>
                    <a:pt x="29" y="4"/>
                    <a:pt x="30" y="8"/>
                  </a:cubicBezTo>
                  <a:cubicBezTo>
                    <a:pt x="30" y="12"/>
                    <a:pt x="24" y="15"/>
                    <a:pt x="1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8" name="Freeform 1183">
              <a:extLst>
                <a:ext uri="{FF2B5EF4-FFF2-40B4-BE49-F238E27FC236}">
                  <a16:creationId xmlns:a16="http://schemas.microsoft.com/office/drawing/2014/main" id="{5822C679-33E3-9379-C5B1-F7F92EB91103}"/>
                </a:ext>
              </a:extLst>
            </p:cNvPr>
            <p:cNvSpPr>
              <a:spLocks/>
            </p:cNvSpPr>
            <p:nvPr/>
          </p:nvSpPr>
          <p:spPr bwMode="auto">
            <a:xfrm rot="5094805">
              <a:off x="1343905" y="4586392"/>
              <a:ext cx="68549" cy="54839"/>
            </a:xfrm>
            <a:custGeom>
              <a:avLst/>
              <a:gdLst>
                <a:gd name="T0" fmla="*/ 28 w 28"/>
                <a:gd name="T1" fmla="*/ 4 h 22"/>
                <a:gd name="T2" fmla="*/ 15 w 28"/>
                <a:gd name="T3" fmla="*/ 18 h 22"/>
                <a:gd name="T4" fmla="*/ 0 w 28"/>
                <a:gd name="T5" fmla="*/ 17 h 22"/>
                <a:gd name="T6" fmla="*/ 14 w 28"/>
                <a:gd name="T7" fmla="*/ 4 h 22"/>
                <a:gd name="T8" fmla="*/ 28 w 28"/>
                <a:gd name="T9" fmla="*/ 4 h 22"/>
              </a:gdLst>
              <a:ahLst/>
              <a:cxnLst>
                <a:cxn ang="0">
                  <a:pos x="T0" y="T1"/>
                </a:cxn>
                <a:cxn ang="0">
                  <a:pos x="T2" y="T3"/>
                </a:cxn>
                <a:cxn ang="0">
                  <a:pos x="T4" y="T5"/>
                </a:cxn>
                <a:cxn ang="0">
                  <a:pos x="T6" y="T7"/>
                </a:cxn>
                <a:cxn ang="0">
                  <a:pos x="T8" y="T9"/>
                </a:cxn>
              </a:cxnLst>
              <a:rect l="0" t="0" r="r" b="b"/>
              <a:pathLst>
                <a:path w="28" h="22">
                  <a:moveTo>
                    <a:pt x="28" y="4"/>
                  </a:moveTo>
                  <a:cubicBezTo>
                    <a:pt x="28" y="7"/>
                    <a:pt x="23" y="14"/>
                    <a:pt x="15" y="18"/>
                  </a:cubicBezTo>
                  <a:cubicBezTo>
                    <a:pt x="7" y="22"/>
                    <a:pt x="0" y="22"/>
                    <a:pt x="0" y="17"/>
                  </a:cubicBezTo>
                  <a:cubicBezTo>
                    <a:pt x="0" y="13"/>
                    <a:pt x="7" y="7"/>
                    <a:pt x="14" y="4"/>
                  </a:cubicBezTo>
                  <a:cubicBezTo>
                    <a:pt x="21" y="0"/>
                    <a:pt x="28" y="0"/>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9" name="Freeform 1184">
              <a:extLst>
                <a:ext uri="{FF2B5EF4-FFF2-40B4-BE49-F238E27FC236}">
                  <a16:creationId xmlns:a16="http://schemas.microsoft.com/office/drawing/2014/main" id="{ED43F510-6C2C-2731-3022-4B538B38B0D6}"/>
                </a:ext>
              </a:extLst>
            </p:cNvPr>
            <p:cNvSpPr>
              <a:spLocks/>
            </p:cNvSpPr>
            <p:nvPr/>
          </p:nvSpPr>
          <p:spPr bwMode="auto">
            <a:xfrm rot="5094805">
              <a:off x="1457537" y="4767522"/>
              <a:ext cx="75404" cy="54839"/>
            </a:xfrm>
            <a:custGeom>
              <a:avLst/>
              <a:gdLst>
                <a:gd name="T0" fmla="*/ 17 w 30"/>
                <a:gd name="T1" fmla="*/ 17 h 22"/>
                <a:gd name="T2" fmla="*/ 1 w 30"/>
                <a:gd name="T3" fmla="*/ 18 h 22"/>
                <a:gd name="T4" fmla="*/ 14 w 30"/>
                <a:gd name="T5" fmla="*/ 5 h 22"/>
                <a:gd name="T6" fmla="*/ 29 w 30"/>
                <a:gd name="T7" fmla="*/ 4 h 22"/>
                <a:gd name="T8" fmla="*/ 17 w 30"/>
                <a:gd name="T9" fmla="*/ 17 h 22"/>
              </a:gdLst>
              <a:ahLst/>
              <a:cxnLst>
                <a:cxn ang="0">
                  <a:pos x="T0" y="T1"/>
                </a:cxn>
                <a:cxn ang="0">
                  <a:pos x="T2" y="T3"/>
                </a:cxn>
                <a:cxn ang="0">
                  <a:pos x="T4" y="T5"/>
                </a:cxn>
                <a:cxn ang="0">
                  <a:pos x="T6" y="T7"/>
                </a:cxn>
                <a:cxn ang="0">
                  <a:pos x="T8" y="T9"/>
                </a:cxn>
              </a:cxnLst>
              <a:rect l="0" t="0" r="r" b="b"/>
              <a:pathLst>
                <a:path w="30" h="22">
                  <a:moveTo>
                    <a:pt x="17" y="17"/>
                  </a:moveTo>
                  <a:cubicBezTo>
                    <a:pt x="10" y="21"/>
                    <a:pt x="3" y="22"/>
                    <a:pt x="1" y="18"/>
                  </a:cubicBezTo>
                  <a:cubicBezTo>
                    <a:pt x="0" y="15"/>
                    <a:pt x="6" y="9"/>
                    <a:pt x="14" y="5"/>
                  </a:cubicBezTo>
                  <a:cubicBezTo>
                    <a:pt x="21" y="1"/>
                    <a:pt x="28" y="0"/>
                    <a:pt x="29" y="4"/>
                  </a:cubicBezTo>
                  <a:cubicBezTo>
                    <a:pt x="30" y="7"/>
                    <a:pt x="25" y="13"/>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0" name="Freeform 1185">
              <a:extLst>
                <a:ext uri="{FF2B5EF4-FFF2-40B4-BE49-F238E27FC236}">
                  <a16:creationId xmlns:a16="http://schemas.microsoft.com/office/drawing/2014/main" id="{04F62889-55DF-2701-6A87-BA9C7110ACA2}"/>
                </a:ext>
              </a:extLst>
            </p:cNvPr>
            <p:cNvSpPr>
              <a:spLocks/>
            </p:cNvSpPr>
            <p:nvPr/>
          </p:nvSpPr>
          <p:spPr bwMode="auto">
            <a:xfrm rot="5094805">
              <a:off x="1571186" y="4951343"/>
              <a:ext cx="73119" cy="50269"/>
            </a:xfrm>
            <a:custGeom>
              <a:avLst/>
              <a:gdLst>
                <a:gd name="T0" fmla="*/ 28 w 29"/>
                <a:gd name="T1" fmla="*/ 3 h 20"/>
                <a:gd name="T2" fmla="*/ 15 w 29"/>
                <a:gd name="T3" fmla="*/ 16 h 20"/>
                <a:gd name="T4" fmla="*/ 0 w 29"/>
                <a:gd name="T5" fmla="*/ 17 h 20"/>
                <a:gd name="T6" fmla="*/ 14 w 29"/>
                <a:gd name="T7" fmla="*/ 3 h 20"/>
                <a:gd name="T8" fmla="*/ 28 w 29"/>
                <a:gd name="T9" fmla="*/ 3 h 20"/>
              </a:gdLst>
              <a:ahLst/>
              <a:cxnLst>
                <a:cxn ang="0">
                  <a:pos x="T0" y="T1"/>
                </a:cxn>
                <a:cxn ang="0">
                  <a:pos x="T2" y="T3"/>
                </a:cxn>
                <a:cxn ang="0">
                  <a:pos x="T4" y="T5"/>
                </a:cxn>
                <a:cxn ang="0">
                  <a:pos x="T6" y="T7"/>
                </a:cxn>
                <a:cxn ang="0">
                  <a:pos x="T8" y="T9"/>
                </a:cxn>
              </a:cxnLst>
              <a:rect l="0" t="0" r="r" b="b"/>
              <a:pathLst>
                <a:path w="29" h="20">
                  <a:moveTo>
                    <a:pt x="28" y="3"/>
                  </a:moveTo>
                  <a:cubicBezTo>
                    <a:pt x="29" y="7"/>
                    <a:pt x="23" y="13"/>
                    <a:pt x="15" y="16"/>
                  </a:cubicBezTo>
                  <a:cubicBezTo>
                    <a:pt x="8" y="20"/>
                    <a:pt x="1" y="20"/>
                    <a:pt x="0" y="17"/>
                  </a:cubicBezTo>
                  <a:cubicBezTo>
                    <a:pt x="0" y="13"/>
                    <a:pt x="6" y="7"/>
                    <a:pt x="14" y="3"/>
                  </a:cubicBezTo>
                  <a:cubicBezTo>
                    <a:pt x="21" y="0"/>
                    <a:pt x="28"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1" name="Freeform 1186">
              <a:extLst>
                <a:ext uri="{FF2B5EF4-FFF2-40B4-BE49-F238E27FC236}">
                  <a16:creationId xmlns:a16="http://schemas.microsoft.com/office/drawing/2014/main" id="{AE879696-7560-900C-646A-C29729DB1BB7}"/>
                </a:ext>
              </a:extLst>
            </p:cNvPr>
            <p:cNvSpPr>
              <a:spLocks/>
            </p:cNvSpPr>
            <p:nvPr/>
          </p:nvSpPr>
          <p:spPr bwMode="auto">
            <a:xfrm rot="5094805">
              <a:off x="1677902" y="5133389"/>
              <a:ext cx="73119" cy="47984"/>
            </a:xfrm>
            <a:custGeom>
              <a:avLst/>
              <a:gdLst>
                <a:gd name="T0" fmla="*/ 29 w 30"/>
                <a:gd name="T1" fmla="*/ 3 h 19"/>
                <a:gd name="T2" fmla="*/ 17 w 30"/>
                <a:gd name="T3" fmla="*/ 15 h 19"/>
                <a:gd name="T4" fmla="*/ 2 w 30"/>
                <a:gd name="T5" fmla="*/ 16 h 19"/>
                <a:gd name="T6" fmla="*/ 14 w 30"/>
                <a:gd name="T7" fmla="*/ 4 h 19"/>
                <a:gd name="T8" fmla="*/ 29 w 30"/>
                <a:gd name="T9" fmla="*/ 3 h 19"/>
              </a:gdLst>
              <a:ahLst/>
              <a:cxnLst>
                <a:cxn ang="0">
                  <a:pos x="T0" y="T1"/>
                </a:cxn>
                <a:cxn ang="0">
                  <a:pos x="T2" y="T3"/>
                </a:cxn>
                <a:cxn ang="0">
                  <a:pos x="T4" y="T5"/>
                </a:cxn>
                <a:cxn ang="0">
                  <a:pos x="T6" y="T7"/>
                </a:cxn>
                <a:cxn ang="0">
                  <a:pos x="T8" y="T9"/>
                </a:cxn>
              </a:cxnLst>
              <a:rect l="0" t="0" r="r" b="b"/>
              <a:pathLst>
                <a:path w="30" h="19">
                  <a:moveTo>
                    <a:pt x="29" y="3"/>
                  </a:moveTo>
                  <a:cubicBezTo>
                    <a:pt x="30" y="6"/>
                    <a:pt x="25" y="12"/>
                    <a:pt x="17" y="15"/>
                  </a:cubicBezTo>
                  <a:cubicBezTo>
                    <a:pt x="10" y="19"/>
                    <a:pt x="3" y="19"/>
                    <a:pt x="2" y="16"/>
                  </a:cubicBezTo>
                  <a:cubicBezTo>
                    <a:pt x="0" y="13"/>
                    <a:pt x="6" y="7"/>
                    <a:pt x="14" y="4"/>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2" name="Freeform 1187">
              <a:extLst>
                <a:ext uri="{FF2B5EF4-FFF2-40B4-BE49-F238E27FC236}">
                  <a16:creationId xmlns:a16="http://schemas.microsoft.com/office/drawing/2014/main" id="{E794355E-FCDB-E8FF-3C3B-32A11A83D2AB}"/>
                </a:ext>
              </a:extLst>
            </p:cNvPr>
            <p:cNvSpPr>
              <a:spLocks/>
            </p:cNvSpPr>
            <p:nvPr/>
          </p:nvSpPr>
          <p:spPr bwMode="auto">
            <a:xfrm rot="5094805">
              <a:off x="1776758" y="5319669"/>
              <a:ext cx="70834" cy="41130"/>
            </a:xfrm>
            <a:custGeom>
              <a:avLst/>
              <a:gdLst>
                <a:gd name="T0" fmla="*/ 29 w 29"/>
                <a:gd name="T1" fmla="*/ 3 h 17"/>
                <a:gd name="T2" fmla="*/ 16 w 29"/>
                <a:gd name="T3" fmla="*/ 14 h 17"/>
                <a:gd name="T4" fmla="*/ 1 w 29"/>
                <a:gd name="T5" fmla="*/ 14 h 17"/>
                <a:gd name="T6" fmla="*/ 14 w 29"/>
                <a:gd name="T7" fmla="*/ 2 h 17"/>
                <a:gd name="T8" fmla="*/ 29 w 29"/>
                <a:gd name="T9" fmla="*/ 3 h 17"/>
              </a:gdLst>
              <a:ahLst/>
              <a:cxnLst>
                <a:cxn ang="0">
                  <a:pos x="T0" y="T1"/>
                </a:cxn>
                <a:cxn ang="0">
                  <a:pos x="T2" y="T3"/>
                </a:cxn>
                <a:cxn ang="0">
                  <a:pos x="T4" y="T5"/>
                </a:cxn>
                <a:cxn ang="0">
                  <a:pos x="T6" y="T7"/>
                </a:cxn>
                <a:cxn ang="0">
                  <a:pos x="T8" y="T9"/>
                </a:cxn>
              </a:cxnLst>
              <a:rect l="0" t="0" r="r" b="b"/>
              <a:pathLst>
                <a:path w="29" h="17">
                  <a:moveTo>
                    <a:pt x="29" y="3"/>
                  </a:moveTo>
                  <a:cubicBezTo>
                    <a:pt x="29" y="6"/>
                    <a:pt x="24" y="11"/>
                    <a:pt x="16" y="14"/>
                  </a:cubicBezTo>
                  <a:cubicBezTo>
                    <a:pt x="8" y="17"/>
                    <a:pt x="2" y="17"/>
                    <a:pt x="1" y="14"/>
                  </a:cubicBezTo>
                  <a:cubicBezTo>
                    <a:pt x="0" y="11"/>
                    <a:pt x="6" y="5"/>
                    <a:pt x="14" y="2"/>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3" name="Freeform 1188">
              <a:extLst>
                <a:ext uri="{FF2B5EF4-FFF2-40B4-BE49-F238E27FC236}">
                  <a16:creationId xmlns:a16="http://schemas.microsoft.com/office/drawing/2014/main" id="{5CB86470-60C3-0201-2E89-7806144C83C0}"/>
                </a:ext>
              </a:extLst>
            </p:cNvPr>
            <p:cNvSpPr>
              <a:spLocks/>
            </p:cNvSpPr>
            <p:nvPr/>
          </p:nvSpPr>
          <p:spPr bwMode="auto">
            <a:xfrm rot="5094805">
              <a:off x="1864322" y="5504368"/>
              <a:ext cx="75404" cy="41130"/>
            </a:xfrm>
            <a:custGeom>
              <a:avLst/>
              <a:gdLst>
                <a:gd name="T0" fmla="*/ 29 w 31"/>
                <a:gd name="T1" fmla="*/ 3 h 16"/>
                <a:gd name="T2" fmla="*/ 18 w 31"/>
                <a:gd name="T3" fmla="*/ 14 h 16"/>
                <a:gd name="T4" fmla="*/ 2 w 31"/>
                <a:gd name="T5" fmla="*/ 14 h 16"/>
                <a:gd name="T6" fmla="*/ 14 w 31"/>
                <a:gd name="T7" fmla="*/ 3 h 16"/>
                <a:gd name="T8" fmla="*/ 29 w 31"/>
                <a:gd name="T9" fmla="*/ 3 h 16"/>
              </a:gdLst>
              <a:ahLst/>
              <a:cxnLst>
                <a:cxn ang="0">
                  <a:pos x="T0" y="T1"/>
                </a:cxn>
                <a:cxn ang="0">
                  <a:pos x="T2" y="T3"/>
                </a:cxn>
                <a:cxn ang="0">
                  <a:pos x="T4" y="T5"/>
                </a:cxn>
                <a:cxn ang="0">
                  <a:pos x="T6" y="T7"/>
                </a:cxn>
                <a:cxn ang="0">
                  <a:pos x="T8" y="T9"/>
                </a:cxn>
              </a:cxnLst>
              <a:rect l="0" t="0" r="r" b="b"/>
              <a:pathLst>
                <a:path w="31" h="16">
                  <a:moveTo>
                    <a:pt x="29" y="3"/>
                  </a:moveTo>
                  <a:cubicBezTo>
                    <a:pt x="31" y="6"/>
                    <a:pt x="25" y="11"/>
                    <a:pt x="18" y="14"/>
                  </a:cubicBezTo>
                  <a:cubicBezTo>
                    <a:pt x="10" y="16"/>
                    <a:pt x="3" y="16"/>
                    <a:pt x="2" y="14"/>
                  </a:cubicBezTo>
                  <a:cubicBezTo>
                    <a:pt x="0" y="11"/>
                    <a:pt x="6" y="6"/>
                    <a:pt x="14" y="3"/>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4" name="Freeform 1189">
              <a:extLst>
                <a:ext uri="{FF2B5EF4-FFF2-40B4-BE49-F238E27FC236}">
                  <a16:creationId xmlns:a16="http://schemas.microsoft.com/office/drawing/2014/main" id="{FC117C95-EF9A-DC37-75F5-4E9382A9915C}"/>
                </a:ext>
              </a:extLst>
            </p:cNvPr>
            <p:cNvSpPr>
              <a:spLocks/>
            </p:cNvSpPr>
            <p:nvPr/>
          </p:nvSpPr>
          <p:spPr bwMode="auto">
            <a:xfrm rot="5094805">
              <a:off x="1940515" y="5692568"/>
              <a:ext cx="75404" cy="36560"/>
            </a:xfrm>
            <a:custGeom>
              <a:avLst/>
              <a:gdLst>
                <a:gd name="T0" fmla="*/ 29 w 30"/>
                <a:gd name="T1" fmla="*/ 3 h 14"/>
                <a:gd name="T2" fmla="*/ 18 w 30"/>
                <a:gd name="T3" fmla="*/ 12 h 14"/>
                <a:gd name="T4" fmla="*/ 1 w 30"/>
                <a:gd name="T5" fmla="*/ 11 h 14"/>
                <a:gd name="T6" fmla="*/ 14 w 30"/>
                <a:gd name="T7" fmla="*/ 2 h 14"/>
                <a:gd name="T8" fmla="*/ 29 w 30"/>
                <a:gd name="T9" fmla="*/ 3 h 14"/>
              </a:gdLst>
              <a:ahLst/>
              <a:cxnLst>
                <a:cxn ang="0">
                  <a:pos x="T0" y="T1"/>
                </a:cxn>
                <a:cxn ang="0">
                  <a:pos x="T2" y="T3"/>
                </a:cxn>
                <a:cxn ang="0">
                  <a:pos x="T4" y="T5"/>
                </a:cxn>
                <a:cxn ang="0">
                  <a:pos x="T6" y="T7"/>
                </a:cxn>
                <a:cxn ang="0">
                  <a:pos x="T8" y="T9"/>
                </a:cxn>
              </a:cxnLst>
              <a:rect l="0" t="0" r="r" b="b"/>
              <a:pathLst>
                <a:path w="30" h="14">
                  <a:moveTo>
                    <a:pt x="29" y="3"/>
                  </a:moveTo>
                  <a:cubicBezTo>
                    <a:pt x="30" y="5"/>
                    <a:pt x="25" y="10"/>
                    <a:pt x="18" y="12"/>
                  </a:cubicBezTo>
                  <a:cubicBezTo>
                    <a:pt x="10" y="14"/>
                    <a:pt x="3" y="14"/>
                    <a:pt x="1" y="11"/>
                  </a:cubicBezTo>
                  <a:cubicBezTo>
                    <a:pt x="0" y="8"/>
                    <a:pt x="5" y="4"/>
                    <a:pt x="14" y="2"/>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5" name="Freeform 1190">
              <a:extLst>
                <a:ext uri="{FF2B5EF4-FFF2-40B4-BE49-F238E27FC236}">
                  <a16:creationId xmlns:a16="http://schemas.microsoft.com/office/drawing/2014/main" id="{270DC29A-BEA0-BB8F-EA22-C17AC3A483F6}"/>
                </a:ext>
              </a:extLst>
            </p:cNvPr>
            <p:cNvSpPr>
              <a:spLocks/>
            </p:cNvSpPr>
            <p:nvPr/>
          </p:nvSpPr>
          <p:spPr bwMode="auto">
            <a:xfrm rot="5094805">
              <a:off x="2006677" y="5883015"/>
              <a:ext cx="70834" cy="34275"/>
            </a:xfrm>
            <a:custGeom>
              <a:avLst/>
              <a:gdLst>
                <a:gd name="T0" fmla="*/ 29 w 29"/>
                <a:gd name="T1" fmla="*/ 4 h 14"/>
                <a:gd name="T2" fmla="*/ 16 w 29"/>
                <a:gd name="T3" fmla="*/ 12 h 14"/>
                <a:gd name="T4" fmla="*/ 0 w 29"/>
                <a:gd name="T5" fmla="*/ 10 h 14"/>
                <a:gd name="T6" fmla="*/ 14 w 29"/>
                <a:gd name="T7" fmla="*/ 1 h 14"/>
                <a:gd name="T8" fmla="*/ 29 w 29"/>
                <a:gd name="T9" fmla="*/ 4 h 14"/>
              </a:gdLst>
              <a:ahLst/>
              <a:cxnLst>
                <a:cxn ang="0">
                  <a:pos x="T0" y="T1"/>
                </a:cxn>
                <a:cxn ang="0">
                  <a:pos x="T2" y="T3"/>
                </a:cxn>
                <a:cxn ang="0">
                  <a:pos x="T4" y="T5"/>
                </a:cxn>
                <a:cxn ang="0">
                  <a:pos x="T6" y="T7"/>
                </a:cxn>
                <a:cxn ang="0">
                  <a:pos x="T8" y="T9"/>
                </a:cxn>
              </a:cxnLst>
              <a:rect l="0" t="0" r="r" b="b"/>
              <a:pathLst>
                <a:path w="29" h="14">
                  <a:moveTo>
                    <a:pt x="29" y="4"/>
                  </a:moveTo>
                  <a:cubicBezTo>
                    <a:pt x="29" y="7"/>
                    <a:pt x="23" y="11"/>
                    <a:pt x="16" y="12"/>
                  </a:cubicBezTo>
                  <a:cubicBezTo>
                    <a:pt x="8" y="14"/>
                    <a:pt x="1" y="13"/>
                    <a:pt x="0" y="10"/>
                  </a:cubicBezTo>
                  <a:cubicBezTo>
                    <a:pt x="0" y="7"/>
                    <a:pt x="6" y="3"/>
                    <a:pt x="14" y="1"/>
                  </a:cubicBezTo>
                  <a:cubicBezTo>
                    <a:pt x="21" y="0"/>
                    <a:pt x="28" y="1"/>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6" name="Freeform 1191">
              <a:extLst>
                <a:ext uri="{FF2B5EF4-FFF2-40B4-BE49-F238E27FC236}">
                  <a16:creationId xmlns:a16="http://schemas.microsoft.com/office/drawing/2014/main" id="{49C938AF-CFE3-129E-27F2-2C122EAF03C4}"/>
                </a:ext>
              </a:extLst>
            </p:cNvPr>
            <p:cNvSpPr>
              <a:spLocks/>
            </p:cNvSpPr>
            <p:nvPr/>
          </p:nvSpPr>
          <p:spPr bwMode="auto">
            <a:xfrm rot="5094805">
              <a:off x="2054517" y="6074784"/>
              <a:ext cx="73119" cy="29705"/>
            </a:xfrm>
            <a:custGeom>
              <a:avLst/>
              <a:gdLst>
                <a:gd name="T0" fmla="*/ 29 w 30"/>
                <a:gd name="T1" fmla="*/ 4 h 12"/>
                <a:gd name="T2" fmla="*/ 17 w 30"/>
                <a:gd name="T3" fmla="*/ 11 h 12"/>
                <a:gd name="T4" fmla="*/ 1 w 30"/>
                <a:gd name="T5" fmla="*/ 8 h 12"/>
                <a:gd name="T6" fmla="*/ 14 w 30"/>
                <a:gd name="T7" fmla="*/ 1 h 12"/>
                <a:gd name="T8" fmla="*/ 29 w 30"/>
                <a:gd name="T9" fmla="*/ 4 h 12"/>
              </a:gdLst>
              <a:ahLst/>
              <a:cxnLst>
                <a:cxn ang="0">
                  <a:pos x="T0" y="T1"/>
                </a:cxn>
                <a:cxn ang="0">
                  <a:pos x="T2" y="T3"/>
                </a:cxn>
                <a:cxn ang="0">
                  <a:pos x="T4" y="T5"/>
                </a:cxn>
                <a:cxn ang="0">
                  <a:pos x="T6" y="T7"/>
                </a:cxn>
                <a:cxn ang="0">
                  <a:pos x="T8" y="T9"/>
                </a:cxn>
              </a:cxnLst>
              <a:rect l="0" t="0" r="r" b="b"/>
              <a:pathLst>
                <a:path w="30" h="12">
                  <a:moveTo>
                    <a:pt x="29" y="4"/>
                  </a:moveTo>
                  <a:cubicBezTo>
                    <a:pt x="30" y="7"/>
                    <a:pt x="24" y="10"/>
                    <a:pt x="17" y="11"/>
                  </a:cubicBezTo>
                  <a:cubicBezTo>
                    <a:pt x="9" y="12"/>
                    <a:pt x="2" y="11"/>
                    <a:pt x="1" y="8"/>
                  </a:cubicBezTo>
                  <a:cubicBezTo>
                    <a:pt x="0" y="5"/>
                    <a:pt x="6" y="2"/>
                    <a:pt x="14" y="1"/>
                  </a:cubicBezTo>
                  <a:cubicBezTo>
                    <a:pt x="21" y="0"/>
                    <a:pt x="28" y="2"/>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7" name="Freeform 1192">
              <a:extLst>
                <a:ext uri="{FF2B5EF4-FFF2-40B4-BE49-F238E27FC236}">
                  <a16:creationId xmlns:a16="http://schemas.microsoft.com/office/drawing/2014/main" id="{9A98CAB7-8D0D-5F28-C644-DDF7BD5F8196}"/>
                </a:ext>
              </a:extLst>
            </p:cNvPr>
            <p:cNvSpPr>
              <a:spLocks/>
            </p:cNvSpPr>
            <p:nvPr/>
          </p:nvSpPr>
          <p:spPr bwMode="auto">
            <a:xfrm rot="5094805">
              <a:off x="2084352" y="6270450"/>
              <a:ext cx="75404" cy="25135"/>
            </a:xfrm>
            <a:custGeom>
              <a:avLst/>
              <a:gdLst>
                <a:gd name="T0" fmla="*/ 29 w 30"/>
                <a:gd name="T1" fmla="*/ 4 h 11"/>
                <a:gd name="T2" fmla="*/ 16 w 30"/>
                <a:gd name="T3" fmla="*/ 10 h 11"/>
                <a:gd name="T4" fmla="*/ 1 w 30"/>
                <a:gd name="T5" fmla="*/ 6 h 11"/>
                <a:gd name="T6" fmla="*/ 14 w 30"/>
                <a:gd name="T7" fmla="*/ 0 h 11"/>
                <a:gd name="T8" fmla="*/ 29 w 30"/>
                <a:gd name="T9" fmla="*/ 4 h 11"/>
              </a:gdLst>
              <a:ahLst/>
              <a:cxnLst>
                <a:cxn ang="0">
                  <a:pos x="T0" y="T1"/>
                </a:cxn>
                <a:cxn ang="0">
                  <a:pos x="T2" y="T3"/>
                </a:cxn>
                <a:cxn ang="0">
                  <a:pos x="T4" y="T5"/>
                </a:cxn>
                <a:cxn ang="0">
                  <a:pos x="T6" y="T7"/>
                </a:cxn>
                <a:cxn ang="0">
                  <a:pos x="T8" y="T9"/>
                </a:cxn>
              </a:cxnLst>
              <a:rect l="0" t="0" r="r" b="b"/>
              <a:pathLst>
                <a:path w="30" h="11">
                  <a:moveTo>
                    <a:pt x="29" y="4"/>
                  </a:moveTo>
                  <a:cubicBezTo>
                    <a:pt x="30" y="7"/>
                    <a:pt x="24" y="10"/>
                    <a:pt x="16" y="10"/>
                  </a:cubicBezTo>
                  <a:cubicBezTo>
                    <a:pt x="8" y="11"/>
                    <a:pt x="2" y="9"/>
                    <a:pt x="1" y="6"/>
                  </a:cubicBezTo>
                  <a:cubicBezTo>
                    <a:pt x="0" y="3"/>
                    <a:pt x="6" y="0"/>
                    <a:pt x="14" y="0"/>
                  </a:cubicBezTo>
                  <a:cubicBezTo>
                    <a:pt x="22" y="0"/>
                    <a:pt x="29" y="2"/>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8" name="Freeform 1193">
              <a:extLst>
                <a:ext uri="{FF2B5EF4-FFF2-40B4-BE49-F238E27FC236}">
                  <a16:creationId xmlns:a16="http://schemas.microsoft.com/office/drawing/2014/main" id="{17E65272-8721-BC33-CC0F-AFB2EDEF91D7}"/>
                </a:ext>
              </a:extLst>
            </p:cNvPr>
            <p:cNvSpPr>
              <a:spLocks/>
            </p:cNvSpPr>
            <p:nvPr/>
          </p:nvSpPr>
          <p:spPr bwMode="auto">
            <a:xfrm rot="5094805">
              <a:off x="2117610" y="6462587"/>
              <a:ext cx="73119" cy="27420"/>
            </a:xfrm>
            <a:custGeom>
              <a:avLst/>
              <a:gdLst>
                <a:gd name="T0" fmla="*/ 30 w 30"/>
                <a:gd name="T1" fmla="*/ 4 h 11"/>
                <a:gd name="T2" fmla="*/ 17 w 30"/>
                <a:gd name="T3" fmla="*/ 10 h 11"/>
                <a:gd name="T4" fmla="*/ 1 w 30"/>
                <a:gd name="T5" fmla="*/ 6 h 11"/>
                <a:gd name="T6" fmla="*/ 15 w 30"/>
                <a:gd name="T7" fmla="*/ 1 h 11"/>
                <a:gd name="T8" fmla="*/ 30 w 30"/>
                <a:gd name="T9" fmla="*/ 4 h 11"/>
              </a:gdLst>
              <a:ahLst/>
              <a:cxnLst>
                <a:cxn ang="0">
                  <a:pos x="T0" y="T1"/>
                </a:cxn>
                <a:cxn ang="0">
                  <a:pos x="T2" y="T3"/>
                </a:cxn>
                <a:cxn ang="0">
                  <a:pos x="T4" y="T5"/>
                </a:cxn>
                <a:cxn ang="0">
                  <a:pos x="T6" y="T7"/>
                </a:cxn>
                <a:cxn ang="0">
                  <a:pos x="T8" y="T9"/>
                </a:cxn>
              </a:cxnLst>
              <a:rect l="0" t="0" r="r" b="b"/>
              <a:pathLst>
                <a:path w="30" h="11">
                  <a:moveTo>
                    <a:pt x="30" y="4"/>
                  </a:moveTo>
                  <a:cubicBezTo>
                    <a:pt x="30" y="7"/>
                    <a:pt x="24" y="10"/>
                    <a:pt x="17" y="10"/>
                  </a:cubicBezTo>
                  <a:cubicBezTo>
                    <a:pt x="9" y="11"/>
                    <a:pt x="2" y="9"/>
                    <a:pt x="1" y="6"/>
                  </a:cubicBezTo>
                  <a:cubicBezTo>
                    <a:pt x="0" y="4"/>
                    <a:pt x="7" y="1"/>
                    <a:pt x="15" y="1"/>
                  </a:cubicBezTo>
                  <a:cubicBezTo>
                    <a:pt x="23" y="0"/>
                    <a:pt x="30" y="2"/>
                    <a:pt x="3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9" name="Freeform 1194">
              <a:extLst>
                <a:ext uri="{FF2B5EF4-FFF2-40B4-BE49-F238E27FC236}">
                  <a16:creationId xmlns:a16="http://schemas.microsoft.com/office/drawing/2014/main" id="{B667B525-92DE-E9B6-AF75-DD40F59A4FE9}"/>
                </a:ext>
              </a:extLst>
            </p:cNvPr>
            <p:cNvSpPr>
              <a:spLocks/>
            </p:cNvSpPr>
            <p:nvPr/>
          </p:nvSpPr>
          <p:spPr bwMode="auto">
            <a:xfrm rot="5094805">
              <a:off x="2150020" y="6660220"/>
              <a:ext cx="77689" cy="25135"/>
            </a:xfrm>
            <a:custGeom>
              <a:avLst/>
              <a:gdLst>
                <a:gd name="T0" fmla="*/ 30 w 31"/>
                <a:gd name="T1" fmla="*/ 4 h 11"/>
                <a:gd name="T2" fmla="*/ 17 w 31"/>
                <a:gd name="T3" fmla="*/ 10 h 11"/>
                <a:gd name="T4" fmla="*/ 1 w 31"/>
                <a:gd name="T5" fmla="*/ 7 h 11"/>
                <a:gd name="T6" fmla="*/ 14 w 31"/>
                <a:gd name="T7" fmla="*/ 1 h 11"/>
                <a:gd name="T8" fmla="*/ 30 w 31"/>
                <a:gd name="T9" fmla="*/ 4 h 11"/>
              </a:gdLst>
              <a:ahLst/>
              <a:cxnLst>
                <a:cxn ang="0">
                  <a:pos x="T0" y="T1"/>
                </a:cxn>
                <a:cxn ang="0">
                  <a:pos x="T2" y="T3"/>
                </a:cxn>
                <a:cxn ang="0">
                  <a:pos x="T4" y="T5"/>
                </a:cxn>
                <a:cxn ang="0">
                  <a:pos x="T6" y="T7"/>
                </a:cxn>
                <a:cxn ang="0">
                  <a:pos x="T8" y="T9"/>
                </a:cxn>
              </a:cxnLst>
              <a:rect l="0" t="0" r="r" b="b"/>
              <a:pathLst>
                <a:path w="31" h="11">
                  <a:moveTo>
                    <a:pt x="30" y="4"/>
                  </a:moveTo>
                  <a:cubicBezTo>
                    <a:pt x="31" y="6"/>
                    <a:pt x="25" y="9"/>
                    <a:pt x="17" y="10"/>
                  </a:cubicBezTo>
                  <a:cubicBezTo>
                    <a:pt x="9" y="11"/>
                    <a:pt x="2" y="9"/>
                    <a:pt x="1" y="7"/>
                  </a:cubicBezTo>
                  <a:cubicBezTo>
                    <a:pt x="0" y="4"/>
                    <a:pt x="6" y="1"/>
                    <a:pt x="14" y="1"/>
                  </a:cubicBezTo>
                  <a:cubicBezTo>
                    <a:pt x="22" y="0"/>
                    <a:pt x="29" y="1"/>
                    <a:pt x="3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0" name="Freeform 1195">
              <a:extLst>
                <a:ext uri="{FF2B5EF4-FFF2-40B4-BE49-F238E27FC236}">
                  <a16:creationId xmlns:a16="http://schemas.microsoft.com/office/drawing/2014/main" id="{78DEAEED-3D80-9FBA-BF23-BAF8A6766DFC}"/>
                </a:ext>
              </a:extLst>
            </p:cNvPr>
            <p:cNvSpPr>
              <a:spLocks/>
            </p:cNvSpPr>
            <p:nvPr/>
          </p:nvSpPr>
          <p:spPr bwMode="auto">
            <a:xfrm rot="5094805">
              <a:off x="2189276" y="6855365"/>
              <a:ext cx="73119" cy="27420"/>
            </a:xfrm>
            <a:custGeom>
              <a:avLst/>
              <a:gdLst>
                <a:gd name="T0" fmla="*/ 14 w 30"/>
                <a:gd name="T1" fmla="*/ 0 h 11"/>
                <a:gd name="T2" fmla="*/ 30 w 30"/>
                <a:gd name="T3" fmla="*/ 4 h 11"/>
                <a:gd name="T4" fmla="*/ 15 w 30"/>
                <a:gd name="T5" fmla="*/ 10 h 11"/>
                <a:gd name="T6" fmla="*/ 0 w 30"/>
                <a:gd name="T7" fmla="*/ 6 h 11"/>
                <a:gd name="T8" fmla="*/ 14 w 30"/>
                <a:gd name="T9" fmla="*/ 0 h 11"/>
              </a:gdLst>
              <a:ahLst/>
              <a:cxnLst>
                <a:cxn ang="0">
                  <a:pos x="T0" y="T1"/>
                </a:cxn>
                <a:cxn ang="0">
                  <a:pos x="T2" y="T3"/>
                </a:cxn>
                <a:cxn ang="0">
                  <a:pos x="T4" y="T5"/>
                </a:cxn>
                <a:cxn ang="0">
                  <a:pos x="T6" y="T7"/>
                </a:cxn>
                <a:cxn ang="0">
                  <a:pos x="T8" y="T9"/>
                </a:cxn>
              </a:cxnLst>
              <a:rect l="0" t="0" r="r" b="b"/>
              <a:pathLst>
                <a:path w="30" h="11">
                  <a:moveTo>
                    <a:pt x="14" y="0"/>
                  </a:moveTo>
                  <a:cubicBezTo>
                    <a:pt x="22" y="0"/>
                    <a:pt x="29" y="1"/>
                    <a:pt x="30" y="4"/>
                  </a:cubicBezTo>
                  <a:cubicBezTo>
                    <a:pt x="30" y="6"/>
                    <a:pt x="24" y="9"/>
                    <a:pt x="15" y="10"/>
                  </a:cubicBezTo>
                  <a:cubicBezTo>
                    <a:pt x="7" y="11"/>
                    <a:pt x="1" y="9"/>
                    <a:pt x="0" y="6"/>
                  </a:cubicBezTo>
                  <a:cubicBezTo>
                    <a:pt x="0" y="4"/>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1" name="Freeform 1197">
              <a:extLst>
                <a:ext uri="{FF2B5EF4-FFF2-40B4-BE49-F238E27FC236}">
                  <a16:creationId xmlns:a16="http://schemas.microsoft.com/office/drawing/2014/main" id="{34F4FFAE-3130-CF1A-B769-2BC597C51958}"/>
                </a:ext>
              </a:extLst>
            </p:cNvPr>
            <p:cNvSpPr>
              <a:spLocks/>
            </p:cNvSpPr>
            <p:nvPr/>
          </p:nvSpPr>
          <p:spPr bwMode="auto">
            <a:xfrm rot="5094805">
              <a:off x="230474" y="2081577"/>
              <a:ext cx="73119" cy="45700"/>
            </a:xfrm>
            <a:custGeom>
              <a:avLst/>
              <a:gdLst>
                <a:gd name="T0" fmla="*/ 14 w 29"/>
                <a:gd name="T1" fmla="*/ 0 h 18"/>
                <a:gd name="T2" fmla="*/ 28 w 29"/>
                <a:gd name="T3" fmla="*/ 8 h 18"/>
                <a:gd name="T4" fmla="*/ 15 w 29"/>
                <a:gd name="T5" fmla="*/ 18 h 18"/>
                <a:gd name="T6" fmla="*/ 1 w 29"/>
                <a:gd name="T7" fmla="*/ 10 h 18"/>
                <a:gd name="T8" fmla="*/ 14 w 29"/>
                <a:gd name="T9" fmla="*/ 0 h 18"/>
              </a:gdLst>
              <a:ahLst/>
              <a:cxnLst>
                <a:cxn ang="0">
                  <a:pos x="T0" y="T1"/>
                </a:cxn>
                <a:cxn ang="0">
                  <a:pos x="T2" y="T3"/>
                </a:cxn>
                <a:cxn ang="0">
                  <a:pos x="T4" y="T5"/>
                </a:cxn>
                <a:cxn ang="0">
                  <a:pos x="T6" y="T7"/>
                </a:cxn>
                <a:cxn ang="0">
                  <a:pos x="T8" y="T9"/>
                </a:cxn>
              </a:cxnLst>
              <a:rect l="0" t="0" r="r" b="b"/>
              <a:pathLst>
                <a:path w="29" h="18">
                  <a:moveTo>
                    <a:pt x="14" y="0"/>
                  </a:moveTo>
                  <a:cubicBezTo>
                    <a:pt x="22" y="0"/>
                    <a:pt x="28" y="3"/>
                    <a:pt x="28" y="8"/>
                  </a:cubicBezTo>
                  <a:cubicBezTo>
                    <a:pt x="29" y="12"/>
                    <a:pt x="23" y="17"/>
                    <a:pt x="15" y="18"/>
                  </a:cubicBezTo>
                  <a:cubicBezTo>
                    <a:pt x="8" y="18"/>
                    <a:pt x="1" y="14"/>
                    <a:pt x="1" y="10"/>
                  </a:cubicBezTo>
                  <a:cubicBezTo>
                    <a:pt x="0" y="5"/>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2" name="Freeform 1198">
              <a:extLst>
                <a:ext uri="{FF2B5EF4-FFF2-40B4-BE49-F238E27FC236}">
                  <a16:creationId xmlns:a16="http://schemas.microsoft.com/office/drawing/2014/main" id="{182886B9-4F98-A5BB-8EDF-47CFED28D78A}"/>
                </a:ext>
              </a:extLst>
            </p:cNvPr>
            <p:cNvSpPr>
              <a:spLocks/>
            </p:cNvSpPr>
            <p:nvPr/>
          </p:nvSpPr>
          <p:spPr bwMode="auto">
            <a:xfrm rot="5094805">
              <a:off x="267040" y="2274455"/>
              <a:ext cx="73119" cy="43415"/>
            </a:xfrm>
            <a:custGeom>
              <a:avLst/>
              <a:gdLst>
                <a:gd name="T0" fmla="*/ 29 w 30"/>
                <a:gd name="T1" fmla="*/ 7 h 18"/>
                <a:gd name="T2" fmla="*/ 18 w 30"/>
                <a:gd name="T3" fmla="*/ 17 h 18"/>
                <a:gd name="T4" fmla="*/ 2 w 30"/>
                <a:gd name="T5" fmla="*/ 10 h 18"/>
                <a:gd name="T6" fmla="*/ 13 w 30"/>
                <a:gd name="T7" fmla="*/ 1 h 18"/>
                <a:gd name="T8" fmla="*/ 29 w 30"/>
                <a:gd name="T9" fmla="*/ 7 h 18"/>
              </a:gdLst>
              <a:ahLst/>
              <a:cxnLst>
                <a:cxn ang="0">
                  <a:pos x="T0" y="T1"/>
                </a:cxn>
                <a:cxn ang="0">
                  <a:pos x="T2" y="T3"/>
                </a:cxn>
                <a:cxn ang="0">
                  <a:pos x="T4" y="T5"/>
                </a:cxn>
                <a:cxn ang="0">
                  <a:pos x="T6" y="T7"/>
                </a:cxn>
                <a:cxn ang="0">
                  <a:pos x="T8" y="T9"/>
                </a:cxn>
              </a:cxnLst>
              <a:rect l="0" t="0" r="r" b="b"/>
              <a:pathLst>
                <a:path w="30" h="18">
                  <a:moveTo>
                    <a:pt x="29" y="7"/>
                  </a:moveTo>
                  <a:cubicBezTo>
                    <a:pt x="30" y="11"/>
                    <a:pt x="25" y="16"/>
                    <a:pt x="18" y="17"/>
                  </a:cubicBezTo>
                  <a:cubicBezTo>
                    <a:pt x="10" y="18"/>
                    <a:pt x="3" y="15"/>
                    <a:pt x="2" y="10"/>
                  </a:cubicBezTo>
                  <a:cubicBezTo>
                    <a:pt x="0" y="6"/>
                    <a:pt x="6" y="1"/>
                    <a:pt x="13" y="1"/>
                  </a:cubicBezTo>
                  <a:cubicBezTo>
                    <a:pt x="21" y="0"/>
                    <a:pt x="28" y="2"/>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3" name="Freeform 1199">
              <a:extLst>
                <a:ext uri="{FF2B5EF4-FFF2-40B4-BE49-F238E27FC236}">
                  <a16:creationId xmlns:a16="http://schemas.microsoft.com/office/drawing/2014/main" id="{BC654945-12A9-1231-DDA9-57CDFBF94296}"/>
                </a:ext>
              </a:extLst>
            </p:cNvPr>
            <p:cNvSpPr>
              <a:spLocks/>
            </p:cNvSpPr>
            <p:nvPr/>
          </p:nvSpPr>
          <p:spPr bwMode="auto">
            <a:xfrm rot="5094805">
              <a:off x="304743" y="2463805"/>
              <a:ext cx="73119" cy="47984"/>
            </a:xfrm>
            <a:custGeom>
              <a:avLst/>
              <a:gdLst>
                <a:gd name="T0" fmla="*/ 17 w 30"/>
                <a:gd name="T1" fmla="*/ 18 h 19"/>
                <a:gd name="T2" fmla="*/ 1 w 30"/>
                <a:gd name="T3" fmla="*/ 11 h 19"/>
                <a:gd name="T4" fmla="*/ 13 w 30"/>
                <a:gd name="T5" fmla="*/ 1 h 19"/>
                <a:gd name="T6" fmla="*/ 29 w 30"/>
                <a:gd name="T7" fmla="*/ 7 h 19"/>
                <a:gd name="T8" fmla="*/ 17 w 30"/>
                <a:gd name="T9" fmla="*/ 18 h 19"/>
              </a:gdLst>
              <a:ahLst/>
              <a:cxnLst>
                <a:cxn ang="0">
                  <a:pos x="T0" y="T1"/>
                </a:cxn>
                <a:cxn ang="0">
                  <a:pos x="T2" y="T3"/>
                </a:cxn>
                <a:cxn ang="0">
                  <a:pos x="T4" y="T5"/>
                </a:cxn>
                <a:cxn ang="0">
                  <a:pos x="T6" y="T7"/>
                </a:cxn>
                <a:cxn ang="0">
                  <a:pos x="T8" y="T9"/>
                </a:cxn>
              </a:cxnLst>
              <a:rect l="0" t="0" r="r" b="b"/>
              <a:pathLst>
                <a:path w="30" h="19">
                  <a:moveTo>
                    <a:pt x="17" y="18"/>
                  </a:moveTo>
                  <a:cubicBezTo>
                    <a:pt x="10" y="19"/>
                    <a:pt x="2" y="15"/>
                    <a:pt x="1" y="11"/>
                  </a:cubicBezTo>
                  <a:cubicBezTo>
                    <a:pt x="0" y="7"/>
                    <a:pt x="6" y="2"/>
                    <a:pt x="13" y="1"/>
                  </a:cubicBezTo>
                  <a:cubicBezTo>
                    <a:pt x="21" y="0"/>
                    <a:pt x="28" y="3"/>
                    <a:pt x="29" y="7"/>
                  </a:cubicBezTo>
                  <a:cubicBezTo>
                    <a:pt x="30" y="12"/>
                    <a:pt x="25" y="17"/>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4" name="Freeform 1200">
              <a:extLst>
                <a:ext uri="{FF2B5EF4-FFF2-40B4-BE49-F238E27FC236}">
                  <a16:creationId xmlns:a16="http://schemas.microsoft.com/office/drawing/2014/main" id="{1C469125-9042-A937-3328-03E6CBBC530F}"/>
                </a:ext>
              </a:extLst>
            </p:cNvPr>
            <p:cNvSpPr>
              <a:spLocks/>
            </p:cNvSpPr>
            <p:nvPr/>
          </p:nvSpPr>
          <p:spPr bwMode="auto">
            <a:xfrm rot="5094805">
              <a:off x="345861" y="2656279"/>
              <a:ext cx="73119" cy="45700"/>
            </a:xfrm>
            <a:custGeom>
              <a:avLst/>
              <a:gdLst>
                <a:gd name="T0" fmla="*/ 16 w 29"/>
                <a:gd name="T1" fmla="*/ 17 h 18"/>
                <a:gd name="T2" fmla="*/ 1 w 29"/>
                <a:gd name="T3" fmla="*/ 10 h 18"/>
                <a:gd name="T4" fmla="*/ 14 w 29"/>
                <a:gd name="T5" fmla="*/ 1 h 18"/>
                <a:gd name="T6" fmla="*/ 28 w 29"/>
                <a:gd name="T7" fmla="*/ 7 h 18"/>
                <a:gd name="T8" fmla="*/ 16 w 29"/>
                <a:gd name="T9" fmla="*/ 17 h 18"/>
              </a:gdLst>
              <a:ahLst/>
              <a:cxnLst>
                <a:cxn ang="0">
                  <a:pos x="T0" y="T1"/>
                </a:cxn>
                <a:cxn ang="0">
                  <a:pos x="T2" y="T3"/>
                </a:cxn>
                <a:cxn ang="0">
                  <a:pos x="T4" y="T5"/>
                </a:cxn>
                <a:cxn ang="0">
                  <a:pos x="T6" y="T7"/>
                </a:cxn>
                <a:cxn ang="0">
                  <a:pos x="T8" y="T9"/>
                </a:cxn>
              </a:cxnLst>
              <a:rect l="0" t="0" r="r" b="b"/>
              <a:pathLst>
                <a:path w="29" h="18">
                  <a:moveTo>
                    <a:pt x="16" y="17"/>
                  </a:moveTo>
                  <a:cubicBezTo>
                    <a:pt x="8" y="18"/>
                    <a:pt x="1" y="15"/>
                    <a:pt x="1" y="10"/>
                  </a:cubicBezTo>
                  <a:cubicBezTo>
                    <a:pt x="0" y="6"/>
                    <a:pt x="6" y="2"/>
                    <a:pt x="14" y="1"/>
                  </a:cubicBezTo>
                  <a:cubicBezTo>
                    <a:pt x="21" y="0"/>
                    <a:pt x="28" y="2"/>
                    <a:pt x="28" y="7"/>
                  </a:cubicBezTo>
                  <a:cubicBezTo>
                    <a:pt x="29" y="11"/>
                    <a:pt x="23" y="16"/>
                    <a:pt x="16"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5" name="Freeform 1201">
              <a:extLst>
                <a:ext uri="{FF2B5EF4-FFF2-40B4-BE49-F238E27FC236}">
                  <a16:creationId xmlns:a16="http://schemas.microsoft.com/office/drawing/2014/main" id="{3164B59C-B475-FE40-6669-20C8CC638362}"/>
                </a:ext>
              </a:extLst>
            </p:cNvPr>
            <p:cNvSpPr>
              <a:spLocks/>
            </p:cNvSpPr>
            <p:nvPr/>
          </p:nvSpPr>
          <p:spPr bwMode="auto">
            <a:xfrm rot="5094805">
              <a:off x="400635" y="2845251"/>
              <a:ext cx="73119" cy="47984"/>
            </a:xfrm>
            <a:custGeom>
              <a:avLst/>
              <a:gdLst>
                <a:gd name="T0" fmla="*/ 17 w 30"/>
                <a:gd name="T1" fmla="*/ 17 h 19"/>
                <a:gd name="T2" fmla="*/ 1 w 30"/>
                <a:gd name="T3" fmla="*/ 13 h 19"/>
                <a:gd name="T4" fmla="*/ 13 w 30"/>
                <a:gd name="T5" fmla="*/ 2 h 19"/>
                <a:gd name="T6" fmla="*/ 28 w 30"/>
                <a:gd name="T7" fmla="*/ 6 h 19"/>
                <a:gd name="T8" fmla="*/ 17 w 30"/>
                <a:gd name="T9" fmla="*/ 17 h 19"/>
              </a:gdLst>
              <a:ahLst/>
              <a:cxnLst>
                <a:cxn ang="0">
                  <a:pos x="T0" y="T1"/>
                </a:cxn>
                <a:cxn ang="0">
                  <a:pos x="T2" y="T3"/>
                </a:cxn>
                <a:cxn ang="0">
                  <a:pos x="T4" y="T5"/>
                </a:cxn>
                <a:cxn ang="0">
                  <a:pos x="T6" y="T7"/>
                </a:cxn>
                <a:cxn ang="0">
                  <a:pos x="T8" y="T9"/>
                </a:cxn>
              </a:cxnLst>
              <a:rect l="0" t="0" r="r" b="b"/>
              <a:pathLst>
                <a:path w="30" h="19">
                  <a:moveTo>
                    <a:pt x="17" y="17"/>
                  </a:moveTo>
                  <a:cubicBezTo>
                    <a:pt x="10" y="19"/>
                    <a:pt x="3" y="17"/>
                    <a:pt x="1" y="13"/>
                  </a:cubicBezTo>
                  <a:cubicBezTo>
                    <a:pt x="0" y="9"/>
                    <a:pt x="5" y="4"/>
                    <a:pt x="13" y="2"/>
                  </a:cubicBezTo>
                  <a:cubicBezTo>
                    <a:pt x="20" y="0"/>
                    <a:pt x="27" y="1"/>
                    <a:pt x="28" y="6"/>
                  </a:cubicBezTo>
                  <a:cubicBezTo>
                    <a:pt x="30" y="10"/>
                    <a:pt x="25" y="15"/>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6" name="Freeform 1202">
              <a:extLst>
                <a:ext uri="{FF2B5EF4-FFF2-40B4-BE49-F238E27FC236}">
                  <a16:creationId xmlns:a16="http://schemas.microsoft.com/office/drawing/2014/main" id="{045978D3-F6F8-8721-8190-8CD4D31FF263}"/>
                </a:ext>
              </a:extLst>
            </p:cNvPr>
            <p:cNvSpPr>
              <a:spLocks/>
            </p:cNvSpPr>
            <p:nvPr/>
          </p:nvSpPr>
          <p:spPr bwMode="auto">
            <a:xfrm rot="5094805">
              <a:off x="472285" y="3031774"/>
              <a:ext cx="68549" cy="47984"/>
            </a:xfrm>
            <a:custGeom>
              <a:avLst/>
              <a:gdLst>
                <a:gd name="T0" fmla="*/ 15 w 28"/>
                <a:gd name="T1" fmla="*/ 17 h 19"/>
                <a:gd name="T2" fmla="*/ 0 w 28"/>
                <a:gd name="T3" fmla="*/ 13 h 19"/>
                <a:gd name="T4" fmla="*/ 13 w 28"/>
                <a:gd name="T5" fmla="*/ 2 h 19"/>
                <a:gd name="T6" fmla="*/ 28 w 28"/>
                <a:gd name="T7" fmla="*/ 5 h 19"/>
                <a:gd name="T8" fmla="*/ 15 w 28"/>
                <a:gd name="T9" fmla="*/ 17 h 19"/>
              </a:gdLst>
              <a:ahLst/>
              <a:cxnLst>
                <a:cxn ang="0">
                  <a:pos x="T0" y="T1"/>
                </a:cxn>
                <a:cxn ang="0">
                  <a:pos x="T2" y="T3"/>
                </a:cxn>
                <a:cxn ang="0">
                  <a:pos x="T4" y="T5"/>
                </a:cxn>
                <a:cxn ang="0">
                  <a:pos x="T6" y="T7"/>
                </a:cxn>
                <a:cxn ang="0">
                  <a:pos x="T8" y="T9"/>
                </a:cxn>
              </a:cxnLst>
              <a:rect l="0" t="0" r="r" b="b"/>
              <a:pathLst>
                <a:path w="28" h="19">
                  <a:moveTo>
                    <a:pt x="15" y="17"/>
                  </a:moveTo>
                  <a:cubicBezTo>
                    <a:pt x="8" y="19"/>
                    <a:pt x="1" y="17"/>
                    <a:pt x="0" y="13"/>
                  </a:cubicBezTo>
                  <a:cubicBezTo>
                    <a:pt x="0" y="9"/>
                    <a:pt x="5" y="4"/>
                    <a:pt x="13" y="2"/>
                  </a:cubicBezTo>
                  <a:cubicBezTo>
                    <a:pt x="21" y="0"/>
                    <a:pt x="27" y="1"/>
                    <a:pt x="28" y="5"/>
                  </a:cubicBezTo>
                  <a:cubicBezTo>
                    <a:pt x="28" y="9"/>
                    <a:pt x="22" y="15"/>
                    <a:pt x="1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7" name="Freeform 1203">
              <a:extLst>
                <a:ext uri="{FF2B5EF4-FFF2-40B4-BE49-F238E27FC236}">
                  <a16:creationId xmlns:a16="http://schemas.microsoft.com/office/drawing/2014/main" id="{B80F3A28-6B17-9BA9-FFA3-E8247E3367D4}"/>
                </a:ext>
              </a:extLst>
            </p:cNvPr>
            <p:cNvSpPr>
              <a:spLocks/>
            </p:cNvSpPr>
            <p:nvPr/>
          </p:nvSpPr>
          <p:spPr bwMode="auto">
            <a:xfrm rot="5094805">
              <a:off x="552924" y="3214902"/>
              <a:ext cx="70834" cy="50269"/>
            </a:xfrm>
            <a:custGeom>
              <a:avLst/>
              <a:gdLst>
                <a:gd name="T0" fmla="*/ 28 w 29"/>
                <a:gd name="T1" fmla="*/ 5 h 20"/>
                <a:gd name="T2" fmla="*/ 17 w 29"/>
                <a:gd name="T3" fmla="*/ 17 h 20"/>
                <a:gd name="T4" fmla="*/ 1 w 29"/>
                <a:gd name="T5" fmla="*/ 15 h 20"/>
                <a:gd name="T6" fmla="*/ 13 w 29"/>
                <a:gd name="T7" fmla="*/ 3 h 20"/>
                <a:gd name="T8" fmla="*/ 28 w 29"/>
                <a:gd name="T9" fmla="*/ 5 h 20"/>
              </a:gdLst>
              <a:ahLst/>
              <a:cxnLst>
                <a:cxn ang="0">
                  <a:pos x="T0" y="T1"/>
                </a:cxn>
                <a:cxn ang="0">
                  <a:pos x="T2" y="T3"/>
                </a:cxn>
                <a:cxn ang="0">
                  <a:pos x="T4" y="T5"/>
                </a:cxn>
                <a:cxn ang="0">
                  <a:pos x="T6" y="T7"/>
                </a:cxn>
                <a:cxn ang="0">
                  <a:pos x="T8" y="T9"/>
                </a:cxn>
              </a:cxnLst>
              <a:rect l="0" t="0" r="r" b="b"/>
              <a:pathLst>
                <a:path w="29" h="20">
                  <a:moveTo>
                    <a:pt x="28" y="5"/>
                  </a:moveTo>
                  <a:cubicBezTo>
                    <a:pt x="29" y="9"/>
                    <a:pt x="24" y="14"/>
                    <a:pt x="17" y="17"/>
                  </a:cubicBezTo>
                  <a:cubicBezTo>
                    <a:pt x="10" y="20"/>
                    <a:pt x="2" y="19"/>
                    <a:pt x="1" y="15"/>
                  </a:cubicBezTo>
                  <a:cubicBezTo>
                    <a:pt x="0" y="11"/>
                    <a:pt x="5" y="6"/>
                    <a:pt x="13" y="3"/>
                  </a:cubicBezTo>
                  <a:cubicBezTo>
                    <a:pt x="20" y="0"/>
                    <a:pt x="27" y="1"/>
                    <a:pt x="2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8" name="Freeform 1204">
              <a:extLst>
                <a:ext uri="{FF2B5EF4-FFF2-40B4-BE49-F238E27FC236}">
                  <a16:creationId xmlns:a16="http://schemas.microsoft.com/office/drawing/2014/main" id="{34AA97DD-951D-18D8-44D5-0E9A6BB9964E}"/>
                </a:ext>
              </a:extLst>
            </p:cNvPr>
            <p:cNvSpPr>
              <a:spLocks/>
            </p:cNvSpPr>
            <p:nvPr/>
          </p:nvSpPr>
          <p:spPr bwMode="auto">
            <a:xfrm rot="5094805">
              <a:off x="641625" y="3400642"/>
              <a:ext cx="75404" cy="47984"/>
            </a:xfrm>
            <a:custGeom>
              <a:avLst/>
              <a:gdLst>
                <a:gd name="T0" fmla="*/ 17 w 30"/>
                <a:gd name="T1" fmla="*/ 16 h 20"/>
                <a:gd name="T2" fmla="*/ 2 w 30"/>
                <a:gd name="T3" fmla="*/ 15 h 20"/>
                <a:gd name="T4" fmla="*/ 13 w 30"/>
                <a:gd name="T5" fmla="*/ 3 h 20"/>
                <a:gd name="T6" fmla="*/ 29 w 30"/>
                <a:gd name="T7" fmla="*/ 3 h 20"/>
                <a:gd name="T8" fmla="*/ 17 w 30"/>
                <a:gd name="T9" fmla="*/ 16 h 20"/>
              </a:gdLst>
              <a:ahLst/>
              <a:cxnLst>
                <a:cxn ang="0">
                  <a:pos x="T0" y="T1"/>
                </a:cxn>
                <a:cxn ang="0">
                  <a:pos x="T2" y="T3"/>
                </a:cxn>
                <a:cxn ang="0">
                  <a:pos x="T4" y="T5"/>
                </a:cxn>
                <a:cxn ang="0">
                  <a:pos x="T6" y="T7"/>
                </a:cxn>
                <a:cxn ang="0">
                  <a:pos x="T8" y="T9"/>
                </a:cxn>
              </a:cxnLst>
              <a:rect l="0" t="0" r="r" b="b"/>
              <a:pathLst>
                <a:path w="30" h="20">
                  <a:moveTo>
                    <a:pt x="17" y="16"/>
                  </a:moveTo>
                  <a:cubicBezTo>
                    <a:pt x="10" y="20"/>
                    <a:pt x="3" y="19"/>
                    <a:pt x="2" y="15"/>
                  </a:cubicBezTo>
                  <a:cubicBezTo>
                    <a:pt x="0" y="12"/>
                    <a:pt x="6" y="6"/>
                    <a:pt x="13" y="3"/>
                  </a:cubicBezTo>
                  <a:cubicBezTo>
                    <a:pt x="21" y="0"/>
                    <a:pt x="28" y="0"/>
                    <a:pt x="29" y="3"/>
                  </a:cubicBezTo>
                  <a:cubicBezTo>
                    <a:pt x="30" y="7"/>
                    <a:pt x="25" y="13"/>
                    <a:pt x="1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9" name="Freeform 1205">
              <a:extLst>
                <a:ext uri="{FF2B5EF4-FFF2-40B4-BE49-F238E27FC236}">
                  <a16:creationId xmlns:a16="http://schemas.microsoft.com/office/drawing/2014/main" id="{722FBBD6-0906-C9E0-2D0D-DAD2D2F7EEB1}"/>
                </a:ext>
              </a:extLst>
            </p:cNvPr>
            <p:cNvSpPr>
              <a:spLocks/>
            </p:cNvSpPr>
            <p:nvPr/>
          </p:nvSpPr>
          <p:spPr bwMode="auto">
            <a:xfrm rot="5094805">
              <a:off x="746277" y="3583085"/>
              <a:ext cx="70834" cy="50269"/>
            </a:xfrm>
            <a:custGeom>
              <a:avLst/>
              <a:gdLst>
                <a:gd name="T0" fmla="*/ 16 w 29"/>
                <a:gd name="T1" fmla="*/ 17 h 20"/>
                <a:gd name="T2" fmla="*/ 1 w 29"/>
                <a:gd name="T3" fmla="*/ 16 h 20"/>
                <a:gd name="T4" fmla="*/ 14 w 29"/>
                <a:gd name="T5" fmla="*/ 3 h 20"/>
                <a:gd name="T6" fmla="*/ 28 w 29"/>
                <a:gd name="T7" fmla="*/ 4 h 20"/>
                <a:gd name="T8" fmla="*/ 16 w 29"/>
                <a:gd name="T9" fmla="*/ 17 h 20"/>
              </a:gdLst>
              <a:ahLst/>
              <a:cxnLst>
                <a:cxn ang="0">
                  <a:pos x="T0" y="T1"/>
                </a:cxn>
                <a:cxn ang="0">
                  <a:pos x="T2" y="T3"/>
                </a:cxn>
                <a:cxn ang="0">
                  <a:pos x="T4" y="T5"/>
                </a:cxn>
                <a:cxn ang="0">
                  <a:pos x="T6" y="T7"/>
                </a:cxn>
                <a:cxn ang="0">
                  <a:pos x="T8" y="T9"/>
                </a:cxn>
              </a:cxnLst>
              <a:rect l="0" t="0" r="r" b="b"/>
              <a:pathLst>
                <a:path w="29" h="20">
                  <a:moveTo>
                    <a:pt x="16" y="17"/>
                  </a:moveTo>
                  <a:cubicBezTo>
                    <a:pt x="8" y="20"/>
                    <a:pt x="1" y="20"/>
                    <a:pt x="1" y="16"/>
                  </a:cubicBezTo>
                  <a:cubicBezTo>
                    <a:pt x="0" y="12"/>
                    <a:pt x="6" y="7"/>
                    <a:pt x="14" y="3"/>
                  </a:cubicBezTo>
                  <a:cubicBezTo>
                    <a:pt x="21" y="0"/>
                    <a:pt x="27" y="0"/>
                    <a:pt x="28" y="4"/>
                  </a:cubicBezTo>
                  <a:cubicBezTo>
                    <a:pt x="29" y="8"/>
                    <a:pt x="23" y="14"/>
                    <a:pt x="16"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0" name="Freeform 1206">
              <a:extLst>
                <a:ext uri="{FF2B5EF4-FFF2-40B4-BE49-F238E27FC236}">
                  <a16:creationId xmlns:a16="http://schemas.microsoft.com/office/drawing/2014/main" id="{BC6282B9-0B80-ABB7-B055-7942807B6B91}"/>
                </a:ext>
              </a:extLst>
            </p:cNvPr>
            <p:cNvSpPr>
              <a:spLocks/>
            </p:cNvSpPr>
            <p:nvPr/>
          </p:nvSpPr>
          <p:spPr bwMode="auto">
            <a:xfrm rot="5094805">
              <a:off x="855375" y="3765026"/>
              <a:ext cx="68549" cy="50269"/>
            </a:xfrm>
            <a:custGeom>
              <a:avLst/>
              <a:gdLst>
                <a:gd name="T0" fmla="*/ 27 w 28"/>
                <a:gd name="T1" fmla="*/ 3 h 20"/>
                <a:gd name="T2" fmla="*/ 15 w 28"/>
                <a:gd name="T3" fmla="*/ 17 h 20"/>
                <a:gd name="T4" fmla="*/ 0 w 28"/>
                <a:gd name="T5" fmla="*/ 16 h 20"/>
                <a:gd name="T6" fmla="*/ 13 w 28"/>
                <a:gd name="T7" fmla="*/ 3 h 20"/>
                <a:gd name="T8" fmla="*/ 27 w 28"/>
                <a:gd name="T9" fmla="*/ 3 h 20"/>
              </a:gdLst>
              <a:ahLst/>
              <a:cxnLst>
                <a:cxn ang="0">
                  <a:pos x="T0" y="T1"/>
                </a:cxn>
                <a:cxn ang="0">
                  <a:pos x="T2" y="T3"/>
                </a:cxn>
                <a:cxn ang="0">
                  <a:pos x="T4" y="T5"/>
                </a:cxn>
                <a:cxn ang="0">
                  <a:pos x="T6" y="T7"/>
                </a:cxn>
                <a:cxn ang="0">
                  <a:pos x="T8" y="T9"/>
                </a:cxn>
              </a:cxnLst>
              <a:rect l="0" t="0" r="r" b="b"/>
              <a:pathLst>
                <a:path w="28" h="20">
                  <a:moveTo>
                    <a:pt x="27" y="3"/>
                  </a:moveTo>
                  <a:cubicBezTo>
                    <a:pt x="28" y="7"/>
                    <a:pt x="22" y="13"/>
                    <a:pt x="15" y="17"/>
                  </a:cubicBezTo>
                  <a:cubicBezTo>
                    <a:pt x="7" y="20"/>
                    <a:pt x="0" y="20"/>
                    <a:pt x="0" y="16"/>
                  </a:cubicBezTo>
                  <a:cubicBezTo>
                    <a:pt x="0" y="13"/>
                    <a:pt x="5" y="7"/>
                    <a:pt x="13" y="3"/>
                  </a:cubicBezTo>
                  <a:cubicBezTo>
                    <a:pt x="20" y="0"/>
                    <a:pt x="27"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1" name="Freeform 1207">
              <a:extLst>
                <a:ext uri="{FF2B5EF4-FFF2-40B4-BE49-F238E27FC236}">
                  <a16:creationId xmlns:a16="http://schemas.microsoft.com/office/drawing/2014/main" id="{160C1623-496B-518F-BA73-E2D0D9050E42}"/>
                </a:ext>
              </a:extLst>
            </p:cNvPr>
            <p:cNvSpPr>
              <a:spLocks/>
            </p:cNvSpPr>
            <p:nvPr/>
          </p:nvSpPr>
          <p:spPr bwMode="auto">
            <a:xfrm rot="5094805">
              <a:off x="968813" y="3944083"/>
              <a:ext cx="70834" cy="50269"/>
            </a:xfrm>
            <a:custGeom>
              <a:avLst/>
              <a:gdLst>
                <a:gd name="T0" fmla="*/ 28 w 29"/>
                <a:gd name="T1" fmla="*/ 3 h 21"/>
                <a:gd name="T2" fmla="*/ 16 w 29"/>
                <a:gd name="T3" fmla="*/ 17 h 21"/>
                <a:gd name="T4" fmla="*/ 1 w 29"/>
                <a:gd name="T5" fmla="*/ 18 h 21"/>
                <a:gd name="T6" fmla="*/ 13 w 29"/>
                <a:gd name="T7" fmla="*/ 5 h 21"/>
                <a:gd name="T8" fmla="*/ 28 w 29"/>
                <a:gd name="T9" fmla="*/ 3 h 21"/>
              </a:gdLst>
              <a:ahLst/>
              <a:cxnLst>
                <a:cxn ang="0">
                  <a:pos x="T0" y="T1"/>
                </a:cxn>
                <a:cxn ang="0">
                  <a:pos x="T2" y="T3"/>
                </a:cxn>
                <a:cxn ang="0">
                  <a:pos x="T4" y="T5"/>
                </a:cxn>
                <a:cxn ang="0">
                  <a:pos x="T6" y="T7"/>
                </a:cxn>
                <a:cxn ang="0">
                  <a:pos x="T8" y="T9"/>
                </a:cxn>
              </a:cxnLst>
              <a:rect l="0" t="0" r="r" b="b"/>
              <a:pathLst>
                <a:path w="29" h="21">
                  <a:moveTo>
                    <a:pt x="28" y="3"/>
                  </a:moveTo>
                  <a:cubicBezTo>
                    <a:pt x="29" y="7"/>
                    <a:pt x="24" y="13"/>
                    <a:pt x="16" y="17"/>
                  </a:cubicBezTo>
                  <a:cubicBezTo>
                    <a:pt x="9" y="21"/>
                    <a:pt x="2" y="21"/>
                    <a:pt x="1" y="18"/>
                  </a:cubicBezTo>
                  <a:cubicBezTo>
                    <a:pt x="0" y="15"/>
                    <a:pt x="6" y="9"/>
                    <a:pt x="13" y="5"/>
                  </a:cubicBezTo>
                  <a:cubicBezTo>
                    <a:pt x="21"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2" name="Freeform 1208">
              <a:extLst>
                <a:ext uri="{FF2B5EF4-FFF2-40B4-BE49-F238E27FC236}">
                  <a16:creationId xmlns:a16="http://schemas.microsoft.com/office/drawing/2014/main" id="{C6E9F98D-E8E7-47A9-EAB2-79BDD00B0531}"/>
                </a:ext>
              </a:extLst>
            </p:cNvPr>
            <p:cNvSpPr>
              <a:spLocks/>
            </p:cNvSpPr>
            <p:nvPr/>
          </p:nvSpPr>
          <p:spPr bwMode="auto">
            <a:xfrm rot="5094805">
              <a:off x="1085867" y="4123969"/>
              <a:ext cx="73119" cy="52554"/>
            </a:xfrm>
            <a:custGeom>
              <a:avLst/>
              <a:gdLst>
                <a:gd name="T0" fmla="*/ 28 w 29"/>
                <a:gd name="T1" fmla="*/ 3 h 21"/>
                <a:gd name="T2" fmla="*/ 16 w 29"/>
                <a:gd name="T3" fmla="*/ 17 h 21"/>
                <a:gd name="T4" fmla="*/ 1 w 29"/>
                <a:gd name="T5" fmla="*/ 18 h 21"/>
                <a:gd name="T6" fmla="*/ 13 w 29"/>
                <a:gd name="T7" fmla="*/ 5 h 21"/>
                <a:gd name="T8" fmla="*/ 28 w 29"/>
                <a:gd name="T9" fmla="*/ 3 h 21"/>
              </a:gdLst>
              <a:ahLst/>
              <a:cxnLst>
                <a:cxn ang="0">
                  <a:pos x="T0" y="T1"/>
                </a:cxn>
                <a:cxn ang="0">
                  <a:pos x="T2" y="T3"/>
                </a:cxn>
                <a:cxn ang="0">
                  <a:pos x="T4" y="T5"/>
                </a:cxn>
                <a:cxn ang="0">
                  <a:pos x="T6" y="T7"/>
                </a:cxn>
                <a:cxn ang="0">
                  <a:pos x="T8" y="T9"/>
                </a:cxn>
              </a:cxnLst>
              <a:rect l="0" t="0" r="r" b="b"/>
              <a:pathLst>
                <a:path w="29" h="21">
                  <a:moveTo>
                    <a:pt x="28" y="3"/>
                  </a:moveTo>
                  <a:cubicBezTo>
                    <a:pt x="29" y="7"/>
                    <a:pt x="24" y="13"/>
                    <a:pt x="16" y="17"/>
                  </a:cubicBezTo>
                  <a:cubicBezTo>
                    <a:pt x="9" y="21"/>
                    <a:pt x="2" y="21"/>
                    <a:pt x="1" y="18"/>
                  </a:cubicBezTo>
                  <a:cubicBezTo>
                    <a:pt x="0" y="15"/>
                    <a:pt x="6" y="9"/>
                    <a:pt x="13" y="5"/>
                  </a:cubicBezTo>
                  <a:cubicBezTo>
                    <a:pt x="21"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3" name="Freeform 1209">
              <a:extLst>
                <a:ext uri="{FF2B5EF4-FFF2-40B4-BE49-F238E27FC236}">
                  <a16:creationId xmlns:a16="http://schemas.microsoft.com/office/drawing/2014/main" id="{97921575-6313-02D2-9490-6899D00959A1}"/>
                </a:ext>
              </a:extLst>
            </p:cNvPr>
            <p:cNvSpPr>
              <a:spLocks/>
            </p:cNvSpPr>
            <p:nvPr/>
          </p:nvSpPr>
          <p:spPr bwMode="auto">
            <a:xfrm rot="5094805">
              <a:off x="1205207" y="4306141"/>
              <a:ext cx="70834" cy="50269"/>
            </a:xfrm>
            <a:custGeom>
              <a:avLst/>
              <a:gdLst>
                <a:gd name="T0" fmla="*/ 13 w 28"/>
                <a:gd name="T1" fmla="*/ 4 h 20"/>
                <a:gd name="T2" fmla="*/ 27 w 28"/>
                <a:gd name="T3" fmla="*/ 3 h 20"/>
                <a:gd name="T4" fmla="*/ 14 w 28"/>
                <a:gd name="T5" fmla="*/ 16 h 20"/>
                <a:gd name="T6" fmla="*/ 0 w 28"/>
                <a:gd name="T7" fmla="*/ 17 h 20"/>
                <a:gd name="T8" fmla="*/ 13 w 28"/>
                <a:gd name="T9" fmla="*/ 4 h 20"/>
              </a:gdLst>
              <a:ahLst/>
              <a:cxnLst>
                <a:cxn ang="0">
                  <a:pos x="T0" y="T1"/>
                </a:cxn>
                <a:cxn ang="0">
                  <a:pos x="T2" y="T3"/>
                </a:cxn>
                <a:cxn ang="0">
                  <a:pos x="T4" y="T5"/>
                </a:cxn>
                <a:cxn ang="0">
                  <a:pos x="T6" y="T7"/>
                </a:cxn>
                <a:cxn ang="0">
                  <a:pos x="T8" y="T9"/>
                </a:cxn>
              </a:cxnLst>
              <a:rect l="0" t="0" r="r" b="b"/>
              <a:pathLst>
                <a:path w="28" h="20">
                  <a:moveTo>
                    <a:pt x="13" y="4"/>
                  </a:moveTo>
                  <a:cubicBezTo>
                    <a:pt x="21" y="1"/>
                    <a:pt x="27" y="0"/>
                    <a:pt x="27" y="3"/>
                  </a:cubicBezTo>
                  <a:cubicBezTo>
                    <a:pt x="28" y="7"/>
                    <a:pt x="22" y="13"/>
                    <a:pt x="14" y="16"/>
                  </a:cubicBezTo>
                  <a:cubicBezTo>
                    <a:pt x="7" y="20"/>
                    <a:pt x="0" y="20"/>
                    <a:pt x="0" y="17"/>
                  </a:cubicBezTo>
                  <a:cubicBezTo>
                    <a:pt x="0" y="14"/>
                    <a:pt x="6"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4" name="Freeform 1211">
              <a:extLst>
                <a:ext uri="{FF2B5EF4-FFF2-40B4-BE49-F238E27FC236}">
                  <a16:creationId xmlns:a16="http://schemas.microsoft.com/office/drawing/2014/main" id="{C045779B-2DA9-6AFF-6294-CF6637F697C5}"/>
                </a:ext>
              </a:extLst>
            </p:cNvPr>
            <p:cNvSpPr>
              <a:spLocks/>
            </p:cNvSpPr>
            <p:nvPr/>
          </p:nvSpPr>
          <p:spPr bwMode="auto">
            <a:xfrm rot="5094805">
              <a:off x="1323304" y="4487174"/>
              <a:ext cx="70834" cy="47985"/>
            </a:xfrm>
            <a:custGeom>
              <a:avLst/>
              <a:gdLst>
                <a:gd name="T0" fmla="*/ 13 w 29"/>
                <a:gd name="T1" fmla="*/ 5 h 20"/>
                <a:gd name="T2" fmla="*/ 28 w 29"/>
                <a:gd name="T3" fmla="*/ 3 h 20"/>
                <a:gd name="T4" fmla="*/ 16 w 29"/>
                <a:gd name="T5" fmla="*/ 15 h 20"/>
                <a:gd name="T6" fmla="*/ 1 w 29"/>
                <a:gd name="T7" fmla="*/ 17 h 20"/>
                <a:gd name="T8" fmla="*/ 13 w 29"/>
                <a:gd name="T9" fmla="*/ 5 h 20"/>
              </a:gdLst>
              <a:ahLst/>
              <a:cxnLst>
                <a:cxn ang="0">
                  <a:pos x="T0" y="T1"/>
                </a:cxn>
                <a:cxn ang="0">
                  <a:pos x="T2" y="T3"/>
                </a:cxn>
                <a:cxn ang="0">
                  <a:pos x="T4" y="T5"/>
                </a:cxn>
                <a:cxn ang="0">
                  <a:pos x="T6" y="T7"/>
                </a:cxn>
                <a:cxn ang="0">
                  <a:pos x="T8" y="T9"/>
                </a:cxn>
              </a:cxnLst>
              <a:rect l="0" t="0" r="r" b="b"/>
              <a:pathLst>
                <a:path w="29" h="20">
                  <a:moveTo>
                    <a:pt x="13" y="5"/>
                  </a:moveTo>
                  <a:cubicBezTo>
                    <a:pt x="21" y="1"/>
                    <a:pt x="27" y="0"/>
                    <a:pt x="28" y="3"/>
                  </a:cubicBezTo>
                  <a:cubicBezTo>
                    <a:pt x="29" y="5"/>
                    <a:pt x="23" y="11"/>
                    <a:pt x="16" y="15"/>
                  </a:cubicBezTo>
                  <a:cubicBezTo>
                    <a:pt x="9" y="19"/>
                    <a:pt x="2" y="20"/>
                    <a:pt x="1" y="17"/>
                  </a:cubicBezTo>
                  <a:cubicBezTo>
                    <a:pt x="0" y="14"/>
                    <a:pt x="6" y="8"/>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5" name="Freeform 1212">
              <a:extLst>
                <a:ext uri="{FF2B5EF4-FFF2-40B4-BE49-F238E27FC236}">
                  <a16:creationId xmlns:a16="http://schemas.microsoft.com/office/drawing/2014/main" id="{6C5CB835-D527-1175-25AB-CCD2D9800236}"/>
                </a:ext>
              </a:extLst>
            </p:cNvPr>
            <p:cNvSpPr>
              <a:spLocks/>
            </p:cNvSpPr>
            <p:nvPr/>
          </p:nvSpPr>
          <p:spPr bwMode="auto">
            <a:xfrm rot="5094805">
              <a:off x="192770" y="1887657"/>
              <a:ext cx="73119" cy="50269"/>
            </a:xfrm>
            <a:custGeom>
              <a:avLst/>
              <a:gdLst>
                <a:gd name="T0" fmla="*/ 17 w 30"/>
                <a:gd name="T1" fmla="*/ 19 h 20"/>
                <a:gd name="T2" fmla="*/ 1 w 30"/>
                <a:gd name="T3" fmla="*/ 11 h 20"/>
                <a:gd name="T4" fmla="*/ 13 w 30"/>
                <a:gd name="T5" fmla="*/ 1 h 20"/>
                <a:gd name="T6" fmla="*/ 29 w 30"/>
                <a:gd name="T7" fmla="*/ 8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10" y="20"/>
                    <a:pt x="2" y="16"/>
                    <a:pt x="1" y="11"/>
                  </a:cubicBezTo>
                  <a:cubicBezTo>
                    <a:pt x="0" y="6"/>
                    <a:pt x="5" y="2"/>
                    <a:pt x="13" y="1"/>
                  </a:cubicBezTo>
                  <a:cubicBezTo>
                    <a:pt x="20" y="0"/>
                    <a:pt x="27" y="3"/>
                    <a:pt x="29" y="8"/>
                  </a:cubicBezTo>
                  <a:cubicBezTo>
                    <a:pt x="30" y="13"/>
                    <a:pt x="25" y="18"/>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6" name="Freeform 1213">
              <a:extLst>
                <a:ext uri="{FF2B5EF4-FFF2-40B4-BE49-F238E27FC236}">
                  <a16:creationId xmlns:a16="http://schemas.microsoft.com/office/drawing/2014/main" id="{791F79E6-F5F2-9806-5B5D-E98265532595}"/>
                </a:ext>
              </a:extLst>
            </p:cNvPr>
            <p:cNvSpPr>
              <a:spLocks/>
            </p:cNvSpPr>
            <p:nvPr/>
          </p:nvSpPr>
          <p:spPr bwMode="auto">
            <a:xfrm rot="5094805">
              <a:off x="156310" y="1697160"/>
              <a:ext cx="70834" cy="50269"/>
            </a:xfrm>
            <a:custGeom>
              <a:avLst/>
              <a:gdLst>
                <a:gd name="T0" fmla="*/ 28 w 29"/>
                <a:gd name="T1" fmla="*/ 9 h 21"/>
                <a:gd name="T2" fmla="*/ 15 w 29"/>
                <a:gd name="T3" fmla="*/ 20 h 21"/>
                <a:gd name="T4" fmla="*/ 0 w 29"/>
                <a:gd name="T5" fmla="*/ 11 h 21"/>
                <a:gd name="T6" fmla="*/ 13 w 29"/>
                <a:gd name="T7" fmla="*/ 0 h 21"/>
                <a:gd name="T8" fmla="*/ 28 w 29"/>
                <a:gd name="T9" fmla="*/ 9 h 21"/>
              </a:gdLst>
              <a:ahLst/>
              <a:cxnLst>
                <a:cxn ang="0">
                  <a:pos x="T0" y="T1"/>
                </a:cxn>
                <a:cxn ang="0">
                  <a:pos x="T2" y="T3"/>
                </a:cxn>
                <a:cxn ang="0">
                  <a:pos x="T4" y="T5"/>
                </a:cxn>
                <a:cxn ang="0">
                  <a:pos x="T6" y="T7"/>
                </a:cxn>
                <a:cxn ang="0">
                  <a:pos x="T8" y="T9"/>
                </a:cxn>
              </a:cxnLst>
              <a:rect l="0" t="0" r="r" b="b"/>
              <a:pathLst>
                <a:path w="29" h="21">
                  <a:moveTo>
                    <a:pt x="28" y="9"/>
                  </a:moveTo>
                  <a:cubicBezTo>
                    <a:pt x="29" y="14"/>
                    <a:pt x="23" y="19"/>
                    <a:pt x="15" y="20"/>
                  </a:cubicBezTo>
                  <a:cubicBezTo>
                    <a:pt x="8" y="21"/>
                    <a:pt x="1" y="16"/>
                    <a:pt x="0" y="11"/>
                  </a:cubicBezTo>
                  <a:cubicBezTo>
                    <a:pt x="0" y="6"/>
                    <a:pt x="5" y="1"/>
                    <a:pt x="13" y="0"/>
                  </a:cubicBezTo>
                  <a:cubicBezTo>
                    <a:pt x="21" y="0"/>
                    <a:pt x="27" y="3"/>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7" name="Freeform 1214">
              <a:extLst>
                <a:ext uri="{FF2B5EF4-FFF2-40B4-BE49-F238E27FC236}">
                  <a16:creationId xmlns:a16="http://schemas.microsoft.com/office/drawing/2014/main" id="{EBC0FE00-9088-DFCA-523F-2A9824DAF0C8}"/>
                </a:ext>
              </a:extLst>
            </p:cNvPr>
            <p:cNvSpPr>
              <a:spLocks/>
            </p:cNvSpPr>
            <p:nvPr/>
          </p:nvSpPr>
          <p:spPr bwMode="auto">
            <a:xfrm rot="5094805">
              <a:off x="117363" y="1502102"/>
              <a:ext cx="73119" cy="54839"/>
            </a:xfrm>
            <a:custGeom>
              <a:avLst/>
              <a:gdLst>
                <a:gd name="T0" fmla="*/ 28 w 29"/>
                <a:gd name="T1" fmla="*/ 10 h 22"/>
                <a:gd name="T2" fmla="*/ 16 w 29"/>
                <a:gd name="T3" fmla="*/ 21 h 22"/>
                <a:gd name="T4" fmla="*/ 1 w 29"/>
                <a:gd name="T5" fmla="*/ 12 h 22"/>
                <a:gd name="T6" fmla="*/ 13 w 29"/>
                <a:gd name="T7" fmla="*/ 0 h 22"/>
                <a:gd name="T8" fmla="*/ 28 w 29"/>
                <a:gd name="T9" fmla="*/ 10 h 22"/>
              </a:gdLst>
              <a:ahLst/>
              <a:cxnLst>
                <a:cxn ang="0">
                  <a:pos x="T0" y="T1"/>
                </a:cxn>
                <a:cxn ang="0">
                  <a:pos x="T2" y="T3"/>
                </a:cxn>
                <a:cxn ang="0">
                  <a:pos x="T4" y="T5"/>
                </a:cxn>
                <a:cxn ang="0">
                  <a:pos x="T6" y="T7"/>
                </a:cxn>
                <a:cxn ang="0">
                  <a:pos x="T8" y="T9"/>
                </a:cxn>
              </a:cxnLst>
              <a:rect l="0" t="0" r="r" b="b"/>
              <a:pathLst>
                <a:path w="29" h="22">
                  <a:moveTo>
                    <a:pt x="28" y="10"/>
                  </a:moveTo>
                  <a:cubicBezTo>
                    <a:pt x="29" y="15"/>
                    <a:pt x="23" y="21"/>
                    <a:pt x="16" y="21"/>
                  </a:cubicBezTo>
                  <a:cubicBezTo>
                    <a:pt x="8" y="22"/>
                    <a:pt x="1" y="17"/>
                    <a:pt x="1" y="12"/>
                  </a:cubicBezTo>
                  <a:cubicBezTo>
                    <a:pt x="0" y="6"/>
                    <a:pt x="6" y="1"/>
                    <a:pt x="13" y="0"/>
                  </a:cubicBezTo>
                  <a:cubicBezTo>
                    <a:pt x="21" y="0"/>
                    <a:pt x="28" y="4"/>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8" name="Freeform 1215">
              <a:extLst>
                <a:ext uri="{FF2B5EF4-FFF2-40B4-BE49-F238E27FC236}">
                  <a16:creationId xmlns:a16="http://schemas.microsoft.com/office/drawing/2014/main" id="{584265FF-E30C-C2B6-557B-932356BF521D}"/>
                </a:ext>
              </a:extLst>
            </p:cNvPr>
            <p:cNvSpPr>
              <a:spLocks/>
            </p:cNvSpPr>
            <p:nvPr/>
          </p:nvSpPr>
          <p:spPr bwMode="auto">
            <a:xfrm rot="5094805">
              <a:off x="78521" y="1309426"/>
              <a:ext cx="73119" cy="57124"/>
            </a:xfrm>
            <a:custGeom>
              <a:avLst/>
              <a:gdLst>
                <a:gd name="T0" fmla="*/ 17 w 30"/>
                <a:gd name="T1" fmla="*/ 22 h 23"/>
                <a:gd name="T2" fmla="*/ 1 w 30"/>
                <a:gd name="T3" fmla="*/ 14 h 23"/>
                <a:gd name="T4" fmla="*/ 12 w 30"/>
                <a:gd name="T5" fmla="*/ 1 h 23"/>
                <a:gd name="T6" fmla="*/ 28 w 30"/>
                <a:gd name="T7" fmla="*/ 10 h 23"/>
                <a:gd name="T8" fmla="*/ 17 w 30"/>
                <a:gd name="T9" fmla="*/ 22 h 23"/>
              </a:gdLst>
              <a:ahLst/>
              <a:cxnLst>
                <a:cxn ang="0">
                  <a:pos x="T0" y="T1"/>
                </a:cxn>
                <a:cxn ang="0">
                  <a:pos x="T2" y="T3"/>
                </a:cxn>
                <a:cxn ang="0">
                  <a:pos x="T4" y="T5"/>
                </a:cxn>
                <a:cxn ang="0">
                  <a:pos x="T6" y="T7"/>
                </a:cxn>
                <a:cxn ang="0">
                  <a:pos x="T8" y="T9"/>
                </a:cxn>
              </a:cxnLst>
              <a:rect l="0" t="0" r="r" b="b"/>
              <a:pathLst>
                <a:path w="30" h="23">
                  <a:moveTo>
                    <a:pt x="17" y="22"/>
                  </a:moveTo>
                  <a:cubicBezTo>
                    <a:pt x="10" y="23"/>
                    <a:pt x="2" y="20"/>
                    <a:pt x="1" y="14"/>
                  </a:cubicBezTo>
                  <a:cubicBezTo>
                    <a:pt x="0" y="8"/>
                    <a:pt x="5" y="2"/>
                    <a:pt x="12" y="1"/>
                  </a:cubicBezTo>
                  <a:cubicBezTo>
                    <a:pt x="20" y="0"/>
                    <a:pt x="27" y="4"/>
                    <a:pt x="28" y="10"/>
                  </a:cubicBezTo>
                  <a:cubicBezTo>
                    <a:pt x="30" y="16"/>
                    <a:pt x="25" y="21"/>
                    <a:pt x="1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9" name="Freeform 1216">
              <a:extLst>
                <a:ext uri="{FF2B5EF4-FFF2-40B4-BE49-F238E27FC236}">
                  <a16:creationId xmlns:a16="http://schemas.microsoft.com/office/drawing/2014/main" id="{ACE96352-0695-569F-863F-EFF62D2EECC9}"/>
                </a:ext>
              </a:extLst>
            </p:cNvPr>
            <p:cNvSpPr>
              <a:spLocks/>
            </p:cNvSpPr>
            <p:nvPr/>
          </p:nvSpPr>
          <p:spPr bwMode="auto">
            <a:xfrm rot="5094805">
              <a:off x="39679" y="1119035"/>
              <a:ext cx="73119" cy="54839"/>
            </a:xfrm>
            <a:custGeom>
              <a:avLst/>
              <a:gdLst>
                <a:gd name="T0" fmla="*/ 29 w 30"/>
                <a:gd name="T1" fmla="*/ 11 h 23"/>
                <a:gd name="T2" fmla="*/ 17 w 30"/>
                <a:gd name="T3" fmla="*/ 22 h 23"/>
                <a:gd name="T4" fmla="*/ 1 w 30"/>
                <a:gd name="T5" fmla="*/ 15 h 23"/>
                <a:gd name="T6" fmla="*/ 13 w 30"/>
                <a:gd name="T7" fmla="*/ 1 h 23"/>
                <a:gd name="T8" fmla="*/ 29 w 30"/>
                <a:gd name="T9" fmla="*/ 11 h 23"/>
              </a:gdLst>
              <a:ahLst/>
              <a:cxnLst>
                <a:cxn ang="0">
                  <a:pos x="T0" y="T1"/>
                </a:cxn>
                <a:cxn ang="0">
                  <a:pos x="T2" y="T3"/>
                </a:cxn>
                <a:cxn ang="0">
                  <a:pos x="T4" y="T5"/>
                </a:cxn>
                <a:cxn ang="0">
                  <a:pos x="T6" y="T7"/>
                </a:cxn>
                <a:cxn ang="0">
                  <a:pos x="T8" y="T9"/>
                </a:cxn>
              </a:cxnLst>
              <a:rect l="0" t="0" r="r" b="b"/>
              <a:pathLst>
                <a:path w="30" h="23">
                  <a:moveTo>
                    <a:pt x="29" y="11"/>
                  </a:moveTo>
                  <a:cubicBezTo>
                    <a:pt x="30" y="17"/>
                    <a:pt x="25" y="21"/>
                    <a:pt x="17" y="22"/>
                  </a:cubicBezTo>
                  <a:cubicBezTo>
                    <a:pt x="10" y="23"/>
                    <a:pt x="2" y="20"/>
                    <a:pt x="1" y="15"/>
                  </a:cubicBezTo>
                  <a:cubicBezTo>
                    <a:pt x="0" y="9"/>
                    <a:pt x="6" y="3"/>
                    <a:pt x="13" y="1"/>
                  </a:cubicBezTo>
                  <a:cubicBezTo>
                    <a:pt x="21" y="0"/>
                    <a:pt x="28" y="5"/>
                    <a:pt x="2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0" name="Freeform 1217">
              <a:extLst>
                <a:ext uri="{FF2B5EF4-FFF2-40B4-BE49-F238E27FC236}">
                  <a16:creationId xmlns:a16="http://schemas.microsoft.com/office/drawing/2014/main" id="{942D0E1C-0B3B-810A-5FBD-6C7234D8B16B}"/>
                </a:ext>
              </a:extLst>
            </p:cNvPr>
            <p:cNvSpPr>
              <a:spLocks/>
            </p:cNvSpPr>
            <p:nvPr/>
          </p:nvSpPr>
          <p:spPr bwMode="auto">
            <a:xfrm rot="5094805">
              <a:off x="-301" y="927603"/>
              <a:ext cx="73119" cy="54839"/>
            </a:xfrm>
            <a:custGeom>
              <a:avLst/>
              <a:gdLst>
                <a:gd name="T0" fmla="*/ 16 w 29"/>
                <a:gd name="T1" fmla="*/ 21 h 22"/>
                <a:gd name="T2" fmla="*/ 1 w 29"/>
                <a:gd name="T3" fmla="*/ 14 h 22"/>
                <a:gd name="T4" fmla="*/ 13 w 29"/>
                <a:gd name="T5" fmla="*/ 1 h 22"/>
                <a:gd name="T6" fmla="*/ 28 w 29"/>
                <a:gd name="T7" fmla="*/ 11 h 22"/>
                <a:gd name="T8" fmla="*/ 16 w 29"/>
                <a:gd name="T9" fmla="*/ 21 h 22"/>
              </a:gdLst>
              <a:ahLst/>
              <a:cxnLst>
                <a:cxn ang="0">
                  <a:pos x="T0" y="T1"/>
                </a:cxn>
                <a:cxn ang="0">
                  <a:pos x="T2" y="T3"/>
                </a:cxn>
                <a:cxn ang="0">
                  <a:pos x="T4" y="T5"/>
                </a:cxn>
                <a:cxn ang="0">
                  <a:pos x="T6" y="T7"/>
                </a:cxn>
                <a:cxn ang="0">
                  <a:pos x="T8" y="T9"/>
                </a:cxn>
              </a:cxnLst>
              <a:rect l="0" t="0" r="r" b="b"/>
              <a:pathLst>
                <a:path w="29" h="22">
                  <a:moveTo>
                    <a:pt x="16" y="21"/>
                  </a:moveTo>
                  <a:cubicBezTo>
                    <a:pt x="9" y="22"/>
                    <a:pt x="2" y="19"/>
                    <a:pt x="1" y="14"/>
                  </a:cubicBezTo>
                  <a:cubicBezTo>
                    <a:pt x="0" y="9"/>
                    <a:pt x="5" y="2"/>
                    <a:pt x="13" y="1"/>
                  </a:cubicBezTo>
                  <a:cubicBezTo>
                    <a:pt x="20" y="0"/>
                    <a:pt x="27" y="6"/>
                    <a:pt x="28" y="11"/>
                  </a:cubicBezTo>
                  <a:cubicBezTo>
                    <a:pt x="29" y="16"/>
                    <a:pt x="24" y="20"/>
                    <a:pt x="1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1" name="Freeform 1218">
              <a:extLst>
                <a:ext uri="{FF2B5EF4-FFF2-40B4-BE49-F238E27FC236}">
                  <a16:creationId xmlns:a16="http://schemas.microsoft.com/office/drawing/2014/main" id="{FF449596-BCE1-C0B8-F552-DD4B040D4B89}"/>
                </a:ext>
              </a:extLst>
            </p:cNvPr>
            <p:cNvSpPr>
              <a:spLocks/>
            </p:cNvSpPr>
            <p:nvPr/>
          </p:nvSpPr>
          <p:spPr bwMode="auto">
            <a:xfrm rot="5094805">
              <a:off x="-40280" y="738456"/>
              <a:ext cx="73119" cy="50269"/>
            </a:xfrm>
            <a:custGeom>
              <a:avLst/>
              <a:gdLst>
                <a:gd name="T0" fmla="*/ 28 w 30"/>
                <a:gd name="T1" fmla="*/ 9 h 20"/>
                <a:gd name="T2" fmla="*/ 17 w 30"/>
                <a:gd name="T3" fmla="*/ 19 h 20"/>
                <a:gd name="T4" fmla="*/ 1 w 30"/>
                <a:gd name="T5" fmla="*/ 13 h 20"/>
                <a:gd name="T6" fmla="*/ 13 w 30"/>
                <a:gd name="T7" fmla="*/ 2 h 20"/>
                <a:gd name="T8" fmla="*/ 28 w 30"/>
                <a:gd name="T9" fmla="*/ 9 h 20"/>
              </a:gdLst>
              <a:ahLst/>
              <a:cxnLst>
                <a:cxn ang="0">
                  <a:pos x="T0" y="T1"/>
                </a:cxn>
                <a:cxn ang="0">
                  <a:pos x="T2" y="T3"/>
                </a:cxn>
                <a:cxn ang="0">
                  <a:pos x="T4" y="T5"/>
                </a:cxn>
                <a:cxn ang="0">
                  <a:pos x="T6" y="T7"/>
                </a:cxn>
                <a:cxn ang="0">
                  <a:pos x="T8" y="T9"/>
                </a:cxn>
              </a:cxnLst>
              <a:rect l="0" t="0" r="r" b="b"/>
              <a:pathLst>
                <a:path w="30" h="20">
                  <a:moveTo>
                    <a:pt x="28" y="9"/>
                  </a:moveTo>
                  <a:cubicBezTo>
                    <a:pt x="30" y="14"/>
                    <a:pt x="25" y="18"/>
                    <a:pt x="17" y="19"/>
                  </a:cubicBezTo>
                  <a:cubicBezTo>
                    <a:pt x="10" y="20"/>
                    <a:pt x="2" y="18"/>
                    <a:pt x="1" y="13"/>
                  </a:cubicBezTo>
                  <a:cubicBezTo>
                    <a:pt x="0" y="9"/>
                    <a:pt x="5" y="3"/>
                    <a:pt x="13" y="2"/>
                  </a:cubicBezTo>
                  <a:cubicBezTo>
                    <a:pt x="20" y="0"/>
                    <a:pt x="27"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2" name="Freeform 1241">
              <a:extLst>
                <a:ext uri="{FF2B5EF4-FFF2-40B4-BE49-F238E27FC236}">
                  <a16:creationId xmlns:a16="http://schemas.microsoft.com/office/drawing/2014/main" id="{D57BBF86-B7D2-10AC-2C8A-D78A2FCFC341}"/>
                </a:ext>
              </a:extLst>
            </p:cNvPr>
            <p:cNvSpPr>
              <a:spLocks/>
            </p:cNvSpPr>
            <p:nvPr/>
          </p:nvSpPr>
          <p:spPr bwMode="auto">
            <a:xfrm rot="5094805">
              <a:off x="2236901" y="6941629"/>
              <a:ext cx="75404" cy="22850"/>
            </a:xfrm>
            <a:custGeom>
              <a:avLst/>
              <a:gdLst>
                <a:gd name="T0" fmla="*/ 29 w 30"/>
                <a:gd name="T1" fmla="*/ 3 h 10"/>
                <a:gd name="T2" fmla="*/ 16 w 30"/>
                <a:gd name="T3" fmla="*/ 9 h 10"/>
                <a:gd name="T4" fmla="*/ 1 w 30"/>
                <a:gd name="T5" fmla="*/ 6 h 10"/>
                <a:gd name="T6" fmla="*/ 14 w 30"/>
                <a:gd name="T7" fmla="*/ 1 h 10"/>
                <a:gd name="T8" fmla="*/ 29 w 30"/>
                <a:gd name="T9" fmla="*/ 3 h 10"/>
              </a:gdLst>
              <a:ahLst/>
              <a:cxnLst>
                <a:cxn ang="0">
                  <a:pos x="T0" y="T1"/>
                </a:cxn>
                <a:cxn ang="0">
                  <a:pos x="T2" y="T3"/>
                </a:cxn>
                <a:cxn ang="0">
                  <a:pos x="T4" y="T5"/>
                </a:cxn>
                <a:cxn ang="0">
                  <a:pos x="T6" y="T7"/>
                </a:cxn>
                <a:cxn ang="0">
                  <a:pos x="T8" y="T9"/>
                </a:cxn>
              </a:cxnLst>
              <a:rect l="0" t="0" r="r" b="b"/>
              <a:pathLst>
                <a:path w="30" h="10">
                  <a:moveTo>
                    <a:pt x="29" y="3"/>
                  </a:moveTo>
                  <a:cubicBezTo>
                    <a:pt x="30" y="5"/>
                    <a:pt x="24" y="8"/>
                    <a:pt x="16" y="9"/>
                  </a:cubicBezTo>
                  <a:cubicBezTo>
                    <a:pt x="9" y="10"/>
                    <a:pt x="2" y="8"/>
                    <a:pt x="1" y="6"/>
                  </a:cubicBezTo>
                  <a:cubicBezTo>
                    <a:pt x="0" y="4"/>
                    <a:pt x="6" y="2"/>
                    <a:pt x="14" y="1"/>
                  </a:cubicBezTo>
                  <a:cubicBezTo>
                    <a:pt x="22" y="0"/>
                    <a:pt x="29" y="1"/>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3" name="Freeform 1242">
              <a:extLst>
                <a:ext uri="{FF2B5EF4-FFF2-40B4-BE49-F238E27FC236}">
                  <a16:creationId xmlns:a16="http://schemas.microsoft.com/office/drawing/2014/main" id="{4954FFDF-4FC2-FF2B-2924-BC77A72A5F40}"/>
                </a:ext>
              </a:extLst>
            </p:cNvPr>
            <p:cNvSpPr>
              <a:spLocks/>
            </p:cNvSpPr>
            <p:nvPr/>
          </p:nvSpPr>
          <p:spPr bwMode="auto">
            <a:xfrm rot="5094805">
              <a:off x="2201077" y="6745442"/>
              <a:ext cx="70834" cy="22850"/>
            </a:xfrm>
            <a:custGeom>
              <a:avLst/>
              <a:gdLst>
                <a:gd name="T0" fmla="*/ 29 w 29"/>
                <a:gd name="T1" fmla="*/ 3 h 9"/>
                <a:gd name="T2" fmla="*/ 15 w 29"/>
                <a:gd name="T3" fmla="*/ 9 h 9"/>
                <a:gd name="T4" fmla="*/ 1 w 29"/>
                <a:gd name="T5" fmla="*/ 6 h 9"/>
                <a:gd name="T6" fmla="*/ 14 w 29"/>
                <a:gd name="T7" fmla="*/ 1 h 9"/>
                <a:gd name="T8" fmla="*/ 29 w 29"/>
                <a:gd name="T9" fmla="*/ 3 h 9"/>
              </a:gdLst>
              <a:ahLst/>
              <a:cxnLst>
                <a:cxn ang="0">
                  <a:pos x="T0" y="T1"/>
                </a:cxn>
                <a:cxn ang="0">
                  <a:pos x="T2" y="T3"/>
                </a:cxn>
                <a:cxn ang="0">
                  <a:pos x="T4" y="T5"/>
                </a:cxn>
                <a:cxn ang="0">
                  <a:pos x="T6" y="T7"/>
                </a:cxn>
                <a:cxn ang="0">
                  <a:pos x="T8" y="T9"/>
                </a:cxn>
              </a:cxnLst>
              <a:rect l="0" t="0" r="r" b="b"/>
              <a:pathLst>
                <a:path w="29" h="9">
                  <a:moveTo>
                    <a:pt x="29" y="3"/>
                  </a:moveTo>
                  <a:cubicBezTo>
                    <a:pt x="29" y="5"/>
                    <a:pt x="23" y="8"/>
                    <a:pt x="15" y="9"/>
                  </a:cubicBezTo>
                  <a:cubicBezTo>
                    <a:pt x="8" y="9"/>
                    <a:pt x="1" y="8"/>
                    <a:pt x="1" y="6"/>
                  </a:cubicBezTo>
                  <a:cubicBezTo>
                    <a:pt x="0" y="4"/>
                    <a:pt x="7" y="2"/>
                    <a:pt x="14" y="1"/>
                  </a:cubicBezTo>
                  <a:cubicBezTo>
                    <a:pt x="22" y="0"/>
                    <a:pt x="28" y="1"/>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4" name="Freeform 1243">
              <a:extLst>
                <a:ext uri="{FF2B5EF4-FFF2-40B4-BE49-F238E27FC236}">
                  <a16:creationId xmlns:a16="http://schemas.microsoft.com/office/drawing/2014/main" id="{32B2AC66-0D4D-F46F-6200-7173FA12DF18}"/>
                </a:ext>
              </a:extLst>
            </p:cNvPr>
            <p:cNvSpPr>
              <a:spLocks/>
            </p:cNvSpPr>
            <p:nvPr/>
          </p:nvSpPr>
          <p:spPr bwMode="auto">
            <a:xfrm rot="5094805">
              <a:off x="2160886" y="6551531"/>
              <a:ext cx="75404" cy="22850"/>
            </a:xfrm>
            <a:custGeom>
              <a:avLst/>
              <a:gdLst>
                <a:gd name="T0" fmla="*/ 29 w 31"/>
                <a:gd name="T1" fmla="*/ 3 h 9"/>
                <a:gd name="T2" fmla="*/ 18 w 31"/>
                <a:gd name="T3" fmla="*/ 8 h 9"/>
                <a:gd name="T4" fmla="*/ 2 w 31"/>
                <a:gd name="T5" fmla="*/ 6 h 9"/>
                <a:gd name="T6" fmla="*/ 14 w 31"/>
                <a:gd name="T7" fmla="*/ 1 h 9"/>
                <a:gd name="T8" fmla="*/ 29 w 31"/>
                <a:gd name="T9" fmla="*/ 3 h 9"/>
              </a:gdLst>
              <a:ahLst/>
              <a:cxnLst>
                <a:cxn ang="0">
                  <a:pos x="T0" y="T1"/>
                </a:cxn>
                <a:cxn ang="0">
                  <a:pos x="T2" y="T3"/>
                </a:cxn>
                <a:cxn ang="0">
                  <a:pos x="T4" y="T5"/>
                </a:cxn>
                <a:cxn ang="0">
                  <a:pos x="T6" y="T7"/>
                </a:cxn>
                <a:cxn ang="0">
                  <a:pos x="T8" y="T9"/>
                </a:cxn>
              </a:cxnLst>
              <a:rect l="0" t="0" r="r" b="b"/>
              <a:pathLst>
                <a:path w="31" h="9">
                  <a:moveTo>
                    <a:pt x="29" y="3"/>
                  </a:moveTo>
                  <a:cubicBezTo>
                    <a:pt x="31" y="5"/>
                    <a:pt x="25" y="7"/>
                    <a:pt x="18" y="8"/>
                  </a:cubicBezTo>
                  <a:cubicBezTo>
                    <a:pt x="10" y="9"/>
                    <a:pt x="3" y="8"/>
                    <a:pt x="2" y="6"/>
                  </a:cubicBezTo>
                  <a:cubicBezTo>
                    <a:pt x="0" y="4"/>
                    <a:pt x="6" y="2"/>
                    <a:pt x="14" y="1"/>
                  </a:cubicBezTo>
                  <a:cubicBezTo>
                    <a:pt x="21" y="0"/>
                    <a:pt x="28" y="1"/>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5" name="Freeform 1244">
              <a:extLst>
                <a:ext uri="{FF2B5EF4-FFF2-40B4-BE49-F238E27FC236}">
                  <a16:creationId xmlns:a16="http://schemas.microsoft.com/office/drawing/2014/main" id="{EFCBF56A-AE73-625D-BC49-EE2ADDD3FB3A}"/>
                </a:ext>
              </a:extLst>
            </p:cNvPr>
            <p:cNvSpPr>
              <a:spLocks/>
            </p:cNvSpPr>
            <p:nvPr/>
          </p:nvSpPr>
          <p:spPr bwMode="auto">
            <a:xfrm rot="5094805">
              <a:off x="2129807" y="6357013"/>
              <a:ext cx="75404" cy="22850"/>
            </a:xfrm>
            <a:custGeom>
              <a:avLst/>
              <a:gdLst>
                <a:gd name="T0" fmla="*/ 13 w 30"/>
                <a:gd name="T1" fmla="*/ 1 h 9"/>
                <a:gd name="T2" fmla="*/ 29 w 30"/>
                <a:gd name="T3" fmla="*/ 3 h 9"/>
                <a:gd name="T4" fmla="*/ 17 w 30"/>
                <a:gd name="T5" fmla="*/ 8 h 9"/>
                <a:gd name="T6" fmla="*/ 1 w 30"/>
                <a:gd name="T7" fmla="*/ 6 h 9"/>
                <a:gd name="T8" fmla="*/ 13 w 30"/>
                <a:gd name="T9" fmla="*/ 1 h 9"/>
              </a:gdLst>
              <a:ahLst/>
              <a:cxnLst>
                <a:cxn ang="0">
                  <a:pos x="T0" y="T1"/>
                </a:cxn>
                <a:cxn ang="0">
                  <a:pos x="T2" y="T3"/>
                </a:cxn>
                <a:cxn ang="0">
                  <a:pos x="T4" y="T5"/>
                </a:cxn>
                <a:cxn ang="0">
                  <a:pos x="T6" y="T7"/>
                </a:cxn>
                <a:cxn ang="0">
                  <a:pos x="T8" y="T9"/>
                </a:cxn>
              </a:cxnLst>
              <a:rect l="0" t="0" r="r" b="b"/>
              <a:pathLst>
                <a:path w="30" h="9">
                  <a:moveTo>
                    <a:pt x="13" y="1"/>
                  </a:moveTo>
                  <a:cubicBezTo>
                    <a:pt x="21" y="0"/>
                    <a:pt x="28" y="1"/>
                    <a:pt x="29" y="3"/>
                  </a:cubicBezTo>
                  <a:cubicBezTo>
                    <a:pt x="30" y="5"/>
                    <a:pt x="25" y="8"/>
                    <a:pt x="17" y="8"/>
                  </a:cubicBezTo>
                  <a:cubicBezTo>
                    <a:pt x="10" y="9"/>
                    <a:pt x="2" y="7"/>
                    <a:pt x="1" y="6"/>
                  </a:cubicBezTo>
                  <a:cubicBezTo>
                    <a:pt x="0" y="4"/>
                    <a:pt x="5"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6" name="Freeform 1245">
              <a:extLst>
                <a:ext uri="{FF2B5EF4-FFF2-40B4-BE49-F238E27FC236}">
                  <a16:creationId xmlns:a16="http://schemas.microsoft.com/office/drawing/2014/main" id="{845E1257-2A19-320D-9A89-BFAFB307B973}"/>
                </a:ext>
              </a:extLst>
            </p:cNvPr>
            <p:cNvSpPr>
              <a:spLocks/>
            </p:cNvSpPr>
            <p:nvPr/>
          </p:nvSpPr>
          <p:spPr bwMode="auto">
            <a:xfrm rot="5094805">
              <a:off x="2102152" y="6163535"/>
              <a:ext cx="70834" cy="20565"/>
            </a:xfrm>
            <a:custGeom>
              <a:avLst/>
              <a:gdLst>
                <a:gd name="T0" fmla="*/ 13 w 29"/>
                <a:gd name="T1" fmla="*/ 0 h 8"/>
                <a:gd name="T2" fmla="*/ 28 w 29"/>
                <a:gd name="T3" fmla="*/ 3 h 8"/>
                <a:gd name="T4" fmla="*/ 16 w 29"/>
                <a:gd name="T5" fmla="*/ 8 h 8"/>
                <a:gd name="T6" fmla="*/ 0 w 29"/>
                <a:gd name="T7" fmla="*/ 5 h 8"/>
                <a:gd name="T8" fmla="*/ 13 w 29"/>
                <a:gd name="T9" fmla="*/ 0 h 8"/>
              </a:gdLst>
              <a:ahLst/>
              <a:cxnLst>
                <a:cxn ang="0">
                  <a:pos x="T0" y="T1"/>
                </a:cxn>
                <a:cxn ang="0">
                  <a:pos x="T2" y="T3"/>
                </a:cxn>
                <a:cxn ang="0">
                  <a:pos x="T4" y="T5"/>
                </a:cxn>
                <a:cxn ang="0">
                  <a:pos x="T6" y="T7"/>
                </a:cxn>
                <a:cxn ang="0">
                  <a:pos x="T8" y="T9"/>
                </a:cxn>
              </a:cxnLst>
              <a:rect l="0" t="0" r="r" b="b"/>
              <a:pathLst>
                <a:path w="29" h="8">
                  <a:moveTo>
                    <a:pt x="13" y="0"/>
                  </a:moveTo>
                  <a:cubicBezTo>
                    <a:pt x="21" y="0"/>
                    <a:pt x="28" y="1"/>
                    <a:pt x="28" y="3"/>
                  </a:cubicBezTo>
                  <a:cubicBezTo>
                    <a:pt x="29" y="5"/>
                    <a:pt x="23" y="7"/>
                    <a:pt x="16" y="8"/>
                  </a:cubicBezTo>
                  <a:cubicBezTo>
                    <a:pt x="8" y="8"/>
                    <a:pt x="1" y="7"/>
                    <a:pt x="0" y="5"/>
                  </a:cubicBezTo>
                  <a:cubicBezTo>
                    <a:pt x="0" y="3"/>
                    <a:pt x="6" y="0"/>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7" name="Freeform 1246">
              <a:extLst>
                <a:ext uri="{FF2B5EF4-FFF2-40B4-BE49-F238E27FC236}">
                  <a16:creationId xmlns:a16="http://schemas.microsoft.com/office/drawing/2014/main" id="{3F239BED-3F3A-9D9E-5F75-D7D061CBFE77}"/>
                </a:ext>
              </a:extLst>
            </p:cNvPr>
            <p:cNvSpPr>
              <a:spLocks/>
            </p:cNvSpPr>
            <p:nvPr/>
          </p:nvSpPr>
          <p:spPr bwMode="auto">
            <a:xfrm rot="5094805">
              <a:off x="2062066" y="5969721"/>
              <a:ext cx="73119" cy="22850"/>
            </a:xfrm>
            <a:custGeom>
              <a:avLst/>
              <a:gdLst>
                <a:gd name="T0" fmla="*/ 28 w 29"/>
                <a:gd name="T1" fmla="*/ 3 h 10"/>
                <a:gd name="T2" fmla="*/ 16 w 29"/>
                <a:gd name="T3" fmla="*/ 9 h 10"/>
                <a:gd name="T4" fmla="*/ 1 w 29"/>
                <a:gd name="T5" fmla="*/ 7 h 10"/>
                <a:gd name="T6" fmla="*/ 14 w 29"/>
                <a:gd name="T7" fmla="*/ 1 h 10"/>
                <a:gd name="T8" fmla="*/ 28 w 29"/>
                <a:gd name="T9" fmla="*/ 3 h 10"/>
              </a:gdLst>
              <a:ahLst/>
              <a:cxnLst>
                <a:cxn ang="0">
                  <a:pos x="T0" y="T1"/>
                </a:cxn>
                <a:cxn ang="0">
                  <a:pos x="T2" y="T3"/>
                </a:cxn>
                <a:cxn ang="0">
                  <a:pos x="T4" y="T5"/>
                </a:cxn>
                <a:cxn ang="0">
                  <a:pos x="T6" y="T7"/>
                </a:cxn>
                <a:cxn ang="0">
                  <a:pos x="T8" y="T9"/>
                </a:cxn>
              </a:cxnLst>
              <a:rect l="0" t="0" r="r" b="b"/>
              <a:pathLst>
                <a:path w="29" h="10">
                  <a:moveTo>
                    <a:pt x="28" y="3"/>
                  </a:moveTo>
                  <a:cubicBezTo>
                    <a:pt x="29" y="5"/>
                    <a:pt x="23" y="8"/>
                    <a:pt x="16" y="9"/>
                  </a:cubicBezTo>
                  <a:cubicBezTo>
                    <a:pt x="9" y="10"/>
                    <a:pt x="1" y="9"/>
                    <a:pt x="1" y="7"/>
                  </a:cubicBezTo>
                  <a:cubicBezTo>
                    <a:pt x="0" y="5"/>
                    <a:pt x="6" y="2"/>
                    <a:pt x="14" y="1"/>
                  </a:cubicBezTo>
                  <a:cubicBezTo>
                    <a:pt x="21" y="0"/>
                    <a:pt x="28" y="1"/>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8" name="Freeform 1247">
              <a:extLst>
                <a:ext uri="{FF2B5EF4-FFF2-40B4-BE49-F238E27FC236}">
                  <a16:creationId xmlns:a16="http://schemas.microsoft.com/office/drawing/2014/main" id="{2FDB0E2E-CF02-3844-E7A1-72F560E084BA}"/>
                </a:ext>
              </a:extLst>
            </p:cNvPr>
            <p:cNvSpPr>
              <a:spLocks/>
            </p:cNvSpPr>
            <p:nvPr/>
          </p:nvSpPr>
          <p:spPr bwMode="auto">
            <a:xfrm rot="5094805">
              <a:off x="2006357" y="5779698"/>
              <a:ext cx="73119" cy="27420"/>
            </a:xfrm>
            <a:custGeom>
              <a:avLst/>
              <a:gdLst>
                <a:gd name="T0" fmla="*/ 12 w 29"/>
                <a:gd name="T1" fmla="*/ 2 h 11"/>
                <a:gd name="T2" fmla="*/ 28 w 29"/>
                <a:gd name="T3" fmla="*/ 2 h 11"/>
                <a:gd name="T4" fmla="*/ 16 w 29"/>
                <a:gd name="T5" fmla="*/ 10 h 11"/>
                <a:gd name="T6" fmla="*/ 1 w 29"/>
                <a:gd name="T7" fmla="*/ 9 h 11"/>
                <a:gd name="T8" fmla="*/ 12 w 29"/>
                <a:gd name="T9" fmla="*/ 2 h 11"/>
              </a:gdLst>
              <a:ahLst/>
              <a:cxnLst>
                <a:cxn ang="0">
                  <a:pos x="T0" y="T1"/>
                </a:cxn>
                <a:cxn ang="0">
                  <a:pos x="T2" y="T3"/>
                </a:cxn>
                <a:cxn ang="0">
                  <a:pos x="T4" y="T5"/>
                </a:cxn>
                <a:cxn ang="0">
                  <a:pos x="T6" y="T7"/>
                </a:cxn>
                <a:cxn ang="0">
                  <a:pos x="T8" y="T9"/>
                </a:cxn>
              </a:cxnLst>
              <a:rect l="0" t="0" r="r" b="b"/>
              <a:pathLst>
                <a:path w="29" h="11">
                  <a:moveTo>
                    <a:pt x="12" y="2"/>
                  </a:moveTo>
                  <a:cubicBezTo>
                    <a:pt x="20" y="0"/>
                    <a:pt x="27" y="0"/>
                    <a:pt x="28" y="2"/>
                  </a:cubicBezTo>
                  <a:cubicBezTo>
                    <a:pt x="29" y="4"/>
                    <a:pt x="24" y="8"/>
                    <a:pt x="16" y="10"/>
                  </a:cubicBezTo>
                  <a:cubicBezTo>
                    <a:pt x="9" y="11"/>
                    <a:pt x="2" y="11"/>
                    <a:pt x="1" y="9"/>
                  </a:cubicBezTo>
                  <a:cubicBezTo>
                    <a:pt x="0" y="7"/>
                    <a:pt x="5" y="4"/>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9" name="Freeform 1248">
              <a:extLst>
                <a:ext uri="{FF2B5EF4-FFF2-40B4-BE49-F238E27FC236}">
                  <a16:creationId xmlns:a16="http://schemas.microsoft.com/office/drawing/2014/main" id="{10DA22BC-A568-9415-DE04-42DAA952CA3B}"/>
                </a:ext>
              </a:extLst>
            </p:cNvPr>
            <p:cNvSpPr>
              <a:spLocks/>
            </p:cNvSpPr>
            <p:nvPr/>
          </p:nvSpPr>
          <p:spPr bwMode="auto">
            <a:xfrm rot="5094805">
              <a:off x="1939171" y="5588509"/>
              <a:ext cx="70834" cy="34275"/>
            </a:xfrm>
            <a:custGeom>
              <a:avLst/>
              <a:gdLst>
                <a:gd name="T0" fmla="*/ 16 w 29"/>
                <a:gd name="T1" fmla="*/ 11 h 14"/>
                <a:gd name="T2" fmla="*/ 1 w 29"/>
                <a:gd name="T3" fmla="*/ 11 h 14"/>
                <a:gd name="T4" fmla="*/ 13 w 29"/>
                <a:gd name="T5" fmla="*/ 3 h 14"/>
                <a:gd name="T6" fmla="*/ 28 w 29"/>
                <a:gd name="T7" fmla="*/ 3 h 14"/>
                <a:gd name="T8" fmla="*/ 16 w 29"/>
                <a:gd name="T9" fmla="*/ 11 h 14"/>
              </a:gdLst>
              <a:ahLst/>
              <a:cxnLst>
                <a:cxn ang="0">
                  <a:pos x="T0" y="T1"/>
                </a:cxn>
                <a:cxn ang="0">
                  <a:pos x="T2" y="T3"/>
                </a:cxn>
                <a:cxn ang="0">
                  <a:pos x="T4" y="T5"/>
                </a:cxn>
                <a:cxn ang="0">
                  <a:pos x="T6" y="T7"/>
                </a:cxn>
                <a:cxn ang="0">
                  <a:pos x="T8" y="T9"/>
                </a:cxn>
              </a:cxnLst>
              <a:rect l="0" t="0" r="r" b="b"/>
              <a:pathLst>
                <a:path w="29" h="14">
                  <a:moveTo>
                    <a:pt x="16" y="11"/>
                  </a:moveTo>
                  <a:cubicBezTo>
                    <a:pt x="8" y="14"/>
                    <a:pt x="1" y="13"/>
                    <a:pt x="1" y="11"/>
                  </a:cubicBezTo>
                  <a:cubicBezTo>
                    <a:pt x="0" y="9"/>
                    <a:pt x="6" y="5"/>
                    <a:pt x="13" y="3"/>
                  </a:cubicBezTo>
                  <a:cubicBezTo>
                    <a:pt x="21" y="1"/>
                    <a:pt x="27" y="0"/>
                    <a:pt x="28" y="3"/>
                  </a:cubicBezTo>
                  <a:cubicBezTo>
                    <a:pt x="29" y="5"/>
                    <a:pt x="23" y="9"/>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0" name="Freeform 1249">
              <a:extLst>
                <a:ext uri="{FF2B5EF4-FFF2-40B4-BE49-F238E27FC236}">
                  <a16:creationId xmlns:a16="http://schemas.microsoft.com/office/drawing/2014/main" id="{9CE24FB1-65CC-AD7F-D813-066DEC446156}"/>
                </a:ext>
              </a:extLst>
            </p:cNvPr>
            <p:cNvSpPr>
              <a:spLocks/>
            </p:cNvSpPr>
            <p:nvPr/>
          </p:nvSpPr>
          <p:spPr bwMode="auto">
            <a:xfrm rot="5094805">
              <a:off x="1856151" y="5400917"/>
              <a:ext cx="70834" cy="38845"/>
            </a:xfrm>
            <a:custGeom>
              <a:avLst/>
              <a:gdLst>
                <a:gd name="T0" fmla="*/ 16 w 29"/>
                <a:gd name="T1" fmla="*/ 12 h 15"/>
                <a:gd name="T2" fmla="*/ 1 w 29"/>
                <a:gd name="T3" fmla="*/ 13 h 15"/>
                <a:gd name="T4" fmla="*/ 13 w 29"/>
                <a:gd name="T5" fmla="*/ 3 h 15"/>
                <a:gd name="T6" fmla="*/ 28 w 29"/>
                <a:gd name="T7" fmla="*/ 2 h 15"/>
                <a:gd name="T8" fmla="*/ 16 w 29"/>
                <a:gd name="T9" fmla="*/ 12 h 15"/>
              </a:gdLst>
              <a:ahLst/>
              <a:cxnLst>
                <a:cxn ang="0">
                  <a:pos x="T0" y="T1"/>
                </a:cxn>
                <a:cxn ang="0">
                  <a:pos x="T2" y="T3"/>
                </a:cxn>
                <a:cxn ang="0">
                  <a:pos x="T4" y="T5"/>
                </a:cxn>
                <a:cxn ang="0">
                  <a:pos x="T6" y="T7"/>
                </a:cxn>
                <a:cxn ang="0">
                  <a:pos x="T8" y="T9"/>
                </a:cxn>
              </a:cxnLst>
              <a:rect l="0" t="0" r="r" b="b"/>
              <a:pathLst>
                <a:path w="29" h="15">
                  <a:moveTo>
                    <a:pt x="16" y="12"/>
                  </a:moveTo>
                  <a:cubicBezTo>
                    <a:pt x="9" y="14"/>
                    <a:pt x="2" y="15"/>
                    <a:pt x="1" y="13"/>
                  </a:cubicBezTo>
                  <a:cubicBezTo>
                    <a:pt x="0" y="10"/>
                    <a:pt x="6" y="6"/>
                    <a:pt x="13" y="3"/>
                  </a:cubicBezTo>
                  <a:cubicBezTo>
                    <a:pt x="20" y="1"/>
                    <a:pt x="27" y="0"/>
                    <a:pt x="28" y="2"/>
                  </a:cubicBezTo>
                  <a:cubicBezTo>
                    <a:pt x="29" y="5"/>
                    <a:pt x="24" y="9"/>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1" name="Freeform 1250">
              <a:extLst>
                <a:ext uri="{FF2B5EF4-FFF2-40B4-BE49-F238E27FC236}">
                  <a16:creationId xmlns:a16="http://schemas.microsoft.com/office/drawing/2014/main" id="{89050AC4-9249-1007-C9CD-46F7BB4F840E}"/>
                </a:ext>
              </a:extLst>
            </p:cNvPr>
            <p:cNvSpPr>
              <a:spLocks/>
            </p:cNvSpPr>
            <p:nvPr/>
          </p:nvSpPr>
          <p:spPr bwMode="auto">
            <a:xfrm rot="5094805">
              <a:off x="1764026" y="5216420"/>
              <a:ext cx="70834" cy="38845"/>
            </a:xfrm>
            <a:custGeom>
              <a:avLst/>
              <a:gdLst>
                <a:gd name="T0" fmla="*/ 13 w 28"/>
                <a:gd name="T1" fmla="*/ 4 h 16"/>
                <a:gd name="T2" fmla="*/ 28 w 28"/>
                <a:gd name="T3" fmla="*/ 2 h 16"/>
                <a:gd name="T4" fmla="*/ 15 w 28"/>
                <a:gd name="T5" fmla="*/ 13 h 16"/>
                <a:gd name="T6" fmla="*/ 0 w 28"/>
                <a:gd name="T7" fmla="*/ 14 h 16"/>
                <a:gd name="T8" fmla="*/ 13 w 28"/>
                <a:gd name="T9" fmla="*/ 4 h 16"/>
              </a:gdLst>
              <a:ahLst/>
              <a:cxnLst>
                <a:cxn ang="0">
                  <a:pos x="T0" y="T1"/>
                </a:cxn>
                <a:cxn ang="0">
                  <a:pos x="T2" y="T3"/>
                </a:cxn>
                <a:cxn ang="0">
                  <a:pos x="T4" y="T5"/>
                </a:cxn>
                <a:cxn ang="0">
                  <a:pos x="T6" y="T7"/>
                </a:cxn>
                <a:cxn ang="0">
                  <a:pos x="T8" y="T9"/>
                </a:cxn>
              </a:cxnLst>
              <a:rect l="0" t="0" r="r" b="b"/>
              <a:pathLst>
                <a:path w="28" h="16">
                  <a:moveTo>
                    <a:pt x="13" y="4"/>
                  </a:moveTo>
                  <a:cubicBezTo>
                    <a:pt x="20" y="1"/>
                    <a:pt x="27" y="0"/>
                    <a:pt x="28" y="2"/>
                  </a:cubicBezTo>
                  <a:cubicBezTo>
                    <a:pt x="28" y="5"/>
                    <a:pt x="23" y="10"/>
                    <a:pt x="15" y="13"/>
                  </a:cubicBezTo>
                  <a:cubicBezTo>
                    <a:pt x="8" y="16"/>
                    <a:pt x="1" y="16"/>
                    <a:pt x="0" y="14"/>
                  </a:cubicBezTo>
                  <a:cubicBezTo>
                    <a:pt x="0" y="11"/>
                    <a:pt x="5" y="7"/>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2" name="Freeform 1251">
              <a:extLst>
                <a:ext uri="{FF2B5EF4-FFF2-40B4-BE49-F238E27FC236}">
                  <a16:creationId xmlns:a16="http://schemas.microsoft.com/office/drawing/2014/main" id="{F57291A6-99B4-ABC3-656D-A6DE8581C8D3}"/>
                </a:ext>
              </a:extLst>
            </p:cNvPr>
            <p:cNvSpPr>
              <a:spLocks/>
            </p:cNvSpPr>
            <p:nvPr/>
          </p:nvSpPr>
          <p:spPr bwMode="auto">
            <a:xfrm rot="5094805">
              <a:off x="1662903" y="5032830"/>
              <a:ext cx="68549" cy="41130"/>
            </a:xfrm>
            <a:custGeom>
              <a:avLst/>
              <a:gdLst>
                <a:gd name="T0" fmla="*/ 27 w 28"/>
                <a:gd name="T1" fmla="*/ 2 h 17"/>
                <a:gd name="T2" fmla="*/ 15 w 28"/>
                <a:gd name="T3" fmla="*/ 13 h 17"/>
                <a:gd name="T4" fmla="*/ 0 w 28"/>
                <a:gd name="T5" fmla="*/ 15 h 17"/>
                <a:gd name="T6" fmla="*/ 13 w 28"/>
                <a:gd name="T7" fmla="*/ 4 h 17"/>
                <a:gd name="T8" fmla="*/ 27 w 28"/>
                <a:gd name="T9" fmla="*/ 2 h 17"/>
              </a:gdLst>
              <a:ahLst/>
              <a:cxnLst>
                <a:cxn ang="0">
                  <a:pos x="T0" y="T1"/>
                </a:cxn>
                <a:cxn ang="0">
                  <a:pos x="T2" y="T3"/>
                </a:cxn>
                <a:cxn ang="0">
                  <a:pos x="T4" y="T5"/>
                </a:cxn>
                <a:cxn ang="0">
                  <a:pos x="T6" y="T7"/>
                </a:cxn>
                <a:cxn ang="0">
                  <a:pos x="T8" y="T9"/>
                </a:cxn>
              </a:cxnLst>
              <a:rect l="0" t="0" r="r" b="b"/>
              <a:pathLst>
                <a:path w="28" h="17">
                  <a:moveTo>
                    <a:pt x="27" y="2"/>
                  </a:moveTo>
                  <a:cubicBezTo>
                    <a:pt x="28" y="5"/>
                    <a:pt x="22" y="10"/>
                    <a:pt x="15" y="13"/>
                  </a:cubicBezTo>
                  <a:cubicBezTo>
                    <a:pt x="8" y="17"/>
                    <a:pt x="1" y="17"/>
                    <a:pt x="0" y="15"/>
                  </a:cubicBezTo>
                  <a:cubicBezTo>
                    <a:pt x="0" y="12"/>
                    <a:pt x="5" y="7"/>
                    <a:pt x="13" y="4"/>
                  </a:cubicBezTo>
                  <a:cubicBezTo>
                    <a:pt x="20" y="0"/>
                    <a:pt x="27"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3" name="Freeform 1252">
              <a:extLst>
                <a:ext uri="{FF2B5EF4-FFF2-40B4-BE49-F238E27FC236}">
                  <a16:creationId xmlns:a16="http://schemas.microsoft.com/office/drawing/2014/main" id="{D93B2359-A1CC-9630-63D6-559D595ED47F}"/>
                </a:ext>
              </a:extLst>
            </p:cNvPr>
            <p:cNvSpPr>
              <a:spLocks/>
            </p:cNvSpPr>
            <p:nvPr/>
          </p:nvSpPr>
          <p:spPr bwMode="auto">
            <a:xfrm rot="5094805">
              <a:off x="1554943" y="4847361"/>
              <a:ext cx="70834" cy="47985"/>
            </a:xfrm>
            <a:custGeom>
              <a:avLst/>
              <a:gdLst>
                <a:gd name="T0" fmla="*/ 28 w 29"/>
                <a:gd name="T1" fmla="*/ 3 h 19"/>
                <a:gd name="T2" fmla="*/ 17 w 29"/>
                <a:gd name="T3" fmla="*/ 14 h 19"/>
                <a:gd name="T4" fmla="*/ 1 w 29"/>
                <a:gd name="T5" fmla="*/ 17 h 19"/>
                <a:gd name="T6" fmla="*/ 13 w 29"/>
                <a:gd name="T7" fmla="*/ 5 h 19"/>
                <a:gd name="T8" fmla="*/ 28 w 29"/>
                <a:gd name="T9" fmla="*/ 3 h 19"/>
              </a:gdLst>
              <a:ahLst/>
              <a:cxnLst>
                <a:cxn ang="0">
                  <a:pos x="T0" y="T1"/>
                </a:cxn>
                <a:cxn ang="0">
                  <a:pos x="T2" y="T3"/>
                </a:cxn>
                <a:cxn ang="0">
                  <a:pos x="T4" y="T5"/>
                </a:cxn>
                <a:cxn ang="0">
                  <a:pos x="T6" y="T7"/>
                </a:cxn>
                <a:cxn ang="0">
                  <a:pos x="T8" y="T9"/>
                </a:cxn>
              </a:cxnLst>
              <a:rect l="0" t="0" r="r" b="b"/>
              <a:pathLst>
                <a:path w="29" h="19">
                  <a:moveTo>
                    <a:pt x="28" y="3"/>
                  </a:moveTo>
                  <a:cubicBezTo>
                    <a:pt x="29" y="5"/>
                    <a:pt x="24" y="10"/>
                    <a:pt x="17" y="14"/>
                  </a:cubicBezTo>
                  <a:cubicBezTo>
                    <a:pt x="10" y="18"/>
                    <a:pt x="2" y="19"/>
                    <a:pt x="1" y="17"/>
                  </a:cubicBezTo>
                  <a:cubicBezTo>
                    <a:pt x="0" y="14"/>
                    <a:pt x="5" y="9"/>
                    <a:pt x="13" y="5"/>
                  </a:cubicBezTo>
                  <a:cubicBezTo>
                    <a:pt x="20"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4" name="Freeform 1253">
              <a:extLst>
                <a:ext uri="{FF2B5EF4-FFF2-40B4-BE49-F238E27FC236}">
                  <a16:creationId xmlns:a16="http://schemas.microsoft.com/office/drawing/2014/main" id="{A59E5720-BBB0-5D45-A2A0-C4BC9D4A6020}"/>
                </a:ext>
              </a:extLst>
            </p:cNvPr>
            <p:cNvSpPr>
              <a:spLocks/>
            </p:cNvSpPr>
            <p:nvPr/>
          </p:nvSpPr>
          <p:spPr bwMode="auto">
            <a:xfrm rot="5094805">
              <a:off x="1440261" y="4667166"/>
              <a:ext cx="70834" cy="47985"/>
            </a:xfrm>
            <a:custGeom>
              <a:avLst/>
              <a:gdLst>
                <a:gd name="T0" fmla="*/ 28 w 29"/>
                <a:gd name="T1" fmla="*/ 3 h 20"/>
                <a:gd name="T2" fmla="*/ 16 w 29"/>
                <a:gd name="T3" fmla="*/ 15 h 20"/>
                <a:gd name="T4" fmla="*/ 1 w 29"/>
                <a:gd name="T5" fmla="*/ 17 h 20"/>
                <a:gd name="T6" fmla="*/ 13 w 29"/>
                <a:gd name="T7" fmla="*/ 5 h 20"/>
                <a:gd name="T8" fmla="*/ 28 w 29"/>
                <a:gd name="T9" fmla="*/ 3 h 20"/>
              </a:gdLst>
              <a:ahLst/>
              <a:cxnLst>
                <a:cxn ang="0">
                  <a:pos x="T0" y="T1"/>
                </a:cxn>
                <a:cxn ang="0">
                  <a:pos x="T2" y="T3"/>
                </a:cxn>
                <a:cxn ang="0">
                  <a:pos x="T4" y="T5"/>
                </a:cxn>
                <a:cxn ang="0">
                  <a:pos x="T6" y="T7"/>
                </a:cxn>
                <a:cxn ang="0">
                  <a:pos x="T8" y="T9"/>
                </a:cxn>
              </a:cxnLst>
              <a:rect l="0" t="0" r="r" b="b"/>
              <a:pathLst>
                <a:path w="29" h="20">
                  <a:moveTo>
                    <a:pt x="28" y="3"/>
                  </a:moveTo>
                  <a:cubicBezTo>
                    <a:pt x="29" y="6"/>
                    <a:pt x="23" y="11"/>
                    <a:pt x="16" y="15"/>
                  </a:cubicBezTo>
                  <a:cubicBezTo>
                    <a:pt x="9" y="19"/>
                    <a:pt x="2" y="20"/>
                    <a:pt x="1" y="17"/>
                  </a:cubicBezTo>
                  <a:cubicBezTo>
                    <a:pt x="0" y="14"/>
                    <a:pt x="6" y="9"/>
                    <a:pt x="13" y="5"/>
                  </a:cubicBezTo>
                  <a:cubicBezTo>
                    <a:pt x="21"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5" name="Freeform 1256">
              <a:extLst>
                <a:ext uri="{FF2B5EF4-FFF2-40B4-BE49-F238E27FC236}">
                  <a16:creationId xmlns:a16="http://schemas.microsoft.com/office/drawing/2014/main" id="{2D8465C0-14AE-799F-076E-59C63E25356C}"/>
                </a:ext>
              </a:extLst>
            </p:cNvPr>
            <p:cNvSpPr>
              <a:spLocks/>
            </p:cNvSpPr>
            <p:nvPr/>
          </p:nvSpPr>
          <p:spPr bwMode="auto">
            <a:xfrm rot="5094805">
              <a:off x="1383143" y="4468269"/>
              <a:ext cx="66264" cy="38845"/>
            </a:xfrm>
            <a:custGeom>
              <a:avLst/>
              <a:gdLst>
                <a:gd name="T0" fmla="*/ 11 w 27"/>
                <a:gd name="T1" fmla="*/ 5 h 16"/>
                <a:gd name="T2" fmla="*/ 26 w 27"/>
                <a:gd name="T3" fmla="*/ 1 h 16"/>
                <a:gd name="T4" fmla="*/ 14 w 27"/>
                <a:gd name="T5" fmla="*/ 11 h 16"/>
                <a:gd name="T6" fmla="*/ 0 w 27"/>
                <a:gd name="T7" fmla="*/ 15 h 16"/>
                <a:gd name="T8" fmla="*/ 11 w 27"/>
                <a:gd name="T9" fmla="*/ 5 h 16"/>
              </a:gdLst>
              <a:ahLst/>
              <a:cxnLst>
                <a:cxn ang="0">
                  <a:pos x="T0" y="T1"/>
                </a:cxn>
                <a:cxn ang="0">
                  <a:pos x="T2" y="T3"/>
                </a:cxn>
                <a:cxn ang="0">
                  <a:pos x="T4" y="T5"/>
                </a:cxn>
                <a:cxn ang="0">
                  <a:pos x="T6" y="T7"/>
                </a:cxn>
                <a:cxn ang="0">
                  <a:pos x="T8" y="T9"/>
                </a:cxn>
              </a:cxnLst>
              <a:rect l="0" t="0" r="r" b="b"/>
              <a:pathLst>
                <a:path w="27" h="16">
                  <a:moveTo>
                    <a:pt x="11" y="5"/>
                  </a:moveTo>
                  <a:cubicBezTo>
                    <a:pt x="18" y="2"/>
                    <a:pt x="25" y="0"/>
                    <a:pt x="26" y="1"/>
                  </a:cubicBezTo>
                  <a:cubicBezTo>
                    <a:pt x="27" y="3"/>
                    <a:pt x="21" y="7"/>
                    <a:pt x="14" y="11"/>
                  </a:cubicBezTo>
                  <a:cubicBezTo>
                    <a:pt x="7" y="15"/>
                    <a:pt x="1" y="16"/>
                    <a:pt x="0" y="15"/>
                  </a:cubicBezTo>
                  <a:cubicBezTo>
                    <a:pt x="0" y="13"/>
                    <a:pt x="4" y="9"/>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6" name="Freeform 1257">
              <a:extLst>
                <a:ext uri="{FF2B5EF4-FFF2-40B4-BE49-F238E27FC236}">
                  <a16:creationId xmlns:a16="http://schemas.microsoft.com/office/drawing/2014/main" id="{B2074E40-C36F-7ACE-6F19-5046110422C2}"/>
                </a:ext>
              </a:extLst>
            </p:cNvPr>
            <p:cNvSpPr>
              <a:spLocks/>
            </p:cNvSpPr>
            <p:nvPr/>
          </p:nvSpPr>
          <p:spPr bwMode="auto">
            <a:xfrm rot="5094805">
              <a:off x="1496581" y="4647326"/>
              <a:ext cx="68549" cy="38845"/>
            </a:xfrm>
            <a:custGeom>
              <a:avLst/>
              <a:gdLst>
                <a:gd name="T0" fmla="*/ 16 w 28"/>
                <a:gd name="T1" fmla="*/ 11 h 16"/>
                <a:gd name="T2" fmla="*/ 2 w 28"/>
                <a:gd name="T3" fmla="*/ 15 h 16"/>
                <a:gd name="T4" fmla="*/ 11 w 28"/>
                <a:gd name="T5" fmla="*/ 7 h 16"/>
                <a:gd name="T6" fmla="*/ 27 w 28"/>
                <a:gd name="T7" fmla="*/ 2 h 16"/>
                <a:gd name="T8" fmla="*/ 16 w 28"/>
                <a:gd name="T9" fmla="*/ 11 h 16"/>
              </a:gdLst>
              <a:ahLst/>
              <a:cxnLst>
                <a:cxn ang="0">
                  <a:pos x="T0" y="T1"/>
                </a:cxn>
                <a:cxn ang="0">
                  <a:pos x="T2" y="T3"/>
                </a:cxn>
                <a:cxn ang="0">
                  <a:pos x="T4" y="T5"/>
                </a:cxn>
                <a:cxn ang="0">
                  <a:pos x="T6" y="T7"/>
                </a:cxn>
                <a:cxn ang="0">
                  <a:pos x="T8" y="T9"/>
                </a:cxn>
              </a:cxnLst>
              <a:rect l="0" t="0" r="r" b="b"/>
              <a:pathLst>
                <a:path w="28" h="16">
                  <a:moveTo>
                    <a:pt x="16" y="11"/>
                  </a:moveTo>
                  <a:cubicBezTo>
                    <a:pt x="9" y="15"/>
                    <a:pt x="3" y="16"/>
                    <a:pt x="2" y="15"/>
                  </a:cubicBezTo>
                  <a:cubicBezTo>
                    <a:pt x="0" y="14"/>
                    <a:pt x="5" y="10"/>
                    <a:pt x="11" y="7"/>
                  </a:cubicBezTo>
                  <a:cubicBezTo>
                    <a:pt x="18" y="3"/>
                    <a:pt x="26" y="0"/>
                    <a:pt x="27" y="2"/>
                  </a:cubicBezTo>
                  <a:cubicBezTo>
                    <a:pt x="28" y="3"/>
                    <a:pt x="23" y="7"/>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7" name="Freeform 1258">
              <a:extLst>
                <a:ext uri="{FF2B5EF4-FFF2-40B4-BE49-F238E27FC236}">
                  <a16:creationId xmlns:a16="http://schemas.microsoft.com/office/drawing/2014/main" id="{2D824942-D74F-097C-388C-03BC30623AD7}"/>
                </a:ext>
              </a:extLst>
            </p:cNvPr>
            <p:cNvSpPr>
              <a:spLocks/>
            </p:cNvSpPr>
            <p:nvPr/>
          </p:nvSpPr>
          <p:spPr bwMode="auto">
            <a:xfrm rot="5094805">
              <a:off x="1605776" y="4831445"/>
              <a:ext cx="68549" cy="36560"/>
            </a:xfrm>
            <a:custGeom>
              <a:avLst/>
              <a:gdLst>
                <a:gd name="T0" fmla="*/ 12 w 27"/>
                <a:gd name="T1" fmla="*/ 5 h 15"/>
                <a:gd name="T2" fmla="*/ 26 w 27"/>
                <a:gd name="T3" fmla="*/ 1 h 15"/>
                <a:gd name="T4" fmla="*/ 14 w 27"/>
                <a:gd name="T5" fmla="*/ 10 h 15"/>
                <a:gd name="T6" fmla="*/ 0 w 27"/>
                <a:gd name="T7" fmla="*/ 13 h 15"/>
                <a:gd name="T8" fmla="*/ 12 w 27"/>
                <a:gd name="T9" fmla="*/ 5 h 15"/>
              </a:gdLst>
              <a:ahLst/>
              <a:cxnLst>
                <a:cxn ang="0">
                  <a:pos x="T0" y="T1"/>
                </a:cxn>
                <a:cxn ang="0">
                  <a:pos x="T2" y="T3"/>
                </a:cxn>
                <a:cxn ang="0">
                  <a:pos x="T4" y="T5"/>
                </a:cxn>
                <a:cxn ang="0">
                  <a:pos x="T6" y="T7"/>
                </a:cxn>
                <a:cxn ang="0">
                  <a:pos x="T8" y="T9"/>
                </a:cxn>
              </a:cxnLst>
              <a:rect l="0" t="0" r="r" b="b"/>
              <a:pathLst>
                <a:path w="27" h="15">
                  <a:moveTo>
                    <a:pt x="12" y="5"/>
                  </a:moveTo>
                  <a:cubicBezTo>
                    <a:pt x="19" y="2"/>
                    <a:pt x="25" y="0"/>
                    <a:pt x="26" y="1"/>
                  </a:cubicBezTo>
                  <a:cubicBezTo>
                    <a:pt x="27" y="3"/>
                    <a:pt x="21" y="7"/>
                    <a:pt x="14" y="10"/>
                  </a:cubicBezTo>
                  <a:cubicBezTo>
                    <a:pt x="7" y="14"/>
                    <a:pt x="1" y="15"/>
                    <a:pt x="0" y="13"/>
                  </a:cubicBezTo>
                  <a:cubicBezTo>
                    <a:pt x="0" y="12"/>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8" name="Freeform 1259">
              <a:extLst>
                <a:ext uri="{FF2B5EF4-FFF2-40B4-BE49-F238E27FC236}">
                  <a16:creationId xmlns:a16="http://schemas.microsoft.com/office/drawing/2014/main" id="{B06BBDFD-46CE-8CE2-047B-701224085111}"/>
                </a:ext>
              </a:extLst>
            </p:cNvPr>
            <p:cNvSpPr>
              <a:spLocks/>
            </p:cNvSpPr>
            <p:nvPr/>
          </p:nvSpPr>
          <p:spPr bwMode="auto">
            <a:xfrm rot="5094805">
              <a:off x="1713736" y="5014630"/>
              <a:ext cx="66264" cy="34275"/>
            </a:xfrm>
            <a:custGeom>
              <a:avLst/>
              <a:gdLst>
                <a:gd name="T0" fmla="*/ 26 w 27"/>
                <a:gd name="T1" fmla="*/ 2 h 14"/>
                <a:gd name="T2" fmla="*/ 15 w 27"/>
                <a:gd name="T3" fmla="*/ 10 h 14"/>
                <a:gd name="T4" fmla="*/ 1 w 27"/>
                <a:gd name="T5" fmla="*/ 13 h 14"/>
                <a:gd name="T6" fmla="*/ 13 w 27"/>
                <a:gd name="T7" fmla="*/ 5 h 14"/>
                <a:gd name="T8" fmla="*/ 26 w 27"/>
                <a:gd name="T9" fmla="*/ 2 h 14"/>
              </a:gdLst>
              <a:ahLst/>
              <a:cxnLst>
                <a:cxn ang="0">
                  <a:pos x="T0" y="T1"/>
                </a:cxn>
                <a:cxn ang="0">
                  <a:pos x="T2" y="T3"/>
                </a:cxn>
                <a:cxn ang="0">
                  <a:pos x="T4" y="T5"/>
                </a:cxn>
                <a:cxn ang="0">
                  <a:pos x="T6" y="T7"/>
                </a:cxn>
                <a:cxn ang="0">
                  <a:pos x="T8" y="T9"/>
                </a:cxn>
              </a:cxnLst>
              <a:rect l="0" t="0" r="r" b="b"/>
              <a:pathLst>
                <a:path w="27" h="14">
                  <a:moveTo>
                    <a:pt x="26" y="2"/>
                  </a:moveTo>
                  <a:cubicBezTo>
                    <a:pt x="27" y="3"/>
                    <a:pt x="22" y="7"/>
                    <a:pt x="15" y="10"/>
                  </a:cubicBezTo>
                  <a:cubicBezTo>
                    <a:pt x="8" y="13"/>
                    <a:pt x="2" y="14"/>
                    <a:pt x="1" y="13"/>
                  </a:cubicBezTo>
                  <a:cubicBezTo>
                    <a:pt x="0" y="12"/>
                    <a:pt x="6" y="8"/>
                    <a:pt x="13" y="5"/>
                  </a:cubicBezTo>
                  <a:cubicBezTo>
                    <a:pt x="20" y="2"/>
                    <a:pt x="26"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9" name="Freeform 1260">
              <a:extLst>
                <a:ext uri="{FF2B5EF4-FFF2-40B4-BE49-F238E27FC236}">
                  <a16:creationId xmlns:a16="http://schemas.microsoft.com/office/drawing/2014/main" id="{45DF4A74-BE94-47AF-CC74-DB265BCF334B}"/>
                </a:ext>
              </a:extLst>
            </p:cNvPr>
            <p:cNvSpPr>
              <a:spLocks/>
            </p:cNvSpPr>
            <p:nvPr/>
          </p:nvSpPr>
          <p:spPr bwMode="auto">
            <a:xfrm rot="5094805">
              <a:off x="1813624" y="5197284"/>
              <a:ext cx="66264" cy="31990"/>
            </a:xfrm>
            <a:custGeom>
              <a:avLst/>
              <a:gdLst>
                <a:gd name="T0" fmla="*/ 15 w 27"/>
                <a:gd name="T1" fmla="*/ 9 h 13"/>
                <a:gd name="T2" fmla="*/ 1 w 27"/>
                <a:gd name="T3" fmla="*/ 12 h 13"/>
                <a:gd name="T4" fmla="*/ 12 w 27"/>
                <a:gd name="T5" fmla="*/ 5 h 13"/>
                <a:gd name="T6" fmla="*/ 27 w 27"/>
                <a:gd name="T7" fmla="*/ 2 h 13"/>
                <a:gd name="T8" fmla="*/ 15 w 27"/>
                <a:gd name="T9" fmla="*/ 9 h 13"/>
              </a:gdLst>
              <a:ahLst/>
              <a:cxnLst>
                <a:cxn ang="0">
                  <a:pos x="T0" y="T1"/>
                </a:cxn>
                <a:cxn ang="0">
                  <a:pos x="T2" y="T3"/>
                </a:cxn>
                <a:cxn ang="0">
                  <a:pos x="T4" y="T5"/>
                </a:cxn>
                <a:cxn ang="0">
                  <a:pos x="T6" y="T7"/>
                </a:cxn>
                <a:cxn ang="0">
                  <a:pos x="T8" y="T9"/>
                </a:cxn>
              </a:cxnLst>
              <a:rect l="0" t="0" r="r" b="b"/>
              <a:pathLst>
                <a:path w="27" h="13">
                  <a:moveTo>
                    <a:pt x="15" y="9"/>
                  </a:moveTo>
                  <a:cubicBezTo>
                    <a:pt x="8" y="12"/>
                    <a:pt x="2" y="13"/>
                    <a:pt x="1" y="12"/>
                  </a:cubicBezTo>
                  <a:cubicBezTo>
                    <a:pt x="0" y="11"/>
                    <a:pt x="5" y="8"/>
                    <a:pt x="12" y="5"/>
                  </a:cubicBezTo>
                  <a:cubicBezTo>
                    <a:pt x="20" y="2"/>
                    <a:pt x="27" y="0"/>
                    <a:pt x="27" y="2"/>
                  </a:cubicBezTo>
                  <a:cubicBezTo>
                    <a:pt x="27" y="3"/>
                    <a:pt x="22" y="7"/>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0" name="Freeform 1261">
              <a:extLst>
                <a:ext uri="{FF2B5EF4-FFF2-40B4-BE49-F238E27FC236}">
                  <a16:creationId xmlns:a16="http://schemas.microsoft.com/office/drawing/2014/main" id="{ED5C583C-2291-E18E-41B8-09B8D48A5B7F}"/>
                </a:ext>
              </a:extLst>
            </p:cNvPr>
            <p:cNvSpPr>
              <a:spLocks/>
            </p:cNvSpPr>
            <p:nvPr/>
          </p:nvSpPr>
          <p:spPr bwMode="auto">
            <a:xfrm rot="5094805">
              <a:off x="1902334" y="5383227"/>
              <a:ext cx="66264" cy="29705"/>
            </a:xfrm>
            <a:custGeom>
              <a:avLst/>
              <a:gdLst>
                <a:gd name="T0" fmla="*/ 27 w 27"/>
                <a:gd name="T1" fmla="*/ 2 h 12"/>
                <a:gd name="T2" fmla="*/ 15 w 27"/>
                <a:gd name="T3" fmla="*/ 8 h 12"/>
                <a:gd name="T4" fmla="*/ 1 w 27"/>
                <a:gd name="T5" fmla="*/ 11 h 12"/>
                <a:gd name="T6" fmla="*/ 13 w 27"/>
                <a:gd name="T7" fmla="*/ 4 h 12"/>
                <a:gd name="T8" fmla="*/ 27 w 27"/>
                <a:gd name="T9" fmla="*/ 2 h 12"/>
              </a:gdLst>
              <a:ahLst/>
              <a:cxnLst>
                <a:cxn ang="0">
                  <a:pos x="T0" y="T1"/>
                </a:cxn>
                <a:cxn ang="0">
                  <a:pos x="T2" y="T3"/>
                </a:cxn>
                <a:cxn ang="0">
                  <a:pos x="T4" y="T5"/>
                </a:cxn>
                <a:cxn ang="0">
                  <a:pos x="T6" y="T7"/>
                </a:cxn>
                <a:cxn ang="0">
                  <a:pos x="T8" y="T9"/>
                </a:cxn>
              </a:cxnLst>
              <a:rect l="0" t="0" r="r" b="b"/>
              <a:pathLst>
                <a:path w="27" h="12">
                  <a:moveTo>
                    <a:pt x="27" y="2"/>
                  </a:moveTo>
                  <a:cubicBezTo>
                    <a:pt x="27" y="3"/>
                    <a:pt x="22" y="6"/>
                    <a:pt x="15" y="8"/>
                  </a:cubicBezTo>
                  <a:cubicBezTo>
                    <a:pt x="8" y="11"/>
                    <a:pt x="1" y="12"/>
                    <a:pt x="1" y="11"/>
                  </a:cubicBezTo>
                  <a:cubicBezTo>
                    <a:pt x="0" y="10"/>
                    <a:pt x="6" y="6"/>
                    <a:pt x="13" y="4"/>
                  </a:cubicBezTo>
                  <a:cubicBezTo>
                    <a:pt x="20" y="1"/>
                    <a:pt x="26"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1" name="Freeform 1262">
              <a:extLst>
                <a:ext uri="{FF2B5EF4-FFF2-40B4-BE49-F238E27FC236}">
                  <a16:creationId xmlns:a16="http://schemas.microsoft.com/office/drawing/2014/main" id="{F2B4CA85-961E-2B9C-5C5D-EC88B2DD5D41}"/>
                </a:ext>
              </a:extLst>
            </p:cNvPr>
            <p:cNvSpPr>
              <a:spLocks/>
            </p:cNvSpPr>
            <p:nvPr/>
          </p:nvSpPr>
          <p:spPr bwMode="auto">
            <a:xfrm rot="5094805">
              <a:off x="1979762" y="5572362"/>
              <a:ext cx="68549" cy="25135"/>
            </a:xfrm>
            <a:custGeom>
              <a:avLst/>
              <a:gdLst>
                <a:gd name="T0" fmla="*/ 15 w 27"/>
                <a:gd name="T1" fmla="*/ 7 h 10"/>
                <a:gd name="T2" fmla="*/ 1 w 27"/>
                <a:gd name="T3" fmla="*/ 9 h 10"/>
                <a:gd name="T4" fmla="*/ 11 w 27"/>
                <a:gd name="T5" fmla="*/ 3 h 10"/>
                <a:gd name="T6" fmla="*/ 26 w 27"/>
                <a:gd name="T7" fmla="*/ 1 h 10"/>
                <a:gd name="T8" fmla="*/ 15 w 27"/>
                <a:gd name="T9" fmla="*/ 7 h 10"/>
              </a:gdLst>
              <a:ahLst/>
              <a:cxnLst>
                <a:cxn ang="0">
                  <a:pos x="T0" y="T1"/>
                </a:cxn>
                <a:cxn ang="0">
                  <a:pos x="T2" y="T3"/>
                </a:cxn>
                <a:cxn ang="0">
                  <a:pos x="T4" y="T5"/>
                </a:cxn>
                <a:cxn ang="0">
                  <a:pos x="T6" y="T7"/>
                </a:cxn>
                <a:cxn ang="0">
                  <a:pos x="T8" y="T9"/>
                </a:cxn>
              </a:cxnLst>
              <a:rect l="0" t="0" r="r" b="b"/>
              <a:pathLst>
                <a:path w="27" h="10">
                  <a:moveTo>
                    <a:pt x="15" y="7"/>
                  </a:moveTo>
                  <a:cubicBezTo>
                    <a:pt x="8" y="9"/>
                    <a:pt x="1" y="10"/>
                    <a:pt x="1" y="9"/>
                  </a:cubicBezTo>
                  <a:cubicBezTo>
                    <a:pt x="0" y="8"/>
                    <a:pt x="5" y="5"/>
                    <a:pt x="11" y="3"/>
                  </a:cubicBezTo>
                  <a:cubicBezTo>
                    <a:pt x="19" y="1"/>
                    <a:pt x="26" y="0"/>
                    <a:pt x="26" y="1"/>
                  </a:cubicBezTo>
                  <a:cubicBezTo>
                    <a:pt x="27" y="2"/>
                    <a:pt x="22" y="5"/>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2" name="Freeform 1263">
              <a:extLst>
                <a:ext uri="{FF2B5EF4-FFF2-40B4-BE49-F238E27FC236}">
                  <a16:creationId xmlns:a16="http://schemas.microsoft.com/office/drawing/2014/main" id="{85449F1A-81B1-65E3-DB63-A7DB6ED119AA}"/>
                </a:ext>
              </a:extLst>
            </p:cNvPr>
            <p:cNvSpPr>
              <a:spLocks/>
            </p:cNvSpPr>
            <p:nvPr/>
          </p:nvSpPr>
          <p:spPr bwMode="auto">
            <a:xfrm rot="5094805">
              <a:off x="2049233" y="5763552"/>
              <a:ext cx="66264" cy="18280"/>
            </a:xfrm>
            <a:custGeom>
              <a:avLst/>
              <a:gdLst>
                <a:gd name="T0" fmla="*/ 13 w 27"/>
                <a:gd name="T1" fmla="*/ 2 h 8"/>
                <a:gd name="T2" fmla="*/ 27 w 27"/>
                <a:gd name="T3" fmla="*/ 1 h 8"/>
                <a:gd name="T4" fmla="*/ 13 w 27"/>
                <a:gd name="T5" fmla="*/ 6 h 8"/>
                <a:gd name="T6" fmla="*/ 1 w 27"/>
                <a:gd name="T7" fmla="*/ 7 h 8"/>
                <a:gd name="T8" fmla="*/ 13 w 27"/>
                <a:gd name="T9" fmla="*/ 2 h 8"/>
              </a:gdLst>
              <a:ahLst/>
              <a:cxnLst>
                <a:cxn ang="0">
                  <a:pos x="T0" y="T1"/>
                </a:cxn>
                <a:cxn ang="0">
                  <a:pos x="T2" y="T3"/>
                </a:cxn>
                <a:cxn ang="0">
                  <a:pos x="T4" y="T5"/>
                </a:cxn>
                <a:cxn ang="0">
                  <a:pos x="T6" y="T7"/>
                </a:cxn>
                <a:cxn ang="0">
                  <a:pos x="T8" y="T9"/>
                </a:cxn>
              </a:cxnLst>
              <a:rect l="0" t="0" r="r" b="b"/>
              <a:pathLst>
                <a:path w="27" h="8">
                  <a:moveTo>
                    <a:pt x="13" y="2"/>
                  </a:moveTo>
                  <a:cubicBezTo>
                    <a:pt x="20" y="0"/>
                    <a:pt x="26" y="0"/>
                    <a:pt x="27" y="1"/>
                  </a:cubicBezTo>
                  <a:cubicBezTo>
                    <a:pt x="27" y="2"/>
                    <a:pt x="21" y="5"/>
                    <a:pt x="13" y="6"/>
                  </a:cubicBezTo>
                  <a:cubicBezTo>
                    <a:pt x="6" y="8"/>
                    <a:pt x="1" y="8"/>
                    <a:pt x="1" y="7"/>
                  </a:cubicBezTo>
                  <a:cubicBezTo>
                    <a:pt x="0" y="6"/>
                    <a:pt x="6" y="4"/>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3" name="Freeform 1264">
              <a:extLst>
                <a:ext uri="{FF2B5EF4-FFF2-40B4-BE49-F238E27FC236}">
                  <a16:creationId xmlns:a16="http://schemas.microsoft.com/office/drawing/2014/main" id="{D0CADCEA-A423-9CB5-244A-D6B90B58FDBA}"/>
                </a:ext>
              </a:extLst>
            </p:cNvPr>
            <p:cNvSpPr>
              <a:spLocks/>
            </p:cNvSpPr>
            <p:nvPr/>
          </p:nvSpPr>
          <p:spPr bwMode="auto">
            <a:xfrm rot="5094805">
              <a:off x="2104006" y="5954810"/>
              <a:ext cx="66264" cy="15995"/>
            </a:xfrm>
            <a:custGeom>
              <a:avLst/>
              <a:gdLst>
                <a:gd name="T0" fmla="*/ 26 w 27"/>
                <a:gd name="T1" fmla="*/ 1 h 6"/>
                <a:gd name="T2" fmla="*/ 14 w 27"/>
                <a:gd name="T3" fmla="*/ 5 h 6"/>
                <a:gd name="T4" fmla="*/ 0 w 27"/>
                <a:gd name="T5" fmla="*/ 5 h 6"/>
                <a:gd name="T6" fmla="*/ 12 w 27"/>
                <a:gd name="T7" fmla="*/ 1 h 6"/>
                <a:gd name="T8" fmla="*/ 26 w 27"/>
                <a:gd name="T9" fmla="*/ 1 h 6"/>
              </a:gdLst>
              <a:ahLst/>
              <a:cxnLst>
                <a:cxn ang="0">
                  <a:pos x="T0" y="T1"/>
                </a:cxn>
                <a:cxn ang="0">
                  <a:pos x="T2" y="T3"/>
                </a:cxn>
                <a:cxn ang="0">
                  <a:pos x="T4" y="T5"/>
                </a:cxn>
                <a:cxn ang="0">
                  <a:pos x="T6" y="T7"/>
                </a:cxn>
                <a:cxn ang="0">
                  <a:pos x="T8" y="T9"/>
                </a:cxn>
              </a:cxnLst>
              <a:rect l="0" t="0" r="r" b="b"/>
              <a:pathLst>
                <a:path w="27" h="6">
                  <a:moveTo>
                    <a:pt x="26" y="1"/>
                  </a:moveTo>
                  <a:cubicBezTo>
                    <a:pt x="27" y="2"/>
                    <a:pt x="21" y="3"/>
                    <a:pt x="14" y="5"/>
                  </a:cubicBezTo>
                  <a:cubicBezTo>
                    <a:pt x="7" y="6"/>
                    <a:pt x="0" y="6"/>
                    <a:pt x="0" y="5"/>
                  </a:cubicBezTo>
                  <a:cubicBezTo>
                    <a:pt x="0" y="4"/>
                    <a:pt x="5" y="2"/>
                    <a:pt x="12" y="1"/>
                  </a:cubicBezTo>
                  <a:cubicBezTo>
                    <a:pt x="19" y="0"/>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4" name="Freeform 1265">
              <a:extLst>
                <a:ext uri="{FF2B5EF4-FFF2-40B4-BE49-F238E27FC236}">
                  <a16:creationId xmlns:a16="http://schemas.microsoft.com/office/drawing/2014/main" id="{5CAD7CBA-66C1-4106-5912-E92179A49524}"/>
                </a:ext>
              </a:extLst>
            </p:cNvPr>
            <p:cNvSpPr>
              <a:spLocks/>
            </p:cNvSpPr>
            <p:nvPr/>
          </p:nvSpPr>
          <p:spPr bwMode="auto">
            <a:xfrm rot="5094805">
              <a:off x="2142646" y="6147495"/>
              <a:ext cx="66264" cy="9140"/>
            </a:xfrm>
            <a:custGeom>
              <a:avLst/>
              <a:gdLst>
                <a:gd name="T0" fmla="*/ 27 w 27"/>
                <a:gd name="T1" fmla="*/ 1 h 4"/>
                <a:gd name="T2" fmla="*/ 15 w 27"/>
                <a:gd name="T3" fmla="*/ 4 h 4"/>
                <a:gd name="T4" fmla="*/ 0 w 27"/>
                <a:gd name="T5" fmla="*/ 3 h 4"/>
                <a:gd name="T6" fmla="*/ 13 w 27"/>
                <a:gd name="T7" fmla="*/ 0 h 4"/>
                <a:gd name="T8" fmla="*/ 27 w 27"/>
                <a:gd name="T9" fmla="*/ 1 h 4"/>
              </a:gdLst>
              <a:ahLst/>
              <a:cxnLst>
                <a:cxn ang="0">
                  <a:pos x="T0" y="T1"/>
                </a:cxn>
                <a:cxn ang="0">
                  <a:pos x="T2" y="T3"/>
                </a:cxn>
                <a:cxn ang="0">
                  <a:pos x="T4" y="T5"/>
                </a:cxn>
                <a:cxn ang="0">
                  <a:pos x="T6" y="T7"/>
                </a:cxn>
                <a:cxn ang="0">
                  <a:pos x="T8" y="T9"/>
                </a:cxn>
              </a:cxnLst>
              <a:rect l="0" t="0" r="r" b="b"/>
              <a:pathLst>
                <a:path w="27" h="4">
                  <a:moveTo>
                    <a:pt x="27" y="1"/>
                  </a:moveTo>
                  <a:cubicBezTo>
                    <a:pt x="27" y="2"/>
                    <a:pt x="22" y="3"/>
                    <a:pt x="15" y="4"/>
                  </a:cubicBezTo>
                  <a:cubicBezTo>
                    <a:pt x="8" y="4"/>
                    <a:pt x="1" y="4"/>
                    <a:pt x="0" y="3"/>
                  </a:cubicBezTo>
                  <a:cubicBezTo>
                    <a:pt x="0" y="2"/>
                    <a:pt x="6" y="1"/>
                    <a:pt x="13" y="0"/>
                  </a:cubicBezTo>
                  <a:cubicBezTo>
                    <a:pt x="20" y="0"/>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5" name="Freeform 1266">
              <a:extLst>
                <a:ext uri="{FF2B5EF4-FFF2-40B4-BE49-F238E27FC236}">
                  <a16:creationId xmlns:a16="http://schemas.microsoft.com/office/drawing/2014/main" id="{EC8601ED-74B9-03EC-8E5F-D98469920AD0}"/>
                </a:ext>
              </a:extLst>
            </p:cNvPr>
            <p:cNvSpPr>
              <a:spLocks/>
            </p:cNvSpPr>
            <p:nvPr/>
          </p:nvSpPr>
          <p:spPr bwMode="auto">
            <a:xfrm rot="5094805">
              <a:off x="2170513" y="6343451"/>
              <a:ext cx="66264" cy="11425"/>
            </a:xfrm>
            <a:custGeom>
              <a:avLst/>
              <a:gdLst>
                <a:gd name="T0" fmla="*/ 12 w 27"/>
                <a:gd name="T1" fmla="*/ 0 h 4"/>
                <a:gd name="T2" fmla="*/ 26 w 27"/>
                <a:gd name="T3" fmla="*/ 1 h 4"/>
                <a:gd name="T4" fmla="*/ 13 w 27"/>
                <a:gd name="T5" fmla="*/ 4 h 4"/>
                <a:gd name="T6" fmla="*/ 0 w 27"/>
                <a:gd name="T7" fmla="*/ 3 h 4"/>
                <a:gd name="T8" fmla="*/ 12 w 27"/>
                <a:gd name="T9" fmla="*/ 0 h 4"/>
              </a:gdLst>
              <a:ahLst/>
              <a:cxnLst>
                <a:cxn ang="0">
                  <a:pos x="T0" y="T1"/>
                </a:cxn>
                <a:cxn ang="0">
                  <a:pos x="T2" y="T3"/>
                </a:cxn>
                <a:cxn ang="0">
                  <a:pos x="T4" y="T5"/>
                </a:cxn>
                <a:cxn ang="0">
                  <a:pos x="T6" y="T7"/>
                </a:cxn>
                <a:cxn ang="0">
                  <a:pos x="T8" y="T9"/>
                </a:cxn>
              </a:cxnLst>
              <a:rect l="0" t="0" r="r" b="b"/>
              <a:pathLst>
                <a:path w="27" h="4">
                  <a:moveTo>
                    <a:pt x="12" y="0"/>
                  </a:moveTo>
                  <a:cubicBezTo>
                    <a:pt x="19" y="0"/>
                    <a:pt x="26" y="0"/>
                    <a:pt x="26" y="1"/>
                  </a:cubicBezTo>
                  <a:cubicBezTo>
                    <a:pt x="27" y="2"/>
                    <a:pt x="20" y="4"/>
                    <a:pt x="13" y="4"/>
                  </a:cubicBezTo>
                  <a:cubicBezTo>
                    <a:pt x="5" y="4"/>
                    <a:pt x="0" y="4"/>
                    <a:pt x="0" y="3"/>
                  </a:cubicBezTo>
                  <a:cubicBezTo>
                    <a:pt x="0" y="2"/>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6" name="Freeform 1267">
              <a:extLst>
                <a:ext uri="{FF2B5EF4-FFF2-40B4-BE49-F238E27FC236}">
                  <a16:creationId xmlns:a16="http://schemas.microsoft.com/office/drawing/2014/main" id="{87844E8A-B875-2D1D-0065-D3FC1A6F94D7}"/>
                </a:ext>
              </a:extLst>
            </p:cNvPr>
            <p:cNvSpPr>
              <a:spLocks/>
            </p:cNvSpPr>
            <p:nvPr/>
          </p:nvSpPr>
          <p:spPr bwMode="auto">
            <a:xfrm rot="5094805">
              <a:off x="2199104" y="6535693"/>
              <a:ext cx="70834" cy="11425"/>
            </a:xfrm>
            <a:custGeom>
              <a:avLst/>
              <a:gdLst>
                <a:gd name="T0" fmla="*/ 17 w 29"/>
                <a:gd name="T1" fmla="*/ 4 h 5"/>
                <a:gd name="T2" fmla="*/ 2 w 29"/>
                <a:gd name="T3" fmla="*/ 3 h 5"/>
                <a:gd name="T4" fmla="*/ 12 w 29"/>
                <a:gd name="T5" fmla="*/ 0 h 5"/>
                <a:gd name="T6" fmla="*/ 28 w 29"/>
                <a:gd name="T7" fmla="*/ 1 h 5"/>
                <a:gd name="T8" fmla="*/ 17 w 29"/>
                <a:gd name="T9" fmla="*/ 4 h 5"/>
              </a:gdLst>
              <a:ahLst/>
              <a:cxnLst>
                <a:cxn ang="0">
                  <a:pos x="T0" y="T1"/>
                </a:cxn>
                <a:cxn ang="0">
                  <a:pos x="T2" y="T3"/>
                </a:cxn>
                <a:cxn ang="0">
                  <a:pos x="T4" y="T5"/>
                </a:cxn>
                <a:cxn ang="0">
                  <a:pos x="T6" y="T7"/>
                </a:cxn>
                <a:cxn ang="0">
                  <a:pos x="T8" y="T9"/>
                </a:cxn>
              </a:cxnLst>
              <a:rect l="0" t="0" r="r" b="b"/>
              <a:pathLst>
                <a:path w="29" h="5">
                  <a:moveTo>
                    <a:pt x="17" y="4"/>
                  </a:moveTo>
                  <a:cubicBezTo>
                    <a:pt x="9" y="5"/>
                    <a:pt x="3" y="4"/>
                    <a:pt x="2" y="3"/>
                  </a:cubicBezTo>
                  <a:cubicBezTo>
                    <a:pt x="0" y="2"/>
                    <a:pt x="5" y="1"/>
                    <a:pt x="12" y="0"/>
                  </a:cubicBezTo>
                  <a:cubicBezTo>
                    <a:pt x="19" y="0"/>
                    <a:pt x="27" y="0"/>
                    <a:pt x="28" y="1"/>
                  </a:cubicBezTo>
                  <a:cubicBezTo>
                    <a:pt x="29" y="2"/>
                    <a:pt x="24" y="3"/>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7" name="Freeform 1268">
              <a:extLst>
                <a:ext uri="{FF2B5EF4-FFF2-40B4-BE49-F238E27FC236}">
                  <a16:creationId xmlns:a16="http://schemas.microsoft.com/office/drawing/2014/main" id="{A144DF0E-4C9E-D221-904A-AA5FF2256978}"/>
                </a:ext>
              </a:extLst>
            </p:cNvPr>
            <p:cNvSpPr>
              <a:spLocks/>
            </p:cNvSpPr>
            <p:nvPr/>
          </p:nvSpPr>
          <p:spPr bwMode="auto">
            <a:xfrm rot="5094805">
              <a:off x="2238456" y="6730733"/>
              <a:ext cx="68549" cy="15995"/>
            </a:xfrm>
            <a:custGeom>
              <a:avLst/>
              <a:gdLst>
                <a:gd name="T0" fmla="*/ 12 w 28"/>
                <a:gd name="T1" fmla="*/ 1 h 6"/>
                <a:gd name="T2" fmla="*/ 27 w 28"/>
                <a:gd name="T3" fmla="*/ 1 h 6"/>
                <a:gd name="T4" fmla="*/ 14 w 28"/>
                <a:gd name="T5" fmla="*/ 5 h 6"/>
                <a:gd name="T6" fmla="*/ 0 w 28"/>
                <a:gd name="T7" fmla="*/ 4 h 6"/>
                <a:gd name="T8" fmla="*/ 12 w 28"/>
                <a:gd name="T9" fmla="*/ 1 h 6"/>
              </a:gdLst>
              <a:ahLst/>
              <a:cxnLst>
                <a:cxn ang="0">
                  <a:pos x="T0" y="T1"/>
                </a:cxn>
                <a:cxn ang="0">
                  <a:pos x="T2" y="T3"/>
                </a:cxn>
                <a:cxn ang="0">
                  <a:pos x="T4" y="T5"/>
                </a:cxn>
                <a:cxn ang="0">
                  <a:pos x="T6" y="T7"/>
                </a:cxn>
                <a:cxn ang="0">
                  <a:pos x="T8" y="T9"/>
                </a:cxn>
              </a:cxnLst>
              <a:rect l="0" t="0" r="r" b="b"/>
              <a:pathLst>
                <a:path w="28" h="6">
                  <a:moveTo>
                    <a:pt x="12" y="1"/>
                  </a:moveTo>
                  <a:cubicBezTo>
                    <a:pt x="19" y="0"/>
                    <a:pt x="26" y="0"/>
                    <a:pt x="27" y="1"/>
                  </a:cubicBezTo>
                  <a:cubicBezTo>
                    <a:pt x="28" y="2"/>
                    <a:pt x="22" y="4"/>
                    <a:pt x="14" y="5"/>
                  </a:cubicBezTo>
                  <a:cubicBezTo>
                    <a:pt x="7" y="6"/>
                    <a:pt x="1" y="5"/>
                    <a:pt x="0" y="4"/>
                  </a:cubicBezTo>
                  <a:cubicBezTo>
                    <a:pt x="0" y="3"/>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8" name="Freeform 1269">
              <a:extLst>
                <a:ext uri="{FF2B5EF4-FFF2-40B4-BE49-F238E27FC236}">
                  <a16:creationId xmlns:a16="http://schemas.microsoft.com/office/drawing/2014/main" id="{A2325743-F773-BB87-62DA-D91136EB240F}"/>
                </a:ext>
              </a:extLst>
            </p:cNvPr>
            <p:cNvSpPr>
              <a:spLocks/>
            </p:cNvSpPr>
            <p:nvPr/>
          </p:nvSpPr>
          <p:spPr bwMode="auto">
            <a:xfrm rot="5094805">
              <a:off x="2283094" y="6921857"/>
              <a:ext cx="66264" cy="18280"/>
            </a:xfrm>
            <a:custGeom>
              <a:avLst/>
              <a:gdLst>
                <a:gd name="T0" fmla="*/ 14 w 27"/>
                <a:gd name="T1" fmla="*/ 6 h 7"/>
                <a:gd name="T2" fmla="*/ 0 w 27"/>
                <a:gd name="T3" fmla="*/ 5 h 7"/>
                <a:gd name="T4" fmla="*/ 12 w 27"/>
                <a:gd name="T5" fmla="*/ 1 h 7"/>
                <a:gd name="T6" fmla="*/ 27 w 27"/>
                <a:gd name="T7" fmla="*/ 2 h 7"/>
                <a:gd name="T8" fmla="*/ 14 w 27"/>
                <a:gd name="T9" fmla="*/ 6 h 7"/>
              </a:gdLst>
              <a:ahLst/>
              <a:cxnLst>
                <a:cxn ang="0">
                  <a:pos x="T0" y="T1"/>
                </a:cxn>
                <a:cxn ang="0">
                  <a:pos x="T2" y="T3"/>
                </a:cxn>
                <a:cxn ang="0">
                  <a:pos x="T4" y="T5"/>
                </a:cxn>
                <a:cxn ang="0">
                  <a:pos x="T6" y="T7"/>
                </a:cxn>
                <a:cxn ang="0">
                  <a:pos x="T8" y="T9"/>
                </a:cxn>
              </a:cxnLst>
              <a:rect l="0" t="0" r="r" b="b"/>
              <a:pathLst>
                <a:path w="27" h="7">
                  <a:moveTo>
                    <a:pt x="14" y="6"/>
                  </a:moveTo>
                  <a:cubicBezTo>
                    <a:pt x="7" y="7"/>
                    <a:pt x="1" y="7"/>
                    <a:pt x="0" y="5"/>
                  </a:cubicBezTo>
                  <a:cubicBezTo>
                    <a:pt x="0" y="4"/>
                    <a:pt x="5" y="2"/>
                    <a:pt x="12" y="1"/>
                  </a:cubicBezTo>
                  <a:cubicBezTo>
                    <a:pt x="20" y="0"/>
                    <a:pt x="27" y="0"/>
                    <a:pt x="27" y="2"/>
                  </a:cubicBezTo>
                  <a:cubicBezTo>
                    <a:pt x="27" y="3"/>
                    <a:pt x="21" y="5"/>
                    <a:pt x="1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9" name="Freeform 1289">
              <a:extLst>
                <a:ext uri="{FF2B5EF4-FFF2-40B4-BE49-F238E27FC236}">
                  <a16:creationId xmlns:a16="http://schemas.microsoft.com/office/drawing/2014/main" id="{BAAE2BE5-B453-21D6-75B9-4FC15E170EC2}"/>
                </a:ext>
              </a:extLst>
            </p:cNvPr>
            <p:cNvSpPr>
              <a:spLocks/>
            </p:cNvSpPr>
            <p:nvPr/>
          </p:nvSpPr>
          <p:spPr bwMode="auto">
            <a:xfrm rot="5094805">
              <a:off x="-24549" y="125715"/>
              <a:ext cx="73119" cy="57124"/>
            </a:xfrm>
            <a:custGeom>
              <a:avLst/>
              <a:gdLst>
                <a:gd name="T0" fmla="*/ 28 w 29"/>
                <a:gd name="T1" fmla="*/ 9 h 23"/>
                <a:gd name="T2" fmla="*/ 17 w 29"/>
                <a:gd name="T3" fmla="*/ 21 h 23"/>
                <a:gd name="T4" fmla="*/ 2 w 29"/>
                <a:gd name="T5" fmla="*/ 14 h 23"/>
                <a:gd name="T6" fmla="*/ 13 w 29"/>
                <a:gd name="T7" fmla="*/ 1 h 23"/>
                <a:gd name="T8" fmla="*/ 28 w 29"/>
                <a:gd name="T9" fmla="*/ 9 h 23"/>
              </a:gdLst>
              <a:ahLst/>
              <a:cxnLst>
                <a:cxn ang="0">
                  <a:pos x="T0" y="T1"/>
                </a:cxn>
                <a:cxn ang="0">
                  <a:pos x="T2" y="T3"/>
                </a:cxn>
                <a:cxn ang="0">
                  <a:pos x="T4" y="T5"/>
                </a:cxn>
                <a:cxn ang="0">
                  <a:pos x="T6" y="T7"/>
                </a:cxn>
                <a:cxn ang="0">
                  <a:pos x="T8" y="T9"/>
                </a:cxn>
              </a:cxnLst>
              <a:rect l="0" t="0" r="r" b="b"/>
              <a:pathLst>
                <a:path w="29" h="23">
                  <a:moveTo>
                    <a:pt x="28" y="9"/>
                  </a:moveTo>
                  <a:cubicBezTo>
                    <a:pt x="29" y="14"/>
                    <a:pt x="24" y="20"/>
                    <a:pt x="17" y="21"/>
                  </a:cubicBezTo>
                  <a:cubicBezTo>
                    <a:pt x="10" y="23"/>
                    <a:pt x="3" y="20"/>
                    <a:pt x="2" y="14"/>
                  </a:cubicBezTo>
                  <a:cubicBezTo>
                    <a:pt x="0" y="9"/>
                    <a:pt x="6" y="2"/>
                    <a:pt x="13" y="1"/>
                  </a:cubicBezTo>
                  <a:cubicBezTo>
                    <a:pt x="20" y="0"/>
                    <a:pt x="27"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0" name="Freeform 1290">
              <a:extLst>
                <a:ext uri="{FF2B5EF4-FFF2-40B4-BE49-F238E27FC236}">
                  <a16:creationId xmlns:a16="http://schemas.microsoft.com/office/drawing/2014/main" id="{D7C9A259-8E2C-8C3B-7EE5-192C51433070}"/>
                </a:ext>
              </a:extLst>
            </p:cNvPr>
            <p:cNvSpPr>
              <a:spLocks/>
            </p:cNvSpPr>
            <p:nvPr/>
          </p:nvSpPr>
          <p:spPr bwMode="auto">
            <a:xfrm rot="5094805">
              <a:off x="25682" y="315296"/>
              <a:ext cx="68549" cy="59409"/>
            </a:xfrm>
            <a:custGeom>
              <a:avLst/>
              <a:gdLst>
                <a:gd name="T0" fmla="*/ 27 w 28"/>
                <a:gd name="T1" fmla="*/ 10 h 24"/>
                <a:gd name="T2" fmla="*/ 16 w 28"/>
                <a:gd name="T3" fmla="*/ 23 h 24"/>
                <a:gd name="T4" fmla="*/ 1 w 28"/>
                <a:gd name="T5" fmla="*/ 14 h 24"/>
                <a:gd name="T6" fmla="*/ 14 w 28"/>
                <a:gd name="T7" fmla="*/ 1 h 24"/>
                <a:gd name="T8" fmla="*/ 27 w 28"/>
                <a:gd name="T9" fmla="*/ 10 h 24"/>
              </a:gdLst>
              <a:ahLst/>
              <a:cxnLst>
                <a:cxn ang="0">
                  <a:pos x="T0" y="T1"/>
                </a:cxn>
                <a:cxn ang="0">
                  <a:pos x="T2" y="T3"/>
                </a:cxn>
                <a:cxn ang="0">
                  <a:pos x="T4" y="T5"/>
                </a:cxn>
                <a:cxn ang="0">
                  <a:pos x="T6" y="T7"/>
                </a:cxn>
                <a:cxn ang="0">
                  <a:pos x="T8" y="T9"/>
                </a:cxn>
              </a:cxnLst>
              <a:rect l="0" t="0" r="r" b="b"/>
              <a:pathLst>
                <a:path w="28" h="24">
                  <a:moveTo>
                    <a:pt x="27" y="10"/>
                  </a:moveTo>
                  <a:cubicBezTo>
                    <a:pt x="28" y="16"/>
                    <a:pt x="23" y="22"/>
                    <a:pt x="16" y="23"/>
                  </a:cubicBezTo>
                  <a:cubicBezTo>
                    <a:pt x="9" y="24"/>
                    <a:pt x="2" y="20"/>
                    <a:pt x="1" y="14"/>
                  </a:cubicBezTo>
                  <a:cubicBezTo>
                    <a:pt x="0" y="8"/>
                    <a:pt x="6" y="2"/>
                    <a:pt x="14" y="1"/>
                  </a:cubicBezTo>
                  <a:cubicBezTo>
                    <a:pt x="21" y="0"/>
                    <a:pt x="27" y="4"/>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1" name="Freeform 1291">
              <a:extLst>
                <a:ext uri="{FF2B5EF4-FFF2-40B4-BE49-F238E27FC236}">
                  <a16:creationId xmlns:a16="http://schemas.microsoft.com/office/drawing/2014/main" id="{E77D890A-5826-1F46-F79D-F0E0361F43FC}"/>
                </a:ext>
              </a:extLst>
            </p:cNvPr>
            <p:cNvSpPr>
              <a:spLocks/>
            </p:cNvSpPr>
            <p:nvPr/>
          </p:nvSpPr>
          <p:spPr bwMode="auto">
            <a:xfrm rot="5094805">
              <a:off x="71351" y="507364"/>
              <a:ext cx="68549" cy="57124"/>
            </a:xfrm>
            <a:custGeom>
              <a:avLst/>
              <a:gdLst>
                <a:gd name="T0" fmla="*/ 27 w 28"/>
                <a:gd name="T1" fmla="*/ 10 h 23"/>
                <a:gd name="T2" fmla="*/ 15 w 28"/>
                <a:gd name="T3" fmla="*/ 22 h 23"/>
                <a:gd name="T4" fmla="*/ 1 w 28"/>
                <a:gd name="T5" fmla="*/ 13 h 23"/>
                <a:gd name="T6" fmla="*/ 13 w 28"/>
                <a:gd name="T7" fmla="*/ 0 h 23"/>
                <a:gd name="T8" fmla="*/ 27 w 28"/>
                <a:gd name="T9" fmla="*/ 10 h 23"/>
              </a:gdLst>
              <a:ahLst/>
              <a:cxnLst>
                <a:cxn ang="0">
                  <a:pos x="T0" y="T1"/>
                </a:cxn>
                <a:cxn ang="0">
                  <a:pos x="T2" y="T3"/>
                </a:cxn>
                <a:cxn ang="0">
                  <a:pos x="T4" y="T5"/>
                </a:cxn>
                <a:cxn ang="0">
                  <a:pos x="T6" y="T7"/>
                </a:cxn>
                <a:cxn ang="0">
                  <a:pos x="T8" y="T9"/>
                </a:cxn>
              </a:cxnLst>
              <a:rect l="0" t="0" r="r" b="b"/>
              <a:pathLst>
                <a:path w="28" h="23">
                  <a:moveTo>
                    <a:pt x="27" y="10"/>
                  </a:moveTo>
                  <a:cubicBezTo>
                    <a:pt x="28" y="16"/>
                    <a:pt x="22" y="22"/>
                    <a:pt x="15" y="22"/>
                  </a:cubicBezTo>
                  <a:cubicBezTo>
                    <a:pt x="8" y="23"/>
                    <a:pt x="2" y="19"/>
                    <a:pt x="1" y="13"/>
                  </a:cubicBezTo>
                  <a:cubicBezTo>
                    <a:pt x="0" y="7"/>
                    <a:pt x="6" y="1"/>
                    <a:pt x="13" y="0"/>
                  </a:cubicBezTo>
                  <a:cubicBezTo>
                    <a:pt x="20" y="0"/>
                    <a:pt x="26" y="4"/>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2" name="Freeform 1292">
              <a:extLst>
                <a:ext uri="{FF2B5EF4-FFF2-40B4-BE49-F238E27FC236}">
                  <a16:creationId xmlns:a16="http://schemas.microsoft.com/office/drawing/2014/main" id="{BAF48C68-5DE1-5737-5048-4E043E93118C}"/>
                </a:ext>
              </a:extLst>
            </p:cNvPr>
            <p:cNvSpPr>
              <a:spLocks/>
            </p:cNvSpPr>
            <p:nvPr/>
          </p:nvSpPr>
          <p:spPr bwMode="auto">
            <a:xfrm rot="5094805">
              <a:off x="113501" y="696212"/>
              <a:ext cx="70834" cy="59409"/>
            </a:xfrm>
            <a:custGeom>
              <a:avLst/>
              <a:gdLst>
                <a:gd name="T0" fmla="*/ 27 w 28"/>
                <a:gd name="T1" fmla="*/ 10 h 24"/>
                <a:gd name="T2" fmla="*/ 17 w 28"/>
                <a:gd name="T3" fmla="*/ 23 h 24"/>
                <a:gd name="T4" fmla="*/ 2 w 28"/>
                <a:gd name="T5" fmla="*/ 14 h 24"/>
                <a:gd name="T6" fmla="*/ 13 w 28"/>
                <a:gd name="T7" fmla="*/ 1 h 24"/>
                <a:gd name="T8" fmla="*/ 27 w 28"/>
                <a:gd name="T9" fmla="*/ 10 h 24"/>
              </a:gdLst>
              <a:ahLst/>
              <a:cxnLst>
                <a:cxn ang="0">
                  <a:pos x="T0" y="T1"/>
                </a:cxn>
                <a:cxn ang="0">
                  <a:pos x="T2" y="T3"/>
                </a:cxn>
                <a:cxn ang="0">
                  <a:pos x="T4" y="T5"/>
                </a:cxn>
                <a:cxn ang="0">
                  <a:pos x="T6" y="T7"/>
                </a:cxn>
                <a:cxn ang="0">
                  <a:pos x="T8" y="T9"/>
                </a:cxn>
              </a:cxnLst>
              <a:rect l="0" t="0" r="r" b="b"/>
              <a:pathLst>
                <a:path w="28" h="24">
                  <a:moveTo>
                    <a:pt x="27" y="10"/>
                  </a:moveTo>
                  <a:cubicBezTo>
                    <a:pt x="28" y="16"/>
                    <a:pt x="24" y="22"/>
                    <a:pt x="17" y="23"/>
                  </a:cubicBezTo>
                  <a:cubicBezTo>
                    <a:pt x="10" y="24"/>
                    <a:pt x="3" y="20"/>
                    <a:pt x="2" y="14"/>
                  </a:cubicBezTo>
                  <a:cubicBezTo>
                    <a:pt x="0" y="8"/>
                    <a:pt x="6" y="2"/>
                    <a:pt x="13" y="1"/>
                  </a:cubicBezTo>
                  <a:cubicBezTo>
                    <a:pt x="20" y="0"/>
                    <a:pt x="27" y="5"/>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3" name="Freeform 1293">
              <a:extLst>
                <a:ext uri="{FF2B5EF4-FFF2-40B4-BE49-F238E27FC236}">
                  <a16:creationId xmlns:a16="http://schemas.microsoft.com/office/drawing/2014/main" id="{C7202EE0-F126-BD48-91E2-1930CB76E4D5}"/>
                </a:ext>
              </a:extLst>
            </p:cNvPr>
            <p:cNvSpPr>
              <a:spLocks/>
            </p:cNvSpPr>
            <p:nvPr/>
          </p:nvSpPr>
          <p:spPr bwMode="auto">
            <a:xfrm rot="5094805">
              <a:off x="153587" y="890026"/>
              <a:ext cx="68549" cy="57124"/>
            </a:xfrm>
            <a:custGeom>
              <a:avLst/>
              <a:gdLst>
                <a:gd name="T0" fmla="*/ 15 w 28"/>
                <a:gd name="T1" fmla="*/ 22 h 23"/>
                <a:gd name="T2" fmla="*/ 1 w 28"/>
                <a:gd name="T3" fmla="*/ 13 h 23"/>
                <a:gd name="T4" fmla="*/ 12 w 28"/>
                <a:gd name="T5" fmla="*/ 1 h 23"/>
                <a:gd name="T6" fmla="*/ 27 w 28"/>
                <a:gd name="T7" fmla="*/ 10 h 23"/>
                <a:gd name="T8" fmla="*/ 15 w 28"/>
                <a:gd name="T9" fmla="*/ 22 h 23"/>
              </a:gdLst>
              <a:ahLst/>
              <a:cxnLst>
                <a:cxn ang="0">
                  <a:pos x="T0" y="T1"/>
                </a:cxn>
                <a:cxn ang="0">
                  <a:pos x="T2" y="T3"/>
                </a:cxn>
                <a:cxn ang="0">
                  <a:pos x="T4" y="T5"/>
                </a:cxn>
                <a:cxn ang="0">
                  <a:pos x="T6" y="T7"/>
                </a:cxn>
                <a:cxn ang="0">
                  <a:pos x="T8" y="T9"/>
                </a:cxn>
              </a:cxnLst>
              <a:rect l="0" t="0" r="r" b="b"/>
              <a:pathLst>
                <a:path w="28" h="23">
                  <a:moveTo>
                    <a:pt x="15" y="22"/>
                  </a:moveTo>
                  <a:cubicBezTo>
                    <a:pt x="8" y="23"/>
                    <a:pt x="2" y="18"/>
                    <a:pt x="1" y="13"/>
                  </a:cubicBezTo>
                  <a:cubicBezTo>
                    <a:pt x="0" y="7"/>
                    <a:pt x="5" y="2"/>
                    <a:pt x="12" y="1"/>
                  </a:cubicBezTo>
                  <a:cubicBezTo>
                    <a:pt x="19" y="0"/>
                    <a:pt x="27" y="4"/>
                    <a:pt x="27" y="10"/>
                  </a:cubicBezTo>
                  <a:cubicBezTo>
                    <a:pt x="28" y="16"/>
                    <a:pt x="22" y="21"/>
                    <a:pt x="1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4" name="Freeform 1294">
              <a:extLst>
                <a:ext uri="{FF2B5EF4-FFF2-40B4-BE49-F238E27FC236}">
                  <a16:creationId xmlns:a16="http://schemas.microsoft.com/office/drawing/2014/main" id="{D3DD4A8E-A9C3-8B2C-2FF6-E50E6A06DBA5}"/>
                </a:ext>
              </a:extLst>
            </p:cNvPr>
            <p:cNvSpPr>
              <a:spLocks/>
            </p:cNvSpPr>
            <p:nvPr/>
          </p:nvSpPr>
          <p:spPr bwMode="auto">
            <a:xfrm rot="5094805">
              <a:off x="190153" y="1085189"/>
              <a:ext cx="68549" cy="50269"/>
            </a:xfrm>
            <a:custGeom>
              <a:avLst/>
              <a:gdLst>
                <a:gd name="T0" fmla="*/ 12 w 28"/>
                <a:gd name="T1" fmla="*/ 1 h 21"/>
                <a:gd name="T2" fmla="*/ 27 w 28"/>
                <a:gd name="T3" fmla="*/ 9 h 21"/>
                <a:gd name="T4" fmla="*/ 15 w 28"/>
                <a:gd name="T5" fmla="*/ 21 h 21"/>
                <a:gd name="T6" fmla="*/ 1 w 28"/>
                <a:gd name="T7" fmla="*/ 12 h 21"/>
                <a:gd name="T8" fmla="*/ 12 w 28"/>
                <a:gd name="T9" fmla="*/ 1 h 21"/>
              </a:gdLst>
              <a:ahLst/>
              <a:cxnLst>
                <a:cxn ang="0">
                  <a:pos x="T0" y="T1"/>
                </a:cxn>
                <a:cxn ang="0">
                  <a:pos x="T2" y="T3"/>
                </a:cxn>
                <a:cxn ang="0">
                  <a:pos x="T4" y="T5"/>
                </a:cxn>
                <a:cxn ang="0">
                  <a:pos x="T6" y="T7"/>
                </a:cxn>
                <a:cxn ang="0">
                  <a:pos x="T8" y="T9"/>
                </a:cxn>
              </a:cxnLst>
              <a:rect l="0" t="0" r="r" b="b"/>
              <a:pathLst>
                <a:path w="28" h="21">
                  <a:moveTo>
                    <a:pt x="12" y="1"/>
                  </a:moveTo>
                  <a:cubicBezTo>
                    <a:pt x="19" y="0"/>
                    <a:pt x="26" y="4"/>
                    <a:pt x="27" y="9"/>
                  </a:cubicBezTo>
                  <a:cubicBezTo>
                    <a:pt x="28" y="15"/>
                    <a:pt x="22" y="20"/>
                    <a:pt x="15" y="21"/>
                  </a:cubicBezTo>
                  <a:cubicBezTo>
                    <a:pt x="8" y="21"/>
                    <a:pt x="1" y="17"/>
                    <a:pt x="1" y="12"/>
                  </a:cubicBezTo>
                  <a:cubicBezTo>
                    <a:pt x="0" y="6"/>
                    <a:pt x="5" y="1"/>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5" name="Freeform 1295">
              <a:extLst>
                <a:ext uri="{FF2B5EF4-FFF2-40B4-BE49-F238E27FC236}">
                  <a16:creationId xmlns:a16="http://schemas.microsoft.com/office/drawing/2014/main" id="{922C3CF0-489A-8EB7-C8BD-EAF2F9E1A314}"/>
                </a:ext>
              </a:extLst>
            </p:cNvPr>
            <p:cNvSpPr>
              <a:spLocks/>
            </p:cNvSpPr>
            <p:nvPr/>
          </p:nvSpPr>
          <p:spPr bwMode="auto">
            <a:xfrm rot="5094805">
              <a:off x="219882" y="1276188"/>
              <a:ext cx="73119" cy="52554"/>
            </a:xfrm>
            <a:custGeom>
              <a:avLst/>
              <a:gdLst>
                <a:gd name="T0" fmla="*/ 28 w 29"/>
                <a:gd name="T1" fmla="*/ 9 h 21"/>
                <a:gd name="T2" fmla="*/ 17 w 29"/>
                <a:gd name="T3" fmla="*/ 20 h 21"/>
                <a:gd name="T4" fmla="*/ 2 w 29"/>
                <a:gd name="T5" fmla="*/ 12 h 21"/>
                <a:gd name="T6" fmla="*/ 13 w 29"/>
                <a:gd name="T7" fmla="*/ 1 h 21"/>
                <a:gd name="T8" fmla="*/ 28 w 29"/>
                <a:gd name="T9" fmla="*/ 9 h 21"/>
              </a:gdLst>
              <a:ahLst/>
              <a:cxnLst>
                <a:cxn ang="0">
                  <a:pos x="T0" y="T1"/>
                </a:cxn>
                <a:cxn ang="0">
                  <a:pos x="T2" y="T3"/>
                </a:cxn>
                <a:cxn ang="0">
                  <a:pos x="T4" y="T5"/>
                </a:cxn>
                <a:cxn ang="0">
                  <a:pos x="T6" y="T7"/>
                </a:cxn>
                <a:cxn ang="0">
                  <a:pos x="T8" y="T9"/>
                </a:cxn>
              </a:cxnLst>
              <a:rect l="0" t="0" r="r" b="b"/>
              <a:pathLst>
                <a:path w="29" h="21">
                  <a:moveTo>
                    <a:pt x="28" y="9"/>
                  </a:moveTo>
                  <a:cubicBezTo>
                    <a:pt x="29" y="14"/>
                    <a:pt x="24" y="19"/>
                    <a:pt x="17" y="20"/>
                  </a:cubicBezTo>
                  <a:cubicBezTo>
                    <a:pt x="10" y="21"/>
                    <a:pt x="3" y="17"/>
                    <a:pt x="2" y="12"/>
                  </a:cubicBezTo>
                  <a:cubicBezTo>
                    <a:pt x="0" y="7"/>
                    <a:pt x="5" y="2"/>
                    <a:pt x="13" y="1"/>
                  </a:cubicBezTo>
                  <a:cubicBezTo>
                    <a:pt x="20" y="0"/>
                    <a:pt x="26"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6" name="Freeform 1296">
              <a:extLst>
                <a:ext uri="{FF2B5EF4-FFF2-40B4-BE49-F238E27FC236}">
                  <a16:creationId xmlns:a16="http://schemas.microsoft.com/office/drawing/2014/main" id="{C09E94DA-3F2D-CC63-6A87-4F34F26D061F}"/>
                </a:ext>
              </a:extLst>
            </p:cNvPr>
            <p:cNvSpPr>
              <a:spLocks/>
            </p:cNvSpPr>
            <p:nvPr/>
          </p:nvSpPr>
          <p:spPr bwMode="auto">
            <a:xfrm rot="5094805">
              <a:off x="252001" y="1474139"/>
              <a:ext cx="70834" cy="43415"/>
            </a:xfrm>
            <a:custGeom>
              <a:avLst/>
              <a:gdLst>
                <a:gd name="T0" fmla="*/ 12 w 29"/>
                <a:gd name="T1" fmla="*/ 0 h 18"/>
                <a:gd name="T2" fmla="*/ 27 w 29"/>
                <a:gd name="T3" fmla="*/ 7 h 18"/>
                <a:gd name="T4" fmla="*/ 16 w 29"/>
                <a:gd name="T5" fmla="*/ 18 h 18"/>
                <a:gd name="T6" fmla="*/ 1 w 29"/>
                <a:gd name="T7" fmla="*/ 10 h 18"/>
                <a:gd name="T8" fmla="*/ 12 w 29"/>
                <a:gd name="T9" fmla="*/ 0 h 18"/>
              </a:gdLst>
              <a:ahLst/>
              <a:cxnLst>
                <a:cxn ang="0">
                  <a:pos x="T0" y="T1"/>
                </a:cxn>
                <a:cxn ang="0">
                  <a:pos x="T2" y="T3"/>
                </a:cxn>
                <a:cxn ang="0">
                  <a:pos x="T4" y="T5"/>
                </a:cxn>
                <a:cxn ang="0">
                  <a:pos x="T6" y="T7"/>
                </a:cxn>
                <a:cxn ang="0">
                  <a:pos x="T8" y="T9"/>
                </a:cxn>
              </a:cxnLst>
              <a:rect l="0" t="0" r="r" b="b"/>
              <a:pathLst>
                <a:path w="29" h="18">
                  <a:moveTo>
                    <a:pt x="12" y="0"/>
                  </a:moveTo>
                  <a:cubicBezTo>
                    <a:pt x="19" y="0"/>
                    <a:pt x="26" y="3"/>
                    <a:pt x="27" y="7"/>
                  </a:cubicBezTo>
                  <a:cubicBezTo>
                    <a:pt x="29" y="12"/>
                    <a:pt x="24" y="17"/>
                    <a:pt x="16" y="18"/>
                  </a:cubicBezTo>
                  <a:cubicBezTo>
                    <a:pt x="9" y="18"/>
                    <a:pt x="2" y="15"/>
                    <a:pt x="1" y="10"/>
                  </a:cubicBezTo>
                  <a:cubicBezTo>
                    <a:pt x="0" y="5"/>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7" name="Freeform 1297">
              <a:extLst>
                <a:ext uri="{FF2B5EF4-FFF2-40B4-BE49-F238E27FC236}">
                  <a16:creationId xmlns:a16="http://schemas.microsoft.com/office/drawing/2014/main" id="{CAABF42E-6883-B85D-4AF7-38D5956AC294}"/>
                </a:ext>
              </a:extLst>
            </p:cNvPr>
            <p:cNvSpPr>
              <a:spLocks/>
            </p:cNvSpPr>
            <p:nvPr/>
          </p:nvSpPr>
          <p:spPr bwMode="auto">
            <a:xfrm rot="5094805">
              <a:off x="279367" y="1667934"/>
              <a:ext cx="68549" cy="38845"/>
            </a:xfrm>
            <a:custGeom>
              <a:avLst/>
              <a:gdLst>
                <a:gd name="T0" fmla="*/ 27 w 28"/>
                <a:gd name="T1" fmla="*/ 7 h 16"/>
                <a:gd name="T2" fmla="*/ 16 w 28"/>
                <a:gd name="T3" fmla="*/ 15 h 16"/>
                <a:gd name="T4" fmla="*/ 1 w 28"/>
                <a:gd name="T5" fmla="*/ 8 h 16"/>
                <a:gd name="T6" fmla="*/ 13 w 28"/>
                <a:gd name="T7" fmla="*/ 0 h 16"/>
                <a:gd name="T8" fmla="*/ 27 w 28"/>
                <a:gd name="T9" fmla="*/ 7 h 16"/>
              </a:gdLst>
              <a:ahLst/>
              <a:cxnLst>
                <a:cxn ang="0">
                  <a:pos x="T0" y="T1"/>
                </a:cxn>
                <a:cxn ang="0">
                  <a:pos x="T2" y="T3"/>
                </a:cxn>
                <a:cxn ang="0">
                  <a:pos x="T4" y="T5"/>
                </a:cxn>
                <a:cxn ang="0">
                  <a:pos x="T6" y="T7"/>
                </a:cxn>
                <a:cxn ang="0">
                  <a:pos x="T8" y="T9"/>
                </a:cxn>
              </a:cxnLst>
              <a:rect l="0" t="0" r="r" b="b"/>
              <a:pathLst>
                <a:path w="28" h="16">
                  <a:moveTo>
                    <a:pt x="27" y="7"/>
                  </a:moveTo>
                  <a:cubicBezTo>
                    <a:pt x="28" y="11"/>
                    <a:pt x="23" y="15"/>
                    <a:pt x="16" y="15"/>
                  </a:cubicBezTo>
                  <a:cubicBezTo>
                    <a:pt x="9" y="16"/>
                    <a:pt x="2" y="13"/>
                    <a:pt x="1" y="8"/>
                  </a:cubicBezTo>
                  <a:cubicBezTo>
                    <a:pt x="0" y="4"/>
                    <a:pt x="6" y="0"/>
                    <a:pt x="13" y="0"/>
                  </a:cubicBezTo>
                  <a:cubicBezTo>
                    <a:pt x="20" y="0"/>
                    <a:pt x="27" y="3"/>
                    <a:pt x="2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8" name="Freeform 1298">
              <a:extLst>
                <a:ext uri="{FF2B5EF4-FFF2-40B4-BE49-F238E27FC236}">
                  <a16:creationId xmlns:a16="http://schemas.microsoft.com/office/drawing/2014/main" id="{EC7046C4-56A6-2694-6A3A-FF6663F2D5FE}"/>
                </a:ext>
              </a:extLst>
            </p:cNvPr>
            <p:cNvSpPr>
              <a:spLocks/>
            </p:cNvSpPr>
            <p:nvPr/>
          </p:nvSpPr>
          <p:spPr bwMode="auto">
            <a:xfrm rot="5094805">
              <a:off x="310146" y="1860282"/>
              <a:ext cx="66264" cy="36560"/>
            </a:xfrm>
            <a:custGeom>
              <a:avLst/>
              <a:gdLst>
                <a:gd name="T0" fmla="*/ 15 w 27"/>
                <a:gd name="T1" fmla="*/ 14 h 14"/>
                <a:gd name="T2" fmla="*/ 1 w 27"/>
                <a:gd name="T3" fmla="*/ 8 h 14"/>
                <a:gd name="T4" fmla="*/ 12 w 27"/>
                <a:gd name="T5" fmla="*/ 0 h 14"/>
                <a:gd name="T6" fmla="*/ 27 w 27"/>
                <a:gd name="T7" fmla="*/ 7 h 14"/>
                <a:gd name="T8" fmla="*/ 15 w 27"/>
                <a:gd name="T9" fmla="*/ 14 h 14"/>
              </a:gdLst>
              <a:ahLst/>
              <a:cxnLst>
                <a:cxn ang="0">
                  <a:pos x="T0" y="T1"/>
                </a:cxn>
                <a:cxn ang="0">
                  <a:pos x="T2" y="T3"/>
                </a:cxn>
                <a:cxn ang="0">
                  <a:pos x="T4" y="T5"/>
                </a:cxn>
                <a:cxn ang="0">
                  <a:pos x="T6" y="T7"/>
                </a:cxn>
                <a:cxn ang="0">
                  <a:pos x="T8" y="T9"/>
                </a:cxn>
              </a:cxnLst>
              <a:rect l="0" t="0" r="r" b="b"/>
              <a:pathLst>
                <a:path w="27" h="14">
                  <a:moveTo>
                    <a:pt x="15" y="14"/>
                  </a:moveTo>
                  <a:cubicBezTo>
                    <a:pt x="8" y="14"/>
                    <a:pt x="2" y="11"/>
                    <a:pt x="1" y="8"/>
                  </a:cubicBezTo>
                  <a:cubicBezTo>
                    <a:pt x="0" y="4"/>
                    <a:pt x="6" y="0"/>
                    <a:pt x="12" y="0"/>
                  </a:cubicBezTo>
                  <a:cubicBezTo>
                    <a:pt x="20" y="0"/>
                    <a:pt x="27" y="3"/>
                    <a:pt x="27" y="7"/>
                  </a:cubicBezTo>
                  <a:cubicBezTo>
                    <a:pt x="27" y="10"/>
                    <a:pt x="22" y="14"/>
                    <a:pt x="1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9" name="Freeform 1299">
              <a:extLst>
                <a:ext uri="{FF2B5EF4-FFF2-40B4-BE49-F238E27FC236}">
                  <a16:creationId xmlns:a16="http://schemas.microsoft.com/office/drawing/2014/main" id="{1E13D9B3-EC73-F886-16A8-14135588C6B7}"/>
                </a:ext>
              </a:extLst>
            </p:cNvPr>
            <p:cNvSpPr>
              <a:spLocks/>
            </p:cNvSpPr>
            <p:nvPr/>
          </p:nvSpPr>
          <p:spPr bwMode="auto">
            <a:xfrm rot="5094805">
              <a:off x="339045" y="2057182"/>
              <a:ext cx="68549" cy="34275"/>
            </a:xfrm>
            <a:custGeom>
              <a:avLst/>
              <a:gdLst>
                <a:gd name="T0" fmla="*/ 15 w 28"/>
                <a:gd name="T1" fmla="*/ 14 h 14"/>
                <a:gd name="T2" fmla="*/ 1 w 28"/>
                <a:gd name="T3" fmla="*/ 8 h 14"/>
                <a:gd name="T4" fmla="*/ 12 w 28"/>
                <a:gd name="T5" fmla="*/ 1 h 14"/>
                <a:gd name="T6" fmla="*/ 27 w 28"/>
                <a:gd name="T7" fmla="*/ 7 h 14"/>
                <a:gd name="T8" fmla="*/ 15 w 28"/>
                <a:gd name="T9" fmla="*/ 14 h 14"/>
              </a:gdLst>
              <a:ahLst/>
              <a:cxnLst>
                <a:cxn ang="0">
                  <a:pos x="T0" y="T1"/>
                </a:cxn>
                <a:cxn ang="0">
                  <a:pos x="T2" y="T3"/>
                </a:cxn>
                <a:cxn ang="0">
                  <a:pos x="T4" y="T5"/>
                </a:cxn>
                <a:cxn ang="0">
                  <a:pos x="T6" y="T7"/>
                </a:cxn>
                <a:cxn ang="0">
                  <a:pos x="T8" y="T9"/>
                </a:cxn>
              </a:cxnLst>
              <a:rect l="0" t="0" r="r" b="b"/>
              <a:pathLst>
                <a:path w="28" h="14">
                  <a:moveTo>
                    <a:pt x="15" y="14"/>
                  </a:moveTo>
                  <a:cubicBezTo>
                    <a:pt x="8" y="14"/>
                    <a:pt x="2" y="12"/>
                    <a:pt x="1" y="8"/>
                  </a:cubicBezTo>
                  <a:cubicBezTo>
                    <a:pt x="0" y="5"/>
                    <a:pt x="5" y="2"/>
                    <a:pt x="12" y="1"/>
                  </a:cubicBezTo>
                  <a:cubicBezTo>
                    <a:pt x="19" y="0"/>
                    <a:pt x="26" y="3"/>
                    <a:pt x="27" y="7"/>
                  </a:cubicBezTo>
                  <a:cubicBezTo>
                    <a:pt x="28" y="10"/>
                    <a:pt x="22" y="13"/>
                    <a:pt x="1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0" name="Freeform 1300">
              <a:extLst>
                <a:ext uri="{FF2B5EF4-FFF2-40B4-BE49-F238E27FC236}">
                  <a16:creationId xmlns:a16="http://schemas.microsoft.com/office/drawing/2014/main" id="{52C5CFAF-1D9E-BAE7-CBAD-500ECB528543}"/>
                </a:ext>
              </a:extLst>
            </p:cNvPr>
            <p:cNvSpPr>
              <a:spLocks/>
            </p:cNvSpPr>
            <p:nvPr/>
          </p:nvSpPr>
          <p:spPr bwMode="auto">
            <a:xfrm rot="5094805">
              <a:off x="366507" y="2250871"/>
              <a:ext cx="68549" cy="31990"/>
            </a:xfrm>
            <a:custGeom>
              <a:avLst/>
              <a:gdLst>
                <a:gd name="T0" fmla="*/ 27 w 28"/>
                <a:gd name="T1" fmla="*/ 5 h 13"/>
                <a:gd name="T2" fmla="*/ 15 w 28"/>
                <a:gd name="T3" fmla="*/ 12 h 13"/>
                <a:gd name="T4" fmla="*/ 1 w 28"/>
                <a:gd name="T5" fmla="*/ 7 h 13"/>
                <a:gd name="T6" fmla="*/ 13 w 28"/>
                <a:gd name="T7" fmla="*/ 0 h 13"/>
                <a:gd name="T8" fmla="*/ 27 w 28"/>
                <a:gd name="T9" fmla="*/ 5 h 13"/>
              </a:gdLst>
              <a:ahLst/>
              <a:cxnLst>
                <a:cxn ang="0">
                  <a:pos x="T0" y="T1"/>
                </a:cxn>
                <a:cxn ang="0">
                  <a:pos x="T2" y="T3"/>
                </a:cxn>
                <a:cxn ang="0">
                  <a:pos x="T4" y="T5"/>
                </a:cxn>
                <a:cxn ang="0">
                  <a:pos x="T6" y="T7"/>
                </a:cxn>
                <a:cxn ang="0">
                  <a:pos x="T8" y="T9"/>
                </a:cxn>
              </a:cxnLst>
              <a:rect l="0" t="0" r="r" b="b"/>
              <a:pathLst>
                <a:path w="28" h="13">
                  <a:moveTo>
                    <a:pt x="27" y="5"/>
                  </a:moveTo>
                  <a:cubicBezTo>
                    <a:pt x="28" y="8"/>
                    <a:pt x="22" y="11"/>
                    <a:pt x="15" y="12"/>
                  </a:cubicBezTo>
                  <a:cubicBezTo>
                    <a:pt x="8" y="13"/>
                    <a:pt x="2" y="10"/>
                    <a:pt x="1" y="7"/>
                  </a:cubicBezTo>
                  <a:cubicBezTo>
                    <a:pt x="0" y="4"/>
                    <a:pt x="5" y="0"/>
                    <a:pt x="13" y="0"/>
                  </a:cubicBezTo>
                  <a:cubicBezTo>
                    <a:pt x="20" y="0"/>
                    <a:pt x="26" y="2"/>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1" name="Freeform 1301">
              <a:extLst>
                <a:ext uri="{FF2B5EF4-FFF2-40B4-BE49-F238E27FC236}">
                  <a16:creationId xmlns:a16="http://schemas.microsoft.com/office/drawing/2014/main" id="{FFE511CF-7B3D-0666-C6EA-2375D9DBB5CD}"/>
                </a:ext>
              </a:extLst>
            </p:cNvPr>
            <p:cNvSpPr>
              <a:spLocks/>
            </p:cNvSpPr>
            <p:nvPr/>
          </p:nvSpPr>
          <p:spPr bwMode="auto">
            <a:xfrm rot="5094805">
              <a:off x="404211" y="2442506"/>
              <a:ext cx="68549" cy="31990"/>
            </a:xfrm>
            <a:custGeom>
              <a:avLst/>
              <a:gdLst>
                <a:gd name="T0" fmla="*/ 15 w 27"/>
                <a:gd name="T1" fmla="*/ 12 h 13"/>
                <a:gd name="T2" fmla="*/ 1 w 27"/>
                <a:gd name="T3" fmla="*/ 8 h 13"/>
                <a:gd name="T4" fmla="*/ 11 w 27"/>
                <a:gd name="T5" fmla="*/ 1 h 13"/>
                <a:gd name="T6" fmla="*/ 27 w 27"/>
                <a:gd name="T7" fmla="*/ 5 h 13"/>
                <a:gd name="T8" fmla="*/ 15 w 27"/>
                <a:gd name="T9" fmla="*/ 12 h 13"/>
              </a:gdLst>
              <a:ahLst/>
              <a:cxnLst>
                <a:cxn ang="0">
                  <a:pos x="T0" y="T1"/>
                </a:cxn>
                <a:cxn ang="0">
                  <a:pos x="T2" y="T3"/>
                </a:cxn>
                <a:cxn ang="0">
                  <a:pos x="T4" y="T5"/>
                </a:cxn>
                <a:cxn ang="0">
                  <a:pos x="T6" y="T7"/>
                </a:cxn>
                <a:cxn ang="0">
                  <a:pos x="T8" y="T9"/>
                </a:cxn>
              </a:cxnLst>
              <a:rect l="0" t="0" r="r" b="b"/>
              <a:pathLst>
                <a:path w="27" h="13">
                  <a:moveTo>
                    <a:pt x="15" y="12"/>
                  </a:moveTo>
                  <a:cubicBezTo>
                    <a:pt x="8" y="13"/>
                    <a:pt x="2" y="11"/>
                    <a:pt x="1" y="8"/>
                  </a:cubicBezTo>
                  <a:cubicBezTo>
                    <a:pt x="0" y="5"/>
                    <a:pt x="4" y="2"/>
                    <a:pt x="11" y="1"/>
                  </a:cubicBezTo>
                  <a:cubicBezTo>
                    <a:pt x="18" y="0"/>
                    <a:pt x="26" y="2"/>
                    <a:pt x="27" y="5"/>
                  </a:cubicBezTo>
                  <a:cubicBezTo>
                    <a:pt x="27" y="8"/>
                    <a:pt x="22" y="12"/>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2" name="Freeform 1302">
              <a:extLst>
                <a:ext uri="{FF2B5EF4-FFF2-40B4-BE49-F238E27FC236}">
                  <a16:creationId xmlns:a16="http://schemas.microsoft.com/office/drawing/2014/main" id="{5D7E909F-2378-E440-7A1F-B328B9DF1CF8}"/>
                </a:ext>
              </a:extLst>
            </p:cNvPr>
            <p:cNvSpPr>
              <a:spLocks/>
            </p:cNvSpPr>
            <p:nvPr/>
          </p:nvSpPr>
          <p:spPr bwMode="auto">
            <a:xfrm rot="5094805">
              <a:off x="441914" y="2634141"/>
              <a:ext cx="68549" cy="31990"/>
            </a:xfrm>
            <a:custGeom>
              <a:avLst/>
              <a:gdLst>
                <a:gd name="T0" fmla="*/ 27 w 28"/>
                <a:gd name="T1" fmla="*/ 4 h 13"/>
                <a:gd name="T2" fmla="*/ 16 w 28"/>
                <a:gd name="T3" fmla="*/ 11 h 13"/>
                <a:gd name="T4" fmla="*/ 1 w 28"/>
                <a:gd name="T5" fmla="*/ 8 h 13"/>
                <a:gd name="T6" fmla="*/ 13 w 28"/>
                <a:gd name="T7" fmla="*/ 1 h 13"/>
                <a:gd name="T8" fmla="*/ 27 w 28"/>
                <a:gd name="T9" fmla="*/ 4 h 13"/>
              </a:gdLst>
              <a:ahLst/>
              <a:cxnLst>
                <a:cxn ang="0">
                  <a:pos x="T0" y="T1"/>
                </a:cxn>
                <a:cxn ang="0">
                  <a:pos x="T2" y="T3"/>
                </a:cxn>
                <a:cxn ang="0">
                  <a:pos x="T4" y="T5"/>
                </a:cxn>
                <a:cxn ang="0">
                  <a:pos x="T6" y="T7"/>
                </a:cxn>
                <a:cxn ang="0">
                  <a:pos x="T8" y="T9"/>
                </a:cxn>
              </a:cxnLst>
              <a:rect l="0" t="0" r="r" b="b"/>
              <a:pathLst>
                <a:path w="28" h="13">
                  <a:moveTo>
                    <a:pt x="27" y="4"/>
                  </a:moveTo>
                  <a:cubicBezTo>
                    <a:pt x="28" y="7"/>
                    <a:pt x="23" y="10"/>
                    <a:pt x="16" y="11"/>
                  </a:cubicBezTo>
                  <a:cubicBezTo>
                    <a:pt x="9" y="13"/>
                    <a:pt x="3" y="11"/>
                    <a:pt x="1" y="8"/>
                  </a:cubicBezTo>
                  <a:cubicBezTo>
                    <a:pt x="0" y="5"/>
                    <a:pt x="5" y="2"/>
                    <a:pt x="13" y="1"/>
                  </a:cubicBezTo>
                  <a:cubicBezTo>
                    <a:pt x="20" y="0"/>
                    <a:pt x="26" y="1"/>
                    <a:pt x="2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3" name="Freeform 1303">
              <a:extLst>
                <a:ext uri="{FF2B5EF4-FFF2-40B4-BE49-F238E27FC236}">
                  <a16:creationId xmlns:a16="http://schemas.microsoft.com/office/drawing/2014/main" id="{CC1D3212-A8AF-41D4-E125-6424E69C0F18}"/>
                </a:ext>
              </a:extLst>
            </p:cNvPr>
            <p:cNvSpPr>
              <a:spLocks/>
            </p:cNvSpPr>
            <p:nvPr/>
          </p:nvSpPr>
          <p:spPr bwMode="auto">
            <a:xfrm rot="5094805">
              <a:off x="494315" y="2823422"/>
              <a:ext cx="66264" cy="31990"/>
            </a:xfrm>
            <a:custGeom>
              <a:avLst/>
              <a:gdLst>
                <a:gd name="T0" fmla="*/ 16 w 27"/>
                <a:gd name="T1" fmla="*/ 11 h 13"/>
                <a:gd name="T2" fmla="*/ 1 w 27"/>
                <a:gd name="T3" fmla="*/ 9 h 13"/>
                <a:gd name="T4" fmla="*/ 11 w 27"/>
                <a:gd name="T5" fmla="*/ 2 h 13"/>
                <a:gd name="T6" fmla="*/ 27 w 27"/>
                <a:gd name="T7" fmla="*/ 3 h 13"/>
                <a:gd name="T8" fmla="*/ 16 w 27"/>
                <a:gd name="T9" fmla="*/ 11 h 13"/>
              </a:gdLst>
              <a:ahLst/>
              <a:cxnLst>
                <a:cxn ang="0">
                  <a:pos x="T0" y="T1"/>
                </a:cxn>
                <a:cxn ang="0">
                  <a:pos x="T2" y="T3"/>
                </a:cxn>
                <a:cxn ang="0">
                  <a:pos x="T4" y="T5"/>
                </a:cxn>
                <a:cxn ang="0">
                  <a:pos x="T6" y="T7"/>
                </a:cxn>
                <a:cxn ang="0">
                  <a:pos x="T8" y="T9"/>
                </a:cxn>
              </a:cxnLst>
              <a:rect l="0" t="0" r="r" b="b"/>
              <a:pathLst>
                <a:path w="27" h="13">
                  <a:moveTo>
                    <a:pt x="16" y="11"/>
                  </a:moveTo>
                  <a:cubicBezTo>
                    <a:pt x="9" y="13"/>
                    <a:pt x="2" y="12"/>
                    <a:pt x="1" y="9"/>
                  </a:cubicBezTo>
                  <a:cubicBezTo>
                    <a:pt x="0" y="7"/>
                    <a:pt x="4" y="3"/>
                    <a:pt x="11" y="2"/>
                  </a:cubicBezTo>
                  <a:cubicBezTo>
                    <a:pt x="18" y="0"/>
                    <a:pt x="26" y="0"/>
                    <a:pt x="27" y="3"/>
                  </a:cubicBezTo>
                  <a:cubicBezTo>
                    <a:pt x="27" y="6"/>
                    <a:pt x="23" y="10"/>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4" name="Freeform 1304">
              <a:extLst>
                <a:ext uri="{FF2B5EF4-FFF2-40B4-BE49-F238E27FC236}">
                  <a16:creationId xmlns:a16="http://schemas.microsoft.com/office/drawing/2014/main" id="{B0C593CD-F2FB-340B-519D-AFADCBDF8C93}"/>
                </a:ext>
              </a:extLst>
            </p:cNvPr>
            <p:cNvSpPr>
              <a:spLocks/>
            </p:cNvSpPr>
            <p:nvPr/>
          </p:nvSpPr>
          <p:spPr bwMode="auto">
            <a:xfrm rot="5094805">
              <a:off x="557990" y="3009309"/>
              <a:ext cx="66264" cy="34275"/>
            </a:xfrm>
            <a:custGeom>
              <a:avLst/>
              <a:gdLst>
                <a:gd name="T0" fmla="*/ 27 w 27"/>
                <a:gd name="T1" fmla="*/ 3 h 14"/>
                <a:gd name="T2" fmla="*/ 15 w 27"/>
                <a:gd name="T3" fmla="*/ 12 h 14"/>
                <a:gd name="T4" fmla="*/ 1 w 27"/>
                <a:gd name="T5" fmla="*/ 11 h 14"/>
                <a:gd name="T6" fmla="*/ 13 w 27"/>
                <a:gd name="T7" fmla="*/ 2 h 14"/>
                <a:gd name="T8" fmla="*/ 27 w 27"/>
                <a:gd name="T9" fmla="*/ 3 h 14"/>
              </a:gdLst>
              <a:ahLst/>
              <a:cxnLst>
                <a:cxn ang="0">
                  <a:pos x="T0" y="T1"/>
                </a:cxn>
                <a:cxn ang="0">
                  <a:pos x="T2" y="T3"/>
                </a:cxn>
                <a:cxn ang="0">
                  <a:pos x="T4" y="T5"/>
                </a:cxn>
                <a:cxn ang="0">
                  <a:pos x="T6" y="T7"/>
                </a:cxn>
                <a:cxn ang="0">
                  <a:pos x="T8" y="T9"/>
                </a:cxn>
              </a:cxnLst>
              <a:rect l="0" t="0" r="r" b="b"/>
              <a:pathLst>
                <a:path w="27" h="14">
                  <a:moveTo>
                    <a:pt x="27" y="3"/>
                  </a:moveTo>
                  <a:cubicBezTo>
                    <a:pt x="27" y="6"/>
                    <a:pt x="22" y="10"/>
                    <a:pt x="15" y="12"/>
                  </a:cubicBezTo>
                  <a:cubicBezTo>
                    <a:pt x="8" y="14"/>
                    <a:pt x="2" y="13"/>
                    <a:pt x="1" y="11"/>
                  </a:cubicBezTo>
                  <a:cubicBezTo>
                    <a:pt x="0" y="8"/>
                    <a:pt x="5" y="4"/>
                    <a:pt x="13" y="2"/>
                  </a:cubicBezTo>
                  <a:cubicBezTo>
                    <a:pt x="20" y="0"/>
                    <a:pt x="26"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5" name="Freeform 1305">
              <a:extLst>
                <a:ext uri="{FF2B5EF4-FFF2-40B4-BE49-F238E27FC236}">
                  <a16:creationId xmlns:a16="http://schemas.microsoft.com/office/drawing/2014/main" id="{B8FB187D-7F88-544D-5677-88BAA11E5B37}"/>
                </a:ext>
              </a:extLst>
            </p:cNvPr>
            <p:cNvSpPr>
              <a:spLocks/>
            </p:cNvSpPr>
            <p:nvPr/>
          </p:nvSpPr>
          <p:spPr bwMode="auto">
            <a:xfrm rot="5094805">
              <a:off x="636662" y="3197297"/>
              <a:ext cx="66264" cy="34275"/>
            </a:xfrm>
            <a:custGeom>
              <a:avLst/>
              <a:gdLst>
                <a:gd name="T0" fmla="*/ 15 w 27"/>
                <a:gd name="T1" fmla="*/ 12 h 14"/>
                <a:gd name="T2" fmla="*/ 1 w 27"/>
                <a:gd name="T3" fmla="*/ 11 h 14"/>
                <a:gd name="T4" fmla="*/ 11 w 27"/>
                <a:gd name="T5" fmla="*/ 3 h 14"/>
                <a:gd name="T6" fmla="*/ 26 w 27"/>
                <a:gd name="T7" fmla="*/ 3 h 14"/>
                <a:gd name="T8" fmla="*/ 15 w 27"/>
                <a:gd name="T9" fmla="*/ 12 h 14"/>
              </a:gdLst>
              <a:ahLst/>
              <a:cxnLst>
                <a:cxn ang="0">
                  <a:pos x="T0" y="T1"/>
                </a:cxn>
                <a:cxn ang="0">
                  <a:pos x="T2" y="T3"/>
                </a:cxn>
                <a:cxn ang="0">
                  <a:pos x="T4" y="T5"/>
                </a:cxn>
                <a:cxn ang="0">
                  <a:pos x="T6" y="T7"/>
                </a:cxn>
                <a:cxn ang="0">
                  <a:pos x="T8" y="T9"/>
                </a:cxn>
              </a:cxnLst>
              <a:rect l="0" t="0" r="r" b="b"/>
              <a:pathLst>
                <a:path w="27" h="14">
                  <a:moveTo>
                    <a:pt x="15" y="12"/>
                  </a:moveTo>
                  <a:cubicBezTo>
                    <a:pt x="8" y="14"/>
                    <a:pt x="1" y="14"/>
                    <a:pt x="1" y="11"/>
                  </a:cubicBezTo>
                  <a:cubicBezTo>
                    <a:pt x="0" y="9"/>
                    <a:pt x="5" y="5"/>
                    <a:pt x="11" y="3"/>
                  </a:cubicBezTo>
                  <a:cubicBezTo>
                    <a:pt x="19" y="0"/>
                    <a:pt x="26" y="0"/>
                    <a:pt x="26" y="3"/>
                  </a:cubicBezTo>
                  <a:cubicBezTo>
                    <a:pt x="27" y="5"/>
                    <a:pt x="22" y="10"/>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6" name="Freeform 1306">
              <a:extLst>
                <a:ext uri="{FF2B5EF4-FFF2-40B4-BE49-F238E27FC236}">
                  <a16:creationId xmlns:a16="http://schemas.microsoft.com/office/drawing/2014/main" id="{3C1A149D-9465-9615-8188-D8D77E856043}"/>
                </a:ext>
              </a:extLst>
            </p:cNvPr>
            <p:cNvSpPr>
              <a:spLocks/>
            </p:cNvSpPr>
            <p:nvPr/>
          </p:nvSpPr>
          <p:spPr bwMode="auto">
            <a:xfrm rot="5094805">
              <a:off x="726405" y="3379615"/>
              <a:ext cx="68549" cy="36560"/>
            </a:xfrm>
            <a:custGeom>
              <a:avLst/>
              <a:gdLst>
                <a:gd name="T0" fmla="*/ 16 w 28"/>
                <a:gd name="T1" fmla="*/ 12 h 15"/>
                <a:gd name="T2" fmla="*/ 1 w 28"/>
                <a:gd name="T3" fmla="*/ 13 h 15"/>
                <a:gd name="T4" fmla="*/ 12 w 28"/>
                <a:gd name="T5" fmla="*/ 4 h 15"/>
                <a:gd name="T6" fmla="*/ 27 w 28"/>
                <a:gd name="T7" fmla="*/ 3 h 15"/>
                <a:gd name="T8" fmla="*/ 16 w 28"/>
                <a:gd name="T9" fmla="*/ 12 h 15"/>
              </a:gdLst>
              <a:ahLst/>
              <a:cxnLst>
                <a:cxn ang="0">
                  <a:pos x="T0" y="T1"/>
                </a:cxn>
                <a:cxn ang="0">
                  <a:pos x="T2" y="T3"/>
                </a:cxn>
                <a:cxn ang="0">
                  <a:pos x="T4" y="T5"/>
                </a:cxn>
                <a:cxn ang="0">
                  <a:pos x="T6" y="T7"/>
                </a:cxn>
                <a:cxn ang="0">
                  <a:pos x="T8" y="T9"/>
                </a:cxn>
              </a:cxnLst>
              <a:rect l="0" t="0" r="r" b="b"/>
              <a:pathLst>
                <a:path w="28" h="15">
                  <a:moveTo>
                    <a:pt x="16" y="12"/>
                  </a:moveTo>
                  <a:cubicBezTo>
                    <a:pt x="9" y="15"/>
                    <a:pt x="2" y="15"/>
                    <a:pt x="1" y="13"/>
                  </a:cubicBezTo>
                  <a:cubicBezTo>
                    <a:pt x="0" y="11"/>
                    <a:pt x="5" y="7"/>
                    <a:pt x="12" y="4"/>
                  </a:cubicBezTo>
                  <a:cubicBezTo>
                    <a:pt x="19" y="1"/>
                    <a:pt x="26" y="0"/>
                    <a:pt x="27" y="3"/>
                  </a:cubicBezTo>
                  <a:cubicBezTo>
                    <a:pt x="28" y="5"/>
                    <a:pt x="22" y="1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7" name="Freeform 1307">
              <a:extLst>
                <a:ext uri="{FF2B5EF4-FFF2-40B4-BE49-F238E27FC236}">
                  <a16:creationId xmlns:a16="http://schemas.microsoft.com/office/drawing/2014/main" id="{5CFC4C22-BFBF-4C84-7868-2DBE18BE398D}"/>
                </a:ext>
              </a:extLst>
            </p:cNvPr>
            <p:cNvSpPr>
              <a:spLocks/>
            </p:cNvSpPr>
            <p:nvPr/>
          </p:nvSpPr>
          <p:spPr bwMode="auto">
            <a:xfrm rot="5094805">
              <a:off x="822984" y="3561527"/>
              <a:ext cx="66264" cy="38845"/>
            </a:xfrm>
            <a:custGeom>
              <a:avLst/>
              <a:gdLst>
                <a:gd name="T0" fmla="*/ 12 w 27"/>
                <a:gd name="T1" fmla="*/ 4 h 16"/>
                <a:gd name="T2" fmla="*/ 26 w 27"/>
                <a:gd name="T3" fmla="*/ 2 h 16"/>
                <a:gd name="T4" fmla="*/ 14 w 27"/>
                <a:gd name="T5" fmla="*/ 13 h 16"/>
                <a:gd name="T6" fmla="*/ 1 w 27"/>
                <a:gd name="T7" fmla="*/ 14 h 16"/>
                <a:gd name="T8" fmla="*/ 12 w 27"/>
                <a:gd name="T9" fmla="*/ 4 h 16"/>
              </a:gdLst>
              <a:ahLst/>
              <a:cxnLst>
                <a:cxn ang="0">
                  <a:pos x="T0" y="T1"/>
                </a:cxn>
                <a:cxn ang="0">
                  <a:pos x="T2" y="T3"/>
                </a:cxn>
                <a:cxn ang="0">
                  <a:pos x="T4" y="T5"/>
                </a:cxn>
                <a:cxn ang="0">
                  <a:pos x="T6" y="T7"/>
                </a:cxn>
                <a:cxn ang="0">
                  <a:pos x="T8" y="T9"/>
                </a:cxn>
              </a:cxnLst>
              <a:rect l="0" t="0" r="r" b="b"/>
              <a:pathLst>
                <a:path w="27" h="16">
                  <a:moveTo>
                    <a:pt x="12" y="4"/>
                  </a:moveTo>
                  <a:cubicBezTo>
                    <a:pt x="19" y="1"/>
                    <a:pt x="26" y="0"/>
                    <a:pt x="26" y="2"/>
                  </a:cubicBezTo>
                  <a:cubicBezTo>
                    <a:pt x="27" y="5"/>
                    <a:pt x="21" y="10"/>
                    <a:pt x="14" y="13"/>
                  </a:cubicBezTo>
                  <a:cubicBezTo>
                    <a:pt x="7" y="16"/>
                    <a:pt x="1" y="16"/>
                    <a:pt x="1" y="14"/>
                  </a:cubicBezTo>
                  <a:cubicBezTo>
                    <a:pt x="0" y="11"/>
                    <a:pt x="6" y="7"/>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8" name="Freeform 1308">
              <a:extLst>
                <a:ext uri="{FF2B5EF4-FFF2-40B4-BE49-F238E27FC236}">
                  <a16:creationId xmlns:a16="http://schemas.microsoft.com/office/drawing/2014/main" id="{4A766DBD-C0C1-3350-94B5-74A5F206937E}"/>
                </a:ext>
              </a:extLst>
            </p:cNvPr>
            <p:cNvSpPr>
              <a:spLocks/>
            </p:cNvSpPr>
            <p:nvPr/>
          </p:nvSpPr>
          <p:spPr bwMode="auto">
            <a:xfrm rot="5094805">
              <a:off x="927424" y="3741491"/>
              <a:ext cx="66264" cy="41130"/>
            </a:xfrm>
            <a:custGeom>
              <a:avLst/>
              <a:gdLst>
                <a:gd name="T0" fmla="*/ 27 w 27"/>
                <a:gd name="T1" fmla="*/ 3 h 17"/>
                <a:gd name="T2" fmla="*/ 15 w 27"/>
                <a:gd name="T3" fmla="*/ 13 h 17"/>
                <a:gd name="T4" fmla="*/ 1 w 27"/>
                <a:gd name="T5" fmla="*/ 15 h 17"/>
                <a:gd name="T6" fmla="*/ 13 w 27"/>
                <a:gd name="T7" fmla="*/ 5 h 17"/>
                <a:gd name="T8" fmla="*/ 27 w 27"/>
                <a:gd name="T9" fmla="*/ 3 h 17"/>
              </a:gdLst>
              <a:ahLst/>
              <a:cxnLst>
                <a:cxn ang="0">
                  <a:pos x="T0" y="T1"/>
                </a:cxn>
                <a:cxn ang="0">
                  <a:pos x="T2" y="T3"/>
                </a:cxn>
                <a:cxn ang="0">
                  <a:pos x="T4" y="T5"/>
                </a:cxn>
                <a:cxn ang="0">
                  <a:pos x="T6" y="T7"/>
                </a:cxn>
                <a:cxn ang="0">
                  <a:pos x="T8" y="T9"/>
                </a:cxn>
              </a:cxnLst>
              <a:rect l="0" t="0" r="r" b="b"/>
              <a:pathLst>
                <a:path w="27" h="17">
                  <a:moveTo>
                    <a:pt x="27" y="3"/>
                  </a:moveTo>
                  <a:cubicBezTo>
                    <a:pt x="27" y="5"/>
                    <a:pt x="22" y="9"/>
                    <a:pt x="15" y="13"/>
                  </a:cubicBezTo>
                  <a:cubicBezTo>
                    <a:pt x="8" y="16"/>
                    <a:pt x="2" y="17"/>
                    <a:pt x="1" y="15"/>
                  </a:cubicBezTo>
                  <a:cubicBezTo>
                    <a:pt x="0" y="13"/>
                    <a:pt x="6" y="8"/>
                    <a:pt x="13" y="5"/>
                  </a:cubicBezTo>
                  <a:cubicBezTo>
                    <a:pt x="20" y="1"/>
                    <a:pt x="26"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9" name="Freeform 1309">
              <a:extLst>
                <a:ext uri="{FF2B5EF4-FFF2-40B4-BE49-F238E27FC236}">
                  <a16:creationId xmlns:a16="http://schemas.microsoft.com/office/drawing/2014/main" id="{0305422E-6644-4C86-C6CA-10D2FFEC62DE}"/>
                </a:ext>
              </a:extLst>
            </p:cNvPr>
            <p:cNvSpPr>
              <a:spLocks/>
            </p:cNvSpPr>
            <p:nvPr/>
          </p:nvSpPr>
          <p:spPr bwMode="auto">
            <a:xfrm rot="5094805">
              <a:off x="1036513" y="3923229"/>
              <a:ext cx="68549" cy="41130"/>
            </a:xfrm>
            <a:custGeom>
              <a:avLst/>
              <a:gdLst>
                <a:gd name="T0" fmla="*/ 27 w 27"/>
                <a:gd name="T1" fmla="*/ 2 h 17"/>
                <a:gd name="T2" fmla="*/ 15 w 27"/>
                <a:gd name="T3" fmla="*/ 13 h 17"/>
                <a:gd name="T4" fmla="*/ 1 w 27"/>
                <a:gd name="T5" fmla="*/ 15 h 17"/>
                <a:gd name="T6" fmla="*/ 13 w 27"/>
                <a:gd name="T7" fmla="*/ 5 h 17"/>
                <a:gd name="T8" fmla="*/ 27 w 27"/>
                <a:gd name="T9" fmla="*/ 2 h 17"/>
              </a:gdLst>
              <a:ahLst/>
              <a:cxnLst>
                <a:cxn ang="0">
                  <a:pos x="T0" y="T1"/>
                </a:cxn>
                <a:cxn ang="0">
                  <a:pos x="T2" y="T3"/>
                </a:cxn>
                <a:cxn ang="0">
                  <a:pos x="T4" y="T5"/>
                </a:cxn>
                <a:cxn ang="0">
                  <a:pos x="T6" y="T7"/>
                </a:cxn>
                <a:cxn ang="0">
                  <a:pos x="T8" y="T9"/>
                </a:cxn>
              </a:cxnLst>
              <a:rect l="0" t="0" r="r" b="b"/>
              <a:pathLst>
                <a:path w="27" h="17">
                  <a:moveTo>
                    <a:pt x="27" y="2"/>
                  </a:moveTo>
                  <a:cubicBezTo>
                    <a:pt x="27" y="4"/>
                    <a:pt x="22" y="9"/>
                    <a:pt x="15" y="13"/>
                  </a:cubicBezTo>
                  <a:cubicBezTo>
                    <a:pt x="8" y="16"/>
                    <a:pt x="2" y="17"/>
                    <a:pt x="1" y="15"/>
                  </a:cubicBezTo>
                  <a:cubicBezTo>
                    <a:pt x="0" y="13"/>
                    <a:pt x="6" y="8"/>
                    <a:pt x="13" y="5"/>
                  </a:cubicBezTo>
                  <a:cubicBezTo>
                    <a:pt x="20" y="2"/>
                    <a:pt x="26"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0" name="Freeform 1310">
              <a:extLst>
                <a:ext uri="{FF2B5EF4-FFF2-40B4-BE49-F238E27FC236}">
                  <a16:creationId xmlns:a16="http://schemas.microsoft.com/office/drawing/2014/main" id="{A86F8516-97CE-A4B3-5C7A-E2C6F6D02BE5}"/>
                </a:ext>
              </a:extLst>
            </p:cNvPr>
            <p:cNvSpPr>
              <a:spLocks/>
            </p:cNvSpPr>
            <p:nvPr/>
          </p:nvSpPr>
          <p:spPr bwMode="auto">
            <a:xfrm rot="5094805">
              <a:off x="1150365" y="4107040"/>
              <a:ext cx="66264" cy="41130"/>
            </a:xfrm>
            <a:custGeom>
              <a:avLst/>
              <a:gdLst>
                <a:gd name="T0" fmla="*/ 12 w 27"/>
                <a:gd name="T1" fmla="*/ 5 h 17"/>
                <a:gd name="T2" fmla="*/ 26 w 27"/>
                <a:gd name="T3" fmla="*/ 2 h 17"/>
                <a:gd name="T4" fmla="*/ 13 w 27"/>
                <a:gd name="T5" fmla="*/ 12 h 17"/>
                <a:gd name="T6" fmla="*/ 0 w 27"/>
                <a:gd name="T7" fmla="*/ 15 h 17"/>
                <a:gd name="T8" fmla="*/ 12 w 27"/>
                <a:gd name="T9" fmla="*/ 5 h 17"/>
              </a:gdLst>
              <a:ahLst/>
              <a:cxnLst>
                <a:cxn ang="0">
                  <a:pos x="T0" y="T1"/>
                </a:cxn>
                <a:cxn ang="0">
                  <a:pos x="T2" y="T3"/>
                </a:cxn>
                <a:cxn ang="0">
                  <a:pos x="T4" y="T5"/>
                </a:cxn>
                <a:cxn ang="0">
                  <a:pos x="T6" y="T7"/>
                </a:cxn>
                <a:cxn ang="0">
                  <a:pos x="T8" y="T9"/>
                </a:cxn>
              </a:cxnLst>
              <a:rect l="0" t="0" r="r" b="b"/>
              <a:pathLst>
                <a:path w="27" h="17">
                  <a:moveTo>
                    <a:pt x="12" y="5"/>
                  </a:moveTo>
                  <a:cubicBezTo>
                    <a:pt x="19" y="2"/>
                    <a:pt x="25" y="0"/>
                    <a:pt x="26" y="2"/>
                  </a:cubicBezTo>
                  <a:cubicBezTo>
                    <a:pt x="27" y="4"/>
                    <a:pt x="21" y="9"/>
                    <a:pt x="13" y="12"/>
                  </a:cubicBezTo>
                  <a:cubicBezTo>
                    <a:pt x="6" y="16"/>
                    <a:pt x="1" y="17"/>
                    <a:pt x="0" y="15"/>
                  </a:cubicBezTo>
                  <a:cubicBezTo>
                    <a:pt x="0" y="13"/>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1" name="Freeform 1311">
              <a:extLst>
                <a:ext uri="{FF2B5EF4-FFF2-40B4-BE49-F238E27FC236}">
                  <a16:creationId xmlns:a16="http://schemas.microsoft.com/office/drawing/2014/main" id="{8184C74B-9EE0-E140-B99E-406E0BF8C877}"/>
                </a:ext>
              </a:extLst>
            </p:cNvPr>
            <p:cNvSpPr>
              <a:spLocks/>
            </p:cNvSpPr>
            <p:nvPr/>
          </p:nvSpPr>
          <p:spPr bwMode="auto">
            <a:xfrm rot="5094805">
              <a:off x="1264942" y="4284853"/>
              <a:ext cx="68549" cy="43415"/>
            </a:xfrm>
            <a:custGeom>
              <a:avLst/>
              <a:gdLst>
                <a:gd name="T0" fmla="*/ 12 w 28"/>
                <a:gd name="T1" fmla="*/ 5 h 17"/>
                <a:gd name="T2" fmla="*/ 27 w 28"/>
                <a:gd name="T3" fmla="*/ 1 h 17"/>
                <a:gd name="T4" fmla="*/ 15 w 28"/>
                <a:gd name="T5" fmla="*/ 12 h 17"/>
                <a:gd name="T6" fmla="*/ 1 w 28"/>
                <a:gd name="T7" fmla="*/ 15 h 17"/>
                <a:gd name="T8" fmla="*/ 12 w 28"/>
                <a:gd name="T9" fmla="*/ 5 h 17"/>
              </a:gdLst>
              <a:ahLst/>
              <a:cxnLst>
                <a:cxn ang="0">
                  <a:pos x="T0" y="T1"/>
                </a:cxn>
                <a:cxn ang="0">
                  <a:pos x="T2" y="T3"/>
                </a:cxn>
                <a:cxn ang="0">
                  <a:pos x="T4" y="T5"/>
                </a:cxn>
                <a:cxn ang="0">
                  <a:pos x="T6" y="T7"/>
                </a:cxn>
                <a:cxn ang="0">
                  <a:pos x="T8" y="T9"/>
                </a:cxn>
              </a:cxnLst>
              <a:rect l="0" t="0" r="r" b="b"/>
              <a:pathLst>
                <a:path w="28" h="17">
                  <a:moveTo>
                    <a:pt x="12" y="5"/>
                  </a:moveTo>
                  <a:cubicBezTo>
                    <a:pt x="19" y="2"/>
                    <a:pt x="26" y="0"/>
                    <a:pt x="27" y="1"/>
                  </a:cubicBezTo>
                  <a:cubicBezTo>
                    <a:pt x="28" y="3"/>
                    <a:pt x="22" y="8"/>
                    <a:pt x="15" y="12"/>
                  </a:cubicBezTo>
                  <a:cubicBezTo>
                    <a:pt x="8" y="15"/>
                    <a:pt x="2" y="17"/>
                    <a:pt x="1" y="15"/>
                  </a:cubicBezTo>
                  <a:cubicBezTo>
                    <a:pt x="0" y="13"/>
                    <a:pt x="6" y="9"/>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2" name="Freeform 1312">
              <a:extLst>
                <a:ext uri="{FF2B5EF4-FFF2-40B4-BE49-F238E27FC236}">
                  <a16:creationId xmlns:a16="http://schemas.microsoft.com/office/drawing/2014/main" id="{10AA3DC7-7462-314B-8D80-16507D97CEBF}"/>
                </a:ext>
              </a:extLst>
            </p:cNvPr>
            <p:cNvSpPr>
              <a:spLocks/>
            </p:cNvSpPr>
            <p:nvPr/>
          </p:nvSpPr>
          <p:spPr bwMode="auto">
            <a:xfrm rot="5094805">
              <a:off x="1299094" y="4382759"/>
              <a:ext cx="68549" cy="47985"/>
            </a:xfrm>
            <a:custGeom>
              <a:avLst/>
              <a:gdLst>
                <a:gd name="T0" fmla="*/ 28 w 28"/>
                <a:gd name="T1" fmla="*/ 3 h 19"/>
                <a:gd name="T2" fmla="*/ 15 w 28"/>
                <a:gd name="T3" fmla="*/ 14 h 19"/>
                <a:gd name="T4" fmla="*/ 1 w 28"/>
                <a:gd name="T5" fmla="*/ 17 h 19"/>
                <a:gd name="T6" fmla="*/ 14 w 28"/>
                <a:gd name="T7" fmla="*/ 5 h 19"/>
                <a:gd name="T8" fmla="*/ 28 w 28"/>
                <a:gd name="T9" fmla="*/ 3 h 19"/>
              </a:gdLst>
              <a:ahLst/>
              <a:cxnLst>
                <a:cxn ang="0">
                  <a:pos x="T0" y="T1"/>
                </a:cxn>
                <a:cxn ang="0">
                  <a:pos x="T2" y="T3"/>
                </a:cxn>
                <a:cxn ang="0">
                  <a:pos x="T4" y="T5"/>
                </a:cxn>
                <a:cxn ang="0">
                  <a:pos x="T6" y="T7"/>
                </a:cxn>
                <a:cxn ang="0">
                  <a:pos x="T8" y="T9"/>
                </a:cxn>
              </a:cxnLst>
              <a:rect l="0" t="0" r="r" b="b"/>
              <a:pathLst>
                <a:path w="28" h="19">
                  <a:moveTo>
                    <a:pt x="28" y="3"/>
                  </a:moveTo>
                  <a:cubicBezTo>
                    <a:pt x="28" y="5"/>
                    <a:pt x="23" y="10"/>
                    <a:pt x="15" y="14"/>
                  </a:cubicBezTo>
                  <a:cubicBezTo>
                    <a:pt x="8" y="18"/>
                    <a:pt x="2" y="19"/>
                    <a:pt x="1" y="17"/>
                  </a:cubicBezTo>
                  <a:cubicBezTo>
                    <a:pt x="0" y="14"/>
                    <a:pt x="6" y="9"/>
                    <a:pt x="14" y="5"/>
                  </a:cubicBezTo>
                  <a:cubicBezTo>
                    <a:pt x="21" y="2"/>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3" name="Freeform 1313">
              <a:extLst>
                <a:ext uri="{FF2B5EF4-FFF2-40B4-BE49-F238E27FC236}">
                  <a16:creationId xmlns:a16="http://schemas.microsoft.com/office/drawing/2014/main" id="{0FE80521-1B7B-305A-C856-8B33F71FA0D2}"/>
                </a:ext>
              </a:extLst>
            </p:cNvPr>
            <p:cNvSpPr>
              <a:spLocks/>
            </p:cNvSpPr>
            <p:nvPr/>
          </p:nvSpPr>
          <p:spPr bwMode="auto">
            <a:xfrm rot="5094805">
              <a:off x="1415116" y="4566271"/>
              <a:ext cx="68549" cy="45700"/>
            </a:xfrm>
            <a:custGeom>
              <a:avLst/>
              <a:gdLst>
                <a:gd name="T0" fmla="*/ 12 w 27"/>
                <a:gd name="T1" fmla="*/ 6 h 18"/>
                <a:gd name="T2" fmla="*/ 27 w 27"/>
                <a:gd name="T3" fmla="*/ 2 h 18"/>
                <a:gd name="T4" fmla="*/ 15 w 27"/>
                <a:gd name="T5" fmla="*/ 13 h 18"/>
                <a:gd name="T6" fmla="*/ 0 w 27"/>
                <a:gd name="T7" fmla="*/ 16 h 18"/>
                <a:gd name="T8" fmla="*/ 12 w 27"/>
                <a:gd name="T9" fmla="*/ 6 h 18"/>
              </a:gdLst>
              <a:ahLst/>
              <a:cxnLst>
                <a:cxn ang="0">
                  <a:pos x="T0" y="T1"/>
                </a:cxn>
                <a:cxn ang="0">
                  <a:pos x="T2" y="T3"/>
                </a:cxn>
                <a:cxn ang="0">
                  <a:pos x="T4" y="T5"/>
                </a:cxn>
                <a:cxn ang="0">
                  <a:pos x="T6" y="T7"/>
                </a:cxn>
                <a:cxn ang="0">
                  <a:pos x="T8" y="T9"/>
                </a:cxn>
              </a:cxnLst>
              <a:rect l="0" t="0" r="r" b="b"/>
              <a:pathLst>
                <a:path w="27" h="18">
                  <a:moveTo>
                    <a:pt x="12" y="6"/>
                  </a:moveTo>
                  <a:cubicBezTo>
                    <a:pt x="19" y="2"/>
                    <a:pt x="26" y="0"/>
                    <a:pt x="27" y="2"/>
                  </a:cubicBezTo>
                  <a:cubicBezTo>
                    <a:pt x="27" y="4"/>
                    <a:pt x="22" y="9"/>
                    <a:pt x="15" y="13"/>
                  </a:cubicBezTo>
                  <a:cubicBezTo>
                    <a:pt x="7" y="17"/>
                    <a:pt x="0" y="18"/>
                    <a:pt x="0" y="16"/>
                  </a:cubicBezTo>
                  <a:cubicBezTo>
                    <a:pt x="0" y="14"/>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4" name="Freeform 1314">
              <a:extLst>
                <a:ext uri="{FF2B5EF4-FFF2-40B4-BE49-F238E27FC236}">
                  <a16:creationId xmlns:a16="http://schemas.microsoft.com/office/drawing/2014/main" id="{860ED4CE-C884-925C-8D1F-4412A9C5EB0C}"/>
                </a:ext>
              </a:extLst>
            </p:cNvPr>
            <p:cNvSpPr>
              <a:spLocks/>
            </p:cNvSpPr>
            <p:nvPr/>
          </p:nvSpPr>
          <p:spPr bwMode="auto">
            <a:xfrm rot="5094805">
              <a:off x="1528757" y="4749889"/>
              <a:ext cx="70834" cy="41130"/>
            </a:xfrm>
            <a:custGeom>
              <a:avLst/>
              <a:gdLst>
                <a:gd name="T0" fmla="*/ 28 w 29"/>
                <a:gd name="T1" fmla="*/ 2 h 17"/>
                <a:gd name="T2" fmla="*/ 17 w 29"/>
                <a:gd name="T3" fmla="*/ 12 h 17"/>
                <a:gd name="T4" fmla="*/ 1 w 29"/>
                <a:gd name="T5" fmla="*/ 15 h 17"/>
                <a:gd name="T6" fmla="*/ 12 w 29"/>
                <a:gd name="T7" fmla="*/ 6 h 17"/>
                <a:gd name="T8" fmla="*/ 28 w 29"/>
                <a:gd name="T9" fmla="*/ 2 h 17"/>
              </a:gdLst>
              <a:ahLst/>
              <a:cxnLst>
                <a:cxn ang="0">
                  <a:pos x="T0" y="T1"/>
                </a:cxn>
                <a:cxn ang="0">
                  <a:pos x="T2" y="T3"/>
                </a:cxn>
                <a:cxn ang="0">
                  <a:pos x="T4" y="T5"/>
                </a:cxn>
                <a:cxn ang="0">
                  <a:pos x="T6" y="T7"/>
                </a:cxn>
                <a:cxn ang="0">
                  <a:pos x="T8" y="T9"/>
                </a:cxn>
              </a:cxnLst>
              <a:rect l="0" t="0" r="r" b="b"/>
              <a:pathLst>
                <a:path w="29" h="17">
                  <a:moveTo>
                    <a:pt x="28" y="2"/>
                  </a:moveTo>
                  <a:cubicBezTo>
                    <a:pt x="29" y="3"/>
                    <a:pt x="24" y="8"/>
                    <a:pt x="17" y="12"/>
                  </a:cubicBezTo>
                  <a:cubicBezTo>
                    <a:pt x="9" y="16"/>
                    <a:pt x="2" y="17"/>
                    <a:pt x="1" y="15"/>
                  </a:cubicBezTo>
                  <a:cubicBezTo>
                    <a:pt x="0" y="14"/>
                    <a:pt x="5" y="9"/>
                    <a:pt x="12" y="6"/>
                  </a:cubicBezTo>
                  <a:cubicBezTo>
                    <a:pt x="19" y="2"/>
                    <a:pt x="27" y="0"/>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5" name="Freeform 1315">
              <a:extLst>
                <a:ext uri="{FF2B5EF4-FFF2-40B4-BE49-F238E27FC236}">
                  <a16:creationId xmlns:a16="http://schemas.microsoft.com/office/drawing/2014/main" id="{44E98A7B-E32A-C2BF-451F-B174203186D1}"/>
                </a:ext>
              </a:extLst>
            </p:cNvPr>
            <p:cNvSpPr>
              <a:spLocks/>
            </p:cNvSpPr>
            <p:nvPr/>
          </p:nvSpPr>
          <p:spPr bwMode="auto">
            <a:xfrm rot="5094805">
              <a:off x="1641172" y="4930489"/>
              <a:ext cx="66264" cy="41130"/>
            </a:xfrm>
            <a:custGeom>
              <a:avLst/>
              <a:gdLst>
                <a:gd name="T0" fmla="*/ 12 w 27"/>
                <a:gd name="T1" fmla="*/ 6 h 17"/>
                <a:gd name="T2" fmla="*/ 27 w 27"/>
                <a:gd name="T3" fmla="*/ 3 h 17"/>
                <a:gd name="T4" fmla="*/ 15 w 27"/>
                <a:gd name="T5" fmla="*/ 12 h 17"/>
                <a:gd name="T6" fmla="*/ 0 w 27"/>
                <a:gd name="T7" fmla="*/ 15 h 17"/>
                <a:gd name="T8" fmla="*/ 12 w 27"/>
                <a:gd name="T9" fmla="*/ 6 h 17"/>
              </a:gdLst>
              <a:ahLst/>
              <a:cxnLst>
                <a:cxn ang="0">
                  <a:pos x="T0" y="T1"/>
                </a:cxn>
                <a:cxn ang="0">
                  <a:pos x="T2" y="T3"/>
                </a:cxn>
                <a:cxn ang="0">
                  <a:pos x="T4" y="T5"/>
                </a:cxn>
                <a:cxn ang="0">
                  <a:pos x="T6" y="T7"/>
                </a:cxn>
                <a:cxn ang="0">
                  <a:pos x="T8" y="T9"/>
                </a:cxn>
              </a:cxnLst>
              <a:rect l="0" t="0" r="r" b="b"/>
              <a:pathLst>
                <a:path w="27" h="17">
                  <a:moveTo>
                    <a:pt x="12" y="6"/>
                  </a:moveTo>
                  <a:cubicBezTo>
                    <a:pt x="20" y="2"/>
                    <a:pt x="27" y="0"/>
                    <a:pt x="27" y="3"/>
                  </a:cubicBezTo>
                  <a:cubicBezTo>
                    <a:pt x="27" y="5"/>
                    <a:pt x="22" y="9"/>
                    <a:pt x="15" y="12"/>
                  </a:cubicBezTo>
                  <a:cubicBezTo>
                    <a:pt x="7" y="16"/>
                    <a:pt x="1" y="17"/>
                    <a:pt x="0" y="15"/>
                  </a:cubicBezTo>
                  <a:cubicBezTo>
                    <a:pt x="0" y="13"/>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6" name="Freeform 1316">
              <a:extLst>
                <a:ext uri="{FF2B5EF4-FFF2-40B4-BE49-F238E27FC236}">
                  <a16:creationId xmlns:a16="http://schemas.microsoft.com/office/drawing/2014/main" id="{DAA06788-BA7F-B2F1-CEF5-BD6B321D6D6A}"/>
                </a:ext>
              </a:extLst>
            </p:cNvPr>
            <p:cNvSpPr>
              <a:spLocks/>
            </p:cNvSpPr>
            <p:nvPr/>
          </p:nvSpPr>
          <p:spPr bwMode="auto">
            <a:xfrm rot="5094805">
              <a:off x="1742295" y="5114079"/>
              <a:ext cx="68549" cy="38845"/>
            </a:xfrm>
            <a:custGeom>
              <a:avLst/>
              <a:gdLst>
                <a:gd name="T0" fmla="*/ 12 w 28"/>
                <a:gd name="T1" fmla="*/ 5 h 15"/>
                <a:gd name="T2" fmla="*/ 27 w 28"/>
                <a:gd name="T3" fmla="*/ 2 h 15"/>
                <a:gd name="T4" fmla="*/ 16 w 28"/>
                <a:gd name="T5" fmla="*/ 11 h 15"/>
                <a:gd name="T6" fmla="*/ 0 w 28"/>
                <a:gd name="T7" fmla="*/ 13 h 15"/>
                <a:gd name="T8" fmla="*/ 12 w 28"/>
                <a:gd name="T9" fmla="*/ 5 h 15"/>
              </a:gdLst>
              <a:ahLst/>
              <a:cxnLst>
                <a:cxn ang="0">
                  <a:pos x="T0" y="T1"/>
                </a:cxn>
                <a:cxn ang="0">
                  <a:pos x="T2" y="T3"/>
                </a:cxn>
                <a:cxn ang="0">
                  <a:pos x="T4" y="T5"/>
                </a:cxn>
                <a:cxn ang="0">
                  <a:pos x="T6" y="T7"/>
                </a:cxn>
                <a:cxn ang="0">
                  <a:pos x="T8" y="T9"/>
                </a:cxn>
              </a:cxnLst>
              <a:rect l="0" t="0" r="r" b="b"/>
              <a:pathLst>
                <a:path w="28" h="15">
                  <a:moveTo>
                    <a:pt x="12" y="5"/>
                  </a:moveTo>
                  <a:cubicBezTo>
                    <a:pt x="20" y="1"/>
                    <a:pt x="27" y="0"/>
                    <a:pt x="27" y="2"/>
                  </a:cubicBezTo>
                  <a:cubicBezTo>
                    <a:pt x="28" y="3"/>
                    <a:pt x="23" y="7"/>
                    <a:pt x="16" y="11"/>
                  </a:cubicBezTo>
                  <a:cubicBezTo>
                    <a:pt x="8" y="14"/>
                    <a:pt x="1" y="15"/>
                    <a:pt x="0" y="13"/>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7" name="Freeform 1317">
              <a:extLst>
                <a:ext uri="{FF2B5EF4-FFF2-40B4-BE49-F238E27FC236}">
                  <a16:creationId xmlns:a16="http://schemas.microsoft.com/office/drawing/2014/main" id="{BF76D87C-111C-369C-3665-07300BCC1564}"/>
                </a:ext>
              </a:extLst>
            </p:cNvPr>
            <p:cNvSpPr>
              <a:spLocks/>
            </p:cNvSpPr>
            <p:nvPr/>
          </p:nvSpPr>
          <p:spPr bwMode="auto">
            <a:xfrm rot="5094805">
              <a:off x="1837631" y="5299423"/>
              <a:ext cx="68549" cy="31990"/>
            </a:xfrm>
            <a:custGeom>
              <a:avLst/>
              <a:gdLst>
                <a:gd name="T0" fmla="*/ 14 w 28"/>
                <a:gd name="T1" fmla="*/ 3 h 13"/>
                <a:gd name="T2" fmla="*/ 28 w 28"/>
                <a:gd name="T3" fmla="*/ 1 h 13"/>
                <a:gd name="T4" fmla="*/ 15 w 28"/>
                <a:gd name="T5" fmla="*/ 10 h 13"/>
                <a:gd name="T6" fmla="*/ 1 w 28"/>
                <a:gd name="T7" fmla="*/ 12 h 13"/>
                <a:gd name="T8" fmla="*/ 14 w 28"/>
                <a:gd name="T9" fmla="*/ 3 h 13"/>
              </a:gdLst>
              <a:ahLst/>
              <a:cxnLst>
                <a:cxn ang="0">
                  <a:pos x="T0" y="T1"/>
                </a:cxn>
                <a:cxn ang="0">
                  <a:pos x="T2" y="T3"/>
                </a:cxn>
                <a:cxn ang="0">
                  <a:pos x="T4" y="T5"/>
                </a:cxn>
                <a:cxn ang="0">
                  <a:pos x="T6" y="T7"/>
                </a:cxn>
                <a:cxn ang="0">
                  <a:pos x="T8" y="T9"/>
                </a:cxn>
              </a:cxnLst>
              <a:rect l="0" t="0" r="r" b="b"/>
              <a:pathLst>
                <a:path w="28" h="13">
                  <a:moveTo>
                    <a:pt x="14" y="3"/>
                  </a:moveTo>
                  <a:cubicBezTo>
                    <a:pt x="21" y="1"/>
                    <a:pt x="27" y="0"/>
                    <a:pt x="28" y="1"/>
                  </a:cubicBezTo>
                  <a:cubicBezTo>
                    <a:pt x="28" y="3"/>
                    <a:pt x="23" y="7"/>
                    <a:pt x="15" y="10"/>
                  </a:cubicBezTo>
                  <a:cubicBezTo>
                    <a:pt x="8" y="13"/>
                    <a:pt x="2" y="13"/>
                    <a:pt x="1" y="12"/>
                  </a:cubicBezTo>
                  <a:cubicBezTo>
                    <a:pt x="0" y="10"/>
                    <a:pt x="6" y="6"/>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8" name="Freeform 1318">
              <a:extLst>
                <a:ext uri="{FF2B5EF4-FFF2-40B4-BE49-F238E27FC236}">
                  <a16:creationId xmlns:a16="http://schemas.microsoft.com/office/drawing/2014/main" id="{0240B463-BDB7-7D36-08E9-F00C00664ECE}"/>
                </a:ext>
              </a:extLst>
            </p:cNvPr>
            <p:cNvSpPr>
              <a:spLocks/>
            </p:cNvSpPr>
            <p:nvPr/>
          </p:nvSpPr>
          <p:spPr bwMode="auto">
            <a:xfrm rot="5094805">
              <a:off x="1924268" y="5487845"/>
              <a:ext cx="68549" cy="29705"/>
            </a:xfrm>
            <a:custGeom>
              <a:avLst/>
              <a:gdLst>
                <a:gd name="T0" fmla="*/ 13 w 28"/>
                <a:gd name="T1" fmla="*/ 3 h 12"/>
                <a:gd name="T2" fmla="*/ 27 w 28"/>
                <a:gd name="T3" fmla="*/ 2 h 12"/>
                <a:gd name="T4" fmla="*/ 14 w 28"/>
                <a:gd name="T5" fmla="*/ 10 h 12"/>
                <a:gd name="T6" fmla="*/ 1 w 28"/>
                <a:gd name="T7" fmla="*/ 11 h 12"/>
                <a:gd name="T8" fmla="*/ 13 w 28"/>
                <a:gd name="T9" fmla="*/ 3 h 12"/>
              </a:gdLst>
              <a:ahLst/>
              <a:cxnLst>
                <a:cxn ang="0">
                  <a:pos x="T0" y="T1"/>
                </a:cxn>
                <a:cxn ang="0">
                  <a:pos x="T2" y="T3"/>
                </a:cxn>
                <a:cxn ang="0">
                  <a:pos x="T4" y="T5"/>
                </a:cxn>
                <a:cxn ang="0">
                  <a:pos x="T6" y="T7"/>
                </a:cxn>
                <a:cxn ang="0">
                  <a:pos x="T8" y="T9"/>
                </a:cxn>
              </a:cxnLst>
              <a:rect l="0" t="0" r="r" b="b"/>
              <a:pathLst>
                <a:path w="28" h="12">
                  <a:moveTo>
                    <a:pt x="13" y="3"/>
                  </a:moveTo>
                  <a:cubicBezTo>
                    <a:pt x="20" y="1"/>
                    <a:pt x="27" y="0"/>
                    <a:pt x="27" y="2"/>
                  </a:cubicBezTo>
                  <a:cubicBezTo>
                    <a:pt x="28" y="3"/>
                    <a:pt x="22" y="7"/>
                    <a:pt x="14" y="10"/>
                  </a:cubicBezTo>
                  <a:cubicBezTo>
                    <a:pt x="7" y="12"/>
                    <a:pt x="1" y="12"/>
                    <a:pt x="1" y="11"/>
                  </a:cubicBezTo>
                  <a:cubicBezTo>
                    <a:pt x="0" y="9"/>
                    <a:pt x="6" y="6"/>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9" name="Freeform 1319">
              <a:extLst>
                <a:ext uri="{FF2B5EF4-FFF2-40B4-BE49-F238E27FC236}">
                  <a16:creationId xmlns:a16="http://schemas.microsoft.com/office/drawing/2014/main" id="{B09DEB0E-40B3-8B20-3BEA-06CD32200C7E}"/>
                </a:ext>
              </a:extLst>
            </p:cNvPr>
            <p:cNvSpPr>
              <a:spLocks/>
            </p:cNvSpPr>
            <p:nvPr/>
          </p:nvSpPr>
          <p:spPr bwMode="auto">
            <a:xfrm rot="5094805">
              <a:off x="1998185" y="5676247"/>
              <a:ext cx="68549" cy="25135"/>
            </a:xfrm>
            <a:custGeom>
              <a:avLst/>
              <a:gdLst>
                <a:gd name="T0" fmla="*/ 14 w 28"/>
                <a:gd name="T1" fmla="*/ 8 h 10"/>
                <a:gd name="T2" fmla="*/ 0 w 28"/>
                <a:gd name="T3" fmla="*/ 8 h 10"/>
                <a:gd name="T4" fmla="*/ 13 w 28"/>
                <a:gd name="T5" fmla="*/ 2 h 10"/>
                <a:gd name="T6" fmla="*/ 27 w 28"/>
                <a:gd name="T7" fmla="*/ 1 h 10"/>
                <a:gd name="T8" fmla="*/ 14 w 28"/>
                <a:gd name="T9" fmla="*/ 8 h 10"/>
              </a:gdLst>
              <a:ahLst/>
              <a:cxnLst>
                <a:cxn ang="0">
                  <a:pos x="T0" y="T1"/>
                </a:cxn>
                <a:cxn ang="0">
                  <a:pos x="T2" y="T3"/>
                </a:cxn>
                <a:cxn ang="0">
                  <a:pos x="T4" y="T5"/>
                </a:cxn>
                <a:cxn ang="0">
                  <a:pos x="T6" y="T7"/>
                </a:cxn>
                <a:cxn ang="0">
                  <a:pos x="T8" y="T9"/>
                </a:cxn>
              </a:cxnLst>
              <a:rect l="0" t="0" r="r" b="b"/>
              <a:pathLst>
                <a:path w="28" h="10">
                  <a:moveTo>
                    <a:pt x="14" y="8"/>
                  </a:moveTo>
                  <a:cubicBezTo>
                    <a:pt x="7" y="10"/>
                    <a:pt x="1" y="10"/>
                    <a:pt x="0" y="8"/>
                  </a:cubicBezTo>
                  <a:cubicBezTo>
                    <a:pt x="0" y="7"/>
                    <a:pt x="5" y="4"/>
                    <a:pt x="13" y="2"/>
                  </a:cubicBezTo>
                  <a:cubicBezTo>
                    <a:pt x="20" y="0"/>
                    <a:pt x="27" y="0"/>
                    <a:pt x="27" y="1"/>
                  </a:cubicBezTo>
                  <a:cubicBezTo>
                    <a:pt x="28" y="3"/>
                    <a:pt x="22" y="6"/>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0" name="Freeform 1320">
              <a:extLst>
                <a:ext uri="{FF2B5EF4-FFF2-40B4-BE49-F238E27FC236}">
                  <a16:creationId xmlns:a16="http://schemas.microsoft.com/office/drawing/2014/main" id="{2AE02F17-8A08-84AA-855F-400B0D754B2C}"/>
                </a:ext>
              </a:extLst>
            </p:cNvPr>
            <p:cNvSpPr>
              <a:spLocks/>
            </p:cNvSpPr>
            <p:nvPr/>
          </p:nvSpPr>
          <p:spPr bwMode="auto">
            <a:xfrm rot="5094805">
              <a:off x="2061860" y="5864418"/>
              <a:ext cx="68549" cy="22850"/>
            </a:xfrm>
            <a:custGeom>
              <a:avLst/>
              <a:gdLst>
                <a:gd name="T0" fmla="*/ 15 w 28"/>
                <a:gd name="T1" fmla="*/ 7 h 9"/>
                <a:gd name="T2" fmla="*/ 0 w 28"/>
                <a:gd name="T3" fmla="*/ 7 h 9"/>
                <a:gd name="T4" fmla="*/ 13 w 28"/>
                <a:gd name="T5" fmla="*/ 2 h 9"/>
                <a:gd name="T6" fmla="*/ 28 w 28"/>
                <a:gd name="T7" fmla="*/ 2 h 9"/>
                <a:gd name="T8" fmla="*/ 15 w 28"/>
                <a:gd name="T9" fmla="*/ 7 h 9"/>
              </a:gdLst>
              <a:ahLst/>
              <a:cxnLst>
                <a:cxn ang="0">
                  <a:pos x="T0" y="T1"/>
                </a:cxn>
                <a:cxn ang="0">
                  <a:pos x="T2" y="T3"/>
                </a:cxn>
                <a:cxn ang="0">
                  <a:pos x="T4" y="T5"/>
                </a:cxn>
                <a:cxn ang="0">
                  <a:pos x="T6" y="T7"/>
                </a:cxn>
                <a:cxn ang="0">
                  <a:pos x="T8" y="T9"/>
                </a:cxn>
              </a:cxnLst>
              <a:rect l="0" t="0" r="r" b="b"/>
              <a:pathLst>
                <a:path w="28" h="9">
                  <a:moveTo>
                    <a:pt x="15" y="7"/>
                  </a:moveTo>
                  <a:cubicBezTo>
                    <a:pt x="8" y="9"/>
                    <a:pt x="1" y="9"/>
                    <a:pt x="0" y="7"/>
                  </a:cubicBezTo>
                  <a:cubicBezTo>
                    <a:pt x="0" y="5"/>
                    <a:pt x="6" y="3"/>
                    <a:pt x="13" y="2"/>
                  </a:cubicBezTo>
                  <a:cubicBezTo>
                    <a:pt x="20" y="0"/>
                    <a:pt x="27" y="0"/>
                    <a:pt x="28" y="2"/>
                  </a:cubicBezTo>
                  <a:cubicBezTo>
                    <a:pt x="28" y="3"/>
                    <a:pt x="23" y="6"/>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1" name="Freeform 1321">
              <a:extLst>
                <a:ext uri="{FF2B5EF4-FFF2-40B4-BE49-F238E27FC236}">
                  <a16:creationId xmlns:a16="http://schemas.microsoft.com/office/drawing/2014/main" id="{7D209CFA-D975-65AD-1752-36C269F3C45E}"/>
                </a:ext>
              </a:extLst>
            </p:cNvPr>
            <p:cNvSpPr>
              <a:spLocks/>
            </p:cNvSpPr>
            <p:nvPr/>
          </p:nvSpPr>
          <p:spPr bwMode="auto">
            <a:xfrm rot="5094805">
              <a:off x="2106383" y="6057528"/>
              <a:ext cx="73119" cy="18280"/>
            </a:xfrm>
            <a:custGeom>
              <a:avLst/>
              <a:gdLst>
                <a:gd name="T0" fmla="*/ 14 w 29"/>
                <a:gd name="T1" fmla="*/ 0 h 7"/>
                <a:gd name="T2" fmla="*/ 28 w 29"/>
                <a:gd name="T3" fmla="*/ 1 h 7"/>
                <a:gd name="T4" fmla="*/ 15 w 29"/>
                <a:gd name="T5" fmla="*/ 6 h 7"/>
                <a:gd name="T6" fmla="*/ 1 w 29"/>
                <a:gd name="T7" fmla="*/ 5 h 7"/>
                <a:gd name="T8" fmla="*/ 14 w 29"/>
                <a:gd name="T9" fmla="*/ 0 h 7"/>
              </a:gdLst>
              <a:ahLst/>
              <a:cxnLst>
                <a:cxn ang="0">
                  <a:pos x="T0" y="T1"/>
                </a:cxn>
                <a:cxn ang="0">
                  <a:pos x="T2" y="T3"/>
                </a:cxn>
                <a:cxn ang="0">
                  <a:pos x="T4" y="T5"/>
                </a:cxn>
                <a:cxn ang="0">
                  <a:pos x="T6" y="T7"/>
                </a:cxn>
                <a:cxn ang="0">
                  <a:pos x="T8" y="T9"/>
                </a:cxn>
              </a:cxnLst>
              <a:rect l="0" t="0" r="r" b="b"/>
              <a:pathLst>
                <a:path w="29" h="7">
                  <a:moveTo>
                    <a:pt x="14" y="0"/>
                  </a:moveTo>
                  <a:cubicBezTo>
                    <a:pt x="21" y="0"/>
                    <a:pt x="27" y="0"/>
                    <a:pt x="28" y="1"/>
                  </a:cubicBezTo>
                  <a:cubicBezTo>
                    <a:pt x="29" y="3"/>
                    <a:pt x="23" y="5"/>
                    <a:pt x="15" y="6"/>
                  </a:cubicBezTo>
                  <a:cubicBezTo>
                    <a:pt x="8" y="7"/>
                    <a:pt x="2" y="6"/>
                    <a:pt x="1" y="5"/>
                  </a:cubicBezTo>
                  <a:cubicBezTo>
                    <a:pt x="0" y="3"/>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2" name="Freeform 1322">
              <a:extLst>
                <a:ext uri="{FF2B5EF4-FFF2-40B4-BE49-F238E27FC236}">
                  <a16:creationId xmlns:a16="http://schemas.microsoft.com/office/drawing/2014/main" id="{63FE2939-8AE6-7717-F241-C1BEF3A67F98}"/>
                </a:ext>
              </a:extLst>
            </p:cNvPr>
            <p:cNvSpPr>
              <a:spLocks/>
            </p:cNvSpPr>
            <p:nvPr/>
          </p:nvSpPr>
          <p:spPr bwMode="auto">
            <a:xfrm rot="5094805">
              <a:off x="2137364" y="6252152"/>
              <a:ext cx="70834" cy="15995"/>
            </a:xfrm>
            <a:custGeom>
              <a:avLst/>
              <a:gdLst>
                <a:gd name="T0" fmla="*/ 28 w 29"/>
                <a:gd name="T1" fmla="*/ 2 h 6"/>
                <a:gd name="T2" fmla="*/ 15 w 29"/>
                <a:gd name="T3" fmla="*/ 5 h 6"/>
                <a:gd name="T4" fmla="*/ 1 w 29"/>
                <a:gd name="T5" fmla="*/ 3 h 6"/>
                <a:gd name="T6" fmla="*/ 14 w 29"/>
                <a:gd name="T7" fmla="*/ 0 h 6"/>
                <a:gd name="T8" fmla="*/ 28 w 29"/>
                <a:gd name="T9" fmla="*/ 2 h 6"/>
              </a:gdLst>
              <a:ahLst/>
              <a:cxnLst>
                <a:cxn ang="0">
                  <a:pos x="T0" y="T1"/>
                </a:cxn>
                <a:cxn ang="0">
                  <a:pos x="T2" y="T3"/>
                </a:cxn>
                <a:cxn ang="0">
                  <a:pos x="T4" y="T5"/>
                </a:cxn>
                <a:cxn ang="0">
                  <a:pos x="T6" y="T7"/>
                </a:cxn>
                <a:cxn ang="0">
                  <a:pos x="T8" y="T9"/>
                </a:cxn>
              </a:cxnLst>
              <a:rect l="0" t="0" r="r" b="b"/>
              <a:pathLst>
                <a:path w="29" h="6">
                  <a:moveTo>
                    <a:pt x="28" y="2"/>
                  </a:moveTo>
                  <a:cubicBezTo>
                    <a:pt x="29" y="4"/>
                    <a:pt x="23" y="5"/>
                    <a:pt x="15" y="5"/>
                  </a:cubicBezTo>
                  <a:cubicBezTo>
                    <a:pt x="8" y="6"/>
                    <a:pt x="1" y="5"/>
                    <a:pt x="1" y="3"/>
                  </a:cubicBezTo>
                  <a:cubicBezTo>
                    <a:pt x="0" y="2"/>
                    <a:pt x="6" y="1"/>
                    <a:pt x="14" y="0"/>
                  </a:cubicBezTo>
                  <a:cubicBezTo>
                    <a:pt x="21" y="0"/>
                    <a:pt x="28" y="1"/>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3" name="Freeform 1323">
              <a:extLst>
                <a:ext uri="{FF2B5EF4-FFF2-40B4-BE49-F238E27FC236}">
                  <a16:creationId xmlns:a16="http://schemas.microsoft.com/office/drawing/2014/main" id="{F42B0A6D-0EAE-6ED8-EFE1-85B72675888A}"/>
                </a:ext>
              </a:extLst>
            </p:cNvPr>
            <p:cNvSpPr>
              <a:spLocks/>
            </p:cNvSpPr>
            <p:nvPr/>
          </p:nvSpPr>
          <p:spPr bwMode="auto">
            <a:xfrm rot="5094805">
              <a:off x="2168346" y="6446777"/>
              <a:ext cx="68549" cy="13710"/>
            </a:xfrm>
            <a:custGeom>
              <a:avLst/>
              <a:gdLst>
                <a:gd name="T0" fmla="*/ 12 w 28"/>
                <a:gd name="T1" fmla="*/ 0 h 6"/>
                <a:gd name="T2" fmla="*/ 28 w 28"/>
                <a:gd name="T3" fmla="*/ 2 h 6"/>
                <a:gd name="T4" fmla="*/ 16 w 28"/>
                <a:gd name="T5" fmla="*/ 5 h 6"/>
                <a:gd name="T6" fmla="*/ 0 w 28"/>
                <a:gd name="T7" fmla="*/ 4 h 6"/>
                <a:gd name="T8" fmla="*/ 12 w 28"/>
                <a:gd name="T9" fmla="*/ 0 h 6"/>
              </a:gdLst>
              <a:ahLst/>
              <a:cxnLst>
                <a:cxn ang="0">
                  <a:pos x="T0" y="T1"/>
                </a:cxn>
                <a:cxn ang="0">
                  <a:pos x="T2" y="T3"/>
                </a:cxn>
                <a:cxn ang="0">
                  <a:pos x="T4" y="T5"/>
                </a:cxn>
                <a:cxn ang="0">
                  <a:pos x="T6" y="T7"/>
                </a:cxn>
                <a:cxn ang="0">
                  <a:pos x="T8" y="T9"/>
                </a:cxn>
              </a:cxnLst>
              <a:rect l="0" t="0" r="r" b="b"/>
              <a:pathLst>
                <a:path w="28" h="6">
                  <a:moveTo>
                    <a:pt x="12" y="0"/>
                  </a:moveTo>
                  <a:cubicBezTo>
                    <a:pt x="20" y="0"/>
                    <a:pt x="27" y="0"/>
                    <a:pt x="28" y="2"/>
                  </a:cubicBezTo>
                  <a:cubicBezTo>
                    <a:pt x="28" y="3"/>
                    <a:pt x="23" y="5"/>
                    <a:pt x="16" y="5"/>
                  </a:cubicBezTo>
                  <a:cubicBezTo>
                    <a:pt x="8" y="6"/>
                    <a:pt x="1" y="5"/>
                    <a:pt x="0" y="4"/>
                  </a:cubicBezTo>
                  <a:cubicBezTo>
                    <a:pt x="0" y="2"/>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4" name="Freeform 1324">
              <a:extLst>
                <a:ext uri="{FF2B5EF4-FFF2-40B4-BE49-F238E27FC236}">
                  <a16:creationId xmlns:a16="http://schemas.microsoft.com/office/drawing/2014/main" id="{F07106DF-4812-CEE6-D9B2-BC2314EEAB3E}"/>
                </a:ext>
              </a:extLst>
            </p:cNvPr>
            <p:cNvSpPr>
              <a:spLocks/>
            </p:cNvSpPr>
            <p:nvPr/>
          </p:nvSpPr>
          <p:spPr bwMode="auto">
            <a:xfrm rot="5094805">
              <a:off x="2203041" y="6642125"/>
              <a:ext cx="68549" cy="15995"/>
            </a:xfrm>
            <a:custGeom>
              <a:avLst/>
              <a:gdLst>
                <a:gd name="T0" fmla="*/ 12 w 28"/>
                <a:gd name="T1" fmla="*/ 0 h 6"/>
                <a:gd name="T2" fmla="*/ 28 w 28"/>
                <a:gd name="T3" fmla="*/ 1 h 6"/>
                <a:gd name="T4" fmla="*/ 16 w 28"/>
                <a:gd name="T5" fmla="*/ 5 h 6"/>
                <a:gd name="T6" fmla="*/ 0 w 28"/>
                <a:gd name="T7" fmla="*/ 4 h 6"/>
                <a:gd name="T8" fmla="*/ 12 w 28"/>
                <a:gd name="T9" fmla="*/ 0 h 6"/>
              </a:gdLst>
              <a:ahLst/>
              <a:cxnLst>
                <a:cxn ang="0">
                  <a:pos x="T0" y="T1"/>
                </a:cxn>
                <a:cxn ang="0">
                  <a:pos x="T2" y="T3"/>
                </a:cxn>
                <a:cxn ang="0">
                  <a:pos x="T4" y="T5"/>
                </a:cxn>
                <a:cxn ang="0">
                  <a:pos x="T6" y="T7"/>
                </a:cxn>
                <a:cxn ang="0">
                  <a:pos x="T8" y="T9"/>
                </a:cxn>
              </a:cxnLst>
              <a:rect l="0" t="0" r="r" b="b"/>
              <a:pathLst>
                <a:path w="28" h="6">
                  <a:moveTo>
                    <a:pt x="12" y="0"/>
                  </a:moveTo>
                  <a:cubicBezTo>
                    <a:pt x="20" y="0"/>
                    <a:pt x="27" y="0"/>
                    <a:pt x="28" y="1"/>
                  </a:cubicBezTo>
                  <a:cubicBezTo>
                    <a:pt x="28" y="3"/>
                    <a:pt x="23" y="5"/>
                    <a:pt x="16" y="5"/>
                  </a:cubicBezTo>
                  <a:cubicBezTo>
                    <a:pt x="8" y="6"/>
                    <a:pt x="1" y="6"/>
                    <a:pt x="0" y="4"/>
                  </a:cubicBezTo>
                  <a:cubicBezTo>
                    <a:pt x="0" y="3"/>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5" name="Freeform 1325">
              <a:extLst>
                <a:ext uri="{FF2B5EF4-FFF2-40B4-BE49-F238E27FC236}">
                  <a16:creationId xmlns:a16="http://schemas.microsoft.com/office/drawing/2014/main" id="{64A4FC2A-AE0F-E2D7-1E54-22492C10714D}"/>
                </a:ext>
              </a:extLst>
            </p:cNvPr>
            <p:cNvSpPr>
              <a:spLocks/>
            </p:cNvSpPr>
            <p:nvPr/>
          </p:nvSpPr>
          <p:spPr bwMode="auto">
            <a:xfrm rot="5094805">
              <a:off x="2241044" y="6835930"/>
              <a:ext cx="70834" cy="18280"/>
            </a:xfrm>
            <a:custGeom>
              <a:avLst/>
              <a:gdLst>
                <a:gd name="T0" fmla="*/ 15 w 29"/>
                <a:gd name="T1" fmla="*/ 6 h 7"/>
                <a:gd name="T2" fmla="*/ 0 w 29"/>
                <a:gd name="T3" fmla="*/ 5 h 7"/>
                <a:gd name="T4" fmla="*/ 14 w 29"/>
                <a:gd name="T5" fmla="*/ 0 h 7"/>
                <a:gd name="T6" fmla="*/ 28 w 29"/>
                <a:gd name="T7" fmla="*/ 1 h 7"/>
                <a:gd name="T8" fmla="*/ 15 w 29"/>
                <a:gd name="T9" fmla="*/ 6 h 7"/>
              </a:gdLst>
              <a:ahLst/>
              <a:cxnLst>
                <a:cxn ang="0">
                  <a:pos x="T0" y="T1"/>
                </a:cxn>
                <a:cxn ang="0">
                  <a:pos x="T2" y="T3"/>
                </a:cxn>
                <a:cxn ang="0">
                  <a:pos x="T4" y="T5"/>
                </a:cxn>
                <a:cxn ang="0">
                  <a:pos x="T6" y="T7"/>
                </a:cxn>
                <a:cxn ang="0">
                  <a:pos x="T8" y="T9"/>
                </a:cxn>
              </a:cxnLst>
              <a:rect l="0" t="0" r="r" b="b"/>
              <a:pathLst>
                <a:path w="29" h="7">
                  <a:moveTo>
                    <a:pt x="15" y="6"/>
                  </a:moveTo>
                  <a:cubicBezTo>
                    <a:pt x="7" y="7"/>
                    <a:pt x="1" y="6"/>
                    <a:pt x="0" y="5"/>
                  </a:cubicBezTo>
                  <a:cubicBezTo>
                    <a:pt x="0" y="3"/>
                    <a:pt x="6" y="1"/>
                    <a:pt x="14" y="0"/>
                  </a:cubicBezTo>
                  <a:cubicBezTo>
                    <a:pt x="21" y="0"/>
                    <a:pt x="27" y="0"/>
                    <a:pt x="28" y="1"/>
                  </a:cubicBezTo>
                  <a:cubicBezTo>
                    <a:pt x="29" y="3"/>
                    <a:pt x="23" y="5"/>
                    <a:pt x="1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6" name="Freeform 1346">
              <a:extLst>
                <a:ext uri="{FF2B5EF4-FFF2-40B4-BE49-F238E27FC236}">
                  <a16:creationId xmlns:a16="http://schemas.microsoft.com/office/drawing/2014/main" id="{EC4A2148-DAAB-0DFC-868F-9776D82BDC99}"/>
                </a:ext>
              </a:extLst>
            </p:cNvPr>
            <p:cNvSpPr>
              <a:spLocks/>
            </p:cNvSpPr>
            <p:nvPr/>
          </p:nvSpPr>
          <p:spPr bwMode="auto">
            <a:xfrm rot="5094805">
              <a:off x="-31744" y="429174"/>
              <a:ext cx="73119" cy="61694"/>
            </a:xfrm>
            <a:custGeom>
              <a:avLst/>
              <a:gdLst>
                <a:gd name="T0" fmla="*/ 28 w 29"/>
                <a:gd name="T1" fmla="*/ 10 h 25"/>
                <a:gd name="T2" fmla="*/ 17 w 29"/>
                <a:gd name="T3" fmla="*/ 24 h 25"/>
                <a:gd name="T4" fmla="*/ 1 w 29"/>
                <a:gd name="T5" fmla="*/ 15 h 25"/>
                <a:gd name="T6" fmla="*/ 12 w 29"/>
                <a:gd name="T7" fmla="*/ 2 h 25"/>
                <a:gd name="T8" fmla="*/ 28 w 29"/>
                <a:gd name="T9" fmla="*/ 10 h 25"/>
              </a:gdLst>
              <a:ahLst/>
              <a:cxnLst>
                <a:cxn ang="0">
                  <a:pos x="T0" y="T1"/>
                </a:cxn>
                <a:cxn ang="0">
                  <a:pos x="T2" y="T3"/>
                </a:cxn>
                <a:cxn ang="0">
                  <a:pos x="T4" y="T5"/>
                </a:cxn>
                <a:cxn ang="0">
                  <a:pos x="T6" y="T7"/>
                </a:cxn>
                <a:cxn ang="0">
                  <a:pos x="T8" y="T9"/>
                </a:cxn>
              </a:cxnLst>
              <a:rect l="0" t="0" r="r" b="b"/>
              <a:pathLst>
                <a:path w="29" h="25">
                  <a:moveTo>
                    <a:pt x="28" y="10"/>
                  </a:moveTo>
                  <a:cubicBezTo>
                    <a:pt x="29" y="16"/>
                    <a:pt x="24" y="22"/>
                    <a:pt x="17" y="24"/>
                  </a:cubicBezTo>
                  <a:cubicBezTo>
                    <a:pt x="9" y="25"/>
                    <a:pt x="2" y="21"/>
                    <a:pt x="1" y="15"/>
                  </a:cubicBezTo>
                  <a:cubicBezTo>
                    <a:pt x="0" y="9"/>
                    <a:pt x="5" y="3"/>
                    <a:pt x="12" y="2"/>
                  </a:cubicBezTo>
                  <a:cubicBezTo>
                    <a:pt x="19" y="0"/>
                    <a:pt x="27" y="4"/>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7" name="Freeform 1347">
              <a:extLst>
                <a:ext uri="{FF2B5EF4-FFF2-40B4-BE49-F238E27FC236}">
                  <a16:creationId xmlns:a16="http://schemas.microsoft.com/office/drawing/2014/main" id="{EFF88034-380A-8F62-E024-061A4C52B4A8}"/>
                </a:ext>
              </a:extLst>
            </p:cNvPr>
            <p:cNvSpPr>
              <a:spLocks/>
            </p:cNvSpPr>
            <p:nvPr/>
          </p:nvSpPr>
          <p:spPr bwMode="auto">
            <a:xfrm rot="5094805">
              <a:off x="10406" y="620307"/>
              <a:ext cx="75404" cy="59409"/>
            </a:xfrm>
            <a:custGeom>
              <a:avLst/>
              <a:gdLst>
                <a:gd name="T0" fmla="*/ 16 w 30"/>
                <a:gd name="T1" fmla="*/ 23 h 24"/>
                <a:gd name="T2" fmla="*/ 1 w 30"/>
                <a:gd name="T3" fmla="*/ 14 h 24"/>
                <a:gd name="T4" fmla="*/ 14 w 30"/>
                <a:gd name="T5" fmla="*/ 1 h 24"/>
                <a:gd name="T6" fmla="*/ 28 w 30"/>
                <a:gd name="T7" fmla="*/ 10 h 24"/>
                <a:gd name="T8" fmla="*/ 16 w 30"/>
                <a:gd name="T9" fmla="*/ 23 h 24"/>
              </a:gdLst>
              <a:ahLst/>
              <a:cxnLst>
                <a:cxn ang="0">
                  <a:pos x="T0" y="T1"/>
                </a:cxn>
                <a:cxn ang="0">
                  <a:pos x="T2" y="T3"/>
                </a:cxn>
                <a:cxn ang="0">
                  <a:pos x="T4" y="T5"/>
                </a:cxn>
                <a:cxn ang="0">
                  <a:pos x="T6" y="T7"/>
                </a:cxn>
                <a:cxn ang="0">
                  <a:pos x="T8" y="T9"/>
                </a:cxn>
              </a:cxnLst>
              <a:rect l="0" t="0" r="r" b="b"/>
              <a:pathLst>
                <a:path w="30" h="24">
                  <a:moveTo>
                    <a:pt x="16" y="23"/>
                  </a:moveTo>
                  <a:cubicBezTo>
                    <a:pt x="9" y="24"/>
                    <a:pt x="2" y="20"/>
                    <a:pt x="1" y="14"/>
                  </a:cubicBezTo>
                  <a:cubicBezTo>
                    <a:pt x="0" y="8"/>
                    <a:pt x="6" y="2"/>
                    <a:pt x="14" y="1"/>
                  </a:cubicBezTo>
                  <a:cubicBezTo>
                    <a:pt x="21" y="0"/>
                    <a:pt x="27" y="4"/>
                    <a:pt x="28" y="10"/>
                  </a:cubicBezTo>
                  <a:cubicBezTo>
                    <a:pt x="30" y="16"/>
                    <a:pt x="24" y="22"/>
                    <a:pt x="16"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8" name="Freeform 1348">
              <a:extLst>
                <a:ext uri="{FF2B5EF4-FFF2-40B4-BE49-F238E27FC236}">
                  <a16:creationId xmlns:a16="http://schemas.microsoft.com/office/drawing/2014/main" id="{9B9BAAF9-B84E-0186-B193-0FA3A5A4960B}"/>
                </a:ext>
              </a:extLst>
            </p:cNvPr>
            <p:cNvSpPr>
              <a:spLocks/>
            </p:cNvSpPr>
            <p:nvPr/>
          </p:nvSpPr>
          <p:spPr bwMode="auto">
            <a:xfrm rot="5094805">
              <a:off x="56084" y="810293"/>
              <a:ext cx="70834" cy="61694"/>
            </a:xfrm>
            <a:custGeom>
              <a:avLst/>
              <a:gdLst>
                <a:gd name="T0" fmla="*/ 28 w 29"/>
                <a:gd name="T1" fmla="*/ 11 h 25"/>
                <a:gd name="T2" fmla="*/ 18 w 29"/>
                <a:gd name="T3" fmla="*/ 24 h 25"/>
                <a:gd name="T4" fmla="*/ 1 w 29"/>
                <a:gd name="T5" fmla="*/ 15 h 25"/>
                <a:gd name="T6" fmla="*/ 11 w 29"/>
                <a:gd name="T7" fmla="*/ 2 h 25"/>
                <a:gd name="T8" fmla="*/ 28 w 29"/>
                <a:gd name="T9" fmla="*/ 11 h 25"/>
              </a:gdLst>
              <a:ahLst/>
              <a:cxnLst>
                <a:cxn ang="0">
                  <a:pos x="T0" y="T1"/>
                </a:cxn>
                <a:cxn ang="0">
                  <a:pos x="T2" y="T3"/>
                </a:cxn>
                <a:cxn ang="0">
                  <a:pos x="T4" y="T5"/>
                </a:cxn>
                <a:cxn ang="0">
                  <a:pos x="T6" y="T7"/>
                </a:cxn>
                <a:cxn ang="0">
                  <a:pos x="T8" y="T9"/>
                </a:cxn>
              </a:cxnLst>
              <a:rect l="0" t="0" r="r" b="b"/>
              <a:pathLst>
                <a:path w="29" h="25">
                  <a:moveTo>
                    <a:pt x="28" y="11"/>
                  </a:moveTo>
                  <a:cubicBezTo>
                    <a:pt x="29" y="16"/>
                    <a:pt x="25" y="22"/>
                    <a:pt x="18" y="24"/>
                  </a:cubicBezTo>
                  <a:cubicBezTo>
                    <a:pt x="10" y="25"/>
                    <a:pt x="2" y="22"/>
                    <a:pt x="1" y="15"/>
                  </a:cubicBezTo>
                  <a:cubicBezTo>
                    <a:pt x="0" y="9"/>
                    <a:pt x="4" y="3"/>
                    <a:pt x="11" y="2"/>
                  </a:cubicBezTo>
                  <a:cubicBezTo>
                    <a:pt x="19" y="0"/>
                    <a:pt x="27" y="4"/>
                    <a:pt x="2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9" name="Freeform 1349">
              <a:extLst>
                <a:ext uri="{FF2B5EF4-FFF2-40B4-BE49-F238E27FC236}">
                  <a16:creationId xmlns:a16="http://schemas.microsoft.com/office/drawing/2014/main" id="{C81F85FD-73BB-6CC9-273A-18840C4F178B}"/>
                </a:ext>
              </a:extLst>
            </p:cNvPr>
            <p:cNvSpPr>
              <a:spLocks/>
            </p:cNvSpPr>
            <p:nvPr/>
          </p:nvSpPr>
          <p:spPr bwMode="auto">
            <a:xfrm rot="5094805">
              <a:off x="96064" y="1004010"/>
              <a:ext cx="70834" cy="57124"/>
            </a:xfrm>
            <a:custGeom>
              <a:avLst/>
              <a:gdLst>
                <a:gd name="T0" fmla="*/ 16 w 29"/>
                <a:gd name="T1" fmla="*/ 22 h 23"/>
                <a:gd name="T2" fmla="*/ 1 w 29"/>
                <a:gd name="T3" fmla="*/ 13 h 23"/>
                <a:gd name="T4" fmla="*/ 12 w 29"/>
                <a:gd name="T5" fmla="*/ 1 h 23"/>
                <a:gd name="T6" fmla="*/ 28 w 29"/>
                <a:gd name="T7" fmla="*/ 10 h 23"/>
                <a:gd name="T8" fmla="*/ 16 w 29"/>
                <a:gd name="T9" fmla="*/ 22 h 23"/>
              </a:gdLst>
              <a:ahLst/>
              <a:cxnLst>
                <a:cxn ang="0">
                  <a:pos x="T0" y="T1"/>
                </a:cxn>
                <a:cxn ang="0">
                  <a:pos x="T2" y="T3"/>
                </a:cxn>
                <a:cxn ang="0">
                  <a:pos x="T4" y="T5"/>
                </a:cxn>
                <a:cxn ang="0">
                  <a:pos x="T6" y="T7"/>
                </a:cxn>
                <a:cxn ang="0">
                  <a:pos x="T8" y="T9"/>
                </a:cxn>
              </a:cxnLst>
              <a:rect l="0" t="0" r="r" b="b"/>
              <a:pathLst>
                <a:path w="29" h="23">
                  <a:moveTo>
                    <a:pt x="16" y="22"/>
                  </a:moveTo>
                  <a:cubicBezTo>
                    <a:pt x="9" y="23"/>
                    <a:pt x="1" y="19"/>
                    <a:pt x="1" y="13"/>
                  </a:cubicBezTo>
                  <a:cubicBezTo>
                    <a:pt x="0" y="7"/>
                    <a:pt x="5" y="2"/>
                    <a:pt x="12" y="1"/>
                  </a:cubicBezTo>
                  <a:cubicBezTo>
                    <a:pt x="20" y="0"/>
                    <a:pt x="27" y="4"/>
                    <a:pt x="28" y="10"/>
                  </a:cubicBezTo>
                  <a:cubicBezTo>
                    <a:pt x="29" y="16"/>
                    <a:pt x="24" y="21"/>
                    <a:pt x="1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0" name="Freeform 1350">
              <a:extLst>
                <a:ext uri="{FF2B5EF4-FFF2-40B4-BE49-F238E27FC236}">
                  <a16:creationId xmlns:a16="http://schemas.microsoft.com/office/drawing/2014/main" id="{7783D6F3-5A0B-67E6-B0BC-F5C66ED6FBAE}"/>
                </a:ext>
              </a:extLst>
            </p:cNvPr>
            <p:cNvSpPr>
              <a:spLocks/>
            </p:cNvSpPr>
            <p:nvPr/>
          </p:nvSpPr>
          <p:spPr bwMode="auto">
            <a:xfrm rot="5094805">
              <a:off x="133874" y="1198026"/>
              <a:ext cx="68549" cy="54839"/>
            </a:xfrm>
            <a:custGeom>
              <a:avLst/>
              <a:gdLst>
                <a:gd name="T0" fmla="*/ 12 w 28"/>
                <a:gd name="T1" fmla="*/ 1 h 22"/>
                <a:gd name="T2" fmla="*/ 27 w 28"/>
                <a:gd name="T3" fmla="*/ 10 h 22"/>
                <a:gd name="T4" fmla="*/ 16 w 28"/>
                <a:gd name="T5" fmla="*/ 21 h 22"/>
                <a:gd name="T6" fmla="*/ 0 w 28"/>
                <a:gd name="T7" fmla="*/ 12 h 22"/>
                <a:gd name="T8" fmla="*/ 12 w 28"/>
                <a:gd name="T9" fmla="*/ 1 h 22"/>
              </a:gdLst>
              <a:ahLst/>
              <a:cxnLst>
                <a:cxn ang="0">
                  <a:pos x="T0" y="T1"/>
                </a:cxn>
                <a:cxn ang="0">
                  <a:pos x="T2" y="T3"/>
                </a:cxn>
                <a:cxn ang="0">
                  <a:pos x="T4" y="T5"/>
                </a:cxn>
                <a:cxn ang="0">
                  <a:pos x="T6" y="T7"/>
                </a:cxn>
                <a:cxn ang="0">
                  <a:pos x="T8" y="T9"/>
                </a:cxn>
              </a:cxnLst>
              <a:rect l="0" t="0" r="r" b="b"/>
              <a:pathLst>
                <a:path w="28" h="22">
                  <a:moveTo>
                    <a:pt x="12" y="1"/>
                  </a:moveTo>
                  <a:cubicBezTo>
                    <a:pt x="19" y="0"/>
                    <a:pt x="27" y="4"/>
                    <a:pt x="27" y="10"/>
                  </a:cubicBezTo>
                  <a:cubicBezTo>
                    <a:pt x="28" y="15"/>
                    <a:pt x="23" y="20"/>
                    <a:pt x="16" y="21"/>
                  </a:cubicBezTo>
                  <a:cubicBezTo>
                    <a:pt x="8" y="22"/>
                    <a:pt x="1" y="18"/>
                    <a:pt x="0" y="12"/>
                  </a:cubicBezTo>
                  <a:cubicBezTo>
                    <a:pt x="0" y="7"/>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1" name="Freeform 1351">
              <a:extLst>
                <a:ext uri="{FF2B5EF4-FFF2-40B4-BE49-F238E27FC236}">
                  <a16:creationId xmlns:a16="http://schemas.microsoft.com/office/drawing/2014/main" id="{F08D827E-124F-C067-20D7-534C3463B685}"/>
                </a:ext>
              </a:extLst>
            </p:cNvPr>
            <p:cNvSpPr>
              <a:spLocks/>
            </p:cNvSpPr>
            <p:nvPr/>
          </p:nvSpPr>
          <p:spPr bwMode="auto">
            <a:xfrm rot="5094805">
              <a:off x="170334" y="1390808"/>
              <a:ext cx="70834" cy="50269"/>
            </a:xfrm>
            <a:custGeom>
              <a:avLst/>
              <a:gdLst>
                <a:gd name="T0" fmla="*/ 28 w 29"/>
                <a:gd name="T1" fmla="*/ 9 h 20"/>
                <a:gd name="T2" fmla="*/ 15 w 29"/>
                <a:gd name="T3" fmla="*/ 20 h 20"/>
                <a:gd name="T4" fmla="*/ 1 w 29"/>
                <a:gd name="T5" fmla="*/ 11 h 20"/>
                <a:gd name="T6" fmla="*/ 14 w 29"/>
                <a:gd name="T7" fmla="*/ 0 h 20"/>
                <a:gd name="T8" fmla="*/ 28 w 29"/>
                <a:gd name="T9" fmla="*/ 9 h 20"/>
              </a:gdLst>
              <a:ahLst/>
              <a:cxnLst>
                <a:cxn ang="0">
                  <a:pos x="T0" y="T1"/>
                </a:cxn>
                <a:cxn ang="0">
                  <a:pos x="T2" y="T3"/>
                </a:cxn>
                <a:cxn ang="0">
                  <a:pos x="T4" y="T5"/>
                </a:cxn>
                <a:cxn ang="0">
                  <a:pos x="T6" y="T7"/>
                </a:cxn>
                <a:cxn ang="0">
                  <a:pos x="T8" y="T9"/>
                </a:cxn>
              </a:cxnLst>
              <a:rect l="0" t="0" r="r" b="b"/>
              <a:pathLst>
                <a:path w="29" h="20">
                  <a:moveTo>
                    <a:pt x="28" y="9"/>
                  </a:moveTo>
                  <a:cubicBezTo>
                    <a:pt x="29" y="15"/>
                    <a:pt x="23" y="19"/>
                    <a:pt x="15" y="20"/>
                  </a:cubicBezTo>
                  <a:cubicBezTo>
                    <a:pt x="8" y="20"/>
                    <a:pt x="1" y="16"/>
                    <a:pt x="1" y="11"/>
                  </a:cubicBezTo>
                  <a:cubicBezTo>
                    <a:pt x="0" y="5"/>
                    <a:pt x="6" y="1"/>
                    <a:pt x="14" y="0"/>
                  </a:cubicBezTo>
                  <a:cubicBezTo>
                    <a:pt x="22" y="0"/>
                    <a:pt x="28"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2" name="Freeform 1352">
              <a:extLst>
                <a:ext uri="{FF2B5EF4-FFF2-40B4-BE49-F238E27FC236}">
                  <a16:creationId xmlns:a16="http://schemas.microsoft.com/office/drawing/2014/main" id="{83911C27-E080-210D-50FD-4753A0F18664}"/>
                </a:ext>
              </a:extLst>
            </p:cNvPr>
            <p:cNvSpPr>
              <a:spLocks/>
            </p:cNvSpPr>
            <p:nvPr/>
          </p:nvSpPr>
          <p:spPr bwMode="auto">
            <a:xfrm rot="5094805">
              <a:off x="203380" y="1585036"/>
              <a:ext cx="73119" cy="43415"/>
            </a:xfrm>
            <a:custGeom>
              <a:avLst/>
              <a:gdLst>
                <a:gd name="T0" fmla="*/ 17 w 30"/>
                <a:gd name="T1" fmla="*/ 18 h 18"/>
                <a:gd name="T2" fmla="*/ 2 w 30"/>
                <a:gd name="T3" fmla="*/ 11 h 18"/>
                <a:gd name="T4" fmla="*/ 14 w 30"/>
                <a:gd name="T5" fmla="*/ 0 h 18"/>
                <a:gd name="T6" fmla="*/ 29 w 30"/>
                <a:gd name="T7" fmla="*/ 7 h 18"/>
                <a:gd name="T8" fmla="*/ 17 w 30"/>
                <a:gd name="T9" fmla="*/ 18 h 18"/>
              </a:gdLst>
              <a:ahLst/>
              <a:cxnLst>
                <a:cxn ang="0">
                  <a:pos x="T0" y="T1"/>
                </a:cxn>
                <a:cxn ang="0">
                  <a:pos x="T2" y="T3"/>
                </a:cxn>
                <a:cxn ang="0">
                  <a:pos x="T4" y="T5"/>
                </a:cxn>
                <a:cxn ang="0">
                  <a:pos x="T6" y="T7"/>
                </a:cxn>
                <a:cxn ang="0">
                  <a:pos x="T8" y="T9"/>
                </a:cxn>
              </a:cxnLst>
              <a:rect l="0" t="0" r="r" b="b"/>
              <a:pathLst>
                <a:path w="30" h="18">
                  <a:moveTo>
                    <a:pt x="17" y="18"/>
                  </a:moveTo>
                  <a:cubicBezTo>
                    <a:pt x="10" y="18"/>
                    <a:pt x="3" y="15"/>
                    <a:pt x="2" y="11"/>
                  </a:cubicBezTo>
                  <a:cubicBezTo>
                    <a:pt x="0" y="5"/>
                    <a:pt x="6" y="1"/>
                    <a:pt x="14" y="0"/>
                  </a:cubicBezTo>
                  <a:cubicBezTo>
                    <a:pt x="21" y="0"/>
                    <a:pt x="28" y="3"/>
                    <a:pt x="29" y="7"/>
                  </a:cubicBezTo>
                  <a:cubicBezTo>
                    <a:pt x="30" y="12"/>
                    <a:pt x="25" y="17"/>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3" name="Freeform 1353">
              <a:extLst>
                <a:ext uri="{FF2B5EF4-FFF2-40B4-BE49-F238E27FC236}">
                  <a16:creationId xmlns:a16="http://schemas.microsoft.com/office/drawing/2014/main" id="{1DBBBC84-F4F4-24CE-512F-B75999B63FB0}"/>
                </a:ext>
              </a:extLst>
            </p:cNvPr>
            <p:cNvSpPr>
              <a:spLocks/>
            </p:cNvSpPr>
            <p:nvPr/>
          </p:nvSpPr>
          <p:spPr bwMode="auto">
            <a:xfrm rot="5094805">
              <a:off x="239116" y="1779247"/>
              <a:ext cx="70834" cy="45700"/>
            </a:xfrm>
            <a:custGeom>
              <a:avLst/>
              <a:gdLst>
                <a:gd name="T0" fmla="*/ 28 w 29"/>
                <a:gd name="T1" fmla="*/ 8 h 18"/>
                <a:gd name="T2" fmla="*/ 17 w 29"/>
                <a:gd name="T3" fmla="*/ 17 h 18"/>
                <a:gd name="T4" fmla="*/ 1 w 29"/>
                <a:gd name="T5" fmla="*/ 11 h 18"/>
                <a:gd name="T6" fmla="*/ 11 w 29"/>
                <a:gd name="T7" fmla="*/ 1 h 18"/>
                <a:gd name="T8" fmla="*/ 28 w 29"/>
                <a:gd name="T9" fmla="*/ 8 h 18"/>
              </a:gdLst>
              <a:ahLst/>
              <a:cxnLst>
                <a:cxn ang="0">
                  <a:pos x="T0" y="T1"/>
                </a:cxn>
                <a:cxn ang="0">
                  <a:pos x="T2" y="T3"/>
                </a:cxn>
                <a:cxn ang="0">
                  <a:pos x="T4" y="T5"/>
                </a:cxn>
                <a:cxn ang="0">
                  <a:pos x="T6" y="T7"/>
                </a:cxn>
                <a:cxn ang="0">
                  <a:pos x="T8" y="T9"/>
                </a:cxn>
              </a:cxnLst>
              <a:rect l="0" t="0" r="r" b="b"/>
              <a:pathLst>
                <a:path w="29" h="18">
                  <a:moveTo>
                    <a:pt x="28" y="8"/>
                  </a:moveTo>
                  <a:cubicBezTo>
                    <a:pt x="29" y="12"/>
                    <a:pt x="24" y="16"/>
                    <a:pt x="17" y="17"/>
                  </a:cubicBezTo>
                  <a:cubicBezTo>
                    <a:pt x="9" y="18"/>
                    <a:pt x="2" y="15"/>
                    <a:pt x="1" y="11"/>
                  </a:cubicBezTo>
                  <a:cubicBezTo>
                    <a:pt x="0" y="6"/>
                    <a:pt x="4" y="2"/>
                    <a:pt x="11" y="1"/>
                  </a:cubicBezTo>
                  <a:cubicBezTo>
                    <a:pt x="19" y="0"/>
                    <a:pt x="27" y="3"/>
                    <a:pt x="2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4" name="Freeform 1354">
              <a:extLst>
                <a:ext uri="{FF2B5EF4-FFF2-40B4-BE49-F238E27FC236}">
                  <a16:creationId xmlns:a16="http://schemas.microsoft.com/office/drawing/2014/main" id="{9EDC2598-4667-D6D2-03B4-FEBBE2A8BC34}"/>
                </a:ext>
              </a:extLst>
            </p:cNvPr>
            <p:cNvSpPr>
              <a:spLocks/>
            </p:cNvSpPr>
            <p:nvPr/>
          </p:nvSpPr>
          <p:spPr bwMode="auto">
            <a:xfrm rot="5094805">
              <a:off x="269886" y="1973677"/>
              <a:ext cx="73119" cy="38845"/>
            </a:xfrm>
            <a:custGeom>
              <a:avLst/>
              <a:gdLst>
                <a:gd name="T0" fmla="*/ 14 w 30"/>
                <a:gd name="T1" fmla="*/ 0 h 16"/>
                <a:gd name="T2" fmla="*/ 28 w 30"/>
                <a:gd name="T3" fmla="*/ 6 h 16"/>
                <a:gd name="T4" fmla="*/ 16 w 30"/>
                <a:gd name="T5" fmla="*/ 16 h 16"/>
                <a:gd name="T6" fmla="*/ 1 w 30"/>
                <a:gd name="T7" fmla="*/ 9 h 16"/>
                <a:gd name="T8" fmla="*/ 14 w 30"/>
                <a:gd name="T9" fmla="*/ 0 h 16"/>
              </a:gdLst>
              <a:ahLst/>
              <a:cxnLst>
                <a:cxn ang="0">
                  <a:pos x="T0" y="T1"/>
                </a:cxn>
                <a:cxn ang="0">
                  <a:pos x="T2" y="T3"/>
                </a:cxn>
                <a:cxn ang="0">
                  <a:pos x="T4" y="T5"/>
                </a:cxn>
                <a:cxn ang="0">
                  <a:pos x="T6" y="T7"/>
                </a:cxn>
                <a:cxn ang="0">
                  <a:pos x="T8" y="T9"/>
                </a:cxn>
              </a:cxnLst>
              <a:rect l="0" t="0" r="r" b="b"/>
              <a:pathLst>
                <a:path w="30" h="16">
                  <a:moveTo>
                    <a:pt x="14" y="0"/>
                  </a:moveTo>
                  <a:cubicBezTo>
                    <a:pt x="21" y="0"/>
                    <a:pt x="27" y="3"/>
                    <a:pt x="28" y="6"/>
                  </a:cubicBezTo>
                  <a:cubicBezTo>
                    <a:pt x="30" y="11"/>
                    <a:pt x="24" y="15"/>
                    <a:pt x="16" y="16"/>
                  </a:cubicBezTo>
                  <a:cubicBezTo>
                    <a:pt x="9" y="16"/>
                    <a:pt x="2" y="13"/>
                    <a:pt x="1" y="9"/>
                  </a:cubicBezTo>
                  <a:cubicBezTo>
                    <a:pt x="0" y="5"/>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5" name="Freeform 1355">
              <a:extLst>
                <a:ext uri="{FF2B5EF4-FFF2-40B4-BE49-F238E27FC236}">
                  <a16:creationId xmlns:a16="http://schemas.microsoft.com/office/drawing/2014/main" id="{41506231-375E-F535-B637-FAC34DF10689}"/>
                </a:ext>
              </a:extLst>
            </p:cNvPr>
            <p:cNvSpPr>
              <a:spLocks/>
            </p:cNvSpPr>
            <p:nvPr/>
          </p:nvSpPr>
          <p:spPr bwMode="auto">
            <a:xfrm rot="5094805">
              <a:off x="304079" y="2164579"/>
              <a:ext cx="70834" cy="38845"/>
            </a:xfrm>
            <a:custGeom>
              <a:avLst/>
              <a:gdLst>
                <a:gd name="T0" fmla="*/ 28 w 29"/>
                <a:gd name="T1" fmla="*/ 6 h 15"/>
                <a:gd name="T2" fmla="*/ 17 w 29"/>
                <a:gd name="T3" fmla="*/ 14 h 15"/>
                <a:gd name="T4" fmla="*/ 1 w 29"/>
                <a:gd name="T5" fmla="*/ 9 h 15"/>
                <a:gd name="T6" fmla="*/ 12 w 29"/>
                <a:gd name="T7" fmla="*/ 0 h 15"/>
                <a:gd name="T8" fmla="*/ 28 w 29"/>
                <a:gd name="T9" fmla="*/ 6 h 15"/>
              </a:gdLst>
              <a:ahLst/>
              <a:cxnLst>
                <a:cxn ang="0">
                  <a:pos x="T0" y="T1"/>
                </a:cxn>
                <a:cxn ang="0">
                  <a:pos x="T2" y="T3"/>
                </a:cxn>
                <a:cxn ang="0">
                  <a:pos x="T4" y="T5"/>
                </a:cxn>
                <a:cxn ang="0">
                  <a:pos x="T6" y="T7"/>
                </a:cxn>
                <a:cxn ang="0">
                  <a:pos x="T8" y="T9"/>
                </a:cxn>
              </a:cxnLst>
              <a:rect l="0" t="0" r="r" b="b"/>
              <a:pathLst>
                <a:path w="29" h="15">
                  <a:moveTo>
                    <a:pt x="28" y="6"/>
                  </a:moveTo>
                  <a:cubicBezTo>
                    <a:pt x="29" y="9"/>
                    <a:pt x="24" y="13"/>
                    <a:pt x="17" y="14"/>
                  </a:cubicBezTo>
                  <a:cubicBezTo>
                    <a:pt x="9" y="15"/>
                    <a:pt x="2" y="13"/>
                    <a:pt x="1" y="9"/>
                  </a:cubicBezTo>
                  <a:cubicBezTo>
                    <a:pt x="0" y="5"/>
                    <a:pt x="5" y="1"/>
                    <a:pt x="12" y="0"/>
                  </a:cubicBezTo>
                  <a:cubicBezTo>
                    <a:pt x="20" y="0"/>
                    <a:pt x="27" y="2"/>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6" name="Freeform 1356">
              <a:extLst>
                <a:ext uri="{FF2B5EF4-FFF2-40B4-BE49-F238E27FC236}">
                  <a16:creationId xmlns:a16="http://schemas.microsoft.com/office/drawing/2014/main" id="{28268A14-640A-0513-B3EE-5047AFECF22D}"/>
                </a:ext>
              </a:extLst>
            </p:cNvPr>
            <p:cNvSpPr>
              <a:spLocks/>
            </p:cNvSpPr>
            <p:nvPr/>
          </p:nvSpPr>
          <p:spPr bwMode="auto">
            <a:xfrm rot="5094805">
              <a:off x="338466" y="2357555"/>
              <a:ext cx="73119" cy="38845"/>
            </a:xfrm>
            <a:custGeom>
              <a:avLst/>
              <a:gdLst>
                <a:gd name="T0" fmla="*/ 28 w 29"/>
                <a:gd name="T1" fmla="*/ 6 h 16"/>
                <a:gd name="T2" fmla="*/ 17 w 29"/>
                <a:gd name="T3" fmla="*/ 15 h 16"/>
                <a:gd name="T4" fmla="*/ 1 w 29"/>
                <a:gd name="T5" fmla="*/ 9 h 16"/>
                <a:gd name="T6" fmla="*/ 12 w 29"/>
                <a:gd name="T7" fmla="*/ 1 h 16"/>
                <a:gd name="T8" fmla="*/ 28 w 29"/>
                <a:gd name="T9" fmla="*/ 6 h 16"/>
              </a:gdLst>
              <a:ahLst/>
              <a:cxnLst>
                <a:cxn ang="0">
                  <a:pos x="T0" y="T1"/>
                </a:cxn>
                <a:cxn ang="0">
                  <a:pos x="T2" y="T3"/>
                </a:cxn>
                <a:cxn ang="0">
                  <a:pos x="T4" y="T5"/>
                </a:cxn>
                <a:cxn ang="0">
                  <a:pos x="T6" y="T7"/>
                </a:cxn>
                <a:cxn ang="0">
                  <a:pos x="T8" y="T9"/>
                </a:cxn>
              </a:cxnLst>
              <a:rect l="0" t="0" r="r" b="b"/>
              <a:pathLst>
                <a:path w="29" h="16">
                  <a:moveTo>
                    <a:pt x="28" y="6"/>
                  </a:moveTo>
                  <a:cubicBezTo>
                    <a:pt x="29" y="10"/>
                    <a:pt x="24" y="14"/>
                    <a:pt x="17" y="15"/>
                  </a:cubicBezTo>
                  <a:cubicBezTo>
                    <a:pt x="9" y="16"/>
                    <a:pt x="2" y="13"/>
                    <a:pt x="1" y="9"/>
                  </a:cubicBezTo>
                  <a:cubicBezTo>
                    <a:pt x="0" y="6"/>
                    <a:pt x="5" y="2"/>
                    <a:pt x="12" y="1"/>
                  </a:cubicBezTo>
                  <a:cubicBezTo>
                    <a:pt x="20" y="0"/>
                    <a:pt x="27" y="3"/>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7" name="Freeform 1357">
              <a:extLst>
                <a:ext uri="{FF2B5EF4-FFF2-40B4-BE49-F238E27FC236}">
                  <a16:creationId xmlns:a16="http://schemas.microsoft.com/office/drawing/2014/main" id="{8A9B0774-3156-1A1A-C72D-A8A06B683947}"/>
                </a:ext>
              </a:extLst>
            </p:cNvPr>
            <p:cNvSpPr>
              <a:spLocks/>
            </p:cNvSpPr>
            <p:nvPr/>
          </p:nvSpPr>
          <p:spPr bwMode="auto">
            <a:xfrm rot="5094805">
              <a:off x="379593" y="2550231"/>
              <a:ext cx="68549" cy="36560"/>
            </a:xfrm>
            <a:custGeom>
              <a:avLst/>
              <a:gdLst>
                <a:gd name="T0" fmla="*/ 28 w 28"/>
                <a:gd name="T1" fmla="*/ 6 h 15"/>
                <a:gd name="T2" fmla="*/ 14 w 28"/>
                <a:gd name="T3" fmla="*/ 14 h 15"/>
                <a:gd name="T4" fmla="*/ 1 w 28"/>
                <a:gd name="T5" fmla="*/ 9 h 15"/>
                <a:gd name="T6" fmla="*/ 14 w 28"/>
                <a:gd name="T7" fmla="*/ 1 h 15"/>
                <a:gd name="T8" fmla="*/ 28 w 28"/>
                <a:gd name="T9" fmla="*/ 6 h 15"/>
              </a:gdLst>
              <a:ahLst/>
              <a:cxnLst>
                <a:cxn ang="0">
                  <a:pos x="T0" y="T1"/>
                </a:cxn>
                <a:cxn ang="0">
                  <a:pos x="T2" y="T3"/>
                </a:cxn>
                <a:cxn ang="0">
                  <a:pos x="T4" y="T5"/>
                </a:cxn>
                <a:cxn ang="0">
                  <a:pos x="T6" y="T7"/>
                </a:cxn>
                <a:cxn ang="0">
                  <a:pos x="T8" y="T9"/>
                </a:cxn>
              </a:cxnLst>
              <a:rect l="0" t="0" r="r" b="b"/>
              <a:pathLst>
                <a:path w="28" h="15">
                  <a:moveTo>
                    <a:pt x="28" y="6"/>
                  </a:moveTo>
                  <a:cubicBezTo>
                    <a:pt x="28" y="10"/>
                    <a:pt x="22" y="14"/>
                    <a:pt x="14" y="14"/>
                  </a:cubicBezTo>
                  <a:cubicBezTo>
                    <a:pt x="7" y="15"/>
                    <a:pt x="1" y="12"/>
                    <a:pt x="1" y="9"/>
                  </a:cubicBezTo>
                  <a:cubicBezTo>
                    <a:pt x="0" y="5"/>
                    <a:pt x="6" y="1"/>
                    <a:pt x="14" y="1"/>
                  </a:cubicBezTo>
                  <a:cubicBezTo>
                    <a:pt x="21" y="0"/>
                    <a:pt x="27" y="3"/>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8" name="Freeform 1358">
              <a:extLst>
                <a:ext uri="{FF2B5EF4-FFF2-40B4-BE49-F238E27FC236}">
                  <a16:creationId xmlns:a16="http://schemas.microsoft.com/office/drawing/2014/main" id="{DBD3D04D-6D61-2A35-3317-BA41AB79D756}"/>
                </a:ext>
              </a:extLst>
            </p:cNvPr>
            <p:cNvSpPr>
              <a:spLocks/>
            </p:cNvSpPr>
            <p:nvPr/>
          </p:nvSpPr>
          <p:spPr bwMode="auto">
            <a:xfrm rot="5094805">
              <a:off x="422881" y="2740120"/>
              <a:ext cx="70834" cy="36560"/>
            </a:xfrm>
            <a:custGeom>
              <a:avLst/>
              <a:gdLst>
                <a:gd name="T0" fmla="*/ 16 w 29"/>
                <a:gd name="T1" fmla="*/ 14 h 15"/>
                <a:gd name="T2" fmla="*/ 1 w 29"/>
                <a:gd name="T3" fmla="*/ 10 h 15"/>
                <a:gd name="T4" fmla="*/ 13 w 29"/>
                <a:gd name="T5" fmla="*/ 1 h 15"/>
                <a:gd name="T6" fmla="*/ 28 w 29"/>
                <a:gd name="T7" fmla="*/ 4 h 15"/>
                <a:gd name="T8" fmla="*/ 16 w 29"/>
                <a:gd name="T9" fmla="*/ 14 h 15"/>
              </a:gdLst>
              <a:ahLst/>
              <a:cxnLst>
                <a:cxn ang="0">
                  <a:pos x="T0" y="T1"/>
                </a:cxn>
                <a:cxn ang="0">
                  <a:pos x="T2" y="T3"/>
                </a:cxn>
                <a:cxn ang="0">
                  <a:pos x="T4" y="T5"/>
                </a:cxn>
                <a:cxn ang="0">
                  <a:pos x="T6" y="T7"/>
                </a:cxn>
                <a:cxn ang="0">
                  <a:pos x="T8" y="T9"/>
                </a:cxn>
              </a:cxnLst>
              <a:rect l="0" t="0" r="r" b="b"/>
              <a:pathLst>
                <a:path w="29" h="15">
                  <a:moveTo>
                    <a:pt x="16" y="14"/>
                  </a:moveTo>
                  <a:cubicBezTo>
                    <a:pt x="9" y="15"/>
                    <a:pt x="2" y="13"/>
                    <a:pt x="1" y="10"/>
                  </a:cubicBezTo>
                  <a:cubicBezTo>
                    <a:pt x="0" y="6"/>
                    <a:pt x="5" y="2"/>
                    <a:pt x="13" y="1"/>
                  </a:cubicBezTo>
                  <a:cubicBezTo>
                    <a:pt x="20" y="0"/>
                    <a:pt x="27" y="1"/>
                    <a:pt x="28" y="4"/>
                  </a:cubicBezTo>
                  <a:cubicBezTo>
                    <a:pt x="29" y="8"/>
                    <a:pt x="24" y="12"/>
                    <a:pt x="1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9" name="Freeform 1359">
              <a:extLst>
                <a:ext uri="{FF2B5EF4-FFF2-40B4-BE49-F238E27FC236}">
                  <a16:creationId xmlns:a16="http://schemas.microsoft.com/office/drawing/2014/main" id="{8FE3A4A8-CD6B-6B36-7668-B64D00B3EBD6}"/>
                </a:ext>
              </a:extLst>
            </p:cNvPr>
            <p:cNvSpPr>
              <a:spLocks/>
            </p:cNvSpPr>
            <p:nvPr/>
          </p:nvSpPr>
          <p:spPr bwMode="auto">
            <a:xfrm rot="5094805">
              <a:off x="480962" y="2927550"/>
              <a:ext cx="73119" cy="38845"/>
            </a:xfrm>
            <a:custGeom>
              <a:avLst/>
              <a:gdLst>
                <a:gd name="T0" fmla="*/ 14 w 29"/>
                <a:gd name="T1" fmla="*/ 1 h 16"/>
                <a:gd name="T2" fmla="*/ 28 w 29"/>
                <a:gd name="T3" fmla="*/ 4 h 16"/>
                <a:gd name="T4" fmla="*/ 16 w 29"/>
                <a:gd name="T5" fmla="*/ 14 h 16"/>
                <a:gd name="T6" fmla="*/ 1 w 29"/>
                <a:gd name="T7" fmla="*/ 11 h 16"/>
                <a:gd name="T8" fmla="*/ 14 w 29"/>
                <a:gd name="T9" fmla="*/ 1 h 16"/>
              </a:gdLst>
              <a:ahLst/>
              <a:cxnLst>
                <a:cxn ang="0">
                  <a:pos x="T0" y="T1"/>
                </a:cxn>
                <a:cxn ang="0">
                  <a:pos x="T2" y="T3"/>
                </a:cxn>
                <a:cxn ang="0">
                  <a:pos x="T4" y="T5"/>
                </a:cxn>
                <a:cxn ang="0">
                  <a:pos x="T6" y="T7"/>
                </a:cxn>
                <a:cxn ang="0">
                  <a:pos x="T8" y="T9"/>
                </a:cxn>
              </a:cxnLst>
              <a:rect l="0" t="0" r="r" b="b"/>
              <a:pathLst>
                <a:path w="29" h="16">
                  <a:moveTo>
                    <a:pt x="14" y="1"/>
                  </a:moveTo>
                  <a:cubicBezTo>
                    <a:pt x="21" y="0"/>
                    <a:pt x="27" y="1"/>
                    <a:pt x="28" y="4"/>
                  </a:cubicBezTo>
                  <a:cubicBezTo>
                    <a:pt x="29" y="7"/>
                    <a:pt x="23" y="12"/>
                    <a:pt x="16" y="14"/>
                  </a:cubicBezTo>
                  <a:cubicBezTo>
                    <a:pt x="8" y="16"/>
                    <a:pt x="2" y="14"/>
                    <a:pt x="1" y="11"/>
                  </a:cubicBezTo>
                  <a:cubicBezTo>
                    <a:pt x="0" y="7"/>
                    <a:pt x="6" y="3"/>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0" name="Freeform 1360">
              <a:extLst>
                <a:ext uri="{FF2B5EF4-FFF2-40B4-BE49-F238E27FC236}">
                  <a16:creationId xmlns:a16="http://schemas.microsoft.com/office/drawing/2014/main" id="{D7FD0286-476D-98E1-21D9-12C2D89E2888}"/>
                </a:ext>
              </a:extLst>
            </p:cNvPr>
            <p:cNvSpPr>
              <a:spLocks/>
            </p:cNvSpPr>
            <p:nvPr/>
          </p:nvSpPr>
          <p:spPr bwMode="auto">
            <a:xfrm rot="5094805">
              <a:off x="556123" y="3114805"/>
              <a:ext cx="70834" cy="38845"/>
            </a:xfrm>
            <a:custGeom>
              <a:avLst/>
              <a:gdLst>
                <a:gd name="T0" fmla="*/ 14 w 29"/>
                <a:gd name="T1" fmla="*/ 2 h 16"/>
                <a:gd name="T2" fmla="*/ 28 w 29"/>
                <a:gd name="T3" fmla="*/ 3 h 16"/>
                <a:gd name="T4" fmla="*/ 15 w 29"/>
                <a:gd name="T5" fmla="*/ 14 h 16"/>
                <a:gd name="T6" fmla="*/ 1 w 29"/>
                <a:gd name="T7" fmla="*/ 12 h 16"/>
                <a:gd name="T8" fmla="*/ 14 w 29"/>
                <a:gd name="T9" fmla="*/ 2 h 16"/>
              </a:gdLst>
              <a:ahLst/>
              <a:cxnLst>
                <a:cxn ang="0">
                  <a:pos x="T0" y="T1"/>
                </a:cxn>
                <a:cxn ang="0">
                  <a:pos x="T2" y="T3"/>
                </a:cxn>
                <a:cxn ang="0">
                  <a:pos x="T4" y="T5"/>
                </a:cxn>
                <a:cxn ang="0">
                  <a:pos x="T6" y="T7"/>
                </a:cxn>
                <a:cxn ang="0">
                  <a:pos x="T8" y="T9"/>
                </a:cxn>
              </a:cxnLst>
              <a:rect l="0" t="0" r="r" b="b"/>
              <a:pathLst>
                <a:path w="29" h="16">
                  <a:moveTo>
                    <a:pt x="14" y="2"/>
                  </a:moveTo>
                  <a:cubicBezTo>
                    <a:pt x="21" y="0"/>
                    <a:pt x="27" y="0"/>
                    <a:pt x="28" y="3"/>
                  </a:cubicBezTo>
                  <a:cubicBezTo>
                    <a:pt x="29" y="6"/>
                    <a:pt x="23" y="11"/>
                    <a:pt x="15" y="14"/>
                  </a:cubicBezTo>
                  <a:cubicBezTo>
                    <a:pt x="8" y="16"/>
                    <a:pt x="2" y="15"/>
                    <a:pt x="1" y="12"/>
                  </a:cubicBezTo>
                  <a:cubicBezTo>
                    <a:pt x="0" y="9"/>
                    <a:pt x="6" y="4"/>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1" name="Freeform 1361">
              <a:extLst>
                <a:ext uri="{FF2B5EF4-FFF2-40B4-BE49-F238E27FC236}">
                  <a16:creationId xmlns:a16="http://schemas.microsoft.com/office/drawing/2014/main" id="{57BDBC4F-1172-5F9C-A367-0C41CDD09DB3}"/>
                </a:ext>
              </a:extLst>
            </p:cNvPr>
            <p:cNvSpPr>
              <a:spLocks/>
            </p:cNvSpPr>
            <p:nvPr/>
          </p:nvSpPr>
          <p:spPr bwMode="auto">
            <a:xfrm rot="5094805">
              <a:off x="641323" y="3297730"/>
              <a:ext cx="68549" cy="41130"/>
            </a:xfrm>
            <a:custGeom>
              <a:avLst/>
              <a:gdLst>
                <a:gd name="T0" fmla="*/ 28 w 28"/>
                <a:gd name="T1" fmla="*/ 3 h 17"/>
                <a:gd name="T2" fmla="*/ 14 w 28"/>
                <a:gd name="T3" fmla="*/ 14 h 17"/>
                <a:gd name="T4" fmla="*/ 1 w 28"/>
                <a:gd name="T5" fmla="*/ 13 h 17"/>
                <a:gd name="T6" fmla="*/ 14 w 28"/>
                <a:gd name="T7" fmla="*/ 2 h 17"/>
                <a:gd name="T8" fmla="*/ 28 w 28"/>
                <a:gd name="T9" fmla="*/ 3 h 17"/>
              </a:gdLst>
              <a:ahLst/>
              <a:cxnLst>
                <a:cxn ang="0">
                  <a:pos x="T0" y="T1"/>
                </a:cxn>
                <a:cxn ang="0">
                  <a:pos x="T2" y="T3"/>
                </a:cxn>
                <a:cxn ang="0">
                  <a:pos x="T4" y="T5"/>
                </a:cxn>
                <a:cxn ang="0">
                  <a:pos x="T6" y="T7"/>
                </a:cxn>
                <a:cxn ang="0">
                  <a:pos x="T8" y="T9"/>
                </a:cxn>
              </a:cxnLst>
              <a:rect l="0" t="0" r="r" b="b"/>
              <a:pathLst>
                <a:path w="28" h="17">
                  <a:moveTo>
                    <a:pt x="28" y="3"/>
                  </a:moveTo>
                  <a:cubicBezTo>
                    <a:pt x="28" y="6"/>
                    <a:pt x="22" y="11"/>
                    <a:pt x="14" y="14"/>
                  </a:cubicBezTo>
                  <a:cubicBezTo>
                    <a:pt x="7" y="17"/>
                    <a:pt x="1" y="16"/>
                    <a:pt x="1" y="13"/>
                  </a:cubicBezTo>
                  <a:cubicBezTo>
                    <a:pt x="0" y="9"/>
                    <a:pt x="6" y="5"/>
                    <a:pt x="14" y="2"/>
                  </a:cubicBezTo>
                  <a:cubicBezTo>
                    <a:pt x="21" y="0"/>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2" name="Freeform 1362">
              <a:extLst>
                <a:ext uri="{FF2B5EF4-FFF2-40B4-BE49-F238E27FC236}">
                  <a16:creationId xmlns:a16="http://schemas.microsoft.com/office/drawing/2014/main" id="{E8C0EB15-2A7D-C364-5081-EEB9D52F56C1}"/>
                </a:ext>
              </a:extLst>
            </p:cNvPr>
            <p:cNvSpPr>
              <a:spLocks/>
            </p:cNvSpPr>
            <p:nvPr/>
          </p:nvSpPr>
          <p:spPr bwMode="auto">
            <a:xfrm rot="5094805">
              <a:off x="739138" y="3480578"/>
              <a:ext cx="68549" cy="43415"/>
            </a:xfrm>
            <a:custGeom>
              <a:avLst/>
              <a:gdLst>
                <a:gd name="T0" fmla="*/ 27 w 28"/>
                <a:gd name="T1" fmla="*/ 3 h 18"/>
                <a:gd name="T2" fmla="*/ 16 w 28"/>
                <a:gd name="T3" fmla="*/ 14 h 18"/>
                <a:gd name="T4" fmla="*/ 1 w 28"/>
                <a:gd name="T5" fmla="*/ 15 h 18"/>
                <a:gd name="T6" fmla="*/ 11 w 28"/>
                <a:gd name="T7" fmla="*/ 5 h 18"/>
                <a:gd name="T8" fmla="*/ 27 w 28"/>
                <a:gd name="T9" fmla="*/ 3 h 18"/>
              </a:gdLst>
              <a:ahLst/>
              <a:cxnLst>
                <a:cxn ang="0">
                  <a:pos x="T0" y="T1"/>
                </a:cxn>
                <a:cxn ang="0">
                  <a:pos x="T2" y="T3"/>
                </a:cxn>
                <a:cxn ang="0">
                  <a:pos x="T4" y="T5"/>
                </a:cxn>
                <a:cxn ang="0">
                  <a:pos x="T6" y="T7"/>
                </a:cxn>
                <a:cxn ang="0">
                  <a:pos x="T8" y="T9"/>
                </a:cxn>
              </a:cxnLst>
              <a:rect l="0" t="0" r="r" b="b"/>
              <a:pathLst>
                <a:path w="28" h="18">
                  <a:moveTo>
                    <a:pt x="27" y="3"/>
                  </a:moveTo>
                  <a:cubicBezTo>
                    <a:pt x="28" y="6"/>
                    <a:pt x="23" y="11"/>
                    <a:pt x="16" y="14"/>
                  </a:cubicBezTo>
                  <a:cubicBezTo>
                    <a:pt x="9" y="18"/>
                    <a:pt x="2" y="18"/>
                    <a:pt x="1" y="15"/>
                  </a:cubicBezTo>
                  <a:cubicBezTo>
                    <a:pt x="0" y="12"/>
                    <a:pt x="4" y="8"/>
                    <a:pt x="11" y="5"/>
                  </a:cubicBezTo>
                  <a:cubicBezTo>
                    <a:pt x="19" y="1"/>
                    <a:pt x="26"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3" name="Freeform 1363">
              <a:extLst>
                <a:ext uri="{FF2B5EF4-FFF2-40B4-BE49-F238E27FC236}">
                  <a16:creationId xmlns:a16="http://schemas.microsoft.com/office/drawing/2014/main" id="{537DC6B4-4441-2435-D739-0D3C5C4E6DA5}"/>
                </a:ext>
              </a:extLst>
            </p:cNvPr>
            <p:cNvSpPr>
              <a:spLocks/>
            </p:cNvSpPr>
            <p:nvPr/>
          </p:nvSpPr>
          <p:spPr bwMode="auto">
            <a:xfrm rot="5094805">
              <a:off x="840260" y="3661883"/>
              <a:ext cx="70834" cy="45700"/>
            </a:xfrm>
            <a:custGeom>
              <a:avLst/>
              <a:gdLst>
                <a:gd name="T0" fmla="*/ 15 w 28"/>
                <a:gd name="T1" fmla="*/ 15 h 18"/>
                <a:gd name="T2" fmla="*/ 1 w 28"/>
                <a:gd name="T3" fmla="*/ 15 h 18"/>
                <a:gd name="T4" fmla="*/ 13 w 28"/>
                <a:gd name="T5" fmla="*/ 4 h 18"/>
                <a:gd name="T6" fmla="*/ 27 w 28"/>
                <a:gd name="T7" fmla="*/ 3 h 18"/>
                <a:gd name="T8" fmla="*/ 15 w 28"/>
                <a:gd name="T9" fmla="*/ 15 h 18"/>
              </a:gdLst>
              <a:ahLst/>
              <a:cxnLst>
                <a:cxn ang="0">
                  <a:pos x="T0" y="T1"/>
                </a:cxn>
                <a:cxn ang="0">
                  <a:pos x="T2" y="T3"/>
                </a:cxn>
                <a:cxn ang="0">
                  <a:pos x="T4" y="T5"/>
                </a:cxn>
                <a:cxn ang="0">
                  <a:pos x="T6" y="T7"/>
                </a:cxn>
                <a:cxn ang="0">
                  <a:pos x="T8" y="T9"/>
                </a:cxn>
              </a:cxnLst>
              <a:rect l="0" t="0" r="r" b="b"/>
              <a:pathLst>
                <a:path w="28" h="18">
                  <a:moveTo>
                    <a:pt x="15" y="15"/>
                  </a:moveTo>
                  <a:cubicBezTo>
                    <a:pt x="8" y="18"/>
                    <a:pt x="2" y="18"/>
                    <a:pt x="1" y="15"/>
                  </a:cubicBezTo>
                  <a:cubicBezTo>
                    <a:pt x="0" y="13"/>
                    <a:pt x="5" y="8"/>
                    <a:pt x="13" y="4"/>
                  </a:cubicBezTo>
                  <a:cubicBezTo>
                    <a:pt x="20" y="1"/>
                    <a:pt x="26" y="0"/>
                    <a:pt x="27" y="3"/>
                  </a:cubicBezTo>
                  <a:cubicBezTo>
                    <a:pt x="28" y="5"/>
                    <a:pt x="23" y="11"/>
                    <a:pt x="1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4" name="Freeform 1364">
              <a:extLst>
                <a:ext uri="{FF2B5EF4-FFF2-40B4-BE49-F238E27FC236}">
                  <a16:creationId xmlns:a16="http://schemas.microsoft.com/office/drawing/2014/main" id="{D8E2AE4E-7536-A33C-2309-E019CD108F93}"/>
                </a:ext>
              </a:extLst>
            </p:cNvPr>
            <p:cNvSpPr>
              <a:spLocks/>
            </p:cNvSpPr>
            <p:nvPr/>
          </p:nvSpPr>
          <p:spPr bwMode="auto">
            <a:xfrm rot="5094805">
              <a:off x="949455" y="3843718"/>
              <a:ext cx="70834" cy="47985"/>
            </a:xfrm>
            <a:custGeom>
              <a:avLst/>
              <a:gdLst>
                <a:gd name="T0" fmla="*/ 13 w 29"/>
                <a:gd name="T1" fmla="*/ 5 h 19"/>
                <a:gd name="T2" fmla="*/ 28 w 29"/>
                <a:gd name="T3" fmla="*/ 3 h 19"/>
                <a:gd name="T4" fmla="*/ 15 w 29"/>
                <a:gd name="T5" fmla="*/ 15 h 19"/>
                <a:gd name="T6" fmla="*/ 1 w 29"/>
                <a:gd name="T7" fmla="*/ 16 h 19"/>
                <a:gd name="T8" fmla="*/ 13 w 29"/>
                <a:gd name="T9" fmla="*/ 5 h 19"/>
              </a:gdLst>
              <a:ahLst/>
              <a:cxnLst>
                <a:cxn ang="0">
                  <a:pos x="T0" y="T1"/>
                </a:cxn>
                <a:cxn ang="0">
                  <a:pos x="T2" y="T3"/>
                </a:cxn>
                <a:cxn ang="0">
                  <a:pos x="T4" y="T5"/>
                </a:cxn>
                <a:cxn ang="0">
                  <a:pos x="T6" y="T7"/>
                </a:cxn>
                <a:cxn ang="0">
                  <a:pos x="T8" y="T9"/>
                </a:cxn>
              </a:cxnLst>
              <a:rect l="0" t="0" r="r" b="b"/>
              <a:pathLst>
                <a:path w="29" h="19">
                  <a:moveTo>
                    <a:pt x="13" y="5"/>
                  </a:moveTo>
                  <a:cubicBezTo>
                    <a:pt x="20" y="1"/>
                    <a:pt x="27" y="0"/>
                    <a:pt x="28" y="3"/>
                  </a:cubicBezTo>
                  <a:cubicBezTo>
                    <a:pt x="29" y="5"/>
                    <a:pt x="23" y="11"/>
                    <a:pt x="15" y="15"/>
                  </a:cubicBezTo>
                  <a:cubicBezTo>
                    <a:pt x="8" y="18"/>
                    <a:pt x="2" y="19"/>
                    <a:pt x="1" y="16"/>
                  </a:cubicBezTo>
                  <a:cubicBezTo>
                    <a:pt x="0" y="14"/>
                    <a:pt x="6" y="9"/>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5" name="Freeform 1365">
              <a:extLst>
                <a:ext uri="{FF2B5EF4-FFF2-40B4-BE49-F238E27FC236}">
                  <a16:creationId xmlns:a16="http://schemas.microsoft.com/office/drawing/2014/main" id="{01EC0C6E-C5BA-BDF7-A69D-ED16F0A57DBF}"/>
                </a:ext>
              </a:extLst>
            </p:cNvPr>
            <p:cNvSpPr>
              <a:spLocks/>
            </p:cNvSpPr>
            <p:nvPr/>
          </p:nvSpPr>
          <p:spPr bwMode="auto">
            <a:xfrm rot="5094805">
              <a:off x="1062902" y="4022977"/>
              <a:ext cx="68549" cy="47985"/>
            </a:xfrm>
            <a:custGeom>
              <a:avLst/>
              <a:gdLst>
                <a:gd name="T0" fmla="*/ 28 w 28"/>
                <a:gd name="T1" fmla="*/ 2 h 19"/>
                <a:gd name="T2" fmla="*/ 17 w 28"/>
                <a:gd name="T3" fmla="*/ 13 h 19"/>
                <a:gd name="T4" fmla="*/ 1 w 28"/>
                <a:gd name="T5" fmla="*/ 16 h 19"/>
                <a:gd name="T6" fmla="*/ 12 w 28"/>
                <a:gd name="T7" fmla="*/ 5 h 19"/>
                <a:gd name="T8" fmla="*/ 28 w 28"/>
                <a:gd name="T9" fmla="*/ 2 h 19"/>
              </a:gdLst>
              <a:ahLst/>
              <a:cxnLst>
                <a:cxn ang="0">
                  <a:pos x="T0" y="T1"/>
                </a:cxn>
                <a:cxn ang="0">
                  <a:pos x="T2" y="T3"/>
                </a:cxn>
                <a:cxn ang="0">
                  <a:pos x="T4" y="T5"/>
                </a:cxn>
                <a:cxn ang="0">
                  <a:pos x="T6" y="T7"/>
                </a:cxn>
                <a:cxn ang="0">
                  <a:pos x="T8" y="T9"/>
                </a:cxn>
              </a:cxnLst>
              <a:rect l="0" t="0" r="r" b="b"/>
              <a:pathLst>
                <a:path w="28" h="19">
                  <a:moveTo>
                    <a:pt x="28" y="2"/>
                  </a:moveTo>
                  <a:cubicBezTo>
                    <a:pt x="28" y="4"/>
                    <a:pt x="24" y="9"/>
                    <a:pt x="17" y="13"/>
                  </a:cubicBezTo>
                  <a:cubicBezTo>
                    <a:pt x="9" y="18"/>
                    <a:pt x="2" y="19"/>
                    <a:pt x="1" y="16"/>
                  </a:cubicBezTo>
                  <a:cubicBezTo>
                    <a:pt x="0" y="14"/>
                    <a:pt x="5" y="9"/>
                    <a:pt x="12" y="5"/>
                  </a:cubicBezTo>
                  <a:cubicBezTo>
                    <a:pt x="20" y="1"/>
                    <a:pt x="27" y="0"/>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6" name="Freeform 1366">
              <a:extLst>
                <a:ext uri="{FF2B5EF4-FFF2-40B4-BE49-F238E27FC236}">
                  <a16:creationId xmlns:a16="http://schemas.microsoft.com/office/drawing/2014/main" id="{D28CBF51-E4F2-DDA4-DB5B-4ECC7BFCF182}"/>
                </a:ext>
              </a:extLst>
            </p:cNvPr>
            <p:cNvSpPr>
              <a:spLocks/>
            </p:cNvSpPr>
            <p:nvPr/>
          </p:nvSpPr>
          <p:spPr bwMode="auto">
            <a:xfrm rot="5094805">
              <a:off x="1179957" y="4205149"/>
              <a:ext cx="70834" cy="45700"/>
            </a:xfrm>
            <a:custGeom>
              <a:avLst/>
              <a:gdLst>
                <a:gd name="T0" fmla="*/ 28 w 29"/>
                <a:gd name="T1" fmla="*/ 2 h 19"/>
                <a:gd name="T2" fmla="*/ 17 w 29"/>
                <a:gd name="T3" fmla="*/ 13 h 19"/>
                <a:gd name="T4" fmla="*/ 1 w 29"/>
                <a:gd name="T5" fmla="*/ 17 h 19"/>
                <a:gd name="T6" fmla="*/ 12 w 29"/>
                <a:gd name="T7" fmla="*/ 6 h 19"/>
                <a:gd name="T8" fmla="*/ 28 w 29"/>
                <a:gd name="T9" fmla="*/ 2 h 19"/>
              </a:gdLst>
              <a:ahLst/>
              <a:cxnLst>
                <a:cxn ang="0">
                  <a:pos x="T0" y="T1"/>
                </a:cxn>
                <a:cxn ang="0">
                  <a:pos x="T2" y="T3"/>
                </a:cxn>
                <a:cxn ang="0">
                  <a:pos x="T4" y="T5"/>
                </a:cxn>
                <a:cxn ang="0">
                  <a:pos x="T6" y="T7"/>
                </a:cxn>
                <a:cxn ang="0">
                  <a:pos x="T8" y="T9"/>
                </a:cxn>
              </a:cxnLst>
              <a:rect l="0" t="0" r="r" b="b"/>
              <a:pathLst>
                <a:path w="29" h="19">
                  <a:moveTo>
                    <a:pt x="28" y="2"/>
                  </a:moveTo>
                  <a:cubicBezTo>
                    <a:pt x="29" y="4"/>
                    <a:pt x="24" y="9"/>
                    <a:pt x="17" y="13"/>
                  </a:cubicBezTo>
                  <a:cubicBezTo>
                    <a:pt x="9" y="18"/>
                    <a:pt x="2" y="19"/>
                    <a:pt x="1" y="17"/>
                  </a:cubicBezTo>
                  <a:cubicBezTo>
                    <a:pt x="0" y="15"/>
                    <a:pt x="5" y="10"/>
                    <a:pt x="12" y="6"/>
                  </a:cubicBezTo>
                  <a:cubicBezTo>
                    <a:pt x="19" y="2"/>
                    <a:pt x="26" y="0"/>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7" name="Freeform 1367">
              <a:extLst>
                <a:ext uri="{FF2B5EF4-FFF2-40B4-BE49-F238E27FC236}">
                  <a16:creationId xmlns:a16="http://schemas.microsoft.com/office/drawing/2014/main" id="{D1C3F42A-FA3F-0585-F572-136571444E1C}"/>
                </a:ext>
              </a:extLst>
            </p:cNvPr>
            <p:cNvSpPr>
              <a:spLocks/>
            </p:cNvSpPr>
            <p:nvPr/>
          </p:nvSpPr>
          <p:spPr bwMode="auto">
            <a:xfrm rot="5094805">
              <a:off x="627140" y="3092611"/>
              <a:ext cx="66264" cy="29705"/>
            </a:xfrm>
            <a:custGeom>
              <a:avLst/>
              <a:gdLst>
                <a:gd name="T0" fmla="*/ 26 w 27"/>
                <a:gd name="T1" fmla="*/ 2 h 12"/>
                <a:gd name="T2" fmla="*/ 14 w 27"/>
                <a:gd name="T3" fmla="*/ 10 h 12"/>
                <a:gd name="T4" fmla="*/ 0 w 27"/>
                <a:gd name="T5" fmla="*/ 10 h 12"/>
                <a:gd name="T6" fmla="*/ 13 w 27"/>
                <a:gd name="T7" fmla="*/ 3 h 12"/>
                <a:gd name="T8" fmla="*/ 26 w 27"/>
                <a:gd name="T9" fmla="*/ 2 h 12"/>
              </a:gdLst>
              <a:ahLst/>
              <a:cxnLst>
                <a:cxn ang="0">
                  <a:pos x="T0" y="T1"/>
                </a:cxn>
                <a:cxn ang="0">
                  <a:pos x="T2" y="T3"/>
                </a:cxn>
                <a:cxn ang="0">
                  <a:pos x="T4" y="T5"/>
                </a:cxn>
                <a:cxn ang="0">
                  <a:pos x="T6" y="T7"/>
                </a:cxn>
                <a:cxn ang="0">
                  <a:pos x="T8" y="T9"/>
                </a:cxn>
              </a:cxnLst>
              <a:rect l="0" t="0" r="r" b="b"/>
              <a:pathLst>
                <a:path w="27" h="12">
                  <a:moveTo>
                    <a:pt x="26" y="2"/>
                  </a:moveTo>
                  <a:cubicBezTo>
                    <a:pt x="27" y="5"/>
                    <a:pt x="21" y="8"/>
                    <a:pt x="14" y="10"/>
                  </a:cubicBezTo>
                  <a:cubicBezTo>
                    <a:pt x="7" y="12"/>
                    <a:pt x="1" y="12"/>
                    <a:pt x="0" y="10"/>
                  </a:cubicBezTo>
                  <a:cubicBezTo>
                    <a:pt x="0" y="8"/>
                    <a:pt x="6" y="5"/>
                    <a:pt x="13" y="3"/>
                  </a:cubicBezTo>
                  <a:cubicBezTo>
                    <a:pt x="20" y="1"/>
                    <a:pt x="26"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8" name="Freeform 1368">
              <a:extLst>
                <a:ext uri="{FF2B5EF4-FFF2-40B4-BE49-F238E27FC236}">
                  <a16:creationId xmlns:a16="http://schemas.microsoft.com/office/drawing/2014/main" id="{A3140782-B8A6-E32E-0D95-A376DC32C9F4}"/>
                </a:ext>
              </a:extLst>
            </p:cNvPr>
            <p:cNvSpPr>
              <a:spLocks/>
            </p:cNvSpPr>
            <p:nvPr/>
          </p:nvSpPr>
          <p:spPr bwMode="auto">
            <a:xfrm rot="5094805">
              <a:off x="706844" y="3276974"/>
              <a:ext cx="68549" cy="34275"/>
            </a:xfrm>
            <a:custGeom>
              <a:avLst/>
              <a:gdLst>
                <a:gd name="T0" fmla="*/ 12 w 27"/>
                <a:gd name="T1" fmla="*/ 4 h 14"/>
                <a:gd name="T2" fmla="*/ 26 w 27"/>
                <a:gd name="T3" fmla="*/ 2 h 14"/>
                <a:gd name="T4" fmla="*/ 15 w 27"/>
                <a:gd name="T5" fmla="*/ 11 h 14"/>
                <a:gd name="T6" fmla="*/ 0 w 27"/>
                <a:gd name="T7" fmla="*/ 12 h 14"/>
                <a:gd name="T8" fmla="*/ 12 w 27"/>
                <a:gd name="T9" fmla="*/ 4 h 14"/>
              </a:gdLst>
              <a:ahLst/>
              <a:cxnLst>
                <a:cxn ang="0">
                  <a:pos x="T0" y="T1"/>
                </a:cxn>
                <a:cxn ang="0">
                  <a:pos x="T2" y="T3"/>
                </a:cxn>
                <a:cxn ang="0">
                  <a:pos x="T4" y="T5"/>
                </a:cxn>
                <a:cxn ang="0">
                  <a:pos x="T6" y="T7"/>
                </a:cxn>
                <a:cxn ang="0">
                  <a:pos x="T8" y="T9"/>
                </a:cxn>
              </a:cxnLst>
              <a:rect l="0" t="0" r="r" b="b"/>
              <a:pathLst>
                <a:path w="27" h="14">
                  <a:moveTo>
                    <a:pt x="12" y="4"/>
                  </a:moveTo>
                  <a:cubicBezTo>
                    <a:pt x="19" y="1"/>
                    <a:pt x="25" y="0"/>
                    <a:pt x="26" y="2"/>
                  </a:cubicBezTo>
                  <a:cubicBezTo>
                    <a:pt x="27" y="4"/>
                    <a:pt x="22" y="8"/>
                    <a:pt x="15" y="11"/>
                  </a:cubicBezTo>
                  <a:cubicBezTo>
                    <a:pt x="8" y="13"/>
                    <a:pt x="1" y="14"/>
                    <a:pt x="0" y="12"/>
                  </a:cubicBezTo>
                  <a:cubicBezTo>
                    <a:pt x="0" y="10"/>
                    <a:pt x="5" y="6"/>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9" name="Freeform 1369">
              <a:extLst>
                <a:ext uri="{FF2B5EF4-FFF2-40B4-BE49-F238E27FC236}">
                  <a16:creationId xmlns:a16="http://schemas.microsoft.com/office/drawing/2014/main" id="{6AF18E25-4B25-C2B0-2B0A-1323C764FD78}"/>
                </a:ext>
              </a:extLst>
            </p:cNvPr>
            <p:cNvSpPr>
              <a:spLocks/>
            </p:cNvSpPr>
            <p:nvPr/>
          </p:nvSpPr>
          <p:spPr bwMode="auto">
            <a:xfrm rot="5094805">
              <a:off x="801253" y="3461470"/>
              <a:ext cx="63979" cy="34275"/>
            </a:xfrm>
            <a:custGeom>
              <a:avLst/>
              <a:gdLst>
                <a:gd name="T0" fmla="*/ 12 w 26"/>
                <a:gd name="T1" fmla="*/ 4 h 14"/>
                <a:gd name="T2" fmla="*/ 25 w 26"/>
                <a:gd name="T3" fmla="*/ 2 h 14"/>
                <a:gd name="T4" fmla="*/ 13 w 26"/>
                <a:gd name="T5" fmla="*/ 10 h 14"/>
                <a:gd name="T6" fmla="*/ 0 w 26"/>
                <a:gd name="T7" fmla="*/ 12 h 14"/>
                <a:gd name="T8" fmla="*/ 12 w 26"/>
                <a:gd name="T9" fmla="*/ 4 h 14"/>
              </a:gdLst>
              <a:ahLst/>
              <a:cxnLst>
                <a:cxn ang="0">
                  <a:pos x="T0" y="T1"/>
                </a:cxn>
                <a:cxn ang="0">
                  <a:pos x="T2" y="T3"/>
                </a:cxn>
                <a:cxn ang="0">
                  <a:pos x="T4" y="T5"/>
                </a:cxn>
                <a:cxn ang="0">
                  <a:pos x="T6" y="T7"/>
                </a:cxn>
                <a:cxn ang="0">
                  <a:pos x="T8" y="T9"/>
                </a:cxn>
              </a:cxnLst>
              <a:rect l="0" t="0" r="r" b="b"/>
              <a:pathLst>
                <a:path w="26" h="14">
                  <a:moveTo>
                    <a:pt x="12" y="4"/>
                  </a:moveTo>
                  <a:cubicBezTo>
                    <a:pt x="19" y="1"/>
                    <a:pt x="25" y="0"/>
                    <a:pt x="25" y="2"/>
                  </a:cubicBezTo>
                  <a:cubicBezTo>
                    <a:pt x="26" y="4"/>
                    <a:pt x="20" y="8"/>
                    <a:pt x="13" y="10"/>
                  </a:cubicBezTo>
                  <a:cubicBezTo>
                    <a:pt x="6" y="13"/>
                    <a:pt x="0" y="14"/>
                    <a:pt x="0" y="12"/>
                  </a:cubicBezTo>
                  <a:cubicBezTo>
                    <a:pt x="0" y="10"/>
                    <a:pt x="5" y="6"/>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0" name="Freeform 1370">
              <a:extLst>
                <a:ext uri="{FF2B5EF4-FFF2-40B4-BE49-F238E27FC236}">
                  <a16:creationId xmlns:a16="http://schemas.microsoft.com/office/drawing/2014/main" id="{505DCD84-8A53-8B50-41FB-61CBD0999AF4}"/>
                </a:ext>
              </a:extLst>
            </p:cNvPr>
            <p:cNvSpPr>
              <a:spLocks/>
            </p:cNvSpPr>
            <p:nvPr/>
          </p:nvSpPr>
          <p:spPr bwMode="auto">
            <a:xfrm rot="5094805">
              <a:off x="557775" y="2906088"/>
              <a:ext cx="66264" cy="29705"/>
            </a:xfrm>
            <a:custGeom>
              <a:avLst/>
              <a:gdLst>
                <a:gd name="T0" fmla="*/ 15 w 27"/>
                <a:gd name="T1" fmla="*/ 10 h 12"/>
                <a:gd name="T2" fmla="*/ 1 w 27"/>
                <a:gd name="T3" fmla="*/ 9 h 12"/>
                <a:gd name="T4" fmla="*/ 12 w 27"/>
                <a:gd name="T5" fmla="*/ 2 h 12"/>
                <a:gd name="T6" fmla="*/ 26 w 27"/>
                <a:gd name="T7" fmla="*/ 3 h 12"/>
                <a:gd name="T8" fmla="*/ 15 w 27"/>
                <a:gd name="T9" fmla="*/ 10 h 12"/>
              </a:gdLst>
              <a:ahLst/>
              <a:cxnLst>
                <a:cxn ang="0">
                  <a:pos x="T0" y="T1"/>
                </a:cxn>
                <a:cxn ang="0">
                  <a:pos x="T2" y="T3"/>
                </a:cxn>
                <a:cxn ang="0">
                  <a:pos x="T4" y="T5"/>
                </a:cxn>
                <a:cxn ang="0">
                  <a:pos x="T6" y="T7"/>
                </a:cxn>
                <a:cxn ang="0">
                  <a:pos x="T8" y="T9"/>
                </a:cxn>
              </a:cxnLst>
              <a:rect l="0" t="0" r="r" b="b"/>
              <a:pathLst>
                <a:path w="27" h="12">
                  <a:moveTo>
                    <a:pt x="15" y="10"/>
                  </a:moveTo>
                  <a:cubicBezTo>
                    <a:pt x="8" y="12"/>
                    <a:pt x="1" y="11"/>
                    <a:pt x="1" y="9"/>
                  </a:cubicBezTo>
                  <a:cubicBezTo>
                    <a:pt x="0" y="7"/>
                    <a:pt x="5" y="4"/>
                    <a:pt x="12" y="2"/>
                  </a:cubicBezTo>
                  <a:cubicBezTo>
                    <a:pt x="19" y="0"/>
                    <a:pt x="25" y="0"/>
                    <a:pt x="26" y="3"/>
                  </a:cubicBezTo>
                  <a:cubicBezTo>
                    <a:pt x="27" y="5"/>
                    <a:pt x="22" y="8"/>
                    <a:pt x="1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1" name="Freeform 1371">
              <a:extLst>
                <a:ext uri="{FF2B5EF4-FFF2-40B4-BE49-F238E27FC236}">
                  <a16:creationId xmlns:a16="http://schemas.microsoft.com/office/drawing/2014/main" id="{2CBC53C0-A836-3973-73ED-7423F4FF42C5}"/>
                </a:ext>
              </a:extLst>
            </p:cNvPr>
            <p:cNvSpPr>
              <a:spLocks/>
            </p:cNvSpPr>
            <p:nvPr/>
          </p:nvSpPr>
          <p:spPr bwMode="auto">
            <a:xfrm rot="5094805">
              <a:off x="499790" y="2720838"/>
              <a:ext cx="66264" cy="25135"/>
            </a:xfrm>
            <a:custGeom>
              <a:avLst/>
              <a:gdLst>
                <a:gd name="T0" fmla="*/ 12 w 27"/>
                <a:gd name="T1" fmla="*/ 1 h 10"/>
                <a:gd name="T2" fmla="*/ 26 w 27"/>
                <a:gd name="T3" fmla="*/ 3 h 10"/>
                <a:gd name="T4" fmla="*/ 14 w 27"/>
                <a:gd name="T5" fmla="*/ 9 h 10"/>
                <a:gd name="T6" fmla="*/ 0 w 27"/>
                <a:gd name="T7" fmla="*/ 7 h 10"/>
                <a:gd name="T8" fmla="*/ 12 w 27"/>
                <a:gd name="T9" fmla="*/ 1 h 10"/>
              </a:gdLst>
              <a:ahLst/>
              <a:cxnLst>
                <a:cxn ang="0">
                  <a:pos x="T0" y="T1"/>
                </a:cxn>
                <a:cxn ang="0">
                  <a:pos x="T2" y="T3"/>
                </a:cxn>
                <a:cxn ang="0">
                  <a:pos x="T4" y="T5"/>
                </a:cxn>
                <a:cxn ang="0">
                  <a:pos x="T6" y="T7"/>
                </a:cxn>
                <a:cxn ang="0">
                  <a:pos x="T8" y="T9"/>
                </a:cxn>
              </a:cxnLst>
              <a:rect l="0" t="0" r="r" b="b"/>
              <a:pathLst>
                <a:path w="27" h="10">
                  <a:moveTo>
                    <a:pt x="12" y="1"/>
                  </a:moveTo>
                  <a:cubicBezTo>
                    <a:pt x="20" y="0"/>
                    <a:pt x="26" y="0"/>
                    <a:pt x="26" y="3"/>
                  </a:cubicBezTo>
                  <a:cubicBezTo>
                    <a:pt x="27" y="5"/>
                    <a:pt x="21" y="8"/>
                    <a:pt x="14" y="9"/>
                  </a:cubicBezTo>
                  <a:cubicBezTo>
                    <a:pt x="7" y="10"/>
                    <a:pt x="1" y="9"/>
                    <a:pt x="0" y="7"/>
                  </a:cubicBezTo>
                  <a:cubicBezTo>
                    <a:pt x="0" y="4"/>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2" name="Freeform 1372">
              <a:extLst>
                <a:ext uri="{FF2B5EF4-FFF2-40B4-BE49-F238E27FC236}">
                  <a16:creationId xmlns:a16="http://schemas.microsoft.com/office/drawing/2014/main" id="{2B9FFBEB-A9DB-2B2F-82B5-8D392A735B32}"/>
                </a:ext>
              </a:extLst>
            </p:cNvPr>
            <p:cNvSpPr>
              <a:spLocks/>
            </p:cNvSpPr>
            <p:nvPr/>
          </p:nvSpPr>
          <p:spPr bwMode="auto">
            <a:xfrm rot="5094805">
              <a:off x="458470" y="2528373"/>
              <a:ext cx="66264" cy="22850"/>
            </a:xfrm>
            <a:custGeom>
              <a:avLst/>
              <a:gdLst>
                <a:gd name="T0" fmla="*/ 13 w 27"/>
                <a:gd name="T1" fmla="*/ 1 h 10"/>
                <a:gd name="T2" fmla="*/ 27 w 27"/>
                <a:gd name="T3" fmla="*/ 4 h 10"/>
                <a:gd name="T4" fmla="*/ 15 w 27"/>
                <a:gd name="T5" fmla="*/ 9 h 10"/>
                <a:gd name="T6" fmla="*/ 1 w 27"/>
                <a:gd name="T7" fmla="*/ 6 h 10"/>
                <a:gd name="T8" fmla="*/ 13 w 27"/>
                <a:gd name="T9" fmla="*/ 1 h 10"/>
              </a:gdLst>
              <a:ahLst/>
              <a:cxnLst>
                <a:cxn ang="0">
                  <a:pos x="T0" y="T1"/>
                </a:cxn>
                <a:cxn ang="0">
                  <a:pos x="T2" y="T3"/>
                </a:cxn>
                <a:cxn ang="0">
                  <a:pos x="T4" y="T5"/>
                </a:cxn>
                <a:cxn ang="0">
                  <a:pos x="T6" y="T7"/>
                </a:cxn>
                <a:cxn ang="0">
                  <a:pos x="T8" y="T9"/>
                </a:cxn>
              </a:cxnLst>
              <a:rect l="0" t="0" r="r" b="b"/>
              <a:pathLst>
                <a:path w="27" h="10">
                  <a:moveTo>
                    <a:pt x="13" y="1"/>
                  </a:moveTo>
                  <a:cubicBezTo>
                    <a:pt x="20" y="0"/>
                    <a:pt x="26" y="1"/>
                    <a:pt x="27" y="4"/>
                  </a:cubicBezTo>
                  <a:cubicBezTo>
                    <a:pt x="27" y="6"/>
                    <a:pt x="22" y="8"/>
                    <a:pt x="15" y="9"/>
                  </a:cubicBezTo>
                  <a:cubicBezTo>
                    <a:pt x="8" y="10"/>
                    <a:pt x="1" y="8"/>
                    <a:pt x="1" y="6"/>
                  </a:cubicBezTo>
                  <a:cubicBezTo>
                    <a:pt x="0" y="4"/>
                    <a:pt x="6" y="1"/>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3" name="Freeform 1373">
              <a:extLst>
                <a:ext uri="{FF2B5EF4-FFF2-40B4-BE49-F238E27FC236}">
                  <a16:creationId xmlns:a16="http://schemas.microsoft.com/office/drawing/2014/main" id="{2503CA84-A78A-18B1-A5E1-69CFAF1C8AAB}"/>
                </a:ext>
              </a:extLst>
            </p:cNvPr>
            <p:cNvSpPr>
              <a:spLocks/>
            </p:cNvSpPr>
            <p:nvPr/>
          </p:nvSpPr>
          <p:spPr bwMode="auto">
            <a:xfrm rot="5094805">
              <a:off x="900003" y="3640798"/>
              <a:ext cx="63979" cy="38845"/>
            </a:xfrm>
            <a:custGeom>
              <a:avLst/>
              <a:gdLst>
                <a:gd name="T0" fmla="*/ 26 w 26"/>
                <a:gd name="T1" fmla="*/ 2 h 15"/>
                <a:gd name="T2" fmla="*/ 14 w 26"/>
                <a:gd name="T3" fmla="*/ 11 h 15"/>
                <a:gd name="T4" fmla="*/ 0 w 26"/>
                <a:gd name="T5" fmla="*/ 13 h 15"/>
                <a:gd name="T6" fmla="*/ 12 w 26"/>
                <a:gd name="T7" fmla="*/ 4 h 15"/>
                <a:gd name="T8" fmla="*/ 26 w 26"/>
                <a:gd name="T9" fmla="*/ 2 h 15"/>
              </a:gdLst>
              <a:ahLst/>
              <a:cxnLst>
                <a:cxn ang="0">
                  <a:pos x="T0" y="T1"/>
                </a:cxn>
                <a:cxn ang="0">
                  <a:pos x="T2" y="T3"/>
                </a:cxn>
                <a:cxn ang="0">
                  <a:pos x="T4" y="T5"/>
                </a:cxn>
                <a:cxn ang="0">
                  <a:pos x="T6" y="T7"/>
                </a:cxn>
                <a:cxn ang="0">
                  <a:pos x="T8" y="T9"/>
                </a:cxn>
              </a:cxnLst>
              <a:rect l="0" t="0" r="r" b="b"/>
              <a:pathLst>
                <a:path w="26" h="15">
                  <a:moveTo>
                    <a:pt x="26" y="2"/>
                  </a:moveTo>
                  <a:cubicBezTo>
                    <a:pt x="26" y="3"/>
                    <a:pt x="21" y="7"/>
                    <a:pt x="14" y="11"/>
                  </a:cubicBezTo>
                  <a:cubicBezTo>
                    <a:pt x="7" y="14"/>
                    <a:pt x="1" y="15"/>
                    <a:pt x="0" y="13"/>
                  </a:cubicBezTo>
                  <a:cubicBezTo>
                    <a:pt x="0" y="11"/>
                    <a:pt x="5" y="7"/>
                    <a:pt x="12" y="4"/>
                  </a:cubicBezTo>
                  <a:cubicBezTo>
                    <a:pt x="19" y="1"/>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4" name="Freeform 1374">
              <a:extLst>
                <a:ext uri="{FF2B5EF4-FFF2-40B4-BE49-F238E27FC236}">
                  <a16:creationId xmlns:a16="http://schemas.microsoft.com/office/drawing/2014/main" id="{69F5F008-6753-F239-1066-89650C6CB6A5}"/>
                </a:ext>
              </a:extLst>
            </p:cNvPr>
            <p:cNvSpPr>
              <a:spLocks/>
            </p:cNvSpPr>
            <p:nvPr/>
          </p:nvSpPr>
          <p:spPr bwMode="auto">
            <a:xfrm rot="5094805">
              <a:off x="1003402" y="3824185"/>
              <a:ext cx="66264" cy="36560"/>
            </a:xfrm>
            <a:custGeom>
              <a:avLst/>
              <a:gdLst>
                <a:gd name="T0" fmla="*/ 26 w 27"/>
                <a:gd name="T1" fmla="*/ 1 h 15"/>
                <a:gd name="T2" fmla="*/ 15 w 27"/>
                <a:gd name="T3" fmla="*/ 10 h 15"/>
                <a:gd name="T4" fmla="*/ 1 w 27"/>
                <a:gd name="T5" fmla="*/ 13 h 15"/>
                <a:gd name="T6" fmla="*/ 12 w 27"/>
                <a:gd name="T7" fmla="*/ 5 h 15"/>
                <a:gd name="T8" fmla="*/ 26 w 27"/>
                <a:gd name="T9" fmla="*/ 1 h 15"/>
              </a:gdLst>
              <a:ahLst/>
              <a:cxnLst>
                <a:cxn ang="0">
                  <a:pos x="T0" y="T1"/>
                </a:cxn>
                <a:cxn ang="0">
                  <a:pos x="T2" y="T3"/>
                </a:cxn>
                <a:cxn ang="0">
                  <a:pos x="T4" y="T5"/>
                </a:cxn>
                <a:cxn ang="0">
                  <a:pos x="T6" y="T7"/>
                </a:cxn>
                <a:cxn ang="0">
                  <a:pos x="T8" y="T9"/>
                </a:cxn>
              </a:cxnLst>
              <a:rect l="0" t="0" r="r" b="b"/>
              <a:pathLst>
                <a:path w="27" h="15">
                  <a:moveTo>
                    <a:pt x="26" y="1"/>
                  </a:moveTo>
                  <a:cubicBezTo>
                    <a:pt x="27" y="2"/>
                    <a:pt x="22" y="7"/>
                    <a:pt x="15" y="10"/>
                  </a:cubicBezTo>
                  <a:cubicBezTo>
                    <a:pt x="8" y="13"/>
                    <a:pt x="1" y="15"/>
                    <a:pt x="1" y="13"/>
                  </a:cubicBezTo>
                  <a:cubicBezTo>
                    <a:pt x="0" y="12"/>
                    <a:pt x="5" y="8"/>
                    <a:pt x="12" y="5"/>
                  </a:cubicBezTo>
                  <a:cubicBezTo>
                    <a:pt x="19" y="1"/>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5" name="Freeform 1375">
              <a:extLst>
                <a:ext uri="{FF2B5EF4-FFF2-40B4-BE49-F238E27FC236}">
                  <a16:creationId xmlns:a16="http://schemas.microsoft.com/office/drawing/2014/main" id="{EB89614C-C6B4-11B0-1D38-2EFDF6CF7E21}"/>
                </a:ext>
              </a:extLst>
            </p:cNvPr>
            <p:cNvSpPr>
              <a:spLocks/>
            </p:cNvSpPr>
            <p:nvPr/>
          </p:nvSpPr>
          <p:spPr bwMode="auto">
            <a:xfrm rot="5094805">
              <a:off x="1115808" y="4002298"/>
              <a:ext cx="66264" cy="41130"/>
            </a:xfrm>
            <a:custGeom>
              <a:avLst/>
              <a:gdLst>
                <a:gd name="T0" fmla="*/ 26 w 27"/>
                <a:gd name="T1" fmla="*/ 2 h 16"/>
                <a:gd name="T2" fmla="*/ 15 w 27"/>
                <a:gd name="T3" fmla="*/ 11 h 16"/>
                <a:gd name="T4" fmla="*/ 1 w 27"/>
                <a:gd name="T5" fmla="*/ 15 h 16"/>
                <a:gd name="T6" fmla="*/ 12 w 27"/>
                <a:gd name="T7" fmla="*/ 6 h 16"/>
                <a:gd name="T8" fmla="*/ 26 w 27"/>
                <a:gd name="T9" fmla="*/ 2 h 16"/>
              </a:gdLst>
              <a:ahLst/>
              <a:cxnLst>
                <a:cxn ang="0">
                  <a:pos x="T0" y="T1"/>
                </a:cxn>
                <a:cxn ang="0">
                  <a:pos x="T2" y="T3"/>
                </a:cxn>
                <a:cxn ang="0">
                  <a:pos x="T4" y="T5"/>
                </a:cxn>
                <a:cxn ang="0">
                  <a:pos x="T6" y="T7"/>
                </a:cxn>
                <a:cxn ang="0">
                  <a:pos x="T8" y="T9"/>
                </a:cxn>
              </a:cxnLst>
              <a:rect l="0" t="0" r="r" b="b"/>
              <a:pathLst>
                <a:path w="27" h="16">
                  <a:moveTo>
                    <a:pt x="26" y="2"/>
                  </a:moveTo>
                  <a:cubicBezTo>
                    <a:pt x="27" y="3"/>
                    <a:pt x="22" y="7"/>
                    <a:pt x="15" y="11"/>
                  </a:cubicBezTo>
                  <a:cubicBezTo>
                    <a:pt x="8" y="14"/>
                    <a:pt x="2" y="16"/>
                    <a:pt x="1" y="15"/>
                  </a:cubicBezTo>
                  <a:cubicBezTo>
                    <a:pt x="0" y="13"/>
                    <a:pt x="5" y="9"/>
                    <a:pt x="12" y="6"/>
                  </a:cubicBezTo>
                  <a:cubicBezTo>
                    <a:pt x="19" y="2"/>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6" name="Freeform 1376">
              <a:extLst>
                <a:ext uri="{FF2B5EF4-FFF2-40B4-BE49-F238E27FC236}">
                  <a16:creationId xmlns:a16="http://schemas.microsoft.com/office/drawing/2014/main" id="{152138DD-DB79-CBA7-A81C-BE0894358608}"/>
                </a:ext>
              </a:extLst>
            </p:cNvPr>
            <p:cNvSpPr>
              <a:spLocks/>
            </p:cNvSpPr>
            <p:nvPr/>
          </p:nvSpPr>
          <p:spPr bwMode="auto">
            <a:xfrm rot="5094805">
              <a:off x="1227173" y="4183833"/>
              <a:ext cx="68549" cy="41130"/>
            </a:xfrm>
            <a:custGeom>
              <a:avLst/>
              <a:gdLst>
                <a:gd name="T0" fmla="*/ 26 w 27"/>
                <a:gd name="T1" fmla="*/ 2 h 16"/>
                <a:gd name="T2" fmla="*/ 14 w 27"/>
                <a:gd name="T3" fmla="*/ 11 h 16"/>
                <a:gd name="T4" fmla="*/ 1 w 27"/>
                <a:gd name="T5" fmla="*/ 14 h 16"/>
                <a:gd name="T6" fmla="*/ 13 w 27"/>
                <a:gd name="T7" fmla="*/ 6 h 16"/>
                <a:gd name="T8" fmla="*/ 26 w 27"/>
                <a:gd name="T9" fmla="*/ 2 h 16"/>
              </a:gdLst>
              <a:ahLst/>
              <a:cxnLst>
                <a:cxn ang="0">
                  <a:pos x="T0" y="T1"/>
                </a:cxn>
                <a:cxn ang="0">
                  <a:pos x="T2" y="T3"/>
                </a:cxn>
                <a:cxn ang="0">
                  <a:pos x="T4" y="T5"/>
                </a:cxn>
                <a:cxn ang="0">
                  <a:pos x="T6" y="T7"/>
                </a:cxn>
                <a:cxn ang="0">
                  <a:pos x="T8" y="T9"/>
                </a:cxn>
              </a:cxnLst>
              <a:rect l="0" t="0" r="r" b="b"/>
              <a:pathLst>
                <a:path w="27" h="16">
                  <a:moveTo>
                    <a:pt x="26" y="2"/>
                  </a:moveTo>
                  <a:cubicBezTo>
                    <a:pt x="27" y="3"/>
                    <a:pt x="21" y="7"/>
                    <a:pt x="14" y="11"/>
                  </a:cubicBezTo>
                  <a:cubicBezTo>
                    <a:pt x="8" y="14"/>
                    <a:pt x="1" y="16"/>
                    <a:pt x="1" y="14"/>
                  </a:cubicBezTo>
                  <a:cubicBezTo>
                    <a:pt x="0" y="13"/>
                    <a:pt x="6" y="9"/>
                    <a:pt x="13" y="6"/>
                  </a:cubicBezTo>
                  <a:cubicBezTo>
                    <a:pt x="20" y="2"/>
                    <a:pt x="26"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7" name="Freeform 1377">
              <a:extLst>
                <a:ext uri="{FF2B5EF4-FFF2-40B4-BE49-F238E27FC236}">
                  <a16:creationId xmlns:a16="http://schemas.microsoft.com/office/drawing/2014/main" id="{13881B9B-EB54-9ECD-91D1-9496D06E5B44}"/>
                </a:ext>
              </a:extLst>
            </p:cNvPr>
            <p:cNvSpPr>
              <a:spLocks/>
            </p:cNvSpPr>
            <p:nvPr/>
          </p:nvSpPr>
          <p:spPr bwMode="auto">
            <a:xfrm rot="5094805">
              <a:off x="1343098" y="4367451"/>
              <a:ext cx="66264" cy="36560"/>
            </a:xfrm>
            <a:custGeom>
              <a:avLst/>
              <a:gdLst>
                <a:gd name="T0" fmla="*/ 12 w 27"/>
                <a:gd name="T1" fmla="*/ 6 h 15"/>
                <a:gd name="T2" fmla="*/ 26 w 27"/>
                <a:gd name="T3" fmla="*/ 1 h 15"/>
                <a:gd name="T4" fmla="*/ 15 w 27"/>
                <a:gd name="T5" fmla="*/ 9 h 15"/>
                <a:gd name="T6" fmla="*/ 1 w 27"/>
                <a:gd name="T7" fmla="*/ 14 h 15"/>
                <a:gd name="T8" fmla="*/ 12 w 27"/>
                <a:gd name="T9" fmla="*/ 6 h 15"/>
              </a:gdLst>
              <a:ahLst/>
              <a:cxnLst>
                <a:cxn ang="0">
                  <a:pos x="T0" y="T1"/>
                </a:cxn>
                <a:cxn ang="0">
                  <a:pos x="T2" y="T3"/>
                </a:cxn>
                <a:cxn ang="0">
                  <a:pos x="T4" y="T5"/>
                </a:cxn>
                <a:cxn ang="0">
                  <a:pos x="T6" y="T7"/>
                </a:cxn>
                <a:cxn ang="0">
                  <a:pos x="T8" y="T9"/>
                </a:cxn>
              </a:cxnLst>
              <a:rect l="0" t="0" r="r" b="b"/>
              <a:pathLst>
                <a:path w="27" h="15">
                  <a:moveTo>
                    <a:pt x="12" y="6"/>
                  </a:moveTo>
                  <a:cubicBezTo>
                    <a:pt x="19" y="2"/>
                    <a:pt x="25" y="0"/>
                    <a:pt x="26" y="1"/>
                  </a:cubicBezTo>
                  <a:cubicBezTo>
                    <a:pt x="27" y="2"/>
                    <a:pt x="22" y="6"/>
                    <a:pt x="15" y="9"/>
                  </a:cubicBezTo>
                  <a:cubicBezTo>
                    <a:pt x="9" y="13"/>
                    <a:pt x="2" y="15"/>
                    <a:pt x="1" y="14"/>
                  </a:cubicBezTo>
                  <a:cubicBezTo>
                    <a:pt x="0" y="13"/>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8" name="Freeform 1378">
              <a:extLst>
                <a:ext uri="{FF2B5EF4-FFF2-40B4-BE49-F238E27FC236}">
                  <a16:creationId xmlns:a16="http://schemas.microsoft.com/office/drawing/2014/main" id="{041FA6A9-6AC5-244A-34E6-6F6D02BFAEE9}"/>
                </a:ext>
              </a:extLst>
            </p:cNvPr>
            <p:cNvSpPr>
              <a:spLocks/>
            </p:cNvSpPr>
            <p:nvPr/>
          </p:nvSpPr>
          <p:spPr bwMode="auto">
            <a:xfrm rot="5094805">
              <a:off x="1457886" y="4547743"/>
              <a:ext cx="63979" cy="38845"/>
            </a:xfrm>
            <a:custGeom>
              <a:avLst/>
              <a:gdLst>
                <a:gd name="T0" fmla="*/ 26 w 26"/>
                <a:gd name="T1" fmla="*/ 2 h 16"/>
                <a:gd name="T2" fmla="*/ 14 w 26"/>
                <a:gd name="T3" fmla="*/ 10 h 16"/>
                <a:gd name="T4" fmla="*/ 0 w 26"/>
                <a:gd name="T5" fmla="*/ 14 h 16"/>
                <a:gd name="T6" fmla="*/ 12 w 26"/>
                <a:gd name="T7" fmla="*/ 6 h 16"/>
                <a:gd name="T8" fmla="*/ 26 w 26"/>
                <a:gd name="T9" fmla="*/ 2 h 16"/>
              </a:gdLst>
              <a:ahLst/>
              <a:cxnLst>
                <a:cxn ang="0">
                  <a:pos x="T0" y="T1"/>
                </a:cxn>
                <a:cxn ang="0">
                  <a:pos x="T2" y="T3"/>
                </a:cxn>
                <a:cxn ang="0">
                  <a:pos x="T4" y="T5"/>
                </a:cxn>
                <a:cxn ang="0">
                  <a:pos x="T6" y="T7"/>
                </a:cxn>
                <a:cxn ang="0">
                  <a:pos x="T8" y="T9"/>
                </a:cxn>
              </a:cxnLst>
              <a:rect l="0" t="0" r="r" b="b"/>
              <a:pathLst>
                <a:path w="26" h="16">
                  <a:moveTo>
                    <a:pt x="26" y="2"/>
                  </a:moveTo>
                  <a:cubicBezTo>
                    <a:pt x="26" y="3"/>
                    <a:pt x="21" y="7"/>
                    <a:pt x="14" y="10"/>
                  </a:cubicBezTo>
                  <a:cubicBezTo>
                    <a:pt x="7" y="14"/>
                    <a:pt x="0" y="16"/>
                    <a:pt x="0" y="14"/>
                  </a:cubicBezTo>
                  <a:cubicBezTo>
                    <a:pt x="0" y="13"/>
                    <a:pt x="5" y="9"/>
                    <a:pt x="12" y="6"/>
                  </a:cubicBezTo>
                  <a:cubicBezTo>
                    <a:pt x="19" y="2"/>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9" name="Freeform 1379">
              <a:extLst>
                <a:ext uri="{FF2B5EF4-FFF2-40B4-BE49-F238E27FC236}">
                  <a16:creationId xmlns:a16="http://schemas.microsoft.com/office/drawing/2014/main" id="{833D07B1-D3C7-4DE9-F372-9DB37C6F24E1}"/>
                </a:ext>
              </a:extLst>
            </p:cNvPr>
            <p:cNvSpPr>
              <a:spLocks/>
            </p:cNvSpPr>
            <p:nvPr/>
          </p:nvSpPr>
          <p:spPr bwMode="auto">
            <a:xfrm rot="5094805">
              <a:off x="1569154" y="4729384"/>
              <a:ext cx="63979" cy="36560"/>
            </a:xfrm>
            <a:custGeom>
              <a:avLst/>
              <a:gdLst>
                <a:gd name="T0" fmla="*/ 13 w 26"/>
                <a:gd name="T1" fmla="*/ 6 h 15"/>
                <a:gd name="T2" fmla="*/ 26 w 26"/>
                <a:gd name="T3" fmla="*/ 2 h 15"/>
                <a:gd name="T4" fmla="*/ 13 w 26"/>
                <a:gd name="T5" fmla="*/ 10 h 15"/>
                <a:gd name="T6" fmla="*/ 0 w 26"/>
                <a:gd name="T7" fmla="*/ 14 h 15"/>
                <a:gd name="T8" fmla="*/ 13 w 26"/>
                <a:gd name="T9" fmla="*/ 6 h 15"/>
              </a:gdLst>
              <a:ahLst/>
              <a:cxnLst>
                <a:cxn ang="0">
                  <a:pos x="T0" y="T1"/>
                </a:cxn>
                <a:cxn ang="0">
                  <a:pos x="T2" y="T3"/>
                </a:cxn>
                <a:cxn ang="0">
                  <a:pos x="T4" y="T5"/>
                </a:cxn>
                <a:cxn ang="0">
                  <a:pos x="T6" y="T7"/>
                </a:cxn>
                <a:cxn ang="0">
                  <a:pos x="T8" y="T9"/>
                </a:cxn>
              </a:cxnLst>
              <a:rect l="0" t="0" r="r" b="b"/>
              <a:pathLst>
                <a:path w="26" h="15">
                  <a:moveTo>
                    <a:pt x="13" y="6"/>
                  </a:moveTo>
                  <a:cubicBezTo>
                    <a:pt x="20" y="2"/>
                    <a:pt x="26" y="0"/>
                    <a:pt x="26" y="2"/>
                  </a:cubicBezTo>
                  <a:cubicBezTo>
                    <a:pt x="26" y="3"/>
                    <a:pt x="20" y="6"/>
                    <a:pt x="13" y="10"/>
                  </a:cubicBezTo>
                  <a:cubicBezTo>
                    <a:pt x="7" y="13"/>
                    <a:pt x="0" y="15"/>
                    <a:pt x="0" y="14"/>
                  </a:cubicBezTo>
                  <a:cubicBezTo>
                    <a:pt x="0" y="13"/>
                    <a:pt x="6" y="9"/>
                    <a:pt x="1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0" name="Freeform 1380">
              <a:extLst>
                <a:ext uri="{FF2B5EF4-FFF2-40B4-BE49-F238E27FC236}">
                  <a16:creationId xmlns:a16="http://schemas.microsoft.com/office/drawing/2014/main" id="{53914886-53F0-937F-4588-5D72E66491E3}"/>
                </a:ext>
              </a:extLst>
            </p:cNvPr>
            <p:cNvSpPr>
              <a:spLocks/>
            </p:cNvSpPr>
            <p:nvPr/>
          </p:nvSpPr>
          <p:spPr bwMode="auto">
            <a:xfrm rot="5094805">
              <a:off x="424180" y="2335292"/>
              <a:ext cx="66264" cy="25135"/>
            </a:xfrm>
            <a:custGeom>
              <a:avLst/>
              <a:gdLst>
                <a:gd name="T0" fmla="*/ 27 w 27"/>
                <a:gd name="T1" fmla="*/ 4 h 10"/>
                <a:gd name="T2" fmla="*/ 15 w 27"/>
                <a:gd name="T3" fmla="*/ 10 h 10"/>
                <a:gd name="T4" fmla="*/ 1 w 27"/>
                <a:gd name="T5" fmla="*/ 6 h 10"/>
                <a:gd name="T6" fmla="*/ 13 w 27"/>
                <a:gd name="T7" fmla="*/ 1 h 10"/>
                <a:gd name="T8" fmla="*/ 27 w 27"/>
                <a:gd name="T9" fmla="*/ 4 h 10"/>
              </a:gdLst>
              <a:ahLst/>
              <a:cxnLst>
                <a:cxn ang="0">
                  <a:pos x="T0" y="T1"/>
                </a:cxn>
                <a:cxn ang="0">
                  <a:pos x="T2" y="T3"/>
                </a:cxn>
                <a:cxn ang="0">
                  <a:pos x="T4" y="T5"/>
                </a:cxn>
                <a:cxn ang="0">
                  <a:pos x="T6" y="T7"/>
                </a:cxn>
                <a:cxn ang="0">
                  <a:pos x="T8" y="T9"/>
                </a:cxn>
              </a:cxnLst>
              <a:rect l="0" t="0" r="r" b="b"/>
              <a:pathLst>
                <a:path w="27" h="10">
                  <a:moveTo>
                    <a:pt x="27" y="4"/>
                  </a:moveTo>
                  <a:cubicBezTo>
                    <a:pt x="27" y="7"/>
                    <a:pt x="22" y="9"/>
                    <a:pt x="15" y="10"/>
                  </a:cubicBezTo>
                  <a:cubicBezTo>
                    <a:pt x="8" y="10"/>
                    <a:pt x="1" y="9"/>
                    <a:pt x="1" y="6"/>
                  </a:cubicBezTo>
                  <a:cubicBezTo>
                    <a:pt x="0" y="3"/>
                    <a:pt x="6" y="1"/>
                    <a:pt x="13" y="1"/>
                  </a:cubicBezTo>
                  <a:cubicBezTo>
                    <a:pt x="20" y="0"/>
                    <a:pt x="26" y="2"/>
                    <a:pt x="2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1" name="Freeform 1381">
              <a:extLst>
                <a:ext uri="{FF2B5EF4-FFF2-40B4-BE49-F238E27FC236}">
                  <a16:creationId xmlns:a16="http://schemas.microsoft.com/office/drawing/2014/main" id="{B5AAB74B-A9E5-BB6C-B3B5-705C95936993}"/>
                </a:ext>
              </a:extLst>
            </p:cNvPr>
            <p:cNvSpPr>
              <a:spLocks/>
            </p:cNvSpPr>
            <p:nvPr/>
          </p:nvSpPr>
          <p:spPr bwMode="auto">
            <a:xfrm rot="5094805">
              <a:off x="390922" y="2140870"/>
              <a:ext cx="68549" cy="27420"/>
            </a:xfrm>
            <a:custGeom>
              <a:avLst/>
              <a:gdLst>
                <a:gd name="T0" fmla="*/ 27 w 27"/>
                <a:gd name="T1" fmla="*/ 5 h 11"/>
                <a:gd name="T2" fmla="*/ 15 w 27"/>
                <a:gd name="T3" fmla="*/ 10 h 11"/>
                <a:gd name="T4" fmla="*/ 1 w 27"/>
                <a:gd name="T5" fmla="*/ 5 h 11"/>
                <a:gd name="T6" fmla="*/ 13 w 27"/>
                <a:gd name="T7" fmla="*/ 0 h 11"/>
                <a:gd name="T8" fmla="*/ 27 w 27"/>
                <a:gd name="T9" fmla="*/ 5 h 11"/>
              </a:gdLst>
              <a:ahLst/>
              <a:cxnLst>
                <a:cxn ang="0">
                  <a:pos x="T0" y="T1"/>
                </a:cxn>
                <a:cxn ang="0">
                  <a:pos x="T2" y="T3"/>
                </a:cxn>
                <a:cxn ang="0">
                  <a:pos x="T4" y="T5"/>
                </a:cxn>
                <a:cxn ang="0">
                  <a:pos x="T6" y="T7"/>
                </a:cxn>
                <a:cxn ang="0">
                  <a:pos x="T8" y="T9"/>
                </a:cxn>
              </a:cxnLst>
              <a:rect l="0" t="0" r="r" b="b"/>
              <a:pathLst>
                <a:path w="27" h="11">
                  <a:moveTo>
                    <a:pt x="27" y="5"/>
                  </a:moveTo>
                  <a:cubicBezTo>
                    <a:pt x="27" y="7"/>
                    <a:pt x="22" y="10"/>
                    <a:pt x="15" y="10"/>
                  </a:cubicBezTo>
                  <a:cubicBezTo>
                    <a:pt x="8" y="11"/>
                    <a:pt x="1" y="8"/>
                    <a:pt x="1" y="5"/>
                  </a:cubicBezTo>
                  <a:cubicBezTo>
                    <a:pt x="0" y="3"/>
                    <a:pt x="6" y="0"/>
                    <a:pt x="13" y="0"/>
                  </a:cubicBezTo>
                  <a:cubicBezTo>
                    <a:pt x="20" y="0"/>
                    <a:pt x="26" y="2"/>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2" name="Freeform 1382">
              <a:extLst>
                <a:ext uri="{FF2B5EF4-FFF2-40B4-BE49-F238E27FC236}">
                  <a16:creationId xmlns:a16="http://schemas.microsoft.com/office/drawing/2014/main" id="{41E021E8-4491-1253-1E99-E5510C4423B2}"/>
                </a:ext>
              </a:extLst>
            </p:cNvPr>
            <p:cNvSpPr>
              <a:spLocks/>
            </p:cNvSpPr>
            <p:nvPr/>
          </p:nvSpPr>
          <p:spPr bwMode="auto">
            <a:xfrm rot="5094805">
              <a:off x="368012" y="1946776"/>
              <a:ext cx="68549" cy="29705"/>
            </a:xfrm>
            <a:custGeom>
              <a:avLst/>
              <a:gdLst>
                <a:gd name="T0" fmla="*/ 27 w 28"/>
                <a:gd name="T1" fmla="*/ 6 h 12"/>
                <a:gd name="T2" fmla="*/ 16 w 28"/>
                <a:gd name="T3" fmla="*/ 12 h 12"/>
                <a:gd name="T4" fmla="*/ 1 w 28"/>
                <a:gd name="T5" fmla="*/ 7 h 12"/>
                <a:gd name="T6" fmla="*/ 13 w 28"/>
                <a:gd name="T7" fmla="*/ 1 h 12"/>
                <a:gd name="T8" fmla="*/ 27 w 28"/>
                <a:gd name="T9" fmla="*/ 6 h 12"/>
              </a:gdLst>
              <a:ahLst/>
              <a:cxnLst>
                <a:cxn ang="0">
                  <a:pos x="T0" y="T1"/>
                </a:cxn>
                <a:cxn ang="0">
                  <a:pos x="T2" y="T3"/>
                </a:cxn>
                <a:cxn ang="0">
                  <a:pos x="T4" y="T5"/>
                </a:cxn>
                <a:cxn ang="0">
                  <a:pos x="T6" y="T7"/>
                </a:cxn>
                <a:cxn ang="0">
                  <a:pos x="T8" y="T9"/>
                </a:cxn>
              </a:cxnLst>
              <a:rect l="0" t="0" r="r" b="b"/>
              <a:pathLst>
                <a:path w="28" h="12">
                  <a:moveTo>
                    <a:pt x="27" y="6"/>
                  </a:moveTo>
                  <a:cubicBezTo>
                    <a:pt x="28" y="9"/>
                    <a:pt x="23" y="12"/>
                    <a:pt x="16" y="12"/>
                  </a:cubicBezTo>
                  <a:cubicBezTo>
                    <a:pt x="9" y="12"/>
                    <a:pt x="2" y="10"/>
                    <a:pt x="1" y="7"/>
                  </a:cubicBezTo>
                  <a:cubicBezTo>
                    <a:pt x="0" y="3"/>
                    <a:pt x="6" y="1"/>
                    <a:pt x="13" y="1"/>
                  </a:cubicBezTo>
                  <a:cubicBezTo>
                    <a:pt x="20" y="0"/>
                    <a:pt x="26" y="3"/>
                    <a:pt x="2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3" name="Freeform 1383">
              <a:extLst>
                <a:ext uri="{FF2B5EF4-FFF2-40B4-BE49-F238E27FC236}">
                  <a16:creationId xmlns:a16="http://schemas.microsoft.com/office/drawing/2014/main" id="{4F5A99E2-2504-6FA8-7E1C-48335F4356A3}"/>
                </a:ext>
              </a:extLst>
            </p:cNvPr>
            <p:cNvSpPr>
              <a:spLocks/>
            </p:cNvSpPr>
            <p:nvPr/>
          </p:nvSpPr>
          <p:spPr bwMode="auto">
            <a:xfrm rot="5094805">
              <a:off x="345102" y="1752682"/>
              <a:ext cx="68549" cy="31990"/>
            </a:xfrm>
            <a:custGeom>
              <a:avLst/>
              <a:gdLst>
                <a:gd name="T0" fmla="*/ 12 w 28"/>
                <a:gd name="T1" fmla="*/ 0 h 13"/>
                <a:gd name="T2" fmla="*/ 27 w 28"/>
                <a:gd name="T3" fmla="*/ 6 h 13"/>
                <a:gd name="T4" fmla="*/ 16 w 28"/>
                <a:gd name="T5" fmla="*/ 13 h 13"/>
                <a:gd name="T6" fmla="*/ 1 w 28"/>
                <a:gd name="T7" fmla="*/ 7 h 13"/>
                <a:gd name="T8" fmla="*/ 12 w 28"/>
                <a:gd name="T9" fmla="*/ 0 h 13"/>
              </a:gdLst>
              <a:ahLst/>
              <a:cxnLst>
                <a:cxn ang="0">
                  <a:pos x="T0" y="T1"/>
                </a:cxn>
                <a:cxn ang="0">
                  <a:pos x="T2" y="T3"/>
                </a:cxn>
                <a:cxn ang="0">
                  <a:pos x="T4" y="T5"/>
                </a:cxn>
                <a:cxn ang="0">
                  <a:pos x="T6" y="T7"/>
                </a:cxn>
                <a:cxn ang="0">
                  <a:pos x="T8" y="T9"/>
                </a:cxn>
              </a:cxnLst>
              <a:rect l="0" t="0" r="r" b="b"/>
              <a:pathLst>
                <a:path w="28" h="13">
                  <a:moveTo>
                    <a:pt x="12" y="0"/>
                  </a:moveTo>
                  <a:cubicBezTo>
                    <a:pt x="20" y="0"/>
                    <a:pt x="26" y="2"/>
                    <a:pt x="27" y="6"/>
                  </a:cubicBezTo>
                  <a:cubicBezTo>
                    <a:pt x="28" y="9"/>
                    <a:pt x="23" y="12"/>
                    <a:pt x="16" y="13"/>
                  </a:cubicBezTo>
                  <a:cubicBezTo>
                    <a:pt x="9" y="13"/>
                    <a:pt x="2" y="11"/>
                    <a:pt x="1" y="7"/>
                  </a:cubicBezTo>
                  <a:cubicBezTo>
                    <a:pt x="0" y="3"/>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4" name="Freeform 1384">
              <a:extLst>
                <a:ext uri="{FF2B5EF4-FFF2-40B4-BE49-F238E27FC236}">
                  <a16:creationId xmlns:a16="http://schemas.microsoft.com/office/drawing/2014/main" id="{A6F7C9AA-F214-3BB4-C5A7-5406F3CA2226}"/>
                </a:ext>
              </a:extLst>
            </p:cNvPr>
            <p:cNvSpPr>
              <a:spLocks/>
            </p:cNvSpPr>
            <p:nvPr/>
          </p:nvSpPr>
          <p:spPr bwMode="auto">
            <a:xfrm rot="5094805">
              <a:off x="324574" y="1558482"/>
              <a:ext cx="66264" cy="36560"/>
            </a:xfrm>
            <a:custGeom>
              <a:avLst/>
              <a:gdLst>
                <a:gd name="T0" fmla="*/ 14 w 27"/>
                <a:gd name="T1" fmla="*/ 15 h 15"/>
                <a:gd name="T2" fmla="*/ 0 w 27"/>
                <a:gd name="T3" fmla="*/ 7 h 15"/>
                <a:gd name="T4" fmla="*/ 12 w 27"/>
                <a:gd name="T5" fmla="*/ 0 h 15"/>
                <a:gd name="T6" fmla="*/ 26 w 27"/>
                <a:gd name="T7" fmla="*/ 7 h 15"/>
                <a:gd name="T8" fmla="*/ 14 w 27"/>
                <a:gd name="T9" fmla="*/ 15 h 15"/>
              </a:gdLst>
              <a:ahLst/>
              <a:cxnLst>
                <a:cxn ang="0">
                  <a:pos x="T0" y="T1"/>
                </a:cxn>
                <a:cxn ang="0">
                  <a:pos x="T2" y="T3"/>
                </a:cxn>
                <a:cxn ang="0">
                  <a:pos x="T4" y="T5"/>
                </a:cxn>
                <a:cxn ang="0">
                  <a:pos x="T6" y="T7"/>
                </a:cxn>
                <a:cxn ang="0">
                  <a:pos x="T8" y="T9"/>
                </a:cxn>
              </a:cxnLst>
              <a:rect l="0" t="0" r="r" b="b"/>
              <a:pathLst>
                <a:path w="27" h="15">
                  <a:moveTo>
                    <a:pt x="14" y="15"/>
                  </a:moveTo>
                  <a:cubicBezTo>
                    <a:pt x="7" y="15"/>
                    <a:pt x="0" y="11"/>
                    <a:pt x="0" y="7"/>
                  </a:cubicBezTo>
                  <a:cubicBezTo>
                    <a:pt x="0" y="3"/>
                    <a:pt x="5" y="0"/>
                    <a:pt x="12" y="0"/>
                  </a:cubicBezTo>
                  <a:cubicBezTo>
                    <a:pt x="20" y="0"/>
                    <a:pt x="26" y="3"/>
                    <a:pt x="26" y="7"/>
                  </a:cubicBezTo>
                  <a:cubicBezTo>
                    <a:pt x="27" y="11"/>
                    <a:pt x="21" y="15"/>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5" name="Freeform 1385">
              <a:extLst>
                <a:ext uri="{FF2B5EF4-FFF2-40B4-BE49-F238E27FC236}">
                  <a16:creationId xmlns:a16="http://schemas.microsoft.com/office/drawing/2014/main" id="{930EDEDD-86AB-26FC-F807-196652EF32D7}"/>
                </a:ext>
              </a:extLst>
            </p:cNvPr>
            <p:cNvSpPr>
              <a:spLocks/>
            </p:cNvSpPr>
            <p:nvPr/>
          </p:nvSpPr>
          <p:spPr bwMode="auto">
            <a:xfrm rot="5094805">
              <a:off x="300218" y="1360974"/>
              <a:ext cx="68549" cy="38845"/>
            </a:xfrm>
            <a:custGeom>
              <a:avLst/>
              <a:gdLst>
                <a:gd name="T0" fmla="*/ 27 w 28"/>
                <a:gd name="T1" fmla="*/ 7 h 16"/>
                <a:gd name="T2" fmla="*/ 16 w 28"/>
                <a:gd name="T3" fmla="*/ 16 h 16"/>
                <a:gd name="T4" fmla="*/ 1 w 28"/>
                <a:gd name="T5" fmla="*/ 8 h 16"/>
                <a:gd name="T6" fmla="*/ 13 w 28"/>
                <a:gd name="T7" fmla="*/ 0 h 16"/>
                <a:gd name="T8" fmla="*/ 27 w 28"/>
                <a:gd name="T9" fmla="*/ 7 h 16"/>
              </a:gdLst>
              <a:ahLst/>
              <a:cxnLst>
                <a:cxn ang="0">
                  <a:pos x="T0" y="T1"/>
                </a:cxn>
                <a:cxn ang="0">
                  <a:pos x="T2" y="T3"/>
                </a:cxn>
                <a:cxn ang="0">
                  <a:pos x="T4" y="T5"/>
                </a:cxn>
                <a:cxn ang="0">
                  <a:pos x="T6" y="T7"/>
                </a:cxn>
                <a:cxn ang="0">
                  <a:pos x="T8" y="T9"/>
                </a:cxn>
              </a:cxnLst>
              <a:rect l="0" t="0" r="r" b="b"/>
              <a:pathLst>
                <a:path w="28" h="16">
                  <a:moveTo>
                    <a:pt x="27" y="7"/>
                  </a:moveTo>
                  <a:cubicBezTo>
                    <a:pt x="28" y="12"/>
                    <a:pt x="23" y="16"/>
                    <a:pt x="16" y="16"/>
                  </a:cubicBezTo>
                  <a:cubicBezTo>
                    <a:pt x="9" y="16"/>
                    <a:pt x="2" y="13"/>
                    <a:pt x="1" y="8"/>
                  </a:cubicBezTo>
                  <a:cubicBezTo>
                    <a:pt x="0" y="4"/>
                    <a:pt x="5" y="0"/>
                    <a:pt x="13" y="0"/>
                  </a:cubicBezTo>
                  <a:cubicBezTo>
                    <a:pt x="20" y="0"/>
                    <a:pt x="26" y="3"/>
                    <a:pt x="2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6" name="Freeform 1386">
              <a:extLst>
                <a:ext uri="{FF2B5EF4-FFF2-40B4-BE49-F238E27FC236}">
                  <a16:creationId xmlns:a16="http://schemas.microsoft.com/office/drawing/2014/main" id="{A135BC0F-1B9D-AE84-356C-6B1626942033}"/>
                </a:ext>
              </a:extLst>
            </p:cNvPr>
            <p:cNvSpPr>
              <a:spLocks/>
            </p:cNvSpPr>
            <p:nvPr/>
          </p:nvSpPr>
          <p:spPr bwMode="auto">
            <a:xfrm rot="5094805">
              <a:off x="275138" y="1164894"/>
              <a:ext cx="66264" cy="47985"/>
            </a:xfrm>
            <a:custGeom>
              <a:avLst/>
              <a:gdLst>
                <a:gd name="T0" fmla="*/ 26 w 27"/>
                <a:gd name="T1" fmla="*/ 9 h 19"/>
                <a:gd name="T2" fmla="*/ 15 w 27"/>
                <a:gd name="T3" fmla="*/ 18 h 19"/>
                <a:gd name="T4" fmla="*/ 0 w 27"/>
                <a:gd name="T5" fmla="*/ 10 h 19"/>
                <a:gd name="T6" fmla="*/ 12 w 27"/>
                <a:gd name="T7" fmla="*/ 1 h 19"/>
                <a:gd name="T8" fmla="*/ 26 w 27"/>
                <a:gd name="T9" fmla="*/ 9 h 19"/>
              </a:gdLst>
              <a:ahLst/>
              <a:cxnLst>
                <a:cxn ang="0">
                  <a:pos x="T0" y="T1"/>
                </a:cxn>
                <a:cxn ang="0">
                  <a:pos x="T2" y="T3"/>
                </a:cxn>
                <a:cxn ang="0">
                  <a:pos x="T4" y="T5"/>
                </a:cxn>
                <a:cxn ang="0">
                  <a:pos x="T6" y="T7"/>
                </a:cxn>
                <a:cxn ang="0">
                  <a:pos x="T8" y="T9"/>
                </a:cxn>
              </a:cxnLst>
              <a:rect l="0" t="0" r="r" b="b"/>
              <a:pathLst>
                <a:path w="27" h="19">
                  <a:moveTo>
                    <a:pt x="26" y="9"/>
                  </a:moveTo>
                  <a:cubicBezTo>
                    <a:pt x="27" y="14"/>
                    <a:pt x="22" y="18"/>
                    <a:pt x="15" y="18"/>
                  </a:cubicBezTo>
                  <a:cubicBezTo>
                    <a:pt x="8" y="19"/>
                    <a:pt x="1" y="15"/>
                    <a:pt x="0" y="10"/>
                  </a:cubicBezTo>
                  <a:cubicBezTo>
                    <a:pt x="0" y="5"/>
                    <a:pt x="5" y="1"/>
                    <a:pt x="12" y="1"/>
                  </a:cubicBezTo>
                  <a:cubicBezTo>
                    <a:pt x="20" y="0"/>
                    <a:pt x="26" y="4"/>
                    <a:pt x="2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7" name="Freeform 1387">
              <a:extLst>
                <a:ext uri="{FF2B5EF4-FFF2-40B4-BE49-F238E27FC236}">
                  <a16:creationId xmlns:a16="http://schemas.microsoft.com/office/drawing/2014/main" id="{74C455BB-F6CF-4A0B-1D19-7150B67C56F3}"/>
                </a:ext>
              </a:extLst>
            </p:cNvPr>
            <p:cNvSpPr>
              <a:spLocks/>
            </p:cNvSpPr>
            <p:nvPr/>
          </p:nvSpPr>
          <p:spPr bwMode="auto">
            <a:xfrm rot="5094805">
              <a:off x="244156" y="972555"/>
              <a:ext cx="68549" cy="45700"/>
            </a:xfrm>
            <a:custGeom>
              <a:avLst/>
              <a:gdLst>
                <a:gd name="T0" fmla="*/ 27 w 27"/>
                <a:gd name="T1" fmla="*/ 9 h 19"/>
                <a:gd name="T2" fmla="*/ 15 w 27"/>
                <a:gd name="T3" fmla="*/ 19 h 19"/>
                <a:gd name="T4" fmla="*/ 1 w 27"/>
                <a:gd name="T5" fmla="*/ 10 h 19"/>
                <a:gd name="T6" fmla="*/ 13 w 27"/>
                <a:gd name="T7" fmla="*/ 0 h 19"/>
                <a:gd name="T8" fmla="*/ 27 w 27"/>
                <a:gd name="T9" fmla="*/ 9 h 19"/>
              </a:gdLst>
              <a:ahLst/>
              <a:cxnLst>
                <a:cxn ang="0">
                  <a:pos x="T0" y="T1"/>
                </a:cxn>
                <a:cxn ang="0">
                  <a:pos x="T2" y="T3"/>
                </a:cxn>
                <a:cxn ang="0">
                  <a:pos x="T4" y="T5"/>
                </a:cxn>
                <a:cxn ang="0">
                  <a:pos x="T6" y="T7"/>
                </a:cxn>
                <a:cxn ang="0">
                  <a:pos x="T8" y="T9"/>
                </a:cxn>
              </a:cxnLst>
              <a:rect l="0" t="0" r="r" b="b"/>
              <a:pathLst>
                <a:path w="27" h="19">
                  <a:moveTo>
                    <a:pt x="27" y="9"/>
                  </a:moveTo>
                  <a:cubicBezTo>
                    <a:pt x="27" y="14"/>
                    <a:pt x="22" y="19"/>
                    <a:pt x="15" y="19"/>
                  </a:cubicBezTo>
                  <a:cubicBezTo>
                    <a:pt x="8" y="19"/>
                    <a:pt x="1" y="15"/>
                    <a:pt x="1" y="10"/>
                  </a:cubicBezTo>
                  <a:cubicBezTo>
                    <a:pt x="0" y="5"/>
                    <a:pt x="5" y="0"/>
                    <a:pt x="13" y="0"/>
                  </a:cubicBezTo>
                  <a:cubicBezTo>
                    <a:pt x="20" y="0"/>
                    <a:pt x="26" y="3"/>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8" name="Freeform 1388">
              <a:extLst>
                <a:ext uri="{FF2B5EF4-FFF2-40B4-BE49-F238E27FC236}">
                  <a16:creationId xmlns:a16="http://schemas.microsoft.com/office/drawing/2014/main" id="{43E3E2CC-DFA2-CAB8-3C12-86808D1D8274}"/>
                </a:ext>
              </a:extLst>
            </p:cNvPr>
            <p:cNvSpPr>
              <a:spLocks/>
            </p:cNvSpPr>
            <p:nvPr/>
          </p:nvSpPr>
          <p:spPr bwMode="auto">
            <a:xfrm rot="5094805">
              <a:off x="209866" y="777189"/>
              <a:ext cx="68549" cy="52554"/>
            </a:xfrm>
            <a:custGeom>
              <a:avLst/>
              <a:gdLst>
                <a:gd name="T0" fmla="*/ 27 w 28"/>
                <a:gd name="T1" fmla="*/ 9 h 21"/>
                <a:gd name="T2" fmla="*/ 15 w 28"/>
                <a:gd name="T3" fmla="*/ 20 h 21"/>
                <a:gd name="T4" fmla="*/ 1 w 28"/>
                <a:gd name="T5" fmla="*/ 11 h 21"/>
                <a:gd name="T6" fmla="*/ 13 w 28"/>
                <a:gd name="T7" fmla="*/ 0 h 21"/>
                <a:gd name="T8" fmla="*/ 27 w 28"/>
                <a:gd name="T9" fmla="*/ 9 h 21"/>
              </a:gdLst>
              <a:ahLst/>
              <a:cxnLst>
                <a:cxn ang="0">
                  <a:pos x="T0" y="T1"/>
                </a:cxn>
                <a:cxn ang="0">
                  <a:pos x="T2" y="T3"/>
                </a:cxn>
                <a:cxn ang="0">
                  <a:pos x="T4" y="T5"/>
                </a:cxn>
                <a:cxn ang="0">
                  <a:pos x="T6" y="T7"/>
                </a:cxn>
                <a:cxn ang="0">
                  <a:pos x="T8" y="T9"/>
                </a:cxn>
              </a:cxnLst>
              <a:rect l="0" t="0" r="r" b="b"/>
              <a:pathLst>
                <a:path w="28" h="21">
                  <a:moveTo>
                    <a:pt x="27" y="9"/>
                  </a:moveTo>
                  <a:cubicBezTo>
                    <a:pt x="28" y="15"/>
                    <a:pt x="22" y="20"/>
                    <a:pt x="15" y="20"/>
                  </a:cubicBezTo>
                  <a:cubicBezTo>
                    <a:pt x="8" y="21"/>
                    <a:pt x="1" y="17"/>
                    <a:pt x="1" y="11"/>
                  </a:cubicBezTo>
                  <a:cubicBezTo>
                    <a:pt x="0" y="6"/>
                    <a:pt x="6" y="1"/>
                    <a:pt x="13" y="0"/>
                  </a:cubicBezTo>
                  <a:cubicBezTo>
                    <a:pt x="20" y="0"/>
                    <a:pt x="26" y="3"/>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9" name="Freeform 1389">
              <a:extLst>
                <a:ext uri="{FF2B5EF4-FFF2-40B4-BE49-F238E27FC236}">
                  <a16:creationId xmlns:a16="http://schemas.microsoft.com/office/drawing/2014/main" id="{6943B283-D6A7-9166-9DEC-DC91EEBB2E30}"/>
                </a:ext>
              </a:extLst>
            </p:cNvPr>
            <p:cNvSpPr>
              <a:spLocks/>
            </p:cNvSpPr>
            <p:nvPr/>
          </p:nvSpPr>
          <p:spPr bwMode="auto">
            <a:xfrm rot="5094805">
              <a:off x="171024" y="584513"/>
              <a:ext cx="68549" cy="54839"/>
            </a:xfrm>
            <a:custGeom>
              <a:avLst/>
              <a:gdLst>
                <a:gd name="T0" fmla="*/ 16 w 28"/>
                <a:gd name="T1" fmla="*/ 21 h 22"/>
                <a:gd name="T2" fmla="*/ 1 w 28"/>
                <a:gd name="T3" fmla="*/ 13 h 22"/>
                <a:gd name="T4" fmla="*/ 12 w 28"/>
                <a:gd name="T5" fmla="*/ 1 h 22"/>
                <a:gd name="T6" fmla="*/ 27 w 28"/>
                <a:gd name="T7" fmla="*/ 9 h 22"/>
                <a:gd name="T8" fmla="*/ 16 w 28"/>
                <a:gd name="T9" fmla="*/ 21 h 22"/>
              </a:gdLst>
              <a:ahLst/>
              <a:cxnLst>
                <a:cxn ang="0">
                  <a:pos x="T0" y="T1"/>
                </a:cxn>
                <a:cxn ang="0">
                  <a:pos x="T2" y="T3"/>
                </a:cxn>
                <a:cxn ang="0">
                  <a:pos x="T4" y="T5"/>
                </a:cxn>
                <a:cxn ang="0">
                  <a:pos x="T6" y="T7"/>
                </a:cxn>
                <a:cxn ang="0">
                  <a:pos x="T8" y="T9"/>
                </a:cxn>
              </a:cxnLst>
              <a:rect l="0" t="0" r="r" b="b"/>
              <a:pathLst>
                <a:path w="28" h="22">
                  <a:moveTo>
                    <a:pt x="16" y="21"/>
                  </a:moveTo>
                  <a:cubicBezTo>
                    <a:pt x="9" y="22"/>
                    <a:pt x="2" y="18"/>
                    <a:pt x="1" y="13"/>
                  </a:cubicBezTo>
                  <a:cubicBezTo>
                    <a:pt x="0" y="7"/>
                    <a:pt x="5" y="2"/>
                    <a:pt x="12" y="1"/>
                  </a:cubicBezTo>
                  <a:cubicBezTo>
                    <a:pt x="20" y="0"/>
                    <a:pt x="26" y="3"/>
                    <a:pt x="27" y="9"/>
                  </a:cubicBezTo>
                  <a:cubicBezTo>
                    <a:pt x="28" y="15"/>
                    <a:pt x="23" y="20"/>
                    <a:pt x="1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0" name="Freeform 1390">
              <a:extLst>
                <a:ext uri="{FF2B5EF4-FFF2-40B4-BE49-F238E27FC236}">
                  <a16:creationId xmlns:a16="http://schemas.microsoft.com/office/drawing/2014/main" id="{22CFAB26-2F3A-EB26-AE47-17E901C50E5E}"/>
                </a:ext>
              </a:extLst>
            </p:cNvPr>
            <p:cNvSpPr>
              <a:spLocks/>
            </p:cNvSpPr>
            <p:nvPr/>
          </p:nvSpPr>
          <p:spPr bwMode="auto">
            <a:xfrm rot="5094805">
              <a:off x="125451" y="392339"/>
              <a:ext cx="70834" cy="59409"/>
            </a:xfrm>
            <a:custGeom>
              <a:avLst/>
              <a:gdLst>
                <a:gd name="T0" fmla="*/ 27 w 28"/>
                <a:gd name="T1" fmla="*/ 10 h 24"/>
                <a:gd name="T2" fmla="*/ 16 w 28"/>
                <a:gd name="T3" fmla="*/ 22 h 24"/>
                <a:gd name="T4" fmla="*/ 1 w 28"/>
                <a:gd name="T5" fmla="*/ 14 h 24"/>
                <a:gd name="T6" fmla="*/ 12 w 28"/>
                <a:gd name="T7" fmla="*/ 2 h 24"/>
                <a:gd name="T8" fmla="*/ 27 w 28"/>
                <a:gd name="T9" fmla="*/ 10 h 24"/>
              </a:gdLst>
              <a:ahLst/>
              <a:cxnLst>
                <a:cxn ang="0">
                  <a:pos x="T0" y="T1"/>
                </a:cxn>
                <a:cxn ang="0">
                  <a:pos x="T2" y="T3"/>
                </a:cxn>
                <a:cxn ang="0">
                  <a:pos x="T4" y="T5"/>
                </a:cxn>
                <a:cxn ang="0">
                  <a:pos x="T6" y="T7"/>
                </a:cxn>
                <a:cxn ang="0">
                  <a:pos x="T8" y="T9"/>
                </a:cxn>
              </a:cxnLst>
              <a:rect l="0" t="0" r="r" b="b"/>
              <a:pathLst>
                <a:path w="28" h="24">
                  <a:moveTo>
                    <a:pt x="27" y="10"/>
                  </a:moveTo>
                  <a:cubicBezTo>
                    <a:pt x="28" y="15"/>
                    <a:pt x="23" y="21"/>
                    <a:pt x="16" y="22"/>
                  </a:cubicBezTo>
                  <a:cubicBezTo>
                    <a:pt x="9" y="24"/>
                    <a:pt x="2" y="20"/>
                    <a:pt x="1" y="14"/>
                  </a:cubicBezTo>
                  <a:cubicBezTo>
                    <a:pt x="0" y="9"/>
                    <a:pt x="5" y="3"/>
                    <a:pt x="12" y="2"/>
                  </a:cubicBezTo>
                  <a:cubicBezTo>
                    <a:pt x="19" y="0"/>
                    <a:pt x="25" y="4"/>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1" name="Freeform 1391">
              <a:extLst>
                <a:ext uri="{FF2B5EF4-FFF2-40B4-BE49-F238E27FC236}">
                  <a16:creationId xmlns:a16="http://schemas.microsoft.com/office/drawing/2014/main" id="{5DF64A86-6C14-8C57-30C8-22451E1D2288}"/>
                </a:ext>
              </a:extLst>
            </p:cNvPr>
            <p:cNvSpPr>
              <a:spLocks/>
            </p:cNvSpPr>
            <p:nvPr/>
          </p:nvSpPr>
          <p:spPr bwMode="auto">
            <a:xfrm rot="5094805">
              <a:off x="77409" y="202864"/>
              <a:ext cx="68549" cy="54839"/>
            </a:xfrm>
            <a:custGeom>
              <a:avLst/>
              <a:gdLst>
                <a:gd name="T0" fmla="*/ 27 w 28"/>
                <a:gd name="T1" fmla="*/ 8 h 22"/>
                <a:gd name="T2" fmla="*/ 16 w 28"/>
                <a:gd name="T3" fmla="*/ 21 h 22"/>
                <a:gd name="T4" fmla="*/ 1 w 28"/>
                <a:gd name="T5" fmla="*/ 14 h 22"/>
                <a:gd name="T6" fmla="*/ 12 w 28"/>
                <a:gd name="T7" fmla="*/ 1 h 22"/>
                <a:gd name="T8" fmla="*/ 27 w 28"/>
                <a:gd name="T9" fmla="*/ 8 h 22"/>
              </a:gdLst>
              <a:ahLst/>
              <a:cxnLst>
                <a:cxn ang="0">
                  <a:pos x="T0" y="T1"/>
                </a:cxn>
                <a:cxn ang="0">
                  <a:pos x="T2" y="T3"/>
                </a:cxn>
                <a:cxn ang="0">
                  <a:pos x="T4" y="T5"/>
                </a:cxn>
                <a:cxn ang="0">
                  <a:pos x="T6" y="T7"/>
                </a:cxn>
                <a:cxn ang="0">
                  <a:pos x="T8" y="T9"/>
                </a:cxn>
              </a:cxnLst>
              <a:rect l="0" t="0" r="r" b="b"/>
              <a:pathLst>
                <a:path w="28" h="22">
                  <a:moveTo>
                    <a:pt x="27" y="8"/>
                  </a:moveTo>
                  <a:cubicBezTo>
                    <a:pt x="28" y="14"/>
                    <a:pt x="23" y="20"/>
                    <a:pt x="16" y="21"/>
                  </a:cubicBezTo>
                  <a:cubicBezTo>
                    <a:pt x="9" y="22"/>
                    <a:pt x="2" y="19"/>
                    <a:pt x="1" y="14"/>
                  </a:cubicBezTo>
                  <a:cubicBezTo>
                    <a:pt x="0" y="8"/>
                    <a:pt x="5" y="3"/>
                    <a:pt x="12" y="1"/>
                  </a:cubicBezTo>
                  <a:cubicBezTo>
                    <a:pt x="20" y="0"/>
                    <a:pt x="26" y="3"/>
                    <a:pt x="2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2" name="Freeform 1392">
              <a:extLst>
                <a:ext uri="{FF2B5EF4-FFF2-40B4-BE49-F238E27FC236}">
                  <a16:creationId xmlns:a16="http://schemas.microsoft.com/office/drawing/2014/main" id="{2074CF16-0B00-C1E4-F352-267F9141E903}"/>
                </a:ext>
              </a:extLst>
            </p:cNvPr>
            <p:cNvSpPr>
              <a:spLocks/>
            </p:cNvSpPr>
            <p:nvPr/>
          </p:nvSpPr>
          <p:spPr bwMode="auto">
            <a:xfrm rot="5094805">
              <a:off x="25017" y="13785"/>
              <a:ext cx="66264" cy="54839"/>
            </a:xfrm>
            <a:custGeom>
              <a:avLst/>
              <a:gdLst>
                <a:gd name="T0" fmla="*/ 27 w 27"/>
                <a:gd name="T1" fmla="*/ 9 h 22"/>
                <a:gd name="T2" fmla="*/ 15 w 27"/>
                <a:gd name="T3" fmla="*/ 21 h 22"/>
                <a:gd name="T4" fmla="*/ 1 w 27"/>
                <a:gd name="T5" fmla="*/ 14 h 22"/>
                <a:gd name="T6" fmla="*/ 13 w 27"/>
                <a:gd name="T7" fmla="*/ 2 h 22"/>
                <a:gd name="T8" fmla="*/ 27 w 27"/>
                <a:gd name="T9" fmla="*/ 9 h 22"/>
              </a:gdLst>
              <a:ahLst/>
              <a:cxnLst>
                <a:cxn ang="0">
                  <a:pos x="T0" y="T1"/>
                </a:cxn>
                <a:cxn ang="0">
                  <a:pos x="T2" y="T3"/>
                </a:cxn>
                <a:cxn ang="0">
                  <a:pos x="T4" y="T5"/>
                </a:cxn>
                <a:cxn ang="0">
                  <a:pos x="T6" y="T7"/>
                </a:cxn>
                <a:cxn ang="0">
                  <a:pos x="T8" y="T9"/>
                </a:cxn>
              </a:cxnLst>
              <a:rect l="0" t="0" r="r" b="b"/>
              <a:pathLst>
                <a:path w="27" h="22">
                  <a:moveTo>
                    <a:pt x="27" y="9"/>
                  </a:moveTo>
                  <a:cubicBezTo>
                    <a:pt x="27" y="14"/>
                    <a:pt x="22" y="20"/>
                    <a:pt x="15" y="21"/>
                  </a:cubicBezTo>
                  <a:cubicBezTo>
                    <a:pt x="8" y="22"/>
                    <a:pt x="1" y="19"/>
                    <a:pt x="1" y="14"/>
                  </a:cubicBezTo>
                  <a:cubicBezTo>
                    <a:pt x="0" y="9"/>
                    <a:pt x="6" y="3"/>
                    <a:pt x="13" y="2"/>
                  </a:cubicBezTo>
                  <a:cubicBezTo>
                    <a:pt x="20" y="0"/>
                    <a:pt x="26" y="4"/>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3" name="Freeform 1412">
              <a:extLst>
                <a:ext uri="{FF2B5EF4-FFF2-40B4-BE49-F238E27FC236}">
                  <a16:creationId xmlns:a16="http://schemas.microsoft.com/office/drawing/2014/main" id="{0BBE16D6-B41F-FEF7-3F1D-D721BF8E9BFC}"/>
                </a:ext>
              </a:extLst>
            </p:cNvPr>
            <p:cNvSpPr>
              <a:spLocks/>
            </p:cNvSpPr>
            <p:nvPr/>
          </p:nvSpPr>
          <p:spPr bwMode="auto">
            <a:xfrm rot="5094805">
              <a:off x="2271287" y="6817171"/>
              <a:ext cx="70834" cy="13710"/>
            </a:xfrm>
            <a:custGeom>
              <a:avLst/>
              <a:gdLst>
                <a:gd name="T0" fmla="*/ 27 w 28"/>
                <a:gd name="T1" fmla="*/ 0 h 5"/>
                <a:gd name="T2" fmla="*/ 15 w 28"/>
                <a:gd name="T3" fmla="*/ 4 h 5"/>
                <a:gd name="T4" fmla="*/ 1 w 28"/>
                <a:gd name="T5" fmla="*/ 4 h 5"/>
                <a:gd name="T6" fmla="*/ 12 w 28"/>
                <a:gd name="T7" fmla="*/ 1 h 5"/>
                <a:gd name="T8" fmla="*/ 27 w 28"/>
                <a:gd name="T9" fmla="*/ 0 h 5"/>
              </a:gdLst>
              <a:ahLst/>
              <a:cxnLst>
                <a:cxn ang="0">
                  <a:pos x="T0" y="T1"/>
                </a:cxn>
                <a:cxn ang="0">
                  <a:pos x="T2" y="T3"/>
                </a:cxn>
                <a:cxn ang="0">
                  <a:pos x="T4" y="T5"/>
                </a:cxn>
                <a:cxn ang="0">
                  <a:pos x="T6" y="T7"/>
                </a:cxn>
                <a:cxn ang="0">
                  <a:pos x="T8" y="T9"/>
                </a:cxn>
              </a:cxnLst>
              <a:rect l="0" t="0" r="r" b="b"/>
              <a:pathLst>
                <a:path w="28" h="5">
                  <a:moveTo>
                    <a:pt x="27" y="0"/>
                  </a:moveTo>
                  <a:cubicBezTo>
                    <a:pt x="28" y="1"/>
                    <a:pt x="22" y="3"/>
                    <a:pt x="15" y="4"/>
                  </a:cubicBezTo>
                  <a:cubicBezTo>
                    <a:pt x="8" y="5"/>
                    <a:pt x="1" y="5"/>
                    <a:pt x="1" y="4"/>
                  </a:cubicBezTo>
                  <a:cubicBezTo>
                    <a:pt x="0" y="3"/>
                    <a:pt x="5" y="2"/>
                    <a:pt x="12" y="1"/>
                  </a:cubicBezTo>
                  <a:cubicBezTo>
                    <a:pt x="20" y="0"/>
                    <a:pt x="26" y="0"/>
                    <a:pt x="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4" name="Freeform 1413">
              <a:extLst>
                <a:ext uri="{FF2B5EF4-FFF2-40B4-BE49-F238E27FC236}">
                  <a16:creationId xmlns:a16="http://schemas.microsoft.com/office/drawing/2014/main" id="{B27A81B9-F1DA-91B7-7D48-06D48281E3C8}"/>
                </a:ext>
              </a:extLst>
            </p:cNvPr>
            <p:cNvSpPr>
              <a:spLocks/>
            </p:cNvSpPr>
            <p:nvPr/>
          </p:nvSpPr>
          <p:spPr bwMode="auto">
            <a:xfrm rot="5094805">
              <a:off x="2231008" y="6623568"/>
              <a:ext cx="68549" cy="11425"/>
            </a:xfrm>
            <a:custGeom>
              <a:avLst/>
              <a:gdLst>
                <a:gd name="T0" fmla="*/ 15 w 28"/>
                <a:gd name="T1" fmla="*/ 4 h 4"/>
                <a:gd name="T2" fmla="*/ 1 w 28"/>
                <a:gd name="T3" fmla="*/ 4 h 4"/>
                <a:gd name="T4" fmla="*/ 13 w 28"/>
                <a:gd name="T5" fmla="*/ 1 h 4"/>
                <a:gd name="T6" fmla="*/ 27 w 28"/>
                <a:gd name="T7" fmla="*/ 1 h 4"/>
                <a:gd name="T8" fmla="*/ 15 w 28"/>
                <a:gd name="T9" fmla="*/ 4 h 4"/>
              </a:gdLst>
              <a:ahLst/>
              <a:cxnLst>
                <a:cxn ang="0">
                  <a:pos x="T0" y="T1"/>
                </a:cxn>
                <a:cxn ang="0">
                  <a:pos x="T2" y="T3"/>
                </a:cxn>
                <a:cxn ang="0">
                  <a:pos x="T4" y="T5"/>
                </a:cxn>
                <a:cxn ang="0">
                  <a:pos x="T6" y="T7"/>
                </a:cxn>
                <a:cxn ang="0">
                  <a:pos x="T8" y="T9"/>
                </a:cxn>
              </a:cxnLst>
              <a:rect l="0" t="0" r="r" b="b"/>
              <a:pathLst>
                <a:path w="28" h="4">
                  <a:moveTo>
                    <a:pt x="15" y="4"/>
                  </a:moveTo>
                  <a:cubicBezTo>
                    <a:pt x="8" y="4"/>
                    <a:pt x="2" y="4"/>
                    <a:pt x="1" y="4"/>
                  </a:cubicBezTo>
                  <a:cubicBezTo>
                    <a:pt x="0" y="3"/>
                    <a:pt x="5" y="2"/>
                    <a:pt x="13" y="1"/>
                  </a:cubicBezTo>
                  <a:cubicBezTo>
                    <a:pt x="20" y="0"/>
                    <a:pt x="26" y="0"/>
                    <a:pt x="27" y="1"/>
                  </a:cubicBezTo>
                  <a:cubicBezTo>
                    <a:pt x="28" y="2"/>
                    <a:pt x="23" y="3"/>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5" name="Freeform 1414">
              <a:extLst>
                <a:ext uri="{FF2B5EF4-FFF2-40B4-BE49-F238E27FC236}">
                  <a16:creationId xmlns:a16="http://schemas.microsoft.com/office/drawing/2014/main" id="{A139E8AF-AFEA-8E62-8F28-813EF4314458}"/>
                </a:ext>
              </a:extLst>
            </p:cNvPr>
            <p:cNvSpPr>
              <a:spLocks/>
            </p:cNvSpPr>
            <p:nvPr/>
          </p:nvSpPr>
          <p:spPr bwMode="auto">
            <a:xfrm rot="5094805">
              <a:off x="2194240" y="6430699"/>
              <a:ext cx="68549" cy="9140"/>
            </a:xfrm>
            <a:custGeom>
              <a:avLst/>
              <a:gdLst>
                <a:gd name="T0" fmla="*/ 27 w 28"/>
                <a:gd name="T1" fmla="*/ 1 h 4"/>
                <a:gd name="T2" fmla="*/ 16 w 28"/>
                <a:gd name="T3" fmla="*/ 3 h 4"/>
                <a:gd name="T4" fmla="*/ 1 w 28"/>
                <a:gd name="T5" fmla="*/ 3 h 4"/>
                <a:gd name="T6" fmla="*/ 13 w 28"/>
                <a:gd name="T7" fmla="*/ 1 h 4"/>
                <a:gd name="T8" fmla="*/ 27 w 28"/>
                <a:gd name="T9" fmla="*/ 1 h 4"/>
              </a:gdLst>
              <a:ahLst/>
              <a:cxnLst>
                <a:cxn ang="0">
                  <a:pos x="T0" y="T1"/>
                </a:cxn>
                <a:cxn ang="0">
                  <a:pos x="T2" y="T3"/>
                </a:cxn>
                <a:cxn ang="0">
                  <a:pos x="T4" y="T5"/>
                </a:cxn>
                <a:cxn ang="0">
                  <a:pos x="T6" y="T7"/>
                </a:cxn>
                <a:cxn ang="0">
                  <a:pos x="T8" y="T9"/>
                </a:cxn>
              </a:cxnLst>
              <a:rect l="0" t="0" r="r" b="b"/>
              <a:pathLst>
                <a:path w="28" h="4">
                  <a:moveTo>
                    <a:pt x="27" y="1"/>
                  </a:moveTo>
                  <a:cubicBezTo>
                    <a:pt x="28" y="2"/>
                    <a:pt x="23" y="3"/>
                    <a:pt x="16" y="3"/>
                  </a:cubicBezTo>
                  <a:cubicBezTo>
                    <a:pt x="9" y="4"/>
                    <a:pt x="2" y="4"/>
                    <a:pt x="1" y="3"/>
                  </a:cubicBezTo>
                  <a:cubicBezTo>
                    <a:pt x="0" y="3"/>
                    <a:pt x="6" y="2"/>
                    <a:pt x="13" y="1"/>
                  </a:cubicBezTo>
                  <a:cubicBezTo>
                    <a:pt x="20" y="1"/>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6" name="Freeform 1415">
              <a:extLst>
                <a:ext uri="{FF2B5EF4-FFF2-40B4-BE49-F238E27FC236}">
                  <a16:creationId xmlns:a16="http://schemas.microsoft.com/office/drawing/2014/main" id="{D0CFF8BE-A3BA-4B77-7A3D-97A359746EB6}"/>
                </a:ext>
              </a:extLst>
            </p:cNvPr>
            <p:cNvSpPr>
              <a:spLocks/>
            </p:cNvSpPr>
            <p:nvPr/>
          </p:nvSpPr>
          <p:spPr bwMode="auto">
            <a:xfrm rot="5094805">
              <a:off x="2164202" y="6235042"/>
              <a:ext cx="66264" cy="9140"/>
            </a:xfrm>
            <a:custGeom>
              <a:avLst/>
              <a:gdLst>
                <a:gd name="T0" fmla="*/ 13 w 27"/>
                <a:gd name="T1" fmla="*/ 0 h 3"/>
                <a:gd name="T2" fmla="*/ 27 w 27"/>
                <a:gd name="T3" fmla="*/ 1 h 3"/>
                <a:gd name="T4" fmla="*/ 15 w 27"/>
                <a:gd name="T5" fmla="*/ 2 h 3"/>
                <a:gd name="T6" fmla="*/ 1 w 27"/>
                <a:gd name="T7" fmla="*/ 2 h 3"/>
                <a:gd name="T8" fmla="*/ 13 w 27"/>
                <a:gd name="T9" fmla="*/ 0 h 3"/>
              </a:gdLst>
              <a:ahLst/>
              <a:cxnLst>
                <a:cxn ang="0">
                  <a:pos x="T0" y="T1"/>
                </a:cxn>
                <a:cxn ang="0">
                  <a:pos x="T2" y="T3"/>
                </a:cxn>
                <a:cxn ang="0">
                  <a:pos x="T4" y="T5"/>
                </a:cxn>
                <a:cxn ang="0">
                  <a:pos x="T6" y="T7"/>
                </a:cxn>
                <a:cxn ang="0">
                  <a:pos x="T8" y="T9"/>
                </a:cxn>
              </a:cxnLst>
              <a:rect l="0" t="0" r="r" b="b"/>
              <a:pathLst>
                <a:path w="27" h="3">
                  <a:moveTo>
                    <a:pt x="13" y="0"/>
                  </a:moveTo>
                  <a:cubicBezTo>
                    <a:pt x="20" y="0"/>
                    <a:pt x="26" y="0"/>
                    <a:pt x="27" y="1"/>
                  </a:cubicBezTo>
                  <a:cubicBezTo>
                    <a:pt x="27" y="1"/>
                    <a:pt x="22" y="2"/>
                    <a:pt x="15" y="2"/>
                  </a:cubicBezTo>
                  <a:cubicBezTo>
                    <a:pt x="8" y="3"/>
                    <a:pt x="1" y="2"/>
                    <a:pt x="1" y="2"/>
                  </a:cubicBezTo>
                  <a:cubicBezTo>
                    <a:pt x="0" y="1"/>
                    <a:pt x="6" y="1"/>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7" name="Freeform 1416">
              <a:extLst>
                <a:ext uri="{FF2B5EF4-FFF2-40B4-BE49-F238E27FC236}">
                  <a16:creationId xmlns:a16="http://schemas.microsoft.com/office/drawing/2014/main" id="{CC83366A-3D85-956F-A94B-8F0D3A3D159A}"/>
                </a:ext>
              </a:extLst>
            </p:cNvPr>
            <p:cNvSpPr>
              <a:spLocks/>
            </p:cNvSpPr>
            <p:nvPr/>
          </p:nvSpPr>
          <p:spPr bwMode="auto">
            <a:xfrm rot="5094805">
              <a:off x="2135603" y="6042597"/>
              <a:ext cx="66264" cy="9140"/>
            </a:xfrm>
            <a:custGeom>
              <a:avLst/>
              <a:gdLst>
                <a:gd name="T0" fmla="*/ 27 w 27"/>
                <a:gd name="T1" fmla="*/ 1 h 4"/>
                <a:gd name="T2" fmla="*/ 15 w 27"/>
                <a:gd name="T3" fmla="*/ 3 h 4"/>
                <a:gd name="T4" fmla="*/ 1 w 27"/>
                <a:gd name="T5" fmla="*/ 4 h 4"/>
                <a:gd name="T6" fmla="*/ 12 w 27"/>
                <a:gd name="T7" fmla="*/ 1 h 4"/>
                <a:gd name="T8" fmla="*/ 27 w 27"/>
                <a:gd name="T9" fmla="*/ 1 h 4"/>
              </a:gdLst>
              <a:ahLst/>
              <a:cxnLst>
                <a:cxn ang="0">
                  <a:pos x="T0" y="T1"/>
                </a:cxn>
                <a:cxn ang="0">
                  <a:pos x="T2" y="T3"/>
                </a:cxn>
                <a:cxn ang="0">
                  <a:pos x="T4" y="T5"/>
                </a:cxn>
                <a:cxn ang="0">
                  <a:pos x="T6" y="T7"/>
                </a:cxn>
                <a:cxn ang="0">
                  <a:pos x="T8" y="T9"/>
                </a:cxn>
              </a:cxnLst>
              <a:rect l="0" t="0" r="r" b="b"/>
              <a:pathLst>
                <a:path w="27" h="4">
                  <a:moveTo>
                    <a:pt x="27" y="1"/>
                  </a:moveTo>
                  <a:cubicBezTo>
                    <a:pt x="27" y="1"/>
                    <a:pt x="22" y="3"/>
                    <a:pt x="15" y="3"/>
                  </a:cubicBezTo>
                  <a:cubicBezTo>
                    <a:pt x="8" y="4"/>
                    <a:pt x="2" y="4"/>
                    <a:pt x="1" y="4"/>
                  </a:cubicBezTo>
                  <a:cubicBezTo>
                    <a:pt x="0" y="3"/>
                    <a:pt x="5" y="2"/>
                    <a:pt x="12" y="1"/>
                  </a:cubicBezTo>
                  <a:cubicBezTo>
                    <a:pt x="20" y="1"/>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8" name="Freeform 1417">
              <a:extLst>
                <a:ext uri="{FF2B5EF4-FFF2-40B4-BE49-F238E27FC236}">
                  <a16:creationId xmlns:a16="http://schemas.microsoft.com/office/drawing/2014/main" id="{547286E8-0877-3C10-550E-19DC80D2C4A4}"/>
                </a:ext>
              </a:extLst>
            </p:cNvPr>
            <p:cNvSpPr>
              <a:spLocks/>
            </p:cNvSpPr>
            <p:nvPr/>
          </p:nvSpPr>
          <p:spPr bwMode="auto">
            <a:xfrm rot="5094805">
              <a:off x="2088997" y="5851763"/>
              <a:ext cx="66264" cy="13710"/>
            </a:xfrm>
            <a:custGeom>
              <a:avLst/>
              <a:gdLst>
                <a:gd name="T0" fmla="*/ 26 w 27"/>
                <a:gd name="T1" fmla="*/ 1 h 6"/>
                <a:gd name="T2" fmla="*/ 15 w 27"/>
                <a:gd name="T3" fmla="*/ 4 h 6"/>
                <a:gd name="T4" fmla="*/ 0 w 27"/>
                <a:gd name="T5" fmla="*/ 6 h 6"/>
                <a:gd name="T6" fmla="*/ 12 w 27"/>
                <a:gd name="T7" fmla="*/ 2 h 6"/>
                <a:gd name="T8" fmla="*/ 26 w 27"/>
                <a:gd name="T9" fmla="*/ 1 h 6"/>
              </a:gdLst>
              <a:ahLst/>
              <a:cxnLst>
                <a:cxn ang="0">
                  <a:pos x="T0" y="T1"/>
                </a:cxn>
                <a:cxn ang="0">
                  <a:pos x="T2" y="T3"/>
                </a:cxn>
                <a:cxn ang="0">
                  <a:pos x="T4" y="T5"/>
                </a:cxn>
                <a:cxn ang="0">
                  <a:pos x="T6" y="T7"/>
                </a:cxn>
                <a:cxn ang="0">
                  <a:pos x="T8" y="T9"/>
                </a:cxn>
              </a:cxnLst>
              <a:rect l="0" t="0" r="r" b="b"/>
              <a:pathLst>
                <a:path w="27" h="6">
                  <a:moveTo>
                    <a:pt x="26" y="1"/>
                  </a:moveTo>
                  <a:cubicBezTo>
                    <a:pt x="27" y="1"/>
                    <a:pt x="22" y="3"/>
                    <a:pt x="15" y="4"/>
                  </a:cubicBezTo>
                  <a:cubicBezTo>
                    <a:pt x="8" y="6"/>
                    <a:pt x="1" y="6"/>
                    <a:pt x="0" y="6"/>
                  </a:cubicBezTo>
                  <a:cubicBezTo>
                    <a:pt x="0" y="5"/>
                    <a:pt x="5" y="4"/>
                    <a:pt x="12" y="2"/>
                  </a:cubicBezTo>
                  <a:cubicBezTo>
                    <a:pt x="19" y="1"/>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9" name="Freeform 1418">
              <a:extLst>
                <a:ext uri="{FF2B5EF4-FFF2-40B4-BE49-F238E27FC236}">
                  <a16:creationId xmlns:a16="http://schemas.microsoft.com/office/drawing/2014/main" id="{AD1A1C42-A948-A1B6-F530-44405E811761}"/>
                </a:ext>
              </a:extLst>
            </p:cNvPr>
            <p:cNvSpPr>
              <a:spLocks/>
            </p:cNvSpPr>
            <p:nvPr/>
          </p:nvSpPr>
          <p:spPr bwMode="auto">
            <a:xfrm rot="5094805">
              <a:off x="2028437" y="5657690"/>
              <a:ext cx="63979" cy="20565"/>
            </a:xfrm>
            <a:custGeom>
              <a:avLst/>
              <a:gdLst>
                <a:gd name="T0" fmla="*/ 26 w 26"/>
                <a:gd name="T1" fmla="*/ 1 h 8"/>
                <a:gd name="T2" fmla="*/ 14 w 26"/>
                <a:gd name="T3" fmla="*/ 5 h 8"/>
                <a:gd name="T4" fmla="*/ 0 w 26"/>
                <a:gd name="T5" fmla="*/ 7 h 8"/>
                <a:gd name="T6" fmla="*/ 12 w 26"/>
                <a:gd name="T7" fmla="*/ 3 h 8"/>
                <a:gd name="T8" fmla="*/ 26 w 26"/>
                <a:gd name="T9" fmla="*/ 1 h 8"/>
              </a:gdLst>
              <a:ahLst/>
              <a:cxnLst>
                <a:cxn ang="0">
                  <a:pos x="T0" y="T1"/>
                </a:cxn>
                <a:cxn ang="0">
                  <a:pos x="T2" y="T3"/>
                </a:cxn>
                <a:cxn ang="0">
                  <a:pos x="T4" y="T5"/>
                </a:cxn>
                <a:cxn ang="0">
                  <a:pos x="T6" y="T7"/>
                </a:cxn>
                <a:cxn ang="0">
                  <a:pos x="T8" y="T9"/>
                </a:cxn>
              </a:cxnLst>
              <a:rect l="0" t="0" r="r" b="b"/>
              <a:pathLst>
                <a:path w="26" h="8">
                  <a:moveTo>
                    <a:pt x="26" y="1"/>
                  </a:moveTo>
                  <a:cubicBezTo>
                    <a:pt x="26" y="1"/>
                    <a:pt x="21" y="3"/>
                    <a:pt x="14" y="5"/>
                  </a:cubicBezTo>
                  <a:cubicBezTo>
                    <a:pt x="7" y="7"/>
                    <a:pt x="1" y="8"/>
                    <a:pt x="0" y="7"/>
                  </a:cubicBezTo>
                  <a:cubicBezTo>
                    <a:pt x="0" y="7"/>
                    <a:pt x="5" y="5"/>
                    <a:pt x="12" y="3"/>
                  </a:cubicBezTo>
                  <a:cubicBezTo>
                    <a:pt x="19" y="1"/>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0" name="Freeform 1419">
              <a:extLst>
                <a:ext uri="{FF2B5EF4-FFF2-40B4-BE49-F238E27FC236}">
                  <a16:creationId xmlns:a16="http://schemas.microsoft.com/office/drawing/2014/main" id="{22B559B8-41BB-DAB8-2439-0C45EC7899DB}"/>
                </a:ext>
              </a:extLst>
            </p:cNvPr>
            <p:cNvSpPr>
              <a:spLocks/>
            </p:cNvSpPr>
            <p:nvPr/>
          </p:nvSpPr>
          <p:spPr bwMode="auto">
            <a:xfrm rot="5094805">
              <a:off x="1953373" y="5470329"/>
              <a:ext cx="68549" cy="22850"/>
            </a:xfrm>
            <a:custGeom>
              <a:avLst/>
              <a:gdLst>
                <a:gd name="T0" fmla="*/ 27 w 28"/>
                <a:gd name="T1" fmla="*/ 1 h 10"/>
                <a:gd name="T2" fmla="*/ 16 w 28"/>
                <a:gd name="T3" fmla="*/ 6 h 10"/>
                <a:gd name="T4" fmla="*/ 1 w 28"/>
                <a:gd name="T5" fmla="*/ 9 h 10"/>
                <a:gd name="T6" fmla="*/ 13 w 28"/>
                <a:gd name="T7" fmla="*/ 4 h 10"/>
                <a:gd name="T8" fmla="*/ 27 w 28"/>
                <a:gd name="T9" fmla="*/ 1 h 10"/>
              </a:gdLst>
              <a:ahLst/>
              <a:cxnLst>
                <a:cxn ang="0">
                  <a:pos x="T0" y="T1"/>
                </a:cxn>
                <a:cxn ang="0">
                  <a:pos x="T2" y="T3"/>
                </a:cxn>
                <a:cxn ang="0">
                  <a:pos x="T4" y="T5"/>
                </a:cxn>
                <a:cxn ang="0">
                  <a:pos x="T6" y="T7"/>
                </a:cxn>
                <a:cxn ang="0">
                  <a:pos x="T8" y="T9"/>
                </a:cxn>
              </a:cxnLst>
              <a:rect l="0" t="0" r="r" b="b"/>
              <a:pathLst>
                <a:path w="28" h="10">
                  <a:moveTo>
                    <a:pt x="27" y="1"/>
                  </a:moveTo>
                  <a:cubicBezTo>
                    <a:pt x="28" y="1"/>
                    <a:pt x="23" y="4"/>
                    <a:pt x="16" y="6"/>
                  </a:cubicBezTo>
                  <a:cubicBezTo>
                    <a:pt x="9" y="8"/>
                    <a:pt x="2" y="10"/>
                    <a:pt x="1" y="9"/>
                  </a:cubicBezTo>
                  <a:cubicBezTo>
                    <a:pt x="0" y="9"/>
                    <a:pt x="6" y="6"/>
                    <a:pt x="13" y="4"/>
                  </a:cubicBezTo>
                  <a:cubicBezTo>
                    <a:pt x="20" y="2"/>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1" name="Freeform 1420">
              <a:extLst>
                <a:ext uri="{FF2B5EF4-FFF2-40B4-BE49-F238E27FC236}">
                  <a16:creationId xmlns:a16="http://schemas.microsoft.com/office/drawing/2014/main" id="{9BE7121D-7555-312F-7F66-21DC0FBF33BB}"/>
                </a:ext>
              </a:extLst>
            </p:cNvPr>
            <p:cNvSpPr>
              <a:spLocks/>
            </p:cNvSpPr>
            <p:nvPr/>
          </p:nvSpPr>
          <p:spPr bwMode="auto">
            <a:xfrm rot="5094805">
              <a:off x="1870361" y="5282940"/>
              <a:ext cx="63979" cy="27420"/>
            </a:xfrm>
            <a:custGeom>
              <a:avLst/>
              <a:gdLst>
                <a:gd name="T0" fmla="*/ 13 w 26"/>
                <a:gd name="T1" fmla="*/ 4 h 11"/>
                <a:gd name="T2" fmla="*/ 26 w 26"/>
                <a:gd name="T3" fmla="*/ 1 h 11"/>
                <a:gd name="T4" fmla="*/ 14 w 26"/>
                <a:gd name="T5" fmla="*/ 7 h 11"/>
                <a:gd name="T6" fmla="*/ 0 w 26"/>
                <a:gd name="T7" fmla="*/ 10 h 11"/>
                <a:gd name="T8" fmla="*/ 13 w 26"/>
                <a:gd name="T9" fmla="*/ 4 h 11"/>
              </a:gdLst>
              <a:ahLst/>
              <a:cxnLst>
                <a:cxn ang="0">
                  <a:pos x="T0" y="T1"/>
                </a:cxn>
                <a:cxn ang="0">
                  <a:pos x="T2" y="T3"/>
                </a:cxn>
                <a:cxn ang="0">
                  <a:pos x="T4" y="T5"/>
                </a:cxn>
                <a:cxn ang="0">
                  <a:pos x="T6" y="T7"/>
                </a:cxn>
                <a:cxn ang="0">
                  <a:pos x="T8" y="T9"/>
                </a:cxn>
              </a:cxnLst>
              <a:rect l="0" t="0" r="r" b="b"/>
              <a:pathLst>
                <a:path w="26" h="11">
                  <a:moveTo>
                    <a:pt x="13" y="4"/>
                  </a:moveTo>
                  <a:cubicBezTo>
                    <a:pt x="20" y="1"/>
                    <a:pt x="26" y="0"/>
                    <a:pt x="26" y="1"/>
                  </a:cubicBezTo>
                  <a:cubicBezTo>
                    <a:pt x="26" y="1"/>
                    <a:pt x="21" y="4"/>
                    <a:pt x="14" y="7"/>
                  </a:cubicBezTo>
                  <a:cubicBezTo>
                    <a:pt x="7" y="10"/>
                    <a:pt x="1" y="11"/>
                    <a:pt x="0" y="10"/>
                  </a:cubicBezTo>
                  <a:cubicBezTo>
                    <a:pt x="0" y="9"/>
                    <a:pt x="6" y="7"/>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2" name="Freeform 1421">
              <a:extLst>
                <a:ext uri="{FF2B5EF4-FFF2-40B4-BE49-F238E27FC236}">
                  <a16:creationId xmlns:a16="http://schemas.microsoft.com/office/drawing/2014/main" id="{D46A8601-3B87-CC3F-FA02-9AD02DD039CA}"/>
                </a:ext>
              </a:extLst>
            </p:cNvPr>
            <p:cNvSpPr>
              <a:spLocks/>
            </p:cNvSpPr>
            <p:nvPr/>
          </p:nvSpPr>
          <p:spPr bwMode="auto">
            <a:xfrm rot="5094805">
              <a:off x="1774814" y="5097402"/>
              <a:ext cx="68549" cy="29705"/>
            </a:xfrm>
            <a:custGeom>
              <a:avLst/>
              <a:gdLst>
                <a:gd name="T0" fmla="*/ 12 w 27"/>
                <a:gd name="T1" fmla="*/ 5 h 12"/>
                <a:gd name="T2" fmla="*/ 26 w 27"/>
                <a:gd name="T3" fmla="*/ 0 h 12"/>
                <a:gd name="T4" fmla="*/ 15 w 27"/>
                <a:gd name="T5" fmla="*/ 7 h 12"/>
                <a:gd name="T6" fmla="*/ 1 w 27"/>
                <a:gd name="T7" fmla="*/ 11 h 12"/>
                <a:gd name="T8" fmla="*/ 12 w 27"/>
                <a:gd name="T9" fmla="*/ 5 h 12"/>
              </a:gdLst>
              <a:ahLst/>
              <a:cxnLst>
                <a:cxn ang="0">
                  <a:pos x="T0" y="T1"/>
                </a:cxn>
                <a:cxn ang="0">
                  <a:pos x="T2" y="T3"/>
                </a:cxn>
                <a:cxn ang="0">
                  <a:pos x="T4" y="T5"/>
                </a:cxn>
                <a:cxn ang="0">
                  <a:pos x="T6" y="T7"/>
                </a:cxn>
                <a:cxn ang="0">
                  <a:pos x="T8" y="T9"/>
                </a:cxn>
              </a:cxnLst>
              <a:rect l="0" t="0" r="r" b="b"/>
              <a:pathLst>
                <a:path w="27" h="12">
                  <a:moveTo>
                    <a:pt x="12" y="5"/>
                  </a:moveTo>
                  <a:cubicBezTo>
                    <a:pt x="19" y="1"/>
                    <a:pt x="25" y="0"/>
                    <a:pt x="26" y="0"/>
                  </a:cubicBezTo>
                  <a:cubicBezTo>
                    <a:pt x="27" y="1"/>
                    <a:pt x="22" y="4"/>
                    <a:pt x="15" y="7"/>
                  </a:cubicBezTo>
                  <a:cubicBezTo>
                    <a:pt x="9" y="10"/>
                    <a:pt x="2" y="12"/>
                    <a:pt x="1" y="11"/>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3" name="Freeform 1422">
              <a:extLst>
                <a:ext uri="{FF2B5EF4-FFF2-40B4-BE49-F238E27FC236}">
                  <a16:creationId xmlns:a16="http://schemas.microsoft.com/office/drawing/2014/main" id="{131DBE5E-52B4-E480-C1C1-E35F8C217E8B}"/>
                </a:ext>
              </a:extLst>
            </p:cNvPr>
            <p:cNvSpPr>
              <a:spLocks/>
            </p:cNvSpPr>
            <p:nvPr/>
          </p:nvSpPr>
          <p:spPr bwMode="auto">
            <a:xfrm rot="5094805">
              <a:off x="1675870" y="4911430"/>
              <a:ext cx="63979" cy="34275"/>
            </a:xfrm>
            <a:custGeom>
              <a:avLst/>
              <a:gdLst>
                <a:gd name="T0" fmla="*/ 14 w 26"/>
                <a:gd name="T1" fmla="*/ 9 h 14"/>
                <a:gd name="T2" fmla="*/ 0 w 26"/>
                <a:gd name="T3" fmla="*/ 13 h 14"/>
                <a:gd name="T4" fmla="*/ 13 w 26"/>
                <a:gd name="T5" fmla="*/ 5 h 14"/>
                <a:gd name="T6" fmla="*/ 26 w 26"/>
                <a:gd name="T7" fmla="*/ 1 h 14"/>
                <a:gd name="T8" fmla="*/ 14 w 26"/>
                <a:gd name="T9" fmla="*/ 9 h 14"/>
              </a:gdLst>
              <a:ahLst/>
              <a:cxnLst>
                <a:cxn ang="0">
                  <a:pos x="T0" y="T1"/>
                </a:cxn>
                <a:cxn ang="0">
                  <a:pos x="T2" y="T3"/>
                </a:cxn>
                <a:cxn ang="0">
                  <a:pos x="T4" y="T5"/>
                </a:cxn>
                <a:cxn ang="0">
                  <a:pos x="T6" y="T7"/>
                </a:cxn>
                <a:cxn ang="0">
                  <a:pos x="T8" y="T9"/>
                </a:cxn>
              </a:cxnLst>
              <a:rect l="0" t="0" r="r" b="b"/>
              <a:pathLst>
                <a:path w="26" h="14">
                  <a:moveTo>
                    <a:pt x="14" y="9"/>
                  </a:moveTo>
                  <a:cubicBezTo>
                    <a:pt x="7" y="12"/>
                    <a:pt x="1" y="14"/>
                    <a:pt x="0" y="13"/>
                  </a:cubicBezTo>
                  <a:cubicBezTo>
                    <a:pt x="0" y="12"/>
                    <a:pt x="6" y="8"/>
                    <a:pt x="13" y="5"/>
                  </a:cubicBezTo>
                  <a:cubicBezTo>
                    <a:pt x="20" y="2"/>
                    <a:pt x="26" y="0"/>
                    <a:pt x="26" y="1"/>
                  </a:cubicBezTo>
                  <a:cubicBezTo>
                    <a:pt x="26" y="2"/>
                    <a:pt x="21" y="6"/>
                    <a:pt x="1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4" name="Freeform 1427">
              <a:extLst>
                <a:ext uri="{FF2B5EF4-FFF2-40B4-BE49-F238E27FC236}">
                  <a16:creationId xmlns:a16="http://schemas.microsoft.com/office/drawing/2014/main" id="{DBEBD31E-9EF6-73B2-E7F2-1B2E5B02B903}"/>
                </a:ext>
              </a:extLst>
            </p:cNvPr>
            <p:cNvSpPr>
              <a:spLocks/>
            </p:cNvSpPr>
            <p:nvPr/>
          </p:nvSpPr>
          <p:spPr bwMode="auto">
            <a:xfrm rot="5094805">
              <a:off x="1302022" y="4267974"/>
              <a:ext cx="63979" cy="34275"/>
            </a:xfrm>
            <a:custGeom>
              <a:avLst/>
              <a:gdLst>
                <a:gd name="T0" fmla="*/ 25 w 26"/>
                <a:gd name="T1" fmla="*/ 1 h 14"/>
                <a:gd name="T2" fmla="*/ 13 w 26"/>
                <a:gd name="T3" fmla="*/ 9 h 14"/>
                <a:gd name="T4" fmla="*/ 0 w 26"/>
                <a:gd name="T5" fmla="*/ 14 h 14"/>
                <a:gd name="T6" fmla="*/ 11 w 26"/>
                <a:gd name="T7" fmla="*/ 6 h 14"/>
                <a:gd name="T8" fmla="*/ 25 w 26"/>
                <a:gd name="T9" fmla="*/ 1 h 14"/>
              </a:gdLst>
              <a:ahLst/>
              <a:cxnLst>
                <a:cxn ang="0">
                  <a:pos x="T0" y="T1"/>
                </a:cxn>
                <a:cxn ang="0">
                  <a:pos x="T2" y="T3"/>
                </a:cxn>
                <a:cxn ang="0">
                  <a:pos x="T4" y="T5"/>
                </a:cxn>
                <a:cxn ang="0">
                  <a:pos x="T6" y="T7"/>
                </a:cxn>
                <a:cxn ang="0">
                  <a:pos x="T8" y="T9"/>
                </a:cxn>
              </a:cxnLst>
              <a:rect l="0" t="0" r="r" b="b"/>
              <a:pathLst>
                <a:path w="26" h="14">
                  <a:moveTo>
                    <a:pt x="25" y="1"/>
                  </a:moveTo>
                  <a:cubicBezTo>
                    <a:pt x="26" y="2"/>
                    <a:pt x="20" y="6"/>
                    <a:pt x="13" y="9"/>
                  </a:cubicBezTo>
                  <a:cubicBezTo>
                    <a:pt x="7" y="12"/>
                    <a:pt x="1" y="14"/>
                    <a:pt x="0" y="14"/>
                  </a:cubicBezTo>
                  <a:cubicBezTo>
                    <a:pt x="0" y="13"/>
                    <a:pt x="4" y="10"/>
                    <a:pt x="11" y="6"/>
                  </a:cubicBezTo>
                  <a:cubicBezTo>
                    <a:pt x="18" y="3"/>
                    <a:pt x="24"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5" name="Freeform 1428">
              <a:extLst>
                <a:ext uri="{FF2B5EF4-FFF2-40B4-BE49-F238E27FC236}">
                  <a16:creationId xmlns:a16="http://schemas.microsoft.com/office/drawing/2014/main" id="{83A5863E-44A3-25A0-A346-C29A840B00D5}"/>
                </a:ext>
              </a:extLst>
            </p:cNvPr>
            <p:cNvSpPr>
              <a:spLocks/>
            </p:cNvSpPr>
            <p:nvPr/>
          </p:nvSpPr>
          <p:spPr bwMode="auto">
            <a:xfrm rot="5094805">
              <a:off x="1188478" y="4086535"/>
              <a:ext cx="63979" cy="36560"/>
            </a:xfrm>
            <a:custGeom>
              <a:avLst/>
              <a:gdLst>
                <a:gd name="T0" fmla="*/ 14 w 26"/>
                <a:gd name="T1" fmla="*/ 9 h 14"/>
                <a:gd name="T2" fmla="*/ 0 w 26"/>
                <a:gd name="T3" fmla="*/ 13 h 14"/>
                <a:gd name="T4" fmla="*/ 12 w 26"/>
                <a:gd name="T5" fmla="*/ 6 h 14"/>
                <a:gd name="T6" fmla="*/ 25 w 26"/>
                <a:gd name="T7" fmla="*/ 1 h 14"/>
                <a:gd name="T8" fmla="*/ 14 w 26"/>
                <a:gd name="T9" fmla="*/ 9 h 14"/>
              </a:gdLst>
              <a:ahLst/>
              <a:cxnLst>
                <a:cxn ang="0">
                  <a:pos x="T0" y="T1"/>
                </a:cxn>
                <a:cxn ang="0">
                  <a:pos x="T2" y="T3"/>
                </a:cxn>
                <a:cxn ang="0">
                  <a:pos x="T4" y="T5"/>
                </a:cxn>
                <a:cxn ang="0">
                  <a:pos x="T6" y="T7"/>
                </a:cxn>
                <a:cxn ang="0">
                  <a:pos x="T8" y="T9"/>
                </a:cxn>
              </a:cxnLst>
              <a:rect l="0" t="0" r="r" b="b"/>
              <a:pathLst>
                <a:path w="26" h="14">
                  <a:moveTo>
                    <a:pt x="14" y="9"/>
                  </a:moveTo>
                  <a:cubicBezTo>
                    <a:pt x="7" y="12"/>
                    <a:pt x="1" y="14"/>
                    <a:pt x="0" y="13"/>
                  </a:cubicBezTo>
                  <a:cubicBezTo>
                    <a:pt x="0" y="12"/>
                    <a:pt x="5" y="9"/>
                    <a:pt x="12" y="6"/>
                  </a:cubicBezTo>
                  <a:cubicBezTo>
                    <a:pt x="18" y="3"/>
                    <a:pt x="24" y="0"/>
                    <a:pt x="25" y="1"/>
                  </a:cubicBezTo>
                  <a:cubicBezTo>
                    <a:pt x="26" y="2"/>
                    <a:pt x="21" y="5"/>
                    <a:pt x="1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6" name="Freeform 1429">
              <a:extLst>
                <a:ext uri="{FF2B5EF4-FFF2-40B4-BE49-F238E27FC236}">
                  <a16:creationId xmlns:a16="http://schemas.microsoft.com/office/drawing/2014/main" id="{C0A54560-4894-4B34-484F-5C930A117EE8}"/>
                </a:ext>
              </a:extLst>
            </p:cNvPr>
            <p:cNvSpPr>
              <a:spLocks/>
            </p:cNvSpPr>
            <p:nvPr/>
          </p:nvSpPr>
          <p:spPr bwMode="auto">
            <a:xfrm rot="5094805">
              <a:off x="1079389" y="3904797"/>
              <a:ext cx="61694" cy="36560"/>
            </a:xfrm>
            <a:custGeom>
              <a:avLst/>
              <a:gdLst>
                <a:gd name="T0" fmla="*/ 13 w 25"/>
                <a:gd name="T1" fmla="*/ 10 h 14"/>
                <a:gd name="T2" fmla="*/ 0 w 25"/>
                <a:gd name="T3" fmla="*/ 13 h 14"/>
                <a:gd name="T4" fmla="*/ 11 w 25"/>
                <a:gd name="T5" fmla="*/ 6 h 14"/>
                <a:gd name="T6" fmla="*/ 25 w 25"/>
                <a:gd name="T7" fmla="*/ 1 h 14"/>
                <a:gd name="T8" fmla="*/ 13 w 25"/>
                <a:gd name="T9" fmla="*/ 10 h 14"/>
              </a:gdLst>
              <a:ahLst/>
              <a:cxnLst>
                <a:cxn ang="0">
                  <a:pos x="T0" y="T1"/>
                </a:cxn>
                <a:cxn ang="0">
                  <a:pos x="T2" y="T3"/>
                </a:cxn>
                <a:cxn ang="0">
                  <a:pos x="T4" y="T5"/>
                </a:cxn>
                <a:cxn ang="0">
                  <a:pos x="T6" y="T7"/>
                </a:cxn>
                <a:cxn ang="0">
                  <a:pos x="T8" y="T9"/>
                </a:cxn>
              </a:cxnLst>
              <a:rect l="0" t="0" r="r" b="b"/>
              <a:pathLst>
                <a:path w="25" h="14">
                  <a:moveTo>
                    <a:pt x="13" y="10"/>
                  </a:moveTo>
                  <a:cubicBezTo>
                    <a:pt x="6" y="13"/>
                    <a:pt x="0" y="14"/>
                    <a:pt x="0" y="13"/>
                  </a:cubicBezTo>
                  <a:cubicBezTo>
                    <a:pt x="0" y="12"/>
                    <a:pt x="4" y="9"/>
                    <a:pt x="11" y="6"/>
                  </a:cubicBezTo>
                  <a:cubicBezTo>
                    <a:pt x="17" y="3"/>
                    <a:pt x="24" y="0"/>
                    <a:pt x="25" y="1"/>
                  </a:cubicBezTo>
                  <a:cubicBezTo>
                    <a:pt x="25" y="2"/>
                    <a:pt x="20" y="6"/>
                    <a:pt x="1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7" name="Freeform 1430">
              <a:extLst>
                <a:ext uri="{FF2B5EF4-FFF2-40B4-BE49-F238E27FC236}">
                  <a16:creationId xmlns:a16="http://schemas.microsoft.com/office/drawing/2014/main" id="{251E8D4B-2928-D8F4-7D5C-435DA724368C}"/>
                </a:ext>
              </a:extLst>
            </p:cNvPr>
            <p:cNvSpPr>
              <a:spLocks/>
            </p:cNvSpPr>
            <p:nvPr/>
          </p:nvSpPr>
          <p:spPr bwMode="auto">
            <a:xfrm rot="5094805">
              <a:off x="971535" y="3723995"/>
              <a:ext cx="61694" cy="36560"/>
            </a:xfrm>
            <a:custGeom>
              <a:avLst/>
              <a:gdLst>
                <a:gd name="T0" fmla="*/ 12 w 25"/>
                <a:gd name="T1" fmla="*/ 9 h 14"/>
                <a:gd name="T2" fmla="*/ 0 w 25"/>
                <a:gd name="T3" fmla="*/ 12 h 14"/>
                <a:gd name="T4" fmla="*/ 11 w 25"/>
                <a:gd name="T5" fmla="*/ 5 h 14"/>
                <a:gd name="T6" fmla="*/ 24 w 25"/>
                <a:gd name="T7" fmla="*/ 1 h 14"/>
                <a:gd name="T8" fmla="*/ 12 w 25"/>
                <a:gd name="T9" fmla="*/ 9 h 14"/>
              </a:gdLst>
              <a:ahLst/>
              <a:cxnLst>
                <a:cxn ang="0">
                  <a:pos x="T0" y="T1"/>
                </a:cxn>
                <a:cxn ang="0">
                  <a:pos x="T2" y="T3"/>
                </a:cxn>
                <a:cxn ang="0">
                  <a:pos x="T4" y="T5"/>
                </a:cxn>
                <a:cxn ang="0">
                  <a:pos x="T6" y="T7"/>
                </a:cxn>
                <a:cxn ang="0">
                  <a:pos x="T8" y="T9"/>
                </a:cxn>
              </a:cxnLst>
              <a:rect l="0" t="0" r="r" b="b"/>
              <a:pathLst>
                <a:path w="25" h="14">
                  <a:moveTo>
                    <a:pt x="12" y="9"/>
                  </a:moveTo>
                  <a:cubicBezTo>
                    <a:pt x="5" y="13"/>
                    <a:pt x="0" y="14"/>
                    <a:pt x="0" y="12"/>
                  </a:cubicBezTo>
                  <a:cubicBezTo>
                    <a:pt x="0" y="11"/>
                    <a:pt x="5" y="8"/>
                    <a:pt x="11" y="5"/>
                  </a:cubicBezTo>
                  <a:cubicBezTo>
                    <a:pt x="17" y="2"/>
                    <a:pt x="24" y="0"/>
                    <a:pt x="24" y="1"/>
                  </a:cubicBezTo>
                  <a:cubicBezTo>
                    <a:pt x="25" y="2"/>
                    <a:pt x="19" y="6"/>
                    <a:pt x="1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8" name="Freeform 1431">
              <a:extLst>
                <a:ext uri="{FF2B5EF4-FFF2-40B4-BE49-F238E27FC236}">
                  <a16:creationId xmlns:a16="http://schemas.microsoft.com/office/drawing/2014/main" id="{4688ADD6-2B3F-7382-0760-4BA4DF405521}"/>
                </a:ext>
              </a:extLst>
            </p:cNvPr>
            <p:cNvSpPr>
              <a:spLocks/>
            </p:cNvSpPr>
            <p:nvPr/>
          </p:nvSpPr>
          <p:spPr bwMode="auto">
            <a:xfrm rot="5094805">
              <a:off x="866778" y="3541455"/>
              <a:ext cx="68549" cy="31990"/>
            </a:xfrm>
            <a:custGeom>
              <a:avLst/>
              <a:gdLst>
                <a:gd name="T0" fmla="*/ 12 w 27"/>
                <a:gd name="T1" fmla="*/ 4 h 13"/>
                <a:gd name="T2" fmla="*/ 26 w 27"/>
                <a:gd name="T3" fmla="*/ 1 h 13"/>
                <a:gd name="T4" fmla="*/ 16 w 27"/>
                <a:gd name="T5" fmla="*/ 8 h 13"/>
                <a:gd name="T6" fmla="*/ 2 w 27"/>
                <a:gd name="T7" fmla="*/ 11 h 13"/>
                <a:gd name="T8" fmla="*/ 12 w 27"/>
                <a:gd name="T9" fmla="*/ 4 h 13"/>
              </a:gdLst>
              <a:ahLst/>
              <a:cxnLst>
                <a:cxn ang="0">
                  <a:pos x="T0" y="T1"/>
                </a:cxn>
                <a:cxn ang="0">
                  <a:pos x="T2" y="T3"/>
                </a:cxn>
                <a:cxn ang="0">
                  <a:pos x="T4" y="T5"/>
                </a:cxn>
                <a:cxn ang="0">
                  <a:pos x="T6" y="T7"/>
                </a:cxn>
                <a:cxn ang="0">
                  <a:pos x="T8" y="T9"/>
                </a:cxn>
              </a:cxnLst>
              <a:rect l="0" t="0" r="r" b="b"/>
              <a:pathLst>
                <a:path w="27" h="13">
                  <a:moveTo>
                    <a:pt x="12" y="4"/>
                  </a:moveTo>
                  <a:cubicBezTo>
                    <a:pt x="18" y="1"/>
                    <a:pt x="25" y="0"/>
                    <a:pt x="26" y="1"/>
                  </a:cubicBezTo>
                  <a:cubicBezTo>
                    <a:pt x="27" y="2"/>
                    <a:pt x="23" y="5"/>
                    <a:pt x="16" y="8"/>
                  </a:cubicBezTo>
                  <a:cubicBezTo>
                    <a:pt x="9" y="11"/>
                    <a:pt x="3" y="13"/>
                    <a:pt x="2" y="11"/>
                  </a:cubicBezTo>
                  <a:cubicBezTo>
                    <a:pt x="0" y="10"/>
                    <a:pt x="5" y="7"/>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9" name="Freeform 1432">
              <a:extLst>
                <a:ext uri="{FF2B5EF4-FFF2-40B4-BE49-F238E27FC236}">
                  <a16:creationId xmlns:a16="http://schemas.microsoft.com/office/drawing/2014/main" id="{5BE4F69C-D6E4-3FD4-18EA-3C6B950FFFFB}"/>
                </a:ext>
              </a:extLst>
            </p:cNvPr>
            <p:cNvSpPr>
              <a:spLocks/>
            </p:cNvSpPr>
            <p:nvPr/>
          </p:nvSpPr>
          <p:spPr bwMode="auto">
            <a:xfrm rot="5094805">
              <a:off x="775800" y="3358202"/>
              <a:ext cx="63979" cy="29705"/>
            </a:xfrm>
            <a:custGeom>
              <a:avLst/>
              <a:gdLst>
                <a:gd name="T0" fmla="*/ 26 w 26"/>
                <a:gd name="T1" fmla="*/ 2 h 12"/>
                <a:gd name="T2" fmla="*/ 14 w 26"/>
                <a:gd name="T3" fmla="*/ 9 h 12"/>
                <a:gd name="T4" fmla="*/ 1 w 26"/>
                <a:gd name="T5" fmla="*/ 11 h 12"/>
                <a:gd name="T6" fmla="*/ 12 w 26"/>
                <a:gd name="T7" fmla="*/ 4 h 12"/>
                <a:gd name="T8" fmla="*/ 26 w 26"/>
                <a:gd name="T9" fmla="*/ 2 h 12"/>
              </a:gdLst>
              <a:ahLst/>
              <a:cxnLst>
                <a:cxn ang="0">
                  <a:pos x="T0" y="T1"/>
                </a:cxn>
                <a:cxn ang="0">
                  <a:pos x="T2" y="T3"/>
                </a:cxn>
                <a:cxn ang="0">
                  <a:pos x="T4" y="T5"/>
                </a:cxn>
                <a:cxn ang="0">
                  <a:pos x="T6" y="T7"/>
                </a:cxn>
                <a:cxn ang="0">
                  <a:pos x="T8" y="T9"/>
                </a:cxn>
              </a:cxnLst>
              <a:rect l="0" t="0" r="r" b="b"/>
              <a:pathLst>
                <a:path w="26" h="12">
                  <a:moveTo>
                    <a:pt x="26" y="2"/>
                  </a:moveTo>
                  <a:cubicBezTo>
                    <a:pt x="26" y="3"/>
                    <a:pt x="21" y="7"/>
                    <a:pt x="14" y="9"/>
                  </a:cubicBezTo>
                  <a:cubicBezTo>
                    <a:pt x="7" y="12"/>
                    <a:pt x="2" y="12"/>
                    <a:pt x="1" y="11"/>
                  </a:cubicBezTo>
                  <a:cubicBezTo>
                    <a:pt x="0" y="10"/>
                    <a:pt x="5" y="7"/>
                    <a:pt x="12" y="4"/>
                  </a:cubicBezTo>
                  <a:cubicBezTo>
                    <a:pt x="18" y="2"/>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0" name="Freeform 1433">
              <a:extLst>
                <a:ext uri="{FF2B5EF4-FFF2-40B4-BE49-F238E27FC236}">
                  <a16:creationId xmlns:a16="http://schemas.microsoft.com/office/drawing/2014/main" id="{01084CB6-E655-C6D4-565A-225C280BD99F}"/>
                </a:ext>
              </a:extLst>
            </p:cNvPr>
            <p:cNvSpPr>
              <a:spLocks/>
            </p:cNvSpPr>
            <p:nvPr/>
          </p:nvSpPr>
          <p:spPr bwMode="auto">
            <a:xfrm rot="5094805">
              <a:off x="688324" y="3175480"/>
              <a:ext cx="66264" cy="27420"/>
            </a:xfrm>
            <a:custGeom>
              <a:avLst/>
              <a:gdLst>
                <a:gd name="T0" fmla="*/ 26 w 27"/>
                <a:gd name="T1" fmla="*/ 1 h 11"/>
                <a:gd name="T2" fmla="*/ 14 w 27"/>
                <a:gd name="T3" fmla="*/ 8 h 11"/>
                <a:gd name="T4" fmla="*/ 1 w 27"/>
                <a:gd name="T5" fmla="*/ 9 h 11"/>
                <a:gd name="T6" fmla="*/ 12 w 27"/>
                <a:gd name="T7" fmla="*/ 3 h 11"/>
                <a:gd name="T8" fmla="*/ 26 w 27"/>
                <a:gd name="T9" fmla="*/ 1 h 11"/>
              </a:gdLst>
              <a:ahLst/>
              <a:cxnLst>
                <a:cxn ang="0">
                  <a:pos x="T0" y="T1"/>
                </a:cxn>
                <a:cxn ang="0">
                  <a:pos x="T2" y="T3"/>
                </a:cxn>
                <a:cxn ang="0">
                  <a:pos x="T4" y="T5"/>
                </a:cxn>
                <a:cxn ang="0">
                  <a:pos x="T6" y="T7"/>
                </a:cxn>
                <a:cxn ang="0">
                  <a:pos x="T8" y="T9"/>
                </a:cxn>
              </a:cxnLst>
              <a:rect l="0" t="0" r="r" b="b"/>
              <a:pathLst>
                <a:path w="27" h="11">
                  <a:moveTo>
                    <a:pt x="26" y="1"/>
                  </a:moveTo>
                  <a:cubicBezTo>
                    <a:pt x="27" y="2"/>
                    <a:pt x="21" y="6"/>
                    <a:pt x="14" y="8"/>
                  </a:cubicBezTo>
                  <a:cubicBezTo>
                    <a:pt x="8" y="10"/>
                    <a:pt x="2" y="11"/>
                    <a:pt x="1" y="9"/>
                  </a:cubicBezTo>
                  <a:cubicBezTo>
                    <a:pt x="0" y="8"/>
                    <a:pt x="5" y="5"/>
                    <a:pt x="12" y="3"/>
                  </a:cubicBezTo>
                  <a:cubicBezTo>
                    <a:pt x="19" y="0"/>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1" name="Freeform 1434">
              <a:extLst>
                <a:ext uri="{FF2B5EF4-FFF2-40B4-BE49-F238E27FC236}">
                  <a16:creationId xmlns:a16="http://schemas.microsoft.com/office/drawing/2014/main" id="{BD566FEC-EC2A-7546-EC44-BE96BB1B16DC}"/>
                </a:ext>
              </a:extLst>
            </p:cNvPr>
            <p:cNvSpPr>
              <a:spLocks/>
            </p:cNvSpPr>
            <p:nvPr/>
          </p:nvSpPr>
          <p:spPr bwMode="auto">
            <a:xfrm rot="5094805">
              <a:off x="616586" y="2989266"/>
              <a:ext cx="63979" cy="25135"/>
            </a:xfrm>
            <a:custGeom>
              <a:avLst/>
              <a:gdLst>
                <a:gd name="T0" fmla="*/ 13 w 26"/>
                <a:gd name="T1" fmla="*/ 2 h 10"/>
                <a:gd name="T2" fmla="*/ 26 w 26"/>
                <a:gd name="T3" fmla="*/ 2 h 10"/>
                <a:gd name="T4" fmla="*/ 14 w 26"/>
                <a:gd name="T5" fmla="*/ 9 h 10"/>
                <a:gd name="T6" fmla="*/ 1 w 26"/>
                <a:gd name="T7" fmla="*/ 9 h 10"/>
                <a:gd name="T8" fmla="*/ 13 w 26"/>
                <a:gd name="T9" fmla="*/ 2 h 10"/>
              </a:gdLst>
              <a:ahLst/>
              <a:cxnLst>
                <a:cxn ang="0">
                  <a:pos x="T0" y="T1"/>
                </a:cxn>
                <a:cxn ang="0">
                  <a:pos x="T2" y="T3"/>
                </a:cxn>
                <a:cxn ang="0">
                  <a:pos x="T4" y="T5"/>
                </a:cxn>
                <a:cxn ang="0">
                  <a:pos x="T6" y="T7"/>
                </a:cxn>
                <a:cxn ang="0">
                  <a:pos x="T8" y="T9"/>
                </a:cxn>
              </a:cxnLst>
              <a:rect l="0" t="0" r="r" b="b"/>
              <a:pathLst>
                <a:path w="26" h="10">
                  <a:moveTo>
                    <a:pt x="13" y="2"/>
                  </a:moveTo>
                  <a:cubicBezTo>
                    <a:pt x="19" y="1"/>
                    <a:pt x="26" y="0"/>
                    <a:pt x="26" y="2"/>
                  </a:cubicBezTo>
                  <a:cubicBezTo>
                    <a:pt x="26" y="4"/>
                    <a:pt x="21" y="7"/>
                    <a:pt x="14" y="9"/>
                  </a:cubicBezTo>
                  <a:cubicBezTo>
                    <a:pt x="7" y="10"/>
                    <a:pt x="2" y="10"/>
                    <a:pt x="1" y="9"/>
                  </a:cubicBezTo>
                  <a:cubicBezTo>
                    <a:pt x="0" y="7"/>
                    <a:pt x="6" y="4"/>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2" name="Freeform 1435">
              <a:extLst>
                <a:ext uri="{FF2B5EF4-FFF2-40B4-BE49-F238E27FC236}">
                  <a16:creationId xmlns:a16="http://schemas.microsoft.com/office/drawing/2014/main" id="{995AA414-AC06-8117-49C3-1463A03B42EF}"/>
                </a:ext>
              </a:extLst>
            </p:cNvPr>
            <p:cNvSpPr>
              <a:spLocks/>
            </p:cNvSpPr>
            <p:nvPr/>
          </p:nvSpPr>
          <p:spPr bwMode="auto">
            <a:xfrm rot="5094805">
              <a:off x="556229" y="2802038"/>
              <a:ext cx="61694" cy="22850"/>
            </a:xfrm>
            <a:custGeom>
              <a:avLst/>
              <a:gdLst>
                <a:gd name="T0" fmla="*/ 25 w 25"/>
                <a:gd name="T1" fmla="*/ 2 h 9"/>
                <a:gd name="T2" fmla="*/ 13 w 25"/>
                <a:gd name="T3" fmla="*/ 8 h 9"/>
                <a:gd name="T4" fmla="*/ 0 w 25"/>
                <a:gd name="T5" fmla="*/ 7 h 9"/>
                <a:gd name="T6" fmla="*/ 11 w 25"/>
                <a:gd name="T7" fmla="*/ 2 h 9"/>
                <a:gd name="T8" fmla="*/ 25 w 25"/>
                <a:gd name="T9" fmla="*/ 2 h 9"/>
              </a:gdLst>
              <a:ahLst/>
              <a:cxnLst>
                <a:cxn ang="0">
                  <a:pos x="T0" y="T1"/>
                </a:cxn>
                <a:cxn ang="0">
                  <a:pos x="T2" y="T3"/>
                </a:cxn>
                <a:cxn ang="0">
                  <a:pos x="T4" y="T5"/>
                </a:cxn>
                <a:cxn ang="0">
                  <a:pos x="T6" y="T7"/>
                </a:cxn>
                <a:cxn ang="0">
                  <a:pos x="T8" y="T9"/>
                </a:cxn>
              </a:cxnLst>
              <a:rect l="0" t="0" r="r" b="b"/>
              <a:pathLst>
                <a:path w="25" h="9">
                  <a:moveTo>
                    <a:pt x="25" y="2"/>
                  </a:moveTo>
                  <a:cubicBezTo>
                    <a:pt x="25" y="4"/>
                    <a:pt x="20" y="7"/>
                    <a:pt x="13" y="8"/>
                  </a:cubicBezTo>
                  <a:cubicBezTo>
                    <a:pt x="6" y="9"/>
                    <a:pt x="0" y="9"/>
                    <a:pt x="0" y="7"/>
                  </a:cubicBezTo>
                  <a:cubicBezTo>
                    <a:pt x="0" y="5"/>
                    <a:pt x="5" y="3"/>
                    <a:pt x="11" y="2"/>
                  </a:cubicBezTo>
                  <a:cubicBezTo>
                    <a:pt x="18" y="0"/>
                    <a:pt x="25" y="0"/>
                    <a:pt x="2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3" name="Freeform 1436">
              <a:extLst>
                <a:ext uri="{FF2B5EF4-FFF2-40B4-BE49-F238E27FC236}">
                  <a16:creationId xmlns:a16="http://schemas.microsoft.com/office/drawing/2014/main" id="{8E99980C-FAE9-17F9-C534-5A44F17FDD92}"/>
                </a:ext>
              </a:extLst>
            </p:cNvPr>
            <p:cNvSpPr>
              <a:spLocks/>
            </p:cNvSpPr>
            <p:nvPr/>
          </p:nvSpPr>
          <p:spPr bwMode="auto">
            <a:xfrm rot="5094805">
              <a:off x="507242" y="2613596"/>
              <a:ext cx="63979" cy="20565"/>
            </a:xfrm>
            <a:custGeom>
              <a:avLst/>
              <a:gdLst>
                <a:gd name="T0" fmla="*/ 26 w 26"/>
                <a:gd name="T1" fmla="*/ 2 h 8"/>
                <a:gd name="T2" fmla="*/ 14 w 26"/>
                <a:gd name="T3" fmla="*/ 7 h 8"/>
                <a:gd name="T4" fmla="*/ 1 w 26"/>
                <a:gd name="T5" fmla="*/ 5 h 8"/>
                <a:gd name="T6" fmla="*/ 12 w 26"/>
                <a:gd name="T7" fmla="*/ 1 h 8"/>
                <a:gd name="T8" fmla="*/ 26 w 26"/>
                <a:gd name="T9" fmla="*/ 2 h 8"/>
              </a:gdLst>
              <a:ahLst/>
              <a:cxnLst>
                <a:cxn ang="0">
                  <a:pos x="T0" y="T1"/>
                </a:cxn>
                <a:cxn ang="0">
                  <a:pos x="T2" y="T3"/>
                </a:cxn>
                <a:cxn ang="0">
                  <a:pos x="T4" y="T5"/>
                </a:cxn>
                <a:cxn ang="0">
                  <a:pos x="T6" y="T7"/>
                </a:cxn>
                <a:cxn ang="0">
                  <a:pos x="T8" y="T9"/>
                </a:cxn>
              </a:cxnLst>
              <a:rect l="0" t="0" r="r" b="b"/>
              <a:pathLst>
                <a:path w="26" h="8">
                  <a:moveTo>
                    <a:pt x="26" y="2"/>
                  </a:moveTo>
                  <a:cubicBezTo>
                    <a:pt x="26" y="4"/>
                    <a:pt x="21" y="7"/>
                    <a:pt x="14" y="7"/>
                  </a:cubicBezTo>
                  <a:cubicBezTo>
                    <a:pt x="7" y="8"/>
                    <a:pt x="1" y="7"/>
                    <a:pt x="1" y="5"/>
                  </a:cubicBezTo>
                  <a:cubicBezTo>
                    <a:pt x="0" y="3"/>
                    <a:pt x="5" y="1"/>
                    <a:pt x="12" y="1"/>
                  </a:cubicBezTo>
                  <a:cubicBezTo>
                    <a:pt x="18" y="0"/>
                    <a:pt x="25" y="1"/>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4" name="Freeform 1437">
              <a:extLst>
                <a:ext uri="{FF2B5EF4-FFF2-40B4-BE49-F238E27FC236}">
                  <a16:creationId xmlns:a16="http://schemas.microsoft.com/office/drawing/2014/main" id="{1C24B2D7-C116-6669-70AC-90227D53E218}"/>
                </a:ext>
              </a:extLst>
            </p:cNvPr>
            <p:cNvSpPr>
              <a:spLocks/>
            </p:cNvSpPr>
            <p:nvPr/>
          </p:nvSpPr>
          <p:spPr bwMode="auto">
            <a:xfrm rot="5094805">
              <a:off x="468497" y="2423099"/>
              <a:ext cx="66264" cy="20565"/>
            </a:xfrm>
            <a:custGeom>
              <a:avLst/>
              <a:gdLst>
                <a:gd name="T0" fmla="*/ 26 w 27"/>
                <a:gd name="T1" fmla="*/ 2 h 8"/>
                <a:gd name="T2" fmla="*/ 15 w 27"/>
                <a:gd name="T3" fmla="*/ 7 h 8"/>
                <a:gd name="T4" fmla="*/ 1 w 27"/>
                <a:gd name="T5" fmla="*/ 5 h 8"/>
                <a:gd name="T6" fmla="*/ 11 w 27"/>
                <a:gd name="T7" fmla="*/ 0 h 8"/>
                <a:gd name="T8" fmla="*/ 26 w 27"/>
                <a:gd name="T9" fmla="*/ 2 h 8"/>
              </a:gdLst>
              <a:ahLst/>
              <a:cxnLst>
                <a:cxn ang="0">
                  <a:pos x="T0" y="T1"/>
                </a:cxn>
                <a:cxn ang="0">
                  <a:pos x="T2" y="T3"/>
                </a:cxn>
                <a:cxn ang="0">
                  <a:pos x="T4" y="T5"/>
                </a:cxn>
                <a:cxn ang="0">
                  <a:pos x="T6" y="T7"/>
                </a:cxn>
                <a:cxn ang="0">
                  <a:pos x="T8" y="T9"/>
                </a:cxn>
              </a:cxnLst>
              <a:rect l="0" t="0" r="r" b="b"/>
              <a:pathLst>
                <a:path w="27" h="8">
                  <a:moveTo>
                    <a:pt x="26" y="2"/>
                  </a:moveTo>
                  <a:cubicBezTo>
                    <a:pt x="27" y="4"/>
                    <a:pt x="22" y="7"/>
                    <a:pt x="15" y="7"/>
                  </a:cubicBezTo>
                  <a:cubicBezTo>
                    <a:pt x="8" y="8"/>
                    <a:pt x="2" y="7"/>
                    <a:pt x="1" y="5"/>
                  </a:cubicBezTo>
                  <a:cubicBezTo>
                    <a:pt x="0" y="3"/>
                    <a:pt x="4" y="1"/>
                    <a:pt x="11" y="0"/>
                  </a:cubicBezTo>
                  <a:cubicBezTo>
                    <a:pt x="18" y="0"/>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5" name="Freeform 1438">
              <a:extLst>
                <a:ext uri="{FF2B5EF4-FFF2-40B4-BE49-F238E27FC236}">
                  <a16:creationId xmlns:a16="http://schemas.microsoft.com/office/drawing/2014/main" id="{F5436399-5014-A888-D860-E5D7C696507E}"/>
                </a:ext>
              </a:extLst>
            </p:cNvPr>
            <p:cNvSpPr>
              <a:spLocks/>
            </p:cNvSpPr>
            <p:nvPr/>
          </p:nvSpPr>
          <p:spPr bwMode="auto">
            <a:xfrm rot="5094805">
              <a:off x="439791" y="2228272"/>
              <a:ext cx="68549" cy="22850"/>
            </a:xfrm>
            <a:custGeom>
              <a:avLst/>
              <a:gdLst>
                <a:gd name="T0" fmla="*/ 26 w 27"/>
                <a:gd name="T1" fmla="*/ 4 h 9"/>
                <a:gd name="T2" fmla="*/ 15 w 27"/>
                <a:gd name="T3" fmla="*/ 8 h 9"/>
                <a:gd name="T4" fmla="*/ 1 w 27"/>
                <a:gd name="T5" fmla="*/ 5 h 9"/>
                <a:gd name="T6" fmla="*/ 11 w 27"/>
                <a:gd name="T7" fmla="*/ 0 h 9"/>
                <a:gd name="T8" fmla="*/ 26 w 27"/>
                <a:gd name="T9" fmla="*/ 4 h 9"/>
              </a:gdLst>
              <a:ahLst/>
              <a:cxnLst>
                <a:cxn ang="0">
                  <a:pos x="T0" y="T1"/>
                </a:cxn>
                <a:cxn ang="0">
                  <a:pos x="T2" y="T3"/>
                </a:cxn>
                <a:cxn ang="0">
                  <a:pos x="T4" y="T5"/>
                </a:cxn>
                <a:cxn ang="0">
                  <a:pos x="T6" y="T7"/>
                </a:cxn>
                <a:cxn ang="0">
                  <a:pos x="T8" y="T9"/>
                </a:cxn>
              </a:cxnLst>
              <a:rect l="0" t="0" r="r" b="b"/>
              <a:pathLst>
                <a:path w="27" h="9">
                  <a:moveTo>
                    <a:pt x="26" y="4"/>
                  </a:moveTo>
                  <a:cubicBezTo>
                    <a:pt x="27" y="6"/>
                    <a:pt x="22" y="8"/>
                    <a:pt x="15" y="8"/>
                  </a:cubicBezTo>
                  <a:cubicBezTo>
                    <a:pt x="8" y="9"/>
                    <a:pt x="2" y="7"/>
                    <a:pt x="1" y="5"/>
                  </a:cubicBezTo>
                  <a:cubicBezTo>
                    <a:pt x="0" y="3"/>
                    <a:pt x="4" y="1"/>
                    <a:pt x="11" y="0"/>
                  </a:cubicBezTo>
                  <a:cubicBezTo>
                    <a:pt x="18" y="0"/>
                    <a:pt x="25" y="2"/>
                    <a:pt x="2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6" name="Freeform 1439">
              <a:extLst>
                <a:ext uri="{FF2B5EF4-FFF2-40B4-BE49-F238E27FC236}">
                  <a16:creationId xmlns:a16="http://schemas.microsoft.com/office/drawing/2014/main" id="{66691AAE-DBB5-CC82-3A34-B1BFB5ECC93D}"/>
                </a:ext>
              </a:extLst>
            </p:cNvPr>
            <p:cNvSpPr>
              <a:spLocks/>
            </p:cNvSpPr>
            <p:nvPr/>
          </p:nvSpPr>
          <p:spPr bwMode="auto">
            <a:xfrm rot="5094805">
              <a:off x="417922" y="2035325"/>
              <a:ext cx="66264" cy="20565"/>
            </a:xfrm>
            <a:custGeom>
              <a:avLst/>
              <a:gdLst>
                <a:gd name="T0" fmla="*/ 15 w 27"/>
                <a:gd name="T1" fmla="*/ 9 h 9"/>
                <a:gd name="T2" fmla="*/ 1 w 27"/>
                <a:gd name="T3" fmla="*/ 4 h 9"/>
                <a:gd name="T4" fmla="*/ 11 w 27"/>
                <a:gd name="T5" fmla="*/ 0 h 9"/>
                <a:gd name="T6" fmla="*/ 26 w 27"/>
                <a:gd name="T7" fmla="*/ 4 h 9"/>
                <a:gd name="T8" fmla="*/ 15 w 27"/>
                <a:gd name="T9" fmla="*/ 9 h 9"/>
              </a:gdLst>
              <a:ahLst/>
              <a:cxnLst>
                <a:cxn ang="0">
                  <a:pos x="T0" y="T1"/>
                </a:cxn>
                <a:cxn ang="0">
                  <a:pos x="T2" y="T3"/>
                </a:cxn>
                <a:cxn ang="0">
                  <a:pos x="T4" y="T5"/>
                </a:cxn>
                <a:cxn ang="0">
                  <a:pos x="T6" y="T7"/>
                </a:cxn>
                <a:cxn ang="0">
                  <a:pos x="T8" y="T9"/>
                </a:cxn>
              </a:cxnLst>
              <a:rect l="0" t="0" r="r" b="b"/>
              <a:pathLst>
                <a:path w="27" h="9">
                  <a:moveTo>
                    <a:pt x="15" y="9"/>
                  </a:moveTo>
                  <a:cubicBezTo>
                    <a:pt x="7" y="9"/>
                    <a:pt x="1" y="7"/>
                    <a:pt x="1" y="4"/>
                  </a:cubicBezTo>
                  <a:cubicBezTo>
                    <a:pt x="0" y="2"/>
                    <a:pt x="5" y="0"/>
                    <a:pt x="11" y="0"/>
                  </a:cubicBezTo>
                  <a:cubicBezTo>
                    <a:pt x="18" y="0"/>
                    <a:pt x="25" y="2"/>
                    <a:pt x="26" y="4"/>
                  </a:cubicBezTo>
                  <a:cubicBezTo>
                    <a:pt x="27" y="6"/>
                    <a:pt x="22" y="9"/>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7" name="Freeform 1440">
              <a:extLst>
                <a:ext uri="{FF2B5EF4-FFF2-40B4-BE49-F238E27FC236}">
                  <a16:creationId xmlns:a16="http://schemas.microsoft.com/office/drawing/2014/main" id="{E6C2D0B5-393A-D5E5-A83A-EB9A477A136A}"/>
                </a:ext>
              </a:extLst>
            </p:cNvPr>
            <p:cNvSpPr>
              <a:spLocks/>
            </p:cNvSpPr>
            <p:nvPr/>
          </p:nvSpPr>
          <p:spPr bwMode="auto">
            <a:xfrm rot="5094805">
              <a:off x="402987" y="1839582"/>
              <a:ext cx="61694" cy="25135"/>
            </a:xfrm>
            <a:custGeom>
              <a:avLst/>
              <a:gdLst>
                <a:gd name="T0" fmla="*/ 25 w 25"/>
                <a:gd name="T1" fmla="*/ 6 h 11"/>
                <a:gd name="T2" fmla="*/ 12 w 25"/>
                <a:gd name="T3" fmla="*/ 11 h 11"/>
                <a:gd name="T4" fmla="*/ 0 w 25"/>
                <a:gd name="T5" fmla="*/ 5 h 11"/>
                <a:gd name="T6" fmla="*/ 11 w 25"/>
                <a:gd name="T7" fmla="*/ 0 h 11"/>
                <a:gd name="T8" fmla="*/ 25 w 25"/>
                <a:gd name="T9" fmla="*/ 6 h 11"/>
              </a:gdLst>
              <a:ahLst/>
              <a:cxnLst>
                <a:cxn ang="0">
                  <a:pos x="T0" y="T1"/>
                </a:cxn>
                <a:cxn ang="0">
                  <a:pos x="T2" y="T3"/>
                </a:cxn>
                <a:cxn ang="0">
                  <a:pos x="T4" y="T5"/>
                </a:cxn>
                <a:cxn ang="0">
                  <a:pos x="T6" y="T7"/>
                </a:cxn>
                <a:cxn ang="0">
                  <a:pos x="T8" y="T9"/>
                </a:cxn>
              </a:cxnLst>
              <a:rect l="0" t="0" r="r" b="b"/>
              <a:pathLst>
                <a:path w="25" h="11">
                  <a:moveTo>
                    <a:pt x="25" y="6"/>
                  </a:moveTo>
                  <a:cubicBezTo>
                    <a:pt x="25" y="9"/>
                    <a:pt x="20" y="11"/>
                    <a:pt x="12" y="11"/>
                  </a:cubicBezTo>
                  <a:cubicBezTo>
                    <a:pt x="5" y="11"/>
                    <a:pt x="0" y="8"/>
                    <a:pt x="0" y="5"/>
                  </a:cubicBezTo>
                  <a:cubicBezTo>
                    <a:pt x="0" y="2"/>
                    <a:pt x="5" y="0"/>
                    <a:pt x="11" y="0"/>
                  </a:cubicBezTo>
                  <a:cubicBezTo>
                    <a:pt x="18" y="0"/>
                    <a:pt x="25" y="3"/>
                    <a:pt x="2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8" name="Freeform 1441">
              <a:extLst>
                <a:ext uri="{FF2B5EF4-FFF2-40B4-BE49-F238E27FC236}">
                  <a16:creationId xmlns:a16="http://schemas.microsoft.com/office/drawing/2014/main" id="{61EA92A7-67EC-38F7-E80A-73E22948A0D2}"/>
                </a:ext>
              </a:extLst>
            </p:cNvPr>
            <p:cNvSpPr>
              <a:spLocks/>
            </p:cNvSpPr>
            <p:nvPr/>
          </p:nvSpPr>
          <p:spPr bwMode="auto">
            <a:xfrm rot="5094805">
              <a:off x="385556" y="1641360"/>
              <a:ext cx="66264" cy="29705"/>
            </a:xfrm>
            <a:custGeom>
              <a:avLst/>
              <a:gdLst>
                <a:gd name="T0" fmla="*/ 26 w 27"/>
                <a:gd name="T1" fmla="*/ 6 h 12"/>
                <a:gd name="T2" fmla="*/ 14 w 27"/>
                <a:gd name="T3" fmla="*/ 12 h 12"/>
                <a:gd name="T4" fmla="*/ 1 w 27"/>
                <a:gd name="T5" fmla="*/ 6 h 12"/>
                <a:gd name="T6" fmla="*/ 12 w 27"/>
                <a:gd name="T7" fmla="*/ 0 h 12"/>
                <a:gd name="T8" fmla="*/ 26 w 27"/>
                <a:gd name="T9" fmla="*/ 6 h 12"/>
              </a:gdLst>
              <a:ahLst/>
              <a:cxnLst>
                <a:cxn ang="0">
                  <a:pos x="T0" y="T1"/>
                </a:cxn>
                <a:cxn ang="0">
                  <a:pos x="T2" y="T3"/>
                </a:cxn>
                <a:cxn ang="0">
                  <a:pos x="T4" y="T5"/>
                </a:cxn>
                <a:cxn ang="0">
                  <a:pos x="T6" y="T7"/>
                </a:cxn>
                <a:cxn ang="0">
                  <a:pos x="T8" y="T9"/>
                </a:cxn>
              </a:cxnLst>
              <a:rect l="0" t="0" r="r" b="b"/>
              <a:pathLst>
                <a:path w="27" h="12">
                  <a:moveTo>
                    <a:pt x="26" y="6"/>
                  </a:moveTo>
                  <a:cubicBezTo>
                    <a:pt x="27" y="10"/>
                    <a:pt x="21" y="12"/>
                    <a:pt x="14" y="12"/>
                  </a:cubicBezTo>
                  <a:cubicBezTo>
                    <a:pt x="7" y="12"/>
                    <a:pt x="2" y="9"/>
                    <a:pt x="1" y="6"/>
                  </a:cubicBezTo>
                  <a:cubicBezTo>
                    <a:pt x="0" y="2"/>
                    <a:pt x="5" y="0"/>
                    <a:pt x="12" y="0"/>
                  </a:cubicBezTo>
                  <a:cubicBezTo>
                    <a:pt x="19" y="0"/>
                    <a:pt x="25" y="3"/>
                    <a:pt x="2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9" name="Freeform 1442">
              <a:extLst>
                <a:ext uri="{FF2B5EF4-FFF2-40B4-BE49-F238E27FC236}">
                  <a16:creationId xmlns:a16="http://schemas.microsoft.com/office/drawing/2014/main" id="{AD967F40-026A-EE01-8DEC-C7FC381B3878}"/>
                </a:ext>
              </a:extLst>
            </p:cNvPr>
            <p:cNvSpPr>
              <a:spLocks/>
            </p:cNvSpPr>
            <p:nvPr/>
          </p:nvSpPr>
          <p:spPr bwMode="auto">
            <a:xfrm rot="5094805">
              <a:off x="369474" y="1444373"/>
              <a:ext cx="66264" cy="36560"/>
            </a:xfrm>
            <a:custGeom>
              <a:avLst/>
              <a:gdLst>
                <a:gd name="T0" fmla="*/ 12 w 27"/>
                <a:gd name="T1" fmla="*/ 0 h 15"/>
                <a:gd name="T2" fmla="*/ 26 w 27"/>
                <a:gd name="T3" fmla="*/ 8 h 15"/>
                <a:gd name="T4" fmla="*/ 14 w 27"/>
                <a:gd name="T5" fmla="*/ 15 h 15"/>
                <a:gd name="T6" fmla="*/ 1 w 27"/>
                <a:gd name="T7" fmla="*/ 8 h 15"/>
                <a:gd name="T8" fmla="*/ 12 w 27"/>
                <a:gd name="T9" fmla="*/ 0 h 15"/>
              </a:gdLst>
              <a:ahLst/>
              <a:cxnLst>
                <a:cxn ang="0">
                  <a:pos x="T0" y="T1"/>
                </a:cxn>
                <a:cxn ang="0">
                  <a:pos x="T2" y="T3"/>
                </a:cxn>
                <a:cxn ang="0">
                  <a:pos x="T4" y="T5"/>
                </a:cxn>
                <a:cxn ang="0">
                  <a:pos x="T6" y="T7"/>
                </a:cxn>
                <a:cxn ang="0">
                  <a:pos x="T8" y="T9"/>
                </a:cxn>
              </a:cxnLst>
              <a:rect l="0" t="0" r="r" b="b"/>
              <a:pathLst>
                <a:path w="27" h="15">
                  <a:moveTo>
                    <a:pt x="12" y="0"/>
                  </a:moveTo>
                  <a:cubicBezTo>
                    <a:pt x="18" y="0"/>
                    <a:pt x="25" y="4"/>
                    <a:pt x="26" y="8"/>
                  </a:cubicBezTo>
                  <a:cubicBezTo>
                    <a:pt x="27" y="11"/>
                    <a:pt x="21" y="15"/>
                    <a:pt x="14" y="15"/>
                  </a:cubicBezTo>
                  <a:cubicBezTo>
                    <a:pt x="8" y="15"/>
                    <a:pt x="2" y="12"/>
                    <a:pt x="1" y="8"/>
                  </a:cubicBezTo>
                  <a:cubicBezTo>
                    <a:pt x="0" y="4"/>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0" name="Freeform 1443">
              <a:extLst>
                <a:ext uri="{FF2B5EF4-FFF2-40B4-BE49-F238E27FC236}">
                  <a16:creationId xmlns:a16="http://schemas.microsoft.com/office/drawing/2014/main" id="{C1441C71-79CE-CB63-44BB-60ED902E2CB8}"/>
                </a:ext>
              </a:extLst>
            </p:cNvPr>
            <p:cNvSpPr>
              <a:spLocks/>
            </p:cNvSpPr>
            <p:nvPr/>
          </p:nvSpPr>
          <p:spPr bwMode="auto">
            <a:xfrm rot="5094805">
              <a:off x="349978" y="1248833"/>
              <a:ext cx="66264" cy="41130"/>
            </a:xfrm>
            <a:custGeom>
              <a:avLst/>
              <a:gdLst>
                <a:gd name="T0" fmla="*/ 12 w 27"/>
                <a:gd name="T1" fmla="*/ 0 h 16"/>
                <a:gd name="T2" fmla="*/ 26 w 27"/>
                <a:gd name="T3" fmla="*/ 8 h 16"/>
                <a:gd name="T4" fmla="*/ 14 w 27"/>
                <a:gd name="T5" fmla="*/ 16 h 16"/>
                <a:gd name="T6" fmla="*/ 1 w 27"/>
                <a:gd name="T7" fmla="*/ 9 h 16"/>
                <a:gd name="T8" fmla="*/ 12 w 27"/>
                <a:gd name="T9" fmla="*/ 0 h 16"/>
              </a:gdLst>
              <a:ahLst/>
              <a:cxnLst>
                <a:cxn ang="0">
                  <a:pos x="T0" y="T1"/>
                </a:cxn>
                <a:cxn ang="0">
                  <a:pos x="T2" y="T3"/>
                </a:cxn>
                <a:cxn ang="0">
                  <a:pos x="T4" y="T5"/>
                </a:cxn>
                <a:cxn ang="0">
                  <a:pos x="T6" y="T7"/>
                </a:cxn>
                <a:cxn ang="0">
                  <a:pos x="T8" y="T9"/>
                </a:cxn>
              </a:cxnLst>
              <a:rect l="0" t="0" r="r" b="b"/>
              <a:pathLst>
                <a:path w="27" h="16">
                  <a:moveTo>
                    <a:pt x="12" y="0"/>
                  </a:moveTo>
                  <a:cubicBezTo>
                    <a:pt x="18" y="0"/>
                    <a:pt x="25" y="4"/>
                    <a:pt x="26" y="8"/>
                  </a:cubicBezTo>
                  <a:cubicBezTo>
                    <a:pt x="27" y="12"/>
                    <a:pt x="21" y="16"/>
                    <a:pt x="14" y="16"/>
                  </a:cubicBezTo>
                  <a:cubicBezTo>
                    <a:pt x="8" y="16"/>
                    <a:pt x="2" y="13"/>
                    <a:pt x="1" y="9"/>
                  </a:cubicBezTo>
                  <a:cubicBezTo>
                    <a:pt x="0" y="4"/>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1" name="Freeform 1444">
              <a:extLst>
                <a:ext uri="{FF2B5EF4-FFF2-40B4-BE49-F238E27FC236}">
                  <a16:creationId xmlns:a16="http://schemas.microsoft.com/office/drawing/2014/main" id="{0A47A33E-4C2F-B205-1B35-22EE4598AFC3}"/>
                </a:ext>
              </a:extLst>
            </p:cNvPr>
            <p:cNvSpPr>
              <a:spLocks/>
            </p:cNvSpPr>
            <p:nvPr/>
          </p:nvSpPr>
          <p:spPr bwMode="auto">
            <a:xfrm rot="5094805">
              <a:off x="329247" y="1052357"/>
              <a:ext cx="63979" cy="45700"/>
            </a:xfrm>
            <a:custGeom>
              <a:avLst/>
              <a:gdLst>
                <a:gd name="T0" fmla="*/ 25 w 26"/>
                <a:gd name="T1" fmla="*/ 9 h 18"/>
                <a:gd name="T2" fmla="*/ 13 w 26"/>
                <a:gd name="T3" fmla="*/ 17 h 18"/>
                <a:gd name="T4" fmla="*/ 0 w 26"/>
                <a:gd name="T5" fmla="*/ 8 h 18"/>
                <a:gd name="T6" fmla="*/ 11 w 26"/>
                <a:gd name="T7" fmla="*/ 0 h 18"/>
                <a:gd name="T8" fmla="*/ 25 w 26"/>
                <a:gd name="T9" fmla="*/ 9 h 18"/>
              </a:gdLst>
              <a:ahLst/>
              <a:cxnLst>
                <a:cxn ang="0">
                  <a:pos x="T0" y="T1"/>
                </a:cxn>
                <a:cxn ang="0">
                  <a:pos x="T2" y="T3"/>
                </a:cxn>
                <a:cxn ang="0">
                  <a:pos x="T4" y="T5"/>
                </a:cxn>
                <a:cxn ang="0">
                  <a:pos x="T6" y="T7"/>
                </a:cxn>
                <a:cxn ang="0">
                  <a:pos x="T8" y="T9"/>
                </a:cxn>
              </a:cxnLst>
              <a:rect l="0" t="0" r="r" b="b"/>
              <a:pathLst>
                <a:path w="26" h="18">
                  <a:moveTo>
                    <a:pt x="25" y="9"/>
                  </a:moveTo>
                  <a:cubicBezTo>
                    <a:pt x="26" y="13"/>
                    <a:pt x="20" y="17"/>
                    <a:pt x="13" y="17"/>
                  </a:cubicBezTo>
                  <a:cubicBezTo>
                    <a:pt x="6" y="18"/>
                    <a:pt x="0" y="14"/>
                    <a:pt x="0" y="8"/>
                  </a:cubicBezTo>
                  <a:cubicBezTo>
                    <a:pt x="0" y="4"/>
                    <a:pt x="5" y="0"/>
                    <a:pt x="11" y="0"/>
                  </a:cubicBezTo>
                  <a:cubicBezTo>
                    <a:pt x="18" y="0"/>
                    <a:pt x="25" y="4"/>
                    <a:pt x="2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2" name="Freeform 1445">
              <a:extLst>
                <a:ext uri="{FF2B5EF4-FFF2-40B4-BE49-F238E27FC236}">
                  <a16:creationId xmlns:a16="http://schemas.microsoft.com/office/drawing/2014/main" id="{140B4BC9-B37C-1583-FFF4-F5AF63AAB076}"/>
                </a:ext>
              </a:extLst>
            </p:cNvPr>
            <p:cNvSpPr>
              <a:spLocks/>
            </p:cNvSpPr>
            <p:nvPr/>
          </p:nvSpPr>
          <p:spPr bwMode="auto">
            <a:xfrm rot="5094805">
              <a:off x="300541" y="857530"/>
              <a:ext cx="66264" cy="47984"/>
            </a:xfrm>
            <a:custGeom>
              <a:avLst/>
              <a:gdLst>
                <a:gd name="T0" fmla="*/ 15 w 27"/>
                <a:gd name="T1" fmla="*/ 19 h 20"/>
                <a:gd name="T2" fmla="*/ 1 w 27"/>
                <a:gd name="T3" fmla="*/ 11 h 20"/>
                <a:gd name="T4" fmla="*/ 11 w 27"/>
                <a:gd name="T5" fmla="*/ 1 h 20"/>
                <a:gd name="T6" fmla="*/ 26 w 27"/>
                <a:gd name="T7" fmla="*/ 8 h 20"/>
                <a:gd name="T8" fmla="*/ 15 w 27"/>
                <a:gd name="T9" fmla="*/ 19 h 20"/>
              </a:gdLst>
              <a:ahLst/>
              <a:cxnLst>
                <a:cxn ang="0">
                  <a:pos x="T0" y="T1"/>
                </a:cxn>
                <a:cxn ang="0">
                  <a:pos x="T2" y="T3"/>
                </a:cxn>
                <a:cxn ang="0">
                  <a:pos x="T4" y="T5"/>
                </a:cxn>
                <a:cxn ang="0">
                  <a:pos x="T6" y="T7"/>
                </a:cxn>
                <a:cxn ang="0">
                  <a:pos x="T8" y="T9"/>
                </a:cxn>
              </a:cxnLst>
              <a:rect l="0" t="0" r="r" b="b"/>
              <a:pathLst>
                <a:path w="27" h="20">
                  <a:moveTo>
                    <a:pt x="15" y="19"/>
                  </a:moveTo>
                  <a:cubicBezTo>
                    <a:pt x="8" y="20"/>
                    <a:pt x="2" y="16"/>
                    <a:pt x="1" y="11"/>
                  </a:cubicBezTo>
                  <a:cubicBezTo>
                    <a:pt x="0" y="6"/>
                    <a:pt x="5" y="1"/>
                    <a:pt x="11" y="1"/>
                  </a:cubicBezTo>
                  <a:cubicBezTo>
                    <a:pt x="18" y="0"/>
                    <a:pt x="25" y="3"/>
                    <a:pt x="26" y="8"/>
                  </a:cubicBezTo>
                  <a:cubicBezTo>
                    <a:pt x="27" y="14"/>
                    <a:pt x="23" y="18"/>
                    <a:pt x="15"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3" name="Freeform 1446">
              <a:extLst>
                <a:ext uri="{FF2B5EF4-FFF2-40B4-BE49-F238E27FC236}">
                  <a16:creationId xmlns:a16="http://schemas.microsoft.com/office/drawing/2014/main" id="{34480B6C-B61F-C14E-288F-ADD7DBEBC5F0}"/>
                </a:ext>
              </a:extLst>
            </p:cNvPr>
            <p:cNvSpPr>
              <a:spLocks/>
            </p:cNvSpPr>
            <p:nvPr/>
          </p:nvSpPr>
          <p:spPr bwMode="auto">
            <a:xfrm rot="5094805">
              <a:off x="268527" y="664246"/>
              <a:ext cx="66264" cy="50269"/>
            </a:xfrm>
            <a:custGeom>
              <a:avLst/>
              <a:gdLst>
                <a:gd name="T0" fmla="*/ 27 w 27"/>
                <a:gd name="T1" fmla="*/ 9 h 20"/>
                <a:gd name="T2" fmla="*/ 15 w 27"/>
                <a:gd name="T3" fmla="*/ 20 h 20"/>
                <a:gd name="T4" fmla="*/ 2 w 27"/>
                <a:gd name="T5" fmla="*/ 12 h 20"/>
                <a:gd name="T6" fmla="*/ 12 w 27"/>
                <a:gd name="T7" fmla="*/ 0 h 20"/>
                <a:gd name="T8" fmla="*/ 27 w 27"/>
                <a:gd name="T9" fmla="*/ 9 h 20"/>
              </a:gdLst>
              <a:ahLst/>
              <a:cxnLst>
                <a:cxn ang="0">
                  <a:pos x="T0" y="T1"/>
                </a:cxn>
                <a:cxn ang="0">
                  <a:pos x="T2" y="T3"/>
                </a:cxn>
                <a:cxn ang="0">
                  <a:pos x="T4" y="T5"/>
                </a:cxn>
                <a:cxn ang="0">
                  <a:pos x="T6" y="T7"/>
                </a:cxn>
                <a:cxn ang="0">
                  <a:pos x="T8" y="T9"/>
                </a:cxn>
              </a:cxnLst>
              <a:rect l="0" t="0" r="r" b="b"/>
              <a:pathLst>
                <a:path w="27" h="20">
                  <a:moveTo>
                    <a:pt x="27" y="9"/>
                  </a:moveTo>
                  <a:cubicBezTo>
                    <a:pt x="27" y="15"/>
                    <a:pt x="22" y="20"/>
                    <a:pt x="15" y="20"/>
                  </a:cubicBezTo>
                  <a:cubicBezTo>
                    <a:pt x="8" y="20"/>
                    <a:pt x="2" y="17"/>
                    <a:pt x="2" y="12"/>
                  </a:cubicBezTo>
                  <a:cubicBezTo>
                    <a:pt x="0" y="6"/>
                    <a:pt x="5" y="1"/>
                    <a:pt x="12" y="0"/>
                  </a:cubicBezTo>
                  <a:cubicBezTo>
                    <a:pt x="19" y="0"/>
                    <a:pt x="26" y="4"/>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4" name="Freeform 1447">
              <a:extLst>
                <a:ext uri="{FF2B5EF4-FFF2-40B4-BE49-F238E27FC236}">
                  <a16:creationId xmlns:a16="http://schemas.microsoft.com/office/drawing/2014/main" id="{33C1733C-3ABB-5830-CD6C-8BEF15B377A2}"/>
                </a:ext>
              </a:extLst>
            </p:cNvPr>
            <p:cNvSpPr>
              <a:spLocks/>
            </p:cNvSpPr>
            <p:nvPr/>
          </p:nvSpPr>
          <p:spPr bwMode="auto">
            <a:xfrm rot="5094805">
              <a:off x="229685" y="471570"/>
              <a:ext cx="66264" cy="52554"/>
            </a:xfrm>
            <a:custGeom>
              <a:avLst/>
              <a:gdLst>
                <a:gd name="T0" fmla="*/ 15 w 27"/>
                <a:gd name="T1" fmla="*/ 21 h 22"/>
                <a:gd name="T2" fmla="*/ 1 w 27"/>
                <a:gd name="T3" fmla="*/ 13 h 22"/>
                <a:gd name="T4" fmla="*/ 11 w 27"/>
                <a:gd name="T5" fmla="*/ 2 h 22"/>
                <a:gd name="T6" fmla="*/ 26 w 27"/>
                <a:gd name="T7" fmla="*/ 10 h 22"/>
                <a:gd name="T8" fmla="*/ 15 w 27"/>
                <a:gd name="T9" fmla="*/ 21 h 22"/>
              </a:gdLst>
              <a:ahLst/>
              <a:cxnLst>
                <a:cxn ang="0">
                  <a:pos x="T0" y="T1"/>
                </a:cxn>
                <a:cxn ang="0">
                  <a:pos x="T2" y="T3"/>
                </a:cxn>
                <a:cxn ang="0">
                  <a:pos x="T4" y="T5"/>
                </a:cxn>
                <a:cxn ang="0">
                  <a:pos x="T6" y="T7"/>
                </a:cxn>
                <a:cxn ang="0">
                  <a:pos x="T8" y="T9"/>
                </a:cxn>
              </a:cxnLst>
              <a:rect l="0" t="0" r="r" b="b"/>
              <a:pathLst>
                <a:path w="27" h="22">
                  <a:moveTo>
                    <a:pt x="15" y="21"/>
                  </a:moveTo>
                  <a:cubicBezTo>
                    <a:pt x="7" y="22"/>
                    <a:pt x="1" y="19"/>
                    <a:pt x="1" y="13"/>
                  </a:cubicBezTo>
                  <a:cubicBezTo>
                    <a:pt x="0" y="8"/>
                    <a:pt x="5" y="3"/>
                    <a:pt x="11" y="2"/>
                  </a:cubicBezTo>
                  <a:cubicBezTo>
                    <a:pt x="18" y="0"/>
                    <a:pt x="25" y="4"/>
                    <a:pt x="26" y="10"/>
                  </a:cubicBezTo>
                  <a:cubicBezTo>
                    <a:pt x="27" y="15"/>
                    <a:pt x="22" y="21"/>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5" name="Freeform 1448">
              <a:extLst>
                <a:ext uri="{FF2B5EF4-FFF2-40B4-BE49-F238E27FC236}">
                  <a16:creationId xmlns:a16="http://schemas.microsoft.com/office/drawing/2014/main" id="{4ADAD3B4-5C4B-A8D0-A2C9-BBAC369E929B}"/>
                </a:ext>
              </a:extLst>
            </p:cNvPr>
            <p:cNvSpPr>
              <a:spLocks/>
            </p:cNvSpPr>
            <p:nvPr/>
          </p:nvSpPr>
          <p:spPr bwMode="auto">
            <a:xfrm rot="5094805">
              <a:off x="179464" y="279907"/>
              <a:ext cx="66264" cy="54839"/>
            </a:xfrm>
            <a:custGeom>
              <a:avLst/>
              <a:gdLst>
                <a:gd name="T0" fmla="*/ 26 w 27"/>
                <a:gd name="T1" fmla="*/ 9 h 22"/>
                <a:gd name="T2" fmla="*/ 15 w 27"/>
                <a:gd name="T3" fmla="*/ 21 h 22"/>
                <a:gd name="T4" fmla="*/ 2 w 27"/>
                <a:gd name="T5" fmla="*/ 14 h 22"/>
                <a:gd name="T6" fmla="*/ 12 w 27"/>
                <a:gd name="T7" fmla="*/ 1 h 22"/>
                <a:gd name="T8" fmla="*/ 26 w 27"/>
                <a:gd name="T9" fmla="*/ 9 h 22"/>
              </a:gdLst>
              <a:ahLst/>
              <a:cxnLst>
                <a:cxn ang="0">
                  <a:pos x="T0" y="T1"/>
                </a:cxn>
                <a:cxn ang="0">
                  <a:pos x="T2" y="T3"/>
                </a:cxn>
                <a:cxn ang="0">
                  <a:pos x="T4" y="T5"/>
                </a:cxn>
                <a:cxn ang="0">
                  <a:pos x="T6" y="T7"/>
                </a:cxn>
                <a:cxn ang="0">
                  <a:pos x="T8" y="T9"/>
                </a:cxn>
              </a:cxnLst>
              <a:rect l="0" t="0" r="r" b="b"/>
              <a:pathLst>
                <a:path w="27" h="22">
                  <a:moveTo>
                    <a:pt x="26" y="9"/>
                  </a:moveTo>
                  <a:cubicBezTo>
                    <a:pt x="27" y="14"/>
                    <a:pt x="22" y="20"/>
                    <a:pt x="15" y="21"/>
                  </a:cubicBezTo>
                  <a:cubicBezTo>
                    <a:pt x="8" y="22"/>
                    <a:pt x="3" y="19"/>
                    <a:pt x="2" y="14"/>
                  </a:cubicBezTo>
                  <a:cubicBezTo>
                    <a:pt x="0" y="8"/>
                    <a:pt x="5" y="3"/>
                    <a:pt x="12" y="1"/>
                  </a:cubicBezTo>
                  <a:cubicBezTo>
                    <a:pt x="19" y="0"/>
                    <a:pt x="26" y="3"/>
                    <a:pt x="2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6" name="Freeform 1449">
              <a:extLst>
                <a:ext uri="{FF2B5EF4-FFF2-40B4-BE49-F238E27FC236}">
                  <a16:creationId xmlns:a16="http://schemas.microsoft.com/office/drawing/2014/main" id="{489F5DD5-1F8D-6F5F-994C-FB74EAE066C1}"/>
                </a:ext>
              </a:extLst>
            </p:cNvPr>
            <p:cNvSpPr>
              <a:spLocks/>
            </p:cNvSpPr>
            <p:nvPr/>
          </p:nvSpPr>
          <p:spPr bwMode="auto">
            <a:xfrm rot="5094805">
              <a:off x="124893" y="93210"/>
              <a:ext cx="66264" cy="52554"/>
            </a:xfrm>
            <a:custGeom>
              <a:avLst/>
              <a:gdLst>
                <a:gd name="T0" fmla="*/ 12 w 27"/>
                <a:gd name="T1" fmla="*/ 1 h 21"/>
                <a:gd name="T2" fmla="*/ 26 w 27"/>
                <a:gd name="T3" fmla="*/ 8 h 21"/>
                <a:gd name="T4" fmla="*/ 15 w 27"/>
                <a:gd name="T5" fmla="*/ 20 h 21"/>
                <a:gd name="T6" fmla="*/ 1 w 27"/>
                <a:gd name="T7" fmla="*/ 14 h 21"/>
                <a:gd name="T8" fmla="*/ 12 w 27"/>
                <a:gd name="T9" fmla="*/ 1 h 21"/>
              </a:gdLst>
              <a:ahLst/>
              <a:cxnLst>
                <a:cxn ang="0">
                  <a:pos x="T0" y="T1"/>
                </a:cxn>
                <a:cxn ang="0">
                  <a:pos x="T2" y="T3"/>
                </a:cxn>
                <a:cxn ang="0">
                  <a:pos x="T4" y="T5"/>
                </a:cxn>
                <a:cxn ang="0">
                  <a:pos x="T6" y="T7"/>
                </a:cxn>
                <a:cxn ang="0">
                  <a:pos x="T8" y="T9"/>
                </a:cxn>
              </a:cxnLst>
              <a:rect l="0" t="0" r="r" b="b"/>
              <a:pathLst>
                <a:path w="27" h="21">
                  <a:moveTo>
                    <a:pt x="12" y="1"/>
                  </a:moveTo>
                  <a:cubicBezTo>
                    <a:pt x="18" y="0"/>
                    <a:pt x="25" y="3"/>
                    <a:pt x="26" y="8"/>
                  </a:cubicBezTo>
                  <a:cubicBezTo>
                    <a:pt x="27" y="13"/>
                    <a:pt x="22" y="19"/>
                    <a:pt x="15" y="20"/>
                  </a:cubicBezTo>
                  <a:cubicBezTo>
                    <a:pt x="8" y="21"/>
                    <a:pt x="2" y="19"/>
                    <a:pt x="1" y="14"/>
                  </a:cubicBezTo>
                  <a:cubicBezTo>
                    <a:pt x="0" y="9"/>
                    <a:pt x="5" y="3"/>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7" name="Freeform 1450">
              <a:extLst>
                <a:ext uri="{FF2B5EF4-FFF2-40B4-BE49-F238E27FC236}">
                  <a16:creationId xmlns:a16="http://schemas.microsoft.com/office/drawing/2014/main" id="{3FFA15C1-B34A-C6B6-D819-2CA97CD5D790}"/>
                </a:ext>
              </a:extLst>
            </p:cNvPr>
            <p:cNvSpPr>
              <a:spLocks/>
            </p:cNvSpPr>
            <p:nvPr/>
          </p:nvSpPr>
          <p:spPr bwMode="auto">
            <a:xfrm rot="5094805">
              <a:off x="69078" y="-94625"/>
              <a:ext cx="68549" cy="50269"/>
            </a:xfrm>
            <a:custGeom>
              <a:avLst/>
              <a:gdLst>
                <a:gd name="T0" fmla="*/ 11 w 27"/>
                <a:gd name="T1" fmla="*/ 1 h 20"/>
                <a:gd name="T2" fmla="*/ 26 w 27"/>
                <a:gd name="T3" fmla="*/ 8 h 20"/>
                <a:gd name="T4" fmla="*/ 16 w 27"/>
                <a:gd name="T5" fmla="*/ 19 h 20"/>
                <a:gd name="T6" fmla="*/ 1 w 27"/>
                <a:gd name="T7" fmla="*/ 13 h 20"/>
                <a:gd name="T8" fmla="*/ 11 w 27"/>
                <a:gd name="T9" fmla="*/ 1 h 20"/>
              </a:gdLst>
              <a:ahLst/>
              <a:cxnLst>
                <a:cxn ang="0">
                  <a:pos x="T0" y="T1"/>
                </a:cxn>
                <a:cxn ang="0">
                  <a:pos x="T2" y="T3"/>
                </a:cxn>
                <a:cxn ang="0">
                  <a:pos x="T4" y="T5"/>
                </a:cxn>
                <a:cxn ang="0">
                  <a:pos x="T6" y="T7"/>
                </a:cxn>
                <a:cxn ang="0">
                  <a:pos x="T8" y="T9"/>
                </a:cxn>
              </a:cxnLst>
              <a:rect l="0" t="0" r="r" b="b"/>
              <a:pathLst>
                <a:path w="27" h="20">
                  <a:moveTo>
                    <a:pt x="11" y="1"/>
                  </a:moveTo>
                  <a:cubicBezTo>
                    <a:pt x="18" y="0"/>
                    <a:pt x="25" y="3"/>
                    <a:pt x="26" y="8"/>
                  </a:cubicBezTo>
                  <a:cubicBezTo>
                    <a:pt x="27" y="13"/>
                    <a:pt x="22" y="17"/>
                    <a:pt x="16" y="19"/>
                  </a:cubicBezTo>
                  <a:cubicBezTo>
                    <a:pt x="9" y="20"/>
                    <a:pt x="2" y="18"/>
                    <a:pt x="1" y="13"/>
                  </a:cubicBezTo>
                  <a:cubicBezTo>
                    <a:pt x="0" y="8"/>
                    <a:pt x="4" y="3"/>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8" name="Freeform 1469">
              <a:extLst>
                <a:ext uri="{FF2B5EF4-FFF2-40B4-BE49-F238E27FC236}">
                  <a16:creationId xmlns:a16="http://schemas.microsoft.com/office/drawing/2014/main" id="{15029CFF-DC9A-4002-E6A7-0F6FE1BF7BF1}"/>
                </a:ext>
              </a:extLst>
            </p:cNvPr>
            <p:cNvSpPr>
              <a:spLocks/>
            </p:cNvSpPr>
            <p:nvPr/>
          </p:nvSpPr>
          <p:spPr bwMode="auto">
            <a:xfrm rot="5094805">
              <a:off x="1414630" y="4450647"/>
              <a:ext cx="63979" cy="34275"/>
            </a:xfrm>
            <a:custGeom>
              <a:avLst/>
              <a:gdLst>
                <a:gd name="T0" fmla="*/ 12 w 26"/>
                <a:gd name="T1" fmla="*/ 6 h 14"/>
                <a:gd name="T2" fmla="*/ 25 w 26"/>
                <a:gd name="T3" fmla="*/ 1 h 14"/>
                <a:gd name="T4" fmla="*/ 13 w 26"/>
                <a:gd name="T5" fmla="*/ 9 h 14"/>
                <a:gd name="T6" fmla="*/ 1 w 26"/>
                <a:gd name="T7" fmla="*/ 14 h 14"/>
                <a:gd name="T8" fmla="*/ 12 w 26"/>
                <a:gd name="T9" fmla="*/ 6 h 14"/>
              </a:gdLst>
              <a:ahLst/>
              <a:cxnLst>
                <a:cxn ang="0">
                  <a:pos x="T0" y="T1"/>
                </a:cxn>
                <a:cxn ang="0">
                  <a:pos x="T2" y="T3"/>
                </a:cxn>
                <a:cxn ang="0">
                  <a:pos x="T4" y="T5"/>
                </a:cxn>
                <a:cxn ang="0">
                  <a:pos x="T6" y="T7"/>
                </a:cxn>
                <a:cxn ang="0">
                  <a:pos x="T8" y="T9"/>
                </a:cxn>
              </a:cxnLst>
              <a:rect l="0" t="0" r="r" b="b"/>
              <a:pathLst>
                <a:path w="26" h="14">
                  <a:moveTo>
                    <a:pt x="12" y="6"/>
                  </a:moveTo>
                  <a:cubicBezTo>
                    <a:pt x="19" y="3"/>
                    <a:pt x="25" y="0"/>
                    <a:pt x="25" y="1"/>
                  </a:cubicBezTo>
                  <a:cubicBezTo>
                    <a:pt x="26" y="2"/>
                    <a:pt x="20" y="6"/>
                    <a:pt x="13" y="9"/>
                  </a:cubicBezTo>
                  <a:cubicBezTo>
                    <a:pt x="6" y="12"/>
                    <a:pt x="1" y="14"/>
                    <a:pt x="1" y="14"/>
                  </a:cubicBezTo>
                  <a:cubicBezTo>
                    <a:pt x="0" y="13"/>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9" name="Freeform 1470">
              <a:extLst>
                <a:ext uri="{FF2B5EF4-FFF2-40B4-BE49-F238E27FC236}">
                  <a16:creationId xmlns:a16="http://schemas.microsoft.com/office/drawing/2014/main" id="{7DC956C3-56C4-BC77-88FD-ABBA3B35B432}"/>
                </a:ext>
              </a:extLst>
            </p:cNvPr>
            <p:cNvSpPr>
              <a:spLocks/>
            </p:cNvSpPr>
            <p:nvPr/>
          </p:nvSpPr>
          <p:spPr bwMode="auto">
            <a:xfrm rot="5094805">
              <a:off x="1524760" y="4631248"/>
              <a:ext cx="63979" cy="34275"/>
            </a:xfrm>
            <a:custGeom>
              <a:avLst/>
              <a:gdLst>
                <a:gd name="T0" fmla="*/ 12 w 26"/>
                <a:gd name="T1" fmla="*/ 6 h 14"/>
                <a:gd name="T2" fmla="*/ 26 w 26"/>
                <a:gd name="T3" fmla="*/ 1 h 14"/>
                <a:gd name="T4" fmla="*/ 13 w 26"/>
                <a:gd name="T5" fmla="*/ 9 h 14"/>
                <a:gd name="T6" fmla="*/ 1 w 26"/>
                <a:gd name="T7" fmla="*/ 13 h 14"/>
                <a:gd name="T8" fmla="*/ 12 w 26"/>
                <a:gd name="T9" fmla="*/ 6 h 14"/>
              </a:gdLst>
              <a:ahLst/>
              <a:cxnLst>
                <a:cxn ang="0">
                  <a:pos x="T0" y="T1"/>
                </a:cxn>
                <a:cxn ang="0">
                  <a:pos x="T2" y="T3"/>
                </a:cxn>
                <a:cxn ang="0">
                  <a:pos x="T4" y="T5"/>
                </a:cxn>
                <a:cxn ang="0">
                  <a:pos x="T6" y="T7"/>
                </a:cxn>
                <a:cxn ang="0">
                  <a:pos x="T8" y="T9"/>
                </a:cxn>
              </a:cxnLst>
              <a:rect l="0" t="0" r="r" b="b"/>
              <a:pathLst>
                <a:path w="26" h="14">
                  <a:moveTo>
                    <a:pt x="12" y="6"/>
                  </a:moveTo>
                  <a:cubicBezTo>
                    <a:pt x="19" y="3"/>
                    <a:pt x="25" y="0"/>
                    <a:pt x="26" y="1"/>
                  </a:cubicBezTo>
                  <a:cubicBezTo>
                    <a:pt x="26" y="2"/>
                    <a:pt x="20" y="5"/>
                    <a:pt x="13" y="9"/>
                  </a:cubicBezTo>
                  <a:cubicBezTo>
                    <a:pt x="7" y="12"/>
                    <a:pt x="1" y="14"/>
                    <a:pt x="1" y="13"/>
                  </a:cubicBezTo>
                  <a:cubicBezTo>
                    <a:pt x="0" y="12"/>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0" name="Freeform 1471">
              <a:extLst>
                <a:ext uri="{FF2B5EF4-FFF2-40B4-BE49-F238E27FC236}">
                  <a16:creationId xmlns:a16="http://schemas.microsoft.com/office/drawing/2014/main" id="{CCC2A3D7-59B5-F263-8625-9B640AE21993}"/>
                </a:ext>
              </a:extLst>
            </p:cNvPr>
            <p:cNvSpPr>
              <a:spLocks/>
            </p:cNvSpPr>
            <p:nvPr/>
          </p:nvSpPr>
          <p:spPr bwMode="auto">
            <a:xfrm rot="5094805">
              <a:off x="1632614" y="4814335"/>
              <a:ext cx="63979" cy="29705"/>
            </a:xfrm>
            <a:custGeom>
              <a:avLst/>
              <a:gdLst>
                <a:gd name="T0" fmla="*/ 26 w 26"/>
                <a:gd name="T1" fmla="*/ 0 h 12"/>
                <a:gd name="T2" fmla="*/ 14 w 26"/>
                <a:gd name="T3" fmla="*/ 7 h 12"/>
                <a:gd name="T4" fmla="*/ 1 w 26"/>
                <a:gd name="T5" fmla="*/ 12 h 12"/>
                <a:gd name="T6" fmla="*/ 12 w 26"/>
                <a:gd name="T7" fmla="*/ 5 h 12"/>
                <a:gd name="T8" fmla="*/ 26 w 26"/>
                <a:gd name="T9" fmla="*/ 0 h 12"/>
              </a:gdLst>
              <a:ahLst/>
              <a:cxnLst>
                <a:cxn ang="0">
                  <a:pos x="T0" y="T1"/>
                </a:cxn>
                <a:cxn ang="0">
                  <a:pos x="T2" y="T3"/>
                </a:cxn>
                <a:cxn ang="0">
                  <a:pos x="T4" y="T5"/>
                </a:cxn>
                <a:cxn ang="0">
                  <a:pos x="T6" y="T7"/>
                </a:cxn>
                <a:cxn ang="0">
                  <a:pos x="T8" y="T9"/>
                </a:cxn>
              </a:cxnLst>
              <a:rect l="0" t="0" r="r" b="b"/>
              <a:pathLst>
                <a:path w="26" h="12">
                  <a:moveTo>
                    <a:pt x="26" y="0"/>
                  </a:moveTo>
                  <a:cubicBezTo>
                    <a:pt x="26" y="1"/>
                    <a:pt x="21" y="4"/>
                    <a:pt x="14" y="7"/>
                  </a:cubicBezTo>
                  <a:cubicBezTo>
                    <a:pt x="7" y="10"/>
                    <a:pt x="2" y="12"/>
                    <a:pt x="1" y="12"/>
                  </a:cubicBezTo>
                  <a:cubicBezTo>
                    <a:pt x="0" y="11"/>
                    <a:pt x="5" y="8"/>
                    <a:pt x="12" y="5"/>
                  </a:cubicBezTo>
                  <a:cubicBezTo>
                    <a:pt x="19" y="2"/>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1" name="Freeform 1472">
              <a:extLst>
                <a:ext uri="{FF2B5EF4-FFF2-40B4-BE49-F238E27FC236}">
                  <a16:creationId xmlns:a16="http://schemas.microsoft.com/office/drawing/2014/main" id="{E25EF9E2-07D3-2640-4EEC-E2D73A1D3A1A}"/>
                </a:ext>
              </a:extLst>
            </p:cNvPr>
            <p:cNvSpPr>
              <a:spLocks/>
            </p:cNvSpPr>
            <p:nvPr/>
          </p:nvSpPr>
          <p:spPr bwMode="auto">
            <a:xfrm rot="5094805">
              <a:off x="1736119" y="4997819"/>
              <a:ext cx="63979" cy="29705"/>
            </a:xfrm>
            <a:custGeom>
              <a:avLst/>
              <a:gdLst>
                <a:gd name="T0" fmla="*/ 25 w 26"/>
                <a:gd name="T1" fmla="*/ 0 h 12"/>
                <a:gd name="T2" fmla="*/ 13 w 26"/>
                <a:gd name="T3" fmla="*/ 7 h 12"/>
                <a:gd name="T4" fmla="*/ 0 w 26"/>
                <a:gd name="T5" fmla="*/ 11 h 12"/>
                <a:gd name="T6" fmla="*/ 11 w 26"/>
                <a:gd name="T7" fmla="*/ 5 h 12"/>
                <a:gd name="T8" fmla="*/ 25 w 26"/>
                <a:gd name="T9" fmla="*/ 0 h 12"/>
              </a:gdLst>
              <a:ahLst/>
              <a:cxnLst>
                <a:cxn ang="0">
                  <a:pos x="T0" y="T1"/>
                </a:cxn>
                <a:cxn ang="0">
                  <a:pos x="T2" y="T3"/>
                </a:cxn>
                <a:cxn ang="0">
                  <a:pos x="T4" y="T5"/>
                </a:cxn>
                <a:cxn ang="0">
                  <a:pos x="T6" y="T7"/>
                </a:cxn>
                <a:cxn ang="0">
                  <a:pos x="T8" y="T9"/>
                </a:cxn>
              </a:cxnLst>
              <a:rect l="0" t="0" r="r" b="b"/>
              <a:pathLst>
                <a:path w="26" h="12">
                  <a:moveTo>
                    <a:pt x="25" y="0"/>
                  </a:moveTo>
                  <a:cubicBezTo>
                    <a:pt x="26" y="1"/>
                    <a:pt x="20" y="4"/>
                    <a:pt x="13" y="7"/>
                  </a:cubicBezTo>
                  <a:cubicBezTo>
                    <a:pt x="7" y="10"/>
                    <a:pt x="1" y="12"/>
                    <a:pt x="0" y="11"/>
                  </a:cubicBezTo>
                  <a:cubicBezTo>
                    <a:pt x="0" y="11"/>
                    <a:pt x="5" y="8"/>
                    <a:pt x="11" y="5"/>
                  </a:cubicBezTo>
                  <a:cubicBezTo>
                    <a:pt x="18" y="2"/>
                    <a:pt x="25"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2" name="Freeform 1473">
              <a:extLst>
                <a:ext uri="{FF2B5EF4-FFF2-40B4-BE49-F238E27FC236}">
                  <a16:creationId xmlns:a16="http://schemas.microsoft.com/office/drawing/2014/main" id="{2B4F7B82-7157-7EB2-B934-C89F1BE399A9}"/>
                </a:ext>
              </a:extLst>
            </p:cNvPr>
            <p:cNvSpPr>
              <a:spLocks/>
            </p:cNvSpPr>
            <p:nvPr/>
          </p:nvSpPr>
          <p:spPr bwMode="auto">
            <a:xfrm rot="5094805">
              <a:off x="1831455" y="5180878"/>
              <a:ext cx="63979" cy="27420"/>
            </a:xfrm>
            <a:custGeom>
              <a:avLst/>
              <a:gdLst>
                <a:gd name="T0" fmla="*/ 26 w 26"/>
                <a:gd name="T1" fmla="*/ 0 h 11"/>
                <a:gd name="T2" fmla="*/ 14 w 26"/>
                <a:gd name="T3" fmla="*/ 6 h 11"/>
                <a:gd name="T4" fmla="*/ 1 w 26"/>
                <a:gd name="T5" fmla="*/ 10 h 11"/>
                <a:gd name="T6" fmla="*/ 12 w 26"/>
                <a:gd name="T7" fmla="*/ 5 h 11"/>
                <a:gd name="T8" fmla="*/ 26 w 26"/>
                <a:gd name="T9" fmla="*/ 0 h 11"/>
              </a:gdLst>
              <a:ahLst/>
              <a:cxnLst>
                <a:cxn ang="0">
                  <a:pos x="T0" y="T1"/>
                </a:cxn>
                <a:cxn ang="0">
                  <a:pos x="T2" y="T3"/>
                </a:cxn>
                <a:cxn ang="0">
                  <a:pos x="T4" y="T5"/>
                </a:cxn>
                <a:cxn ang="0">
                  <a:pos x="T6" y="T7"/>
                </a:cxn>
                <a:cxn ang="0">
                  <a:pos x="T8" y="T9"/>
                </a:cxn>
              </a:cxnLst>
              <a:rect l="0" t="0" r="r" b="b"/>
              <a:pathLst>
                <a:path w="26" h="11">
                  <a:moveTo>
                    <a:pt x="26" y="0"/>
                  </a:moveTo>
                  <a:cubicBezTo>
                    <a:pt x="26" y="1"/>
                    <a:pt x="21" y="4"/>
                    <a:pt x="14" y="6"/>
                  </a:cubicBezTo>
                  <a:cubicBezTo>
                    <a:pt x="7" y="9"/>
                    <a:pt x="2" y="11"/>
                    <a:pt x="1" y="10"/>
                  </a:cubicBezTo>
                  <a:cubicBezTo>
                    <a:pt x="0" y="10"/>
                    <a:pt x="5" y="7"/>
                    <a:pt x="12" y="5"/>
                  </a:cubicBezTo>
                  <a:cubicBezTo>
                    <a:pt x="19" y="2"/>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3" name="Freeform 1474">
              <a:extLst>
                <a:ext uri="{FF2B5EF4-FFF2-40B4-BE49-F238E27FC236}">
                  <a16:creationId xmlns:a16="http://schemas.microsoft.com/office/drawing/2014/main" id="{B67C28B4-F987-66BE-4679-02C61258A0AC}"/>
                </a:ext>
              </a:extLst>
            </p:cNvPr>
            <p:cNvSpPr>
              <a:spLocks/>
            </p:cNvSpPr>
            <p:nvPr/>
          </p:nvSpPr>
          <p:spPr bwMode="auto">
            <a:xfrm rot="5094805">
              <a:off x="1920368" y="5371382"/>
              <a:ext cx="63979" cy="20565"/>
            </a:xfrm>
            <a:custGeom>
              <a:avLst/>
              <a:gdLst>
                <a:gd name="T0" fmla="*/ 14 w 26"/>
                <a:gd name="T1" fmla="*/ 5 h 9"/>
                <a:gd name="T2" fmla="*/ 1 w 26"/>
                <a:gd name="T3" fmla="*/ 9 h 9"/>
                <a:gd name="T4" fmla="*/ 11 w 26"/>
                <a:gd name="T5" fmla="*/ 4 h 9"/>
                <a:gd name="T6" fmla="*/ 25 w 26"/>
                <a:gd name="T7" fmla="*/ 0 h 9"/>
                <a:gd name="T8" fmla="*/ 14 w 26"/>
                <a:gd name="T9" fmla="*/ 5 h 9"/>
              </a:gdLst>
              <a:ahLst/>
              <a:cxnLst>
                <a:cxn ang="0">
                  <a:pos x="T0" y="T1"/>
                </a:cxn>
                <a:cxn ang="0">
                  <a:pos x="T2" y="T3"/>
                </a:cxn>
                <a:cxn ang="0">
                  <a:pos x="T4" y="T5"/>
                </a:cxn>
                <a:cxn ang="0">
                  <a:pos x="T6" y="T7"/>
                </a:cxn>
                <a:cxn ang="0">
                  <a:pos x="T8" y="T9"/>
                </a:cxn>
              </a:cxnLst>
              <a:rect l="0" t="0" r="r" b="b"/>
              <a:pathLst>
                <a:path w="26" h="9">
                  <a:moveTo>
                    <a:pt x="14" y="5"/>
                  </a:moveTo>
                  <a:cubicBezTo>
                    <a:pt x="7" y="8"/>
                    <a:pt x="1" y="9"/>
                    <a:pt x="1" y="9"/>
                  </a:cubicBezTo>
                  <a:cubicBezTo>
                    <a:pt x="0" y="8"/>
                    <a:pt x="5" y="6"/>
                    <a:pt x="11" y="4"/>
                  </a:cubicBezTo>
                  <a:cubicBezTo>
                    <a:pt x="18" y="2"/>
                    <a:pt x="25" y="0"/>
                    <a:pt x="25" y="0"/>
                  </a:cubicBezTo>
                  <a:cubicBezTo>
                    <a:pt x="26" y="0"/>
                    <a:pt x="21" y="3"/>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4" name="Freeform 1475">
              <a:extLst>
                <a:ext uri="{FF2B5EF4-FFF2-40B4-BE49-F238E27FC236}">
                  <a16:creationId xmlns:a16="http://schemas.microsoft.com/office/drawing/2014/main" id="{AAFE4B8D-8790-D30B-749F-82970621BFDF}"/>
                </a:ext>
              </a:extLst>
            </p:cNvPr>
            <p:cNvSpPr>
              <a:spLocks/>
            </p:cNvSpPr>
            <p:nvPr/>
          </p:nvSpPr>
          <p:spPr bwMode="auto">
            <a:xfrm rot="5094805">
              <a:off x="1998837" y="5559380"/>
              <a:ext cx="63979" cy="15995"/>
            </a:xfrm>
            <a:custGeom>
              <a:avLst/>
              <a:gdLst>
                <a:gd name="T0" fmla="*/ 11 w 26"/>
                <a:gd name="T1" fmla="*/ 3 h 7"/>
                <a:gd name="T2" fmla="*/ 25 w 26"/>
                <a:gd name="T3" fmla="*/ 0 h 7"/>
                <a:gd name="T4" fmla="*/ 15 w 26"/>
                <a:gd name="T5" fmla="*/ 4 h 7"/>
                <a:gd name="T6" fmla="*/ 1 w 26"/>
                <a:gd name="T7" fmla="*/ 7 h 7"/>
                <a:gd name="T8" fmla="*/ 11 w 26"/>
                <a:gd name="T9" fmla="*/ 3 h 7"/>
              </a:gdLst>
              <a:ahLst/>
              <a:cxnLst>
                <a:cxn ang="0">
                  <a:pos x="T0" y="T1"/>
                </a:cxn>
                <a:cxn ang="0">
                  <a:pos x="T2" y="T3"/>
                </a:cxn>
                <a:cxn ang="0">
                  <a:pos x="T4" y="T5"/>
                </a:cxn>
                <a:cxn ang="0">
                  <a:pos x="T6" y="T7"/>
                </a:cxn>
                <a:cxn ang="0">
                  <a:pos x="T8" y="T9"/>
                </a:cxn>
              </a:cxnLst>
              <a:rect l="0" t="0" r="r" b="b"/>
              <a:pathLst>
                <a:path w="26" h="7">
                  <a:moveTo>
                    <a:pt x="11" y="3"/>
                  </a:moveTo>
                  <a:cubicBezTo>
                    <a:pt x="18" y="1"/>
                    <a:pt x="25" y="0"/>
                    <a:pt x="25" y="0"/>
                  </a:cubicBezTo>
                  <a:cubicBezTo>
                    <a:pt x="26" y="0"/>
                    <a:pt x="22" y="2"/>
                    <a:pt x="15" y="4"/>
                  </a:cubicBezTo>
                  <a:cubicBezTo>
                    <a:pt x="8" y="6"/>
                    <a:pt x="2" y="7"/>
                    <a:pt x="1" y="7"/>
                  </a:cubicBezTo>
                  <a:cubicBezTo>
                    <a:pt x="0" y="7"/>
                    <a:pt x="4" y="5"/>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5" name="Freeform 1476">
              <a:extLst>
                <a:ext uri="{FF2B5EF4-FFF2-40B4-BE49-F238E27FC236}">
                  <a16:creationId xmlns:a16="http://schemas.microsoft.com/office/drawing/2014/main" id="{44505098-BFED-7BD9-411E-EC547659E015}"/>
                </a:ext>
              </a:extLst>
            </p:cNvPr>
            <p:cNvSpPr>
              <a:spLocks/>
            </p:cNvSpPr>
            <p:nvPr/>
          </p:nvSpPr>
          <p:spPr bwMode="auto">
            <a:xfrm rot="5094805">
              <a:off x="2065926" y="5746105"/>
              <a:ext cx="63979" cy="15995"/>
            </a:xfrm>
            <a:custGeom>
              <a:avLst/>
              <a:gdLst>
                <a:gd name="T0" fmla="*/ 14 w 26"/>
                <a:gd name="T1" fmla="*/ 4 h 6"/>
                <a:gd name="T2" fmla="*/ 1 w 26"/>
                <a:gd name="T3" fmla="*/ 6 h 6"/>
                <a:gd name="T4" fmla="*/ 11 w 26"/>
                <a:gd name="T5" fmla="*/ 3 h 6"/>
                <a:gd name="T6" fmla="*/ 25 w 26"/>
                <a:gd name="T7" fmla="*/ 0 h 6"/>
                <a:gd name="T8" fmla="*/ 14 w 26"/>
                <a:gd name="T9" fmla="*/ 4 h 6"/>
              </a:gdLst>
              <a:ahLst/>
              <a:cxnLst>
                <a:cxn ang="0">
                  <a:pos x="T0" y="T1"/>
                </a:cxn>
                <a:cxn ang="0">
                  <a:pos x="T2" y="T3"/>
                </a:cxn>
                <a:cxn ang="0">
                  <a:pos x="T4" y="T5"/>
                </a:cxn>
                <a:cxn ang="0">
                  <a:pos x="T6" y="T7"/>
                </a:cxn>
                <a:cxn ang="0">
                  <a:pos x="T8" y="T9"/>
                </a:cxn>
              </a:cxnLst>
              <a:rect l="0" t="0" r="r" b="b"/>
              <a:pathLst>
                <a:path w="26" h="6">
                  <a:moveTo>
                    <a:pt x="14" y="4"/>
                  </a:moveTo>
                  <a:cubicBezTo>
                    <a:pt x="7" y="5"/>
                    <a:pt x="1" y="6"/>
                    <a:pt x="1" y="6"/>
                  </a:cubicBezTo>
                  <a:cubicBezTo>
                    <a:pt x="0" y="6"/>
                    <a:pt x="5" y="4"/>
                    <a:pt x="11" y="3"/>
                  </a:cubicBezTo>
                  <a:cubicBezTo>
                    <a:pt x="18" y="1"/>
                    <a:pt x="25" y="0"/>
                    <a:pt x="25" y="0"/>
                  </a:cubicBezTo>
                  <a:cubicBezTo>
                    <a:pt x="26" y="1"/>
                    <a:pt x="21" y="2"/>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6" name="Freeform 1477">
              <a:extLst>
                <a:ext uri="{FF2B5EF4-FFF2-40B4-BE49-F238E27FC236}">
                  <a16:creationId xmlns:a16="http://schemas.microsoft.com/office/drawing/2014/main" id="{C9C632C4-AEBF-A002-86F6-86C27A0A1D6A}"/>
                </a:ext>
              </a:extLst>
            </p:cNvPr>
            <p:cNvSpPr>
              <a:spLocks/>
            </p:cNvSpPr>
            <p:nvPr/>
          </p:nvSpPr>
          <p:spPr bwMode="auto">
            <a:xfrm rot="5094805">
              <a:off x="2118318" y="5937468"/>
              <a:ext cx="66264" cy="11425"/>
            </a:xfrm>
            <a:custGeom>
              <a:avLst/>
              <a:gdLst>
                <a:gd name="T0" fmla="*/ 26 w 26"/>
                <a:gd name="T1" fmla="*/ 1 h 5"/>
                <a:gd name="T2" fmla="*/ 14 w 26"/>
                <a:gd name="T3" fmla="*/ 3 h 5"/>
                <a:gd name="T4" fmla="*/ 1 w 26"/>
                <a:gd name="T5" fmla="*/ 4 h 5"/>
                <a:gd name="T6" fmla="*/ 12 w 26"/>
                <a:gd name="T7" fmla="*/ 2 h 5"/>
                <a:gd name="T8" fmla="*/ 26 w 26"/>
                <a:gd name="T9" fmla="*/ 1 h 5"/>
              </a:gdLst>
              <a:ahLst/>
              <a:cxnLst>
                <a:cxn ang="0">
                  <a:pos x="T0" y="T1"/>
                </a:cxn>
                <a:cxn ang="0">
                  <a:pos x="T2" y="T3"/>
                </a:cxn>
                <a:cxn ang="0">
                  <a:pos x="T4" y="T5"/>
                </a:cxn>
                <a:cxn ang="0">
                  <a:pos x="T6" y="T7"/>
                </a:cxn>
                <a:cxn ang="0">
                  <a:pos x="T8" y="T9"/>
                </a:cxn>
              </a:cxnLst>
              <a:rect l="0" t="0" r="r" b="b"/>
              <a:pathLst>
                <a:path w="26" h="5">
                  <a:moveTo>
                    <a:pt x="26" y="1"/>
                  </a:moveTo>
                  <a:cubicBezTo>
                    <a:pt x="26" y="1"/>
                    <a:pt x="21" y="2"/>
                    <a:pt x="14" y="3"/>
                  </a:cubicBezTo>
                  <a:cubicBezTo>
                    <a:pt x="7" y="4"/>
                    <a:pt x="2" y="5"/>
                    <a:pt x="1" y="4"/>
                  </a:cubicBezTo>
                  <a:cubicBezTo>
                    <a:pt x="0" y="4"/>
                    <a:pt x="5" y="3"/>
                    <a:pt x="12" y="2"/>
                  </a:cubicBezTo>
                  <a:cubicBezTo>
                    <a:pt x="19" y="1"/>
                    <a:pt x="26"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7" name="Freeform 1478">
              <a:extLst>
                <a:ext uri="{FF2B5EF4-FFF2-40B4-BE49-F238E27FC236}">
                  <a16:creationId xmlns:a16="http://schemas.microsoft.com/office/drawing/2014/main" id="{E7233A61-4A53-4102-7C8B-57CE52EBD82B}"/>
                </a:ext>
              </a:extLst>
            </p:cNvPr>
            <p:cNvSpPr>
              <a:spLocks/>
            </p:cNvSpPr>
            <p:nvPr/>
          </p:nvSpPr>
          <p:spPr bwMode="auto">
            <a:xfrm rot="5094805">
              <a:off x="2157265" y="6132526"/>
              <a:ext cx="63979" cy="6855"/>
            </a:xfrm>
            <a:custGeom>
              <a:avLst/>
              <a:gdLst>
                <a:gd name="T0" fmla="*/ 26 w 26"/>
                <a:gd name="T1" fmla="*/ 0 h 2"/>
                <a:gd name="T2" fmla="*/ 13 w 26"/>
                <a:gd name="T3" fmla="*/ 1 h 2"/>
                <a:gd name="T4" fmla="*/ 1 w 26"/>
                <a:gd name="T5" fmla="*/ 2 h 2"/>
                <a:gd name="T6" fmla="*/ 12 w 26"/>
                <a:gd name="T7" fmla="*/ 0 h 2"/>
                <a:gd name="T8" fmla="*/ 26 w 26"/>
                <a:gd name="T9" fmla="*/ 0 h 2"/>
              </a:gdLst>
              <a:ahLst/>
              <a:cxnLst>
                <a:cxn ang="0">
                  <a:pos x="T0" y="T1"/>
                </a:cxn>
                <a:cxn ang="0">
                  <a:pos x="T2" y="T3"/>
                </a:cxn>
                <a:cxn ang="0">
                  <a:pos x="T4" y="T5"/>
                </a:cxn>
                <a:cxn ang="0">
                  <a:pos x="T6" y="T7"/>
                </a:cxn>
                <a:cxn ang="0">
                  <a:pos x="T8" y="T9"/>
                </a:cxn>
              </a:cxnLst>
              <a:rect l="0" t="0" r="r" b="b"/>
              <a:pathLst>
                <a:path w="26" h="2">
                  <a:moveTo>
                    <a:pt x="26" y="0"/>
                  </a:moveTo>
                  <a:cubicBezTo>
                    <a:pt x="26" y="0"/>
                    <a:pt x="20" y="1"/>
                    <a:pt x="13" y="1"/>
                  </a:cubicBezTo>
                  <a:cubicBezTo>
                    <a:pt x="7" y="2"/>
                    <a:pt x="1" y="2"/>
                    <a:pt x="1" y="2"/>
                  </a:cubicBezTo>
                  <a:cubicBezTo>
                    <a:pt x="0" y="1"/>
                    <a:pt x="5" y="1"/>
                    <a:pt x="12" y="0"/>
                  </a:cubicBezTo>
                  <a:cubicBezTo>
                    <a:pt x="19" y="0"/>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8" name="Freeform 1479">
              <a:extLst>
                <a:ext uri="{FF2B5EF4-FFF2-40B4-BE49-F238E27FC236}">
                  <a16:creationId xmlns:a16="http://schemas.microsoft.com/office/drawing/2014/main" id="{9E6912E4-E5C9-D466-DF83-324769ABA01C}"/>
                </a:ext>
              </a:extLst>
            </p:cNvPr>
            <p:cNvSpPr>
              <a:spLocks/>
            </p:cNvSpPr>
            <p:nvPr/>
          </p:nvSpPr>
          <p:spPr bwMode="auto">
            <a:xfrm rot="5094805">
              <a:off x="2183686" y="6327353"/>
              <a:ext cx="66264" cy="4570"/>
            </a:xfrm>
            <a:custGeom>
              <a:avLst/>
              <a:gdLst>
                <a:gd name="T0" fmla="*/ 12 w 27"/>
                <a:gd name="T1" fmla="*/ 0 h 2"/>
                <a:gd name="T2" fmla="*/ 26 w 27"/>
                <a:gd name="T3" fmla="*/ 0 h 2"/>
                <a:gd name="T4" fmla="*/ 14 w 27"/>
                <a:gd name="T5" fmla="*/ 1 h 2"/>
                <a:gd name="T6" fmla="*/ 1 w 27"/>
                <a:gd name="T7" fmla="*/ 2 h 2"/>
                <a:gd name="T8" fmla="*/ 12 w 27"/>
                <a:gd name="T9" fmla="*/ 0 h 2"/>
              </a:gdLst>
              <a:ahLst/>
              <a:cxnLst>
                <a:cxn ang="0">
                  <a:pos x="T0" y="T1"/>
                </a:cxn>
                <a:cxn ang="0">
                  <a:pos x="T2" y="T3"/>
                </a:cxn>
                <a:cxn ang="0">
                  <a:pos x="T4" y="T5"/>
                </a:cxn>
                <a:cxn ang="0">
                  <a:pos x="T6" y="T7"/>
                </a:cxn>
                <a:cxn ang="0">
                  <a:pos x="T8" y="T9"/>
                </a:cxn>
              </a:cxnLst>
              <a:rect l="0" t="0" r="r" b="b"/>
              <a:pathLst>
                <a:path w="27" h="2">
                  <a:moveTo>
                    <a:pt x="12" y="0"/>
                  </a:moveTo>
                  <a:cubicBezTo>
                    <a:pt x="19" y="0"/>
                    <a:pt x="26" y="0"/>
                    <a:pt x="26" y="0"/>
                  </a:cubicBezTo>
                  <a:cubicBezTo>
                    <a:pt x="27" y="0"/>
                    <a:pt x="21" y="1"/>
                    <a:pt x="14" y="1"/>
                  </a:cubicBezTo>
                  <a:cubicBezTo>
                    <a:pt x="7" y="2"/>
                    <a:pt x="2" y="2"/>
                    <a:pt x="1" y="2"/>
                  </a:cubicBezTo>
                  <a:cubicBezTo>
                    <a:pt x="0" y="1"/>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9" name="Freeform 1480">
              <a:extLst>
                <a:ext uri="{FF2B5EF4-FFF2-40B4-BE49-F238E27FC236}">
                  <a16:creationId xmlns:a16="http://schemas.microsoft.com/office/drawing/2014/main" id="{2B021A92-D02E-21FA-F153-C00938E8B919}"/>
                </a:ext>
              </a:extLst>
            </p:cNvPr>
            <p:cNvSpPr>
              <a:spLocks/>
            </p:cNvSpPr>
            <p:nvPr/>
          </p:nvSpPr>
          <p:spPr bwMode="auto">
            <a:xfrm rot="5094805">
              <a:off x="2220560" y="6520320"/>
              <a:ext cx="63979" cy="9140"/>
            </a:xfrm>
            <a:custGeom>
              <a:avLst/>
              <a:gdLst>
                <a:gd name="T0" fmla="*/ 12 w 26"/>
                <a:gd name="T1" fmla="*/ 1 h 3"/>
                <a:gd name="T2" fmla="*/ 26 w 26"/>
                <a:gd name="T3" fmla="*/ 0 h 3"/>
                <a:gd name="T4" fmla="*/ 13 w 26"/>
                <a:gd name="T5" fmla="*/ 3 h 3"/>
                <a:gd name="T6" fmla="*/ 0 w 26"/>
                <a:gd name="T7" fmla="*/ 3 h 3"/>
                <a:gd name="T8" fmla="*/ 12 w 26"/>
                <a:gd name="T9" fmla="*/ 1 h 3"/>
              </a:gdLst>
              <a:ahLst/>
              <a:cxnLst>
                <a:cxn ang="0">
                  <a:pos x="T0" y="T1"/>
                </a:cxn>
                <a:cxn ang="0">
                  <a:pos x="T2" y="T3"/>
                </a:cxn>
                <a:cxn ang="0">
                  <a:pos x="T4" y="T5"/>
                </a:cxn>
                <a:cxn ang="0">
                  <a:pos x="T6" y="T7"/>
                </a:cxn>
                <a:cxn ang="0">
                  <a:pos x="T8" y="T9"/>
                </a:cxn>
              </a:cxnLst>
              <a:rect l="0" t="0" r="r" b="b"/>
              <a:pathLst>
                <a:path w="26" h="3">
                  <a:moveTo>
                    <a:pt x="12" y="1"/>
                  </a:moveTo>
                  <a:cubicBezTo>
                    <a:pt x="19" y="0"/>
                    <a:pt x="25" y="0"/>
                    <a:pt x="26" y="0"/>
                  </a:cubicBezTo>
                  <a:cubicBezTo>
                    <a:pt x="26" y="1"/>
                    <a:pt x="20" y="2"/>
                    <a:pt x="13" y="3"/>
                  </a:cubicBezTo>
                  <a:cubicBezTo>
                    <a:pt x="6" y="3"/>
                    <a:pt x="1" y="3"/>
                    <a:pt x="0" y="3"/>
                  </a:cubicBezTo>
                  <a:cubicBezTo>
                    <a:pt x="0" y="3"/>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0" name="Freeform 1481">
              <a:extLst>
                <a:ext uri="{FF2B5EF4-FFF2-40B4-BE49-F238E27FC236}">
                  <a16:creationId xmlns:a16="http://schemas.microsoft.com/office/drawing/2014/main" id="{867CF0BB-6391-E240-1BC1-FE31282EA3D8}"/>
                </a:ext>
              </a:extLst>
            </p:cNvPr>
            <p:cNvSpPr>
              <a:spLocks/>
            </p:cNvSpPr>
            <p:nvPr/>
          </p:nvSpPr>
          <p:spPr bwMode="auto">
            <a:xfrm rot="5094805">
              <a:off x="2259499" y="6712890"/>
              <a:ext cx="66264" cy="9140"/>
            </a:xfrm>
            <a:custGeom>
              <a:avLst/>
              <a:gdLst>
                <a:gd name="T0" fmla="*/ 13 w 27"/>
                <a:gd name="T1" fmla="*/ 1 h 4"/>
                <a:gd name="T2" fmla="*/ 26 w 27"/>
                <a:gd name="T3" fmla="*/ 0 h 4"/>
                <a:gd name="T4" fmla="*/ 13 w 27"/>
                <a:gd name="T5" fmla="*/ 3 h 4"/>
                <a:gd name="T6" fmla="*/ 1 w 27"/>
                <a:gd name="T7" fmla="*/ 4 h 4"/>
                <a:gd name="T8" fmla="*/ 13 w 27"/>
                <a:gd name="T9" fmla="*/ 1 h 4"/>
              </a:gdLst>
              <a:ahLst/>
              <a:cxnLst>
                <a:cxn ang="0">
                  <a:pos x="T0" y="T1"/>
                </a:cxn>
                <a:cxn ang="0">
                  <a:pos x="T2" y="T3"/>
                </a:cxn>
                <a:cxn ang="0">
                  <a:pos x="T4" y="T5"/>
                </a:cxn>
                <a:cxn ang="0">
                  <a:pos x="T6" y="T7"/>
                </a:cxn>
                <a:cxn ang="0">
                  <a:pos x="T8" y="T9"/>
                </a:cxn>
              </a:cxnLst>
              <a:rect l="0" t="0" r="r" b="b"/>
              <a:pathLst>
                <a:path w="27" h="4">
                  <a:moveTo>
                    <a:pt x="13" y="1"/>
                  </a:moveTo>
                  <a:cubicBezTo>
                    <a:pt x="20" y="0"/>
                    <a:pt x="26" y="0"/>
                    <a:pt x="26" y="0"/>
                  </a:cubicBezTo>
                  <a:cubicBezTo>
                    <a:pt x="27" y="1"/>
                    <a:pt x="21" y="2"/>
                    <a:pt x="13" y="3"/>
                  </a:cubicBezTo>
                  <a:cubicBezTo>
                    <a:pt x="7" y="4"/>
                    <a:pt x="1" y="4"/>
                    <a:pt x="1" y="4"/>
                  </a:cubicBezTo>
                  <a:cubicBezTo>
                    <a:pt x="0" y="3"/>
                    <a:pt x="6"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1" name="Freeform 1482">
              <a:extLst>
                <a:ext uri="{FF2B5EF4-FFF2-40B4-BE49-F238E27FC236}">
                  <a16:creationId xmlns:a16="http://schemas.microsoft.com/office/drawing/2014/main" id="{3BCB4EA4-38C4-574F-B63F-C82162DEB2FE}"/>
                </a:ext>
              </a:extLst>
            </p:cNvPr>
            <p:cNvSpPr>
              <a:spLocks/>
            </p:cNvSpPr>
            <p:nvPr/>
          </p:nvSpPr>
          <p:spPr bwMode="auto">
            <a:xfrm rot="5094805">
              <a:off x="2305468" y="6904843"/>
              <a:ext cx="68549" cy="13710"/>
            </a:xfrm>
            <a:custGeom>
              <a:avLst/>
              <a:gdLst>
                <a:gd name="T0" fmla="*/ 15 w 27"/>
                <a:gd name="T1" fmla="*/ 4 h 6"/>
                <a:gd name="T2" fmla="*/ 1 w 27"/>
                <a:gd name="T3" fmla="*/ 5 h 6"/>
                <a:gd name="T4" fmla="*/ 12 w 27"/>
                <a:gd name="T5" fmla="*/ 2 h 6"/>
                <a:gd name="T6" fmla="*/ 26 w 27"/>
                <a:gd name="T7" fmla="*/ 1 h 6"/>
                <a:gd name="T8" fmla="*/ 15 w 27"/>
                <a:gd name="T9" fmla="*/ 4 h 6"/>
              </a:gdLst>
              <a:ahLst/>
              <a:cxnLst>
                <a:cxn ang="0">
                  <a:pos x="T0" y="T1"/>
                </a:cxn>
                <a:cxn ang="0">
                  <a:pos x="T2" y="T3"/>
                </a:cxn>
                <a:cxn ang="0">
                  <a:pos x="T4" y="T5"/>
                </a:cxn>
                <a:cxn ang="0">
                  <a:pos x="T6" y="T7"/>
                </a:cxn>
                <a:cxn ang="0">
                  <a:pos x="T8" y="T9"/>
                </a:cxn>
              </a:cxnLst>
              <a:rect l="0" t="0" r="r" b="b"/>
              <a:pathLst>
                <a:path w="27" h="6">
                  <a:moveTo>
                    <a:pt x="15" y="4"/>
                  </a:moveTo>
                  <a:cubicBezTo>
                    <a:pt x="7" y="5"/>
                    <a:pt x="1" y="6"/>
                    <a:pt x="1" y="5"/>
                  </a:cubicBezTo>
                  <a:cubicBezTo>
                    <a:pt x="0" y="4"/>
                    <a:pt x="5" y="3"/>
                    <a:pt x="12" y="2"/>
                  </a:cubicBezTo>
                  <a:cubicBezTo>
                    <a:pt x="19" y="1"/>
                    <a:pt x="25" y="0"/>
                    <a:pt x="26" y="1"/>
                  </a:cubicBezTo>
                  <a:cubicBezTo>
                    <a:pt x="27" y="1"/>
                    <a:pt x="22" y="3"/>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2" name="Freeform 1483">
              <a:extLst>
                <a:ext uri="{FF2B5EF4-FFF2-40B4-BE49-F238E27FC236}">
                  <a16:creationId xmlns:a16="http://schemas.microsoft.com/office/drawing/2014/main" id="{18CD51D1-A0EA-AF92-9ABC-439D1E1770C1}"/>
                </a:ext>
              </a:extLst>
            </p:cNvPr>
            <p:cNvSpPr>
              <a:spLocks/>
            </p:cNvSpPr>
            <p:nvPr/>
          </p:nvSpPr>
          <p:spPr bwMode="auto">
            <a:xfrm rot="5094805">
              <a:off x="459769" y="2121261"/>
              <a:ext cx="61694" cy="15995"/>
            </a:xfrm>
            <a:custGeom>
              <a:avLst/>
              <a:gdLst>
                <a:gd name="T0" fmla="*/ 0 w 25"/>
                <a:gd name="T1" fmla="*/ 3 h 7"/>
                <a:gd name="T2" fmla="*/ 12 w 25"/>
                <a:gd name="T3" fmla="*/ 0 h 7"/>
                <a:gd name="T4" fmla="*/ 25 w 25"/>
                <a:gd name="T5" fmla="*/ 4 h 7"/>
                <a:gd name="T6" fmla="*/ 13 w 25"/>
                <a:gd name="T7" fmla="*/ 7 h 7"/>
                <a:gd name="T8" fmla="*/ 0 w 25"/>
                <a:gd name="T9" fmla="*/ 3 h 7"/>
              </a:gdLst>
              <a:ahLst/>
              <a:cxnLst>
                <a:cxn ang="0">
                  <a:pos x="T0" y="T1"/>
                </a:cxn>
                <a:cxn ang="0">
                  <a:pos x="T2" y="T3"/>
                </a:cxn>
                <a:cxn ang="0">
                  <a:pos x="T4" y="T5"/>
                </a:cxn>
                <a:cxn ang="0">
                  <a:pos x="T6" y="T7"/>
                </a:cxn>
                <a:cxn ang="0">
                  <a:pos x="T8" y="T9"/>
                </a:cxn>
              </a:cxnLst>
              <a:rect l="0" t="0" r="r" b="b"/>
              <a:pathLst>
                <a:path w="25" h="7">
                  <a:moveTo>
                    <a:pt x="0" y="3"/>
                  </a:moveTo>
                  <a:cubicBezTo>
                    <a:pt x="0" y="1"/>
                    <a:pt x="5" y="0"/>
                    <a:pt x="12" y="0"/>
                  </a:cubicBezTo>
                  <a:cubicBezTo>
                    <a:pt x="19" y="0"/>
                    <a:pt x="25" y="1"/>
                    <a:pt x="25" y="4"/>
                  </a:cubicBezTo>
                  <a:cubicBezTo>
                    <a:pt x="25" y="5"/>
                    <a:pt x="20" y="7"/>
                    <a:pt x="13" y="7"/>
                  </a:cubicBezTo>
                  <a:cubicBezTo>
                    <a:pt x="7" y="7"/>
                    <a:pt x="1" y="5"/>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3" name="Freeform 1484">
              <a:extLst>
                <a:ext uri="{FF2B5EF4-FFF2-40B4-BE49-F238E27FC236}">
                  <a16:creationId xmlns:a16="http://schemas.microsoft.com/office/drawing/2014/main" id="{CD7BC117-70EB-5E27-46E2-2C1DBC521CBA}"/>
                </a:ext>
              </a:extLst>
            </p:cNvPr>
            <p:cNvSpPr>
              <a:spLocks/>
            </p:cNvSpPr>
            <p:nvPr/>
          </p:nvSpPr>
          <p:spPr bwMode="auto">
            <a:xfrm rot="5094805">
              <a:off x="479160" y="2314419"/>
              <a:ext cx="63979" cy="13710"/>
            </a:xfrm>
            <a:custGeom>
              <a:avLst/>
              <a:gdLst>
                <a:gd name="T0" fmla="*/ 26 w 26"/>
                <a:gd name="T1" fmla="*/ 2 h 6"/>
                <a:gd name="T2" fmla="*/ 15 w 26"/>
                <a:gd name="T3" fmla="*/ 6 h 6"/>
                <a:gd name="T4" fmla="*/ 2 w 26"/>
                <a:gd name="T5" fmla="*/ 3 h 6"/>
                <a:gd name="T6" fmla="*/ 13 w 26"/>
                <a:gd name="T7" fmla="*/ 0 h 6"/>
                <a:gd name="T8" fmla="*/ 26 w 26"/>
                <a:gd name="T9" fmla="*/ 2 h 6"/>
              </a:gdLst>
              <a:ahLst/>
              <a:cxnLst>
                <a:cxn ang="0">
                  <a:pos x="T0" y="T1"/>
                </a:cxn>
                <a:cxn ang="0">
                  <a:pos x="T2" y="T3"/>
                </a:cxn>
                <a:cxn ang="0">
                  <a:pos x="T4" y="T5"/>
                </a:cxn>
                <a:cxn ang="0">
                  <a:pos x="T6" y="T7"/>
                </a:cxn>
                <a:cxn ang="0">
                  <a:pos x="T8" y="T9"/>
                </a:cxn>
              </a:cxnLst>
              <a:rect l="0" t="0" r="r" b="b"/>
              <a:pathLst>
                <a:path w="26" h="6">
                  <a:moveTo>
                    <a:pt x="26" y="2"/>
                  </a:moveTo>
                  <a:cubicBezTo>
                    <a:pt x="26" y="4"/>
                    <a:pt x="22" y="6"/>
                    <a:pt x="15" y="6"/>
                  </a:cubicBezTo>
                  <a:cubicBezTo>
                    <a:pt x="9" y="6"/>
                    <a:pt x="3" y="5"/>
                    <a:pt x="2" y="3"/>
                  </a:cubicBezTo>
                  <a:cubicBezTo>
                    <a:pt x="0" y="2"/>
                    <a:pt x="6" y="0"/>
                    <a:pt x="13" y="0"/>
                  </a:cubicBezTo>
                  <a:cubicBezTo>
                    <a:pt x="20" y="0"/>
                    <a:pt x="25" y="1"/>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4" name="Freeform 1485">
              <a:extLst>
                <a:ext uri="{FF2B5EF4-FFF2-40B4-BE49-F238E27FC236}">
                  <a16:creationId xmlns:a16="http://schemas.microsoft.com/office/drawing/2014/main" id="{993A0BCA-052B-7BCE-4D54-947EF203DD6D}"/>
                </a:ext>
              </a:extLst>
            </p:cNvPr>
            <p:cNvSpPr>
              <a:spLocks/>
            </p:cNvSpPr>
            <p:nvPr/>
          </p:nvSpPr>
          <p:spPr bwMode="auto">
            <a:xfrm rot="5094805">
              <a:off x="511482" y="2507791"/>
              <a:ext cx="61694" cy="18280"/>
            </a:xfrm>
            <a:custGeom>
              <a:avLst/>
              <a:gdLst>
                <a:gd name="T0" fmla="*/ 11 w 25"/>
                <a:gd name="T1" fmla="*/ 1 h 7"/>
                <a:gd name="T2" fmla="*/ 25 w 25"/>
                <a:gd name="T3" fmla="*/ 2 h 7"/>
                <a:gd name="T4" fmla="*/ 15 w 25"/>
                <a:gd name="T5" fmla="*/ 6 h 7"/>
                <a:gd name="T6" fmla="*/ 0 w 25"/>
                <a:gd name="T7" fmla="*/ 4 h 7"/>
                <a:gd name="T8" fmla="*/ 11 w 25"/>
                <a:gd name="T9" fmla="*/ 1 h 7"/>
              </a:gdLst>
              <a:ahLst/>
              <a:cxnLst>
                <a:cxn ang="0">
                  <a:pos x="T0" y="T1"/>
                </a:cxn>
                <a:cxn ang="0">
                  <a:pos x="T2" y="T3"/>
                </a:cxn>
                <a:cxn ang="0">
                  <a:pos x="T4" y="T5"/>
                </a:cxn>
                <a:cxn ang="0">
                  <a:pos x="T6" y="T7"/>
                </a:cxn>
                <a:cxn ang="0">
                  <a:pos x="T8" y="T9"/>
                </a:cxn>
              </a:cxnLst>
              <a:rect l="0" t="0" r="r" b="b"/>
              <a:pathLst>
                <a:path w="25" h="7">
                  <a:moveTo>
                    <a:pt x="11" y="1"/>
                  </a:moveTo>
                  <a:cubicBezTo>
                    <a:pt x="18" y="0"/>
                    <a:pt x="24" y="1"/>
                    <a:pt x="25" y="2"/>
                  </a:cubicBezTo>
                  <a:cubicBezTo>
                    <a:pt x="25" y="3"/>
                    <a:pt x="21" y="5"/>
                    <a:pt x="15" y="6"/>
                  </a:cubicBezTo>
                  <a:cubicBezTo>
                    <a:pt x="8" y="7"/>
                    <a:pt x="1" y="6"/>
                    <a:pt x="0" y="4"/>
                  </a:cubicBezTo>
                  <a:cubicBezTo>
                    <a:pt x="0" y="3"/>
                    <a:pt x="5"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5" name="Freeform 1486">
              <a:extLst>
                <a:ext uri="{FF2B5EF4-FFF2-40B4-BE49-F238E27FC236}">
                  <a16:creationId xmlns:a16="http://schemas.microsoft.com/office/drawing/2014/main" id="{91F0405D-53A1-1BF6-E772-7FEC816506C1}"/>
                </a:ext>
              </a:extLst>
            </p:cNvPr>
            <p:cNvSpPr>
              <a:spLocks/>
            </p:cNvSpPr>
            <p:nvPr/>
          </p:nvSpPr>
          <p:spPr bwMode="auto">
            <a:xfrm rot="5094805">
              <a:off x="550218" y="2698085"/>
              <a:ext cx="63979" cy="18280"/>
            </a:xfrm>
            <a:custGeom>
              <a:avLst/>
              <a:gdLst>
                <a:gd name="T0" fmla="*/ 25 w 26"/>
                <a:gd name="T1" fmla="*/ 2 h 7"/>
                <a:gd name="T2" fmla="*/ 15 w 26"/>
                <a:gd name="T3" fmla="*/ 6 h 7"/>
                <a:gd name="T4" fmla="*/ 1 w 26"/>
                <a:gd name="T5" fmla="*/ 5 h 7"/>
                <a:gd name="T6" fmla="*/ 12 w 26"/>
                <a:gd name="T7" fmla="*/ 1 h 7"/>
                <a:gd name="T8" fmla="*/ 25 w 26"/>
                <a:gd name="T9" fmla="*/ 2 h 7"/>
              </a:gdLst>
              <a:ahLst/>
              <a:cxnLst>
                <a:cxn ang="0">
                  <a:pos x="T0" y="T1"/>
                </a:cxn>
                <a:cxn ang="0">
                  <a:pos x="T2" y="T3"/>
                </a:cxn>
                <a:cxn ang="0">
                  <a:pos x="T4" y="T5"/>
                </a:cxn>
                <a:cxn ang="0">
                  <a:pos x="T6" y="T7"/>
                </a:cxn>
                <a:cxn ang="0">
                  <a:pos x="T8" y="T9"/>
                </a:cxn>
              </a:cxnLst>
              <a:rect l="0" t="0" r="r" b="b"/>
              <a:pathLst>
                <a:path w="26" h="7">
                  <a:moveTo>
                    <a:pt x="25" y="2"/>
                  </a:moveTo>
                  <a:cubicBezTo>
                    <a:pt x="26" y="3"/>
                    <a:pt x="22" y="5"/>
                    <a:pt x="15" y="6"/>
                  </a:cubicBezTo>
                  <a:cubicBezTo>
                    <a:pt x="9" y="7"/>
                    <a:pt x="2" y="7"/>
                    <a:pt x="1" y="5"/>
                  </a:cubicBezTo>
                  <a:cubicBezTo>
                    <a:pt x="0" y="4"/>
                    <a:pt x="5" y="2"/>
                    <a:pt x="12" y="1"/>
                  </a:cubicBezTo>
                  <a:cubicBezTo>
                    <a:pt x="18" y="0"/>
                    <a:pt x="24" y="0"/>
                    <a:pt x="2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6" name="Freeform 1487">
              <a:extLst>
                <a:ext uri="{FF2B5EF4-FFF2-40B4-BE49-F238E27FC236}">
                  <a16:creationId xmlns:a16="http://schemas.microsoft.com/office/drawing/2014/main" id="{7334C6F5-C429-3FFE-D4A9-79E66AD48DAD}"/>
                </a:ext>
              </a:extLst>
            </p:cNvPr>
            <p:cNvSpPr>
              <a:spLocks/>
            </p:cNvSpPr>
            <p:nvPr/>
          </p:nvSpPr>
          <p:spPr bwMode="auto">
            <a:xfrm rot="5094805">
              <a:off x="603757" y="2886123"/>
              <a:ext cx="61694" cy="20565"/>
            </a:xfrm>
            <a:custGeom>
              <a:avLst/>
              <a:gdLst>
                <a:gd name="T0" fmla="*/ 11 w 25"/>
                <a:gd name="T1" fmla="*/ 2 h 8"/>
                <a:gd name="T2" fmla="*/ 24 w 25"/>
                <a:gd name="T3" fmla="*/ 1 h 8"/>
                <a:gd name="T4" fmla="*/ 15 w 25"/>
                <a:gd name="T5" fmla="*/ 6 h 8"/>
                <a:gd name="T6" fmla="*/ 0 w 25"/>
                <a:gd name="T7" fmla="*/ 6 h 8"/>
                <a:gd name="T8" fmla="*/ 11 w 25"/>
                <a:gd name="T9" fmla="*/ 2 h 8"/>
              </a:gdLst>
              <a:ahLst/>
              <a:cxnLst>
                <a:cxn ang="0">
                  <a:pos x="T0" y="T1"/>
                </a:cxn>
                <a:cxn ang="0">
                  <a:pos x="T2" y="T3"/>
                </a:cxn>
                <a:cxn ang="0">
                  <a:pos x="T4" y="T5"/>
                </a:cxn>
                <a:cxn ang="0">
                  <a:pos x="T6" y="T7"/>
                </a:cxn>
                <a:cxn ang="0">
                  <a:pos x="T8" y="T9"/>
                </a:cxn>
              </a:cxnLst>
              <a:rect l="0" t="0" r="r" b="b"/>
              <a:pathLst>
                <a:path w="25" h="8">
                  <a:moveTo>
                    <a:pt x="11" y="2"/>
                  </a:moveTo>
                  <a:cubicBezTo>
                    <a:pt x="18" y="0"/>
                    <a:pt x="24" y="0"/>
                    <a:pt x="24" y="1"/>
                  </a:cubicBezTo>
                  <a:cubicBezTo>
                    <a:pt x="25" y="2"/>
                    <a:pt x="21" y="4"/>
                    <a:pt x="15" y="6"/>
                  </a:cubicBezTo>
                  <a:cubicBezTo>
                    <a:pt x="8" y="8"/>
                    <a:pt x="1" y="8"/>
                    <a:pt x="0" y="6"/>
                  </a:cubicBezTo>
                  <a:cubicBezTo>
                    <a:pt x="0" y="5"/>
                    <a:pt x="5" y="3"/>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7" name="Freeform 1488">
              <a:extLst>
                <a:ext uri="{FF2B5EF4-FFF2-40B4-BE49-F238E27FC236}">
                  <a16:creationId xmlns:a16="http://schemas.microsoft.com/office/drawing/2014/main" id="{9F6F0B97-12AE-BF4F-50E0-3059B265B002}"/>
                </a:ext>
              </a:extLst>
            </p:cNvPr>
            <p:cNvSpPr>
              <a:spLocks/>
            </p:cNvSpPr>
            <p:nvPr/>
          </p:nvSpPr>
          <p:spPr bwMode="auto">
            <a:xfrm rot="5094805">
              <a:off x="672186" y="3073880"/>
              <a:ext cx="61694" cy="22850"/>
            </a:xfrm>
            <a:custGeom>
              <a:avLst/>
              <a:gdLst>
                <a:gd name="T0" fmla="*/ 11 w 25"/>
                <a:gd name="T1" fmla="*/ 3 h 9"/>
                <a:gd name="T2" fmla="*/ 24 w 25"/>
                <a:gd name="T3" fmla="*/ 1 h 9"/>
                <a:gd name="T4" fmla="*/ 14 w 25"/>
                <a:gd name="T5" fmla="*/ 7 h 9"/>
                <a:gd name="T6" fmla="*/ 0 w 25"/>
                <a:gd name="T7" fmla="*/ 8 h 9"/>
                <a:gd name="T8" fmla="*/ 11 w 25"/>
                <a:gd name="T9" fmla="*/ 3 h 9"/>
              </a:gdLst>
              <a:ahLst/>
              <a:cxnLst>
                <a:cxn ang="0">
                  <a:pos x="T0" y="T1"/>
                </a:cxn>
                <a:cxn ang="0">
                  <a:pos x="T2" y="T3"/>
                </a:cxn>
                <a:cxn ang="0">
                  <a:pos x="T4" y="T5"/>
                </a:cxn>
                <a:cxn ang="0">
                  <a:pos x="T6" y="T7"/>
                </a:cxn>
                <a:cxn ang="0">
                  <a:pos x="T8" y="T9"/>
                </a:cxn>
              </a:cxnLst>
              <a:rect l="0" t="0" r="r" b="b"/>
              <a:pathLst>
                <a:path w="25" h="9">
                  <a:moveTo>
                    <a:pt x="11" y="3"/>
                  </a:moveTo>
                  <a:cubicBezTo>
                    <a:pt x="18" y="1"/>
                    <a:pt x="24" y="0"/>
                    <a:pt x="24" y="1"/>
                  </a:cubicBezTo>
                  <a:cubicBezTo>
                    <a:pt x="25" y="2"/>
                    <a:pt x="21" y="5"/>
                    <a:pt x="14" y="7"/>
                  </a:cubicBezTo>
                  <a:cubicBezTo>
                    <a:pt x="8" y="9"/>
                    <a:pt x="1" y="9"/>
                    <a:pt x="0" y="8"/>
                  </a:cubicBezTo>
                  <a:cubicBezTo>
                    <a:pt x="0" y="7"/>
                    <a:pt x="5" y="5"/>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8" name="Freeform 1489">
              <a:extLst>
                <a:ext uri="{FF2B5EF4-FFF2-40B4-BE49-F238E27FC236}">
                  <a16:creationId xmlns:a16="http://schemas.microsoft.com/office/drawing/2014/main" id="{E7E94BBD-C93B-D979-3DC8-53405D89A824}"/>
                </a:ext>
              </a:extLst>
            </p:cNvPr>
            <p:cNvSpPr>
              <a:spLocks/>
            </p:cNvSpPr>
            <p:nvPr/>
          </p:nvSpPr>
          <p:spPr bwMode="auto">
            <a:xfrm rot="5094805">
              <a:off x="748273" y="3257413"/>
              <a:ext cx="63979" cy="25135"/>
            </a:xfrm>
            <a:custGeom>
              <a:avLst/>
              <a:gdLst>
                <a:gd name="T0" fmla="*/ 25 w 26"/>
                <a:gd name="T1" fmla="*/ 1 h 10"/>
                <a:gd name="T2" fmla="*/ 15 w 26"/>
                <a:gd name="T3" fmla="*/ 7 h 10"/>
                <a:gd name="T4" fmla="*/ 1 w 26"/>
                <a:gd name="T5" fmla="*/ 9 h 10"/>
                <a:gd name="T6" fmla="*/ 13 w 26"/>
                <a:gd name="T7" fmla="*/ 3 h 10"/>
                <a:gd name="T8" fmla="*/ 25 w 26"/>
                <a:gd name="T9" fmla="*/ 1 h 10"/>
              </a:gdLst>
              <a:ahLst/>
              <a:cxnLst>
                <a:cxn ang="0">
                  <a:pos x="T0" y="T1"/>
                </a:cxn>
                <a:cxn ang="0">
                  <a:pos x="T2" y="T3"/>
                </a:cxn>
                <a:cxn ang="0">
                  <a:pos x="T4" y="T5"/>
                </a:cxn>
                <a:cxn ang="0">
                  <a:pos x="T6" y="T7"/>
                </a:cxn>
                <a:cxn ang="0">
                  <a:pos x="T8" y="T9"/>
                </a:cxn>
              </a:cxnLst>
              <a:rect l="0" t="0" r="r" b="b"/>
              <a:pathLst>
                <a:path w="26" h="10">
                  <a:moveTo>
                    <a:pt x="25" y="1"/>
                  </a:moveTo>
                  <a:cubicBezTo>
                    <a:pt x="26" y="2"/>
                    <a:pt x="21" y="5"/>
                    <a:pt x="15" y="7"/>
                  </a:cubicBezTo>
                  <a:cubicBezTo>
                    <a:pt x="8" y="9"/>
                    <a:pt x="2" y="10"/>
                    <a:pt x="1" y="9"/>
                  </a:cubicBezTo>
                  <a:cubicBezTo>
                    <a:pt x="0" y="8"/>
                    <a:pt x="6" y="5"/>
                    <a:pt x="13" y="3"/>
                  </a:cubicBezTo>
                  <a:cubicBezTo>
                    <a:pt x="20" y="0"/>
                    <a:pt x="25"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9" name="Freeform 1490">
              <a:extLst>
                <a:ext uri="{FF2B5EF4-FFF2-40B4-BE49-F238E27FC236}">
                  <a16:creationId xmlns:a16="http://schemas.microsoft.com/office/drawing/2014/main" id="{C32A9661-99AA-0225-0A3F-26F17CE7D5E2}"/>
                </a:ext>
              </a:extLst>
            </p:cNvPr>
            <p:cNvSpPr>
              <a:spLocks/>
            </p:cNvSpPr>
            <p:nvPr/>
          </p:nvSpPr>
          <p:spPr bwMode="auto">
            <a:xfrm rot="5094805">
              <a:off x="837090" y="3441168"/>
              <a:ext cx="61694" cy="29705"/>
            </a:xfrm>
            <a:custGeom>
              <a:avLst/>
              <a:gdLst>
                <a:gd name="T0" fmla="*/ 11 w 25"/>
                <a:gd name="T1" fmla="*/ 4 h 12"/>
                <a:gd name="T2" fmla="*/ 24 w 25"/>
                <a:gd name="T3" fmla="*/ 1 h 12"/>
                <a:gd name="T4" fmla="*/ 14 w 25"/>
                <a:gd name="T5" fmla="*/ 7 h 12"/>
                <a:gd name="T6" fmla="*/ 0 w 25"/>
                <a:gd name="T7" fmla="*/ 11 h 12"/>
                <a:gd name="T8" fmla="*/ 11 w 25"/>
                <a:gd name="T9" fmla="*/ 4 h 12"/>
              </a:gdLst>
              <a:ahLst/>
              <a:cxnLst>
                <a:cxn ang="0">
                  <a:pos x="T0" y="T1"/>
                </a:cxn>
                <a:cxn ang="0">
                  <a:pos x="T2" y="T3"/>
                </a:cxn>
                <a:cxn ang="0">
                  <a:pos x="T4" y="T5"/>
                </a:cxn>
                <a:cxn ang="0">
                  <a:pos x="T6" y="T7"/>
                </a:cxn>
                <a:cxn ang="0">
                  <a:pos x="T8" y="T9"/>
                </a:cxn>
              </a:cxnLst>
              <a:rect l="0" t="0" r="r" b="b"/>
              <a:pathLst>
                <a:path w="25" h="12">
                  <a:moveTo>
                    <a:pt x="11" y="4"/>
                  </a:moveTo>
                  <a:cubicBezTo>
                    <a:pt x="17" y="2"/>
                    <a:pt x="23" y="0"/>
                    <a:pt x="24" y="1"/>
                  </a:cubicBezTo>
                  <a:cubicBezTo>
                    <a:pt x="25" y="2"/>
                    <a:pt x="20" y="5"/>
                    <a:pt x="14" y="7"/>
                  </a:cubicBezTo>
                  <a:cubicBezTo>
                    <a:pt x="7" y="10"/>
                    <a:pt x="0" y="12"/>
                    <a:pt x="0" y="11"/>
                  </a:cubicBezTo>
                  <a:cubicBezTo>
                    <a:pt x="0" y="9"/>
                    <a:pt x="5" y="7"/>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0" name="Freeform 1491">
              <a:extLst>
                <a:ext uri="{FF2B5EF4-FFF2-40B4-BE49-F238E27FC236}">
                  <a16:creationId xmlns:a16="http://schemas.microsoft.com/office/drawing/2014/main" id="{8ADD50C2-AF3E-8A86-FA37-4079D46FF5C8}"/>
                </a:ext>
              </a:extLst>
            </p:cNvPr>
            <p:cNvSpPr>
              <a:spLocks/>
            </p:cNvSpPr>
            <p:nvPr/>
          </p:nvSpPr>
          <p:spPr bwMode="auto">
            <a:xfrm rot="5094805">
              <a:off x="932320" y="3621846"/>
              <a:ext cx="63979" cy="29705"/>
            </a:xfrm>
            <a:custGeom>
              <a:avLst/>
              <a:gdLst>
                <a:gd name="T0" fmla="*/ 15 w 26"/>
                <a:gd name="T1" fmla="*/ 7 h 12"/>
                <a:gd name="T2" fmla="*/ 2 w 26"/>
                <a:gd name="T3" fmla="*/ 11 h 12"/>
                <a:gd name="T4" fmla="*/ 13 w 26"/>
                <a:gd name="T5" fmla="*/ 4 h 12"/>
                <a:gd name="T6" fmla="*/ 25 w 26"/>
                <a:gd name="T7" fmla="*/ 0 h 12"/>
                <a:gd name="T8" fmla="*/ 15 w 26"/>
                <a:gd name="T9" fmla="*/ 7 h 12"/>
              </a:gdLst>
              <a:ahLst/>
              <a:cxnLst>
                <a:cxn ang="0">
                  <a:pos x="T0" y="T1"/>
                </a:cxn>
                <a:cxn ang="0">
                  <a:pos x="T2" y="T3"/>
                </a:cxn>
                <a:cxn ang="0">
                  <a:pos x="T4" y="T5"/>
                </a:cxn>
                <a:cxn ang="0">
                  <a:pos x="T6" y="T7"/>
                </a:cxn>
                <a:cxn ang="0">
                  <a:pos x="T8" y="T9"/>
                </a:cxn>
              </a:cxnLst>
              <a:rect l="0" t="0" r="r" b="b"/>
              <a:pathLst>
                <a:path w="26" h="12">
                  <a:moveTo>
                    <a:pt x="15" y="7"/>
                  </a:moveTo>
                  <a:cubicBezTo>
                    <a:pt x="9" y="10"/>
                    <a:pt x="2" y="12"/>
                    <a:pt x="2" y="11"/>
                  </a:cubicBezTo>
                  <a:cubicBezTo>
                    <a:pt x="0" y="10"/>
                    <a:pt x="6" y="7"/>
                    <a:pt x="13" y="4"/>
                  </a:cubicBezTo>
                  <a:cubicBezTo>
                    <a:pt x="20" y="1"/>
                    <a:pt x="25" y="0"/>
                    <a:pt x="25" y="0"/>
                  </a:cubicBezTo>
                  <a:cubicBezTo>
                    <a:pt x="26" y="1"/>
                    <a:pt x="21" y="4"/>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1" name="Freeform 1492">
              <a:extLst>
                <a:ext uri="{FF2B5EF4-FFF2-40B4-BE49-F238E27FC236}">
                  <a16:creationId xmlns:a16="http://schemas.microsoft.com/office/drawing/2014/main" id="{8FAED71C-06AE-35E6-992A-A043D1FE34C2}"/>
                </a:ext>
              </a:extLst>
            </p:cNvPr>
            <p:cNvSpPr>
              <a:spLocks/>
            </p:cNvSpPr>
            <p:nvPr/>
          </p:nvSpPr>
          <p:spPr bwMode="auto">
            <a:xfrm rot="5094805">
              <a:off x="1035728" y="3803150"/>
              <a:ext cx="61694" cy="31990"/>
            </a:xfrm>
            <a:custGeom>
              <a:avLst/>
              <a:gdLst>
                <a:gd name="T0" fmla="*/ 1 w 25"/>
                <a:gd name="T1" fmla="*/ 12 h 13"/>
                <a:gd name="T2" fmla="*/ 12 w 25"/>
                <a:gd name="T3" fmla="*/ 5 h 13"/>
                <a:gd name="T4" fmla="*/ 25 w 25"/>
                <a:gd name="T5" fmla="*/ 1 h 13"/>
                <a:gd name="T6" fmla="*/ 13 w 25"/>
                <a:gd name="T7" fmla="*/ 9 h 13"/>
                <a:gd name="T8" fmla="*/ 1 w 25"/>
                <a:gd name="T9" fmla="*/ 12 h 13"/>
              </a:gdLst>
              <a:ahLst/>
              <a:cxnLst>
                <a:cxn ang="0">
                  <a:pos x="T0" y="T1"/>
                </a:cxn>
                <a:cxn ang="0">
                  <a:pos x="T2" y="T3"/>
                </a:cxn>
                <a:cxn ang="0">
                  <a:pos x="T4" y="T5"/>
                </a:cxn>
                <a:cxn ang="0">
                  <a:pos x="T6" y="T7"/>
                </a:cxn>
                <a:cxn ang="0">
                  <a:pos x="T8" y="T9"/>
                </a:cxn>
              </a:cxnLst>
              <a:rect l="0" t="0" r="r" b="b"/>
              <a:pathLst>
                <a:path w="25" h="13">
                  <a:moveTo>
                    <a:pt x="1" y="12"/>
                  </a:moveTo>
                  <a:cubicBezTo>
                    <a:pt x="0" y="11"/>
                    <a:pt x="5" y="8"/>
                    <a:pt x="12" y="5"/>
                  </a:cubicBezTo>
                  <a:cubicBezTo>
                    <a:pt x="19" y="2"/>
                    <a:pt x="25" y="0"/>
                    <a:pt x="25" y="1"/>
                  </a:cubicBezTo>
                  <a:cubicBezTo>
                    <a:pt x="25" y="2"/>
                    <a:pt x="19" y="6"/>
                    <a:pt x="13" y="9"/>
                  </a:cubicBezTo>
                  <a:cubicBezTo>
                    <a:pt x="7" y="11"/>
                    <a:pt x="1" y="13"/>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2" name="Freeform 1493">
              <a:extLst>
                <a:ext uri="{FF2B5EF4-FFF2-40B4-BE49-F238E27FC236}">
                  <a16:creationId xmlns:a16="http://schemas.microsoft.com/office/drawing/2014/main" id="{24562565-C665-361E-40D2-A552558CF599}"/>
                </a:ext>
              </a:extLst>
            </p:cNvPr>
            <p:cNvSpPr>
              <a:spLocks/>
            </p:cNvSpPr>
            <p:nvPr/>
          </p:nvSpPr>
          <p:spPr bwMode="auto">
            <a:xfrm rot="5094805">
              <a:off x="1141605" y="3988611"/>
              <a:ext cx="63979" cy="29705"/>
            </a:xfrm>
            <a:custGeom>
              <a:avLst/>
              <a:gdLst>
                <a:gd name="T0" fmla="*/ 25 w 26"/>
                <a:gd name="T1" fmla="*/ 0 h 12"/>
                <a:gd name="T2" fmla="*/ 15 w 26"/>
                <a:gd name="T3" fmla="*/ 7 h 12"/>
                <a:gd name="T4" fmla="*/ 1 w 26"/>
                <a:gd name="T5" fmla="*/ 12 h 12"/>
                <a:gd name="T6" fmla="*/ 13 w 26"/>
                <a:gd name="T7" fmla="*/ 5 h 12"/>
                <a:gd name="T8" fmla="*/ 25 w 26"/>
                <a:gd name="T9" fmla="*/ 0 h 12"/>
              </a:gdLst>
              <a:ahLst/>
              <a:cxnLst>
                <a:cxn ang="0">
                  <a:pos x="T0" y="T1"/>
                </a:cxn>
                <a:cxn ang="0">
                  <a:pos x="T2" y="T3"/>
                </a:cxn>
                <a:cxn ang="0">
                  <a:pos x="T4" y="T5"/>
                </a:cxn>
                <a:cxn ang="0">
                  <a:pos x="T6" y="T7"/>
                </a:cxn>
                <a:cxn ang="0">
                  <a:pos x="T8" y="T9"/>
                </a:cxn>
              </a:cxnLst>
              <a:rect l="0" t="0" r="r" b="b"/>
              <a:pathLst>
                <a:path w="26" h="12">
                  <a:moveTo>
                    <a:pt x="25" y="0"/>
                  </a:moveTo>
                  <a:cubicBezTo>
                    <a:pt x="26" y="1"/>
                    <a:pt x="21" y="4"/>
                    <a:pt x="15" y="7"/>
                  </a:cubicBezTo>
                  <a:cubicBezTo>
                    <a:pt x="8" y="10"/>
                    <a:pt x="2" y="12"/>
                    <a:pt x="1" y="12"/>
                  </a:cubicBezTo>
                  <a:cubicBezTo>
                    <a:pt x="0" y="11"/>
                    <a:pt x="6" y="8"/>
                    <a:pt x="13" y="5"/>
                  </a:cubicBezTo>
                  <a:cubicBezTo>
                    <a:pt x="19" y="1"/>
                    <a:pt x="25"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3" name="Freeform 1494">
              <a:extLst>
                <a:ext uri="{FF2B5EF4-FFF2-40B4-BE49-F238E27FC236}">
                  <a16:creationId xmlns:a16="http://schemas.microsoft.com/office/drawing/2014/main" id="{90FB11FC-5B5F-AE02-04E3-4D938D3473DE}"/>
                </a:ext>
              </a:extLst>
            </p:cNvPr>
            <p:cNvSpPr>
              <a:spLocks/>
            </p:cNvSpPr>
            <p:nvPr/>
          </p:nvSpPr>
          <p:spPr bwMode="auto">
            <a:xfrm rot="5094805">
              <a:off x="1251841" y="4169307"/>
              <a:ext cx="61694" cy="31990"/>
            </a:xfrm>
            <a:custGeom>
              <a:avLst/>
              <a:gdLst>
                <a:gd name="T0" fmla="*/ 24 w 25"/>
                <a:gd name="T1" fmla="*/ 0 h 13"/>
                <a:gd name="T2" fmla="*/ 15 w 25"/>
                <a:gd name="T3" fmla="*/ 7 h 13"/>
                <a:gd name="T4" fmla="*/ 0 w 25"/>
                <a:gd name="T5" fmla="*/ 12 h 13"/>
                <a:gd name="T6" fmla="*/ 11 w 25"/>
                <a:gd name="T7" fmla="*/ 5 h 13"/>
                <a:gd name="T8" fmla="*/ 24 w 25"/>
                <a:gd name="T9" fmla="*/ 0 h 13"/>
              </a:gdLst>
              <a:ahLst/>
              <a:cxnLst>
                <a:cxn ang="0">
                  <a:pos x="T0" y="T1"/>
                </a:cxn>
                <a:cxn ang="0">
                  <a:pos x="T2" y="T3"/>
                </a:cxn>
                <a:cxn ang="0">
                  <a:pos x="T4" y="T5"/>
                </a:cxn>
                <a:cxn ang="0">
                  <a:pos x="T6" y="T7"/>
                </a:cxn>
                <a:cxn ang="0">
                  <a:pos x="T8" y="T9"/>
                </a:cxn>
              </a:cxnLst>
              <a:rect l="0" t="0" r="r" b="b"/>
              <a:pathLst>
                <a:path w="25" h="13">
                  <a:moveTo>
                    <a:pt x="24" y="0"/>
                  </a:moveTo>
                  <a:cubicBezTo>
                    <a:pt x="25" y="0"/>
                    <a:pt x="21" y="3"/>
                    <a:pt x="15" y="7"/>
                  </a:cubicBezTo>
                  <a:cubicBezTo>
                    <a:pt x="8" y="10"/>
                    <a:pt x="1" y="13"/>
                    <a:pt x="0" y="12"/>
                  </a:cubicBezTo>
                  <a:cubicBezTo>
                    <a:pt x="0" y="11"/>
                    <a:pt x="5" y="8"/>
                    <a:pt x="11" y="5"/>
                  </a:cubicBezTo>
                  <a:cubicBezTo>
                    <a:pt x="18" y="2"/>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4" name="Freeform 1495">
              <a:extLst>
                <a:ext uri="{FF2B5EF4-FFF2-40B4-BE49-F238E27FC236}">
                  <a16:creationId xmlns:a16="http://schemas.microsoft.com/office/drawing/2014/main" id="{64824444-6532-D6CD-97CD-FEFD908F37EF}"/>
                </a:ext>
              </a:extLst>
            </p:cNvPr>
            <p:cNvSpPr>
              <a:spLocks/>
            </p:cNvSpPr>
            <p:nvPr/>
          </p:nvSpPr>
          <p:spPr bwMode="auto">
            <a:xfrm rot="5094805">
              <a:off x="1364247" y="4349705"/>
              <a:ext cx="61694" cy="31990"/>
            </a:xfrm>
            <a:custGeom>
              <a:avLst/>
              <a:gdLst>
                <a:gd name="T0" fmla="*/ 14 w 25"/>
                <a:gd name="T1" fmla="*/ 7 h 13"/>
                <a:gd name="T2" fmla="*/ 1 w 25"/>
                <a:gd name="T3" fmla="*/ 12 h 13"/>
                <a:gd name="T4" fmla="*/ 13 w 25"/>
                <a:gd name="T5" fmla="*/ 5 h 13"/>
                <a:gd name="T6" fmla="*/ 25 w 25"/>
                <a:gd name="T7" fmla="*/ 1 h 13"/>
                <a:gd name="T8" fmla="*/ 14 w 25"/>
                <a:gd name="T9" fmla="*/ 7 h 13"/>
              </a:gdLst>
              <a:ahLst/>
              <a:cxnLst>
                <a:cxn ang="0">
                  <a:pos x="T0" y="T1"/>
                </a:cxn>
                <a:cxn ang="0">
                  <a:pos x="T2" y="T3"/>
                </a:cxn>
                <a:cxn ang="0">
                  <a:pos x="T4" y="T5"/>
                </a:cxn>
                <a:cxn ang="0">
                  <a:pos x="T6" y="T7"/>
                </a:cxn>
                <a:cxn ang="0">
                  <a:pos x="T8" y="T9"/>
                </a:cxn>
              </a:cxnLst>
              <a:rect l="0" t="0" r="r" b="b"/>
              <a:pathLst>
                <a:path w="25" h="13">
                  <a:moveTo>
                    <a:pt x="14" y="7"/>
                  </a:moveTo>
                  <a:cubicBezTo>
                    <a:pt x="7" y="11"/>
                    <a:pt x="1" y="13"/>
                    <a:pt x="1" y="12"/>
                  </a:cubicBezTo>
                  <a:cubicBezTo>
                    <a:pt x="0" y="12"/>
                    <a:pt x="6" y="9"/>
                    <a:pt x="13" y="5"/>
                  </a:cubicBezTo>
                  <a:cubicBezTo>
                    <a:pt x="19" y="2"/>
                    <a:pt x="24" y="0"/>
                    <a:pt x="25" y="1"/>
                  </a:cubicBezTo>
                  <a:cubicBezTo>
                    <a:pt x="25" y="1"/>
                    <a:pt x="20" y="4"/>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5" name="Freeform 1496">
              <a:extLst>
                <a:ext uri="{FF2B5EF4-FFF2-40B4-BE49-F238E27FC236}">
                  <a16:creationId xmlns:a16="http://schemas.microsoft.com/office/drawing/2014/main" id="{3DF09601-5298-B3C5-E657-BCA9C6934D97}"/>
                </a:ext>
              </a:extLst>
            </p:cNvPr>
            <p:cNvSpPr>
              <a:spLocks/>
            </p:cNvSpPr>
            <p:nvPr/>
          </p:nvSpPr>
          <p:spPr bwMode="auto">
            <a:xfrm rot="5094805">
              <a:off x="447198" y="1925007"/>
              <a:ext cx="63979" cy="22850"/>
            </a:xfrm>
            <a:custGeom>
              <a:avLst/>
              <a:gdLst>
                <a:gd name="T0" fmla="*/ 25 w 26"/>
                <a:gd name="T1" fmla="*/ 5 h 9"/>
                <a:gd name="T2" fmla="*/ 15 w 26"/>
                <a:gd name="T3" fmla="*/ 9 h 9"/>
                <a:gd name="T4" fmla="*/ 0 w 26"/>
                <a:gd name="T5" fmla="*/ 4 h 9"/>
                <a:gd name="T6" fmla="*/ 11 w 26"/>
                <a:gd name="T7" fmla="*/ 1 h 9"/>
                <a:gd name="T8" fmla="*/ 25 w 26"/>
                <a:gd name="T9" fmla="*/ 5 h 9"/>
              </a:gdLst>
              <a:ahLst/>
              <a:cxnLst>
                <a:cxn ang="0">
                  <a:pos x="T0" y="T1"/>
                </a:cxn>
                <a:cxn ang="0">
                  <a:pos x="T2" y="T3"/>
                </a:cxn>
                <a:cxn ang="0">
                  <a:pos x="T4" y="T5"/>
                </a:cxn>
                <a:cxn ang="0">
                  <a:pos x="T6" y="T7"/>
                </a:cxn>
                <a:cxn ang="0">
                  <a:pos x="T8" y="T9"/>
                </a:cxn>
              </a:cxnLst>
              <a:rect l="0" t="0" r="r" b="b"/>
              <a:pathLst>
                <a:path w="26" h="9">
                  <a:moveTo>
                    <a:pt x="25" y="5"/>
                  </a:moveTo>
                  <a:cubicBezTo>
                    <a:pt x="26" y="7"/>
                    <a:pt x="21" y="9"/>
                    <a:pt x="15" y="9"/>
                  </a:cubicBezTo>
                  <a:cubicBezTo>
                    <a:pt x="8" y="9"/>
                    <a:pt x="1" y="7"/>
                    <a:pt x="0" y="4"/>
                  </a:cubicBezTo>
                  <a:cubicBezTo>
                    <a:pt x="0" y="2"/>
                    <a:pt x="5" y="0"/>
                    <a:pt x="11" y="1"/>
                  </a:cubicBezTo>
                  <a:cubicBezTo>
                    <a:pt x="18" y="1"/>
                    <a:pt x="24" y="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6" name="Freeform 1497">
              <a:extLst>
                <a:ext uri="{FF2B5EF4-FFF2-40B4-BE49-F238E27FC236}">
                  <a16:creationId xmlns:a16="http://schemas.microsoft.com/office/drawing/2014/main" id="{46AA6A57-6AFE-D923-07C3-62526AA46CA3}"/>
                </a:ext>
              </a:extLst>
            </p:cNvPr>
            <p:cNvSpPr>
              <a:spLocks/>
            </p:cNvSpPr>
            <p:nvPr/>
          </p:nvSpPr>
          <p:spPr bwMode="auto">
            <a:xfrm rot="5094805">
              <a:off x="436507" y="1724201"/>
              <a:ext cx="61694" cy="29705"/>
            </a:xfrm>
            <a:custGeom>
              <a:avLst/>
              <a:gdLst>
                <a:gd name="T0" fmla="*/ 0 w 25"/>
                <a:gd name="T1" fmla="*/ 5 h 12"/>
                <a:gd name="T2" fmla="*/ 11 w 25"/>
                <a:gd name="T3" fmla="*/ 1 h 12"/>
                <a:gd name="T4" fmla="*/ 25 w 25"/>
                <a:gd name="T5" fmla="*/ 7 h 12"/>
                <a:gd name="T6" fmla="*/ 13 w 25"/>
                <a:gd name="T7" fmla="*/ 11 h 12"/>
                <a:gd name="T8" fmla="*/ 0 w 25"/>
                <a:gd name="T9" fmla="*/ 5 h 12"/>
              </a:gdLst>
              <a:ahLst/>
              <a:cxnLst>
                <a:cxn ang="0">
                  <a:pos x="T0" y="T1"/>
                </a:cxn>
                <a:cxn ang="0">
                  <a:pos x="T2" y="T3"/>
                </a:cxn>
                <a:cxn ang="0">
                  <a:pos x="T4" y="T5"/>
                </a:cxn>
                <a:cxn ang="0">
                  <a:pos x="T6" y="T7"/>
                </a:cxn>
                <a:cxn ang="0">
                  <a:pos x="T8" y="T9"/>
                </a:cxn>
              </a:cxnLst>
              <a:rect l="0" t="0" r="r" b="b"/>
              <a:pathLst>
                <a:path w="25" h="12">
                  <a:moveTo>
                    <a:pt x="0" y="5"/>
                  </a:moveTo>
                  <a:cubicBezTo>
                    <a:pt x="0" y="2"/>
                    <a:pt x="5" y="0"/>
                    <a:pt x="11" y="1"/>
                  </a:cubicBezTo>
                  <a:cubicBezTo>
                    <a:pt x="19" y="1"/>
                    <a:pt x="25" y="4"/>
                    <a:pt x="25" y="7"/>
                  </a:cubicBezTo>
                  <a:cubicBezTo>
                    <a:pt x="25" y="10"/>
                    <a:pt x="19" y="12"/>
                    <a:pt x="13" y="11"/>
                  </a:cubicBezTo>
                  <a:cubicBezTo>
                    <a:pt x="7" y="11"/>
                    <a:pt x="1"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7" name="Freeform 1498">
              <a:extLst>
                <a:ext uri="{FF2B5EF4-FFF2-40B4-BE49-F238E27FC236}">
                  <a16:creationId xmlns:a16="http://schemas.microsoft.com/office/drawing/2014/main" id="{41471691-9E58-E014-A0DF-ADEE307903C3}"/>
                </a:ext>
              </a:extLst>
            </p:cNvPr>
            <p:cNvSpPr>
              <a:spLocks/>
            </p:cNvSpPr>
            <p:nvPr/>
          </p:nvSpPr>
          <p:spPr bwMode="auto">
            <a:xfrm rot="5094805">
              <a:off x="427252" y="1528891"/>
              <a:ext cx="61694" cy="31990"/>
            </a:xfrm>
            <a:custGeom>
              <a:avLst/>
              <a:gdLst>
                <a:gd name="T0" fmla="*/ 0 w 25"/>
                <a:gd name="T1" fmla="*/ 6 h 13"/>
                <a:gd name="T2" fmla="*/ 11 w 25"/>
                <a:gd name="T3" fmla="*/ 0 h 13"/>
                <a:gd name="T4" fmla="*/ 25 w 25"/>
                <a:gd name="T5" fmla="*/ 8 h 13"/>
                <a:gd name="T6" fmla="*/ 13 w 25"/>
                <a:gd name="T7" fmla="*/ 13 h 13"/>
                <a:gd name="T8" fmla="*/ 0 w 25"/>
                <a:gd name="T9" fmla="*/ 6 h 13"/>
              </a:gdLst>
              <a:ahLst/>
              <a:cxnLst>
                <a:cxn ang="0">
                  <a:pos x="T0" y="T1"/>
                </a:cxn>
                <a:cxn ang="0">
                  <a:pos x="T2" y="T3"/>
                </a:cxn>
                <a:cxn ang="0">
                  <a:pos x="T4" y="T5"/>
                </a:cxn>
                <a:cxn ang="0">
                  <a:pos x="T6" y="T7"/>
                </a:cxn>
                <a:cxn ang="0">
                  <a:pos x="T8" y="T9"/>
                </a:cxn>
              </a:cxnLst>
              <a:rect l="0" t="0" r="r" b="b"/>
              <a:pathLst>
                <a:path w="25" h="13">
                  <a:moveTo>
                    <a:pt x="0" y="6"/>
                  </a:moveTo>
                  <a:cubicBezTo>
                    <a:pt x="0" y="2"/>
                    <a:pt x="5" y="0"/>
                    <a:pt x="11" y="0"/>
                  </a:cubicBezTo>
                  <a:cubicBezTo>
                    <a:pt x="18" y="1"/>
                    <a:pt x="24" y="4"/>
                    <a:pt x="25" y="8"/>
                  </a:cubicBezTo>
                  <a:cubicBezTo>
                    <a:pt x="25" y="11"/>
                    <a:pt x="19" y="13"/>
                    <a:pt x="13" y="13"/>
                  </a:cubicBezTo>
                  <a:cubicBezTo>
                    <a:pt x="6"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8" name="Freeform 1499">
              <a:extLst>
                <a:ext uri="{FF2B5EF4-FFF2-40B4-BE49-F238E27FC236}">
                  <a16:creationId xmlns:a16="http://schemas.microsoft.com/office/drawing/2014/main" id="{1BB6467B-E082-AB45-C527-E8B23CF10980}"/>
                </a:ext>
              </a:extLst>
            </p:cNvPr>
            <p:cNvSpPr>
              <a:spLocks/>
            </p:cNvSpPr>
            <p:nvPr/>
          </p:nvSpPr>
          <p:spPr bwMode="auto">
            <a:xfrm rot="5094805">
              <a:off x="413332" y="1331402"/>
              <a:ext cx="68549" cy="36560"/>
            </a:xfrm>
            <a:custGeom>
              <a:avLst/>
              <a:gdLst>
                <a:gd name="T0" fmla="*/ 11 w 27"/>
                <a:gd name="T1" fmla="*/ 0 h 14"/>
                <a:gd name="T2" fmla="*/ 25 w 27"/>
                <a:gd name="T3" fmla="*/ 6 h 14"/>
                <a:gd name="T4" fmla="*/ 15 w 27"/>
                <a:gd name="T5" fmla="*/ 14 h 14"/>
                <a:gd name="T6" fmla="*/ 1 w 27"/>
                <a:gd name="T7" fmla="*/ 6 h 14"/>
                <a:gd name="T8" fmla="*/ 11 w 27"/>
                <a:gd name="T9" fmla="*/ 0 h 14"/>
              </a:gdLst>
              <a:ahLst/>
              <a:cxnLst>
                <a:cxn ang="0">
                  <a:pos x="T0" y="T1"/>
                </a:cxn>
                <a:cxn ang="0">
                  <a:pos x="T2" y="T3"/>
                </a:cxn>
                <a:cxn ang="0">
                  <a:pos x="T4" y="T5"/>
                </a:cxn>
                <a:cxn ang="0">
                  <a:pos x="T6" y="T7"/>
                </a:cxn>
                <a:cxn ang="0">
                  <a:pos x="T8" y="T9"/>
                </a:cxn>
              </a:cxnLst>
              <a:rect l="0" t="0" r="r" b="b"/>
              <a:pathLst>
                <a:path w="27" h="14">
                  <a:moveTo>
                    <a:pt x="11" y="0"/>
                  </a:moveTo>
                  <a:cubicBezTo>
                    <a:pt x="18" y="0"/>
                    <a:pt x="24" y="3"/>
                    <a:pt x="25" y="6"/>
                  </a:cubicBezTo>
                  <a:cubicBezTo>
                    <a:pt x="27" y="10"/>
                    <a:pt x="22" y="14"/>
                    <a:pt x="15" y="14"/>
                  </a:cubicBezTo>
                  <a:cubicBezTo>
                    <a:pt x="8" y="14"/>
                    <a:pt x="2" y="10"/>
                    <a:pt x="1" y="6"/>
                  </a:cubicBezTo>
                  <a:cubicBezTo>
                    <a:pt x="0" y="3"/>
                    <a:pt x="5"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9" name="Freeform 1500">
              <a:extLst>
                <a:ext uri="{FF2B5EF4-FFF2-40B4-BE49-F238E27FC236}">
                  <a16:creationId xmlns:a16="http://schemas.microsoft.com/office/drawing/2014/main" id="{EDC61842-FF3F-6740-1F53-B03DA5736E8A}"/>
                </a:ext>
              </a:extLst>
            </p:cNvPr>
            <p:cNvSpPr>
              <a:spLocks/>
            </p:cNvSpPr>
            <p:nvPr/>
          </p:nvSpPr>
          <p:spPr bwMode="auto">
            <a:xfrm rot="5094805">
              <a:off x="402746" y="1132978"/>
              <a:ext cx="63979" cy="41130"/>
            </a:xfrm>
            <a:custGeom>
              <a:avLst/>
              <a:gdLst>
                <a:gd name="T0" fmla="*/ 25 w 26"/>
                <a:gd name="T1" fmla="*/ 8 h 16"/>
                <a:gd name="T2" fmla="*/ 15 w 26"/>
                <a:gd name="T3" fmla="*/ 16 h 16"/>
                <a:gd name="T4" fmla="*/ 1 w 26"/>
                <a:gd name="T5" fmla="*/ 8 h 16"/>
                <a:gd name="T6" fmla="*/ 13 w 26"/>
                <a:gd name="T7" fmla="*/ 0 h 16"/>
                <a:gd name="T8" fmla="*/ 25 w 26"/>
                <a:gd name="T9" fmla="*/ 8 h 16"/>
              </a:gdLst>
              <a:ahLst/>
              <a:cxnLst>
                <a:cxn ang="0">
                  <a:pos x="T0" y="T1"/>
                </a:cxn>
                <a:cxn ang="0">
                  <a:pos x="T2" y="T3"/>
                </a:cxn>
                <a:cxn ang="0">
                  <a:pos x="T4" y="T5"/>
                </a:cxn>
                <a:cxn ang="0">
                  <a:pos x="T6" y="T7"/>
                </a:cxn>
                <a:cxn ang="0">
                  <a:pos x="T8" y="T9"/>
                </a:cxn>
              </a:cxnLst>
              <a:rect l="0" t="0" r="r" b="b"/>
              <a:pathLst>
                <a:path w="26" h="16">
                  <a:moveTo>
                    <a:pt x="25" y="8"/>
                  </a:moveTo>
                  <a:cubicBezTo>
                    <a:pt x="26" y="13"/>
                    <a:pt x="21" y="16"/>
                    <a:pt x="15" y="16"/>
                  </a:cubicBezTo>
                  <a:cubicBezTo>
                    <a:pt x="8" y="16"/>
                    <a:pt x="2" y="12"/>
                    <a:pt x="1" y="8"/>
                  </a:cubicBezTo>
                  <a:cubicBezTo>
                    <a:pt x="0" y="4"/>
                    <a:pt x="5" y="0"/>
                    <a:pt x="13" y="0"/>
                  </a:cubicBezTo>
                  <a:cubicBezTo>
                    <a:pt x="19" y="1"/>
                    <a:pt x="25"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0" name="Freeform 1501">
              <a:extLst>
                <a:ext uri="{FF2B5EF4-FFF2-40B4-BE49-F238E27FC236}">
                  <a16:creationId xmlns:a16="http://schemas.microsoft.com/office/drawing/2014/main" id="{EC763FDE-AFBF-74DA-E336-3ADDB663E6AD}"/>
                </a:ext>
              </a:extLst>
            </p:cNvPr>
            <p:cNvSpPr>
              <a:spLocks/>
            </p:cNvSpPr>
            <p:nvPr/>
          </p:nvSpPr>
          <p:spPr bwMode="auto">
            <a:xfrm rot="5094805">
              <a:off x="383250" y="937437"/>
              <a:ext cx="63979" cy="45700"/>
            </a:xfrm>
            <a:custGeom>
              <a:avLst/>
              <a:gdLst>
                <a:gd name="T0" fmla="*/ 25 w 26"/>
                <a:gd name="T1" fmla="*/ 8 h 18"/>
                <a:gd name="T2" fmla="*/ 16 w 26"/>
                <a:gd name="T3" fmla="*/ 17 h 18"/>
                <a:gd name="T4" fmla="*/ 1 w 26"/>
                <a:gd name="T5" fmla="*/ 9 h 18"/>
                <a:gd name="T6" fmla="*/ 12 w 26"/>
                <a:gd name="T7" fmla="*/ 0 h 18"/>
                <a:gd name="T8" fmla="*/ 25 w 26"/>
                <a:gd name="T9" fmla="*/ 8 h 18"/>
              </a:gdLst>
              <a:ahLst/>
              <a:cxnLst>
                <a:cxn ang="0">
                  <a:pos x="T0" y="T1"/>
                </a:cxn>
                <a:cxn ang="0">
                  <a:pos x="T2" y="T3"/>
                </a:cxn>
                <a:cxn ang="0">
                  <a:pos x="T4" y="T5"/>
                </a:cxn>
                <a:cxn ang="0">
                  <a:pos x="T6" y="T7"/>
                </a:cxn>
                <a:cxn ang="0">
                  <a:pos x="T8" y="T9"/>
                </a:cxn>
              </a:cxnLst>
              <a:rect l="0" t="0" r="r" b="b"/>
              <a:pathLst>
                <a:path w="26" h="18">
                  <a:moveTo>
                    <a:pt x="25" y="8"/>
                  </a:moveTo>
                  <a:cubicBezTo>
                    <a:pt x="26" y="13"/>
                    <a:pt x="22" y="17"/>
                    <a:pt x="16" y="17"/>
                  </a:cubicBezTo>
                  <a:cubicBezTo>
                    <a:pt x="9" y="18"/>
                    <a:pt x="2" y="14"/>
                    <a:pt x="1" y="9"/>
                  </a:cubicBezTo>
                  <a:cubicBezTo>
                    <a:pt x="0" y="4"/>
                    <a:pt x="5" y="0"/>
                    <a:pt x="12" y="0"/>
                  </a:cubicBezTo>
                  <a:cubicBezTo>
                    <a:pt x="18" y="0"/>
                    <a:pt x="24" y="3"/>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1" name="Freeform 1502">
              <a:extLst>
                <a:ext uri="{FF2B5EF4-FFF2-40B4-BE49-F238E27FC236}">
                  <a16:creationId xmlns:a16="http://schemas.microsoft.com/office/drawing/2014/main" id="{D44BB903-8783-3094-A5E7-3D33C941EA7B}"/>
                </a:ext>
              </a:extLst>
            </p:cNvPr>
            <p:cNvSpPr>
              <a:spLocks/>
            </p:cNvSpPr>
            <p:nvPr/>
          </p:nvSpPr>
          <p:spPr bwMode="auto">
            <a:xfrm rot="5094805">
              <a:off x="356917" y="742302"/>
              <a:ext cx="68549" cy="50269"/>
            </a:xfrm>
            <a:custGeom>
              <a:avLst/>
              <a:gdLst>
                <a:gd name="T0" fmla="*/ 16 w 27"/>
                <a:gd name="T1" fmla="*/ 19 h 20"/>
                <a:gd name="T2" fmla="*/ 1 w 27"/>
                <a:gd name="T3" fmla="*/ 12 h 20"/>
                <a:gd name="T4" fmla="*/ 11 w 27"/>
                <a:gd name="T5" fmla="*/ 1 h 20"/>
                <a:gd name="T6" fmla="*/ 26 w 27"/>
                <a:gd name="T7" fmla="*/ 9 h 20"/>
                <a:gd name="T8" fmla="*/ 16 w 27"/>
                <a:gd name="T9" fmla="*/ 19 h 20"/>
              </a:gdLst>
              <a:ahLst/>
              <a:cxnLst>
                <a:cxn ang="0">
                  <a:pos x="T0" y="T1"/>
                </a:cxn>
                <a:cxn ang="0">
                  <a:pos x="T2" y="T3"/>
                </a:cxn>
                <a:cxn ang="0">
                  <a:pos x="T4" y="T5"/>
                </a:cxn>
                <a:cxn ang="0">
                  <a:pos x="T6" y="T7"/>
                </a:cxn>
                <a:cxn ang="0">
                  <a:pos x="T8" y="T9"/>
                </a:cxn>
              </a:cxnLst>
              <a:rect l="0" t="0" r="r" b="b"/>
              <a:pathLst>
                <a:path w="27" h="20">
                  <a:moveTo>
                    <a:pt x="16" y="19"/>
                  </a:moveTo>
                  <a:cubicBezTo>
                    <a:pt x="10" y="20"/>
                    <a:pt x="3" y="16"/>
                    <a:pt x="1" y="12"/>
                  </a:cubicBezTo>
                  <a:cubicBezTo>
                    <a:pt x="0" y="7"/>
                    <a:pt x="4" y="2"/>
                    <a:pt x="11" y="1"/>
                  </a:cubicBezTo>
                  <a:cubicBezTo>
                    <a:pt x="18" y="0"/>
                    <a:pt x="25" y="4"/>
                    <a:pt x="26" y="9"/>
                  </a:cubicBezTo>
                  <a:cubicBezTo>
                    <a:pt x="27" y="14"/>
                    <a:pt x="22" y="19"/>
                    <a:pt x="1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2" name="Freeform 1503">
              <a:extLst>
                <a:ext uri="{FF2B5EF4-FFF2-40B4-BE49-F238E27FC236}">
                  <a16:creationId xmlns:a16="http://schemas.microsoft.com/office/drawing/2014/main" id="{30E121A4-9747-ED1B-384B-2B5B1725B38D}"/>
                </a:ext>
              </a:extLst>
            </p:cNvPr>
            <p:cNvSpPr>
              <a:spLocks/>
            </p:cNvSpPr>
            <p:nvPr/>
          </p:nvSpPr>
          <p:spPr bwMode="auto">
            <a:xfrm rot="5094805">
              <a:off x="322530" y="549327"/>
              <a:ext cx="66264" cy="50269"/>
            </a:xfrm>
            <a:custGeom>
              <a:avLst/>
              <a:gdLst>
                <a:gd name="T0" fmla="*/ 26 w 27"/>
                <a:gd name="T1" fmla="*/ 9 h 20"/>
                <a:gd name="T2" fmla="*/ 16 w 27"/>
                <a:gd name="T3" fmla="*/ 19 h 20"/>
                <a:gd name="T4" fmla="*/ 2 w 27"/>
                <a:gd name="T5" fmla="*/ 12 h 20"/>
                <a:gd name="T6" fmla="*/ 13 w 27"/>
                <a:gd name="T7" fmla="*/ 0 h 20"/>
                <a:gd name="T8" fmla="*/ 26 w 27"/>
                <a:gd name="T9" fmla="*/ 9 h 20"/>
              </a:gdLst>
              <a:ahLst/>
              <a:cxnLst>
                <a:cxn ang="0">
                  <a:pos x="T0" y="T1"/>
                </a:cxn>
                <a:cxn ang="0">
                  <a:pos x="T2" y="T3"/>
                </a:cxn>
                <a:cxn ang="0">
                  <a:pos x="T4" y="T5"/>
                </a:cxn>
                <a:cxn ang="0">
                  <a:pos x="T6" y="T7"/>
                </a:cxn>
                <a:cxn ang="0">
                  <a:pos x="T8" y="T9"/>
                </a:cxn>
              </a:cxnLst>
              <a:rect l="0" t="0" r="r" b="b"/>
              <a:pathLst>
                <a:path w="27" h="20">
                  <a:moveTo>
                    <a:pt x="26" y="9"/>
                  </a:moveTo>
                  <a:cubicBezTo>
                    <a:pt x="27" y="14"/>
                    <a:pt x="22" y="19"/>
                    <a:pt x="16" y="19"/>
                  </a:cubicBezTo>
                  <a:cubicBezTo>
                    <a:pt x="10" y="20"/>
                    <a:pt x="3" y="17"/>
                    <a:pt x="2" y="12"/>
                  </a:cubicBezTo>
                  <a:cubicBezTo>
                    <a:pt x="0" y="6"/>
                    <a:pt x="6" y="1"/>
                    <a:pt x="13" y="0"/>
                  </a:cubicBezTo>
                  <a:cubicBezTo>
                    <a:pt x="20" y="0"/>
                    <a:pt x="25" y="3"/>
                    <a:pt x="2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3" name="Freeform 1504">
              <a:extLst>
                <a:ext uri="{FF2B5EF4-FFF2-40B4-BE49-F238E27FC236}">
                  <a16:creationId xmlns:a16="http://schemas.microsoft.com/office/drawing/2014/main" id="{D625DC2D-3322-860F-09A5-3FC9B97A5274}"/>
                </a:ext>
              </a:extLst>
            </p:cNvPr>
            <p:cNvSpPr>
              <a:spLocks/>
            </p:cNvSpPr>
            <p:nvPr/>
          </p:nvSpPr>
          <p:spPr bwMode="auto">
            <a:xfrm rot="5094805">
              <a:off x="280486" y="358291"/>
              <a:ext cx="61694" cy="54839"/>
            </a:xfrm>
            <a:custGeom>
              <a:avLst/>
              <a:gdLst>
                <a:gd name="T0" fmla="*/ 24 w 25"/>
                <a:gd name="T1" fmla="*/ 8 h 22"/>
                <a:gd name="T2" fmla="*/ 15 w 25"/>
                <a:gd name="T3" fmla="*/ 20 h 22"/>
                <a:gd name="T4" fmla="*/ 0 w 25"/>
                <a:gd name="T5" fmla="*/ 12 h 22"/>
                <a:gd name="T6" fmla="*/ 11 w 25"/>
                <a:gd name="T7" fmla="*/ 1 h 22"/>
                <a:gd name="T8" fmla="*/ 24 w 25"/>
                <a:gd name="T9" fmla="*/ 8 h 22"/>
              </a:gdLst>
              <a:ahLst/>
              <a:cxnLst>
                <a:cxn ang="0">
                  <a:pos x="T0" y="T1"/>
                </a:cxn>
                <a:cxn ang="0">
                  <a:pos x="T2" y="T3"/>
                </a:cxn>
                <a:cxn ang="0">
                  <a:pos x="T4" y="T5"/>
                </a:cxn>
                <a:cxn ang="0">
                  <a:pos x="T6" y="T7"/>
                </a:cxn>
                <a:cxn ang="0">
                  <a:pos x="T8" y="T9"/>
                </a:cxn>
              </a:cxnLst>
              <a:rect l="0" t="0" r="r" b="b"/>
              <a:pathLst>
                <a:path w="25" h="22">
                  <a:moveTo>
                    <a:pt x="24" y="8"/>
                  </a:moveTo>
                  <a:cubicBezTo>
                    <a:pt x="25" y="13"/>
                    <a:pt x="21" y="18"/>
                    <a:pt x="15" y="20"/>
                  </a:cubicBezTo>
                  <a:cubicBezTo>
                    <a:pt x="8" y="22"/>
                    <a:pt x="1" y="18"/>
                    <a:pt x="0" y="12"/>
                  </a:cubicBezTo>
                  <a:cubicBezTo>
                    <a:pt x="0" y="7"/>
                    <a:pt x="4" y="2"/>
                    <a:pt x="11" y="1"/>
                  </a:cubicBezTo>
                  <a:cubicBezTo>
                    <a:pt x="17" y="0"/>
                    <a:pt x="23" y="3"/>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4" name="Freeform 1505">
              <a:extLst>
                <a:ext uri="{FF2B5EF4-FFF2-40B4-BE49-F238E27FC236}">
                  <a16:creationId xmlns:a16="http://schemas.microsoft.com/office/drawing/2014/main" id="{1C15F465-1689-05CD-956A-FF6E395E4C6B}"/>
                </a:ext>
              </a:extLst>
            </p:cNvPr>
            <p:cNvSpPr>
              <a:spLocks/>
            </p:cNvSpPr>
            <p:nvPr/>
          </p:nvSpPr>
          <p:spPr bwMode="auto">
            <a:xfrm rot="5094805">
              <a:off x="226842" y="167871"/>
              <a:ext cx="66264" cy="54839"/>
            </a:xfrm>
            <a:custGeom>
              <a:avLst/>
              <a:gdLst>
                <a:gd name="T0" fmla="*/ 25 w 26"/>
                <a:gd name="T1" fmla="*/ 9 h 22"/>
                <a:gd name="T2" fmla="*/ 15 w 26"/>
                <a:gd name="T3" fmla="*/ 21 h 22"/>
                <a:gd name="T4" fmla="*/ 1 w 26"/>
                <a:gd name="T5" fmla="*/ 14 h 22"/>
                <a:gd name="T6" fmla="*/ 12 w 26"/>
                <a:gd name="T7" fmla="*/ 2 h 22"/>
                <a:gd name="T8" fmla="*/ 25 w 26"/>
                <a:gd name="T9" fmla="*/ 9 h 22"/>
              </a:gdLst>
              <a:ahLst/>
              <a:cxnLst>
                <a:cxn ang="0">
                  <a:pos x="T0" y="T1"/>
                </a:cxn>
                <a:cxn ang="0">
                  <a:pos x="T2" y="T3"/>
                </a:cxn>
                <a:cxn ang="0">
                  <a:pos x="T4" y="T5"/>
                </a:cxn>
                <a:cxn ang="0">
                  <a:pos x="T6" y="T7"/>
                </a:cxn>
                <a:cxn ang="0">
                  <a:pos x="T8" y="T9"/>
                </a:cxn>
              </a:cxnLst>
              <a:rect l="0" t="0" r="r" b="b"/>
              <a:pathLst>
                <a:path w="26" h="22">
                  <a:moveTo>
                    <a:pt x="25" y="9"/>
                  </a:moveTo>
                  <a:cubicBezTo>
                    <a:pt x="26" y="14"/>
                    <a:pt x="21" y="19"/>
                    <a:pt x="15" y="21"/>
                  </a:cubicBezTo>
                  <a:cubicBezTo>
                    <a:pt x="9" y="22"/>
                    <a:pt x="2" y="19"/>
                    <a:pt x="1" y="14"/>
                  </a:cubicBezTo>
                  <a:cubicBezTo>
                    <a:pt x="0" y="9"/>
                    <a:pt x="5" y="3"/>
                    <a:pt x="12" y="2"/>
                  </a:cubicBezTo>
                  <a:cubicBezTo>
                    <a:pt x="19" y="0"/>
                    <a:pt x="24" y="3"/>
                    <a:pt x="2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5" name="Freeform 1506">
              <a:extLst>
                <a:ext uri="{FF2B5EF4-FFF2-40B4-BE49-F238E27FC236}">
                  <a16:creationId xmlns:a16="http://schemas.microsoft.com/office/drawing/2014/main" id="{B165A8BF-487F-0DB3-141B-7A28D4528E3A}"/>
                </a:ext>
              </a:extLst>
            </p:cNvPr>
            <p:cNvSpPr>
              <a:spLocks/>
            </p:cNvSpPr>
            <p:nvPr/>
          </p:nvSpPr>
          <p:spPr bwMode="auto">
            <a:xfrm rot="5094805">
              <a:off x="163070" y="-17910"/>
              <a:ext cx="63979" cy="50269"/>
            </a:xfrm>
            <a:custGeom>
              <a:avLst/>
              <a:gdLst>
                <a:gd name="T0" fmla="*/ 25 w 26"/>
                <a:gd name="T1" fmla="*/ 7 h 21"/>
                <a:gd name="T2" fmla="*/ 15 w 26"/>
                <a:gd name="T3" fmla="*/ 19 h 21"/>
                <a:gd name="T4" fmla="*/ 1 w 26"/>
                <a:gd name="T5" fmla="*/ 13 h 21"/>
                <a:gd name="T6" fmla="*/ 11 w 26"/>
                <a:gd name="T7" fmla="*/ 2 h 21"/>
                <a:gd name="T8" fmla="*/ 25 w 26"/>
                <a:gd name="T9" fmla="*/ 7 h 21"/>
              </a:gdLst>
              <a:ahLst/>
              <a:cxnLst>
                <a:cxn ang="0">
                  <a:pos x="T0" y="T1"/>
                </a:cxn>
                <a:cxn ang="0">
                  <a:pos x="T2" y="T3"/>
                </a:cxn>
                <a:cxn ang="0">
                  <a:pos x="T4" y="T5"/>
                </a:cxn>
                <a:cxn ang="0">
                  <a:pos x="T6" y="T7"/>
                </a:cxn>
                <a:cxn ang="0">
                  <a:pos x="T8" y="T9"/>
                </a:cxn>
              </a:cxnLst>
              <a:rect l="0" t="0" r="r" b="b"/>
              <a:pathLst>
                <a:path w="26" h="21">
                  <a:moveTo>
                    <a:pt x="25" y="7"/>
                  </a:moveTo>
                  <a:cubicBezTo>
                    <a:pt x="26" y="11"/>
                    <a:pt x="22" y="17"/>
                    <a:pt x="15" y="19"/>
                  </a:cubicBezTo>
                  <a:cubicBezTo>
                    <a:pt x="9" y="21"/>
                    <a:pt x="1" y="18"/>
                    <a:pt x="1" y="13"/>
                  </a:cubicBezTo>
                  <a:cubicBezTo>
                    <a:pt x="0" y="8"/>
                    <a:pt x="5" y="3"/>
                    <a:pt x="11" y="2"/>
                  </a:cubicBezTo>
                  <a:cubicBezTo>
                    <a:pt x="18" y="0"/>
                    <a:pt x="24" y="2"/>
                    <a:pt x="2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6" name="Freeform 1525">
              <a:extLst>
                <a:ext uri="{FF2B5EF4-FFF2-40B4-BE49-F238E27FC236}">
                  <a16:creationId xmlns:a16="http://schemas.microsoft.com/office/drawing/2014/main" id="{850CB706-BCFE-C3D9-A6E0-FA7991D7B78E}"/>
                </a:ext>
              </a:extLst>
            </p:cNvPr>
            <p:cNvSpPr>
              <a:spLocks/>
            </p:cNvSpPr>
            <p:nvPr/>
          </p:nvSpPr>
          <p:spPr bwMode="auto">
            <a:xfrm rot="5094805">
              <a:off x="2291306" y="6798586"/>
              <a:ext cx="61694" cy="11425"/>
            </a:xfrm>
            <a:custGeom>
              <a:avLst/>
              <a:gdLst>
                <a:gd name="T0" fmla="*/ 12 w 25"/>
                <a:gd name="T1" fmla="*/ 1 h 5"/>
                <a:gd name="T2" fmla="*/ 25 w 25"/>
                <a:gd name="T3" fmla="*/ 0 h 5"/>
                <a:gd name="T4" fmla="*/ 14 w 25"/>
                <a:gd name="T5" fmla="*/ 3 h 5"/>
                <a:gd name="T6" fmla="*/ 0 w 25"/>
                <a:gd name="T7" fmla="*/ 4 h 5"/>
                <a:gd name="T8" fmla="*/ 12 w 25"/>
                <a:gd name="T9" fmla="*/ 1 h 5"/>
              </a:gdLst>
              <a:ahLst/>
              <a:cxnLst>
                <a:cxn ang="0">
                  <a:pos x="T0" y="T1"/>
                </a:cxn>
                <a:cxn ang="0">
                  <a:pos x="T2" y="T3"/>
                </a:cxn>
                <a:cxn ang="0">
                  <a:pos x="T4" y="T5"/>
                </a:cxn>
                <a:cxn ang="0">
                  <a:pos x="T6" y="T7"/>
                </a:cxn>
                <a:cxn ang="0">
                  <a:pos x="T8" y="T9"/>
                </a:cxn>
              </a:cxnLst>
              <a:rect l="0" t="0" r="r" b="b"/>
              <a:pathLst>
                <a:path w="25" h="5">
                  <a:moveTo>
                    <a:pt x="12" y="1"/>
                  </a:moveTo>
                  <a:cubicBezTo>
                    <a:pt x="19" y="0"/>
                    <a:pt x="25" y="0"/>
                    <a:pt x="25" y="0"/>
                  </a:cubicBezTo>
                  <a:cubicBezTo>
                    <a:pt x="25" y="1"/>
                    <a:pt x="20" y="2"/>
                    <a:pt x="14" y="3"/>
                  </a:cubicBezTo>
                  <a:cubicBezTo>
                    <a:pt x="7" y="4"/>
                    <a:pt x="0" y="5"/>
                    <a:pt x="0" y="4"/>
                  </a:cubicBezTo>
                  <a:cubicBezTo>
                    <a:pt x="0" y="4"/>
                    <a:pt x="6" y="3"/>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7" name="Freeform 1526">
              <a:extLst>
                <a:ext uri="{FF2B5EF4-FFF2-40B4-BE49-F238E27FC236}">
                  <a16:creationId xmlns:a16="http://schemas.microsoft.com/office/drawing/2014/main" id="{9F9C5E7D-A91B-6ED6-DEAD-BCCC605D6B6B}"/>
                </a:ext>
              </a:extLst>
            </p:cNvPr>
            <p:cNvSpPr>
              <a:spLocks/>
            </p:cNvSpPr>
            <p:nvPr/>
          </p:nvSpPr>
          <p:spPr bwMode="auto">
            <a:xfrm rot="5094805">
              <a:off x="2244393" y="6607665"/>
              <a:ext cx="63979" cy="9140"/>
            </a:xfrm>
            <a:custGeom>
              <a:avLst/>
              <a:gdLst>
                <a:gd name="T0" fmla="*/ 25 w 26"/>
                <a:gd name="T1" fmla="*/ 1 h 4"/>
                <a:gd name="T2" fmla="*/ 14 w 26"/>
                <a:gd name="T3" fmla="*/ 3 h 4"/>
                <a:gd name="T4" fmla="*/ 1 w 26"/>
                <a:gd name="T5" fmla="*/ 4 h 4"/>
                <a:gd name="T6" fmla="*/ 13 w 26"/>
                <a:gd name="T7" fmla="*/ 2 h 4"/>
                <a:gd name="T8" fmla="*/ 25 w 26"/>
                <a:gd name="T9" fmla="*/ 1 h 4"/>
              </a:gdLst>
              <a:ahLst/>
              <a:cxnLst>
                <a:cxn ang="0">
                  <a:pos x="T0" y="T1"/>
                </a:cxn>
                <a:cxn ang="0">
                  <a:pos x="T2" y="T3"/>
                </a:cxn>
                <a:cxn ang="0">
                  <a:pos x="T4" y="T5"/>
                </a:cxn>
                <a:cxn ang="0">
                  <a:pos x="T6" y="T7"/>
                </a:cxn>
                <a:cxn ang="0">
                  <a:pos x="T8" y="T9"/>
                </a:cxn>
              </a:cxnLst>
              <a:rect l="0" t="0" r="r" b="b"/>
              <a:pathLst>
                <a:path w="26" h="4">
                  <a:moveTo>
                    <a:pt x="25" y="1"/>
                  </a:moveTo>
                  <a:cubicBezTo>
                    <a:pt x="26" y="1"/>
                    <a:pt x="21" y="2"/>
                    <a:pt x="14" y="3"/>
                  </a:cubicBezTo>
                  <a:cubicBezTo>
                    <a:pt x="8" y="4"/>
                    <a:pt x="2" y="4"/>
                    <a:pt x="1" y="4"/>
                  </a:cubicBezTo>
                  <a:cubicBezTo>
                    <a:pt x="0" y="4"/>
                    <a:pt x="6" y="3"/>
                    <a:pt x="13" y="2"/>
                  </a:cubicBezTo>
                  <a:cubicBezTo>
                    <a:pt x="19" y="1"/>
                    <a:pt x="25"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8" name="Freeform 1527">
              <a:extLst>
                <a:ext uri="{FF2B5EF4-FFF2-40B4-BE49-F238E27FC236}">
                  <a16:creationId xmlns:a16="http://schemas.microsoft.com/office/drawing/2014/main" id="{5B3D11AA-EA5B-CCA9-3B60-226438568D41}"/>
                </a:ext>
              </a:extLst>
            </p:cNvPr>
            <p:cNvSpPr>
              <a:spLocks/>
            </p:cNvSpPr>
            <p:nvPr/>
          </p:nvSpPr>
          <p:spPr bwMode="auto">
            <a:xfrm rot="5094805">
              <a:off x="2201829" y="6414062"/>
              <a:ext cx="66264" cy="6855"/>
            </a:xfrm>
            <a:custGeom>
              <a:avLst/>
              <a:gdLst>
                <a:gd name="T0" fmla="*/ 15 w 27"/>
                <a:gd name="T1" fmla="*/ 2 h 3"/>
                <a:gd name="T2" fmla="*/ 1 w 27"/>
                <a:gd name="T3" fmla="*/ 3 h 3"/>
                <a:gd name="T4" fmla="*/ 12 w 27"/>
                <a:gd name="T5" fmla="*/ 1 h 3"/>
                <a:gd name="T6" fmla="*/ 26 w 27"/>
                <a:gd name="T7" fmla="*/ 0 h 3"/>
                <a:gd name="T8" fmla="*/ 15 w 27"/>
                <a:gd name="T9" fmla="*/ 2 h 3"/>
              </a:gdLst>
              <a:ahLst/>
              <a:cxnLst>
                <a:cxn ang="0">
                  <a:pos x="T0" y="T1"/>
                </a:cxn>
                <a:cxn ang="0">
                  <a:pos x="T2" y="T3"/>
                </a:cxn>
                <a:cxn ang="0">
                  <a:pos x="T4" y="T5"/>
                </a:cxn>
                <a:cxn ang="0">
                  <a:pos x="T6" y="T7"/>
                </a:cxn>
                <a:cxn ang="0">
                  <a:pos x="T8" y="T9"/>
                </a:cxn>
              </a:cxnLst>
              <a:rect l="0" t="0" r="r" b="b"/>
              <a:pathLst>
                <a:path w="27" h="3">
                  <a:moveTo>
                    <a:pt x="15" y="2"/>
                  </a:moveTo>
                  <a:cubicBezTo>
                    <a:pt x="9" y="2"/>
                    <a:pt x="2" y="3"/>
                    <a:pt x="1" y="3"/>
                  </a:cubicBezTo>
                  <a:cubicBezTo>
                    <a:pt x="0" y="3"/>
                    <a:pt x="5" y="2"/>
                    <a:pt x="12" y="1"/>
                  </a:cubicBezTo>
                  <a:cubicBezTo>
                    <a:pt x="19" y="1"/>
                    <a:pt x="25" y="0"/>
                    <a:pt x="26" y="0"/>
                  </a:cubicBezTo>
                  <a:cubicBezTo>
                    <a:pt x="27" y="0"/>
                    <a:pt x="22" y="1"/>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9" name="Freeform 1528">
              <a:extLst>
                <a:ext uri="{FF2B5EF4-FFF2-40B4-BE49-F238E27FC236}">
                  <a16:creationId xmlns:a16="http://schemas.microsoft.com/office/drawing/2014/main" id="{C3F2D780-6164-DC9A-8D83-71831FE3CACC}"/>
                </a:ext>
              </a:extLst>
            </p:cNvPr>
            <p:cNvSpPr>
              <a:spLocks/>
            </p:cNvSpPr>
            <p:nvPr/>
          </p:nvSpPr>
          <p:spPr bwMode="auto">
            <a:xfrm rot="5094805">
              <a:off x="2171994" y="6222967"/>
              <a:ext cx="63979" cy="2285"/>
            </a:xfrm>
            <a:custGeom>
              <a:avLst/>
              <a:gdLst>
                <a:gd name="T0" fmla="*/ 26 w 26"/>
                <a:gd name="T1" fmla="*/ 0 h 1"/>
                <a:gd name="T2" fmla="*/ 15 w 26"/>
                <a:gd name="T3" fmla="*/ 0 h 1"/>
                <a:gd name="T4" fmla="*/ 1 w 26"/>
                <a:gd name="T5" fmla="*/ 1 h 1"/>
                <a:gd name="T6" fmla="*/ 13 w 26"/>
                <a:gd name="T7" fmla="*/ 0 h 1"/>
                <a:gd name="T8" fmla="*/ 26 w 26"/>
                <a:gd name="T9" fmla="*/ 0 h 1"/>
              </a:gdLst>
              <a:ahLst/>
              <a:cxnLst>
                <a:cxn ang="0">
                  <a:pos x="T0" y="T1"/>
                </a:cxn>
                <a:cxn ang="0">
                  <a:pos x="T2" y="T3"/>
                </a:cxn>
                <a:cxn ang="0">
                  <a:pos x="T4" y="T5"/>
                </a:cxn>
                <a:cxn ang="0">
                  <a:pos x="T6" y="T7"/>
                </a:cxn>
                <a:cxn ang="0">
                  <a:pos x="T8" y="T9"/>
                </a:cxn>
              </a:cxnLst>
              <a:rect l="0" t="0" r="r" b="b"/>
              <a:pathLst>
                <a:path w="26" h="1">
                  <a:moveTo>
                    <a:pt x="26" y="0"/>
                  </a:moveTo>
                  <a:cubicBezTo>
                    <a:pt x="26" y="0"/>
                    <a:pt x="21" y="0"/>
                    <a:pt x="15" y="0"/>
                  </a:cubicBezTo>
                  <a:cubicBezTo>
                    <a:pt x="9" y="1"/>
                    <a:pt x="2" y="1"/>
                    <a:pt x="1" y="1"/>
                  </a:cubicBezTo>
                  <a:cubicBezTo>
                    <a:pt x="0" y="1"/>
                    <a:pt x="6" y="1"/>
                    <a:pt x="13" y="0"/>
                  </a:cubicBezTo>
                  <a:cubicBezTo>
                    <a:pt x="20" y="0"/>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0" name="Freeform 1529">
              <a:extLst>
                <a:ext uri="{FF2B5EF4-FFF2-40B4-BE49-F238E27FC236}">
                  <a16:creationId xmlns:a16="http://schemas.microsoft.com/office/drawing/2014/main" id="{FD85F192-E0C0-BBED-4A93-933D681A2734}"/>
                </a:ext>
              </a:extLst>
            </p:cNvPr>
            <p:cNvSpPr>
              <a:spLocks/>
            </p:cNvSpPr>
            <p:nvPr/>
          </p:nvSpPr>
          <p:spPr bwMode="auto">
            <a:xfrm rot="5094805">
              <a:off x="2142159" y="6027301"/>
              <a:ext cx="61694" cy="6855"/>
            </a:xfrm>
            <a:custGeom>
              <a:avLst/>
              <a:gdLst>
                <a:gd name="T0" fmla="*/ 13 w 25"/>
                <a:gd name="T1" fmla="*/ 2 h 3"/>
                <a:gd name="T2" fmla="*/ 0 w 25"/>
                <a:gd name="T3" fmla="*/ 3 h 3"/>
                <a:gd name="T4" fmla="*/ 13 w 25"/>
                <a:gd name="T5" fmla="*/ 2 h 3"/>
                <a:gd name="T6" fmla="*/ 25 w 25"/>
                <a:gd name="T7" fmla="*/ 0 h 3"/>
                <a:gd name="T8" fmla="*/ 13 w 25"/>
                <a:gd name="T9" fmla="*/ 2 h 3"/>
              </a:gdLst>
              <a:ahLst/>
              <a:cxnLst>
                <a:cxn ang="0">
                  <a:pos x="T0" y="T1"/>
                </a:cxn>
                <a:cxn ang="0">
                  <a:pos x="T2" y="T3"/>
                </a:cxn>
                <a:cxn ang="0">
                  <a:pos x="T4" y="T5"/>
                </a:cxn>
                <a:cxn ang="0">
                  <a:pos x="T6" y="T7"/>
                </a:cxn>
                <a:cxn ang="0">
                  <a:pos x="T8" y="T9"/>
                </a:cxn>
              </a:cxnLst>
              <a:rect l="0" t="0" r="r" b="b"/>
              <a:pathLst>
                <a:path w="25" h="3">
                  <a:moveTo>
                    <a:pt x="13" y="2"/>
                  </a:moveTo>
                  <a:cubicBezTo>
                    <a:pt x="6" y="3"/>
                    <a:pt x="1" y="3"/>
                    <a:pt x="0" y="3"/>
                  </a:cubicBezTo>
                  <a:cubicBezTo>
                    <a:pt x="0" y="3"/>
                    <a:pt x="6" y="2"/>
                    <a:pt x="13" y="2"/>
                  </a:cubicBezTo>
                  <a:cubicBezTo>
                    <a:pt x="20" y="1"/>
                    <a:pt x="25" y="0"/>
                    <a:pt x="25" y="0"/>
                  </a:cubicBezTo>
                  <a:cubicBezTo>
                    <a:pt x="25"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1" name="Freeform 1530">
              <a:extLst>
                <a:ext uri="{FF2B5EF4-FFF2-40B4-BE49-F238E27FC236}">
                  <a16:creationId xmlns:a16="http://schemas.microsoft.com/office/drawing/2014/main" id="{14137D58-2C6B-1B3B-2934-81E10C6DE2D6}"/>
                </a:ext>
              </a:extLst>
            </p:cNvPr>
            <p:cNvSpPr>
              <a:spLocks/>
            </p:cNvSpPr>
            <p:nvPr/>
          </p:nvSpPr>
          <p:spPr bwMode="auto">
            <a:xfrm rot="5094805">
              <a:off x="2095448" y="5834086"/>
              <a:ext cx="63979" cy="13710"/>
            </a:xfrm>
            <a:custGeom>
              <a:avLst/>
              <a:gdLst>
                <a:gd name="T0" fmla="*/ 12 w 26"/>
                <a:gd name="T1" fmla="*/ 3 h 5"/>
                <a:gd name="T2" fmla="*/ 25 w 26"/>
                <a:gd name="T3" fmla="*/ 0 h 5"/>
                <a:gd name="T4" fmla="*/ 15 w 26"/>
                <a:gd name="T5" fmla="*/ 2 h 5"/>
                <a:gd name="T6" fmla="*/ 1 w 26"/>
                <a:gd name="T7" fmla="*/ 5 h 5"/>
                <a:gd name="T8" fmla="*/ 12 w 26"/>
                <a:gd name="T9" fmla="*/ 3 h 5"/>
              </a:gdLst>
              <a:ahLst/>
              <a:cxnLst>
                <a:cxn ang="0">
                  <a:pos x="T0" y="T1"/>
                </a:cxn>
                <a:cxn ang="0">
                  <a:pos x="T2" y="T3"/>
                </a:cxn>
                <a:cxn ang="0">
                  <a:pos x="T4" y="T5"/>
                </a:cxn>
                <a:cxn ang="0">
                  <a:pos x="T6" y="T7"/>
                </a:cxn>
                <a:cxn ang="0">
                  <a:pos x="T8" y="T9"/>
                </a:cxn>
              </a:cxnLst>
              <a:rect l="0" t="0" r="r" b="b"/>
              <a:pathLst>
                <a:path w="26" h="5">
                  <a:moveTo>
                    <a:pt x="12" y="3"/>
                  </a:moveTo>
                  <a:cubicBezTo>
                    <a:pt x="19" y="1"/>
                    <a:pt x="24" y="0"/>
                    <a:pt x="25" y="0"/>
                  </a:cubicBezTo>
                  <a:cubicBezTo>
                    <a:pt x="26" y="0"/>
                    <a:pt x="21" y="1"/>
                    <a:pt x="15" y="2"/>
                  </a:cubicBezTo>
                  <a:cubicBezTo>
                    <a:pt x="8" y="4"/>
                    <a:pt x="1" y="5"/>
                    <a:pt x="1" y="5"/>
                  </a:cubicBezTo>
                  <a:cubicBezTo>
                    <a:pt x="0" y="5"/>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2" name="Freeform 1531">
              <a:extLst>
                <a:ext uri="{FF2B5EF4-FFF2-40B4-BE49-F238E27FC236}">
                  <a16:creationId xmlns:a16="http://schemas.microsoft.com/office/drawing/2014/main" id="{6363FABD-8FCF-E98A-4EC2-798F9BDC8F64}"/>
                </a:ext>
              </a:extLst>
            </p:cNvPr>
            <p:cNvSpPr>
              <a:spLocks/>
            </p:cNvSpPr>
            <p:nvPr/>
          </p:nvSpPr>
          <p:spPr bwMode="auto">
            <a:xfrm rot="5094805">
              <a:off x="2036229" y="5645615"/>
              <a:ext cx="61694" cy="13710"/>
            </a:xfrm>
            <a:custGeom>
              <a:avLst/>
              <a:gdLst>
                <a:gd name="T0" fmla="*/ 25 w 25"/>
                <a:gd name="T1" fmla="*/ 0 h 6"/>
                <a:gd name="T2" fmla="*/ 14 w 25"/>
                <a:gd name="T3" fmla="*/ 3 h 6"/>
                <a:gd name="T4" fmla="*/ 1 w 25"/>
                <a:gd name="T5" fmla="*/ 6 h 6"/>
                <a:gd name="T6" fmla="*/ 12 w 25"/>
                <a:gd name="T7" fmla="*/ 3 h 6"/>
                <a:gd name="T8" fmla="*/ 25 w 25"/>
                <a:gd name="T9" fmla="*/ 0 h 6"/>
              </a:gdLst>
              <a:ahLst/>
              <a:cxnLst>
                <a:cxn ang="0">
                  <a:pos x="T0" y="T1"/>
                </a:cxn>
                <a:cxn ang="0">
                  <a:pos x="T2" y="T3"/>
                </a:cxn>
                <a:cxn ang="0">
                  <a:pos x="T4" y="T5"/>
                </a:cxn>
                <a:cxn ang="0">
                  <a:pos x="T6" y="T7"/>
                </a:cxn>
                <a:cxn ang="0">
                  <a:pos x="T8" y="T9"/>
                </a:cxn>
              </a:cxnLst>
              <a:rect l="0" t="0" r="r" b="b"/>
              <a:pathLst>
                <a:path w="25" h="6">
                  <a:moveTo>
                    <a:pt x="25" y="0"/>
                  </a:moveTo>
                  <a:cubicBezTo>
                    <a:pt x="25" y="0"/>
                    <a:pt x="20" y="1"/>
                    <a:pt x="14" y="3"/>
                  </a:cubicBezTo>
                  <a:cubicBezTo>
                    <a:pt x="8" y="4"/>
                    <a:pt x="1" y="6"/>
                    <a:pt x="1" y="6"/>
                  </a:cubicBezTo>
                  <a:cubicBezTo>
                    <a:pt x="0" y="6"/>
                    <a:pt x="5" y="5"/>
                    <a:pt x="12" y="3"/>
                  </a:cubicBezTo>
                  <a:cubicBezTo>
                    <a:pt x="19"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3" name="Freeform 1532">
              <a:extLst>
                <a:ext uri="{FF2B5EF4-FFF2-40B4-BE49-F238E27FC236}">
                  <a16:creationId xmlns:a16="http://schemas.microsoft.com/office/drawing/2014/main" id="{B2F71C01-83E8-8A6B-77DA-074327989203}"/>
                </a:ext>
              </a:extLst>
            </p:cNvPr>
            <p:cNvSpPr>
              <a:spLocks/>
            </p:cNvSpPr>
            <p:nvPr/>
          </p:nvSpPr>
          <p:spPr bwMode="auto">
            <a:xfrm rot="5094805">
              <a:off x="1965726" y="5455766"/>
              <a:ext cx="61694" cy="20565"/>
            </a:xfrm>
            <a:custGeom>
              <a:avLst/>
              <a:gdLst>
                <a:gd name="T0" fmla="*/ 25 w 25"/>
                <a:gd name="T1" fmla="*/ 1 h 8"/>
                <a:gd name="T2" fmla="*/ 14 w 25"/>
                <a:gd name="T3" fmla="*/ 4 h 8"/>
                <a:gd name="T4" fmla="*/ 1 w 25"/>
                <a:gd name="T5" fmla="*/ 8 h 8"/>
                <a:gd name="T6" fmla="*/ 12 w 25"/>
                <a:gd name="T7" fmla="*/ 4 h 8"/>
                <a:gd name="T8" fmla="*/ 25 w 25"/>
                <a:gd name="T9" fmla="*/ 1 h 8"/>
              </a:gdLst>
              <a:ahLst/>
              <a:cxnLst>
                <a:cxn ang="0">
                  <a:pos x="T0" y="T1"/>
                </a:cxn>
                <a:cxn ang="0">
                  <a:pos x="T2" y="T3"/>
                </a:cxn>
                <a:cxn ang="0">
                  <a:pos x="T4" y="T5"/>
                </a:cxn>
                <a:cxn ang="0">
                  <a:pos x="T6" y="T7"/>
                </a:cxn>
                <a:cxn ang="0">
                  <a:pos x="T8" y="T9"/>
                </a:cxn>
              </a:cxnLst>
              <a:rect l="0" t="0" r="r" b="b"/>
              <a:pathLst>
                <a:path w="25" h="8">
                  <a:moveTo>
                    <a:pt x="25" y="1"/>
                  </a:moveTo>
                  <a:cubicBezTo>
                    <a:pt x="25" y="1"/>
                    <a:pt x="20" y="2"/>
                    <a:pt x="14" y="4"/>
                  </a:cubicBezTo>
                  <a:cubicBezTo>
                    <a:pt x="8" y="6"/>
                    <a:pt x="1" y="8"/>
                    <a:pt x="1" y="8"/>
                  </a:cubicBezTo>
                  <a:cubicBezTo>
                    <a:pt x="0" y="8"/>
                    <a:pt x="5" y="6"/>
                    <a:pt x="12" y="4"/>
                  </a:cubicBezTo>
                  <a:cubicBezTo>
                    <a:pt x="19" y="2"/>
                    <a:pt x="24"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4" name="Freeform 1533">
              <a:extLst>
                <a:ext uri="{FF2B5EF4-FFF2-40B4-BE49-F238E27FC236}">
                  <a16:creationId xmlns:a16="http://schemas.microsoft.com/office/drawing/2014/main" id="{BAD8F32E-A521-5D52-9217-B46F82FE5462}"/>
                </a:ext>
              </a:extLst>
            </p:cNvPr>
            <p:cNvSpPr>
              <a:spLocks/>
            </p:cNvSpPr>
            <p:nvPr/>
          </p:nvSpPr>
          <p:spPr bwMode="auto">
            <a:xfrm rot="5094805">
              <a:off x="1880226" y="5268386"/>
              <a:ext cx="61694" cy="20565"/>
            </a:xfrm>
            <a:custGeom>
              <a:avLst/>
              <a:gdLst>
                <a:gd name="T0" fmla="*/ 14 w 25"/>
                <a:gd name="T1" fmla="*/ 4 h 9"/>
                <a:gd name="T2" fmla="*/ 1 w 25"/>
                <a:gd name="T3" fmla="*/ 9 h 9"/>
                <a:gd name="T4" fmla="*/ 11 w 25"/>
                <a:gd name="T5" fmla="*/ 4 h 9"/>
                <a:gd name="T6" fmla="*/ 25 w 25"/>
                <a:gd name="T7" fmla="*/ 0 h 9"/>
                <a:gd name="T8" fmla="*/ 14 w 25"/>
                <a:gd name="T9" fmla="*/ 4 h 9"/>
              </a:gdLst>
              <a:ahLst/>
              <a:cxnLst>
                <a:cxn ang="0">
                  <a:pos x="T0" y="T1"/>
                </a:cxn>
                <a:cxn ang="0">
                  <a:pos x="T2" y="T3"/>
                </a:cxn>
                <a:cxn ang="0">
                  <a:pos x="T4" y="T5"/>
                </a:cxn>
                <a:cxn ang="0">
                  <a:pos x="T6" y="T7"/>
                </a:cxn>
                <a:cxn ang="0">
                  <a:pos x="T8" y="T9"/>
                </a:cxn>
              </a:cxnLst>
              <a:rect l="0" t="0" r="r" b="b"/>
              <a:pathLst>
                <a:path w="25" h="9">
                  <a:moveTo>
                    <a:pt x="14" y="4"/>
                  </a:moveTo>
                  <a:cubicBezTo>
                    <a:pt x="8" y="6"/>
                    <a:pt x="2" y="9"/>
                    <a:pt x="1" y="9"/>
                  </a:cubicBezTo>
                  <a:cubicBezTo>
                    <a:pt x="0" y="9"/>
                    <a:pt x="4" y="7"/>
                    <a:pt x="11" y="4"/>
                  </a:cubicBezTo>
                  <a:cubicBezTo>
                    <a:pt x="18" y="2"/>
                    <a:pt x="24" y="0"/>
                    <a:pt x="25" y="0"/>
                  </a:cubicBezTo>
                  <a:cubicBezTo>
                    <a:pt x="25" y="0"/>
                    <a:pt x="21" y="2"/>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5" name="Freeform 1534">
              <a:extLst>
                <a:ext uri="{FF2B5EF4-FFF2-40B4-BE49-F238E27FC236}">
                  <a16:creationId xmlns:a16="http://schemas.microsoft.com/office/drawing/2014/main" id="{6FC61CA3-AFCE-6B0A-3066-2383F80A0819}"/>
                </a:ext>
              </a:extLst>
            </p:cNvPr>
            <p:cNvSpPr>
              <a:spLocks/>
            </p:cNvSpPr>
            <p:nvPr/>
          </p:nvSpPr>
          <p:spPr bwMode="auto">
            <a:xfrm rot="5094805">
              <a:off x="1787061" y="5082742"/>
              <a:ext cx="63979" cy="25135"/>
            </a:xfrm>
            <a:custGeom>
              <a:avLst/>
              <a:gdLst>
                <a:gd name="T0" fmla="*/ 15 w 26"/>
                <a:gd name="T1" fmla="*/ 5 h 10"/>
                <a:gd name="T2" fmla="*/ 1 w 26"/>
                <a:gd name="T3" fmla="*/ 10 h 10"/>
                <a:gd name="T4" fmla="*/ 11 w 26"/>
                <a:gd name="T5" fmla="*/ 5 h 10"/>
                <a:gd name="T6" fmla="*/ 25 w 26"/>
                <a:gd name="T7" fmla="*/ 0 h 10"/>
                <a:gd name="T8" fmla="*/ 15 w 26"/>
                <a:gd name="T9" fmla="*/ 5 h 10"/>
              </a:gdLst>
              <a:ahLst/>
              <a:cxnLst>
                <a:cxn ang="0">
                  <a:pos x="T0" y="T1"/>
                </a:cxn>
                <a:cxn ang="0">
                  <a:pos x="T2" y="T3"/>
                </a:cxn>
                <a:cxn ang="0">
                  <a:pos x="T4" y="T5"/>
                </a:cxn>
                <a:cxn ang="0">
                  <a:pos x="T6" y="T7"/>
                </a:cxn>
                <a:cxn ang="0">
                  <a:pos x="T8" y="T9"/>
                </a:cxn>
              </a:cxnLst>
              <a:rect l="0" t="0" r="r" b="b"/>
              <a:pathLst>
                <a:path w="26" h="10">
                  <a:moveTo>
                    <a:pt x="15" y="5"/>
                  </a:moveTo>
                  <a:cubicBezTo>
                    <a:pt x="9" y="7"/>
                    <a:pt x="2" y="10"/>
                    <a:pt x="1" y="10"/>
                  </a:cubicBezTo>
                  <a:cubicBezTo>
                    <a:pt x="0" y="10"/>
                    <a:pt x="4" y="8"/>
                    <a:pt x="11" y="5"/>
                  </a:cubicBezTo>
                  <a:cubicBezTo>
                    <a:pt x="18" y="2"/>
                    <a:pt x="24" y="0"/>
                    <a:pt x="25" y="0"/>
                  </a:cubicBezTo>
                  <a:cubicBezTo>
                    <a:pt x="26" y="0"/>
                    <a:pt x="21" y="2"/>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6" name="Freeform 1535">
              <a:extLst>
                <a:ext uri="{FF2B5EF4-FFF2-40B4-BE49-F238E27FC236}">
                  <a16:creationId xmlns:a16="http://schemas.microsoft.com/office/drawing/2014/main" id="{F3BF7E28-F1D3-F261-5954-394B51748A01}"/>
                </a:ext>
              </a:extLst>
            </p:cNvPr>
            <p:cNvSpPr>
              <a:spLocks/>
            </p:cNvSpPr>
            <p:nvPr/>
          </p:nvSpPr>
          <p:spPr bwMode="auto">
            <a:xfrm rot="5094805">
              <a:off x="1688214" y="4898950"/>
              <a:ext cx="61694" cy="27420"/>
            </a:xfrm>
            <a:custGeom>
              <a:avLst/>
              <a:gdLst>
                <a:gd name="T0" fmla="*/ 12 w 25"/>
                <a:gd name="T1" fmla="*/ 5 h 11"/>
                <a:gd name="T2" fmla="*/ 24 w 25"/>
                <a:gd name="T3" fmla="*/ 0 h 11"/>
                <a:gd name="T4" fmla="*/ 14 w 25"/>
                <a:gd name="T5" fmla="*/ 5 h 11"/>
                <a:gd name="T6" fmla="*/ 1 w 25"/>
                <a:gd name="T7" fmla="*/ 10 h 11"/>
                <a:gd name="T8" fmla="*/ 12 w 25"/>
                <a:gd name="T9" fmla="*/ 5 h 11"/>
              </a:gdLst>
              <a:ahLst/>
              <a:cxnLst>
                <a:cxn ang="0">
                  <a:pos x="T0" y="T1"/>
                </a:cxn>
                <a:cxn ang="0">
                  <a:pos x="T2" y="T3"/>
                </a:cxn>
                <a:cxn ang="0">
                  <a:pos x="T4" y="T5"/>
                </a:cxn>
                <a:cxn ang="0">
                  <a:pos x="T6" y="T7"/>
                </a:cxn>
                <a:cxn ang="0">
                  <a:pos x="T8" y="T9"/>
                </a:cxn>
              </a:cxnLst>
              <a:rect l="0" t="0" r="r" b="b"/>
              <a:pathLst>
                <a:path w="25" h="11">
                  <a:moveTo>
                    <a:pt x="12" y="5"/>
                  </a:moveTo>
                  <a:cubicBezTo>
                    <a:pt x="18" y="2"/>
                    <a:pt x="24" y="0"/>
                    <a:pt x="24" y="0"/>
                  </a:cubicBezTo>
                  <a:cubicBezTo>
                    <a:pt x="25" y="0"/>
                    <a:pt x="21" y="2"/>
                    <a:pt x="14" y="5"/>
                  </a:cubicBezTo>
                  <a:cubicBezTo>
                    <a:pt x="8" y="8"/>
                    <a:pt x="1" y="11"/>
                    <a:pt x="1" y="10"/>
                  </a:cubicBezTo>
                  <a:cubicBezTo>
                    <a:pt x="0" y="10"/>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7" name="Freeform 1536">
              <a:extLst>
                <a:ext uri="{FF2B5EF4-FFF2-40B4-BE49-F238E27FC236}">
                  <a16:creationId xmlns:a16="http://schemas.microsoft.com/office/drawing/2014/main" id="{C83B5586-11EC-B0DE-1AAB-07945E4C7A72}"/>
                </a:ext>
              </a:extLst>
            </p:cNvPr>
            <p:cNvSpPr>
              <a:spLocks/>
            </p:cNvSpPr>
            <p:nvPr/>
          </p:nvSpPr>
          <p:spPr bwMode="auto">
            <a:xfrm rot="5094805">
              <a:off x="1586050" y="4716498"/>
              <a:ext cx="61694" cy="29705"/>
            </a:xfrm>
            <a:custGeom>
              <a:avLst/>
              <a:gdLst>
                <a:gd name="T0" fmla="*/ 12 w 25"/>
                <a:gd name="T1" fmla="*/ 5 h 12"/>
                <a:gd name="T2" fmla="*/ 24 w 25"/>
                <a:gd name="T3" fmla="*/ 0 h 12"/>
                <a:gd name="T4" fmla="*/ 13 w 25"/>
                <a:gd name="T5" fmla="*/ 6 h 12"/>
                <a:gd name="T6" fmla="*/ 0 w 25"/>
                <a:gd name="T7" fmla="*/ 11 h 12"/>
                <a:gd name="T8" fmla="*/ 12 w 25"/>
                <a:gd name="T9" fmla="*/ 5 h 12"/>
              </a:gdLst>
              <a:ahLst/>
              <a:cxnLst>
                <a:cxn ang="0">
                  <a:pos x="T0" y="T1"/>
                </a:cxn>
                <a:cxn ang="0">
                  <a:pos x="T2" y="T3"/>
                </a:cxn>
                <a:cxn ang="0">
                  <a:pos x="T4" y="T5"/>
                </a:cxn>
                <a:cxn ang="0">
                  <a:pos x="T6" y="T7"/>
                </a:cxn>
                <a:cxn ang="0">
                  <a:pos x="T8" y="T9"/>
                </a:cxn>
              </a:cxnLst>
              <a:rect l="0" t="0" r="r" b="b"/>
              <a:pathLst>
                <a:path w="25" h="12">
                  <a:moveTo>
                    <a:pt x="12" y="5"/>
                  </a:moveTo>
                  <a:cubicBezTo>
                    <a:pt x="18" y="2"/>
                    <a:pt x="24" y="0"/>
                    <a:pt x="24" y="0"/>
                  </a:cubicBezTo>
                  <a:cubicBezTo>
                    <a:pt x="25" y="1"/>
                    <a:pt x="20" y="3"/>
                    <a:pt x="13" y="6"/>
                  </a:cubicBezTo>
                  <a:cubicBezTo>
                    <a:pt x="7" y="10"/>
                    <a:pt x="0" y="12"/>
                    <a:pt x="0" y="11"/>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8" name="Freeform 1537">
              <a:extLst>
                <a:ext uri="{FF2B5EF4-FFF2-40B4-BE49-F238E27FC236}">
                  <a16:creationId xmlns:a16="http://schemas.microsoft.com/office/drawing/2014/main" id="{B91BCB13-9BA6-9594-B779-EEAAD0B50608}"/>
                </a:ext>
              </a:extLst>
            </p:cNvPr>
            <p:cNvSpPr>
              <a:spLocks/>
            </p:cNvSpPr>
            <p:nvPr/>
          </p:nvSpPr>
          <p:spPr bwMode="auto">
            <a:xfrm rot="5094805">
              <a:off x="1477791" y="4531144"/>
              <a:ext cx="61694" cy="29705"/>
            </a:xfrm>
            <a:custGeom>
              <a:avLst/>
              <a:gdLst>
                <a:gd name="T0" fmla="*/ 14 w 25"/>
                <a:gd name="T1" fmla="*/ 7 h 12"/>
                <a:gd name="T2" fmla="*/ 1 w 25"/>
                <a:gd name="T3" fmla="*/ 12 h 12"/>
                <a:gd name="T4" fmla="*/ 12 w 25"/>
                <a:gd name="T5" fmla="*/ 5 h 12"/>
                <a:gd name="T6" fmla="*/ 25 w 25"/>
                <a:gd name="T7" fmla="*/ 0 h 12"/>
                <a:gd name="T8" fmla="*/ 14 w 25"/>
                <a:gd name="T9" fmla="*/ 7 h 12"/>
              </a:gdLst>
              <a:ahLst/>
              <a:cxnLst>
                <a:cxn ang="0">
                  <a:pos x="T0" y="T1"/>
                </a:cxn>
                <a:cxn ang="0">
                  <a:pos x="T2" y="T3"/>
                </a:cxn>
                <a:cxn ang="0">
                  <a:pos x="T4" y="T5"/>
                </a:cxn>
                <a:cxn ang="0">
                  <a:pos x="T6" y="T7"/>
                </a:cxn>
                <a:cxn ang="0">
                  <a:pos x="T8" y="T9"/>
                </a:cxn>
              </a:cxnLst>
              <a:rect l="0" t="0" r="r" b="b"/>
              <a:pathLst>
                <a:path w="25" h="12">
                  <a:moveTo>
                    <a:pt x="14" y="7"/>
                  </a:moveTo>
                  <a:cubicBezTo>
                    <a:pt x="8" y="10"/>
                    <a:pt x="2" y="12"/>
                    <a:pt x="1" y="12"/>
                  </a:cubicBezTo>
                  <a:cubicBezTo>
                    <a:pt x="0" y="12"/>
                    <a:pt x="5" y="9"/>
                    <a:pt x="12" y="5"/>
                  </a:cubicBezTo>
                  <a:cubicBezTo>
                    <a:pt x="19" y="2"/>
                    <a:pt x="24" y="0"/>
                    <a:pt x="25" y="0"/>
                  </a:cubicBezTo>
                  <a:cubicBezTo>
                    <a:pt x="25" y="1"/>
                    <a:pt x="20" y="4"/>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9" name="Freeform 1540">
              <a:extLst>
                <a:ext uri="{FF2B5EF4-FFF2-40B4-BE49-F238E27FC236}">
                  <a16:creationId xmlns:a16="http://schemas.microsoft.com/office/drawing/2014/main" id="{2E985F3A-7B23-A71B-0EF9-1D6E3F044FB9}"/>
                </a:ext>
              </a:extLst>
            </p:cNvPr>
            <p:cNvSpPr>
              <a:spLocks/>
            </p:cNvSpPr>
            <p:nvPr/>
          </p:nvSpPr>
          <p:spPr bwMode="auto">
            <a:xfrm rot="5094805">
              <a:off x="1373176" y="4336386"/>
              <a:ext cx="59409" cy="27420"/>
            </a:xfrm>
            <a:custGeom>
              <a:avLst/>
              <a:gdLst>
                <a:gd name="T0" fmla="*/ 23 w 24"/>
                <a:gd name="T1" fmla="*/ 0 h 11"/>
                <a:gd name="T2" fmla="*/ 13 w 24"/>
                <a:gd name="T3" fmla="*/ 6 h 11"/>
                <a:gd name="T4" fmla="*/ 1 w 24"/>
                <a:gd name="T5" fmla="*/ 11 h 11"/>
                <a:gd name="T6" fmla="*/ 10 w 24"/>
                <a:gd name="T7" fmla="*/ 6 h 11"/>
                <a:gd name="T8" fmla="*/ 23 w 24"/>
                <a:gd name="T9" fmla="*/ 0 h 11"/>
              </a:gdLst>
              <a:ahLst/>
              <a:cxnLst>
                <a:cxn ang="0">
                  <a:pos x="T0" y="T1"/>
                </a:cxn>
                <a:cxn ang="0">
                  <a:pos x="T2" y="T3"/>
                </a:cxn>
                <a:cxn ang="0">
                  <a:pos x="T4" y="T5"/>
                </a:cxn>
                <a:cxn ang="0">
                  <a:pos x="T6" y="T7"/>
                </a:cxn>
                <a:cxn ang="0">
                  <a:pos x="T8" y="T9"/>
                </a:cxn>
              </a:cxnLst>
              <a:rect l="0" t="0" r="r" b="b"/>
              <a:pathLst>
                <a:path w="24" h="11">
                  <a:moveTo>
                    <a:pt x="23" y="0"/>
                  </a:moveTo>
                  <a:cubicBezTo>
                    <a:pt x="24" y="0"/>
                    <a:pt x="19" y="3"/>
                    <a:pt x="13" y="6"/>
                  </a:cubicBezTo>
                  <a:cubicBezTo>
                    <a:pt x="7" y="9"/>
                    <a:pt x="2" y="11"/>
                    <a:pt x="1" y="11"/>
                  </a:cubicBezTo>
                  <a:cubicBezTo>
                    <a:pt x="0" y="11"/>
                    <a:pt x="4" y="9"/>
                    <a:pt x="10" y="6"/>
                  </a:cubicBezTo>
                  <a:cubicBezTo>
                    <a:pt x="17" y="3"/>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0" name="Freeform 1541">
              <a:extLst>
                <a:ext uri="{FF2B5EF4-FFF2-40B4-BE49-F238E27FC236}">
                  <a16:creationId xmlns:a16="http://schemas.microsoft.com/office/drawing/2014/main" id="{D739A783-0FCB-83D4-2B5B-660ED6E8DE32}"/>
                </a:ext>
              </a:extLst>
            </p:cNvPr>
            <p:cNvSpPr>
              <a:spLocks/>
            </p:cNvSpPr>
            <p:nvPr/>
          </p:nvSpPr>
          <p:spPr bwMode="auto">
            <a:xfrm rot="5094805">
              <a:off x="1481030" y="4517188"/>
              <a:ext cx="59409" cy="27420"/>
            </a:xfrm>
            <a:custGeom>
              <a:avLst/>
              <a:gdLst>
                <a:gd name="T0" fmla="*/ 24 w 24"/>
                <a:gd name="T1" fmla="*/ 0 h 11"/>
                <a:gd name="T2" fmla="*/ 13 w 24"/>
                <a:gd name="T3" fmla="*/ 5 h 11"/>
                <a:gd name="T4" fmla="*/ 1 w 24"/>
                <a:gd name="T5" fmla="*/ 11 h 11"/>
                <a:gd name="T6" fmla="*/ 11 w 24"/>
                <a:gd name="T7" fmla="*/ 6 h 11"/>
                <a:gd name="T8" fmla="*/ 24 w 24"/>
                <a:gd name="T9" fmla="*/ 0 h 11"/>
              </a:gdLst>
              <a:ahLst/>
              <a:cxnLst>
                <a:cxn ang="0">
                  <a:pos x="T0" y="T1"/>
                </a:cxn>
                <a:cxn ang="0">
                  <a:pos x="T2" y="T3"/>
                </a:cxn>
                <a:cxn ang="0">
                  <a:pos x="T4" y="T5"/>
                </a:cxn>
                <a:cxn ang="0">
                  <a:pos x="T6" y="T7"/>
                </a:cxn>
                <a:cxn ang="0">
                  <a:pos x="T8" y="T9"/>
                </a:cxn>
              </a:cxnLst>
              <a:rect l="0" t="0" r="r" b="b"/>
              <a:pathLst>
                <a:path w="24" h="11">
                  <a:moveTo>
                    <a:pt x="24" y="0"/>
                  </a:moveTo>
                  <a:cubicBezTo>
                    <a:pt x="24" y="0"/>
                    <a:pt x="20" y="2"/>
                    <a:pt x="13" y="5"/>
                  </a:cubicBezTo>
                  <a:cubicBezTo>
                    <a:pt x="8" y="8"/>
                    <a:pt x="2" y="11"/>
                    <a:pt x="1" y="11"/>
                  </a:cubicBezTo>
                  <a:cubicBezTo>
                    <a:pt x="0" y="11"/>
                    <a:pt x="5" y="9"/>
                    <a:pt x="11" y="6"/>
                  </a:cubicBezTo>
                  <a:cubicBezTo>
                    <a:pt x="17" y="3"/>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1" name="Freeform 1542">
              <a:extLst>
                <a:ext uri="{FF2B5EF4-FFF2-40B4-BE49-F238E27FC236}">
                  <a16:creationId xmlns:a16="http://schemas.microsoft.com/office/drawing/2014/main" id="{7164766A-7889-D551-A010-D88971C0D4FF}"/>
                </a:ext>
              </a:extLst>
            </p:cNvPr>
            <p:cNvSpPr>
              <a:spLocks/>
            </p:cNvSpPr>
            <p:nvPr/>
          </p:nvSpPr>
          <p:spPr bwMode="auto">
            <a:xfrm rot="5094805">
              <a:off x="1588990" y="4700373"/>
              <a:ext cx="57124" cy="25135"/>
            </a:xfrm>
            <a:custGeom>
              <a:avLst/>
              <a:gdLst>
                <a:gd name="T0" fmla="*/ 23 w 23"/>
                <a:gd name="T1" fmla="*/ 0 h 10"/>
                <a:gd name="T2" fmla="*/ 12 w 23"/>
                <a:gd name="T3" fmla="*/ 5 h 10"/>
                <a:gd name="T4" fmla="*/ 1 w 23"/>
                <a:gd name="T5" fmla="*/ 10 h 10"/>
                <a:gd name="T6" fmla="*/ 11 w 23"/>
                <a:gd name="T7" fmla="*/ 5 h 10"/>
                <a:gd name="T8" fmla="*/ 23 w 23"/>
                <a:gd name="T9" fmla="*/ 0 h 10"/>
              </a:gdLst>
              <a:ahLst/>
              <a:cxnLst>
                <a:cxn ang="0">
                  <a:pos x="T0" y="T1"/>
                </a:cxn>
                <a:cxn ang="0">
                  <a:pos x="T2" y="T3"/>
                </a:cxn>
                <a:cxn ang="0">
                  <a:pos x="T4" y="T5"/>
                </a:cxn>
                <a:cxn ang="0">
                  <a:pos x="T6" y="T7"/>
                </a:cxn>
                <a:cxn ang="0">
                  <a:pos x="T8" y="T9"/>
                </a:cxn>
              </a:cxnLst>
              <a:rect l="0" t="0" r="r" b="b"/>
              <a:pathLst>
                <a:path w="23" h="10">
                  <a:moveTo>
                    <a:pt x="23" y="0"/>
                  </a:moveTo>
                  <a:cubicBezTo>
                    <a:pt x="23" y="0"/>
                    <a:pt x="18" y="2"/>
                    <a:pt x="12" y="5"/>
                  </a:cubicBezTo>
                  <a:cubicBezTo>
                    <a:pt x="6" y="8"/>
                    <a:pt x="1" y="10"/>
                    <a:pt x="1" y="10"/>
                  </a:cubicBezTo>
                  <a:cubicBezTo>
                    <a:pt x="0" y="10"/>
                    <a:pt x="5" y="8"/>
                    <a:pt x="11" y="5"/>
                  </a:cubicBezTo>
                  <a:cubicBezTo>
                    <a:pt x="17" y="2"/>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2" name="Freeform 1543">
              <a:extLst>
                <a:ext uri="{FF2B5EF4-FFF2-40B4-BE49-F238E27FC236}">
                  <a16:creationId xmlns:a16="http://schemas.microsoft.com/office/drawing/2014/main" id="{8603A853-5B60-2F36-2D05-D5D050828480}"/>
                </a:ext>
              </a:extLst>
            </p:cNvPr>
            <p:cNvSpPr>
              <a:spLocks/>
            </p:cNvSpPr>
            <p:nvPr/>
          </p:nvSpPr>
          <p:spPr bwMode="auto">
            <a:xfrm rot="5094805">
              <a:off x="1691357" y="4885100"/>
              <a:ext cx="57124" cy="22850"/>
            </a:xfrm>
            <a:custGeom>
              <a:avLst/>
              <a:gdLst>
                <a:gd name="T0" fmla="*/ 12 w 23"/>
                <a:gd name="T1" fmla="*/ 5 h 10"/>
                <a:gd name="T2" fmla="*/ 0 w 23"/>
                <a:gd name="T3" fmla="*/ 10 h 10"/>
                <a:gd name="T4" fmla="*/ 10 w 23"/>
                <a:gd name="T5" fmla="*/ 5 h 10"/>
                <a:gd name="T6" fmla="*/ 23 w 23"/>
                <a:gd name="T7" fmla="*/ 0 h 10"/>
                <a:gd name="T8" fmla="*/ 12 w 23"/>
                <a:gd name="T9" fmla="*/ 5 h 10"/>
              </a:gdLst>
              <a:ahLst/>
              <a:cxnLst>
                <a:cxn ang="0">
                  <a:pos x="T0" y="T1"/>
                </a:cxn>
                <a:cxn ang="0">
                  <a:pos x="T2" y="T3"/>
                </a:cxn>
                <a:cxn ang="0">
                  <a:pos x="T4" y="T5"/>
                </a:cxn>
                <a:cxn ang="0">
                  <a:pos x="T6" y="T7"/>
                </a:cxn>
                <a:cxn ang="0">
                  <a:pos x="T8" y="T9"/>
                </a:cxn>
              </a:cxnLst>
              <a:rect l="0" t="0" r="r" b="b"/>
              <a:pathLst>
                <a:path w="23" h="10">
                  <a:moveTo>
                    <a:pt x="12" y="5"/>
                  </a:moveTo>
                  <a:cubicBezTo>
                    <a:pt x="6" y="8"/>
                    <a:pt x="0" y="10"/>
                    <a:pt x="0" y="10"/>
                  </a:cubicBezTo>
                  <a:cubicBezTo>
                    <a:pt x="0" y="10"/>
                    <a:pt x="4" y="8"/>
                    <a:pt x="10" y="5"/>
                  </a:cubicBezTo>
                  <a:cubicBezTo>
                    <a:pt x="16" y="3"/>
                    <a:pt x="22" y="0"/>
                    <a:pt x="23" y="0"/>
                  </a:cubicBezTo>
                  <a:cubicBezTo>
                    <a:pt x="23" y="0"/>
                    <a:pt x="18"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3" name="Freeform 1544">
              <a:extLst>
                <a:ext uri="{FF2B5EF4-FFF2-40B4-BE49-F238E27FC236}">
                  <a16:creationId xmlns:a16="http://schemas.microsoft.com/office/drawing/2014/main" id="{6CB2CD97-41BA-A15D-5C06-6D1885A5EA44}"/>
                </a:ext>
              </a:extLst>
            </p:cNvPr>
            <p:cNvSpPr>
              <a:spLocks/>
            </p:cNvSpPr>
            <p:nvPr/>
          </p:nvSpPr>
          <p:spPr bwMode="auto">
            <a:xfrm rot="5094805">
              <a:off x="1788130" y="5069086"/>
              <a:ext cx="59409" cy="25135"/>
            </a:xfrm>
            <a:custGeom>
              <a:avLst/>
              <a:gdLst>
                <a:gd name="T0" fmla="*/ 10 w 24"/>
                <a:gd name="T1" fmla="*/ 6 h 10"/>
                <a:gd name="T2" fmla="*/ 23 w 24"/>
                <a:gd name="T3" fmla="*/ 1 h 10"/>
                <a:gd name="T4" fmla="*/ 13 w 24"/>
                <a:gd name="T5" fmla="*/ 5 h 10"/>
                <a:gd name="T6" fmla="*/ 1 w 24"/>
                <a:gd name="T7" fmla="*/ 10 h 10"/>
                <a:gd name="T8" fmla="*/ 10 w 24"/>
                <a:gd name="T9" fmla="*/ 6 h 10"/>
              </a:gdLst>
              <a:ahLst/>
              <a:cxnLst>
                <a:cxn ang="0">
                  <a:pos x="T0" y="T1"/>
                </a:cxn>
                <a:cxn ang="0">
                  <a:pos x="T2" y="T3"/>
                </a:cxn>
                <a:cxn ang="0">
                  <a:pos x="T4" y="T5"/>
                </a:cxn>
                <a:cxn ang="0">
                  <a:pos x="T6" y="T7"/>
                </a:cxn>
                <a:cxn ang="0">
                  <a:pos x="T8" y="T9"/>
                </a:cxn>
              </a:cxnLst>
              <a:rect l="0" t="0" r="r" b="b"/>
              <a:pathLst>
                <a:path w="24" h="10">
                  <a:moveTo>
                    <a:pt x="10" y="6"/>
                  </a:moveTo>
                  <a:cubicBezTo>
                    <a:pt x="17" y="3"/>
                    <a:pt x="23" y="1"/>
                    <a:pt x="23" y="1"/>
                  </a:cubicBezTo>
                  <a:cubicBezTo>
                    <a:pt x="24" y="0"/>
                    <a:pt x="19" y="2"/>
                    <a:pt x="13" y="5"/>
                  </a:cubicBezTo>
                  <a:cubicBezTo>
                    <a:pt x="7" y="7"/>
                    <a:pt x="2" y="9"/>
                    <a:pt x="1" y="10"/>
                  </a:cubicBezTo>
                  <a:cubicBezTo>
                    <a:pt x="0" y="10"/>
                    <a:pt x="4" y="8"/>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4" name="Freeform 1545">
              <a:extLst>
                <a:ext uri="{FF2B5EF4-FFF2-40B4-BE49-F238E27FC236}">
                  <a16:creationId xmlns:a16="http://schemas.microsoft.com/office/drawing/2014/main" id="{0BB8E0AF-4A4C-B567-20EE-47C46288E2F9}"/>
                </a:ext>
              </a:extLst>
            </p:cNvPr>
            <p:cNvSpPr>
              <a:spLocks/>
            </p:cNvSpPr>
            <p:nvPr/>
          </p:nvSpPr>
          <p:spPr bwMode="auto">
            <a:xfrm rot="5094805">
              <a:off x="1876735" y="5254932"/>
              <a:ext cx="61694" cy="20565"/>
            </a:xfrm>
            <a:custGeom>
              <a:avLst/>
              <a:gdLst>
                <a:gd name="T0" fmla="*/ 24 w 25"/>
                <a:gd name="T1" fmla="*/ 0 h 9"/>
                <a:gd name="T2" fmla="*/ 13 w 25"/>
                <a:gd name="T3" fmla="*/ 4 h 9"/>
                <a:gd name="T4" fmla="*/ 1 w 25"/>
                <a:gd name="T5" fmla="*/ 8 h 9"/>
                <a:gd name="T6" fmla="*/ 11 w 25"/>
                <a:gd name="T7" fmla="*/ 5 h 9"/>
                <a:gd name="T8" fmla="*/ 24 w 25"/>
                <a:gd name="T9" fmla="*/ 0 h 9"/>
              </a:gdLst>
              <a:ahLst/>
              <a:cxnLst>
                <a:cxn ang="0">
                  <a:pos x="T0" y="T1"/>
                </a:cxn>
                <a:cxn ang="0">
                  <a:pos x="T2" y="T3"/>
                </a:cxn>
                <a:cxn ang="0">
                  <a:pos x="T4" y="T5"/>
                </a:cxn>
                <a:cxn ang="0">
                  <a:pos x="T6" y="T7"/>
                </a:cxn>
                <a:cxn ang="0">
                  <a:pos x="T8" y="T9"/>
                </a:cxn>
              </a:cxnLst>
              <a:rect l="0" t="0" r="r" b="b"/>
              <a:pathLst>
                <a:path w="25" h="9">
                  <a:moveTo>
                    <a:pt x="24" y="0"/>
                  </a:moveTo>
                  <a:cubicBezTo>
                    <a:pt x="25" y="0"/>
                    <a:pt x="20" y="2"/>
                    <a:pt x="13" y="4"/>
                  </a:cubicBezTo>
                  <a:cubicBezTo>
                    <a:pt x="8" y="6"/>
                    <a:pt x="2" y="8"/>
                    <a:pt x="1" y="8"/>
                  </a:cubicBezTo>
                  <a:cubicBezTo>
                    <a:pt x="0" y="9"/>
                    <a:pt x="5" y="7"/>
                    <a:pt x="11" y="5"/>
                  </a:cubicBezTo>
                  <a:cubicBezTo>
                    <a:pt x="17" y="3"/>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5" name="Freeform 1546">
              <a:extLst>
                <a:ext uri="{FF2B5EF4-FFF2-40B4-BE49-F238E27FC236}">
                  <a16:creationId xmlns:a16="http://schemas.microsoft.com/office/drawing/2014/main" id="{23FAEAEF-B2BC-AD09-926F-5609C9232EC0}"/>
                </a:ext>
              </a:extLst>
            </p:cNvPr>
            <p:cNvSpPr>
              <a:spLocks/>
            </p:cNvSpPr>
            <p:nvPr/>
          </p:nvSpPr>
          <p:spPr bwMode="auto">
            <a:xfrm rot="5094805">
              <a:off x="1960999" y="5443662"/>
              <a:ext cx="59409" cy="15995"/>
            </a:xfrm>
            <a:custGeom>
              <a:avLst/>
              <a:gdLst>
                <a:gd name="T0" fmla="*/ 12 w 24"/>
                <a:gd name="T1" fmla="*/ 3 h 7"/>
                <a:gd name="T2" fmla="*/ 0 w 24"/>
                <a:gd name="T3" fmla="*/ 7 h 7"/>
                <a:gd name="T4" fmla="*/ 10 w 24"/>
                <a:gd name="T5" fmla="*/ 4 h 7"/>
                <a:gd name="T6" fmla="*/ 23 w 24"/>
                <a:gd name="T7" fmla="*/ 0 h 7"/>
                <a:gd name="T8" fmla="*/ 12 w 24"/>
                <a:gd name="T9" fmla="*/ 3 h 7"/>
              </a:gdLst>
              <a:ahLst/>
              <a:cxnLst>
                <a:cxn ang="0">
                  <a:pos x="T0" y="T1"/>
                </a:cxn>
                <a:cxn ang="0">
                  <a:pos x="T2" y="T3"/>
                </a:cxn>
                <a:cxn ang="0">
                  <a:pos x="T4" y="T5"/>
                </a:cxn>
                <a:cxn ang="0">
                  <a:pos x="T6" y="T7"/>
                </a:cxn>
                <a:cxn ang="0">
                  <a:pos x="T8" y="T9"/>
                </a:cxn>
              </a:cxnLst>
              <a:rect l="0" t="0" r="r" b="b"/>
              <a:pathLst>
                <a:path w="24" h="7">
                  <a:moveTo>
                    <a:pt x="12" y="3"/>
                  </a:moveTo>
                  <a:cubicBezTo>
                    <a:pt x="6" y="5"/>
                    <a:pt x="0" y="7"/>
                    <a:pt x="0" y="7"/>
                  </a:cubicBezTo>
                  <a:cubicBezTo>
                    <a:pt x="0" y="7"/>
                    <a:pt x="5" y="6"/>
                    <a:pt x="10" y="4"/>
                  </a:cubicBezTo>
                  <a:cubicBezTo>
                    <a:pt x="16" y="2"/>
                    <a:pt x="22" y="1"/>
                    <a:pt x="23" y="0"/>
                  </a:cubicBezTo>
                  <a:cubicBezTo>
                    <a:pt x="24" y="0"/>
                    <a:pt x="18" y="1"/>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6" name="Freeform 1547">
              <a:extLst>
                <a:ext uri="{FF2B5EF4-FFF2-40B4-BE49-F238E27FC236}">
                  <a16:creationId xmlns:a16="http://schemas.microsoft.com/office/drawing/2014/main" id="{21F7D3EE-39A3-9D1D-A4BE-A0170B782317}"/>
                </a:ext>
              </a:extLst>
            </p:cNvPr>
            <p:cNvSpPr>
              <a:spLocks/>
            </p:cNvSpPr>
            <p:nvPr/>
          </p:nvSpPr>
          <p:spPr bwMode="auto">
            <a:xfrm rot="5094805">
              <a:off x="2032544" y="5630088"/>
              <a:ext cx="57124" cy="13710"/>
            </a:xfrm>
            <a:custGeom>
              <a:avLst/>
              <a:gdLst>
                <a:gd name="T0" fmla="*/ 23 w 23"/>
                <a:gd name="T1" fmla="*/ 0 h 6"/>
                <a:gd name="T2" fmla="*/ 11 w 23"/>
                <a:gd name="T3" fmla="*/ 2 h 6"/>
                <a:gd name="T4" fmla="*/ 0 w 23"/>
                <a:gd name="T5" fmla="*/ 6 h 6"/>
                <a:gd name="T6" fmla="*/ 11 w 23"/>
                <a:gd name="T7" fmla="*/ 3 h 6"/>
                <a:gd name="T8" fmla="*/ 23 w 23"/>
                <a:gd name="T9" fmla="*/ 0 h 6"/>
              </a:gdLst>
              <a:ahLst/>
              <a:cxnLst>
                <a:cxn ang="0">
                  <a:pos x="T0" y="T1"/>
                </a:cxn>
                <a:cxn ang="0">
                  <a:pos x="T2" y="T3"/>
                </a:cxn>
                <a:cxn ang="0">
                  <a:pos x="T4" y="T5"/>
                </a:cxn>
                <a:cxn ang="0">
                  <a:pos x="T6" y="T7"/>
                </a:cxn>
                <a:cxn ang="0">
                  <a:pos x="T8" y="T9"/>
                </a:cxn>
              </a:cxnLst>
              <a:rect l="0" t="0" r="r" b="b"/>
              <a:pathLst>
                <a:path w="23" h="6">
                  <a:moveTo>
                    <a:pt x="23" y="0"/>
                  </a:moveTo>
                  <a:cubicBezTo>
                    <a:pt x="23" y="0"/>
                    <a:pt x="18" y="1"/>
                    <a:pt x="11" y="2"/>
                  </a:cubicBezTo>
                  <a:cubicBezTo>
                    <a:pt x="6" y="4"/>
                    <a:pt x="1" y="5"/>
                    <a:pt x="0" y="6"/>
                  </a:cubicBezTo>
                  <a:cubicBezTo>
                    <a:pt x="0" y="6"/>
                    <a:pt x="5" y="5"/>
                    <a:pt x="11" y="3"/>
                  </a:cubicBezTo>
                  <a:cubicBezTo>
                    <a:pt x="17" y="1"/>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7" name="Freeform 1548">
              <a:extLst>
                <a:ext uri="{FF2B5EF4-FFF2-40B4-BE49-F238E27FC236}">
                  <a16:creationId xmlns:a16="http://schemas.microsoft.com/office/drawing/2014/main" id="{D15E1891-D244-7835-4C96-7B57B8E400FF}"/>
                </a:ext>
              </a:extLst>
            </p:cNvPr>
            <p:cNvSpPr>
              <a:spLocks/>
            </p:cNvSpPr>
            <p:nvPr/>
          </p:nvSpPr>
          <p:spPr bwMode="auto">
            <a:xfrm rot="5094805">
              <a:off x="2090828" y="5822079"/>
              <a:ext cx="59409" cy="11425"/>
            </a:xfrm>
            <a:custGeom>
              <a:avLst/>
              <a:gdLst>
                <a:gd name="T0" fmla="*/ 10 w 24"/>
                <a:gd name="T1" fmla="*/ 3 h 5"/>
                <a:gd name="T2" fmla="*/ 23 w 24"/>
                <a:gd name="T3" fmla="*/ 0 h 5"/>
                <a:gd name="T4" fmla="*/ 13 w 24"/>
                <a:gd name="T5" fmla="*/ 2 h 5"/>
                <a:gd name="T6" fmla="*/ 1 w 24"/>
                <a:gd name="T7" fmla="*/ 4 h 5"/>
                <a:gd name="T8" fmla="*/ 10 w 24"/>
                <a:gd name="T9" fmla="*/ 3 h 5"/>
              </a:gdLst>
              <a:ahLst/>
              <a:cxnLst>
                <a:cxn ang="0">
                  <a:pos x="T0" y="T1"/>
                </a:cxn>
                <a:cxn ang="0">
                  <a:pos x="T2" y="T3"/>
                </a:cxn>
                <a:cxn ang="0">
                  <a:pos x="T4" y="T5"/>
                </a:cxn>
                <a:cxn ang="0">
                  <a:pos x="T6" y="T7"/>
                </a:cxn>
                <a:cxn ang="0">
                  <a:pos x="T8" y="T9"/>
                </a:cxn>
              </a:cxnLst>
              <a:rect l="0" t="0" r="r" b="b"/>
              <a:pathLst>
                <a:path w="24" h="5">
                  <a:moveTo>
                    <a:pt x="10" y="3"/>
                  </a:moveTo>
                  <a:cubicBezTo>
                    <a:pt x="17" y="2"/>
                    <a:pt x="23" y="1"/>
                    <a:pt x="23" y="0"/>
                  </a:cubicBezTo>
                  <a:cubicBezTo>
                    <a:pt x="24" y="0"/>
                    <a:pt x="19" y="1"/>
                    <a:pt x="13" y="2"/>
                  </a:cubicBezTo>
                  <a:cubicBezTo>
                    <a:pt x="7" y="3"/>
                    <a:pt x="2" y="4"/>
                    <a:pt x="1" y="4"/>
                  </a:cubicBezTo>
                  <a:cubicBezTo>
                    <a:pt x="0" y="5"/>
                    <a:pt x="4" y="4"/>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8" name="Freeform 1549">
              <a:extLst>
                <a:ext uri="{FF2B5EF4-FFF2-40B4-BE49-F238E27FC236}">
                  <a16:creationId xmlns:a16="http://schemas.microsoft.com/office/drawing/2014/main" id="{5BDBE933-5DB4-0D2E-85DB-3CEB52738B76}"/>
                </a:ext>
              </a:extLst>
            </p:cNvPr>
            <p:cNvSpPr>
              <a:spLocks/>
            </p:cNvSpPr>
            <p:nvPr/>
          </p:nvSpPr>
          <p:spPr bwMode="auto">
            <a:xfrm rot="5094805">
              <a:off x="2137636" y="6015188"/>
              <a:ext cx="59409" cy="6855"/>
            </a:xfrm>
            <a:custGeom>
              <a:avLst/>
              <a:gdLst>
                <a:gd name="T0" fmla="*/ 12 w 24"/>
                <a:gd name="T1" fmla="*/ 1 h 3"/>
                <a:gd name="T2" fmla="*/ 0 w 24"/>
                <a:gd name="T3" fmla="*/ 3 h 3"/>
                <a:gd name="T4" fmla="*/ 10 w 24"/>
                <a:gd name="T5" fmla="*/ 2 h 3"/>
                <a:gd name="T6" fmla="*/ 23 w 24"/>
                <a:gd name="T7" fmla="*/ 1 h 3"/>
                <a:gd name="T8" fmla="*/ 12 w 24"/>
                <a:gd name="T9" fmla="*/ 1 h 3"/>
              </a:gdLst>
              <a:ahLst/>
              <a:cxnLst>
                <a:cxn ang="0">
                  <a:pos x="T0" y="T1"/>
                </a:cxn>
                <a:cxn ang="0">
                  <a:pos x="T2" y="T3"/>
                </a:cxn>
                <a:cxn ang="0">
                  <a:pos x="T4" y="T5"/>
                </a:cxn>
                <a:cxn ang="0">
                  <a:pos x="T6" y="T7"/>
                </a:cxn>
                <a:cxn ang="0">
                  <a:pos x="T8" y="T9"/>
                </a:cxn>
              </a:cxnLst>
              <a:rect l="0" t="0" r="r" b="b"/>
              <a:pathLst>
                <a:path w="24" h="3">
                  <a:moveTo>
                    <a:pt x="12" y="1"/>
                  </a:moveTo>
                  <a:cubicBezTo>
                    <a:pt x="6" y="2"/>
                    <a:pt x="0" y="3"/>
                    <a:pt x="0" y="3"/>
                  </a:cubicBezTo>
                  <a:cubicBezTo>
                    <a:pt x="0" y="3"/>
                    <a:pt x="5" y="3"/>
                    <a:pt x="10" y="2"/>
                  </a:cubicBezTo>
                  <a:cubicBezTo>
                    <a:pt x="16" y="2"/>
                    <a:pt x="23" y="1"/>
                    <a:pt x="23" y="1"/>
                  </a:cubicBezTo>
                  <a:cubicBezTo>
                    <a:pt x="24" y="0"/>
                    <a:pt x="19" y="1"/>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9" name="Freeform 1550">
              <a:extLst>
                <a:ext uri="{FF2B5EF4-FFF2-40B4-BE49-F238E27FC236}">
                  <a16:creationId xmlns:a16="http://schemas.microsoft.com/office/drawing/2014/main" id="{110BFD18-2158-F229-3CFF-46E5D5D08A7E}"/>
                </a:ext>
              </a:extLst>
            </p:cNvPr>
            <p:cNvSpPr>
              <a:spLocks/>
            </p:cNvSpPr>
            <p:nvPr/>
          </p:nvSpPr>
          <p:spPr bwMode="auto">
            <a:xfrm rot="5094805">
              <a:off x="2168406" y="6207334"/>
              <a:ext cx="61694" cy="4570"/>
            </a:xfrm>
            <a:custGeom>
              <a:avLst/>
              <a:gdLst>
                <a:gd name="T0" fmla="*/ 24 w 25"/>
                <a:gd name="T1" fmla="*/ 0 h 2"/>
                <a:gd name="T2" fmla="*/ 14 w 25"/>
                <a:gd name="T3" fmla="*/ 0 h 2"/>
                <a:gd name="T4" fmla="*/ 1 w 25"/>
                <a:gd name="T5" fmla="*/ 2 h 2"/>
                <a:gd name="T6" fmla="*/ 11 w 25"/>
                <a:gd name="T7" fmla="*/ 1 h 2"/>
                <a:gd name="T8" fmla="*/ 24 w 25"/>
                <a:gd name="T9" fmla="*/ 0 h 2"/>
              </a:gdLst>
              <a:ahLst/>
              <a:cxnLst>
                <a:cxn ang="0">
                  <a:pos x="T0" y="T1"/>
                </a:cxn>
                <a:cxn ang="0">
                  <a:pos x="T2" y="T3"/>
                </a:cxn>
                <a:cxn ang="0">
                  <a:pos x="T4" y="T5"/>
                </a:cxn>
                <a:cxn ang="0">
                  <a:pos x="T6" y="T7"/>
                </a:cxn>
                <a:cxn ang="0">
                  <a:pos x="T8" y="T9"/>
                </a:cxn>
              </a:cxnLst>
              <a:rect l="0" t="0" r="r" b="b"/>
              <a:pathLst>
                <a:path w="25" h="2">
                  <a:moveTo>
                    <a:pt x="24" y="0"/>
                  </a:moveTo>
                  <a:cubicBezTo>
                    <a:pt x="25" y="0"/>
                    <a:pt x="20" y="0"/>
                    <a:pt x="14" y="0"/>
                  </a:cubicBezTo>
                  <a:cubicBezTo>
                    <a:pt x="8" y="1"/>
                    <a:pt x="2" y="1"/>
                    <a:pt x="1" y="2"/>
                  </a:cubicBezTo>
                  <a:cubicBezTo>
                    <a:pt x="0" y="2"/>
                    <a:pt x="4" y="2"/>
                    <a:pt x="11" y="1"/>
                  </a:cubicBezTo>
                  <a:cubicBezTo>
                    <a:pt x="17" y="1"/>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0" name="Freeform 1551">
              <a:extLst>
                <a:ext uri="{FF2B5EF4-FFF2-40B4-BE49-F238E27FC236}">
                  <a16:creationId xmlns:a16="http://schemas.microsoft.com/office/drawing/2014/main" id="{5BD36286-EFF2-9426-A588-D48FED48F506}"/>
                </a:ext>
              </a:extLst>
            </p:cNvPr>
            <p:cNvSpPr>
              <a:spLocks/>
            </p:cNvSpPr>
            <p:nvPr/>
          </p:nvSpPr>
          <p:spPr bwMode="auto">
            <a:xfrm rot="5094805">
              <a:off x="2202898" y="6400406"/>
              <a:ext cx="61694" cy="6855"/>
            </a:xfrm>
            <a:custGeom>
              <a:avLst/>
              <a:gdLst>
                <a:gd name="T0" fmla="*/ 12 w 25"/>
                <a:gd name="T1" fmla="*/ 2 h 3"/>
                <a:gd name="T2" fmla="*/ 24 w 25"/>
                <a:gd name="T3" fmla="*/ 0 h 3"/>
                <a:gd name="T4" fmla="*/ 13 w 25"/>
                <a:gd name="T5" fmla="*/ 2 h 3"/>
                <a:gd name="T6" fmla="*/ 1 w 25"/>
                <a:gd name="T7" fmla="*/ 3 h 3"/>
                <a:gd name="T8" fmla="*/ 12 w 25"/>
                <a:gd name="T9" fmla="*/ 2 h 3"/>
              </a:gdLst>
              <a:ahLst/>
              <a:cxnLst>
                <a:cxn ang="0">
                  <a:pos x="T0" y="T1"/>
                </a:cxn>
                <a:cxn ang="0">
                  <a:pos x="T2" y="T3"/>
                </a:cxn>
                <a:cxn ang="0">
                  <a:pos x="T4" y="T5"/>
                </a:cxn>
                <a:cxn ang="0">
                  <a:pos x="T6" y="T7"/>
                </a:cxn>
                <a:cxn ang="0">
                  <a:pos x="T8" y="T9"/>
                </a:cxn>
              </a:cxnLst>
              <a:rect l="0" t="0" r="r" b="b"/>
              <a:pathLst>
                <a:path w="25" h="3">
                  <a:moveTo>
                    <a:pt x="12" y="2"/>
                  </a:moveTo>
                  <a:cubicBezTo>
                    <a:pt x="18" y="1"/>
                    <a:pt x="24" y="0"/>
                    <a:pt x="24" y="0"/>
                  </a:cubicBezTo>
                  <a:cubicBezTo>
                    <a:pt x="25" y="0"/>
                    <a:pt x="19" y="1"/>
                    <a:pt x="13" y="2"/>
                  </a:cubicBezTo>
                  <a:cubicBezTo>
                    <a:pt x="7" y="2"/>
                    <a:pt x="2" y="3"/>
                    <a:pt x="1" y="3"/>
                  </a:cubicBezTo>
                  <a:cubicBezTo>
                    <a:pt x="0" y="3"/>
                    <a:pt x="5"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1" name="Freeform 1552">
              <a:extLst>
                <a:ext uri="{FF2B5EF4-FFF2-40B4-BE49-F238E27FC236}">
                  <a16:creationId xmlns:a16="http://schemas.microsoft.com/office/drawing/2014/main" id="{208EC0EE-0F35-89CB-3B25-79BFC9311A89}"/>
                </a:ext>
              </a:extLst>
            </p:cNvPr>
            <p:cNvSpPr>
              <a:spLocks/>
            </p:cNvSpPr>
            <p:nvPr/>
          </p:nvSpPr>
          <p:spPr bwMode="auto">
            <a:xfrm rot="5094805">
              <a:off x="2247536" y="6591530"/>
              <a:ext cx="59409" cy="9140"/>
            </a:xfrm>
            <a:custGeom>
              <a:avLst/>
              <a:gdLst>
                <a:gd name="T0" fmla="*/ 13 w 24"/>
                <a:gd name="T1" fmla="*/ 2 h 4"/>
                <a:gd name="T2" fmla="*/ 0 w 24"/>
                <a:gd name="T3" fmla="*/ 4 h 4"/>
                <a:gd name="T4" fmla="*/ 10 w 24"/>
                <a:gd name="T5" fmla="*/ 2 h 4"/>
                <a:gd name="T6" fmla="*/ 23 w 24"/>
                <a:gd name="T7" fmla="*/ 0 h 4"/>
                <a:gd name="T8" fmla="*/ 13 w 24"/>
                <a:gd name="T9" fmla="*/ 2 h 4"/>
              </a:gdLst>
              <a:ahLst/>
              <a:cxnLst>
                <a:cxn ang="0">
                  <a:pos x="T0" y="T1"/>
                </a:cxn>
                <a:cxn ang="0">
                  <a:pos x="T2" y="T3"/>
                </a:cxn>
                <a:cxn ang="0">
                  <a:pos x="T4" y="T5"/>
                </a:cxn>
                <a:cxn ang="0">
                  <a:pos x="T6" y="T7"/>
                </a:cxn>
                <a:cxn ang="0">
                  <a:pos x="T8" y="T9"/>
                </a:cxn>
              </a:cxnLst>
              <a:rect l="0" t="0" r="r" b="b"/>
              <a:pathLst>
                <a:path w="24" h="4">
                  <a:moveTo>
                    <a:pt x="13" y="2"/>
                  </a:moveTo>
                  <a:cubicBezTo>
                    <a:pt x="7" y="3"/>
                    <a:pt x="1" y="4"/>
                    <a:pt x="0" y="4"/>
                  </a:cubicBezTo>
                  <a:cubicBezTo>
                    <a:pt x="0" y="4"/>
                    <a:pt x="4" y="3"/>
                    <a:pt x="10" y="2"/>
                  </a:cubicBezTo>
                  <a:cubicBezTo>
                    <a:pt x="16" y="1"/>
                    <a:pt x="22" y="0"/>
                    <a:pt x="23" y="0"/>
                  </a:cubicBezTo>
                  <a:cubicBezTo>
                    <a:pt x="24"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2" name="Freeform 1553">
              <a:extLst>
                <a:ext uri="{FF2B5EF4-FFF2-40B4-BE49-F238E27FC236}">
                  <a16:creationId xmlns:a16="http://schemas.microsoft.com/office/drawing/2014/main" id="{96ED1317-B740-2FE3-0252-C69F87888AFB}"/>
                </a:ext>
              </a:extLst>
            </p:cNvPr>
            <p:cNvSpPr>
              <a:spLocks/>
            </p:cNvSpPr>
            <p:nvPr/>
          </p:nvSpPr>
          <p:spPr bwMode="auto">
            <a:xfrm rot="5094805">
              <a:off x="2298790" y="6779568"/>
              <a:ext cx="61694" cy="11425"/>
            </a:xfrm>
            <a:custGeom>
              <a:avLst/>
              <a:gdLst>
                <a:gd name="T0" fmla="*/ 24 w 25"/>
                <a:gd name="T1" fmla="*/ 0 h 5"/>
                <a:gd name="T2" fmla="*/ 14 w 25"/>
                <a:gd name="T3" fmla="*/ 3 h 5"/>
                <a:gd name="T4" fmla="*/ 2 w 25"/>
                <a:gd name="T5" fmla="*/ 5 h 5"/>
                <a:gd name="T6" fmla="*/ 11 w 25"/>
                <a:gd name="T7" fmla="*/ 2 h 5"/>
                <a:gd name="T8" fmla="*/ 24 w 25"/>
                <a:gd name="T9" fmla="*/ 0 h 5"/>
              </a:gdLst>
              <a:ahLst/>
              <a:cxnLst>
                <a:cxn ang="0">
                  <a:pos x="T0" y="T1"/>
                </a:cxn>
                <a:cxn ang="0">
                  <a:pos x="T2" y="T3"/>
                </a:cxn>
                <a:cxn ang="0">
                  <a:pos x="T4" y="T5"/>
                </a:cxn>
                <a:cxn ang="0">
                  <a:pos x="T6" y="T7"/>
                </a:cxn>
                <a:cxn ang="0">
                  <a:pos x="T8" y="T9"/>
                </a:cxn>
              </a:cxnLst>
              <a:rect l="0" t="0" r="r" b="b"/>
              <a:pathLst>
                <a:path w="25" h="5">
                  <a:moveTo>
                    <a:pt x="24" y="0"/>
                  </a:moveTo>
                  <a:cubicBezTo>
                    <a:pt x="25" y="0"/>
                    <a:pt x="20" y="2"/>
                    <a:pt x="14" y="3"/>
                  </a:cubicBezTo>
                  <a:cubicBezTo>
                    <a:pt x="8" y="4"/>
                    <a:pt x="3" y="5"/>
                    <a:pt x="2" y="5"/>
                  </a:cubicBezTo>
                  <a:cubicBezTo>
                    <a:pt x="0" y="5"/>
                    <a:pt x="5" y="3"/>
                    <a:pt x="11" y="2"/>
                  </a:cubicBezTo>
                  <a:cubicBezTo>
                    <a:pt x="17" y="1"/>
                    <a:pt x="24"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3" name="Freeform 1573">
              <a:extLst>
                <a:ext uri="{FF2B5EF4-FFF2-40B4-BE49-F238E27FC236}">
                  <a16:creationId xmlns:a16="http://schemas.microsoft.com/office/drawing/2014/main" id="{67DCF1ED-9085-3911-61F5-2D76AB282D5E}"/>
                </a:ext>
              </a:extLst>
            </p:cNvPr>
            <p:cNvSpPr>
              <a:spLocks/>
            </p:cNvSpPr>
            <p:nvPr/>
          </p:nvSpPr>
          <p:spPr bwMode="auto">
            <a:xfrm rot="5094805">
              <a:off x="301325" y="-49613"/>
              <a:ext cx="61694" cy="50269"/>
            </a:xfrm>
            <a:custGeom>
              <a:avLst/>
              <a:gdLst>
                <a:gd name="T0" fmla="*/ 14 w 25"/>
                <a:gd name="T1" fmla="*/ 18 h 20"/>
                <a:gd name="T2" fmla="*/ 1 w 25"/>
                <a:gd name="T3" fmla="*/ 13 h 20"/>
                <a:gd name="T4" fmla="*/ 9 w 25"/>
                <a:gd name="T5" fmla="*/ 2 h 20"/>
                <a:gd name="T6" fmla="*/ 23 w 25"/>
                <a:gd name="T7" fmla="*/ 5 h 20"/>
                <a:gd name="T8" fmla="*/ 14 w 25"/>
                <a:gd name="T9" fmla="*/ 18 h 20"/>
              </a:gdLst>
              <a:ahLst/>
              <a:cxnLst>
                <a:cxn ang="0">
                  <a:pos x="T0" y="T1"/>
                </a:cxn>
                <a:cxn ang="0">
                  <a:pos x="T2" y="T3"/>
                </a:cxn>
                <a:cxn ang="0">
                  <a:pos x="T4" y="T5"/>
                </a:cxn>
                <a:cxn ang="0">
                  <a:pos x="T6" y="T7"/>
                </a:cxn>
                <a:cxn ang="0">
                  <a:pos x="T8" y="T9"/>
                </a:cxn>
              </a:cxnLst>
              <a:rect l="0" t="0" r="r" b="b"/>
              <a:pathLst>
                <a:path w="25" h="20">
                  <a:moveTo>
                    <a:pt x="14" y="18"/>
                  </a:moveTo>
                  <a:cubicBezTo>
                    <a:pt x="8" y="20"/>
                    <a:pt x="2" y="17"/>
                    <a:pt x="1" y="13"/>
                  </a:cubicBezTo>
                  <a:cubicBezTo>
                    <a:pt x="0" y="8"/>
                    <a:pt x="4" y="4"/>
                    <a:pt x="9" y="2"/>
                  </a:cubicBezTo>
                  <a:cubicBezTo>
                    <a:pt x="15" y="0"/>
                    <a:pt x="22" y="1"/>
                    <a:pt x="23" y="5"/>
                  </a:cubicBezTo>
                  <a:cubicBezTo>
                    <a:pt x="25" y="10"/>
                    <a:pt x="20" y="16"/>
                    <a:pt x="1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4" name="Freeform 1574">
              <a:extLst>
                <a:ext uri="{FF2B5EF4-FFF2-40B4-BE49-F238E27FC236}">
                  <a16:creationId xmlns:a16="http://schemas.microsoft.com/office/drawing/2014/main" id="{42FABD36-8526-600E-A6B0-611B9F9774CB}"/>
                </a:ext>
              </a:extLst>
            </p:cNvPr>
            <p:cNvSpPr>
              <a:spLocks/>
            </p:cNvSpPr>
            <p:nvPr/>
          </p:nvSpPr>
          <p:spPr bwMode="auto">
            <a:xfrm rot="5094805">
              <a:off x="376283" y="135366"/>
              <a:ext cx="59409" cy="50269"/>
            </a:xfrm>
            <a:custGeom>
              <a:avLst/>
              <a:gdLst>
                <a:gd name="T0" fmla="*/ 23 w 24"/>
                <a:gd name="T1" fmla="*/ 7 h 20"/>
                <a:gd name="T2" fmla="*/ 13 w 24"/>
                <a:gd name="T3" fmla="*/ 19 h 20"/>
                <a:gd name="T4" fmla="*/ 1 w 24"/>
                <a:gd name="T5" fmla="*/ 14 h 20"/>
                <a:gd name="T6" fmla="*/ 10 w 24"/>
                <a:gd name="T7" fmla="*/ 1 h 20"/>
                <a:gd name="T8" fmla="*/ 23 w 24"/>
                <a:gd name="T9" fmla="*/ 7 h 20"/>
              </a:gdLst>
              <a:ahLst/>
              <a:cxnLst>
                <a:cxn ang="0">
                  <a:pos x="T0" y="T1"/>
                </a:cxn>
                <a:cxn ang="0">
                  <a:pos x="T2" y="T3"/>
                </a:cxn>
                <a:cxn ang="0">
                  <a:pos x="T4" y="T5"/>
                </a:cxn>
                <a:cxn ang="0">
                  <a:pos x="T6" y="T7"/>
                </a:cxn>
                <a:cxn ang="0">
                  <a:pos x="T8" y="T9"/>
                </a:cxn>
              </a:cxnLst>
              <a:rect l="0" t="0" r="r" b="b"/>
              <a:pathLst>
                <a:path w="24" h="20">
                  <a:moveTo>
                    <a:pt x="23" y="7"/>
                  </a:moveTo>
                  <a:cubicBezTo>
                    <a:pt x="24" y="12"/>
                    <a:pt x="20" y="18"/>
                    <a:pt x="13" y="19"/>
                  </a:cubicBezTo>
                  <a:cubicBezTo>
                    <a:pt x="8" y="20"/>
                    <a:pt x="2" y="18"/>
                    <a:pt x="1" y="14"/>
                  </a:cubicBezTo>
                  <a:cubicBezTo>
                    <a:pt x="0" y="9"/>
                    <a:pt x="4" y="3"/>
                    <a:pt x="10" y="1"/>
                  </a:cubicBezTo>
                  <a:cubicBezTo>
                    <a:pt x="16" y="0"/>
                    <a:pt x="22" y="2"/>
                    <a:pt x="2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5" name="Freeform 1575">
              <a:extLst>
                <a:ext uri="{FF2B5EF4-FFF2-40B4-BE49-F238E27FC236}">
                  <a16:creationId xmlns:a16="http://schemas.microsoft.com/office/drawing/2014/main" id="{EEF1E1A9-BDB2-E807-29FD-DCA5E9002444}"/>
                </a:ext>
              </a:extLst>
            </p:cNvPr>
            <p:cNvSpPr>
              <a:spLocks/>
            </p:cNvSpPr>
            <p:nvPr/>
          </p:nvSpPr>
          <p:spPr bwMode="auto">
            <a:xfrm rot="5094805">
              <a:off x="432089" y="325283"/>
              <a:ext cx="61694" cy="47984"/>
            </a:xfrm>
            <a:custGeom>
              <a:avLst/>
              <a:gdLst>
                <a:gd name="T0" fmla="*/ 24 w 25"/>
                <a:gd name="T1" fmla="*/ 8 h 20"/>
                <a:gd name="T2" fmla="*/ 14 w 25"/>
                <a:gd name="T3" fmla="*/ 19 h 20"/>
                <a:gd name="T4" fmla="*/ 1 w 25"/>
                <a:gd name="T5" fmla="*/ 13 h 20"/>
                <a:gd name="T6" fmla="*/ 10 w 25"/>
                <a:gd name="T7" fmla="*/ 1 h 20"/>
                <a:gd name="T8" fmla="*/ 24 w 25"/>
                <a:gd name="T9" fmla="*/ 8 h 20"/>
              </a:gdLst>
              <a:ahLst/>
              <a:cxnLst>
                <a:cxn ang="0">
                  <a:pos x="T0" y="T1"/>
                </a:cxn>
                <a:cxn ang="0">
                  <a:pos x="T2" y="T3"/>
                </a:cxn>
                <a:cxn ang="0">
                  <a:pos x="T4" y="T5"/>
                </a:cxn>
                <a:cxn ang="0">
                  <a:pos x="T6" y="T7"/>
                </a:cxn>
                <a:cxn ang="0">
                  <a:pos x="T8" y="T9"/>
                </a:cxn>
              </a:cxnLst>
              <a:rect l="0" t="0" r="r" b="b"/>
              <a:pathLst>
                <a:path w="25" h="20">
                  <a:moveTo>
                    <a:pt x="24" y="8"/>
                  </a:moveTo>
                  <a:cubicBezTo>
                    <a:pt x="25" y="13"/>
                    <a:pt x="20" y="18"/>
                    <a:pt x="14" y="19"/>
                  </a:cubicBezTo>
                  <a:cubicBezTo>
                    <a:pt x="8" y="20"/>
                    <a:pt x="2" y="17"/>
                    <a:pt x="1" y="13"/>
                  </a:cubicBezTo>
                  <a:cubicBezTo>
                    <a:pt x="0" y="8"/>
                    <a:pt x="4" y="3"/>
                    <a:pt x="10" y="1"/>
                  </a:cubicBezTo>
                  <a:cubicBezTo>
                    <a:pt x="16" y="0"/>
                    <a:pt x="23" y="3"/>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6" name="Freeform 1576">
              <a:extLst>
                <a:ext uri="{FF2B5EF4-FFF2-40B4-BE49-F238E27FC236}">
                  <a16:creationId xmlns:a16="http://schemas.microsoft.com/office/drawing/2014/main" id="{98D5DFE1-DA14-A919-E962-141494E44F5C}"/>
                </a:ext>
              </a:extLst>
            </p:cNvPr>
            <p:cNvSpPr>
              <a:spLocks/>
            </p:cNvSpPr>
            <p:nvPr/>
          </p:nvSpPr>
          <p:spPr bwMode="auto">
            <a:xfrm rot="5094805">
              <a:off x="471866" y="514440"/>
              <a:ext cx="61694" cy="47984"/>
            </a:xfrm>
            <a:custGeom>
              <a:avLst/>
              <a:gdLst>
                <a:gd name="T0" fmla="*/ 24 w 25"/>
                <a:gd name="T1" fmla="*/ 8 h 19"/>
                <a:gd name="T2" fmla="*/ 14 w 25"/>
                <a:gd name="T3" fmla="*/ 19 h 19"/>
                <a:gd name="T4" fmla="*/ 1 w 25"/>
                <a:gd name="T5" fmla="*/ 11 h 19"/>
                <a:gd name="T6" fmla="*/ 11 w 25"/>
                <a:gd name="T7" fmla="*/ 1 h 19"/>
                <a:gd name="T8" fmla="*/ 24 w 25"/>
                <a:gd name="T9" fmla="*/ 8 h 19"/>
              </a:gdLst>
              <a:ahLst/>
              <a:cxnLst>
                <a:cxn ang="0">
                  <a:pos x="T0" y="T1"/>
                </a:cxn>
                <a:cxn ang="0">
                  <a:pos x="T2" y="T3"/>
                </a:cxn>
                <a:cxn ang="0">
                  <a:pos x="T4" y="T5"/>
                </a:cxn>
                <a:cxn ang="0">
                  <a:pos x="T6" y="T7"/>
                </a:cxn>
                <a:cxn ang="0">
                  <a:pos x="T8" y="T9"/>
                </a:cxn>
              </a:cxnLst>
              <a:rect l="0" t="0" r="r" b="b"/>
              <a:pathLst>
                <a:path w="25" h="19">
                  <a:moveTo>
                    <a:pt x="24" y="8"/>
                  </a:moveTo>
                  <a:cubicBezTo>
                    <a:pt x="25" y="13"/>
                    <a:pt x="20" y="18"/>
                    <a:pt x="14" y="19"/>
                  </a:cubicBezTo>
                  <a:cubicBezTo>
                    <a:pt x="9" y="19"/>
                    <a:pt x="3" y="16"/>
                    <a:pt x="1" y="11"/>
                  </a:cubicBezTo>
                  <a:cubicBezTo>
                    <a:pt x="0" y="7"/>
                    <a:pt x="4" y="2"/>
                    <a:pt x="11" y="1"/>
                  </a:cubicBezTo>
                  <a:cubicBezTo>
                    <a:pt x="17" y="0"/>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7" name="Freeform 1577">
              <a:extLst>
                <a:ext uri="{FF2B5EF4-FFF2-40B4-BE49-F238E27FC236}">
                  <a16:creationId xmlns:a16="http://schemas.microsoft.com/office/drawing/2014/main" id="{7AA855AA-6355-6908-2F56-173754A6BAA3}"/>
                </a:ext>
              </a:extLst>
            </p:cNvPr>
            <p:cNvSpPr>
              <a:spLocks/>
            </p:cNvSpPr>
            <p:nvPr/>
          </p:nvSpPr>
          <p:spPr bwMode="auto">
            <a:xfrm rot="5094805">
              <a:off x="499531" y="712690"/>
              <a:ext cx="61694" cy="41130"/>
            </a:xfrm>
            <a:custGeom>
              <a:avLst/>
              <a:gdLst>
                <a:gd name="T0" fmla="*/ 11 w 25"/>
                <a:gd name="T1" fmla="*/ 0 h 17"/>
                <a:gd name="T2" fmla="*/ 24 w 25"/>
                <a:gd name="T3" fmla="*/ 8 h 17"/>
                <a:gd name="T4" fmla="*/ 14 w 25"/>
                <a:gd name="T5" fmla="*/ 17 h 17"/>
                <a:gd name="T6" fmla="*/ 1 w 25"/>
                <a:gd name="T7" fmla="*/ 9 h 17"/>
                <a:gd name="T8" fmla="*/ 11 w 25"/>
                <a:gd name="T9" fmla="*/ 0 h 17"/>
              </a:gdLst>
              <a:ahLst/>
              <a:cxnLst>
                <a:cxn ang="0">
                  <a:pos x="T0" y="T1"/>
                </a:cxn>
                <a:cxn ang="0">
                  <a:pos x="T2" y="T3"/>
                </a:cxn>
                <a:cxn ang="0">
                  <a:pos x="T4" y="T5"/>
                </a:cxn>
                <a:cxn ang="0">
                  <a:pos x="T6" y="T7"/>
                </a:cxn>
                <a:cxn ang="0">
                  <a:pos x="T8" y="T9"/>
                </a:cxn>
              </a:cxnLst>
              <a:rect l="0" t="0" r="r" b="b"/>
              <a:pathLst>
                <a:path w="25" h="17">
                  <a:moveTo>
                    <a:pt x="11" y="0"/>
                  </a:moveTo>
                  <a:cubicBezTo>
                    <a:pt x="17" y="0"/>
                    <a:pt x="23" y="4"/>
                    <a:pt x="24" y="8"/>
                  </a:cubicBezTo>
                  <a:cubicBezTo>
                    <a:pt x="25" y="13"/>
                    <a:pt x="20" y="17"/>
                    <a:pt x="14" y="17"/>
                  </a:cubicBezTo>
                  <a:cubicBezTo>
                    <a:pt x="8" y="17"/>
                    <a:pt x="2" y="13"/>
                    <a:pt x="1" y="9"/>
                  </a:cubicBezTo>
                  <a:cubicBezTo>
                    <a:pt x="0" y="5"/>
                    <a:pt x="4"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8" name="Freeform 1578">
              <a:extLst>
                <a:ext uri="{FF2B5EF4-FFF2-40B4-BE49-F238E27FC236}">
                  <a16:creationId xmlns:a16="http://schemas.microsoft.com/office/drawing/2014/main" id="{63AEFF4A-EEEF-3AFD-C838-D72BB2FB67D9}"/>
                </a:ext>
              </a:extLst>
            </p:cNvPr>
            <p:cNvSpPr>
              <a:spLocks/>
            </p:cNvSpPr>
            <p:nvPr/>
          </p:nvSpPr>
          <p:spPr bwMode="auto">
            <a:xfrm rot="5094805">
              <a:off x="516654" y="906254"/>
              <a:ext cx="59409" cy="38845"/>
            </a:xfrm>
            <a:custGeom>
              <a:avLst/>
              <a:gdLst>
                <a:gd name="T0" fmla="*/ 11 w 24"/>
                <a:gd name="T1" fmla="*/ 0 h 16"/>
                <a:gd name="T2" fmla="*/ 24 w 24"/>
                <a:gd name="T3" fmla="*/ 9 h 16"/>
                <a:gd name="T4" fmla="*/ 13 w 24"/>
                <a:gd name="T5" fmla="*/ 16 h 16"/>
                <a:gd name="T6" fmla="*/ 1 w 24"/>
                <a:gd name="T7" fmla="*/ 8 h 16"/>
                <a:gd name="T8" fmla="*/ 11 w 24"/>
                <a:gd name="T9" fmla="*/ 0 h 16"/>
              </a:gdLst>
              <a:ahLst/>
              <a:cxnLst>
                <a:cxn ang="0">
                  <a:pos x="T0" y="T1"/>
                </a:cxn>
                <a:cxn ang="0">
                  <a:pos x="T2" y="T3"/>
                </a:cxn>
                <a:cxn ang="0">
                  <a:pos x="T4" y="T5"/>
                </a:cxn>
                <a:cxn ang="0">
                  <a:pos x="T6" y="T7"/>
                </a:cxn>
                <a:cxn ang="0">
                  <a:pos x="T8" y="T9"/>
                </a:cxn>
              </a:cxnLst>
              <a:rect l="0" t="0" r="r" b="b"/>
              <a:pathLst>
                <a:path w="24" h="16">
                  <a:moveTo>
                    <a:pt x="11" y="0"/>
                  </a:moveTo>
                  <a:cubicBezTo>
                    <a:pt x="17" y="0"/>
                    <a:pt x="23" y="5"/>
                    <a:pt x="24" y="9"/>
                  </a:cubicBezTo>
                  <a:cubicBezTo>
                    <a:pt x="24" y="13"/>
                    <a:pt x="19" y="16"/>
                    <a:pt x="13" y="16"/>
                  </a:cubicBezTo>
                  <a:cubicBezTo>
                    <a:pt x="7" y="15"/>
                    <a:pt x="2" y="12"/>
                    <a:pt x="1" y="8"/>
                  </a:cubicBezTo>
                  <a:cubicBezTo>
                    <a:pt x="0" y="3"/>
                    <a:pt x="5"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9" name="Freeform 1579">
              <a:extLst>
                <a:ext uri="{FF2B5EF4-FFF2-40B4-BE49-F238E27FC236}">
                  <a16:creationId xmlns:a16="http://schemas.microsoft.com/office/drawing/2014/main" id="{970FF3C7-2AA7-06F9-EA69-C9E5E53524AD}"/>
                </a:ext>
              </a:extLst>
            </p:cNvPr>
            <p:cNvSpPr>
              <a:spLocks/>
            </p:cNvSpPr>
            <p:nvPr/>
          </p:nvSpPr>
          <p:spPr bwMode="auto">
            <a:xfrm rot="5094805">
              <a:off x="521453" y="1101863"/>
              <a:ext cx="61694" cy="38845"/>
            </a:xfrm>
            <a:custGeom>
              <a:avLst/>
              <a:gdLst>
                <a:gd name="T0" fmla="*/ 24 w 25"/>
                <a:gd name="T1" fmla="*/ 8 h 15"/>
                <a:gd name="T2" fmla="*/ 14 w 25"/>
                <a:gd name="T3" fmla="*/ 14 h 15"/>
                <a:gd name="T4" fmla="*/ 1 w 25"/>
                <a:gd name="T5" fmla="*/ 7 h 15"/>
                <a:gd name="T6" fmla="*/ 10 w 25"/>
                <a:gd name="T7" fmla="*/ 0 h 15"/>
                <a:gd name="T8" fmla="*/ 24 w 25"/>
                <a:gd name="T9" fmla="*/ 8 h 15"/>
              </a:gdLst>
              <a:ahLst/>
              <a:cxnLst>
                <a:cxn ang="0">
                  <a:pos x="T0" y="T1"/>
                </a:cxn>
                <a:cxn ang="0">
                  <a:pos x="T2" y="T3"/>
                </a:cxn>
                <a:cxn ang="0">
                  <a:pos x="T4" y="T5"/>
                </a:cxn>
                <a:cxn ang="0">
                  <a:pos x="T6" y="T7"/>
                </a:cxn>
                <a:cxn ang="0">
                  <a:pos x="T8" y="T9"/>
                </a:cxn>
              </a:cxnLst>
              <a:rect l="0" t="0" r="r" b="b"/>
              <a:pathLst>
                <a:path w="25" h="15">
                  <a:moveTo>
                    <a:pt x="24" y="8"/>
                  </a:moveTo>
                  <a:cubicBezTo>
                    <a:pt x="25" y="12"/>
                    <a:pt x="20" y="15"/>
                    <a:pt x="14" y="14"/>
                  </a:cubicBezTo>
                  <a:cubicBezTo>
                    <a:pt x="8" y="14"/>
                    <a:pt x="2" y="11"/>
                    <a:pt x="1" y="7"/>
                  </a:cubicBezTo>
                  <a:cubicBezTo>
                    <a:pt x="0" y="3"/>
                    <a:pt x="4" y="0"/>
                    <a:pt x="10" y="0"/>
                  </a:cubicBezTo>
                  <a:cubicBezTo>
                    <a:pt x="16" y="0"/>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0" name="Freeform 1580">
              <a:extLst>
                <a:ext uri="{FF2B5EF4-FFF2-40B4-BE49-F238E27FC236}">
                  <a16:creationId xmlns:a16="http://schemas.microsoft.com/office/drawing/2014/main" id="{207DD9B4-AD38-3FFF-D3A7-A0E8FA455C94}"/>
                </a:ext>
              </a:extLst>
            </p:cNvPr>
            <p:cNvSpPr>
              <a:spLocks/>
            </p:cNvSpPr>
            <p:nvPr/>
          </p:nvSpPr>
          <p:spPr bwMode="auto">
            <a:xfrm rot="5094805">
              <a:off x="521805" y="1302544"/>
              <a:ext cx="61694" cy="31990"/>
            </a:xfrm>
            <a:custGeom>
              <a:avLst/>
              <a:gdLst>
                <a:gd name="T0" fmla="*/ 24 w 25"/>
                <a:gd name="T1" fmla="*/ 8 h 13"/>
                <a:gd name="T2" fmla="*/ 14 w 25"/>
                <a:gd name="T3" fmla="*/ 13 h 13"/>
                <a:gd name="T4" fmla="*/ 1 w 25"/>
                <a:gd name="T5" fmla="*/ 6 h 13"/>
                <a:gd name="T6" fmla="*/ 11 w 25"/>
                <a:gd name="T7" fmla="*/ 0 h 13"/>
                <a:gd name="T8" fmla="*/ 24 w 25"/>
                <a:gd name="T9" fmla="*/ 8 h 13"/>
              </a:gdLst>
              <a:ahLst/>
              <a:cxnLst>
                <a:cxn ang="0">
                  <a:pos x="T0" y="T1"/>
                </a:cxn>
                <a:cxn ang="0">
                  <a:pos x="T2" y="T3"/>
                </a:cxn>
                <a:cxn ang="0">
                  <a:pos x="T4" y="T5"/>
                </a:cxn>
                <a:cxn ang="0">
                  <a:pos x="T6" y="T7"/>
                </a:cxn>
                <a:cxn ang="0">
                  <a:pos x="T8" y="T9"/>
                </a:cxn>
              </a:cxnLst>
              <a:rect l="0" t="0" r="r" b="b"/>
              <a:pathLst>
                <a:path w="25" h="13">
                  <a:moveTo>
                    <a:pt x="24" y="8"/>
                  </a:moveTo>
                  <a:cubicBezTo>
                    <a:pt x="25" y="11"/>
                    <a:pt x="20" y="13"/>
                    <a:pt x="14" y="13"/>
                  </a:cubicBezTo>
                  <a:cubicBezTo>
                    <a:pt x="8" y="12"/>
                    <a:pt x="2" y="9"/>
                    <a:pt x="1" y="6"/>
                  </a:cubicBezTo>
                  <a:cubicBezTo>
                    <a:pt x="0" y="2"/>
                    <a:pt x="5" y="0"/>
                    <a:pt x="11" y="0"/>
                  </a:cubicBezTo>
                  <a:cubicBezTo>
                    <a:pt x="17" y="1"/>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1" name="Freeform 1581">
              <a:extLst>
                <a:ext uri="{FF2B5EF4-FFF2-40B4-BE49-F238E27FC236}">
                  <a16:creationId xmlns:a16="http://schemas.microsoft.com/office/drawing/2014/main" id="{8DBAC8FA-1853-9E84-3853-8E8E10F07D49}"/>
                </a:ext>
              </a:extLst>
            </p:cNvPr>
            <p:cNvSpPr>
              <a:spLocks/>
            </p:cNvSpPr>
            <p:nvPr/>
          </p:nvSpPr>
          <p:spPr bwMode="auto">
            <a:xfrm rot="5094805">
              <a:off x="517404" y="1499069"/>
              <a:ext cx="61694" cy="29705"/>
            </a:xfrm>
            <a:custGeom>
              <a:avLst/>
              <a:gdLst>
                <a:gd name="T0" fmla="*/ 11 w 25"/>
                <a:gd name="T1" fmla="*/ 1 h 12"/>
                <a:gd name="T2" fmla="*/ 24 w 25"/>
                <a:gd name="T3" fmla="*/ 8 h 12"/>
                <a:gd name="T4" fmla="*/ 14 w 25"/>
                <a:gd name="T5" fmla="*/ 12 h 12"/>
                <a:gd name="T6" fmla="*/ 2 w 25"/>
                <a:gd name="T7" fmla="*/ 6 h 12"/>
                <a:gd name="T8" fmla="*/ 11 w 25"/>
                <a:gd name="T9" fmla="*/ 1 h 12"/>
              </a:gdLst>
              <a:ahLst/>
              <a:cxnLst>
                <a:cxn ang="0">
                  <a:pos x="T0" y="T1"/>
                </a:cxn>
                <a:cxn ang="0">
                  <a:pos x="T2" y="T3"/>
                </a:cxn>
                <a:cxn ang="0">
                  <a:pos x="T4" y="T5"/>
                </a:cxn>
                <a:cxn ang="0">
                  <a:pos x="T6" y="T7"/>
                </a:cxn>
                <a:cxn ang="0">
                  <a:pos x="T8" y="T9"/>
                </a:cxn>
              </a:cxnLst>
              <a:rect l="0" t="0" r="r" b="b"/>
              <a:pathLst>
                <a:path w="25" h="12">
                  <a:moveTo>
                    <a:pt x="11" y="1"/>
                  </a:moveTo>
                  <a:cubicBezTo>
                    <a:pt x="17" y="2"/>
                    <a:pt x="24" y="5"/>
                    <a:pt x="24" y="8"/>
                  </a:cubicBezTo>
                  <a:cubicBezTo>
                    <a:pt x="25" y="11"/>
                    <a:pt x="21" y="12"/>
                    <a:pt x="14" y="12"/>
                  </a:cubicBezTo>
                  <a:cubicBezTo>
                    <a:pt x="9" y="11"/>
                    <a:pt x="3" y="8"/>
                    <a:pt x="2" y="6"/>
                  </a:cubicBezTo>
                  <a:cubicBezTo>
                    <a:pt x="0" y="3"/>
                    <a:pt x="5"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2" name="Freeform 1582">
              <a:extLst>
                <a:ext uri="{FF2B5EF4-FFF2-40B4-BE49-F238E27FC236}">
                  <a16:creationId xmlns:a16="http://schemas.microsoft.com/office/drawing/2014/main" id="{4EAB332D-4992-D973-CF4E-D9D6C1026F92}"/>
                </a:ext>
              </a:extLst>
            </p:cNvPr>
            <p:cNvSpPr>
              <a:spLocks/>
            </p:cNvSpPr>
            <p:nvPr/>
          </p:nvSpPr>
          <p:spPr bwMode="auto">
            <a:xfrm rot="5094805">
              <a:off x="512172" y="1701495"/>
              <a:ext cx="59409" cy="22850"/>
            </a:xfrm>
            <a:custGeom>
              <a:avLst/>
              <a:gdLst>
                <a:gd name="T0" fmla="*/ 24 w 24"/>
                <a:gd name="T1" fmla="*/ 6 h 10"/>
                <a:gd name="T2" fmla="*/ 13 w 24"/>
                <a:gd name="T3" fmla="*/ 9 h 10"/>
                <a:gd name="T4" fmla="*/ 1 w 24"/>
                <a:gd name="T5" fmla="*/ 4 h 10"/>
                <a:gd name="T6" fmla="*/ 11 w 24"/>
                <a:gd name="T7" fmla="*/ 1 h 10"/>
                <a:gd name="T8" fmla="*/ 24 w 24"/>
                <a:gd name="T9" fmla="*/ 6 h 10"/>
              </a:gdLst>
              <a:ahLst/>
              <a:cxnLst>
                <a:cxn ang="0">
                  <a:pos x="T0" y="T1"/>
                </a:cxn>
                <a:cxn ang="0">
                  <a:pos x="T2" y="T3"/>
                </a:cxn>
                <a:cxn ang="0">
                  <a:pos x="T4" y="T5"/>
                </a:cxn>
                <a:cxn ang="0">
                  <a:pos x="T6" y="T7"/>
                </a:cxn>
                <a:cxn ang="0">
                  <a:pos x="T8" y="T9"/>
                </a:cxn>
              </a:cxnLst>
              <a:rect l="0" t="0" r="r" b="b"/>
              <a:pathLst>
                <a:path w="24" h="10">
                  <a:moveTo>
                    <a:pt x="24" y="6"/>
                  </a:moveTo>
                  <a:cubicBezTo>
                    <a:pt x="24" y="9"/>
                    <a:pt x="19" y="10"/>
                    <a:pt x="13" y="9"/>
                  </a:cubicBezTo>
                  <a:cubicBezTo>
                    <a:pt x="7" y="8"/>
                    <a:pt x="2" y="6"/>
                    <a:pt x="1" y="4"/>
                  </a:cubicBezTo>
                  <a:cubicBezTo>
                    <a:pt x="0" y="1"/>
                    <a:pt x="5" y="0"/>
                    <a:pt x="11" y="1"/>
                  </a:cubicBezTo>
                  <a:cubicBezTo>
                    <a:pt x="17" y="1"/>
                    <a:pt x="23" y="4"/>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3" name="Freeform 1583">
              <a:extLst>
                <a:ext uri="{FF2B5EF4-FFF2-40B4-BE49-F238E27FC236}">
                  <a16:creationId xmlns:a16="http://schemas.microsoft.com/office/drawing/2014/main" id="{A7E86B96-BAC2-980F-392F-B162A17C34FF}"/>
                </a:ext>
              </a:extLst>
            </p:cNvPr>
            <p:cNvSpPr>
              <a:spLocks/>
            </p:cNvSpPr>
            <p:nvPr/>
          </p:nvSpPr>
          <p:spPr bwMode="auto">
            <a:xfrm rot="5094805">
              <a:off x="510152" y="1897915"/>
              <a:ext cx="57124" cy="22850"/>
            </a:xfrm>
            <a:custGeom>
              <a:avLst/>
              <a:gdLst>
                <a:gd name="T0" fmla="*/ 11 w 23"/>
                <a:gd name="T1" fmla="*/ 1 h 9"/>
                <a:gd name="T2" fmla="*/ 23 w 23"/>
                <a:gd name="T3" fmla="*/ 6 h 9"/>
                <a:gd name="T4" fmla="*/ 11 w 23"/>
                <a:gd name="T5" fmla="*/ 8 h 9"/>
                <a:gd name="T6" fmla="*/ 0 w 23"/>
                <a:gd name="T7" fmla="*/ 3 h 9"/>
                <a:gd name="T8" fmla="*/ 11 w 23"/>
                <a:gd name="T9" fmla="*/ 1 h 9"/>
              </a:gdLst>
              <a:ahLst/>
              <a:cxnLst>
                <a:cxn ang="0">
                  <a:pos x="T0" y="T1"/>
                </a:cxn>
                <a:cxn ang="0">
                  <a:pos x="T2" y="T3"/>
                </a:cxn>
                <a:cxn ang="0">
                  <a:pos x="T4" y="T5"/>
                </a:cxn>
                <a:cxn ang="0">
                  <a:pos x="T6" y="T7"/>
                </a:cxn>
                <a:cxn ang="0">
                  <a:pos x="T8" y="T9"/>
                </a:cxn>
              </a:cxnLst>
              <a:rect l="0" t="0" r="r" b="b"/>
              <a:pathLst>
                <a:path w="23" h="9">
                  <a:moveTo>
                    <a:pt x="11" y="1"/>
                  </a:moveTo>
                  <a:cubicBezTo>
                    <a:pt x="17" y="2"/>
                    <a:pt x="23" y="4"/>
                    <a:pt x="23" y="6"/>
                  </a:cubicBezTo>
                  <a:cubicBezTo>
                    <a:pt x="23" y="8"/>
                    <a:pt x="18" y="9"/>
                    <a:pt x="11" y="8"/>
                  </a:cubicBezTo>
                  <a:cubicBezTo>
                    <a:pt x="5" y="7"/>
                    <a:pt x="1" y="5"/>
                    <a:pt x="0" y="3"/>
                  </a:cubicBezTo>
                  <a:cubicBezTo>
                    <a:pt x="0" y="1"/>
                    <a:pt x="5"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4" name="Freeform 1584">
              <a:extLst>
                <a:ext uri="{FF2B5EF4-FFF2-40B4-BE49-F238E27FC236}">
                  <a16:creationId xmlns:a16="http://schemas.microsoft.com/office/drawing/2014/main" id="{7C7EFEA3-7966-6FA3-C73D-E81C3633D3C3}"/>
                </a:ext>
              </a:extLst>
            </p:cNvPr>
            <p:cNvSpPr>
              <a:spLocks/>
            </p:cNvSpPr>
            <p:nvPr/>
          </p:nvSpPr>
          <p:spPr bwMode="auto">
            <a:xfrm rot="5094805">
              <a:off x="509156" y="2097361"/>
              <a:ext cx="61694" cy="13710"/>
            </a:xfrm>
            <a:custGeom>
              <a:avLst/>
              <a:gdLst>
                <a:gd name="T0" fmla="*/ 24 w 25"/>
                <a:gd name="T1" fmla="*/ 4 h 6"/>
                <a:gd name="T2" fmla="*/ 14 w 25"/>
                <a:gd name="T3" fmla="*/ 6 h 6"/>
                <a:gd name="T4" fmla="*/ 1 w 25"/>
                <a:gd name="T5" fmla="*/ 2 h 6"/>
                <a:gd name="T6" fmla="*/ 11 w 25"/>
                <a:gd name="T7" fmla="*/ 0 h 6"/>
                <a:gd name="T8" fmla="*/ 24 w 25"/>
                <a:gd name="T9" fmla="*/ 4 h 6"/>
              </a:gdLst>
              <a:ahLst/>
              <a:cxnLst>
                <a:cxn ang="0">
                  <a:pos x="T0" y="T1"/>
                </a:cxn>
                <a:cxn ang="0">
                  <a:pos x="T2" y="T3"/>
                </a:cxn>
                <a:cxn ang="0">
                  <a:pos x="T4" y="T5"/>
                </a:cxn>
                <a:cxn ang="0">
                  <a:pos x="T6" y="T7"/>
                </a:cxn>
                <a:cxn ang="0">
                  <a:pos x="T8" y="T9"/>
                </a:cxn>
              </a:cxnLst>
              <a:rect l="0" t="0" r="r" b="b"/>
              <a:pathLst>
                <a:path w="25" h="6">
                  <a:moveTo>
                    <a:pt x="24" y="4"/>
                  </a:moveTo>
                  <a:cubicBezTo>
                    <a:pt x="25" y="5"/>
                    <a:pt x="20" y="6"/>
                    <a:pt x="14" y="6"/>
                  </a:cubicBezTo>
                  <a:cubicBezTo>
                    <a:pt x="8" y="5"/>
                    <a:pt x="2" y="4"/>
                    <a:pt x="1" y="2"/>
                  </a:cubicBezTo>
                  <a:cubicBezTo>
                    <a:pt x="0" y="1"/>
                    <a:pt x="5" y="0"/>
                    <a:pt x="11" y="0"/>
                  </a:cubicBezTo>
                  <a:cubicBezTo>
                    <a:pt x="17" y="1"/>
                    <a:pt x="24" y="2"/>
                    <a:pt x="2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5" name="Freeform 1585">
              <a:extLst>
                <a:ext uri="{FF2B5EF4-FFF2-40B4-BE49-F238E27FC236}">
                  <a16:creationId xmlns:a16="http://schemas.microsoft.com/office/drawing/2014/main" id="{E773FD58-759A-B7F0-842A-BD223E0034CF}"/>
                </a:ext>
              </a:extLst>
            </p:cNvPr>
            <p:cNvSpPr>
              <a:spLocks/>
            </p:cNvSpPr>
            <p:nvPr/>
          </p:nvSpPr>
          <p:spPr bwMode="auto">
            <a:xfrm rot="5094805">
              <a:off x="518612" y="2294947"/>
              <a:ext cx="61694" cy="11425"/>
            </a:xfrm>
            <a:custGeom>
              <a:avLst/>
              <a:gdLst>
                <a:gd name="T0" fmla="*/ 24 w 25"/>
                <a:gd name="T1" fmla="*/ 1 h 4"/>
                <a:gd name="T2" fmla="*/ 14 w 25"/>
                <a:gd name="T3" fmla="*/ 4 h 4"/>
                <a:gd name="T4" fmla="*/ 2 w 25"/>
                <a:gd name="T5" fmla="*/ 2 h 4"/>
                <a:gd name="T6" fmla="*/ 11 w 25"/>
                <a:gd name="T7" fmla="*/ 0 h 4"/>
                <a:gd name="T8" fmla="*/ 24 w 25"/>
                <a:gd name="T9" fmla="*/ 1 h 4"/>
              </a:gdLst>
              <a:ahLst/>
              <a:cxnLst>
                <a:cxn ang="0">
                  <a:pos x="T0" y="T1"/>
                </a:cxn>
                <a:cxn ang="0">
                  <a:pos x="T2" y="T3"/>
                </a:cxn>
                <a:cxn ang="0">
                  <a:pos x="T4" y="T5"/>
                </a:cxn>
                <a:cxn ang="0">
                  <a:pos x="T6" y="T7"/>
                </a:cxn>
                <a:cxn ang="0">
                  <a:pos x="T8" y="T9"/>
                </a:cxn>
              </a:cxnLst>
              <a:rect l="0" t="0" r="r" b="b"/>
              <a:pathLst>
                <a:path w="25" h="4">
                  <a:moveTo>
                    <a:pt x="24" y="1"/>
                  </a:moveTo>
                  <a:cubicBezTo>
                    <a:pt x="25" y="3"/>
                    <a:pt x="21" y="4"/>
                    <a:pt x="14" y="4"/>
                  </a:cubicBezTo>
                  <a:cubicBezTo>
                    <a:pt x="9" y="4"/>
                    <a:pt x="3" y="3"/>
                    <a:pt x="2" y="2"/>
                  </a:cubicBezTo>
                  <a:cubicBezTo>
                    <a:pt x="0" y="1"/>
                    <a:pt x="4" y="0"/>
                    <a:pt x="11" y="0"/>
                  </a:cubicBezTo>
                  <a:cubicBezTo>
                    <a:pt x="17" y="0"/>
                    <a:pt x="23"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6" name="Freeform 1586">
              <a:extLst>
                <a:ext uri="{FF2B5EF4-FFF2-40B4-BE49-F238E27FC236}">
                  <a16:creationId xmlns:a16="http://schemas.microsoft.com/office/drawing/2014/main" id="{6F88FF8F-13C7-5201-555C-7498129DBC94}"/>
                </a:ext>
              </a:extLst>
            </p:cNvPr>
            <p:cNvSpPr>
              <a:spLocks/>
            </p:cNvSpPr>
            <p:nvPr/>
          </p:nvSpPr>
          <p:spPr bwMode="auto">
            <a:xfrm rot="5094805">
              <a:off x="543798" y="2488838"/>
              <a:ext cx="61694" cy="9140"/>
            </a:xfrm>
            <a:custGeom>
              <a:avLst/>
              <a:gdLst>
                <a:gd name="T0" fmla="*/ 11 w 25"/>
                <a:gd name="T1" fmla="*/ 0 h 4"/>
                <a:gd name="T2" fmla="*/ 24 w 25"/>
                <a:gd name="T3" fmla="*/ 1 h 4"/>
                <a:gd name="T4" fmla="*/ 14 w 25"/>
                <a:gd name="T5" fmla="*/ 4 h 4"/>
                <a:gd name="T6" fmla="*/ 2 w 25"/>
                <a:gd name="T7" fmla="*/ 3 h 4"/>
                <a:gd name="T8" fmla="*/ 11 w 25"/>
                <a:gd name="T9" fmla="*/ 0 h 4"/>
              </a:gdLst>
              <a:ahLst/>
              <a:cxnLst>
                <a:cxn ang="0">
                  <a:pos x="T0" y="T1"/>
                </a:cxn>
                <a:cxn ang="0">
                  <a:pos x="T2" y="T3"/>
                </a:cxn>
                <a:cxn ang="0">
                  <a:pos x="T4" y="T5"/>
                </a:cxn>
                <a:cxn ang="0">
                  <a:pos x="T6" y="T7"/>
                </a:cxn>
                <a:cxn ang="0">
                  <a:pos x="T8" y="T9"/>
                </a:cxn>
              </a:cxnLst>
              <a:rect l="0" t="0" r="r" b="b"/>
              <a:pathLst>
                <a:path w="25" h="4">
                  <a:moveTo>
                    <a:pt x="11" y="0"/>
                  </a:moveTo>
                  <a:cubicBezTo>
                    <a:pt x="17" y="0"/>
                    <a:pt x="24" y="0"/>
                    <a:pt x="24" y="1"/>
                  </a:cubicBezTo>
                  <a:cubicBezTo>
                    <a:pt x="25" y="2"/>
                    <a:pt x="20" y="3"/>
                    <a:pt x="14" y="4"/>
                  </a:cubicBezTo>
                  <a:cubicBezTo>
                    <a:pt x="8" y="4"/>
                    <a:pt x="2" y="4"/>
                    <a:pt x="2" y="3"/>
                  </a:cubicBezTo>
                  <a:cubicBezTo>
                    <a:pt x="0" y="2"/>
                    <a:pt x="5"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7" name="Freeform 1587">
              <a:extLst>
                <a:ext uri="{FF2B5EF4-FFF2-40B4-BE49-F238E27FC236}">
                  <a16:creationId xmlns:a16="http://schemas.microsoft.com/office/drawing/2014/main" id="{A57E7D8D-1E2A-6A15-AC36-86DB024B2B6E}"/>
                </a:ext>
              </a:extLst>
            </p:cNvPr>
            <p:cNvSpPr>
              <a:spLocks/>
            </p:cNvSpPr>
            <p:nvPr/>
          </p:nvSpPr>
          <p:spPr bwMode="auto">
            <a:xfrm rot="5094805">
              <a:off x="580364" y="2679432"/>
              <a:ext cx="61694" cy="11425"/>
            </a:xfrm>
            <a:custGeom>
              <a:avLst/>
              <a:gdLst>
                <a:gd name="T0" fmla="*/ 11 w 25"/>
                <a:gd name="T1" fmla="*/ 1 h 4"/>
                <a:gd name="T2" fmla="*/ 24 w 25"/>
                <a:gd name="T3" fmla="*/ 1 h 4"/>
                <a:gd name="T4" fmla="*/ 13 w 25"/>
                <a:gd name="T5" fmla="*/ 4 h 4"/>
                <a:gd name="T6" fmla="*/ 1 w 25"/>
                <a:gd name="T7" fmla="*/ 4 h 4"/>
                <a:gd name="T8" fmla="*/ 11 w 25"/>
                <a:gd name="T9" fmla="*/ 1 h 4"/>
              </a:gdLst>
              <a:ahLst/>
              <a:cxnLst>
                <a:cxn ang="0">
                  <a:pos x="T0" y="T1"/>
                </a:cxn>
                <a:cxn ang="0">
                  <a:pos x="T2" y="T3"/>
                </a:cxn>
                <a:cxn ang="0">
                  <a:pos x="T4" y="T5"/>
                </a:cxn>
                <a:cxn ang="0">
                  <a:pos x="T6" y="T7"/>
                </a:cxn>
                <a:cxn ang="0">
                  <a:pos x="T8" y="T9"/>
                </a:cxn>
              </a:cxnLst>
              <a:rect l="0" t="0" r="r" b="b"/>
              <a:pathLst>
                <a:path w="25" h="4">
                  <a:moveTo>
                    <a:pt x="11" y="1"/>
                  </a:moveTo>
                  <a:cubicBezTo>
                    <a:pt x="17" y="0"/>
                    <a:pt x="23" y="0"/>
                    <a:pt x="24" y="1"/>
                  </a:cubicBezTo>
                  <a:cubicBezTo>
                    <a:pt x="25" y="1"/>
                    <a:pt x="19" y="3"/>
                    <a:pt x="13" y="4"/>
                  </a:cubicBezTo>
                  <a:cubicBezTo>
                    <a:pt x="7" y="4"/>
                    <a:pt x="2" y="4"/>
                    <a:pt x="1" y="4"/>
                  </a:cubicBezTo>
                  <a:cubicBezTo>
                    <a:pt x="0" y="3"/>
                    <a:pt x="5"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8" name="Freeform 1588">
              <a:extLst>
                <a:ext uri="{FF2B5EF4-FFF2-40B4-BE49-F238E27FC236}">
                  <a16:creationId xmlns:a16="http://schemas.microsoft.com/office/drawing/2014/main" id="{89047BCD-7B5A-99F1-3EDA-E2B8D4B29705}"/>
                </a:ext>
              </a:extLst>
            </p:cNvPr>
            <p:cNvSpPr>
              <a:spLocks/>
            </p:cNvSpPr>
            <p:nvPr/>
          </p:nvSpPr>
          <p:spPr bwMode="auto">
            <a:xfrm rot="5094805">
              <a:off x="631829" y="2867663"/>
              <a:ext cx="59409" cy="18280"/>
            </a:xfrm>
            <a:custGeom>
              <a:avLst/>
              <a:gdLst>
                <a:gd name="T0" fmla="*/ 23 w 24"/>
                <a:gd name="T1" fmla="*/ 1 h 7"/>
                <a:gd name="T2" fmla="*/ 12 w 24"/>
                <a:gd name="T3" fmla="*/ 5 h 7"/>
                <a:gd name="T4" fmla="*/ 1 w 24"/>
                <a:gd name="T5" fmla="*/ 6 h 7"/>
                <a:gd name="T6" fmla="*/ 11 w 24"/>
                <a:gd name="T7" fmla="*/ 2 h 7"/>
                <a:gd name="T8" fmla="*/ 23 w 24"/>
                <a:gd name="T9" fmla="*/ 1 h 7"/>
              </a:gdLst>
              <a:ahLst/>
              <a:cxnLst>
                <a:cxn ang="0">
                  <a:pos x="T0" y="T1"/>
                </a:cxn>
                <a:cxn ang="0">
                  <a:pos x="T2" y="T3"/>
                </a:cxn>
                <a:cxn ang="0">
                  <a:pos x="T4" y="T5"/>
                </a:cxn>
                <a:cxn ang="0">
                  <a:pos x="T6" y="T7"/>
                </a:cxn>
                <a:cxn ang="0">
                  <a:pos x="T8" y="T9"/>
                </a:cxn>
              </a:cxnLst>
              <a:rect l="0" t="0" r="r" b="b"/>
              <a:pathLst>
                <a:path w="24" h="7">
                  <a:moveTo>
                    <a:pt x="23" y="1"/>
                  </a:moveTo>
                  <a:cubicBezTo>
                    <a:pt x="24" y="2"/>
                    <a:pt x="18" y="4"/>
                    <a:pt x="12" y="5"/>
                  </a:cubicBezTo>
                  <a:cubicBezTo>
                    <a:pt x="6" y="6"/>
                    <a:pt x="1" y="7"/>
                    <a:pt x="1" y="6"/>
                  </a:cubicBezTo>
                  <a:cubicBezTo>
                    <a:pt x="0" y="5"/>
                    <a:pt x="5" y="4"/>
                    <a:pt x="11" y="2"/>
                  </a:cubicBezTo>
                  <a:cubicBezTo>
                    <a:pt x="17" y="1"/>
                    <a:pt x="23" y="0"/>
                    <a:pt x="2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9" name="Freeform 1589">
              <a:extLst>
                <a:ext uri="{FF2B5EF4-FFF2-40B4-BE49-F238E27FC236}">
                  <a16:creationId xmlns:a16="http://schemas.microsoft.com/office/drawing/2014/main" id="{75E31CBD-448C-CD0E-ED18-BF0BC5C76C01}"/>
                </a:ext>
              </a:extLst>
            </p:cNvPr>
            <p:cNvSpPr>
              <a:spLocks/>
            </p:cNvSpPr>
            <p:nvPr/>
          </p:nvSpPr>
          <p:spPr bwMode="auto">
            <a:xfrm rot="5094805">
              <a:off x="696748" y="3056973"/>
              <a:ext cx="57124" cy="15995"/>
            </a:xfrm>
            <a:custGeom>
              <a:avLst/>
              <a:gdLst>
                <a:gd name="T0" fmla="*/ 12 w 23"/>
                <a:gd name="T1" fmla="*/ 5 h 7"/>
                <a:gd name="T2" fmla="*/ 0 w 23"/>
                <a:gd name="T3" fmla="*/ 7 h 7"/>
                <a:gd name="T4" fmla="*/ 10 w 23"/>
                <a:gd name="T5" fmla="*/ 3 h 7"/>
                <a:gd name="T6" fmla="*/ 22 w 23"/>
                <a:gd name="T7" fmla="*/ 0 h 7"/>
                <a:gd name="T8" fmla="*/ 12 w 23"/>
                <a:gd name="T9" fmla="*/ 5 h 7"/>
              </a:gdLst>
              <a:ahLst/>
              <a:cxnLst>
                <a:cxn ang="0">
                  <a:pos x="T0" y="T1"/>
                </a:cxn>
                <a:cxn ang="0">
                  <a:pos x="T2" y="T3"/>
                </a:cxn>
                <a:cxn ang="0">
                  <a:pos x="T4" y="T5"/>
                </a:cxn>
                <a:cxn ang="0">
                  <a:pos x="T6" y="T7"/>
                </a:cxn>
                <a:cxn ang="0">
                  <a:pos x="T8" y="T9"/>
                </a:cxn>
              </a:cxnLst>
              <a:rect l="0" t="0" r="r" b="b"/>
              <a:pathLst>
                <a:path w="23" h="7">
                  <a:moveTo>
                    <a:pt x="12" y="5"/>
                  </a:moveTo>
                  <a:cubicBezTo>
                    <a:pt x="5" y="7"/>
                    <a:pt x="0" y="7"/>
                    <a:pt x="0" y="7"/>
                  </a:cubicBezTo>
                  <a:cubicBezTo>
                    <a:pt x="0" y="6"/>
                    <a:pt x="4" y="4"/>
                    <a:pt x="10" y="3"/>
                  </a:cubicBezTo>
                  <a:cubicBezTo>
                    <a:pt x="16" y="1"/>
                    <a:pt x="22" y="0"/>
                    <a:pt x="22" y="0"/>
                  </a:cubicBezTo>
                  <a:cubicBezTo>
                    <a:pt x="23" y="1"/>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0" name="Freeform 1590">
              <a:extLst>
                <a:ext uri="{FF2B5EF4-FFF2-40B4-BE49-F238E27FC236}">
                  <a16:creationId xmlns:a16="http://schemas.microsoft.com/office/drawing/2014/main" id="{F5508C5E-6E71-7E64-FC7E-4646BEA47971}"/>
                </a:ext>
              </a:extLst>
            </p:cNvPr>
            <p:cNvSpPr>
              <a:spLocks/>
            </p:cNvSpPr>
            <p:nvPr/>
          </p:nvSpPr>
          <p:spPr bwMode="auto">
            <a:xfrm rot="5094805">
              <a:off x="772941" y="3240602"/>
              <a:ext cx="57124" cy="20565"/>
            </a:xfrm>
            <a:custGeom>
              <a:avLst/>
              <a:gdLst>
                <a:gd name="T0" fmla="*/ 12 w 23"/>
                <a:gd name="T1" fmla="*/ 6 h 9"/>
                <a:gd name="T2" fmla="*/ 0 w 23"/>
                <a:gd name="T3" fmla="*/ 8 h 9"/>
                <a:gd name="T4" fmla="*/ 10 w 23"/>
                <a:gd name="T5" fmla="*/ 4 h 9"/>
                <a:gd name="T6" fmla="*/ 22 w 23"/>
                <a:gd name="T7" fmla="*/ 1 h 9"/>
                <a:gd name="T8" fmla="*/ 12 w 23"/>
                <a:gd name="T9" fmla="*/ 6 h 9"/>
              </a:gdLst>
              <a:ahLst/>
              <a:cxnLst>
                <a:cxn ang="0">
                  <a:pos x="T0" y="T1"/>
                </a:cxn>
                <a:cxn ang="0">
                  <a:pos x="T2" y="T3"/>
                </a:cxn>
                <a:cxn ang="0">
                  <a:pos x="T4" y="T5"/>
                </a:cxn>
                <a:cxn ang="0">
                  <a:pos x="T6" y="T7"/>
                </a:cxn>
                <a:cxn ang="0">
                  <a:pos x="T8" y="T9"/>
                </a:cxn>
              </a:cxnLst>
              <a:rect l="0" t="0" r="r" b="b"/>
              <a:pathLst>
                <a:path w="23" h="9">
                  <a:moveTo>
                    <a:pt x="12" y="6"/>
                  </a:moveTo>
                  <a:cubicBezTo>
                    <a:pt x="5" y="8"/>
                    <a:pt x="0" y="9"/>
                    <a:pt x="0" y="8"/>
                  </a:cubicBezTo>
                  <a:cubicBezTo>
                    <a:pt x="0" y="8"/>
                    <a:pt x="4" y="6"/>
                    <a:pt x="10" y="4"/>
                  </a:cubicBezTo>
                  <a:cubicBezTo>
                    <a:pt x="16" y="2"/>
                    <a:pt x="22" y="0"/>
                    <a:pt x="22" y="1"/>
                  </a:cubicBezTo>
                  <a:cubicBezTo>
                    <a:pt x="23" y="2"/>
                    <a:pt x="18" y="4"/>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1" name="Freeform 1591">
              <a:extLst>
                <a:ext uri="{FF2B5EF4-FFF2-40B4-BE49-F238E27FC236}">
                  <a16:creationId xmlns:a16="http://schemas.microsoft.com/office/drawing/2014/main" id="{0E09E6C5-CF3B-E90F-6B3D-B77C1606D4A7}"/>
                </a:ext>
              </a:extLst>
            </p:cNvPr>
            <p:cNvSpPr>
              <a:spLocks/>
            </p:cNvSpPr>
            <p:nvPr/>
          </p:nvSpPr>
          <p:spPr bwMode="auto">
            <a:xfrm rot="5094805">
              <a:off x="858238" y="3423422"/>
              <a:ext cx="57124" cy="25135"/>
            </a:xfrm>
            <a:custGeom>
              <a:avLst/>
              <a:gdLst>
                <a:gd name="T0" fmla="*/ 23 w 24"/>
                <a:gd name="T1" fmla="*/ 1 h 10"/>
                <a:gd name="T2" fmla="*/ 12 w 24"/>
                <a:gd name="T3" fmla="*/ 6 h 10"/>
                <a:gd name="T4" fmla="*/ 1 w 24"/>
                <a:gd name="T5" fmla="*/ 9 h 10"/>
                <a:gd name="T6" fmla="*/ 11 w 24"/>
                <a:gd name="T7" fmla="*/ 4 h 10"/>
                <a:gd name="T8" fmla="*/ 23 w 24"/>
                <a:gd name="T9" fmla="*/ 1 h 10"/>
              </a:gdLst>
              <a:ahLst/>
              <a:cxnLst>
                <a:cxn ang="0">
                  <a:pos x="T0" y="T1"/>
                </a:cxn>
                <a:cxn ang="0">
                  <a:pos x="T2" y="T3"/>
                </a:cxn>
                <a:cxn ang="0">
                  <a:pos x="T4" y="T5"/>
                </a:cxn>
                <a:cxn ang="0">
                  <a:pos x="T6" y="T7"/>
                </a:cxn>
                <a:cxn ang="0">
                  <a:pos x="T8" y="T9"/>
                </a:cxn>
              </a:cxnLst>
              <a:rect l="0" t="0" r="r" b="b"/>
              <a:pathLst>
                <a:path w="24" h="10">
                  <a:moveTo>
                    <a:pt x="23" y="1"/>
                  </a:moveTo>
                  <a:cubicBezTo>
                    <a:pt x="24" y="1"/>
                    <a:pt x="18" y="4"/>
                    <a:pt x="12" y="6"/>
                  </a:cubicBezTo>
                  <a:cubicBezTo>
                    <a:pt x="6" y="8"/>
                    <a:pt x="1" y="10"/>
                    <a:pt x="1" y="9"/>
                  </a:cubicBezTo>
                  <a:cubicBezTo>
                    <a:pt x="0" y="9"/>
                    <a:pt x="4" y="7"/>
                    <a:pt x="11" y="4"/>
                  </a:cubicBezTo>
                  <a:cubicBezTo>
                    <a:pt x="17" y="2"/>
                    <a:pt x="23" y="0"/>
                    <a:pt x="2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2" name="Freeform 1592">
              <a:extLst>
                <a:ext uri="{FF2B5EF4-FFF2-40B4-BE49-F238E27FC236}">
                  <a16:creationId xmlns:a16="http://schemas.microsoft.com/office/drawing/2014/main" id="{7CC878A6-C0E3-E46A-E3A2-A03E26B4D2E3}"/>
                </a:ext>
              </a:extLst>
            </p:cNvPr>
            <p:cNvSpPr>
              <a:spLocks/>
            </p:cNvSpPr>
            <p:nvPr/>
          </p:nvSpPr>
          <p:spPr bwMode="auto">
            <a:xfrm rot="5094805">
              <a:off x="950362" y="3607919"/>
              <a:ext cx="57124" cy="25135"/>
            </a:xfrm>
            <a:custGeom>
              <a:avLst/>
              <a:gdLst>
                <a:gd name="T0" fmla="*/ 12 w 23"/>
                <a:gd name="T1" fmla="*/ 6 h 10"/>
                <a:gd name="T2" fmla="*/ 0 w 23"/>
                <a:gd name="T3" fmla="*/ 9 h 10"/>
                <a:gd name="T4" fmla="*/ 10 w 23"/>
                <a:gd name="T5" fmla="*/ 4 h 10"/>
                <a:gd name="T6" fmla="*/ 23 w 23"/>
                <a:gd name="T7" fmla="*/ 0 h 10"/>
                <a:gd name="T8" fmla="*/ 12 w 23"/>
                <a:gd name="T9" fmla="*/ 6 h 10"/>
              </a:gdLst>
              <a:ahLst/>
              <a:cxnLst>
                <a:cxn ang="0">
                  <a:pos x="T0" y="T1"/>
                </a:cxn>
                <a:cxn ang="0">
                  <a:pos x="T2" y="T3"/>
                </a:cxn>
                <a:cxn ang="0">
                  <a:pos x="T4" y="T5"/>
                </a:cxn>
                <a:cxn ang="0">
                  <a:pos x="T6" y="T7"/>
                </a:cxn>
                <a:cxn ang="0">
                  <a:pos x="T8" y="T9"/>
                </a:cxn>
              </a:cxnLst>
              <a:rect l="0" t="0" r="r" b="b"/>
              <a:pathLst>
                <a:path w="23" h="10">
                  <a:moveTo>
                    <a:pt x="12" y="6"/>
                  </a:moveTo>
                  <a:cubicBezTo>
                    <a:pt x="6" y="8"/>
                    <a:pt x="0" y="10"/>
                    <a:pt x="0" y="9"/>
                  </a:cubicBezTo>
                  <a:cubicBezTo>
                    <a:pt x="0" y="9"/>
                    <a:pt x="4" y="7"/>
                    <a:pt x="10" y="4"/>
                  </a:cubicBezTo>
                  <a:cubicBezTo>
                    <a:pt x="16" y="2"/>
                    <a:pt x="22" y="0"/>
                    <a:pt x="23" y="0"/>
                  </a:cubicBezTo>
                  <a:cubicBezTo>
                    <a:pt x="23" y="0"/>
                    <a:pt x="18" y="3"/>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3" name="Freeform 1593">
              <a:extLst>
                <a:ext uri="{FF2B5EF4-FFF2-40B4-BE49-F238E27FC236}">
                  <a16:creationId xmlns:a16="http://schemas.microsoft.com/office/drawing/2014/main" id="{AD9565C7-70F3-8C5D-5578-A6C59A76AC7D}"/>
                </a:ext>
              </a:extLst>
            </p:cNvPr>
            <p:cNvSpPr>
              <a:spLocks/>
            </p:cNvSpPr>
            <p:nvPr/>
          </p:nvSpPr>
          <p:spPr bwMode="auto">
            <a:xfrm rot="5094805">
              <a:off x="1050347" y="3790467"/>
              <a:ext cx="59409" cy="25135"/>
            </a:xfrm>
            <a:custGeom>
              <a:avLst/>
              <a:gdLst>
                <a:gd name="T0" fmla="*/ 23 w 24"/>
                <a:gd name="T1" fmla="*/ 0 h 10"/>
                <a:gd name="T2" fmla="*/ 12 w 24"/>
                <a:gd name="T3" fmla="*/ 6 h 10"/>
                <a:gd name="T4" fmla="*/ 1 w 24"/>
                <a:gd name="T5" fmla="*/ 10 h 10"/>
                <a:gd name="T6" fmla="*/ 11 w 24"/>
                <a:gd name="T7" fmla="*/ 5 h 10"/>
                <a:gd name="T8" fmla="*/ 23 w 24"/>
                <a:gd name="T9" fmla="*/ 0 h 10"/>
              </a:gdLst>
              <a:ahLst/>
              <a:cxnLst>
                <a:cxn ang="0">
                  <a:pos x="T0" y="T1"/>
                </a:cxn>
                <a:cxn ang="0">
                  <a:pos x="T2" y="T3"/>
                </a:cxn>
                <a:cxn ang="0">
                  <a:pos x="T4" y="T5"/>
                </a:cxn>
                <a:cxn ang="0">
                  <a:pos x="T6" y="T7"/>
                </a:cxn>
                <a:cxn ang="0">
                  <a:pos x="T8" y="T9"/>
                </a:cxn>
              </a:cxnLst>
              <a:rect l="0" t="0" r="r" b="b"/>
              <a:pathLst>
                <a:path w="24" h="10">
                  <a:moveTo>
                    <a:pt x="23" y="0"/>
                  </a:moveTo>
                  <a:cubicBezTo>
                    <a:pt x="24" y="0"/>
                    <a:pt x="18" y="3"/>
                    <a:pt x="12" y="6"/>
                  </a:cubicBezTo>
                  <a:cubicBezTo>
                    <a:pt x="6" y="8"/>
                    <a:pt x="1" y="10"/>
                    <a:pt x="1" y="10"/>
                  </a:cubicBezTo>
                  <a:cubicBezTo>
                    <a:pt x="0" y="10"/>
                    <a:pt x="5" y="7"/>
                    <a:pt x="11" y="5"/>
                  </a:cubicBezTo>
                  <a:cubicBezTo>
                    <a:pt x="17" y="2"/>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4" name="Freeform 1594">
              <a:extLst>
                <a:ext uri="{FF2B5EF4-FFF2-40B4-BE49-F238E27FC236}">
                  <a16:creationId xmlns:a16="http://schemas.microsoft.com/office/drawing/2014/main" id="{B5735278-562F-EB19-B778-948307868818}"/>
                </a:ext>
              </a:extLst>
            </p:cNvPr>
            <p:cNvSpPr>
              <a:spLocks/>
            </p:cNvSpPr>
            <p:nvPr/>
          </p:nvSpPr>
          <p:spPr bwMode="auto">
            <a:xfrm rot="5094805">
              <a:off x="1156031" y="3971569"/>
              <a:ext cx="57124" cy="27420"/>
            </a:xfrm>
            <a:custGeom>
              <a:avLst/>
              <a:gdLst>
                <a:gd name="T0" fmla="*/ 0 w 23"/>
                <a:gd name="T1" fmla="*/ 11 h 11"/>
                <a:gd name="T2" fmla="*/ 11 w 23"/>
                <a:gd name="T3" fmla="*/ 5 h 11"/>
                <a:gd name="T4" fmla="*/ 23 w 23"/>
                <a:gd name="T5" fmla="*/ 0 h 11"/>
                <a:gd name="T6" fmla="*/ 12 w 23"/>
                <a:gd name="T7" fmla="*/ 6 h 11"/>
                <a:gd name="T8" fmla="*/ 0 w 23"/>
                <a:gd name="T9" fmla="*/ 11 h 11"/>
              </a:gdLst>
              <a:ahLst/>
              <a:cxnLst>
                <a:cxn ang="0">
                  <a:pos x="T0" y="T1"/>
                </a:cxn>
                <a:cxn ang="0">
                  <a:pos x="T2" y="T3"/>
                </a:cxn>
                <a:cxn ang="0">
                  <a:pos x="T4" y="T5"/>
                </a:cxn>
                <a:cxn ang="0">
                  <a:pos x="T6" y="T7"/>
                </a:cxn>
                <a:cxn ang="0">
                  <a:pos x="T8" y="T9"/>
                </a:cxn>
              </a:cxnLst>
              <a:rect l="0" t="0" r="r" b="b"/>
              <a:pathLst>
                <a:path w="23" h="11">
                  <a:moveTo>
                    <a:pt x="0" y="11"/>
                  </a:moveTo>
                  <a:cubicBezTo>
                    <a:pt x="0" y="10"/>
                    <a:pt x="5" y="8"/>
                    <a:pt x="11" y="5"/>
                  </a:cubicBezTo>
                  <a:cubicBezTo>
                    <a:pt x="17" y="2"/>
                    <a:pt x="23" y="0"/>
                    <a:pt x="23" y="0"/>
                  </a:cubicBezTo>
                  <a:cubicBezTo>
                    <a:pt x="23" y="0"/>
                    <a:pt x="18" y="3"/>
                    <a:pt x="12" y="6"/>
                  </a:cubicBezTo>
                  <a:cubicBezTo>
                    <a:pt x="6" y="9"/>
                    <a:pt x="0" y="11"/>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5" name="Freeform 1595">
              <a:extLst>
                <a:ext uri="{FF2B5EF4-FFF2-40B4-BE49-F238E27FC236}">
                  <a16:creationId xmlns:a16="http://schemas.microsoft.com/office/drawing/2014/main" id="{9CA15A83-0023-E237-06AC-7895DBAED1BF}"/>
                </a:ext>
              </a:extLst>
            </p:cNvPr>
            <p:cNvSpPr>
              <a:spLocks/>
            </p:cNvSpPr>
            <p:nvPr/>
          </p:nvSpPr>
          <p:spPr bwMode="auto">
            <a:xfrm rot="5094805">
              <a:off x="1261600" y="4152372"/>
              <a:ext cx="61694" cy="27420"/>
            </a:xfrm>
            <a:custGeom>
              <a:avLst/>
              <a:gdLst>
                <a:gd name="T0" fmla="*/ 24 w 25"/>
                <a:gd name="T1" fmla="*/ 0 h 11"/>
                <a:gd name="T2" fmla="*/ 13 w 25"/>
                <a:gd name="T3" fmla="*/ 6 h 11"/>
                <a:gd name="T4" fmla="*/ 1 w 25"/>
                <a:gd name="T5" fmla="*/ 11 h 11"/>
                <a:gd name="T6" fmla="*/ 11 w 25"/>
                <a:gd name="T7" fmla="*/ 5 h 11"/>
                <a:gd name="T8" fmla="*/ 24 w 25"/>
                <a:gd name="T9" fmla="*/ 0 h 11"/>
              </a:gdLst>
              <a:ahLst/>
              <a:cxnLst>
                <a:cxn ang="0">
                  <a:pos x="T0" y="T1"/>
                </a:cxn>
                <a:cxn ang="0">
                  <a:pos x="T2" y="T3"/>
                </a:cxn>
                <a:cxn ang="0">
                  <a:pos x="T4" y="T5"/>
                </a:cxn>
                <a:cxn ang="0">
                  <a:pos x="T6" y="T7"/>
                </a:cxn>
                <a:cxn ang="0">
                  <a:pos x="T8" y="T9"/>
                </a:cxn>
              </a:cxnLst>
              <a:rect l="0" t="0" r="r" b="b"/>
              <a:pathLst>
                <a:path w="25" h="11">
                  <a:moveTo>
                    <a:pt x="24" y="0"/>
                  </a:moveTo>
                  <a:cubicBezTo>
                    <a:pt x="25" y="0"/>
                    <a:pt x="20" y="3"/>
                    <a:pt x="13" y="6"/>
                  </a:cubicBezTo>
                  <a:cubicBezTo>
                    <a:pt x="8" y="8"/>
                    <a:pt x="2" y="11"/>
                    <a:pt x="1" y="11"/>
                  </a:cubicBezTo>
                  <a:cubicBezTo>
                    <a:pt x="0" y="11"/>
                    <a:pt x="5" y="8"/>
                    <a:pt x="11" y="5"/>
                  </a:cubicBezTo>
                  <a:cubicBezTo>
                    <a:pt x="17" y="3"/>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6" name="Freeform 1596">
              <a:extLst>
                <a:ext uri="{FF2B5EF4-FFF2-40B4-BE49-F238E27FC236}">
                  <a16:creationId xmlns:a16="http://schemas.microsoft.com/office/drawing/2014/main" id="{D323945B-260A-2770-272F-8CDB38B67D4B}"/>
                </a:ext>
              </a:extLst>
            </p:cNvPr>
            <p:cNvSpPr>
              <a:spLocks/>
            </p:cNvSpPr>
            <p:nvPr/>
          </p:nvSpPr>
          <p:spPr bwMode="auto">
            <a:xfrm rot="5094805">
              <a:off x="1425536" y="4434955"/>
              <a:ext cx="59409" cy="27420"/>
            </a:xfrm>
            <a:custGeom>
              <a:avLst/>
              <a:gdLst>
                <a:gd name="T0" fmla="*/ 13 w 24"/>
                <a:gd name="T1" fmla="*/ 6 h 11"/>
                <a:gd name="T2" fmla="*/ 0 w 24"/>
                <a:gd name="T3" fmla="*/ 11 h 11"/>
                <a:gd name="T4" fmla="*/ 11 w 24"/>
                <a:gd name="T5" fmla="*/ 5 h 11"/>
                <a:gd name="T6" fmla="*/ 24 w 24"/>
                <a:gd name="T7" fmla="*/ 0 h 11"/>
                <a:gd name="T8" fmla="*/ 13 w 24"/>
                <a:gd name="T9" fmla="*/ 6 h 11"/>
              </a:gdLst>
              <a:ahLst/>
              <a:cxnLst>
                <a:cxn ang="0">
                  <a:pos x="T0" y="T1"/>
                </a:cxn>
                <a:cxn ang="0">
                  <a:pos x="T2" y="T3"/>
                </a:cxn>
                <a:cxn ang="0">
                  <a:pos x="T4" y="T5"/>
                </a:cxn>
                <a:cxn ang="0">
                  <a:pos x="T6" y="T7"/>
                </a:cxn>
                <a:cxn ang="0">
                  <a:pos x="T8" y="T9"/>
                </a:cxn>
              </a:cxnLst>
              <a:rect l="0" t="0" r="r" b="b"/>
              <a:pathLst>
                <a:path w="24" h="11">
                  <a:moveTo>
                    <a:pt x="13" y="6"/>
                  </a:moveTo>
                  <a:cubicBezTo>
                    <a:pt x="7" y="9"/>
                    <a:pt x="1" y="11"/>
                    <a:pt x="0" y="11"/>
                  </a:cubicBezTo>
                  <a:cubicBezTo>
                    <a:pt x="0" y="11"/>
                    <a:pt x="4" y="9"/>
                    <a:pt x="11" y="5"/>
                  </a:cubicBezTo>
                  <a:cubicBezTo>
                    <a:pt x="17" y="2"/>
                    <a:pt x="23" y="0"/>
                    <a:pt x="24" y="0"/>
                  </a:cubicBezTo>
                  <a:cubicBezTo>
                    <a:pt x="24" y="0"/>
                    <a:pt x="19" y="3"/>
                    <a:pt x="1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7" name="Freeform 1597">
              <a:extLst>
                <a:ext uri="{FF2B5EF4-FFF2-40B4-BE49-F238E27FC236}">
                  <a16:creationId xmlns:a16="http://schemas.microsoft.com/office/drawing/2014/main" id="{BB4937B6-728E-E972-59FF-38DFB4A24694}"/>
                </a:ext>
              </a:extLst>
            </p:cNvPr>
            <p:cNvSpPr>
              <a:spLocks/>
            </p:cNvSpPr>
            <p:nvPr/>
          </p:nvSpPr>
          <p:spPr bwMode="auto">
            <a:xfrm rot="5094805">
              <a:off x="1533487" y="4615652"/>
              <a:ext cx="61694" cy="29705"/>
            </a:xfrm>
            <a:custGeom>
              <a:avLst/>
              <a:gdLst>
                <a:gd name="T0" fmla="*/ 24 w 25"/>
                <a:gd name="T1" fmla="*/ 0 h 12"/>
                <a:gd name="T2" fmla="*/ 14 w 25"/>
                <a:gd name="T3" fmla="*/ 6 h 12"/>
                <a:gd name="T4" fmla="*/ 1 w 25"/>
                <a:gd name="T5" fmla="*/ 12 h 12"/>
                <a:gd name="T6" fmla="*/ 11 w 25"/>
                <a:gd name="T7" fmla="*/ 6 h 12"/>
                <a:gd name="T8" fmla="*/ 24 w 25"/>
                <a:gd name="T9" fmla="*/ 0 h 12"/>
              </a:gdLst>
              <a:ahLst/>
              <a:cxnLst>
                <a:cxn ang="0">
                  <a:pos x="T0" y="T1"/>
                </a:cxn>
                <a:cxn ang="0">
                  <a:pos x="T2" y="T3"/>
                </a:cxn>
                <a:cxn ang="0">
                  <a:pos x="T4" y="T5"/>
                </a:cxn>
                <a:cxn ang="0">
                  <a:pos x="T6" y="T7"/>
                </a:cxn>
                <a:cxn ang="0">
                  <a:pos x="T8" y="T9"/>
                </a:cxn>
              </a:cxnLst>
              <a:rect l="0" t="0" r="r" b="b"/>
              <a:pathLst>
                <a:path w="25" h="12">
                  <a:moveTo>
                    <a:pt x="24" y="0"/>
                  </a:moveTo>
                  <a:cubicBezTo>
                    <a:pt x="25" y="0"/>
                    <a:pt x="20" y="3"/>
                    <a:pt x="14" y="6"/>
                  </a:cubicBezTo>
                  <a:cubicBezTo>
                    <a:pt x="7" y="9"/>
                    <a:pt x="2" y="12"/>
                    <a:pt x="1" y="12"/>
                  </a:cubicBezTo>
                  <a:cubicBezTo>
                    <a:pt x="0" y="12"/>
                    <a:pt x="4" y="9"/>
                    <a:pt x="11" y="6"/>
                  </a:cubicBezTo>
                  <a:cubicBezTo>
                    <a:pt x="17" y="3"/>
                    <a:pt x="23"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8" name="Freeform 1598">
              <a:extLst>
                <a:ext uri="{FF2B5EF4-FFF2-40B4-BE49-F238E27FC236}">
                  <a16:creationId xmlns:a16="http://schemas.microsoft.com/office/drawing/2014/main" id="{6EF8D201-3EBB-0D40-F0B8-809C80D5F7D1}"/>
                </a:ext>
              </a:extLst>
            </p:cNvPr>
            <p:cNvSpPr>
              <a:spLocks/>
            </p:cNvSpPr>
            <p:nvPr/>
          </p:nvSpPr>
          <p:spPr bwMode="auto">
            <a:xfrm rot="5094805">
              <a:off x="1640203" y="4797699"/>
              <a:ext cx="61694" cy="27420"/>
            </a:xfrm>
            <a:custGeom>
              <a:avLst/>
              <a:gdLst>
                <a:gd name="T0" fmla="*/ 14 w 25"/>
                <a:gd name="T1" fmla="*/ 6 h 11"/>
                <a:gd name="T2" fmla="*/ 1 w 25"/>
                <a:gd name="T3" fmla="*/ 11 h 11"/>
                <a:gd name="T4" fmla="*/ 12 w 25"/>
                <a:gd name="T5" fmla="*/ 6 h 11"/>
                <a:gd name="T6" fmla="*/ 25 w 25"/>
                <a:gd name="T7" fmla="*/ 0 h 11"/>
                <a:gd name="T8" fmla="*/ 14 w 25"/>
                <a:gd name="T9" fmla="*/ 6 h 11"/>
              </a:gdLst>
              <a:ahLst/>
              <a:cxnLst>
                <a:cxn ang="0">
                  <a:pos x="T0" y="T1"/>
                </a:cxn>
                <a:cxn ang="0">
                  <a:pos x="T2" y="T3"/>
                </a:cxn>
                <a:cxn ang="0">
                  <a:pos x="T4" y="T5"/>
                </a:cxn>
                <a:cxn ang="0">
                  <a:pos x="T6" y="T7"/>
                </a:cxn>
                <a:cxn ang="0">
                  <a:pos x="T8" y="T9"/>
                </a:cxn>
              </a:cxnLst>
              <a:rect l="0" t="0" r="r" b="b"/>
              <a:pathLst>
                <a:path w="25" h="11">
                  <a:moveTo>
                    <a:pt x="14" y="6"/>
                  </a:moveTo>
                  <a:cubicBezTo>
                    <a:pt x="7" y="9"/>
                    <a:pt x="1" y="11"/>
                    <a:pt x="1" y="11"/>
                  </a:cubicBezTo>
                  <a:cubicBezTo>
                    <a:pt x="0" y="11"/>
                    <a:pt x="5" y="9"/>
                    <a:pt x="12" y="6"/>
                  </a:cubicBezTo>
                  <a:cubicBezTo>
                    <a:pt x="18" y="3"/>
                    <a:pt x="24" y="0"/>
                    <a:pt x="25" y="0"/>
                  </a:cubicBezTo>
                  <a:cubicBezTo>
                    <a:pt x="25" y="0"/>
                    <a:pt x="20" y="3"/>
                    <a:pt x="1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9" name="Freeform 1599">
              <a:extLst>
                <a:ext uri="{FF2B5EF4-FFF2-40B4-BE49-F238E27FC236}">
                  <a16:creationId xmlns:a16="http://schemas.microsoft.com/office/drawing/2014/main" id="{F1C1E4B1-916F-304B-5D89-A9D2C327F7D9}"/>
                </a:ext>
              </a:extLst>
            </p:cNvPr>
            <p:cNvSpPr>
              <a:spLocks/>
            </p:cNvSpPr>
            <p:nvPr/>
          </p:nvSpPr>
          <p:spPr bwMode="auto">
            <a:xfrm rot="5094805">
              <a:off x="1741634" y="4983661"/>
              <a:ext cx="61694" cy="27420"/>
            </a:xfrm>
            <a:custGeom>
              <a:avLst/>
              <a:gdLst>
                <a:gd name="T0" fmla="*/ 24 w 25"/>
                <a:gd name="T1" fmla="*/ 0 h 11"/>
                <a:gd name="T2" fmla="*/ 14 w 25"/>
                <a:gd name="T3" fmla="*/ 5 h 11"/>
                <a:gd name="T4" fmla="*/ 0 w 25"/>
                <a:gd name="T5" fmla="*/ 11 h 11"/>
                <a:gd name="T6" fmla="*/ 11 w 25"/>
                <a:gd name="T7" fmla="*/ 6 h 11"/>
                <a:gd name="T8" fmla="*/ 24 w 25"/>
                <a:gd name="T9" fmla="*/ 0 h 11"/>
              </a:gdLst>
              <a:ahLst/>
              <a:cxnLst>
                <a:cxn ang="0">
                  <a:pos x="T0" y="T1"/>
                </a:cxn>
                <a:cxn ang="0">
                  <a:pos x="T2" y="T3"/>
                </a:cxn>
                <a:cxn ang="0">
                  <a:pos x="T4" y="T5"/>
                </a:cxn>
                <a:cxn ang="0">
                  <a:pos x="T6" y="T7"/>
                </a:cxn>
                <a:cxn ang="0">
                  <a:pos x="T8" y="T9"/>
                </a:cxn>
              </a:cxnLst>
              <a:rect l="0" t="0" r="r" b="b"/>
              <a:pathLst>
                <a:path w="25" h="11">
                  <a:moveTo>
                    <a:pt x="24" y="0"/>
                  </a:moveTo>
                  <a:cubicBezTo>
                    <a:pt x="25" y="0"/>
                    <a:pt x="20" y="3"/>
                    <a:pt x="14" y="5"/>
                  </a:cubicBezTo>
                  <a:cubicBezTo>
                    <a:pt x="7" y="8"/>
                    <a:pt x="1" y="10"/>
                    <a:pt x="0" y="11"/>
                  </a:cubicBezTo>
                  <a:cubicBezTo>
                    <a:pt x="0" y="11"/>
                    <a:pt x="4" y="9"/>
                    <a:pt x="11" y="6"/>
                  </a:cubicBezTo>
                  <a:cubicBezTo>
                    <a:pt x="17" y="3"/>
                    <a:pt x="23"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0" name="Freeform 1600">
              <a:extLst>
                <a:ext uri="{FF2B5EF4-FFF2-40B4-BE49-F238E27FC236}">
                  <a16:creationId xmlns:a16="http://schemas.microsoft.com/office/drawing/2014/main" id="{99169422-2381-5B8A-1583-A554C08A3E53}"/>
                </a:ext>
              </a:extLst>
            </p:cNvPr>
            <p:cNvSpPr>
              <a:spLocks/>
            </p:cNvSpPr>
            <p:nvPr/>
          </p:nvSpPr>
          <p:spPr bwMode="auto">
            <a:xfrm rot="5094805">
              <a:off x="1838214" y="5170143"/>
              <a:ext cx="59409" cy="20565"/>
            </a:xfrm>
            <a:custGeom>
              <a:avLst/>
              <a:gdLst>
                <a:gd name="T0" fmla="*/ 11 w 24"/>
                <a:gd name="T1" fmla="*/ 5 h 9"/>
                <a:gd name="T2" fmla="*/ 24 w 24"/>
                <a:gd name="T3" fmla="*/ 0 h 9"/>
                <a:gd name="T4" fmla="*/ 12 w 24"/>
                <a:gd name="T5" fmla="*/ 5 h 9"/>
                <a:gd name="T6" fmla="*/ 0 w 24"/>
                <a:gd name="T7" fmla="*/ 9 h 9"/>
                <a:gd name="T8" fmla="*/ 11 w 24"/>
                <a:gd name="T9" fmla="*/ 5 h 9"/>
              </a:gdLst>
              <a:ahLst/>
              <a:cxnLst>
                <a:cxn ang="0">
                  <a:pos x="T0" y="T1"/>
                </a:cxn>
                <a:cxn ang="0">
                  <a:pos x="T2" y="T3"/>
                </a:cxn>
                <a:cxn ang="0">
                  <a:pos x="T4" y="T5"/>
                </a:cxn>
                <a:cxn ang="0">
                  <a:pos x="T6" y="T7"/>
                </a:cxn>
                <a:cxn ang="0">
                  <a:pos x="T8" y="T9"/>
                </a:cxn>
              </a:cxnLst>
              <a:rect l="0" t="0" r="r" b="b"/>
              <a:pathLst>
                <a:path w="24" h="9">
                  <a:moveTo>
                    <a:pt x="11" y="5"/>
                  </a:moveTo>
                  <a:cubicBezTo>
                    <a:pt x="18" y="2"/>
                    <a:pt x="24" y="0"/>
                    <a:pt x="24" y="0"/>
                  </a:cubicBezTo>
                  <a:cubicBezTo>
                    <a:pt x="24" y="0"/>
                    <a:pt x="19" y="2"/>
                    <a:pt x="12" y="5"/>
                  </a:cubicBezTo>
                  <a:cubicBezTo>
                    <a:pt x="6" y="7"/>
                    <a:pt x="0" y="9"/>
                    <a:pt x="0" y="9"/>
                  </a:cubicBezTo>
                  <a:cubicBezTo>
                    <a:pt x="0" y="9"/>
                    <a:pt x="5" y="7"/>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1" name="Freeform 1601">
              <a:extLst>
                <a:ext uri="{FF2B5EF4-FFF2-40B4-BE49-F238E27FC236}">
                  <a16:creationId xmlns:a16="http://schemas.microsoft.com/office/drawing/2014/main" id="{CD8A0836-9529-6312-B155-0C51E0CDB223}"/>
                </a:ext>
              </a:extLst>
            </p:cNvPr>
            <p:cNvSpPr>
              <a:spLocks/>
            </p:cNvSpPr>
            <p:nvPr/>
          </p:nvSpPr>
          <p:spPr bwMode="auto">
            <a:xfrm rot="5094805">
              <a:off x="1923405" y="5352866"/>
              <a:ext cx="61694" cy="22850"/>
            </a:xfrm>
            <a:custGeom>
              <a:avLst/>
              <a:gdLst>
                <a:gd name="T0" fmla="*/ 24 w 25"/>
                <a:gd name="T1" fmla="*/ 0 h 9"/>
                <a:gd name="T2" fmla="*/ 14 w 25"/>
                <a:gd name="T3" fmla="*/ 4 h 9"/>
                <a:gd name="T4" fmla="*/ 1 w 25"/>
                <a:gd name="T5" fmla="*/ 8 h 9"/>
                <a:gd name="T6" fmla="*/ 11 w 25"/>
                <a:gd name="T7" fmla="*/ 5 h 9"/>
                <a:gd name="T8" fmla="*/ 24 w 25"/>
                <a:gd name="T9" fmla="*/ 0 h 9"/>
              </a:gdLst>
              <a:ahLst/>
              <a:cxnLst>
                <a:cxn ang="0">
                  <a:pos x="T0" y="T1"/>
                </a:cxn>
                <a:cxn ang="0">
                  <a:pos x="T2" y="T3"/>
                </a:cxn>
                <a:cxn ang="0">
                  <a:pos x="T4" y="T5"/>
                </a:cxn>
                <a:cxn ang="0">
                  <a:pos x="T6" y="T7"/>
                </a:cxn>
                <a:cxn ang="0">
                  <a:pos x="T8" y="T9"/>
                </a:cxn>
              </a:cxnLst>
              <a:rect l="0" t="0" r="r" b="b"/>
              <a:pathLst>
                <a:path w="25" h="9">
                  <a:moveTo>
                    <a:pt x="24" y="0"/>
                  </a:moveTo>
                  <a:cubicBezTo>
                    <a:pt x="25" y="0"/>
                    <a:pt x="21" y="2"/>
                    <a:pt x="14" y="4"/>
                  </a:cubicBezTo>
                  <a:cubicBezTo>
                    <a:pt x="8" y="6"/>
                    <a:pt x="2" y="8"/>
                    <a:pt x="1" y="8"/>
                  </a:cubicBezTo>
                  <a:cubicBezTo>
                    <a:pt x="0" y="9"/>
                    <a:pt x="4" y="7"/>
                    <a:pt x="11" y="5"/>
                  </a:cubicBezTo>
                  <a:cubicBezTo>
                    <a:pt x="17" y="3"/>
                    <a:pt x="23"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2" name="Freeform 1602">
              <a:extLst>
                <a:ext uri="{FF2B5EF4-FFF2-40B4-BE49-F238E27FC236}">
                  <a16:creationId xmlns:a16="http://schemas.microsoft.com/office/drawing/2014/main" id="{4F7612DB-A709-EFC9-11E6-EEC8BA62F408}"/>
                </a:ext>
              </a:extLst>
            </p:cNvPr>
            <p:cNvSpPr>
              <a:spLocks/>
            </p:cNvSpPr>
            <p:nvPr/>
          </p:nvSpPr>
          <p:spPr bwMode="auto">
            <a:xfrm rot="5094805">
              <a:off x="1999598" y="5541066"/>
              <a:ext cx="61694" cy="18280"/>
            </a:xfrm>
            <a:custGeom>
              <a:avLst/>
              <a:gdLst>
                <a:gd name="T0" fmla="*/ 14 w 25"/>
                <a:gd name="T1" fmla="*/ 3 h 8"/>
                <a:gd name="T2" fmla="*/ 1 w 25"/>
                <a:gd name="T3" fmla="*/ 7 h 8"/>
                <a:gd name="T4" fmla="*/ 11 w 25"/>
                <a:gd name="T5" fmla="*/ 4 h 8"/>
                <a:gd name="T6" fmla="*/ 25 w 25"/>
                <a:gd name="T7" fmla="*/ 1 h 8"/>
                <a:gd name="T8" fmla="*/ 14 w 25"/>
                <a:gd name="T9" fmla="*/ 3 h 8"/>
              </a:gdLst>
              <a:ahLst/>
              <a:cxnLst>
                <a:cxn ang="0">
                  <a:pos x="T0" y="T1"/>
                </a:cxn>
                <a:cxn ang="0">
                  <a:pos x="T2" y="T3"/>
                </a:cxn>
                <a:cxn ang="0">
                  <a:pos x="T4" y="T5"/>
                </a:cxn>
                <a:cxn ang="0">
                  <a:pos x="T6" y="T7"/>
                </a:cxn>
                <a:cxn ang="0">
                  <a:pos x="T8" y="T9"/>
                </a:cxn>
              </a:cxnLst>
              <a:rect l="0" t="0" r="r" b="b"/>
              <a:pathLst>
                <a:path w="25" h="8">
                  <a:moveTo>
                    <a:pt x="14" y="3"/>
                  </a:moveTo>
                  <a:cubicBezTo>
                    <a:pt x="7" y="5"/>
                    <a:pt x="2" y="7"/>
                    <a:pt x="1" y="7"/>
                  </a:cubicBezTo>
                  <a:cubicBezTo>
                    <a:pt x="0" y="8"/>
                    <a:pt x="5" y="6"/>
                    <a:pt x="11" y="4"/>
                  </a:cubicBezTo>
                  <a:cubicBezTo>
                    <a:pt x="18" y="3"/>
                    <a:pt x="24" y="1"/>
                    <a:pt x="25" y="1"/>
                  </a:cubicBezTo>
                  <a:cubicBezTo>
                    <a:pt x="25" y="0"/>
                    <a:pt x="21" y="2"/>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3" name="Freeform 1603">
              <a:extLst>
                <a:ext uri="{FF2B5EF4-FFF2-40B4-BE49-F238E27FC236}">
                  <a16:creationId xmlns:a16="http://schemas.microsoft.com/office/drawing/2014/main" id="{BE04EEEF-0938-396F-D7A3-6D32ABF8AA9F}"/>
                </a:ext>
              </a:extLst>
            </p:cNvPr>
            <p:cNvSpPr>
              <a:spLocks/>
            </p:cNvSpPr>
            <p:nvPr/>
          </p:nvSpPr>
          <p:spPr bwMode="auto">
            <a:xfrm rot="5094805">
              <a:off x="2064710" y="5732449"/>
              <a:ext cx="63979" cy="15995"/>
            </a:xfrm>
            <a:custGeom>
              <a:avLst/>
              <a:gdLst>
                <a:gd name="T0" fmla="*/ 25 w 26"/>
                <a:gd name="T1" fmla="*/ 0 h 6"/>
                <a:gd name="T2" fmla="*/ 14 w 26"/>
                <a:gd name="T3" fmla="*/ 3 h 6"/>
                <a:gd name="T4" fmla="*/ 1 w 26"/>
                <a:gd name="T5" fmla="*/ 6 h 6"/>
                <a:gd name="T6" fmla="*/ 11 w 26"/>
                <a:gd name="T7" fmla="*/ 3 h 6"/>
                <a:gd name="T8" fmla="*/ 25 w 26"/>
                <a:gd name="T9" fmla="*/ 0 h 6"/>
              </a:gdLst>
              <a:ahLst/>
              <a:cxnLst>
                <a:cxn ang="0">
                  <a:pos x="T0" y="T1"/>
                </a:cxn>
                <a:cxn ang="0">
                  <a:pos x="T2" y="T3"/>
                </a:cxn>
                <a:cxn ang="0">
                  <a:pos x="T4" y="T5"/>
                </a:cxn>
                <a:cxn ang="0">
                  <a:pos x="T6" y="T7"/>
                </a:cxn>
                <a:cxn ang="0">
                  <a:pos x="T8" y="T9"/>
                </a:cxn>
              </a:cxnLst>
              <a:rect l="0" t="0" r="r" b="b"/>
              <a:pathLst>
                <a:path w="26" h="6">
                  <a:moveTo>
                    <a:pt x="25" y="0"/>
                  </a:moveTo>
                  <a:cubicBezTo>
                    <a:pt x="26" y="0"/>
                    <a:pt x="21" y="1"/>
                    <a:pt x="14" y="3"/>
                  </a:cubicBezTo>
                  <a:cubicBezTo>
                    <a:pt x="7" y="4"/>
                    <a:pt x="2" y="5"/>
                    <a:pt x="1" y="6"/>
                  </a:cubicBezTo>
                  <a:cubicBezTo>
                    <a:pt x="0" y="6"/>
                    <a:pt x="5" y="5"/>
                    <a:pt x="11" y="3"/>
                  </a:cubicBezTo>
                  <a:cubicBezTo>
                    <a:pt x="18" y="2"/>
                    <a:pt x="24" y="1"/>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4" name="Freeform 1604">
              <a:extLst>
                <a:ext uri="{FF2B5EF4-FFF2-40B4-BE49-F238E27FC236}">
                  <a16:creationId xmlns:a16="http://schemas.microsoft.com/office/drawing/2014/main" id="{D4B44B74-52E6-2E71-F573-DE1E648DA3AB}"/>
                </a:ext>
              </a:extLst>
            </p:cNvPr>
            <p:cNvSpPr>
              <a:spLocks/>
            </p:cNvSpPr>
            <p:nvPr/>
          </p:nvSpPr>
          <p:spPr bwMode="auto">
            <a:xfrm rot="5094805">
              <a:off x="2119281" y="5923716"/>
              <a:ext cx="63979" cy="9140"/>
            </a:xfrm>
            <a:custGeom>
              <a:avLst/>
              <a:gdLst>
                <a:gd name="T0" fmla="*/ 25 w 26"/>
                <a:gd name="T1" fmla="*/ 1 h 4"/>
                <a:gd name="T2" fmla="*/ 15 w 26"/>
                <a:gd name="T3" fmla="*/ 2 h 4"/>
                <a:gd name="T4" fmla="*/ 1 w 26"/>
                <a:gd name="T5" fmla="*/ 4 h 4"/>
                <a:gd name="T6" fmla="*/ 12 w 26"/>
                <a:gd name="T7" fmla="*/ 3 h 4"/>
                <a:gd name="T8" fmla="*/ 25 w 26"/>
                <a:gd name="T9" fmla="*/ 1 h 4"/>
              </a:gdLst>
              <a:ahLst/>
              <a:cxnLst>
                <a:cxn ang="0">
                  <a:pos x="T0" y="T1"/>
                </a:cxn>
                <a:cxn ang="0">
                  <a:pos x="T2" y="T3"/>
                </a:cxn>
                <a:cxn ang="0">
                  <a:pos x="T4" y="T5"/>
                </a:cxn>
                <a:cxn ang="0">
                  <a:pos x="T6" y="T7"/>
                </a:cxn>
                <a:cxn ang="0">
                  <a:pos x="T8" y="T9"/>
                </a:cxn>
              </a:cxnLst>
              <a:rect l="0" t="0" r="r" b="b"/>
              <a:pathLst>
                <a:path w="26" h="4">
                  <a:moveTo>
                    <a:pt x="25" y="1"/>
                  </a:moveTo>
                  <a:cubicBezTo>
                    <a:pt x="26" y="0"/>
                    <a:pt x="21" y="1"/>
                    <a:pt x="15" y="2"/>
                  </a:cubicBezTo>
                  <a:cubicBezTo>
                    <a:pt x="8" y="3"/>
                    <a:pt x="2" y="4"/>
                    <a:pt x="1" y="4"/>
                  </a:cubicBezTo>
                  <a:cubicBezTo>
                    <a:pt x="0" y="4"/>
                    <a:pt x="5" y="4"/>
                    <a:pt x="12" y="3"/>
                  </a:cubicBezTo>
                  <a:cubicBezTo>
                    <a:pt x="18" y="2"/>
                    <a:pt x="24" y="1"/>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5" name="Freeform 1605">
              <a:extLst>
                <a:ext uri="{FF2B5EF4-FFF2-40B4-BE49-F238E27FC236}">
                  <a16:creationId xmlns:a16="http://schemas.microsoft.com/office/drawing/2014/main" id="{F6A23AB2-F1B4-88DE-B2FB-3ECD150A3A7B}"/>
                </a:ext>
              </a:extLst>
            </p:cNvPr>
            <p:cNvSpPr>
              <a:spLocks/>
            </p:cNvSpPr>
            <p:nvPr/>
          </p:nvSpPr>
          <p:spPr bwMode="auto">
            <a:xfrm rot="5094805">
              <a:off x="2155847" y="6116594"/>
              <a:ext cx="63979" cy="6855"/>
            </a:xfrm>
            <a:custGeom>
              <a:avLst/>
              <a:gdLst>
                <a:gd name="T0" fmla="*/ 25 w 26"/>
                <a:gd name="T1" fmla="*/ 0 h 2"/>
                <a:gd name="T2" fmla="*/ 15 w 26"/>
                <a:gd name="T3" fmla="*/ 1 h 2"/>
                <a:gd name="T4" fmla="*/ 1 w 26"/>
                <a:gd name="T5" fmla="*/ 2 h 2"/>
                <a:gd name="T6" fmla="*/ 11 w 26"/>
                <a:gd name="T7" fmla="*/ 1 h 2"/>
                <a:gd name="T8" fmla="*/ 25 w 26"/>
                <a:gd name="T9" fmla="*/ 0 h 2"/>
              </a:gdLst>
              <a:ahLst/>
              <a:cxnLst>
                <a:cxn ang="0">
                  <a:pos x="T0" y="T1"/>
                </a:cxn>
                <a:cxn ang="0">
                  <a:pos x="T2" y="T3"/>
                </a:cxn>
                <a:cxn ang="0">
                  <a:pos x="T4" y="T5"/>
                </a:cxn>
                <a:cxn ang="0">
                  <a:pos x="T6" y="T7"/>
                </a:cxn>
                <a:cxn ang="0">
                  <a:pos x="T8" y="T9"/>
                </a:cxn>
              </a:cxnLst>
              <a:rect l="0" t="0" r="r" b="b"/>
              <a:pathLst>
                <a:path w="26" h="2">
                  <a:moveTo>
                    <a:pt x="25" y="0"/>
                  </a:moveTo>
                  <a:cubicBezTo>
                    <a:pt x="26" y="0"/>
                    <a:pt x="21" y="0"/>
                    <a:pt x="15" y="1"/>
                  </a:cubicBezTo>
                  <a:cubicBezTo>
                    <a:pt x="8" y="1"/>
                    <a:pt x="2" y="1"/>
                    <a:pt x="1" y="2"/>
                  </a:cubicBezTo>
                  <a:cubicBezTo>
                    <a:pt x="0" y="2"/>
                    <a:pt x="5" y="2"/>
                    <a:pt x="11" y="1"/>
                  </a:cubicBezTo>
                  <a:cubicBezTo>
                    <a:pt x="18"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6" name="Freeform 1606">
              <a:extLst>
                <a:ext uri="{FF2B5EF4-FFF2-40B4-BE49-F238E27FC236}">
                  <a16:creationId xmlns:a16="http://schemas.microsoft.com/office/drawing/2014/main" id="{46C8899C-5037-ADD6-6608-AA8BB19B572B}"/>
                </a:ext>
              </a:extLst>
            </p:cNvPr>
            <p:cNvSpPr>
              <a:spLocks/>
            </p:cNvSpPr>
            <p:nvPr/>
          </p:nvSpPr>
          <p:spPr bwMode="auto">
            <a:xfrm rot="5094805">
              <a:off x="2187031" y="6313495"/>
              <a:ext cx="61694" cy="4570"/>
            </a:xfrm>
            <a:custGeom>
              <a:avLst/>
              <a:gdLst>
                <a:gd name="T0" fmla="*/ 24 w 25"/>
                <a:gd name="T1" fmla="*/ 0 h 2"/>
                <a:gd name="T2" fmla="*/ 13 w 25"/>
                <a:gd name="T3" fmla="*/ 1 h 2"/>
                <a:gd name="T4" fmla="*/ 0 w 25"/>
                <a:gd name="T5" fmla="*/ 2 h 2"/>
                <a:gd name="T6" fmla="*/ 11 w 25"/>
                <a:gd name="T7" fmla="*/ 1 h 2"/>
                <a:gd name="T8" fmla="*/ 24 w 25"/>
                <a:gd name="T9" fmla="*/ 0 h 2"/>
              </a:gdLst>
              <a:ahLst/>
              <a:cxnLst>
                <a:cxn ang="0">
                  <a:pos x="T0" y="T1"/>
                </a:cxn>
                <a:cxn ang="0">
                  <a:pos x="T2" y="T3"/>
                </a:cxn>
                <a:cxn ang="0">
                  <a:pos x="T4" y="T5"/>
                </a:cxn>
                <a:cxn ang="0">
                  <a:pos x="T6" y="T7"/>
                </a:cxn>
                <a:cxn ang="0">
                  <a:pos x="T8" y="T9"/>
                </a:cxn>
              </a:cxnLst>
              <a:rect l="0" t="0" r="r" b="b"/>
              <a:pathLst>
                <a:path w="25" h="2">
                  <a:moveTo>
                    <a:pt x="24" y="0"/>
                  </a:moveTo>
                  <a:cubicBezTo>
                    <a:pt x="25" y="0"/>
                    <a:pt x="19" y="0"/>
                    <a:pt x="13" y="1"/>
                  </a:cubicBezTo>
                  <a:cubicBezTo>
                    <a:pt x="6" y="1"/>
                    <a:pt x="0" y="2"/>
                    <a:pt x="0" y="2"/>
                  </a:cubicBezTo>
                  <a:cubicBezTo>
                    <a:pt x="0" y="2"/>
                    <a:pt x="5" y="2"/>
                    <a:pt x="11" y="1"/>
                  </a:cubicBezTo>
                  <a:cubicBezTo>
                    <a:pt x="18" y="1"/>
                    <a:pt x="24"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7" name="Freeform 1607">
              <a:extLst>
                <a:ext uri="{FF2B5EF4-FFF2-40B4-BE49-F238E27FC236}">
                  <a16:creationId xmlns:a16="http://schemas.microsoft.com/office/drawing/2014/main" id="{3BEEB3CD-D099-9391-9332-A421B3F6CCEB}"/>
                </a:ext>
              </a:extLst>
            </p:cNvPr>
            <p:cNvSpPr>
              <a:spLocks/>
            </p:cNvSpPr>
            <p:nvPr/>
          </p:nvSpPr>
          <p:spPr bwMode="auto">
            <a:xfrm rot="5094805">
              <a:off x="2225873" y="6503886"/>
              <a:ext cx="61694" cy="6855"/>
            </a:xfrm>
            <a:custGeom>
              <a:avLst/>
              <a:gdLst>
                <a:gd name="T0" fmla="*/ 25 w 25"/>
                <a:gd name="T1" fmla="*/ 0 h 3"/>
                <a:gd name="T2" fmla="*/ 13 w 25"/>
                <a:gd name="T3" fmla="*/ 2 h 3"/>
                <a:gd name="T4" fmla="*/ 0 w 25"/>
                <a:gd name="T5" fmla="*/ 3 h 3"/>
                <a:gd name="T6" fmla="*/ 12 w 25"/>
                <a:gd name="T7" fmla="*/ 2 h 3"/>
                <a:gd name="T8" fmla="*/ 25 w 25"/>
                <a:gd name="T9" fmla="*/ 0 h 3"/>
              </a:gdLst>
              <a:ahLst/>
              <a:cxnLst>
                <a:cxn ang="0">
                  <a:pos x="T0" y="T1"/>
                </a:cxn>
                <a:cxn ang="0">
                  <a:pos x="T2" y="T3"/>
                </a:cxn>
                <a:cxn ang="0">
                  <a:pos x="T4" y="T5"/>
                </a:cxn>
                <a:cxn ang="0">
                  <a:pos x="T6" y="T7"/>
                </a:cxn>
                <a:cxn ang="0">
                  <a:pos x="T8" y="T9"/>
                </a:cxn>
              </a:cxnLst>
              <a:rect l="0" t="0" r="r" b="b"/>
              <a:pathLst>
                <a:path w="25" h="3">
                  <a:moveTo>
                    <a:pt x="25" y="0"/>
                  </a:moveTo>
                  <a:cubicBezTo>
                    <a:pt x="25" y="0"/>
                    <a:pt x="19" y="1"/>
                    <a:pt x="13" y="2"/>
                  </a:cubicBezTo>
                  <a:cubicBezTo>
                    <a:pt x="6" y="3"/>
                    <a:pt x="0" y="3"/>
                    <a:pt x="0" y="3"/>
                  </a:cubicBezTo>
                  <a:cubicBezTo>
                    <a:pt x="0" y="3"/>
                    <a:pt x="5" y="2"/>
                    <a:pt x="12" y="2"/>
                  </a:cubicBezTo>
                  <a:cubicBezTo>
                    <a:pt x="18"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8" name="Freeform 1608">
              <a:extLst>
                <a:ext uri="{FF2B5EF4-FFF2-40B4-BE49-F238E27FC236}">
                  <a16:creationId xmlns:a16="http://schemas.microsoft.com/office/drawing/2014/main" id="{9779F459-E508-6161-DF32-4298F0175006}"/>
                </a:ext>
              </a:extLst>
            </p:cNvPr>
            <p:cNvSpPr>
              <a:spLocks/>
            </p:cNvSpPr>
            <p:nvPr/>
          </p:nvSpPr>
          <p:spPr bwMode="auto">
            <a:xfrm rot="5094805">
              <a:off x="2270607" y="6694904"/>
              <a:ext cx="61694" cy="11425"/>
            </a:xfrm>
            <a:custGeom>
              <a:avLst/>
              <a:gdLst>
                <a:gd name="T0" fmla="*/ 12 w 25"/>
                <a:gd name="T1" fmla="*/ 2 h 4"/>
                <a:gd name="T2" fmla="*/ 25 w 25"/>
                <a:gd name="T3" fmla="*/ 0 h 4"/>
                <a:gd name="T4" fmla="*/ 13 w 25"/>
                <a:gd name="T5" fmla="*/ 3 h 4"/>
                <a:gd name="T6" fmla="*/ 1 w 25"/>
                <a:gd name="T7" fmla="*/ 4 h 4"/>
                <a:gd name="T8" fmla="*/ 12 w 25"/>
                <a:gd name="T9" fmla="*/ 2 h 4"/>
              </a:gdLst>
              <a:ahLst/>
              <a:cxnLst>
                <a:cxn ang="0">
                  <a:pos x="T0" y="T1"/>
                </a:cxn>
                <a:cxn ang="0">
                  <a:pos x="T2" y="T3"/>
                </a:cxn>
                <a:cxn ang="0">
                  <a:pos x="T4" y="T5"/>
                </a:cxn>
                <a:cxn ang="0">
                  <a:pos x="T6" y="T7"/>
                </a:cxn>
                <a:cxn ang="0">
                  <a:pos x="T8" y="T9"/>
                </a:cxn>
              </a:cxnLst>
              <a:rect l="0" t="0" r="r" b="b"/>
              <a:pathLst>
                <a:path w="25" h="4">
                  <a:moveTo>
                    <a:pt x="12" y="2"/>
                  </a:moveTo>
                  <a:cubicBezTo>
                    <a:pt x="19" y="0"/>
                    <a:pt x="25" y="0"/>
                    <a:pt x="25" y="0"/>
                  </a:cubicBezTo>
                  <a:cubicBezTo>
                    <a:pt x="25" y="0"/>
                    <a:pt x="20" y="2"/>
                    <a:pt x="13" y="3"/>
                  </a:cubicBezTo>
                  <a:cubicBezTo>
                    <a:pt x="6" y="4"/>
                    <a:pt x="1" y="4"/>
                    <a:pt x="1" y="4"/>
                  </a:cubicBezTo>
                  <a:cubicBezTo>
                    <a:pt x="0" y="4"/>
                    <a:pt x="6"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9" name="Freeform 1609">
              <a:extLst>
                <a:ext uri="{FF2B5EF4-FFF2-40B4-BE49-F238E27FC236}">
                  <a16:creationId xmlns:a16="http://schemas.microsoft.com/office/drawing/2014/main" id="{5FA62BF8-7A41-8B0F-A5E0-D7AB1919343D}"/>
                </a:ext>
              </a:extLst>
            </p:cNvPr>
            <p:cNvSpPr>
              <a:spLocks/>
            </p:cNvSpPr>
            <p:nvPr/>
          </p:nvSpPr>
          <p:spPr bwMode="auto">
            <a:xfrm rot="5094805">
              <a:off x="2323202" y="6886258"/>
              <a:ext cx="63979" cy="11425"/>
            </a:xfrm>
            <a:custGeom>
              <a:avLst/>
              <a:gdLst>
                <a:gd name="T0" fmla="*/ 25 w 26"/>
                <a:gd name="T1" fmla="*/ 0 h 5"/>
                <a:gd name="T2" fmla="*/ 14 w 26"/>
                <a:gd name="T3" fmla="*/ 3 h 5"/>
                <a:gd name="T4" fmla="*/ 1 w 26"/>
                <a:gd name="T5" fmla="*/ 5 h 5"/>
                <a:gd name="T6" fmla="*/ 12 w 26"/>
                <a:gd name="T7" fmla="*/ 2 h 5"/>
                <a:gd name="T8" fmla="*/ 25 w 26"/>
                <a:gd name="T9" fmla="*/ 0 h 5"/>
              </a:gdLst>
              <a:ahLst/>
              <a:cxnLst>
                <a:cxn ang="0">
                  <a:pos x="T0" y="T1"/>
                </a:cxn>
                <a:cxn ang="0">
                  <a:pos x="T2" y="T3"/>
                </a:cxn>
                <a:cxn ang="0">
                  <a:pos x="T4" y="T5"/>
                </a:cxn>
                <a:cxn ang="0">
                  <a:pos x="T6" y="T7"/>
                </a:cxn>
                <a:cxn ang="0">
                  <a:pos x="T8" y="T9"/>
                </a:cxn>
              </a:cxnLst>
              <a:rect l="0" t="0" r="r" b="b"/>
              <a:pathLst>
                <a:path w="26" h="5">
                  <a:moveTo>
                    <a:pt x="25" y="0"/>
                  </a:moveTo>
                  <a:cubicBezTo>
                    <a:pt x="26" y="0"/>
                    <a:pt x="21" y="2"/>
                    <a:pt x="14" y="3"/>
                  </a:cubicBezTo>
                  <a:cubicBezTo>
                    <a:pt x="8" y="5"/>
                    <a:pt x="2" y="5"/>
                    <a:pt x="1" y="5"/>
                  </a:cubicBezTo>
                  <a:cubicBezTo>
                    <a:pt x="0" y="5"/>
                    <a:pt x="5" y="3"/>
                    <a:pt x="12" y="2"/>
                  </a:cubicBezTo>
                  <a:cubicBezTo>
                    <a:pt x="18" y="0"/>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0" name="Freeform 1631">
              <a:extLst>
                <a:ext uri="{FF2B5EF4-FFF2-40B4-BE49-F238E27FC236}">
                  <a16:creationId xmlns:a16="http://schemas.microsoft.com/office/drawing/2014/main" id="{0FAD88F7-136D-0A86-51A5-A210BB75A124}"/>
                </a:ext>
              </a:extLst>
            </p:cNvPr>
            <p:cNvSpPr>
              <a:spLocks/>
            </p:cNvSpPr>
            <p:nvPr/>
          </p:nvSpPr>
          <p:spPr bwMode="auto">
            <a:xfrm rot="5094805">
              <a:off x="270814" y="57484"/>
              <a:ext cx="61694" cy="52554"/>
            </a:xfrm>
            <a:custGeom>
              <a:avLst/>
              <a:gdLst>
                <a:gd name="T0" fmla="*/ 11 w 25"/>
                <a:gd name="T1" fmla="*/ 2 h 21"/>
                <a:gd name="T2" fmla="*/ 25 w 25"/>
                <a:gd name="T3" fmla="*/ 8 h 21"/>
                <a:gd name="T4" fmla="*/ 14 w 25"/>
                <a:gd name="T5" fmla="*/ 19 h 21"/>
                <a:gd name="T6" fmla="*/ 1 w 25"/>
                <a:gd name="T7" fmla="*/ 14 h 21"/>
                <a:gd name="T8" fmla="*/ 11 w 25"/>
                <a:gd name="T9" fmla="*/ 2 h 21"/>
              </a:gdLst>
              <a:ahLst/>
              <a:cxnLst>
                <a:cxn ang="0">
                  <a:pos x="T0" y="T1"/>
                </a:cxn>
                <a:cxn ang="0">
                  <a:pos x="T2" y="T3"/>
                </a:cxn>
                <a:cxn ang="0">
                  <a:pos x="T4" y="T5"/>
                </a:cxn>
                <a:cxn ang="0">
                  <a:pos x="T6" y="T7"/>
                </a:cxn>
                <a:cxn ang="0">
                  <a:pos x="T8" y="T9"/>
                </a:cxn>
              </a:cxnLst>
              <a:rect l="0" t="0" r="r" b="b"/>
              <a:pathLst>
                <a:path w="25" h="21">
                  <a:moveTo>
                    <a:pt x="11" y="2"/>
                  </a:moveTo>
                  <a:cubicBezTo>
                    <a:pt x="17" y="0"/>
                    <a:pt x="24" y="3"/>
                    <a:pt x="25" y="8"/>
                  </a:cubicBezTo>
                  <a:cubicBezTo>
                    <a:pt x="25" y="12"/>
                    <a:pt x="20" y="18"/>
                    <a:pt x="14" y="19"/>
                  </a:cubicBezTo>
                  <a:cubicBezTo>
                    <a:pt x="7" y="21"/>
                    <a:pt x="1" y="19"/>
                    <a:pt x="1" y="14"/>
                  </a:cubicBezTo>
                  <a:cubicBezTo>
                    <a:pt x="0" y="9"/>
                    <a:pt x="4" y="4"/>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1" name="Freeform 1632">
              <a:extLst>
                <a:ext uri="{FF2B5EF4-FFF2-40B4-BE49-F238E27FC236}">
                  <a16:creationId xmlns:a16="http://schemas.microsoft.com/office/drawing/2014/main" id="{3EAEFE10-1C21-6FE1-DBD3-EFFE859144E1}"/>
                </a:ext>
              </a:extLst>
            </p:cNvPr>
            <p:cNvSpPr>
              <a:spLocks/>
            </p:cNvSpPr>
            <p:nvPr/>
          </p:nvSpPr>
          <p:spPr bwMode="auto">
            <a:xfrm rot="5094805">
              <a:off x="331075" y="244817"/>
              <a:ext cx="61694" cy="52554"/>
            </a:xfrm>
            <a:custGeom>
              <a:avLst/>
              <a:gdLst>
                <a:gd name="T0" fmla="*/ 25 w 25"/>
                <a:gd name="T1" fmla="*/ 8 h 21"/>
                <a:gd name="T2" fmla="*/ 14 w 25"/>
                <a:gd name="T3" fmla="*/ 20 h 21"/>
                <a:gd name="T4" fmla="*/ 1 w 25"/>
                <a:gd name="T5" fmla="*/ 13 h 21"/>
                <a:gd name="T6" fmla="*/ 11 w 25"/>
                <a:gd name="T7" fmla="*/ 2 h 21"/>
                <a:gd name="T8" fmla="*/ 25 w 25"/>
                <a:gd name="T9" fmla="*/ 8 h 21"/>
              </a:gdLst>
              <a:ahLst/>
              <a:cxnLst>
                <a:cxn ang="0">
                  <a:pos x="T0" y="T1"/>
                </a:cxn>
                <a:cxn ang="0">
                  <a:pos x="T2" y="T3"/>
                </a:cxn>
                <a:cxn ang="0">
                  <a:pos x="T4" y="T5"/>
                </a:cxn>
                <a:cxn ang="0">
                  <a:pos x="T6" y="T7"/>
                </a:cxn>
                <a:cxn ang="0">
                  <a:pos x="T8" y="T9"/>
                </a:cxn>
              </a:cxnLst>
              <a:rect l="0" t="0" r="r" b="b"/>
              <a:pathLst>
                <a:path w="25" h="21">
                  <a:moveTo>
                    <a:pt x="25" y="8"/>
                  </a:moveTo>
                  <a:cubicBezTo>
                    <a:pt x="25" y="13"/>
                    <a:pt x="20" y="19"/>
                    <a:pt x="14" y="20"/>
                  </a:cubicBezTo>
                  <a:cubicBezTo>
                    <a:pt x="7" y="21"/>
                    <a:pt x="1" y="18"/>
                    <a:pt x="1" y="13"/>
                  </a:cubicBezTo>
                  <a:cubicBezTo>
                    <a:pt x="0" y="8"/>
                    <a:pt x="5" y="3"/>
                    <a:pt x="11" y="2"/>
                  </a:cubicBezTo>
                  <a:cubicBezTo>
                    <a:pt x="18" y="0"/>
                    <a:pt x="24"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2" name="Freeform 1633">
              <a:extLst>
                <a:ext uri="{FF2B5EF4-FFF2-40B4-BE49-F238E27FC236}">
                  <a16:creationId xmlns:a16="http://schemas.microsoft.com/office/drawing/2014/main" id="{C6A86E94-4B01-B316-2178-28075714AFDF}"/>
                </a:ext>
              </a:extLst>
            </p:cNvPr>
            <p:cNvSpPr>
              <a:spLocks/>
            </p:cNvSpPr>
            <p:nvPr/>
          </p:nvSpPr>
          <p:spPr bwMode="auto">
            <a:xfrm rot="5094805">
              <a:off x="379118" y="438862"/>
              <a:ext cx="63979" cy="47985"/>
            </a:xfrm>
            <a:custGeom>
              <a:avLst/>
              <a:gdLst>
                <a:gd name="T0" fmla="*/ 25 w 26"/>
                <a:gd name="T1" fmla="*/ 8 h 20"/>
                <a:gd name="T2" fmla="*/ 15 w 26"/>
                <a:gd name="T3" fmla="*/ 19 h 20"/>
                <a:gd name="T4" fmla="*/ 1 w 26"/>
                <a:gd name="T5" fmla="*/ 12 h 20"/>
                <a:gd name="T6" fmla="*/ 11 w 26"/>
                <a:gd name="T7" fmla="*/ 1 h 20"/>
                <a:gd name="T8" fmla="*/ 25 w 26"/>
                <a:gd name="T9" fmla="*/ 8 h 20"/>
              </a:gdLst>
              <a:ahLst/>
              <a:cxnLst>
                <a:cxn ang="0">
                  <a:pos x="T0" y="T1"/>
                </a:cxn>
                <a:cxn ang="0">
                  <a:pos x="T2" y="T3"/>
                </a:cxn>
                <a:cxn ang="0">
                  <a:pos x="T4" y="T5"/>
                </a:cxn>
                <a:cxn ang="0">
                  <a:pos x="T6" y="T7"/>
                </a:cxn>
                <a:cxn ang="0">
                  <a:pos x="T8" y="T9"/>
                </a:cxn>
              </a:cxnLst>
              <a:rect l="0" t="0" r="r" b="b"/>
              <a:pathLst>
                <a:path w="26" h="20">
                  <a:moveTo>
                    <a:pt x="25" y="8"/>
                  </a:moveTo>
                  <a:cubicBezTo>
                    <a:pt x="26" y="13"/>
                    <a:pt x="22" y="18"/>
                    <a:pt x="15" y="19"/>
                  </a:cubicBezTo>
                  <a:cubicBezTo>
                    <a:pt x="8" y="20"/>
                    <a:pt x="2" y="17"/>
                    <a:pt x="1" y="12"/>
                  </a:cubicBezTo>
                  <a:cubicBezTo>
                    <a:pt x="0" y="7"/>
                    <a:pt x="4" y="2"/>
                    <a:pt x="11" y="1"/>
                  </a:cubicBezTo>
                  <a:cubicBezTo>
                    <a:pt x="17" y="0"/>
                    <a:pt x="24" y="3"/>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3" name="Freeform 1634">
              <a:extLst>
                <a:ext uri="{FF2B5EF4-FFF2-40B4-BE49-F238E27FC236}">
                  <a16:creationId xmlns:a16="http://schemas.microsoft.com/office/drawing/2014/main" id="{629D5F7A-027F-14F6-FB9E-E3B56154CAD6}"/>
                </a:ext>
              </a:extLst>
            </p:cNvPr>
            <p:cNvSpPr>
              <a:spLocks/>
            </p:cNvSpPr>
            <p:nvPr/>
          </p:nvSpPr>
          <p:spPr bwMode="auto">
            <a:xfrm rot="5094805">
              <a:off x="416725" y="630602"/>
              <a:ext cx="61694" cy="45700"/>
            </a:xfrm>
            <a:custGeom>
              <a:avLst/>
              <a:gdLst>
                <a:gd name="T0" fmla="*/ 12 w 25"/>
                <a:gd name="T1" fmla="*/ 0 h 18"/>
                <a:gd name="T2" fmla="*/ 25 w 25"/>
                <a:gd name="T3" fmla="*/ 9 h 18"/>
                <a:gd name="T4" fmla="*/ 14 w 25"/>
                <a:gd name="T5" fmla="*/ 18 h 18"/>
                <a:gd name="T6" fmla="*/ 1 w 25"/>
                <a:gd name="T7" fmla="*/ 10 h 18"/>
                <a:gd name="T8" fmla="*/ 12 w 25"/>
                <a:gd name="T9" fmla="*/ 0 h 18"/>
              </a:gdLst>
              <a:ahLst/>
              <a:cxnLst>
                <a:cxn ang="0">
                  <a:pos x="T0" y="T1"/>
                </a:cxn>
                <a:cxn ang="0">
                  <a:pos x="T2" y="T3"/>
                </a:cxn>
                <a:cxn ang="0">
                  <a:pos x="T4" y="T5"/>
                </a:cxn>
                <a:cxn ang="0">
                  <a:pos x="T6" y="T7"/>
                </a:cxn>
                <a:cxn ang="0">
                  <a:pos x="T8" y="T9"/>
                </a:cxn>
              </a:cxnLst>
              <a:rect l="0" t="0" r="r" b="b"/>
              <a:pathLst>
                <a:path w="25" h="18">
                  <a:moveTo>
                    <a:pt x="12" y="0"/>
                  </a:moveTo>
                  <a:cubicBezTo>
                    <a:pt x="18" y="0"/>
                    <a:pt x="24" y="4"/>
                    <a:pt x="25" y="9"/>
                  </a:cubicBezTo>
                  <a:cubicBezTo>
                    <a:pt x="25" y="13"/>
                    <a:pt x="20" y="18"/>
                    <a:pt x="14" y="18"/>
                  </a:cubicBezTo>
                  <a:cubicBezTo>
                    <a:pt x="7" y="18"/>
                    <a:pt x="1" y="15"/>
                    <a:pt x="1" y="10"/>
                  </a:cubicBezTo>
                  <a:cubicBezTo>
                    <a:pt x="0" y="5"/>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4" name="Freeform 1635">
              <a:extLst>
                <a:ext uri="{FF2B5EF4-FFF2-40B4-BE49-F238E27FC236}">
                  <a16:creationId xmlns:a16="http://schemas.microsoft.com/office/drawing/2014/main" id="{5E98CE95-5A4B-5CB3-C37F-6C281668F7F5}"/>
                </a:ext>
              </a:extLst>
            </p:cNvPr>
            <p:cNvSpPr>
              <a:spLocks/>
            </p:cNvSpPr>
            <p:nvPr/>
          </p:nvSpPr>
          <p:spPr bwMode="auto">
            <a:xfrm rot="5094805">
              <a:off x="441805" y="824397"/>
              <a:ext cx="63979" cy="41130"/>
            </a:xfrm>
            <a:custGeom>
              <a:avLst/>
              <a:gdLst>
                <a:gd name="T0" fmla="*/ 25 w 26"/>
                <a:gd name="T1" fmla="*/ 8 h 17"/>
                <a:gd name="T2" fmla="*/ 15 w 26"/>
                <a:gd name="T3" fmla="*/ 17 h 17"/>
                <a:gd name="T4" fmla="*/ 1 w 26"/>
                <a:gd name="T5" fmla="*/ 9 h 17"/>
                <a:gd name="T6" fmla="*/ 12 w 26"/>
                <a:gd name="T7" fmla="*/ 1 h 17"/>
                <a:gd name="T8" fmla="*/ 25 w 26"/>
                <a:gd name="T9" fmla="*/ 8 h 17"/>
              </a:gdLst>
              <a:ahLst/>
              <a:cxnLst>
                <a:cxn ang="0">
                  <a:pos x="T0" y="T1"/>
                </a:cxn>
                <a:cxn ang="0">
                  <a:pos x="T2" y="T3"/>
                </a:cxn>
                <a:cxn ang="0">
                  <a:pos x="T4" y="T5"/>
                </a:cxn>
                <a:cxn ang="0">
                  <a:pos x="T6" y="T7"/>
                </a:cxn>
                <a:cxn ang="0">
                  <a:pos x="T8" y="T9"/>
                </a:cxn>
              </a:cxnLst>
              <a:rect l="0" t="0" r="r" b="b"/>
              <a:pathLst>
                <a:path w="26" h="17">
                  <a:moveTo>
                    <a:pt x="25" y="8"/>
                  </a:moveTo>
                  <a:cubicBezTo>
                    <a:pt x="26" y="13"/>
                    <a:pt x="22" y="17"/>
                    <a:pt x="15" y="17"/>
                  </a:cubicBezTo>
                  <a:cubicBezTo>
                    <a:pt x="8" y="17"/>
                    <a:pt x="2" y="14"/>
                    <a:pt x="1" y="9"/>
                  </a:cubicBezTo>
                  <a:cubicBezTo>
                    <a:pt x="0" y="5"/>
                    <a:pt x="5" y="1"/>
                    <a:pt x="12" y="1"/>
                  </a:cubicBezTo>
                  <a:cubicBezTo>
                    <a:pt x="18" y="0"/>
                    <a:pt x="24"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5" name="Freeform 1636">
              <a:extLst>
                <a:ext uri="{FF2B5EF4-FFF2-40B4-BE49-F238E27FC236}">
                  <a16:creationId xmlns:a16="http://schemas.microsoft.com/office/drawing/2014/main" id="{127FBF24-B44E-D54B-E279-C18E11516944}"/>
                </a:ext>
              </a:extLst>
            </p:cNvPr>
            <p:cNvSpPr>
              <a:spLocks/>
            </p:cNvSpPr>
            <p:nvPr/>
          </p:nvSpPr>
          <p:spPr bwMode="auto">
            <a:xfrm rot="5094805">
              <a:off x="459333" y="1022513"/>
              <a:ext cx="61694" cy="38845"/>
            </a:xfrm>
            <a:custGeom>
              <a:avLst/>
              <a:gdLst>
                <a:gd name="T0" fmla="*/ 11 w 25"/>
                <a:gd name="T1" fmla="*/ 0 h 16"/>
                <a:gd name="T2" fmla="*/ 25 w 25"/>
                <a:gd name="T3" fmla="*/ 9 h 16"/>
                <a:gd name="T4" fmla="*/ 13 w 25"/>
                <a:gd name="T5" fmla="*/ 16 h 16"/>
                <a:gd name="T6" fmla="*/ 0 w 25"/>
                <a:gd name="T7" fmla="*/ 7 h 16"/>
                <a:gd name="T8" fmla="*/ 11 w 25"/>
                <a:gd name="T9" fmla="*/ 0 h 16"/>
              </a:gdLst>
              <a:ahLst/>
              <a:cxnLst>
                <a:cxn ang="0">
                  <a:pos x="T0" y="T1"/>
                </a:cxn>
                <a:cxn ang="0">
                  <a:pos x="T2" y="T3"/>
                </a:cxn>
                <a:cxn ang="0">
                  <a:pos x="T4" y="T5"/>
                </a:cxn>
                <a:cxn ang="0">
                  <a:pos x="T6" y="T7"/>
                </a:cxn>
                <a:cxn ang="0">
                  <a:pos x="T8" y="T9"/>
                </a:cxn>
              </a:cxnLst>
              <a:rect l="0" t="0" r="r" b="b"/>
              <a:pathLst>
                <a:path w="25" h="16">
                  <a:moveTo>
                    <a:pt x="11" y="0"/>
                  </a:moveTo>
                  <a:cubicBezTo>
                    <a:pt x="18" y="1"/>
                    <a:pt x="24" y="5"/>
                    <a:pt x="25" y="9"/>
                  </a:cubicBezTo>
                  <a:cubicBezTo>
                    <a:pt x="25" y="13"/>
                    <a:pt x="20" y="16"/>
                    <a:pt x="13" y="16"/>
                  </a:cubicBezTo>
                  <a:cubicBezTo>
                    <a:pt x="7" y="15"/>
                    <a:pt x="1" y="12"/>
                    <a:pt x="0" y="7"/>
                  </a:cubicBezTo>
                  <a:cubicBezTo>
                    <a:pt x="0" y="3"/>
                    <a:pt x="5"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6" name="Freeform 1637">
              <a:extLst>
                <a:ext uri="{FF2B5EF4-FFF2-40B4-BE49-F238E27FC236}">
                  <a16:creationId xmlns:a16="http://schemas.microsoft.com/office/drawing/2014/main" id="{0F5D9D8B-3421-70BC-91A7-E69B7A433167}"/>
                </a:ext>
              </a:extLst>
            </p:cNvPr>
            <p:cNvSpPr>
              <a:spLocks/>
            </p:cNvSpPr>
            <p:nvPr/>
          </p:nvSpPr>
          <p:spPr bwMode="auto">
            <a:xfrm rot="5094805">
              <a:off x="467344" y="1216685"/>
              <a:ext cx="63979" cy="36560"/>
            </a:xfrm>
            <a:custGeom>
              <a:avLst/>
              <a:gdLst>
                <a:gd name="T0" fmla="*/ 25 w 26"/>
                <a:gd name="T1" fmla="*/ 8 h 14"/>
                <a:gd name="T2" fmla="*/ 15 w 26"/>
                <a:gd name="T3" fmla="*/ 14 h 14"/>
                <a:gd name="T4" fmla="*/ 1 w 26"/>
                <a:gd name="T5" fmla="*/ 7 h 14"/>
                <a:gd name="T6" fmla="*/ 12 w 26"/>
                <a:gd name="T7" fmla="*/ 0 h 14"/>
                <a:gd name="T8" fmla="*/ 25 w 26"/>
                <a:gd name="T9" fmla="*/ 8 h 14"/>
              </a:gdLst>
              <a:ahLst/>
              <a:cxnLst>
                <a:cxn ang="0">
                  <a:pos x="T0" y="T1"/>
                </a:cxn>
                <a:cxn ang="0">
                  <a:pos x="T2" y="T3"/>
                </a:cxn>
                <a:cxn ang="0">
                  <a:pos x="T4" y="T5"/>
                </a:cxn>
                <a:cxn ang="0">
                  <a:pos x="T6" y="T7"/>
                </a:cxn>
                <a:cxn ang="0">
                  <a:pos x="T8" y="T9"/>
                </a:cxn>
              </a:cxnLst>
              <a:rect l="0" t="0" r="r" b="b"/>
              <a:pathLst>
                <a:path w="26" h="14">
                  <a:moveTo>
                    <a:pt x="25" y="8"/>
                  </a:moveTo>
                  <a:cubicBezTo>
                    <a:pt x="26" y="11"/>
                    <a:pt x="22" y="14"/>
                    <a:pt x="15" y="14"/>
                  </a:cubicBezTo>
                  <a:cubicBezTo>
                    <a:pt x="8" y="14"/>
                    <a:pt x="2" y="11"/>
                    <a:pt x="1" y="7"/>
                  </a:cubicBezTo>
                  <a:cubicBezTo>
                    <a:pt x="0" y="3"/>
                    <a:pt x="5" y="0"/>
                    <a:pt x="12" y="0"/>
                  </a:cubicBezTo>
                  <a:cubicBezTo>
                    <a:pt x="18" y="1"/>
                    <a:pt x="24"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7" name="Freeform 1638">
              <a:extLst>
                <a:ext uri="{FF2B5EF4-FFF2-40B4-BE49-F238E27FC236}">
                  <a16:creationId xmlns:a16="http://schemas.microsoft.com/office/drawing/2014/main" id="{E9257631-B44F-8D87-9366-6D6F20F273E0}"/>
                </a:ext>
              </a:extLst>
            </p:cNvPr>
            <p:cNvSpPr>
              <a:spLocks/>
            </p:cNvSpPr>
            <p:nvPr/>
          </p:nvSpPr>
          <p:spPr bwMode="auto">
            <a:xfrm rot="5094805">
              <a:off x="472151" y="1414781"/>
              <a:ext cx="61694" cy="31990"/>
            </a:xfrm>
            <a:custGeom>
              <a:avLst/>
              <a:gdLst>
                <a:gd name="T0" fmla="*/ 25 w 25"/>
                <a:gd name="T1" fmla="*/ 8 h 13"/>
                <a:gd name="T2" fmla="*/ 13 w 25"/>
                <a:gd name="T3" fmla="*/ 12 h 13"/>
                <a:gd name="T4" fmla="*/ 0 w 25"/>
                <a:gd name="T5" fmla="*/ 5 h 13"/>
                <a:gd name="T6" fmla="*/ 12 w 25"/>
                <a:gd name="T7" fmla="*/ 1 h 13"/>
                <a:gd name="T8" fmla="*/ 25 w 25"/>
                <a:gd name="T9" fmla="*/ 8 h 13"/>
              </a:gdLst>
              <a:ahLst/>
              <a:cxnLst>
                <a:cxn ang="0">
                  <a:pos x="T0" y="T1"/>
                </a:cxn>
                <a:cxn ang="0">
                  <a:pos x="T2" y="T3"/>
                </a:cxn>
                <a:cxn ang="0">
                  <a:pos x="T4" y="T5"/>
                </a:cxn>
                <a:cxn ang="0">
                  <a:pos x="T6" y="T7"/>
                </a:cxn>
                <a:cxn ang="0">
                  <a:pos x="T8" y="T9"/>
                </a:cxn>
              </a:cxnLst>
              <a:rect l="0" t="0" r="r" b="b"/>
              <a:pathLst>
                <a:path w="25" h="13">
                  <a:moveTo>
                    <a:pt x="25" y="8"/>
                  </a:moveTo>
                  <a:cubicBezTo>
                    <a:pt x="25" y="11"/>
                    <a:pt x="20" y="13"/>
                    <a:pt x="13" y="12"/>
                  </a:cubicBezTo>
                  <a:cubicBezTo>
                    <a:pt x="7" y="12"/>
                    <a:pt x="1" y="9"/>
                    <a:pt x="0" y="5"/>
                  </a:cubicBezTo>
                  <a:cubicBezTo>
                    <a:pt x="0" y="2"/>
                    <a:pt x="5" y="0"/>
                    <a:pt x="12" y="1"/>
                  </a:cubicBezTo>
                  <a:cubicBezTo>
                    <a:pt x="18" y="1"/>
                    <a:pt x="24" y="5"/>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8" name="Freeform 1639">
              <a:extLst>
                <a:ext uri="{FF2B5EF4-FFF2-40B4-BE49-F238E27FC236}">
                  <a16:creationId xmlns:a16="http://schemas.microsoft.com/office/drawing/2014/main" id="{E77A036C-0F9C-93A8-BB9D-51A9E491294A}"/>
                </a:ext>
              </a:extLst>
            </p:cNvPr>
            <p:cNvSpPr>
              <a:spLocks/>
            </p:cNvSpPr>
            <p:nvPr/>
          </p:nvSpPr>
          <p:spPr bwMode="auto">
            <a:xfrm rot="5094805">
              <a:off x="474780" y="1615260"/>
              <a:ext cx="61694" cy="25135"/>
            </a:xfrm>
            <a:custGeom>
              <a:avLst/>
              <a:gdLst>
                <a:gd name="T0" fmla="*/ 25 w 25"/>
                <a:gd name="T1" fmla="*/ 7 h 11"/>
                <a:gd name="T2" fmla="*/ 14 w 25"/>
                <a:gd name="T3" fmla="*/ 11 h 11"/>
                <a:gd name="T4" fmla="*/ 1 w 25"/>
                <a:gd name="T5" fmla="*/ 5 h 11"/>
                <a:gd name="T6" fmla="*/ 12 w 25"/>
                <a:gd name="T7" fmla="*/ 1 h 11"/>
                <a:gd name="T8" fmla="*/ 25 w 25"/>
                <a:gd name="T9" fmla="*/ 7 h 11"/>
              </a:gdLst>
              <a:ahLst/>
              <a:cxnLst>
                <a:cxn ang="0">
                  <a:pos x="T0" y="T1"/>
                </a:cxn>
                <a:cxn ang="0">
                  <a:pos x="T2" y="T3"/>
                </a:cxn>
                <a:cxn ang="0">
                  <a:pos x="T4" y="T5"/>
                </a:cxn>
                <a:cxn ang="0">
                  <a:pos x="T6" y="T7"/>
                </a:cxn>
                <a:cxn ang="0">
                  <a:pos x="T8" y="T9"/>
                </a:cxn>
              </a:cxnLst>
              <a:rect l="0" t="0" r="r" b="b"/>
              <a:pathLst>
                <a:path w="25" h="11">
                  <a:moveTo>
                    <a:pt x="25" y="7"/>
                  </a:moveTo>
                  <a:cubicBezTo>
                    <a:pt x="25" y="9"/>
                    <a:pt x="20" y="11"/>
                    <a:pt x="14" y="11"/>
                  </a:cubicBezTo>
                  <a:cubicBezTo>
                    <a:pt x="7" y="10"/>
                    <a:pt x="1" y="7"/>
                    <a:pt x="1" y="5"/>
                  </a:cubicBezTo>
                  <a:cubicBezTo>
                    <a:pt x="0" y="2"/>
                    <a:pt x="5" y="0"/>
                    <a:pt x="12" y="1"/>
                  </a:cubicBezTo>
                  <a:cubicBezTo>
                    <a:pt x="18" y="1"/>
                    <a:pt x="24" y="4"/>
                    <a:pt x="2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9" name="Freeform 1640">
              <a:extLst>
                <a:ext uri="{FF2B5EF4-FFF2-40B4-BE49-F238E27FC236}">
                  <a16:creationId xmlns:a16="http://schemas.microsoft.com/office/drawing/2014/main" id="{3D89DCB6-AB5B-7AD1-7910-A9BF3C0913DC}"/>
                </a:ext>
              </a:extLst>
            </p:cNvPr>
            <p:cNvSpPr>
              <a:spLocks/>
            </p:cNvSpPr>
            <p:nvPr/>
          </p:nvSpPr>
          <p:spPr bwMode="auto">
            <a:xfrm rot="5094805">
              <a:off x="476165" y="1812315"/>
              <a:ext cx="63979" cy="22850"/>
            </a:xfrm>
            <a:custGeom>
              <a:avLst/>
              <a:gdLst>
                <a:gd name="T0" fmla="*/ 25 w 26"/>
                <a:gd name="T1" fmla="*/ 6 h 9"/>
                <a:gd name="T2" fmla="*/ 14 w 26"/>
                <a:gd name="T3" fmla="*/ 9 h 9"/>
                <a:gd name="T4" fmla="*/ 1 w 26"/>
                <a:gd name="T5" fmla="*/ 4 h 9"/>
                <a:gd name="T6" fmla="*/ 12 w 26"/>
                <a:gd name="T7" fmla="*/ 1 h 9"/>
                <a:gd name="T8" fmla="*/ 25 w 26"/>
                <a:gd name="T9" fmla="*/ 6 h 9"/>
              </a:gdLst>
              <a:ahLst/>
              <a:cxnLst>
                <a:cxn ang="0">
                  <a:pos x="T0" y="T1"/>
                </a:cxn>
                <a:cxn ang="0">
                  <a:pos x="T2" y="T3"/>
                </a:cxn>
                <a:cxn ang="0">
                  <a:pos x="T4" y="T5"/>
                </a:cxn>
                <a:cxn ang="0">
                  <a:pos x="T6" y="T7"/>
                </a:cxn>
                <a:cxn ang="0">
                  <a:pos x="T8" y="T9"/>
                </a:cxn>
              </a:cxnLst>
              <a:rect l="0" t="0" r="r" b="b"/>
              <a:pathLst>
                <a:path w="26" h="9">
                  <a:moveTo>
                    <a:pt x="25" y="6"/>
                  </a:moveTo>
                  <a:cubicBezTo>
                    <a:pt x="26" y="8"/>
                    <a:pt x="21" y="9"/>
                    <a:pt x="14" y="9"/>
                  </a:cubicBezTo>
                  <a:cubicBezTo>
                    <a:pt x="8" y="9"/>
                    <a:pt x="2" y="6"/>
                    <a:pt x="1" y="4"/>
                  </a:cubicBezTo>
                  <a:cubicBezTo>
                    <a:pt x="0" y="2"/>
                    <a:pt x="5" y="0"/>
                    <a:pt x="12" y="1"/>
                  </a:cubicBezTo>
                  <a:cubicBezTo>
                    <a:pt x="18" y="1"/>
                    <a:pt x="24" y="4"/>
                    <a:pt x="2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0" name="Freeform 1641">
              <a:extLst>
                <a:ext uri="{FF2B5EF4-FFF2-40B4-BE49-F238E27FC236}">
                  <a16:creationId xmlns:a16="http://schemas.microsoft.com/office/drawing/2014/main" id="{D45CCD81-9422-2AED-944B-8E2F04D7079E}"/>
                </a:ext>
              </a:extLst>
            </p:cNvPr>
            <p:cNvSpPr>
              <a:spLocks/>
            </p:cNvSpPr>
            <p:nvPr/>
          </p:nvSpPr>
          <p:spPr bwMode="auto">
            <a:xfrm rot="5094805">
              <a:off x="482111" y="2011453"/>
              <a:ext cx="61694" cy="15995"/>
            </a:xfrm>
            <a:custGeom>
              <a:avLst/>
              <a:gdLst>
                <a:gd name="T0" fmla="*/ 13 w 25"/>
                <a:gd name="T1" fmla="*/ 7 h 7"/>
                <a:gd name="T2" fmla="*/ 0 w 25"/>
                <a:gd name="T3" fmla="*/ 3 h 7"/>
                <a:gd name="T4" fmla="*/ 11 w 25"/>
                <a:gd name="T5" fmla="*/ 1 h 7"/>
                <a:gd name="T6" fmla="*/ 24 w 25"/>
                <a:gd name="T7" fmla="*/ 4 h 7"/>
                <a:gd name="T8" fmla="*/ 13 w 25"/>
                <a:gd name="T9" fmla="*/ 7 h 7"/>
              </a:gdLst>
              <a:ahLst/>
              <a:cxnLst>
                <a:cxn ang="0">
                  <a:pos x="T0" y="T1"/>
                </a:cxn>
                <a:cxn ang="0">
                  <a:pos x="T2" y="T3"/>
                </a:cxn>
                <a:cxn ang="0">
                  <a:pos x="T4" y="T5"/>
                </a:cxn>
                <a:cxn ang="0">
                  <a:pos x="T6" y="T7"/>
                </a:cxn>
                <a:cxn ang="0">
                  <a:pos x="T8" y="T9"/>
                </a:cxn>
              </a:cxnLst>
              <a:rect l="0" t="0" r="r" b="b"/>
              <a:pathLst>
                <a:path w="25" h="7">
                  <a:moveTo>
                    <a:pt x="13" y="7"/>
                  </a:moveTo>
                  <a:cubicBezTo>
                    <a:pt x="6" y="7"/>
                    <a:pt x="1" y="5"/>
                    <a:pt x="0" y="3"/>
                  </a:cubicBezTo>
                  <a:cubicBezTo>
                    <a:pt x="0" y="1"/>
                    <a:pt x="4" y="0"/>
                    <a:pt x="11" y="1"/>
                  </a:cubicBezTo>
                  <a:cubicBezTo>
                    <a:pt x="18" y="1"/>
                    <a:pt x="24" y="3"/>
                    <a:pt x="24" y="4"/>
                  </a:cubicBezTo>
                  <a:cubicBezTo>
                    <a:pt x="25" y="6"/>
                    <a:pt x="20" y="7"/>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1" name="Freeform 1642">
              <a:extLst>
                <a:ext uri="{FF2B5EF4-FFF2-40B4-BE49-F238E27FC236}">
                  <a16:creationId xmlns:a16="http://schemas.microsoft.com/office/drawing/2014/main" id="{05D6D5D6-CE64-65C7-ACAA-8F6C0F77F5B5}"/>
                </a:ext>
              </a:extLst>
            </p:cNvPr>
            <p:cNvSpPr>
              <a:spLocks/>
            </p:cNvSpPr>
            <p:nvPr/>
          </p:nvSpPr>
          <p:spPr bwMode="auto">
            <a:xfrm rot="5094805">
              <a:off x="492600" y="2207698"/>
              <a:ext cx="63979" cy="13710"/>
            </a:xfrm>
            <a:custGeom>
              <a:avLst/>
              <a:gdLst>
                <a:gd name="T0" fmla="*/ 25 w 26"/>
                <a:gd name="T1" fmla="*/ 3 h 6"/>
                <a:gd name="T2" fmla="*/ 15 w 26"/>
                <a:gd name="T3" fmla="*/ 6 h 6"/>
                <a:gd name="T4" fmla="*/ 1 w 26"/>
                <a:gd name="T5" fmla="*/ 3 h 6"/>
                <a:gd name="T6" fmla="*/ 12 w 26"/>
                <a:gd name="T7" fmla="*/ 1 h 6"/>
                <a:gd name="T8" fmla="*/ 25 w 26"/>
                <a:gd name="T9" fmla="*/ 3 h 6"/>
              </a:gdLst>
              <a:ahLst/>
              <a:cxnLst>
                <a:cxn ang="0">
                  <a:pos x="T0" y="T1"/>
                </a:cxn>
                <a:cxn ang="0">
                  <a:pos x="T2" y="T3"/>
                </a:cxn>
                <a:cxn ang="0">
                  <a:pos x="T4" y="T5"/>
                </a:cxn>
                <a:cxn ang="0">
                  <a:pos x="T6" y="T7"/>
                </a:cxn>
                <a:cxn ang="0">
                  <a:pos x="T8" y="T9"/>
                </a:cxn>
              </a:cxnLst>
              <a:rect l="0" t="0" r="r" b="b"/>
              <a:pathLst>
                <a:path w="26" h="6">
                  <a:moveTo>
                    <a:pt x="25" y="3"/>
                  </a:moveTo>
                  <a:cubicBezTo>
                    <a:pt x="26" y="5"/>
                    <a:pt x="21" y="6"/>
                    <a:pt x="15" y="6"/>
                  </a:cubicBezTo>
                  <a:cubicBezTo>
                    <a:pt x="8" y="6"/>
                    <a:pt x="2" y="5"/>
                    <a:pt x="1" y="3"/>
                  </a:cubicBezTo>
                  <a:cubicBezTo>
                    <a:pt x="0" y="2"/>
                    <a:pt x="5" y="0"/>
                    <a:pt x="12" y="1"/>
                  </a:cubicBezTo>
                  <a:cubicBezTo>
                    <a:pt x="18" y="1"/>
                    <a:pt x="25" y="2"/>
                    <a:pt x="2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2" name="Freeform 1643">
              <a:extLst>
                <a:ext uri="{FF2B5EF4-FFF2-40B4-BE49-F238E27FC236}">
                  <a16:creationId xmlns:a16="http://schemas.microsoft.com/office/drawing/2014/main" id="{C64CAFB2-8A98-5AF4-C0B6-2EA4C6CB6441}"/>
                </a:ext>
              </a:extLst>
            </p:cNvPr>
            <p:cNvSpPr>
              <a:spLocks/>
            </p:cNvSpPr>
            <p:nvPr/>
          </p:nvSpPr>
          <p:spPr bwMode="auto">
            <a:xfrm rot="5094805">
              <a:off x="513234" y="2401995"/>
              <a:ext cx="63979" cy="11425"/>
            </a:xfrm>
            <a:custGeom>
              <a:avLst/>
              <a:gdLst>
                <a:gd name="T0" fmla="*/ 15 w 26"/>
                <a:gd name="T1" fmla="*/ 5 h 5"/>
                <a:gd name="T2" fmla="*/ 1 w 26"/>
                <a:gd name="T3" fmla="*/ 3 h 5"/>
                <a:gd name="T4" fmla="*/ 11 w 26"/>
                <a:gd name="T5" fmla="*/ 1 h 5"/>
                <a:gd name="T6" fmla="*/ 25 w 26"/>
                <a:gd name="T7" fmla="*/ 2 h 5"/>
                <a:gd name="T8" fmla="*/ 15 w 26"/>
                <a:gd name="T9" fmla="*/ 5 h 5"/>
              </a:gdLst>
              <a:ahLst/>
              <a:cxnLst>
                <a:cxn ang="0">
                  <a:pos x="T0" y="T1"/>
                </a:cxn>
                <a:cxn ang="0">
                  <a:pos x="T2" y="T3"/>
                </a:cxn>
                <a:cxn ang="0">
                  <a:pos x="T4" y="T5"/>
                </a:cxn>
                <a:cxn ang="0">
                  <a:pos x="T6" y="T7"/>
                </a:cxn>
                <a:cxn ang="0">
                  <a:pos x="T8" y="T9"/>
                </a:cxn>
              </a:cxnLst>
              <a:rect l="0" t="0" r="r" b="b"/>
              <a:pathLst>
                <a:path w="26" h="5">
                  <a:moveTo>
                    <a:pt x="15" y="5"/>
                  </a:moveTo>
                  <a:cubicBezTo>
                    <a:pt x="8" y="5"/>
                    <a:pt x="2" y="4"/>
                    <a:pt x="1" y="3"/>
                  </a:cubicBezTo>
                  <a:cubicBezTo>
                    <a:pt x="0" y="2"/>
                    <a:pt x="5" y="1"/>
                    <a:pt x="11" y="1"/>
                  </a:cubicBezTo>
                  <a:cubicBezTo>
                    <a:pt x="18" y="0"/>
                    <a:pt x="24" y="1"/>
                    <a:pt x="25" y="2"/>
                  </a:cubicBezTo>
                  <a:cubicBezTo>
                    <a:pt x="26" y="3"/>
                    <a:pt x="22" y="4"/>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3" name="Freeform 1644">
              <a:extLst>
                <a:ext uri="{FF2B5EF4-FFF2-40B4-BE49-F238E27FC236}">
                  <a16:creationId xmlns:a16="http://schemas.microsoft.com/office/drawing/2014/main" id="{FB549AFA-BC00-C237-4A3B-FCAAC7769EB4}"/>
                </a:ext>
              </a:extLst>
            </p:cNvPr>
            <p:cNvSpPr>
              <a:spLocks/>
            </p:cNvSpPr>
            <p:nvPr/>
          </p:nvSpPr>
          <p:spPr bwMode="auto">
            <a:xfrm rot="5094805">
              <a:off x="544207" y="2594131"/>
              <a:ext cx="66264" cy="13710"/>
            </a:xfrm>
            <a:custGeom>
              <a:avLst/>
              <a:gdLst>
                <a:gd name="T0" fmla="*/ 15 w 26"/>
                <a:gd name="T1" fmla="*/ 4 h 5"/>
                <a:gd name="T2" fmla="*/ 1 w 26"/>
                <a:gd name="T3" fmla="*/ 4 h 5"/>
                <a:gd name="T4" fmla="*/ 11 w 26"/>
                <a:gd name="T5" fmla="*/ 1 h 5"/>
                <a:gd name="T6" fmla="*/ 25 w 26"/>
                <a:gd name="T7" fmla="*/ 1 h 5"/>
                <a:gd name="T8" fmla="*/ 15 w 26"/>
                <a:gd name="T9" fmla="*/ 4 h 5"/>
              </a:gdLst>
              <a:ahLst/>
              <a:cxnLst>
                <a:cxn ang="0">
                  <a:pos x="T0" y="T1"/>
                </a:cxn>
                <a:cxn ang="0">
                  <a:pos x="T2" y="T3"/>
                </a:cxn>
                <a:cxn ang="0">
                  <a:pos x="T4" y="T5"/>
                </a:cxn>
                <a:cxn ang="0">
                  <a:pos x="T6" y="T7"/>
                </a:cxn>
                <a:cxn ang="0">
                  <a:pos x="T8" y="T9"/>
                </a:cxn>
              </a:cxnLst>
              <a:rect l="0" t="0" r="r" b="b"/>
              <a:pathLst>
                <a:path w="26" h="5">
                  <a:moveTo>
                    <a:pt x="15" y="4"/>
                  </a:moveTo>
                  <a:cubicBezTo>
                    <a:pt x="8" y="5"/>
                    <a:pt x="2" y="5"/>
                    <a:pt x="1" y="4"/>
                  </a:cubicBezTo>
                  <a:cubicBezTo>
                    <a:pt x="0" y="3"/>
                    <a:pt x="5" y="1"/>
                    <a:pt x="11" y="1"/>
                  </a:cubicBezTo>
                  <a:cubicBezTo>
                    <a:pt x="18" y="0"/>
                    <a:pt x="24" y="0"/>
                    <a:pt x="25" y="1"/>
                  </a:cubicBezTo>
                  <a:cubicBezTo>
                    <a:pt x="26" y="2"/>
                    <a:pt x="21" y="3"/>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4" name="Freeform 1645">
              <a:extLst>
                <a:ext uri="{FF2B5EF4-FFF2-40B4-BE49-F238E27FC236}">
                  <a16:creationId xmlns:a16="http://schemas.microsoft.com/office/drawing/2014/main" id="{F395B1BA-14FB-1EBF-A540-C78A43173F75}"/>
                </a:ext>
              </a:extLst>
            </p:cNvPr>
            <p:cNvSpPr>
              <a:spLocks/>
            </p:cNvSpPr>
            <p:nvPr/>
          </p:nvSpPr>
          <p:spPr bwMode="auto">
            <a:xfrm rot="5094805">
              <a:off x="592161" y="2783915"/>
              <a:ext cx="61694" cy="15995"/>
            </a:xfrm>
            <a:custGeom>
              <a:avLst/>
              <a:gdLst>
                <a:gd name="T0" fmla="*/ 11 w 25"/>
                <a:gd name="T1" fmla="*/ 2 h 6"/>
                <a:gd name="T2" fmla="*/ 25 w 25"/>
                <a:gd name="T3" fmla="*/ 1 h 6"/>
                <a:gd name="T4" fmla="*/ 14 w 25"/>
                <a:gd name="T5" fmla="*/ 5 h 6"/>
                <a:gd name="T6" fmla="*/ 1 w 25"/>
                <a:gd name="T7" fmla="*/ 5 h 6"/>
                <a:gd name="T8" fmla="*/ 11 w 25"/>
                <a:gd name="T9" fmla="*/ 2 h 6"/>
              </a:gdLst>
              <a:ahLst/>
              <a:cxnLst>
                <a:cxn ang="0">
                  <a:pos x="T0" y="T1"/>
                </a:cxn>
                <a:cxn ang="0">
                  <a:pos x="T2" y="T3"/>
                </a:cxn>
                <a:cxn ang="0">
                  <a:pos x="T4" y="T5"/>
                </a:cxn>
                <a:cxn ang="0">
                  <a:pos x="T6" y="T7"/>
                </a:cxn>
                <a:cxn ang="0">
                  <a:pos x="T8" y="T9"/>
                </a:cxn>
              </a:cxnLst>
              <a:rect l="0" t="0" r="r" b="b"/>
              <a:pathLst>
                <a:path w="25" h="6">
                  <a:moveTo>
                    <a:pt x="11" y="2"/>
                  </a:moveTo>
                  <a:cubicBezTo>
                    <a:pt x="18" y="0"/>
                    <a:pt x="24" y="0"/>
                    <a:pt x="25" y="1"/>
                  </a:cubicBezTo>
                  <a:cubicBezTo>
                    <a:pt x="25" y="2"/>
                    <a:pt x="20" y="4"/>
                    <a:pt x="14" y="5"/>
                  </a:cubicBezTo>
                  <a:cubicBezTo>
                    <a:pt x="7" y="6"/>
                    <a:pt x="1" y="6"/>
                    <a:pt x="1" y="5"/>
                  </a:cubicBezTo>
                  <a:cubicBezTo>
                    <a:pt x="0" y="4"/>
                    <a:pt x="5" y="3"/>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5" name="Freeform 1646">
              <a:extLst>
                <a:ext uri="{FF2B5EF4-FFF2-40B4-BE49-F238E27FC236}">
                  <a16:creationId xmlns:a16="http://schemas.microsoft.com/office/drawing/2014/main" id="{FBF1845B-2245-89C6-3B75-F0DE086118C4}"/>
                </a:ext>
              </a:extLst>
            </p:cNvPr>
            <p:cNvSpPr>
              <a:spLocks/>
            </p:cNvSpPr>
            <p:nvPr/>
          </p:nvSpPr>
          <p:spPr bwMode="auto">
            <a:xfrm rot="5094805">
              <a:off x="650243" y="2971344"/>
              <a:ext cx="63979" cy="18280"/>
            </a:xfrm>
            <a:custGeom>
              <a:avLst/>
              <a:gdLst>
                <a:gd name="T0" fmla="*/ 25 w 26"/>
                <a:gd name="T1" fmla="*/ 1 h 8"/>
                <a:gd name="T2" fmla="*/ 15 w 26"/>
                <a:gd name="T3" fmla="*/ 6 h 8"/>
                <a:gd name="T4" fmla="*/ 1 w 26"/>
                <a:gd name="T5" fmla="*/ 7 h 8"/>
                <a:gd name="T6" fmla="*/ 11 w 26"/>
                <a:gd name="T7" fmla="*/ 3 h 8"/>
                <a:gd name="T8" fmla="*/ 25 w 26"/>
                <a:gd name="T9" fmla="*/ 1 h 8"/>
              </a:gdLst>
              <a:ahLst/>
              <a:cxnLst>
                <a:cxn ang="0">
                  <a:pos x="T0" y="T1"/>
                </a:cxn>
                <a:cxn ang="0">
                  <a:pos x="T2" y="T3"/>
                </a:cxn>
                <a:cxn ang="0">
                  <a:pos x="T4" y="T5"/>
                </a:cxn>
                <a:cxn ang="0">
                  <a:pos x="T6" y="T7"/>
                </a:cxn>
                <a:cxn ang="0">
                  <a:pos x="T8" y="T9"/>
                </a:cxn>
              </a:cxnLst>
              <a:rect l="0" t="0" r="r" b="b"/>
              <a:pathLst>
                <a:path w="26" h="8">
                  <a:moveTo>
                    <a:pt x="25" y="1"/>
                  </a:moveTo>
                  <a:cubicBezTo>
                    <a:pt x="26" y="2"/>
                    <a:pt x="21" y="4"/>
                    <a:pt x="15" y="6"/>
                  </a:cubicBezTo>
                  <a:cubicBezTo>
                    <a:pt x="8" y="7"/>
                    <a:pt x="2" y="8"/>
                    <a:pt x="1" y="7"/>
                  </a:cubicBezTo>
                  <a:cubicBezTo>
                    <a:pt x="0" y="7"/>
                    <a:pt x="4" y="5"/>
                    <a:pt x="11" y="3"/>
                  </a:cubicBezTo>
                  <a:cubicBezTo>
                    <a:pt x="17" y="1"/>
                    <a:pt x="24"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6" name="Freeform 1647">
              <a:extLst>
                <a:ext uri="{FF2B5EF4-FFF2-40B4-BE49-F238E27FC236}">
                  <a16:creationId xmlns:a16="http://schemas.microsoft.com/office/drawing/2014/main" id="{2053696D-E0FF-86D5-4FBF-F06C2D67EC57}"/>
                </a:ext>
              </a:extLst>
            </p:cNvPr>
            <p:cNvSpPr>
              <a:spLocks/>
            </p:cNvSpPr>
            <p:nvPr/>
          </p:nvSpPr>
          <p:spPr bwMode="auto">
            <a:xfrm rot="5094805">
              <a:off x="720649" y="3154444"/>
              <a:ext cx="61694" cy="22850"/>
            </a:xfrm>
            <a:custGeom>
              <a:avLst/>
              <a:gdLst>
                <a:gd name="T0" fmla="*/ 25 w 25"/>
                <a:gd name="T1" fmla="*/ 0 h 9"/>
                <a:gd name="T2" fmla="*/ 14 w 25"/>
                <a:gd name="T3" fmla="*/ 6 h 9"/>
                <a:gd name="T4" fmla="*/ 1 w 25"/>
                <a:gd name="T5" fmla="*/ 8 h 9"/>
                <a:gd name="T6" fmla="*/ 12 w 25"/>
                <a:gd name="T7" fmla="*/ 3 h 9"/>
                <a:gd name="T8" fmla="*/ 25 w 25"/>
                <a:gd name="T9" fmla="*/ 0 h 9"/>
              </a:gdLst>
              <a:ahLst/>
              <a:cxnLst>
                <a:cxn ang="0">
                  <a:pos x="T0" y="T1"/>
                </a:cxn>
                <a:cxn ang="0">
                  <a:pos x="T2" y="T3"/>
                </a:cxn>
                <a:cxn ang="0">
                  <a:pos x="T4" y="T5"/>
                </a:cxn>
                <a:cxn ang="0">
                  <a:pos x="T6" y="T7"/>
                </a:cxn>
                <a:cxn ang="0">
                  <a:pos x="T8" y="T9"/>
                </a:cxn>
              </a:cxnLst>
              <a:rect l="0" t="0" r="r" b="b"/>
              <a:pathLst>
                <a:path w="25" h="9">
                  <a:moveTo>
                    <a:pt x="25" y="0"/>
                  </a:moveTo>
                  <a:cubicBezTo>
                    <a:pt x="25" y="1"/>
                    <a:pt x="20" y="4"/>
                    <a:pt x="14" y="6"/>
                  </a:cubicBezTo>
                  <a:cubicBezTo>
                    <a:pt x="7" y="8"/>
                    <a:pt x="1" y="9"/>
                    <a:pt x="1" y="8"/>
                  </a:cubicBezTo>
                  <a:cubicBezTo>
                    <a:pt x="0" y="7"/>
                    <a:pt x="5" y="5"/>
                    <a:pt x="12" y="3"/>
                  </a:cubicBezTo>
                  <a:cubicBezTo>
                    <a:pt x="18"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7" name="Freeform 1648">
              <a:extLst>
                <a:ext uri="{FF2B5EF4-FFF2-40B4-BE49-F238E27FC236}">
                  <a16:creationId xmlns:a16="http://schemas.microsoft.com/office/drawing/2014/main" id="{8FA796B7-DF5C-D15A-0E7F-98E9353FDCED}"/>
                </a:ext>
              </a:extLst>
            </p:cNvPr>
            <p:cNvSpPr>
              <a:spLocks/>
            </p:cNvSpPr>
            <p:nvPr/>
          </p:nvSpPr>
          <p:spPr bwMode="auto">
            <a:xfrm rot="5094805">
              <a:off x="802735" y="3340986"/>
              <a:ext cx="61694" cy="25135"/>
            </a:xfrm>
            <a:custGeom>
              <a:avLst/>
              <a:gdLst>
                <a:gd name="T0" fmla="*/ 14 w 25"/>
                <a:gd name="T1" fmla="*/ 6 h 10"/>
                <a:gd name="T2" fmla="*/ 1 w 25"/>
                <a:gd name="T3" fmla="*/ 9 h 10"/>
                <a:gd name="T4" fmla="*/ 12 w 25"/>
                <a:gd name="T5" fmla="*/ 4 h 10"/>
                <a:gd name="T6" fmla="*/ 25 w 25"/>
                <a:gd name="T7" fmla="*/ 0 h 10"/>
                <a:gd name="T8" fmla="*/ 14 w 25"/>
                <a:gd name="T9" fmla="*/ 6 h 10"/>
              </a:gdLst>
              <a:ahLst/>
              <a:cxnLst>
                <a:cxn ang="0">
                  <a:pos x="T0" y="T1"/>
                </a:cxn>
                <a:cxn ang="0">
                  <a:pos x="T2" y="T3"/>
                </a:cxn>
                <a:cxn ang="0">
                  <a:pos x="T4" y="T5"/>
                </a:cxn>
                <a:cxn ang="0">
                  <a:pos x="T6" y="T7"/>
                </a:cxn>
                <a:cxn ang="0">
                  <a:pos x="T8" y="T9"/>
                </a:cxn>
              </a:cxnLst>
              <a:rect l="0" t="0" r="r" b="b"/>
              <a:pathLst>
                <a:path w="25" h="10">
                  <a:moveTo>
                    <a:pt x="14" y="6"/>
                  </a:moveTo>
                  <a:cubicBezTo>
                    <a:pt x="7" y="9"/>
                    <a:pt x="1" y="10"/>
                    <a:pt x="1" y="9"/>
                  </a:cubicBezTo>
                  <a:cubicBezTo>
                    <a:pt x="0" y="8"/>
                    <a:pt x="5" y="6"/>
                    <a:pt x="12" y="4"/>
                  </a:cubicBezTo>
                  <a:cubicBezTo>
                    <a:pt x="18" y="1"/>
                    <a:pt x="24" y="0"/>
                    <a:pt x="25" y="0"/>
                  </a:cubicBezTo>
                  <a:cubicBezTo>
                    <a:pt x="25" y="1"/>
                    <a:pt x="20" y="4"/>
                    <a:pt x="1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8" name="Freeform 1649">
              <a:extLst>
                <a:ext uri="{FF2B5EF4-FFF2-40B4-BE49-F238E27FC236}">
                  <a16:creationId xmlns:a16="http://schemas.microsoft.com/office/drawing/2014/main" id="{D047EAEF-4986-D916-F463-0E490BAB843B}"/>
                </a:ext>
              </a:extLst>
            </p:cNvPr>
            <p:cNvSpPr>
              <a:spLocks/>
            </p:cNvSpPr>
            <p:nvPr/>
          </p:nvSpPr>
          <p:spPr bwMode="auto">
            <a:xfrm rot="5094805">
              <a:off x="895997" y="3524239"/>
              <a:ext cx="61694" cy="27420"/>
            </a:xfrm>
            <a:custGeom>
              <a:avLst/>
              <a:gdLst>
                <a:gd name="T0" fmla="*/ 13 w 25"/>
                <a:gd name="T1" fmla="*/ 7 h 11"/>
                <a:gd name="T2" fmla="*/ 0 w 25"/>
                <a:gd name="T3" fmla="*/ 10 h 11"/>
                <a:gd name="T4" fmla="*/ 11 w 25"/>
                <a:gd name="T5" fmla="*/ 5 h 11"/>
                <a:gd name="T6" fmla="*/ 24 w 25"/>
                <a:gd name="T7" fmla="*/ 1 h 11"/>
                <a:gd name="T8" fmla="*/ 13 w 25"/>
                <a:gd name="T9" fmla="*/ 7 h 11"/>
              </a:gdLst>
              <a:ahLst/>
              <a:cxnLst>
                <a:cxn ang="0">
                  <a:pos x="T0" y="T1"/>
                </a:cxn>
                <a:cxn ang="0">
                  <a:pos x="T2" y="T3"/>
                </a:cxn>
                <a:cxn ang="0">
                  <a:pos x="T4" y="T5"/>
                </a:cxn>
                <a:cxn ang="0">
                  <a:pos x="T6" y="T7"/>
                </a:cxn>
                <a:cxn ang="0">
                  <a:pos x="T8" y="T9"/>
                </a:cxn>
              </a:cxnLst>
              <a:rect l="0" t="0" r="r" b="b"/>
              <a:pathLst>
                <a:path w="25" h="11">
                  <a:moveTo>
                    <a:pt x="13" y="7"/>
                  </a:moveTo>
                  <a:cubicBezTo>
                    <a:pt x="6" y="10"/>
                    <a:pt x="1" y="11"/>
                    <a:pt x="0" y="10"/>
                  </a:cubicBezTo>
                  <a:cubicBezTo>
                    <a:pt x="0" y="10"/>
                    <a:pt x="5" y="7"/>
                    <a:pt x="11" y="5"/>
                  </a:cubicBezTo>
                  <a:cubicBezTo>
                    <a:pt x="18" y="2"/>
                    <a:pt x="24" y="0"/>
                    <a:pt x="24" y="1"/>
                  </a:cubicBezTo>
                  <a:cubicBezTo>
                    <a:pt x="25" y="1"/>
                    <a:pt x="19" y="4"/>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9" name="Freeform 1650">
              <a:extLst>
                <a:ext uri="{FF2B5EF4-FFF2-40B4-BE49-F238E27FC236}">
                  <a16:creationId xmlns:a16="http://schemas.microsoft.com/office/drawing/2014/main" id="{9C9A34A6-F190-8AEA-4AB5-CD6246DE89BA}"/>
                </a:ext>
              </a:extLst>
            </p:cNvPr>
            <p:cNvSpPr>
              <a:spLocks/>
            </p:cNvSpPr>
            <p:nvPr/>
          </p:nvSpPr>
          <p:spPr bwMode="auto">
            <a:xfrm rot="5094805">
              <a:off x="992471" y="3706054"/>
              <a:ext cx="61694" cy="27420"/>
            </a:xfrm>
            <a:custGeom>
              <a:avLst/>
              <a:gdLst>
                <a:gd name="T0" fmla="*/ 25 w 25"/>
                <a:gd name="T1" fmla="*/ 0 h 11"/>
                <a:gd name="T2" fmla="*/ 14 w 25"/>
                <a:gd name="T3" fmla="*/ 7 h 11"/>
                <a:gd name="T4" fmla="*/ 1 w 25"/>
                <a:gd name="T5" fmla="*/ 11 h 11"/>
                <a:gd name="T6" fmla="*/ 12 w 25"/>
                <a:gd name="T7" fmla="*/ 5 h 11"/>
                <a:gd name="T8" fmla="*/ 25 w 25"/>
                <a:gd name="T9" fmla="*/ 0 h 11"/>
              </a:gdLst>
              <a:ahLst/>
              <a:cxnLst>
                <a:cxn ang="0">
                  <a:pos x="T0" y="T1"/>
                </a:cxn>
                <a:cxn ang="0">
                  <a:pos x="T2" y="T3"/>
                </a:cxn>
                <a:cxn ang="0">
                  <a:pos x="T4" y="T5"/>
                </a:cxn>
                <a:cxn ang="0">
                  <a:pos x="T6" y="T7"/>
                </a:cxn>
                <a:cxn ang="0">
                  <a:pos x="T8" y="T9"/>
                </a:cxn>
              </a:cxnLst>
              <a:rect l="0" t="0" r="r" b="b"/>
              <a:pathLst>
                <a:path w="25" h="11">
                  <a:moveTo>
                    <a:pt x="25" y="0"/>
                  </a:moveTo>
                  <a:cubicBezTo>
                    <a:pt x="25" y="1"/>
                    <a:pt x="20" y="4"/>
                    <a:pt x="14" y="7"/>
                  </a:cubicBezTo>
                  <a:cubicBezTo>
                    <a:pt x="7" y="10"/>
                    <a:pt x="1" y="11"/>
                    <a:pt x="1" y="11"/>
                  </a:cubicBezTo>
                  <a:cubicBezTo>
                    <a:pt x="0" y="10"/>
                    <a:pt x="5" y="8"/>
                    <a:pt x="12" y="5"/>
                  </a:cubicBezTo>
                  <a:cubicBezTo>
                    <a:pt x="18" y="2"/>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0" name="Freeform 1651">
              <a:extLst>
                <a:ext uri="{FF2B5EF4-FFF2-40B4-BE49-F238E27FC236}">
                  <a16:creationId xmlns:a16="http://schemas.microsoft.com/office/drawing/2014/main" id="{EA340BCB-2F14-117C-A204-49232C45FC8D}"/>
                </a:ext>
              </a:extLst>
            </p:cNvPr>
            <p:cNvSpPr>
              <a:spLocks/>
            </p:cNvSpPr>
            <p:nvPr/>
          </p:nvSpPr>
          <p:spPr bwMode="auto">
            <a:xfrm rot="5094805">
              <a:off x="1097114" y="3888294"/>
              <a:ext cx="61694" cy="29705"/>
            </a:xfrm>
            <a:custGeom>
              <a:avLst/>
              <a:gdLst>
                <a:gd name="T0" fmla="*/ 13 w 25"/>
                <a:gd name="T1" fmla="*/ 7 h 12"/>
                <a:gd name="T2" fmla="*/ 0 w 25"/>
                <a:gd name="T3" fmla="*/ 12 h 12"/>
                <a:gd name="T4" fmla="*/ 11 w 25"/>
                <a:gd name="T5" fmla="*/ 6 h 12"/>
                <a:gd name="T6" fmla="*/ 24 w 25"/>
                <a:gd name="T7" fmla="*/ 1 h 12"/>
                <a:gd name="T8" fmla="*/ 13 w 25"/>
                <a:gd name="T9" fmla="*/ 7 h 12"/>
              </a:gdLst>
              <a:ahLst/>
              <a:cxnLst>
                <a:cxn ang="0">
                  <a:pos x="T0" y="T1"/>
                </a:cxn>
                <a:cxn ang="0">
                  <a:pos x="T2" y="T3"/>
                </a:cxn>
                <a:cxn ang="0">
                  <a:pos x="T4" y="T5"/>
                </a:cxn>
                <a:cxn ang="0">
                  <a:pos x="T6" y="T7"/>
                </a:cxn>
                <a:cxn ang="0">
                  <a:pos x="T8" y="T9"/>
                </a:cxn>
              </a:cxnLst>
              <a:rect l="0" t="0" r="r" b="b"/>
              <a:pathLst>
                <a:path w="25" h="12">
                  <a:moveTo>
                    <a:pt x="13" y="7"/>
                  </a:moveTo>
                  <a:cubicBezTo>
                    <a:pt x="6" y="10"/>
                    <a:pt x="1" y="12"/>
                    <a:pt x="0" y="12"/>
                  </a:cubicBezTo>
                  <a:cubicBezTo>
                    <a:pt x="0" y="11"/>
                    <a:pt x="4" y="9"/>
                    <a:pt x="11" y="6"/>
                  </a:cubicBezTo>
                  <a:cubicBezTo>
                    <a:pt x="17" y="3"/>
                    <a:pt x="23" y="0"/>
                    <a:pt x="24" y="1"/>
                  </a:cubicBezTo>
                  <a:cubicBezTo>
                    <a:pt x="25" y="1"/>
                    <a:pt x="19" y="4"/>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1" name="Freeform 1652">
              <a:extLst>
                <a:ext uri="{FF2B5EF4-FFF2-40B4-BE49-F238E27FC236}">
                  <a16:creationId xmlns:a16="http://schemas.microsoft.com/office/drawing/2014/main" id="{F08F4B84-64A1-C74F-95E6-FE0B72F3830E}"/>
                </a:ext>
              </a:extLst>
            </p:cNvPr>
            <p:cNvSpPr>
              <a:spLocks/>
            </p:cNvSpPr>
            <p:nvPr/>
          </p:nvSpPr>
          <p:spPr bwMode="auto">
            <a:xfrm rot="5094805">
              <a:off x="1205171" y="4071373"/>
              <a:ext cx="61694" cy="29705"/>
            </a:xfrm>
            <a:custGeom>
              <a:avLst/>
              <a:gdLst>
                <a:gd name="T0" fmla="*/ 24 w 25"/>
                <a:gd name="T1" fmla="*/ 1 h 12"/>
                <a:gd name="T2" fmla="*/ 14 w 25"/>
                <a:gd name="T3" fmla="*/ 7 h 12"/>
                <a:gd name="T4" fmla="*/ 1 w 25"/>
                <a:gd name="T5" fmla="*/ 12 h 12"/>
                <a:gd name="T6" fmla="*/ 11 w 25"/>
                <a:gd name="T7" fmla="*/ 6 h 12"/>
                <a:gd name="T8" fmla="*/ 24 w 25"/>
                <a:gd name="T9" fmla="*/ 1 h 12"/>
              </a:gdLst>
              <a:ahLst/>
              <a:cxnLst>
                <a:cxn ang="0">
                  <a:pos x="T0" y="T1"/>
                </a:cxn>
                <a:cxn ang="0">
                  <a:pos x="T2" y="T3"/>
                </a:cxn>
                <a:cxn ang="0">
                  <a:pos x="T4" y="T5"/>
                </a:cxn>
                <a:cxn ang="0">
                  <a:pos x="T6" y="T7"/>
                </a:cxn>
                <a:cxn ang="0">
                  <a:pos x="T8" y="T9"/>
                </a:cxn>
              </a:cxnLst>
              <a:rect l="0" t="0" r="r" b="b"/>
              <a:pathLst>
                <a:path w="25" h="12">
                  <a:moveTo>
                    <a:pt x="24" y="1"/>
                  </a:moveTo>
                  <a:cubicBezTo>
                    <a:pt x="25" y="1"/>
                    <a:pt x="20" y="4"/>
                    <a:pt x="14" y="7"/>
                  </a:cubicBezTo>
                  <a:cubicBezTo>
                    <a:pt x="7" y="10"/>
                    <a:pt x="1" y="12"/>
                    <a:pt x="1" y="12"/>
                  </a:cubicBezTo>
                  <a:cubicBezTo>
                    <a:pt x="0" y="12"/>
                    <a:pt x="4" y="9"/>
                    <a:pt x="11" y="6"/>
                  </a:cubicBezTo>
                  <a:cubicBezTo>
                    <a:pt x="17" y="3"/>
                    <a:pt x="23"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2" name="Freeform 1653">
              <a:extLst>
                <a:ext uri="{FF2B5EF4-FFF2-40B4-BE49-F238E27FC236}">
                  <a16:creationId xmlns:a16="http://schemas.microsoft.com/office/drawing/2014/main" id="{6C7D8466-BD82-61EB-2ADA-643B62A005A4}"/>
                </a:ext>
              </a:extLst>
            </p:cNvPr>
            <p:cNvSpPr>
              <a:spLocks/>
            </p:cNvSpPr>
            <p:nvPr/>
          </p:nvSpPr>
          <p:spPr bwMode="auto">
            <a:xfrm rot="5094805">
              <a:off x="1315406" y="4252070"/>
              <a:ext cx="59409" cy="31990"/>
            </a:xfrm>
            <a:custGeom>
              <a:avLst/>
              <a:gdLst>
                <a:gd name="T0" fmla="*/ 11 w 24"/>
                <a:gd name="T1" fmla="*/ 6 h 13"/>
                <a:gd name="T2" fmla="*/ 24 w 24"/>
                <a:gd name="T3" fmla="*/ 1 h 13"/>
                <a:gd name="T4" fmla="*/ 12 w 24"/>
                <a:gd name="T5" fmla="*/ 7 h 13"/>
                <a:gd name="T6" fmla="*/ 0 w 24"/>
                <a:gd name="T7" fmla="*/ 12 h 13"/>
                <a:gd name="T8" fmla="*/ 11 w 24"/>
                <a:gd name="T9" fmla="*/ 6 h 13"/>
              </a:gdLst>
              <a:ahLst/>
              <a:cxnLst>
                <a:cxn ang="0">
                  <a:pos x="T0" y="T1"/>
                </a:cxn>
                <a:cxn ang="0">
                  <a:pos x="T2" y="T3"/>
                </a:cxn>
                <a:cxn ang="0">
                  <a:pos x="T4" y="T5"/>
                </a:cxn>
                <a:cxn ang="0">
                  <a:pos x="T6" y="T7"/>
                </a:cxn>
                <a:cxn ang="0">
                  <a:pos x="T8" y="T9"/>
                </a:cxn>
              </a:cxnLst>
              <a:rect l="0" t="0" r="r" b="b"/>
              <a:pathLst>
                <a:path w="24" h="13">
                  <a:moveTo>
                    <a:pt x="11" y="6"/>
                  </a:moveTo>
                  <a:cubicBezTo>
                    <a:pt x="18" y="3"/>
                    <a:pt x="23" y="0"/>
                    <a:pt x="24" y="1"/>
                  </a:cubicBezTo>
                  <a:cubicBezTo>
                    <a:pt x="24" y="1"/>
                    <a:pt x="19" y="4"/>
                    <a:pt x="12" y="7"/>
                  </a:cubicBezTo>
                  <a:cubicBezTo>
                    <a:pt x="6" y="10"/>
                    <a:pt x="0" y="13"/>
                    <a:pt x="0" y="12"/>
                  </a:cubicBezTo>
                  <a:cubicBezTo>
                    <a:pt x="0" y="12"/>
                    <a:pt x="5" y="9"/>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3" name="Freeform 1654">
              <a:extLst>
                <a:ext uri="{FF2B5EF4-FFF2-40B4-BE49-F238E27FC236}">
                  <a16:creationId xmlns:a16="http://schemas.microsoft.com/office/drawing/2014/main" id="{AF3BA503-5184-ED9A-4B07-10DFD7B4B03A}"/>
                </a:ext>
              </a:extLst>
            </p:cNvPr>
            <p:cNvSpPr>
              <a:spLocks/>
            </p:cNvSpPr>
            <p:nvPr/>
          </p:nvSpPr>
          <p:spPr bwMode="auto">
            <a:xfrm rot="5094805">
              <a:off x="1317103" y="4234806"/>
              <a:ext cx="57124" cy="27420"/>
            </a:xfrm>
            <a:custGeom>
              <a:avLst/>
              <a:gdLst>
                <a:gd name="T0" fmla="*/ 13 w 23"/>
                <a:gd name="T1" fmla="*/ 5 h 11"/>
                <a:gd name="T2" fmla="*/ 1 w 23"/>
                <a:gd name="T3" fmla="*/ 11 h 11"/>
                <a:gd name="T4" fmla="*/ 10 w 23"/>
                <a:gd name="T5" fmla="*/ 6 h 11"/>
                <a:gd name="T6" fmla="*/ 23 w 23"/>
                <a:gd name="T7" fmla="*/ 0 h 11"/>
                <a:gd name="T8" fmla="*/ 13 w 23"/>
                <a:gd name="T9" fmla="*/ 5 h 11"/>
              </a:gdLst>
              <a:ahLst/>
              <a:cxnLst>
                <a:cxn ang="0">
                  <a:pos x="T0" y="T1"/>
                </a:cxn>
                <a:cxn ang="0">
                  <a:pos x="T2" y="T3"/>
                </a:cxn>
                <a:cxn ang="0">
                  <a:pos x="T4" y="T5"/>
                </a:cxn>
                <a:cxn ang="0">
                  <a:pos x="T6" y="T7"/>
                </a:cxn>
                <a:cxn ang="0">
                  <a:pos x="T8" y="T9"/>
                </a:cxn>
              </a:cxnLst>
              <a:rect l="0" t="0" r="r" b="b"/>
              <a:pathLst>
                <a:path w="23" h="11">
                  <a:moveTo>
                    <a:pt x="13" y="5"/>
                  </a:moveTo>
                  <a:cubicBezTo>
                    <a:pt x="7" y="8"/>
                    <a:pt x="1" y="11"/>
                    <a:pt x="1" y="11"/>
                  </a:cubicBezTo>
                  <a:cubicBezTo>
                    <a:pt x="0" y="11"/>
                    <a:pt x="5" y="9"/>
                    <a:pt x="10" y="6"/>
                  </a:cubicBezTo>
                  <a:cubicBezTo>
                    <a:pt x="17" y="3"/>
                    <a:pt x="23" y="0"/>
                    <a:pt x="23" y="0"/>
                  </a:cubicBezTo>
                  <a:cubicBezTo>
                    <a:pt x="23" y="0"/>
                    <a:pt x="19" y="2"/>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4" name="Freeform 1655">
              <a:extLst>
                <a:ext uri="{FF2B5EF4-FFF2-40B4-BE49-F238E27FC236}">
                  <a16:creationId xmlns:a16="http://schemas.microsoft.com/office/drawing/2014/main" id="{0E9B36D7-CB64-1A69-6649-E2B7AD5F0276}"/>
                </a:ext>
              </a:extLst>
            </p:cNvPr>
            <p:cNvSpPr>
              <a:spLocks/>
            </p:cNvSpPr>
            <p:nvPr/>
          </p:nvSpPr>
          <p:spPr bwMode="auto">
            <a:xfrm rot="5094805">
              <a:off x="1208005" y="4052866"/>
              <a:ext cx="59409" cy="27420"/>
            </a:xfrm>
            <a:custGeom>
              <a:avLst/>
              <a:gdLst>
                <a:gd name="T0" fmla="*/ 23 w 24"/>
                <a:gd name="T1" fmla="*/ 0 h 11"/>
                <a:gd name="T2" fmla="*/ 15 w 24"/>
                <a:gd name="T3" fmla="*/ 5 h 11"/>
                <a:gd name="T4" fmla="*/ 1 w 24"/>
                <a:gd name="T5" fmla="*/ 11 h 11"/>
                <a:gd name="T6" fmla="*/ 12 w 24"/>
                <a:gd name="T7" fmla="*/ 5 h 11"/>
                <a:gd name="T8" fmla="*/ 23 w 24"/>
                <a:gd name="T9" fmla="*/ 0 h 11"/>
              </a:gdLst>
              <a:ahLst/>
              <a:cxnLst>
                <a:cxn ang="0">
                  <a:pos x="T0" y="T1"/>
                </a:cxn>
                <a:cxn ang="0">
                  <a:pos x="T2" y="T3"/>
                </a:cxn>
                <a:cxn ang="0">
                  <a:pos x="T4" y="T5"/>
                </a:cxn>
                <a:cxn ang="0">
                  <a:pos x="T6" y="T7"/>
                </a:cxn>
                <a:cxn ang="0">
                  <a:pos x="T8" y="T9"/>
                </a:cxn>
              </a:cxnLst>
              <a:rect l="0" t="0" r="r" b="b"/>
              <a:pathLst>
                <a:path w="24" h="11">
                  <a:moveTo>
                    <a:pt x="23" y="0"/>
                  </a:moveTo>
                  <a:cubicBezTo>
                    <a:pt x="24" y="0"/>
                    <a:pt x="20" y="2"/>
                    <a:pt x="15" y="5"/>
                  </a:cubicBezTo>
                  <a:cubicBezTo>
                    <a:pt x="9" y="8"/>
                    <a:pt x="2" y="11"/>
                    <a:pt x="1" y="11"/>
                  </a:cubicBezTo>
                  <a:cubicBezTo>
                    <a:pt x="0" y="11"/>
                    <a:pt x="5" y="8"/>
                    <a:pt x="12" y="5"/>
                  </a:cubicBezTo>
                  <a:cubicBezTo>
                    <a:pt x="17" y="3"/>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5" name="Freeform 1656">
              <a:extLst>
                <a:ext uri="{FF2B5EF4-FFF2-40B4-BE49-F238E27FC236}">
                  <a16:creationId xmlns:a16="http://schemas.microsoft.com/office/drawing/2014/main" id="{E5A79C8A-D5C7-2191-05D8-0F4A9D05149C}"/>
                </a:ext>
              </a:extLst>
            </p:cNvPr>
            <p:cNvSpPr>
              <a:spLocks/>
            </p:cNvSpPr>
            <p:nvPr/>
          </p:nvSpPr>
          <p:spPr bwMode="auto">
            <a:xfrm rot="5094805">
              <a:off x="1104712" y="3871861"/>
              <a:ext cx="54839" cy="27420"/>
            </a:xfrm>
            <a:custGeom>
              <a:avLst/>
              <a:gdLst>
                <a:gd name="T0" fmla="*/ 12 w 22"/>
                <a:gd name="T1" fmla="*/ 6 h 11"/>
                <a:gd name="T2" fmla="*/ 0 w 22"/>
                <a:gd name="T3" fmla="*/ 11 h 11"/>
                <a:gd name="T4" fmla="*/ 10 w 22"/>
                <a:gd name="T5" fmla="*/ 5 h 11"/>
                <a:gd name="T6" fmla="*/ 22 w 22"/>
                <a:gd name="T7" fmla="*/ 0 h 11"/>
                <a:gd name="T8" fmla="*/ 12 w 22"/>
                <a:gd name="T9" fmla="*/ 6 h 11"/>
              </a:gdLst>
              <a:ahLst/>
              <a:cxnLst>
                <a:cxn ang="0">
                  <a:pos x="T0" y="T1"/>
                </a:cxn>
                <a:cxn ang="0">
                  <a:pos x="T2" y="T3"/>
                </a:cxn>
                <a:cxn ang="0">
                  <a:pos x="T4" y="T5"/>
                </a:cxn>
                <a:cxn ang="0">
                  <a:pos x="T6" y="T7"/>
                </a:cxn>
                <a:cxn ang="0">
                  <a:pos x="T8" y="T9"/>
                </a:cxn>
              </a:cxnLst>
              <a:rect l="0" t="0" r="r" b="b"/>
              <a:pathLst>
                <a:path w="22" h="11">
                  <a:moveTo>
                    <a:pt x="12" y="6"/>
                  </a:moveTo>
                  <a:cubicBezTo>
                    <a:pt x="5" y="9"/>
                    <a:pt x="0" y="11"/>
                    <a:pt x="0" y="11"/>
                  </a:cubicBezTo>
                  <a:cubicBezTo>
                    <a:pt x="0" y="10"/>
                    <a:pt x="4" y="8"/>
                    <a:pt x="10" y="5"/>
                  </a:cubicBezTo>
                  <a:cubicBezTo>
                    <a:pt x="17" y="2"/>
                    <a:pt x="22" y="0"/>
                    <a:pt x="22" y="0"/>
                  </a:cubicBezTo>
                  <a:cubicBezTo>
                    <a:pt x="22" y="1"/>
                    <a:pt x="18" y="3"/>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6" name="Freeform 1657">
              <a:extLst>
                <a:ext uri="{FF2B5EF4-FFF2-40B4-BE49-F238E27FC236}">
                  <a16:creationId xmlns:a16="http://schemas.microsoft.com/office/drawing/2014/main" id="{9BF1589A-72BA-5211-08A7-00F31772A79E}"/>
                </a:ext>
              </a:extLst>
            </p:cNvPr>
            <p:cNvSpPr>
              <a:spLocks/>
            </p:cNvSpPr>
            <p:nvPr/>
          </p:nvSpPr>
          <p:spPr bwMode="auto">
            <a:xfrm rot="5094805">
              <a:off x="1003483" y="3690459"/>
              <a:ext cx="54839" cy="22850"/>
            </a:xfrm>
            <a:custGeom>
              <a:avLst/>
              <a:gdLst>
                <a:gd name="T0" fmla="*/ 11 w 23"/>
                <a:gd name="T1" fmla="*/ 4 h 10"/>
                <a:gd name="T2" fmla="*/ 23 w 23"/>
                <a:gd name="T3" fmla="*/ 0 h 10"/>
                <a:gd name="T4" fmla="*/ 12 w 23"/>
                <a:gd name="T5" fmla="*/ 5 h 10"/>
                <a:gd name="T6" fmla="*/ 0 w 23"/>
                <a:gd name="T7" fmla="*/ 10 h 10"/>
                <a:gd name="T8" fmla="*/ 11 w 23"/>
                <a:gd name="T9" fmla="*/ 4 h 10"/>
              </a:gdLst>
              <a:ahLst/>
              <a:cxnLst>
                <a:cxn ang="0">
                  <a:pos x="T0" y="T1"/>
                </a:cxn>
                <a:cxn ang="0">
                  <a:pos x="T2" y="T3"/>
                </a:cxn>
                <a:cxn ang="0">
                  <a:pos x="T4" y="T5"/>
                </a:cxn>
                <a:cxn ang="0">
                  <a:pos x="T6" y="T7"/>
                </a:cxn>
                <a:cxn ang="0">
                  <a:pos x="T8" y="T9"/>
                </a:cxn>
              </a:cxnLst>
              <a:rect l="0" t="0" r="r" b="b"/>
              <a:pathLst>
                <a:path w="23" h="10">
                  <a:moveTo>
                    <a:pt x="11" y="4"/>
                  </a:moveTo>
                  <a:cubicBezTo>
                    <a:pt x="17" y="2"/>
                    <a:pt x="22" y="0"/>
                    <a:pt x="23" y="0"/>
                  </a:cubicBezTo>
                  <a:cubicBezTo>
                    <a:pt x="23" y="0"/>
                    <a:pt x="18" y="3"/>
                    <a:pt x="12" y="5"/>
                  </a:cubicBezTo>
                  <a:cubicBezTo>
                    <a:pt x="6" y="8"/>
                    <a:pt x="1" y="10"/>
                    <a:pt x="0" y="10"/>
                  </a:cubicBezTo>
                  <a:cubicBezTo>
                    <a:pt x="0" y="10"/>
                    <a:pt x="5" y="7"/>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7" name="Freeform 1658">
              <a:extLst>
                <a:ext uri="{FF2B5EF4-FFF2-40B4-BE49-F238E27FC236}">
                  <a16:creationId xmlns:a16="http://schemas.microsoft.com/office/drawing/2014/main" id="{D60D4365-4DAA-6744-21A3-95D4D7622409}"/>
                </a:ext>
              </a:extLst>
            </p:cNvPr>
            <p:cNvSpPr>
              <a:spLocks/>
            </p:cNvSpPr>
            <p:nvPr/>
          </p:nvSpPr>
          <p:spPr bwMode="auto">
            <a:xfrm rot="5094805">
              <a:off x="907945" y="3505124"/>
              <a:ext cx="54839" cy="25135"/>
            </a:xfrm>
            <a:custGeom>
              <a:avLst/>
              <a:gdLst>
                <a:gd name="T0" fmla="*/ 12 w 22"/>
                <a:gd name="T1" fmla="*/ 5 h 10"/>
                <a:gd name="T2" fmla="*/ 0 w 22"/>
                <a:gd name="T3" fmla="*/ 9 h 10"/>
                <a:gd name="T4" fmla="*/ 10 w 22"/>
                <a:gd name="T5" fmla="*/ 5 h 10"/>
                <a:gd name="T6" fmla="*/ 22 w 22"/>
                <a:gd name="T7" fmla="*/ 1 h 10"/>
                <a:gd name="T8" fmla="*/ 12 w 22"/>
                <a:gd name="T9" fmla="*/ 5 h 10"/>
              </a:gdLst>
              <a:ahLst/>
              <a:cxnLst>
                <a:cxn ang="0">
                  <a:pos x="T0" y="T1"/>
                </a:cxn>
                <a:cxn ang="0">
                  <a:pos x="T2" y="T3"/>
                </a:cxn>
                <a:cxn ang="0">
                  <a:pos x="T4" y="T5"/>
                </a:cxn>
                <a:cxn ang="0">
                  <a:pos x="T6" y="T7"/>
                </a:cxn>
                <a:cxn ang="0">
                  <a:pos x="T8" y="T9"/>
                </a:cxn>
              </a:cxnLst>
              <a:rect l="0" t="0" r="r" b="b"/>
              <a:pathLst>
                <a:path w="22" h="10">
                  <a:moveTo>
                    <a:pt x="12" y="5"/>
                  </a:moveTo>
                  <a:cubicBezTo>
                    <a:pt x="5" y="8"/>
                    <a:pt x="0" y="10"/>
                    <a:pt x="0" y="9"/>
                  </a:cubicBezTo>
                  <a:cubicBezTo>
                    <a:pt x="0" y="9"/>
                    <a:pt x="4" y="7"/>
                    <a:pt x="10" y="5"/>
                  </a:cubicBezTo>
                  <a:cubicBezTo>
                    <a:pt x="17" y="2"/>
                    <a:pt x="22" y="0"/>
                    <a:pt x="22" y="1"/>
                  </a:cubicBezTo>
                  <a:cubicBezTo>
                    <a:pt x="22" y="1"/>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8" name="Freeform 1659">
              <a:extLst>
                <a:ext uri="{FF2B5EF4-FFF2-40B4-BE49-F238E27FC236}">
                  <a16:creationId xmlns:a16="http://schemas.microsoft.com/office/drawing/2014/main" id="{FE0EF19B-82DB-9AD2-9347-E9057DB522D1}"/>
                </a:ext>
              </a:extLst>
            </p:cNvPr>
            <p:cNvSpPr>
              <a:spLocks/>
            </p:cNvSpPr>
            <p:nvPr/>
          </p:nvSpPr>
          <p:spPr bwMode="auto">
            <a:xfrm rot="5094805">
              <a:off x="816949" y="3323751"/>
              <a:ext cx="59409" cy="18280"/>
            </a:xfrm>
            <a:custGeom>
              <a:avLst/>
              <a:gdLst>
                <a:gd name="T0" fmla="*/ 23 w 24"/>
                <a:gd name="T1" fmla="*/ 0 h 8"/>
                <a:gd name="T2" fmla="*/ 14 w 24"/>
                <a:gd name="T3" fmla="*/ 4 h 8"/>
                <a:gd name="T4" fmla="*/ 1 w 24"/>
                <a:gd name="T5" fmla="*/ 8 h 8"/>
                <a:gd name="T6" fmla="*/ 12 w 24"/>
                <a:gd name="T7" fmla="*/ 3 h 8"/>
                <a:gd name="T8" fmla="*/ 23 w 24"/>
                <a:gd name="T9" fmla="*/ 0 h 8"/>
              </a:gdLst>
              <a:ahLst/>
              <a:cxnLst>
                <a:cxn ang="0">
                  <a:pos x="T0" y="T1"/>
                </a:cxn>
                <a:cxn ang="0">
                  <a:pos x="T2" y="T3"/>
                </a:cxn>
                <a:cxn ang="0">
                  <a:pos x="T4" y="T5"/>
                </a:cxn>
                <a:cxn ang="0">
                  <a:pos x="T6" y="T7"/>
                </a:cxn>
                <a:cxn ang="0">
                  <a:pos x="T8" y="T9"/>
                </a:cxn>
              </a:cxnLst>
              <a:rect l="0" t="0" r="r" b="b"/>
              <a:pathLst>
                <a:path w="24" h="8">
                  <a:moveTo>
                    <a:pt x="23" y="0"/>
                  </a:moveTo>
                  <a:cubicBezTo>
                    <a:pt x="24" y="0"/>
                    <a:pt x="20" y="2"/>
                    <a:pt x="14" y="4"/>
                  </a:cubicBezTo>
                  <a:cubicBezTo>
                    <a:pt x="8" y="7"/>
                    <a:pt x="1" y="8"/>
                    <a:pt x="1" y="8"/>
                  </a:cubicBezTo>
                  <a:cubicBezTo>
                    <a:pt x="0" y="8"/>
                    <a:pt x="6" y="5"/>
                    <a:pt x="12" y="3"/>
                  </a:cubicBezTo>
                  <a:cubicBezTo>
                    <a:pt x="18" y="1"/>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9" name="Freeform 1660">
              <a:extLst>
                <a:ext uri="{FF2B5EF4-FFF2-40B4-BE49-F238E27FC236}">
                  <a16:creationId xmlns:a16="http://schemas.microsoft.com/office/drawing/2014/main" id="{2859847B-3FFB-9A56-41C1-711B16EC4408}"/>
                </a:ext>
              </a:extLst>
            </p:cNvPr>
            <p:cNvSpPr>
              <a:spLocks/>
            </p:cNvSpPr>
            <p:nvPr/>
          </p:nvSpPr>
          <p:spPr bwMode="auto">
            <a:xfrm rot="5094805">
              <a:off x="737342" y="3139282"/>
              <a:ext cx="59409" cy="15995"/>
            </a:xfrm>
            <a:custGeom>
              <a:avLst/>
              <a:gdLst>
                <a:gd name="T0" fmla="*/ 24 w 24"/>
                <a:gd name="T1" fmla="*/ 0 h 7"/>
                <a:gd name="T2" fmla="*/ 14 w 24"/>
                <a:gd name="T3" fmla="*/ 4 h 7"/>
                <a:gd name="T4" fmla="*/ 1 w 24"/>
                <a:gd name="T5" fmla="*/ 7 h 7"/>
                <a:gd name="T6" fmla="*/ 12 w 24"/>
                <a:gd name="T7" fmla="*/ 2 h 7"/>
                <a:gd name="T8" fmla="*/ 24 w 24"/>
                <a:gd name="T9" fmla="*/ 0 h 7"/>
              </a:gdLst>
              <a:ahLst/>
              <a:cxnLst>
                <a:cxn ang="0">
                  <a:pos x="T0" y="T1"/>
                </a:cxn>
                <a:cxn ang="0">
                  <a:pos x="T2" y="T3"/>
                </a:cxn>
                <a:cxn ang="0">
                  <a:pos x="T4" y="T5"/>
                </a:cxn>
                <a:cxn ang="0">
                  <a:pos x="T6" y="T7"/>
                </a:cxn>
                <a:cxn ang="0">
                  <a:pos x="T8" y="T9"/>
                </a:cxn>
              </a:cxnLst>
              <a:rect l="0" t="0" r="r" b="b"/>
              <a:pathLst>
                <a:path w="24" h="7">
                  <a:moveTo>
                    <a:pt x="24" y="0"/>
                  </a:moveTo>
                  <a:cubicBezTo>
                    <a:pt x="24" y="0"/>
                    <a:pt x="20" y="2"/>
                    <a:pt x="14" y="4"/>
                  </a:cubicBezTo>
                  <a:cubicBezTo>
                    <a:pt x="7" y="6"/>
                    <a:pt x="1" y="7"/>
                    <a:pt x="1" y="7"/>
                  </a:cubicBezTo>
                  <a:cubicBezTo>
                    <a:pt x="0" y="6"/>
                    <a:pt x="6" y="4"/>
                    <a:pt x="12" y="2"/>
                  </a:cubicBezTo>
                  <a:cubicBezTo>
                    <a:pt x="18" y="1"/>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0" name="Freeform 1661">
              <a:extLst>
                <a:ext uri="{FF2B5EF4-FFF2-40B4-BE49-F238E27FC236}">
                  <a16:creationId xmlns:a16="http://schemas.microsoft.com/office/drawing/2014/main" id="{9AF101B5-C6B9-4814-653F-984540DB5FD6}"/>
                </a:ext>
              </a:extLst>
            </p:cNvPr>
            <p:cNvSpPr>
              <a:spLocks/>
            </p:cNvSpPr>
            <p:nvPr/>
          </p:nvSpPr>
          <p:spPr bwMode="auto">
            <a:xfrm rot="5094805">
              <a:off x="670156" y="2950378"/>
              <a:ext cx="57124" cy="18280"/>
            </a:xfrm>
            <a:custGeom>
              <a:avLst/>
              <a:gdLst>
                <a:gd name="T0" fmla="*/ 11 w 24"/>
                <a:gd name="T1" fmla="*/ 3 h 7"/>
                <a:gd name="T2" fmla="*/ 24 w 24"/>
                <a:gd name="T3" fmla="*/ 1 h 7"/>
                <a:gd name="T4" fmla="*/ 14 w 24"/>
                <a:gd name="T5" fmla="*/ 4 h 7"/>
                <a:gd name="T6" fmla="*/ 1 w 24"/>
                <a:gd name="T7" fmla="*/ 6 h 7"/>
                <a:gd name="T8" fmla="*/ 11 w 24"/>
                <a:gd name="T9" fmla="*/ 3 h 7"/>
              </a:gdLst>
              <a:ahLst/>
              <a:cxnLst>
                <a:cxn ang="0">
                  <a:pos x="T0" y="T1"/>
                </a:cxn>
                <a:cxn ang="0">
                  <a:pos x="T2" y="T3"/>
                </a:cxn>
                <a:cxn ang="0">
                  <a:pos x="T4" y="T5"/>
                </a:cxn>
                <a:cxn ang="0">
                  <a:pos x="T6" y="T7"/>
                </a:cxn>
                <a:cxn ang="0">
                  <a:pos x="T8" y="T9"/>
                </a:cxn>
              </a:cxnLst>
              <a:rect l="0" t="0" r="r" b="b"/>
              <a:pathLst>
                <a:path w="24" h="7">
                  <a:moveTo>
                    <a:pt x="11" y="3"/>
                  </a:moveTo>
                  <a:cubicBezTo>
                    <a:pt x="17" y="1"/>
                    <a:pt x="23" y="0"/>
                    <a:pt x="24" y="1"/>
                  </a:cubicBezTo>
                  <a:cubicBezTo>
                    <a:pt x="24" y="1"/>
                    <a:pt x="20" y="3"/>
                    <a:pt x="14" y="4"/>
                  </a:cubicBezTo>
                  <a:cubicBezTo>
                    <a:pt x="7" y="6"/>
                    <a:pt x="1" y="7"/>
                    <a:pt x="1" y="6"/>
                  </a:cubicBezTo>
                  <a:cubicBezTo>
                    <a:pt x="0" y="6"/>
                    <a:pt x="5" y="4"/>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1" name="Freeform 1662">
              <a:extLst>
                <a:ext uri="{FF2B5EF4-FFF2-40B4-BE49-F238E27FC236}">
                  <a16:creationId xmlns:a16="http://schemas.microsoft.com/office/drawing/2014/main" id="{73F256AE-38CB-DFBE-EA48-FC8B0398BBE3}"/>
                </a:ext>
              </a:extLst>
            </p:cNvPr>
            <p:cNvSpPr>
              <a:spLocks/>
            </p:cNvSpPr>
            <p:nvPr/>
          </p:nvSpPr>
          <p:spPr bwMode="auto">
            <a:xfrm rot="5094805">
              <a:off x="612066" y="2765031"/>
              <a:ext cx="59409" cy="11425"/>
            </a:xfrm>
            <a:custGeom>
              <a:avLst/>
              <a:gdLst>
                <a:gd name="T0" fmla="*/ 23 w 24"/>
                <a:gd name="T1" fmla="*/ 0 h 5"/>
                <a:gd name="T2" fmla="*/ 13 w 24"/>
                <a:gd name="T3" fmla="*/ 3 h 5"/>
                <a:gd name="T4" fmla="*/ 0 w 24"/>
                <a:gd name="T5" fmla="*/ 4 h 5"/>
                <a:gd name="T6" fmla="*/ 12 w 24"/>
                <a:gd name="T7" fmla="*/ 1 h 5"/>
                <a:gd name="T8" fmla="*/ 23 w 24"/>
                <a:gd name="T9" fmla="*/ 0 h 5"/>
              </a:gdLst>
              <a:ahLst/>
              <a:cxnLst>
                <a:cxn ang="0">
                  <a:pos x="T0" y="T1"/>
                </a:cxn>
                <a:cxn ang="0">
                  <a:pos x="T2" y="T3"/>
                </a:cxn>
                <a:cxn ang="0">
                  <a:pos x="T4" y="T5"/>
                </a:cxn>
                <a:cxn ang="0">
                  <a:pos x="T6" y="T7"/>
                </a:cxn>
                <a:cxn ang="0">
                  <a:pos x="T8" y="T9"/>
                </a:cxn>
              </a:cxnLst>
              <a:rect l="0" t="0" r="r" b="b"/>
              <a:pathLst>
                <a:path w="24" h="5">
                  <a:moveTo>
                    <a:pt x="23" y="0"/>
                  </a:moveTo>
                  <a:cubicBezTo>
                    <a:pt x="24" y="1"/>
                    <a:pt x="19" y="2"/>
                    <a:pt x="13" y="3"/>
                  </a:cubicBezTo>
                  <a:cubicBezTo>
                    <a:pt x="7" y="4"/>
                    <a:pt x="1" y="5"/>
                    <a:pt x="0" y="4"/>
                  </a:cubicBezTo>
                  <a:cubicBezTo>
                    <a:pt x="0" y="4"/>
                    <a:pt x="5" y="2"/>
                    <a:pt x="12" y="1"/>
                  </a:cubicBezTo>
                  <a:cubicBezTo>
                    <a:pt x="18" y="0"/>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2" name="Freeform 1663">
              <a:extLst>
                <a:ext uri="{FF2B5EF4-FFF2-40B4-BE49-F238E27FC236}">
                  <a16:creationId xmlns:a16="http://schemas.microsoft.com/office/drawing/2014/main" id="{D1CB677D-291F-71B4-5D6F-9745B9621868}"/>
                </a:ext>
              </a:extLst>
            </p:cNvPr>
            <p:cNvSpPr>
              <a:spLocks/>
            </p:cNvSpPr>
            <p:nvPr/>
          </p:nvSpPr>
          <p:spPr bwMode="auto">
            <a:xfrm rot="5094805">
              <a:off x="569810" y="2576086"/>
              <a:ext cx="59409" cy="6855"/>
            </a:xfrm>
            <a:custGeom>
              <a:avLst/>
              <a:gdLst>
                <a:gd name="T0" fmla="*/ 24 w 24"/>
                <a:gd name="T1" fmla="*/ 0 h 3"/>
                <a:gd name="T2" fmla="*/ 14 w 24"/>
                <a:gd name="T3" fmla="*/ 2 h 3"/>
                <a:gd name="T4" fmla="*/ 1 w 24"/>
                <a:gd name="T5" fmla="*/ 2 h 3"/>
                <a:gd name="T6" fmla="*/ 12 w 24"/>
                <a:gd name="T7" fmla="*/ 0 h 3"/>
                <a:gd name="T8" fmla="*/ 24 w 24"/>
                <a:gd name="T9" fmla="*/ 0 h 3"/>
              </a:gdLst>
              <a:ahLst/>
              <a:cxnLst>
                <a:cxn ang="0">
                  <a:pos x="T0" y="T1"/>
                </a:cxn>
                <a:cxn ang="0">
                  <a:pos x="T2" y="T3"/>
                </a:cxn>
                <a:cxn ang="0">
                  <a:pos x="T4" y="T5"/>
                </a:cxn>
                <a:cxn ang="0">
                  <a:pos x="T6" y="T7"/>
                </a:cxn>
                <a:cxn ang="0">
                  <a:pos x="T8" y="T9"/>
                </a:cxn>
              </a:cxnLst>
              <a:rect l="0" t="0" r="r" b="b"/>
              <a:pathLst>
                <a:path w="24" h="3">
                  <a:moveTo>
                    <a:pt x="24" y="0"/>
                  </a:moveTo>
                  <a:cubicBezTo>
                    <a:pt x="24" y="1"/>
                    <a:pt x="20" y="2"/>
                    <a:pt x="14" y="2"/>
                  </a:cubicBezTo>
                  <a:cubicBezTo>
                    <a:pt x="8" y="3"/>
                    <a:pt x="1" y="3"/>
                    <a:pt x="1" y="2"/>
                  </a:cubicBezTo>
                  <a:cubicBezTo>
                    <a:pt x="0" y="2"/>
                    <a:pt x="6" y="1"/>
                    <a:pt x="12" y="0"/>
                  </a:cubicBezTo>
                  <a:cubicBezTo>
                    <a:pt x="18" y="0"/>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3" name="Freeform 1664">
              <a:extLst>
                <a:ext uri="{FF2B5EF4-FFF2-40B4-BE49-F238E27FC236}">
                  <a16:creationId xmlns:a16="http://schemas.microsoft.com/office/drawing/2014/main" id="{83DED71F-C1AD-3C0E-FF92-F03A30F77EE3}"/>
                </a:ext>
              </a:extLst>
            </p:cNvPr>
            <p:cNvSpPr>
              <a:spLocks/>
            </p:cNvSpPr>
            <p:nvPr/>
          </p:nvSpPr>
          <p:spPr bwMode="auto">
            <a:xfrm rot="5094805">
              <a:off x="543689" y="2385714"/>
              <a:ext cx="59409" cy="6855"/>
            </a:xfrm>
            <a:custGeom>
              <a:avLst/>
              <a:gdLst>
                <a:gd name="T0" fmla="*/ 10 w 24"/>
                <a:gd name="T1" fmla="*/ 0 h 3"/>
                <a:gd name="T2" fmla="*/ 23 w 24"/>
                <a:gd name="T3" fmla="*/ 1 h 3"/>
                <a:gd name="T4" fmla="*/ 13 w 24"/>
                <a:gd name="T5" fmla="*/ 3 h 3"/>
                <a:gd name="T6" fmla="*/ 0 w 24"/>
                <a:gd name="T7" fmla="*/ 2 h 3"/>
                <a:gd name="T8" fmla="*/ 10 w 24"/>
                <a:gd name="T9" fmla="*/ 0 h 3"/>
              </a:gdLst>
              <a:ahLst/>
              <a:cxnLst>
                <a:cxn ang="0">
                  <a:pos x="T0" y="T1"/>
                </a:cxn>
                <a:cxn ang="0">
                  <a:pos x="T2" y="T3"/>
                </a:cxn>
                <a:cxn ang="0">
                  <a:pos x="T4" y="T5"/>
                </a:cxn>
                <a:cxn ang="0">
                  <a:pos x="T6" y="T7"/>
                </a:cxn>
                <a:cxn ang="0">
                  <a:pos x="T8" y="T9"/>
                </a:cxn>
              </a:cxnLst>
              <a:rect l="0" t="0" r="r" b="b"/>
              <a:pathLst>
                <a:path w="24" h="3">
                  <a:moveTo>
                    <a:pt x="10" y="0"/>
                  </a:moveTo>
                  <a:cubicBezTo>
                    <a:pt x="16" y="0"/>
                    <a:pt x="21" y="1"/>
                    <a:pt x="23" y="1"/>
                  </a:cubicBezTo>
                  <a:cubicBezTo>
                    <a:pt x="24" y="2"/>
                    <a:pt x="19" y="3"/>
                    <a:pt x="13" y="3"/>
                  </a:cubicBezTo>
                  <a:cubicBezTo>
                    <a:pt x="6" y="3"/>
                    <a:pt x="0" y="3"/>
                    <a:pt x="0" y="2"/>
                  </a:cubicBezTo>
                  <a:cubicBezTo>
                    <a:pt x="0" y="1"/>
                    <a:pt x="4"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4" name="Freeform 1665">
              <a:extLst>
                <a:ext uri="{FF2B5EF4-FFF2-40B4-BE49-F238E27FC236}">
                  <a16:creationId xmlns:a16="http://schemas.microsoft.com/office/drawing/2014/main" id="{B314C2AD-31A8-D290-1A06-969CC7291D17}"/>
                </a:ext>
              </a:extLst>
            </p:cNvPr>
            <p:cNvSpPr>
              <a:spLocks/>
            </p:cNvSpPr>
            <p:nvPr/>
          </p:nvSpPr>
          <p:spPr bwMode="auto">
            <a:xfrm rot="5094805">
              <a:off x="529574" y="2186152"/>
              <a:ext cx="61694" cy="11425"/>
            </a:xfrm>
            <a:custGeom>
              <a:avLst/>
              <a:gdLst>
                <a:gd name="T0" fmla="*/ 24 w 25"/>
                <a:gd name="T1" fmla="*/ 3 h 5"/>
                <a:gd name="T2" fmla="*/ 15 w 25"/>
                <a:gd name="T3" fmla="*/ 5 h 5"/>
                <a:gd name="T4" fmla="*/ 1 w 25"/>
                <a:gd name="T5" fmla="*/ 2 h 5"/>
                <a:gd name="T6" fmla="*/ 11 w 25"/>
                <a:gd name="T7" fmla="*/ 1 h 5"/>
                <a:gd name="T8" fmla="*/ 24 w 25"/>
                <a:gd name="T9" fmla="*/ 3 h 5"/>
              </a:gdLst>
              <a:ahLst/>
              <a:cxnLst>
                <a:cxn ang="0">
                  <a:pos x="T0" y="T1"/>
                </a:cxn>
                <a:cxn ang="0">
                  <a:pos x="T2" y="T3"/>
                </a:cxn>
                <a:cxn ang="0">
                  <a:pos x="T4" y="T5"/>
                </a:cxn>
                <a:cxn ang="0">
                  <a:pos x="T6" y="T7"/>
                </a:cxn>
                <a:cxn ang="0">
                  <a:pos x="T8" y="T9"/>
                </a:cxn>
              </a:cxnLst>
              <a:rect l="0" t="0" r="r" b="b"/>
              <a:pathLst>
                <a:path w="25" h="5">
                  <a:moveTo>
                    <a:pt x="24" y="3"/>
                  </a:moveTo>
                  <a:cubicBezTo>
                    <a:pt x="25" y="4"/>
                    <a:pt x="21" y="5"/>
                    <a:pt x="15" y="5"/>
                  </a:cubicBezTo>
                  <a:cubicBezTo>
                    <a:pt x="9" y="4"/>
                    <a:pt x="2" y="3"/>
                    <a:pt x="1" y="2"/>
                  </a:cubicBezTo>
                  <a:cubicBezTo>
                    <a:pt x="0" y="1"/>
                    <a:pt x="5" y="0"/>
                    <a:pt x="11" y="1"/>
                  </a:cubicBezTo>
                  <a:cubicBezTo>
                    <a:pt x="17" y="1"/>
                    <a:pt x="23" y="2"/>
                    <a:pt x="2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5" name="Freeform 1666">
              <a:extLst>
                <a:ext uri="{FF2B5EF4-FFF2-40B4-BE49-F238E27FC236}">
                  <a16:creationId xmlns:a16="http://schemas.microsoft.com/office/drawing/2014/main" id="{34D9B041-BCAB-3BFD-7534-2CBCD3FE5C51}"/>
                </a:ext>
              </a:extLst>
            </p:cNvPr>
            <p:cNvSpPr>
              <a:spLocks/>
            </p:cNvSpPr>
            <p:nvPr/>
          </p:nvSpPr>
          <p:spPr bwMode="auto">
            <a:xfrm rot="5094805">
              <a:off x="530465" y="1986609"/>
              <a:ext cx="59409" cy="18280"/>
            </a:xfrm>
            <a:custGeom>
              <a:avLst/>
              <a:gdLst>
                <a:gd name="T0" fmla="*/ 11 w 24"/>
                <a:gd name="T1" fmla="*/ 1 h 7"/>
                <a:gd name="T2" fmla="*/ 23 w 24"/>
                <a:gd name="T3" fmla="*/ 5 h 7"/>
                <a:gd name="T4" fmla="*/ 13 w 24"/>
                <a:gd name="T5" fmla="*/ 6 h 7"/>
                <a:gd name="T6" fmla="*/ 1 w 24"/>
                <a:gd name="T7" fmla="*/ 2 h 7"/>
                <a:gd name="T8" fmla="*/ 11 w 24"/>
                <a:gd name="T9" fmla="*/ 1 h 7"/>
              </a:gdLst>
              <a:ahLst/>
              <a:cxnLst>
                <a:cxn ang="0">
                  <a:pos x="T0" y="T1"/>
                </a:cxn>
                <a:cxn ang="0">
                  <a:pos x="T2" y="T3"/>
                </a:cxn>
                <a:cxn ang="0">
                  <a:pos x="T4" y="T5"/>
                </a:cxn>
                <a:cxn ang="0">
                  <a:pos x="T6" y="T7"/>
                </a:cxn>
                <a:cxn ang="0">
                  <a:pos x="T8" y="T9"/>
                </a:cxn>
              </a:cxnLst>
              <a:rect l="0" t="0" r="r" b="b"/>
              <a:pathLst>
                <a:path w="24" h="7">
                  <a:moveTo>
                    <a:pt x="11" y="1"/>
                  </a:moveTo>
                  <a:cubicBezTo>
                    <a:pt x="17" y="2"/>
                    <a:pt x="23" y="3"/>
                    <a:pt x="23" y="5"/>
                  </a:cubicBezTo>
                  <a:cubicBezTo>
                    <a:pt x="24" y="6"/>
                    <a:pt x="19" y="7"/>
                    <a:pt x="13" y="6"/>
                  </a:cubicBezTo>
                  <a:cubicBezTo>
                    <a:pt x="7" y="5"/>
                    <a:pt x="1" y="4"/>
                    <a:pt x="1" y="2"/>
                  </a:cubicBezTo>
                  <a:cubicBezTo>
                    <a:pt x="0" y="1"/>
                    <a:pt x="5"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6" name="Freeform 1667">
              <a:extLst>
                <a:ext uri="{FF2B5EF4-FFF2-40B4-BE49-F238E27FC236}">
                  <a16:creationId xmlns:a16="http://schemas.microsoft.com/office/drawing/2014/main" id="{82F6CCCE-1927-B8B9-EC8F-2705E1D504A1}"/>
                </a:ext>
              </a:extLst>
            </p:cNvPr>
            <p:cNvSpPr>
              <a:spLocks/>
            </p:cNvSpPr>
            <p:nvPr/>
          </p:nvSpPr>
          <p:spPr bwMode="auto">
            <a:xfrm rot="5094805">
              <a:off x="539110" y="1785021"/>
              <a:ext cx="61694" cy="22850"/>
            </a:xfrm>
            <a:custGeom>
              <a:avLst/>
              <a:gdLst>
                <a:gd name="T0" fmla="*/ 24 w 25"/>
                <a:gd name="T1" fmla="*/ 6 h 9"/>
                <a:gd name="T2" fmla="*/ 15 w 25"/>
                <a:gd name="T3" fmla="*/ 8 h 9"/>
                <a:gd name="T4" fmla="*/ 1 w 25"/>
                <a:gd name="T5" fmla="*/ 3 h 9"/>
                <a:gd name="T6" fmla="*/ 12 w 25"/>
                <a:gd name="T7" fmla="*/ 1 h 9"/>
                <a:gd name="T8" fmla="*/ 24 w 25"/>
                <a:gd name="T9" fmla="*/ 6 h 9"/>
              </a:gdLst>
              <a:ahLst/>
              <a:cxnLst>
                <a:cxn ang="0">
                  <a:pos x="T0" y="T1"/>
                </a:cxn>
                <a:cxn ang="0">
                  <a:pos x="T2" y="T3"/>
                </a:cxn>
                <a:cxn ang="0">
                  <a:pos x="T4" y="T5"/>
                </a:cxn>
                <a:cxn ang="0">
                  <a:pos x="T6" y="T7"/>
                </a:cxn>
                <a:cxn ang="0">
                  <a:pos x="T8" y="T9"/>
                </a:cxn>
              </a:cxnLst>
              <a:rect l="0" t="0" r="r" b="b"/>
              <a:pathLst>
                <a:path w="25" h="9">
                  <a:moveTo>
                    <a:pt x="24" y="6"/>
                  </a:moveTo>
                  <a:cubicBezTo>
                    <a:pt x="25" y="8"/>
                    <a:pt x="21" y="9"/>
                    <a:pt x="15" y="8"/>
                  </a:cubicBezTo>
                  <a:cubicBezTo>
                    <a:pt x="9" y="8"/>
                    <a:pt x="2" y="5"/>
                    <a:pt x="1" y="3"/>
                  </a:cubicBezTo>
                  <a:cubicBezTo>
                    <a:pt x="0" y="1"/>
                    <a:pt x="5" y="0"/>
                    <a:pt x="12" y="1"/>
                  </a:cubicBezTo>
                  <a:cubicBezTo>
                    <a:pt x="18" y="2"/>
                    <a:pt x="23" y="4"/>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7" name="Freeform 1668">
              <a:extLst>
                <a:ext uri="{FF2B5EF4-FFF2-40B4-BE49-F238E27FC236}">
                  <a16:creationId xmlns:a16="http://schemas.microsoft.com/office/drawing/2014/main" id="{59227548-5A38-FA89-30F5-272691D66131}"/>
                </a:ext>
              </a:extLst>
            </p:cNvPr>
            <p:cNvSpPr>
              <a:spLocks/>
            </p:cNvSpPr>
            <p:nvPr/>
          </p:nvSpPr>
          <p:spPr bwMode="auto">
            <a:xfrm rot="5094805">
              <a:off x="552519" y="1585506"/>
              <a:ext cx="59409" cy="27420"/>
            </a:xfrm>
            <a:custGeom>
              <a:avLst/>
              <a:gdLst>
                <a:gd name="T0" fmla="*/ 24 w 24"/>
                <a:gd name="T1" fmla="*/ 7 h 11"/>
                <a:gd name="T2" fmla="*/ 14 w 24"/>
                <a:gd name="T3" fmla="*/ 10 h 11"/>
                <a:gd name="T4" fmla="*/ 1 w 24"/>
                <a:gd name="T5" fmla="*/ 4 h 11"/>
                <a:gd name="T6" fmla="*/ 12 w 24"/>
                <a:gd name="T7" fmla="*/ 1 h 11"/>
                <a:gd name="T8" fmla="*/ 24 w 24"/>
                <a:gd name="T9" fmla="*/ 7 h 11"/>
              </a:gdLst>
              <a:ahLst/>
              <a:cxnLst>
                <a:cxn ang="0">
                  <a:pos x="T0" y="T1"/>
                </a:cxn>
                <a:cxn ang="0">
                  <a:pos x="T2" y="T3"/>
                </a:cxn>
                <a:cxn ang="0">
                  <a:pos x="T4" y="T5"/>
                </a:cxn>
                <a:cxn ang="0">
                  <a:pos x="T6" y="T7"/>
                </a:cxn>
                <a:cxn ang="0">
                  <a:pos x="T8" y="T9"/>
                </a:cxn>
              </a:cxnLst>
              <a:rect l="0" t="0" r="r" b="b"/>
              <a:pathLst>
                <a:path w="24" h="11">
                  <a:moveTo>
                    <a:pt x="24" y="7"/>
                  </a:moveTo>
                  <a:cubicBezTo>
                    <a:pt x="24" y="9"/>
                    <a:pt x="20" y="11"/>
                    <a:pt x="14" y="10"/>
                  </a:cubicBezTo>
                  <a:cubicBezTo>
                    <a:pt x="8" y="9"/>
                    <a:pt x="2" y="6"/>
                    <a:pt x="1" y="4"/>
                  </a:cubicBezTo>
                  <a:cubicBezTo>
                    <a:pt x="0" y="1"/>
                    <a:pt x="5" y="0"/>
                    <a:pt x="12" y="1"/>
                  </a:cubicBezTo>
                  <a:cubicBezTo>
                    <a:pt x="18" y="2"/>
                    <a:pt x="23" y="5"/>
                    <a:pt x="2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8" name="Freeform 1669">
              <a:extLst>
                <a:ext uri="{FF2B5EF4-FFF2-40B4-BE49-F238E27FC236}">
                  <a16:creationId xmlns:a16="http://schemas.microsoft.com/office/drawing/2014/main" id="{EB661FD9-9EBD-02F5-A2EB-52E0B64EEB5A}"/>
                </a:ext>
              </a:extLst>
            </p:cNvPr>
            <p:cNvSpPr>
              <a:spLocks/>
            </p:cNvSpPr>
            <p:nvPr/>
          </p:nvSpPr>
          <p:spPr bwMode="auto">
            <a:xfrm rot="5094805">
              <a:off x="564781" y="1387032"/>
              <a:ext cx="61694" cy="29705"/>
            </a:xfrm>
            <a:custGeom>
              <a:avLst/>
              <a:gdLst>
                <a:gd name="T0" fmla="*/ 12 w 25"/>
                <a:gd name="T1" fmla="*/ 1 h 12"/>
                <a:gd name="T2" fmla="*/ 24 w 25"/>
                <a:gd name="T3" fmla="*/ 7 h 12"/>
                <a:gd name="T4" fmla="*/ 14 w 25"/>
                <a:gd name="T5" fmla="*/ 11 h 12"/>
                <a:gd name="T6" fmla="*/ 1 w 25"/>
                <a:gd name="T7" fmla="*/ 5 h 12"/>
                <a:gd name="T8" fmla="*/ 12 w 25"/>
                <a:gd name="T9" fmla="*/ 1 h 12"/>
              </a:gdLst>
              <a:ahLst/>
              <a:cxnLst>
                <a:cxn ang="0">
                  <a:pos x="T0" y="T1"/>
                </a:cxn>
                <a:cxn ang="0">
                  <a:pos x="T2" y="T3"/>
                </a:cxn>
                <a:cxn ang="0">
                  <a:pos x="T4" y="T5"/>
                </a:cxn>
                <a:cxn ang="0">
                  <a:pos x="T6" y="T7"/>
                </a:cxn>
                <a:cxn ang="0">
                  <a:pos x="T8" y="T9"/>
                </a:cxn>
              </a:cxnLst>
              <a:rect l="0" t="0" r="r" b="b"/>
              <a:pathLst>
                <a:path w="25" h="12">
                  <a:moveTo>
                    <a:pt x="12" y="1"/>
                  </a:moveTo>
                  <a:cubicBezTo>
                    <a:pt x="18" y="2"/>
                    <a:pt x="23" y="4"/>
                    <a:pt x="24" y="7"/>
                  </a:cubicBezTo>
                  <a:cubicBezTo>
                    <a:pt x="25" y="10"/>
                    <a:pt x="21" y="12"/>
                    <a:pt x="14" y="11"/>
                  </a:cubicBezTo>
                  <a:cubicBezTo>
                    <a:pt x="8" y="10"/>
                    <a:pt x="3" y="8"/>
                    <a:pt x="1" y="5"/>
                  </a:cubicBezTo>
                  <a:cubicBezTo>
                    <a:pt x="0" y="2"/>
                    <a:pt x="5"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9" name="Freeform 1670">
              <a:extLst>
                <a:ext uri="{FF2B5EF4-FFF2-40B4-BE49-F238E27FC236}">
                  <a16:creationId xmlns:a16="http://schemas.microsoft.com/office/drawing/2014/main" id="{F9A4ABFF-F0C6-4EB9-A555-27F4434F1D2B}"/>
                </a:ext>
              </a:extLst>
            </p:cNvPr>
            <p:cNvSpPr>
              <a:spLocks/>
            </p:cNvSpPr>
            <p:nvPr/>
          </p:nvSpPr>
          <p:spPr bwMode="auto">
            <a:xfrm rot="5094805">
              <a:off x="575808" y="1187623"/>
              <a:ext cx="61694" cy="31990"/>
            </a:xfrm>
            <a:custGeom>
              <a:avLst/>
              <a:gdLst>
                <a:gd name="T0" fmla="*/ 24 w 25"/>
                <a:gd name="T1" fmla="*/ 8 h 13"/>
                <a:gd name="T2" fmla="*/ 15 w 25"/>
                <a:gd name="T3" fmla="*/ 13 h 13"/>
                <a:gd name="T4" fmla="*/ 1 w 25"/>
                <a:gd name="T5" fmla="*/ 6 h 13"/>
                <a:gd name="T6" fmla="*/ 11 w 25"/>
                <a:gd name="T7" fmla="*/ 1 h 13"/>
                <a:gd name="T8" fmla="*/ 24 w 25"/>
                <a:gd name="T9" fmla="*/ 8 h 13"/>
              </a:gdLst>
              <a:ahLst/>
              <a:cxnLst>
                <a:cxn ang="0">
                  <a:pos x="T0" y="T1"/>
                </a:cxn>
                <a:cxn ang="0">
                  <a:pos x="T2" y="T3"/>
                </a:cxn>
                <a:cxn ang="0">
                  <a:pos x="T4" y="T5"/>
                </a:cxn>
                <a:cxn ang="0">
                  <a:pos x="T6" y="T7"/>
                </a:cxn>
                <a:cxn ang="0">
                  <a:pos x="T8" y="T9"/>
                </a:cxn>
              </a:cxnLst>
              <a:rect l="0" t="0" r="r" b="b"/>
              <a:pathLst>
                <a:path w="25" h="13">
                  <a:moveTo>
                    <a:pt x="24" y="8"/>
                  </a:moveTo>
                  <a:cubicBezTo>
                    <a:pt x="25" y="11"/>
                    <a:pt x="21" y="13"/>
                    <a:pt x="15" y="13"/>
                  </a:cubicBezTo>
                  <a:cubicBezTo>
                    <a:pt x="9" y="13"/>
                    <a:pt x="2" y="9"/>
                    <a:pt x="1" y="6"/>
                  </a:cubicBezTo>
                  <a:cubicBezTo>
                    <a:pt x="0" y="2"/>
                    <a:pt x="5" y="0"/>
                    <a:pt x="11" y="1"/>
                  </a:cubicBezTo>
                  <a:cubicBezTo>
                    <a:pt x="17" y="1"/>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0" name="Freeform 1671">
              <a:extLst>
                <a:ext uri="{FF2B5EF4-FFF2-40B4-BE49-F238E27FC236}">
                  <a16:creationId xmlns:a16="http://schemas.microsoft.com/office/drawing/2014/main" id="{E0506F6E-FFF3-8744-4C4D-4F34F437BD94}"/>
                </a:ext>
              </a:extLst>
            </p:cNvPr>
            <p:cNvSpPr>
              <a:spLocks/>
            </p:cNvSpPr>
            <p:nvPr/>
          </p:nvSpPr>
          <p:spPr bwMode="auto">
            <a:xfrm rot="5094805">
              <a:off x="581348" y="989854"/>
              <a:ext cx="61694" cy="36560"/>
            </a:xfrm>
            <a:custGeom>
              <a:avLst/>
              <a:gdLst>
                <a:gd name="T0" fmla="*/ 24 w 25"/>
                <a:gd name="T1" fmla="*/ 9 h 15"/>
                <a:gd name="T2" fmla="*/ 15 w 25"/>
                <a:gd name="T3" fmla="*/ 15 h 15"/>
                <a:gd name="T4" fmla="*/ 1 w 25"/>
                <a:gd name="T5" fmla="*/ 7 h 15"/>
                <a:gd name="T6" fmla="*/ 11 w 25"/>
                <a:gd name="T7" fmla="*/ 1 h 15"/>
                <a:gd name="T8" fmla="*/ 24 w 25"/>
                <a:gd name="T9" fmla="*/ 9 h 15"/>
              </a:gdLst>
              <a:ahLst/>
              <a:cxnLst>
                <a:cxn ang="0">
                  <a:pos x="T0" y="T1"/>
                </a:cxn>
                <a:cxn ang="0">
                  <a:pos x="T2" y="T3"/>
                </a:cxn>
                <a:cxn ang="0">
                  <a:pos x="T4" y="T5"/>
                </a:cxn>
                <a:cxn ang="0">
                  <a:pos x="T6" y="T7"/>
                </a:cxn>
                <a:cxn ang="0">
                  <a:pos x="T8" y="T9"/>
                </a:cxn>
              </a:cxnLst>
              <a:rect l="0" t="0" r="r" b="b"/>
              <a:pathLst>
                <a:path w="25" h="15">
                  <a:moveTo>
                    <a:pt x="24" y="9"/>
                  </a:moveTo>
                  <a:cubicBezTo>
                    <a:pt x="25" y="12"/>
                    <a:pt x="21" y="15"/>
                    <a:pt x="15" y="15"/>
                  </a:cubicBezTo>
                  <a:cubicBezTo>
                    <a:pt x="9" y="15"/>
                    <a:pt x="2" y="12"/>
                    <a:pt x="1" y="7"/>
                  </a:cubicBezTo>
                  <a:cubicBezTo>
                    <a:pt x="0" y="3"/>
                    <a:pt x="4" y="0"/>
                    <a:pt x="11" y="1"/>
                  </a:cubicBezTo>
                  <a:cubicBezTo>
                    <a:pt x="17" y="2"/>
                    <a:pt x="22" y="5"/>
                    <a:pt x="2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1" name="Freeform 1672">
              <a:extLst>
                <a:ext uri="{FF2B5EF4-FFF2-40B4-BE49-F238E27FC236}">
                  <a16:creationId xmlns:a16="http://schemas.microsoft.com/office/drawing/2014/main" id="{9FEA61ED-64C9-610D-B606-A235E02105FA}"/>
                </a:ext>
              </a:extLst>
            </p:cNvPr>
            <p:cNvSpPr>
              <a:spLocks/>
            </p:cNvSpPr>
            <p:nvPr/>
          </p:nvSpPr>
          <p:spPr bwMode="auto">
            <a:xfrm rot="5094805">
              <a:off x="574370" y="794342"/>
              <a:ext cx="61694" cy="38845"/>
            </a:xfrm>
            <a:custGeom>
              <a:avLst/>
              <a:gdLst>
                <a:gd name="T0" fmla="*/ 23 w 25"/>
                <a:gd name="T1" fmla="*/ 8 h 16"/>
                <a:gd name="T2" fmla="*/ 15 w 25"/>
                <a:gd name="T3" fmla="*/ 16 h 16"/>
                <a:gd name="T4" fmla="*/ 1 w 25"/>
                <a:gd name="T5" fmla="*/ 8 h 16"/>
                <a:gd name="T6" fmla="*/ 11 w 25"/>
                <a:gd name="T7" fmla="*/ 0 h 16"/>
                <a:gd name="T8" fmla="*/ 23 w 25"/>
                <a:gd name="T9" fmla="*/ 8 h 16"/>
              </a:gdLst>
              <a:ahLst/>
              <a:cxnLst>
                <a:cxn ang="0">
                  <a:pos x="T0" y="T1"/>
                </a:cxn>
                <a:cxn ang="0">
                  <a:pos x="T2" y="T3"/>
                </a:cxn>
                <a:cxn ang="0">
                  <a:pos x="T4" y="T5"/>
                </a:cxn>
                <a:cxn ang="0">
                  <a:pos x="T6" y="T7"/>
                </a:cxn>
                <a:cxn ang="0">
                  <a:pos x="T8" y="T9"/>
                </a:cxn>
              </a:cxnLst>
              <a:rect l="0" t="0" r="r" b="b"/>
              <a:pathLst>
                <a:path w="25" h="16">
                  <a:moveTo>
                    <a:pt x="23" y="8"/>
                  </a:moveTo>
                  <a:cubicBezTo>
                    <a:pt x="25" y="12"/>
                    <a:pt x="21" y="15"/>
                    <a:pt x="15" y="16"/>
                  </a:cubicBezTo>
                  <a:cubicBezTo>
                    <a:pt x="9" y="16"/>
                    <a:pt x="2" y="13"/>
                    <a:pt x="1" y="8"/>
                  </a:cubicBezTo>
                  <a:cubicBezTo>
                    <a:pt x="0" y="4"/>
                    <a:pt x="4" y="0"/>
                    <a:pt x="11" y="0"/>
                  </a:cubicBezTo>
                  <a:cubicBezTo>
                    <a:pt x="17" y="1"/>
                    <a:pt x="22" y="4"/>
                    <a:pt x="2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2" name="Freeform 1673">
              <a:extLst>
                <a:ext uri="{FF2B5EF4-FFF2-40B4-BE49-F238E27FC236}">
                  <a16:creationId xmlns:a16="http://schemas.microsoft.com/office/drawing/2014/main" id="{BDDD9DF1-A17F-CBDF-B65B-3A72963C75F7}"/>
                </a:ext>
              </a:extLst>
            </p:cNvPr>
            <p:cNvSpPr>
              <a:spLocks/>
            </p:cNvSpPr>
            <p:nvPr/>
          </p:nvSpPr>
          <p:spPr bwMode="auto">
            <a:xfrm rot="5094805">
              <a:off x="557989" y="595185"/>
              <a:ext cx="59409" cy="43415"/>
            </a:xfrm>
            <a:custGeom>
              <a:avLst/>
              <a:gdLst>
                <a:gd name="T0" fmla="*/ 11 w 24"/>
                <a:gd name="T1" fmla="*/ 1 h 18"/>
                <a:gd name="T2" fmla="*/ 24 w 24"/>
                <a:gd name="T3" fmla="*/ 9 h 18"/>
                <a:gd name="T4" fmla="*/ 14 w 24"/>
                <a:gd name="T5" fmla="*/ 17 h 18"/>
                <a:gd name="T6" fmla="*/ 1 w 24"/>
                <a:gd name="T7" fmla="*/ 9 h 18"/>
                <a:gd name="T8" fmla="*/ 11 w 24"/>
                <a:gd name="T9" fmla="*/ 1 h 18"/>
              </a:gdLst>
              <a:ahLst/>
              <a:cxnLst>
                <a:cxn ang="0">
                  <a:pos x="T0" y="T1"/>
                </a:cxn>
                <a:cxn ang="0">
                  <a:pos x="T2" y="T3"/>
                </a:cxn>
                <a:cxn ang="0">
                  <a:pos x="T4" y="T5"/>
                </a:cxn>
                <a:cxn ang="0">
                  <a:pos x="T6" y="T7"/>
                </a:cxn>
                <a:cxn ang="0">
                  <a:pos x="T8" y="T9"/>
                </a:cxn>
              </a:cxnLst>
              <a:rect l="0" t="0" r="r" b="b"/>
              <a:pathLst>
                <a:path w="24" h="18">
                  <a:moveTo>
                    <a:pt x="11" y="1"/>
                  </a:moveTo>
                  <a:cubicBezTo>
                    <a:pt x="17" y="0"/>
                    <a:pt x="23" y="4"/>
                    <a:pt x="24" y="9"/>
                  </a:cubicBezTo>
                  <a:cubicBezTo>
                    <a:pt x="24" y="13"/>
                    <a:pt x="20" y="17"/>
                    <a:pt x="14" y="17"/>
                  </a:cubicBezTo>
                  <a:cubicBezTo>
                    <a:pt x="8" y="18"/>
                    <a:pt x="1" y="14"/>
                    <a:pt x="1" y="9"/>
                  </a:cubicBezTo>
                  <a:cubicBezTo>
                    <a:pt x="0" y="5"/>
                    <a:pt x="5"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3" name="Freeform 1674">
              <a:extLst>
                <a:ext uri="{FF2B5EF4-FFF2-40B4-BE49-F238E27FC236}">
                  <a16:creationId xmlns:a16="http://schemas.microsoft.com/office/drawing/2014/main" id="{D55B37B8-BF68-CB6B-9CFF-50C646287775}"/>
                </a:ext>
              </a:extLst>
            </p:cNvPr>
            <p:cNvSpPr>
              <a:spLocks/>
            </p:cNvSpPr>
            <p:nvPr/>
          </p:nvSpPr>
          <p:spPr bwMode="auto">
            <a:xfrm rot="5094805">
              <a:off x="527315" y="402934"/>
              <a:ext cx="59409" cy="47985"/>
            </a:xfrm>
            <a:custGeom>
              <a:avLst/>
              <a:gdLst>
                <a:gd name="T0" fmla="*/ 14 w 24"/>
                <a:gd name="T1" fmla="*/ 18 h 19"/>
                <a:gd name="T2" fmla="*/ 0 w 24"/>
                <a:gd name="T3" fmla="*/ 11 h 19"/>
                <a:gd name="T4" fmla="*/ 10 w 24"/>
                <a:gd name="T5" fmla="*/ 1 h 19"/>
                <a:gd name="T6" fmla="*/ 23 w 24"/>
                <a:gd name="T7" fmla="*/ 9 h 19"/>
                <a:gd name="T8" fmla="*/ 14 w 24"/>
                <a:gd name="T9" fmla="*/ 18 h 19"/>
              </a:gdLst>
              <a:ahLst/>
              <a:cxnLst>
                <a:cxn ang="0">
                  <a:pos x="T0" y="T1"/>
                </a:cxn>
                <a:cxn ang="0">
                  <a:pos x="T2" y="T3"/>
                </a:cxn>
                <a:cxn ang="0">
                  <a:pos x="T4" y="T5"/>
                </a:cxn>
                <a:cxn ang="0">
                  <a:pos x="T6" y="T7"/>
                </a:cxn>
                <a:cxn ang="0">
                  <a:pos x="T8" y="T9"/>
                </a:cxn>
              </a:cxnLst>
              <a:rect l="0" t="0" r="r" b="b"/>
              <a:pathLst>
                <a:path w="24" h="19">
                  <a:moveTo>
                    <a:pt x="14" y="18"/>
                  </a:moveTo>
                  <a:cubicBezTo>
                    <a:pt x="7" y="19"/>
                    <a:pt x="1" y="16"/>
                    <a:pt x="0" y="11"/>
                  </a:cubicBezTo>
                  <a:cubicBezTo>
                    <a:pt x="0" y="7"/>
                    <a:pt x="4" y="2"/>
                    <a:pt x="10" y="1"/>
                  </a:cubicBezTo>
                  <a:cubicBezTo>
                    <a:pt x="16" y="0"/>
                    <a:pt x="22" y="4"/>
                    <a:pt x="23" y="9"/>
                  </a:cubicBezTo>
                  <a:cubicBezTo>
                    <a:pt x="24" y="13"/>
                    <a:pt x="20" y="17"/>
                    <a:pt x="1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4" name="Freeform 1675">
              <a:extLst>
                <a:ext uri="{FF2B5EF4-FFF2-40B4-BE49-F238E27FC236}">
                  <a16:creationId xmlns:a16="http://schemas.microsoft.com/office/drawing/2014/main" id="{6CC7630D-8BB7-8867-3B75-21E2600714C3}"/>
                </a:ext>
              </a:extLst>
            </p:cNvPr>
            <p:cNvSpPr>
              <a:spLocks/>
            </p:cNvSpPr>
            <p:nvPr/>
          </p:nvSpPr>
          <p:spPr bwMode="auto">
            <a:xfrm rot="5094805">
              <a:off x="478434" y="214588"/>
              <a:ext cx="59409" cy="47985"/>
            </a:xfrm>
            <a:custGeom>
              <a:avLst/>
              <a:gdLst>
                <a:gd name="T0" fmla="*/ 10 w 24"/>
                <a:gd name="T1" fmla="*/ 1 h 19"/>
                <a:gd name="T2" fmla="*/ 23 w 24"/>
                <a:gd name="T3" fmla="*/ 6 h 19"/>
                <a:gd name="T4" fmla="*/ 13 w 24"/>
                <a:gd name="T5" fmla="*/ 18 h 19"/>
                <a:gd name="T6" fmla="*/ 0 w 24"/>
                <a:gd name="T7" fmla="*/ 11 h 19"/>
                <a:gd name="T8" fmla="*/ 10 w 24"/>
                <a:gd name="T9" fmla="*/ 1 h 19"/>
              </a:gdLst>
              <a:ahLst/>
              <a:cxnLst>
                <a:cxn ang="0">
                  <a:pos x="T0" y="T1"/>
                </a:cxn>
                <a:cxn ang="0">
                  <a:pos x="T2" y="T3"/>
                </a:cxn>
                <a:cxn ang="0">
                  <a:pos x="T4" y="T5"/>
                </a:cxn>
                <a:cxn ang="0">
                  <a:pos x="T6" y="T7"/>
                </a:cxn>
                <a:cxn ang="0">
                  <a:pos x="T8" y="T9"/>
                </a:cxn>
              </a:cxnLst>
              <a:rect l="0" t="0" r="r" b="b"/>
              <a:pathLst>
                <a:path w="24" h="19">
                  <a:moveTo>
                    <a:pt x="10" y="1"/>
                  </a:moveTo>
                  <a:cubicBezTo>
                    <a:pt x="16" y="0"/>
                    <a:pt x="21" y="2"/>
                    <a:pt x="23" y="6"/>
                  </a:cubicBezTo>
                  <a:cubicBezTo>
                    <a:pt x="24" y="11"/>
                    <a:pt x="20" y="16"/>
                    <a:pt x="13" y="18"/>
                  </a:cubicBezTo>
                  <a:cubicBezTo>
                    <a:pt x="7" y="19"/>
                    <a:pt x="1" y="16"/>
                    <a:pt x="0" y="11"/>
                  </a:cubicBezTo>
                  <a:cubicBezTo>
                    <a:pt x="0" y="7"/>
                    <a:pt x="4"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5" name="Freeform 1676">
              <a:extLst>
                <a:ext uri="{FF2B5EF4-FFF2-40B4-BE49-F238E27FC236}">
                  <a16:creationId xmlns:a16="http://schemas.microsoft.com/office/drawing/2014/main" id="{6D3E7E49-D449-E558-1193-063C711F9900}"/>
                </a:ext>
              </a:extLst>
            </p:cNvPr>
            <p:cNvSpPr>
              <a:spLocks/>
            </p:cNvSpPr>
            <p:nvPr/>
          </p:nvSpPr>
          <p:spPr bwMode="auto">
            <a:xfrm rot="5094805">
              <a:off x="413322" y="23205"/>
              <a:ext cx="57124" cy="50269"/>
            </a:xfrm>
            <a:custGeom>
              <a:avLst/>
              <a:gdLst>
                <a:gd name="T0" fmla="*/ 13 w 23"/>
                <a:gd name="T1" fmla="*/ 19 h 21"/>
                <a:gd name="T2" fmla="*/ 0 w 23"/>
                <a:gd name="T3" fmla="*/ 14 h 21"/>
                <a:gd name="T4" fmla="*/ 10 w 23"/>
                <a:gd name="T5" fmla="*/ 3 h 21"/>
                <a:gd name="T6" fmla="*/ 23 w 23"/>
                <a:gd name="T7" fmla="*/ 7 h 21"/>
                <a:gd name="T8" fmla="*/ 13 w 23"/>
                <a:gd name="T9" fmla="*/ 19 h 21"/>
              </a:gdLst>
              <a:ahLst/>
              <a:cxnLst>
                <a:cxn ang="0">
                  <a:pos x="T0" y="T1"/>
                </a:cxn>
                <a:cxn ang="0">
                  <a:pos x="T2" y="T3"/>
                </a:cxn>
                <a:cxn ang="0">
                  <a:pos x="T4" y="T5"/>
                </a:cxn>
                <a:cxn ang="0">
                  <a:pos x="T6" y="T7"/>
                </a:cxn>
                <a:cxn ang="0">
                  <a:pos x="T8" y="T9"/>
                </a:cxn>
              </a:cxnLst>
              <a:rect l="0" t="0" r="r" b="b"/>
              <a:pathLst>
                <a:path w="23" h="21">
                  <a:moveTo>
                    <a:pt x="13" y="19"/>
                  </a:moveTo>
                  <a:cubicBezTo>
                    <a:pt x="7" y="21"/>
                    <a:pt x="1" y="19"/>
                    <a:pt x="0" y="14"/>
                  </a:cubicBezTo>
                  <a:cubicBezTo>
                    <a:pt x="0" y="10"/>
                    <a:pt x="4" y="5"/>
                    <a:pt x="10" y="3"/>
                  </a:cubicBezTo>
                  <a:cubicBezTo>
                    <a:pt x="16" y="0"/>
                    <a:pt x="22" y="2"/>
                    <a:pt x="23" y="7"/>
                  </a:cubicBezTo>
                  <a:cubicBezTo>
                    <a:pt x="23" y="12"/>
                    <a:pt x="19" y="17"/>
                    <a:pt x="1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6" name="Freeform 1696">
              <a:extLst>
                <a:ext uri="{FF2B5EF4-FFF2-40B4-BE49-F238E27FC236}">
                  <a16:creationId xmlns:a16="http://schemas.microsoft.com/office/drawing/2014/main" id="{60D6843C-8036-18EA-BDE8-03F13DFFBD61}"/>
                </a:ext>
              </a:extLst>
            </p:cNvPr>
            <p:cNvSpPr>
              <a:spLocks/>
            </p:cNvSpPr>
            <p:nvPr/>
          </p:nvSpPr>
          <p:spPr bwMode="auto">
            <a:xfrm rot="5094805">
              <a:off x="1427444" y="4417885"/>
              <a:ext cx="52554" cy="27420"/>
            </a:xfrm>
            <a:custGeom>
              <a:avLst/>
              <a:gdLst>
                <a:gd name="T0" fmla="*/ 12 w 22"/>
                <a:gd name="T1" fmla="*/ 5 h 11"/>
                <a:gd name="T2" fmla="*/ 0 w 22"/>
                <a:gd name="T3" fmla="*/ 11 h 11"/>
                <a:gd name="T4" fmla="*/ 10 w 22"/>
                <a:gd name="T5" fmla="*/ 6 h 11"/>
                <a:gd name="T6" fmla="*/ 22 w 22"/>
                <a:gd name="T7" fmla="*/ 0 h 11"/>
                <a:gd name="T8" fmla="*/ 12 w 22"/>
                <a:gd name="T9" fmla="*/ 5 h 11"/>
              </a:gdLst>
              <a:ahLst/>
              <a:cxnLst>
                <a:cxn ang="0">
                  <a:pos x="T0" y="T1"/>
                </a:cxn>
                <a:cxn ang="0">
                  <a:pos x="T2" y="T3"/>
                </a:cxn>
                <a:cxn ang="0">
                  <a:pos x="T4" y="T5"/>
                </a:cxn>
                <a:cxn ang="0">
                  <a:pos x="T6" y="T7"/>
                </a:cxn>
                <a:cxn ang="0">
                  <a:pos x="T8" y="T9"/>
                </a:cxn>
              </a:cxnLst>
              <a:rect l="0" t="0" r="r" b="b"/>
              <a:pathLst>
                <a:path w="22" h="11">
                  <a:moveTo>
                    <a:pt x="12" y="5"/>
                  </a:moveTo>
                  <a:cubicBezTo>
                    <a:pt x="6" y="8"/>
                    <a:pt x="0" y="11"/>
                    <a:pt x="0" y="11"/>
                  </a:cubicBezTo>
                  <a:cubicBezTo>
                    <a:pt x="0" y="11"/>
                    <a:pt x="5" y="8"/>
                    <a:pt x="10" y="6"/>
                  </a:cubicBezTo>
                  <a:cubicBezTo>
                    <a:pt x="17" y="2"/>
                    <a:pt x="22" y="0"/>
                    <a:pt x="22" y="0"/>
                  </a:cubicBezTo>
                  <a:cubicBezTo>
                    <a:pt x="22" y="0"/>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7" name="Freeform 1697">
              <a:extLst>
                <a:ext uri="{FF2B5EF4-FFF2-40B4-BE49-F238E27FC236}">
                  <a16:creationId xmlns:a16="http://schemas.microsoft.com/office/drawing/2014/main" id="{E5BAA338-2387-7529-EAA6-9D9FAE2DA55A}"/>
                </a:ext>
              </a:extLst>
            </p:cNvPr>
            <p:cNvSpPr>
              <a:spLocks/>
            </p:cNvSpPr>
            <p:nvPr/>
          </p:nvSpPr>
          <p:spPr bwMode="auto">
            <a:xfrm rot="5094805">
              <a:off x="1530931" y="4600964"/>
              <a:ext cx="61694" cy="27420"/>
            </a:xfrm>
            <a:custGeom>
              <a:avLst/>
              <a:gdLst>
                <a:gd name="T0" fmla="*/ 12 w 25"/>
                <a:gd name="T1" fmla="*/ 6 h 11"/>
                <a:gd name="T2" fmla="*/ 24 w 25"/>
                <a:gd name="T3" fmla="*/ 1 h 11"/>
                <a:gd name="T4" fmla="*/ 14 w 25"/>
                <a:gd name="T5" fmla="*/ 5 h 11"/>
                <a:gd name="T6" fmla="*/ 2 w 25"/>
                <a:gd name="T7" fmla="*/ 11 h 11"/>
                <a:gd name="T8" fmla="*/ 12 w 25"/>
                <a:gd name="T9" fmla="*/ 6 h 11"/>
              </a:gdLst>
              <a:ahLst/>
              <a:cxnLst>
                <a:cxn ang="0">
                  <a:pos x="T0" y="T1"/>
                </a:cxn>
                <a:cxn ang="0">
                  <a:pos x="T2" y="T3"/>
                </a:cxn>
                <a:cxn ang="0">
                  <a:pos x="T4" y="T5"/>
                </a:cxn>
                <a:cxn ang="0">
                  <a:pos x="T6" y="T7"/>
                </a:cxn>
                <a:cxn ang="0">
                  <a:pos x="T8" y="T9"/>
                </a:cxn>
              </a:cxnLst>
              <a:rect l="0" t="0" r="r" b="b"/>
              <a:pathLst>
                <a:path w="25" h="11">
                  <a:moveTo>
                    <a:pt x="12" y="6"/>
                  </a:moveTo>
                  <a:cubicBezTo>
                    <a:pt x="18" y="3"/>
                    <a:pt x="23" y="1"/>
                    <a:pt x="24" y="1"/>
                  </a:cubicBezTo>
                  <a:cubicBezTo>
                    <a:pt x="25" y="0"/>
                    <a:pt x="20" y="2"/>
                    <a:pt x="14" y="5"/>
                  </a:cubicBezTo>
                  <a:cubicBezTo>
                    <a:pt x="8" y="8"/>
                    <a:pt x="3" y="11"/>
                    <a:pt x="2" y="11"/>
                  </a:cubicBezTo>
                  <a:cubicBezTo>
                    <a:pt x="0" y="11"/>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8" name="Freeform 1698">
              <a:extLst>
                <a:ext uri="{FF2B5EF4-FFF2-40B4-BE49-F238E27FC236}">
                  <a16:creationId xmlns:a16="http://schemas.microsoft.com/office/drawing/2014/main" id="{50801ADB-62ED-FAA0-3932-666741C4697D}"/>
                </a:ext>
              </a:extLst>
            </p:cNvPr>
            <p:cNvSpPr>
              <a:spLocks/>
            </p:cNvSpPr>
            <p:nvPr/>
          </p:nvSpPr>
          <p:spPr bwMode="auto">
            <a:xfrm rot="5094805">
              <a:off x="1635477" y="4783309"/>
              <a:ext cx="59409" cy="27420"/>
            </a:xfrm>
            <a:custGeom>
              <a:avLst/>
              <a:gdLst>
                <a:gd name="T0" fmla="*/ 12 w 24"/>
                <a:gd name="T1" fmla="*/ 5 h 11"/>
                <a:gd name="T2" fmla="*/ 23 w 24"/>
                <a:gd name="T3" fmla="*/ 0 h 11"/>
                <a:gd name="T4" fmla="*/ 13 w 24"/>
                <a:gd name="T5" fmla="*/ 5 h 11"/>
                <a:gd name="T6" fmla="*/ 1 w 24"/>
                <a:gd name="T7" fmla="*/ 10 h 11"/>
                <a:gd name="T8" fmla="*/ 12 w 24"/>
                <a:gd name="T9" fmla="*/ 5 h 11"/>
              </a:gdLst>
              <a:ahLst/>
              <a:cxnLst>
                <a:cxn ang="0">
                  <a:pos x="T0" y="T1"/>
                </a:cxn>
                <a:cxn ang="0">
                  <a:pos x="T2" y="T3"/>
                </a:cxn>
                <a:cxn ang="0">
                  <a:pos x="T4" y="T5"/>
                </a:cxn>
                <a:cxn ang="0">
                  <a:pos x="T6" y="T7"/>
                </a:cxn>
                <a:cxn ang="0">
                  <a:pos x="T8" y="T9"/>
                </a:cxn>
              </a:cxnLst>
              <a:rect l="0" t="0" r="r" b="b"/>
              <a:pathLst>
                <a:path w="24" h="11">
                  <a:moveTo>
                    <a:pt x="12" y="5"/>
                  </a:moveTo>
                  <a:cubicBezTo>
                    <a:pt x="18" y="3"/>
                    <a:pt x="23" y="0"/>
                    <a:pt x="23" y="0"/>
                  </a:cubicBezTo>
                  <a:cubicBezTo>
                    <a:pt x="24" y="0"/>
                    <a:pt x="19" y="2"/>
                    <a:pt x="13" y="5"/>
                  </a:cubicBezTo>
                  <a:cubicBezTo>
                    <a:pt x="7" y="8"/>
                    <a:pt x="2" y="10"/>
                    <a:pt x="1" y="10"/>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9" name="Freeform 1699">
              <a:extLst>
                <a:ext uri="{FF2B5EF4-FFF2-40B4-BE49-F238E27FC236}">
                  <a16:creationId xmlns:a16="http://schemas.microsoft.com/office/drawing/2014/main" id="{491EA7F8-410A-140D-6AFD-A93D2CE596EC}"/>
                </a:ext>
              </a:extLst>
            </p:cNvPr>
            <p:cNvSpPr>
              <a:spLocks/>
            </p:cNvSpPr>
            <p:nvPr/>
          </p:nvSpPr>
          <p:spPr bwMode="auto">
            <a:xfrm rot="5094805">
              <a:off x="1737746" y="4968143"/>
              <a:ext cx="57124" cy="22850"/>
            </a:xfrm>
            <a:custGeom>
              <a:avLst/>
              <a:gdLst>
                <a:gd name="T0" fmla="*/ 23 w 23"/>
                <a:gd name="T1" fmla="*/ 0 h 9"/>
                <a:gd name="T2" fmla="*/ 13 w 23"/>
                <a:gd name="T3" fmla="*/ 4 h 9"/>
                <a:gd name="T4" fmla="*/ 1 w 23"/>
                <a:gd name="T5" fmla="*/ 9 h 9"/>
                <a:gd name="T6" fmla="*/ 12 w 23"/>
                <a:gd name="T7" fmla="*/ 4 h 9"/>
                <a:gd name="T8" fmla="*/ 23 w 23"/>
                <a:gd name="T9" fmla="*/ 0 h 9"/>
              </a:gdLst>
              <a:ahLst/>
              <a:cxnLst>
                <a:cxn ang="0">
                  <a:pos x="T0" y="T1"/>
                </a:cxn>
                <a:cxn ang="0">
                  <a:pos x="T2" y="T3"/>
                </a:cxn>
                <a:cxn ang="0">
                  <a:pos x="T4" y="T5"/>
                </a:cxn>
                <a:cxn ang="0">
                  <a:pos x="T6" y="T7"/>
                </a:cxn>
                <a:cxn ang="0">
                  <a:pos x="T8" y="T9"/>
                </a:cxn>
              </a:cxnLst>
              <a:rect l="0" t="0" r="r" b="b"/>
              <a:pathLst>
                <a:path w="23" h="9">
                  <a:moveTo>
                    <a:pt x="23" y="0"/>
                  </a:moveTo>
                  <a:cubicBezTo>
                    <a:pt x="23" y="0"/>
                    <a:pt x="19" y="2"/>
                    <a:pt x="13" y="4"/>
                  </a:cubicBezTo>
                  <a:cubicBezTo>
                    <a:pt x="7" y="7"/>
                    <a:pt x="1" y="9"/>
                    <a:pt x="1" y="9"/>
                  </a:cubicBezTo>
                  <a:cubicBezTo>
                    <a:pt x="0" y="9"/>
                    <a:pt x="6" y="7"/>
                    <a:pt x="12" y="4"/>
                  </a:cubicBezTo>
                  <a:cubicBezTo>
                    <a:pt x="18" y="2"/>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0" name="Freeform 1700">
              <a:extLst>
                <a:ext uri="{FF2B5EF4-FFF2-40B4-BE49-F238E27FC236}">
                  <a16:creationId xmlns:a16="http://schemas.microsoft.com/office/drawing/2014/main" id="{6BB12ED6-BA94-54EB-8B60-8990DC2C48A9}"/>
                </a:ext>
              </a:extLst>
            </p:cNvPr>
            <p:cNvSpPr>
              <a:spLocks/>
            </p:cNvSpPr>
            <p:nvPr/>
          </p:nvSpPr>
          <p:spPr bwMode="auto">
            <a:xfrm rot="5094805">
              <a:off x="1829871" y="5152640"/>
              <a:ext cx="57124" cy="22850"/>
            </a:xfrm>
            <a:custGeom>
              <a:avLst/>
              <a:gdLst>
                <a:gd name="T0" fmla="*/ 23 w 23"/>
                <a:gd name="T1" fmla="*/ 0 h 9"/>
                <a:gd name="T2" fmla="*/ 14 w 23"/>
                <a:gd name="T3" fmla="*/ 3 h 9"/>
                <a:gd name="T4" fmla="*/ 0 w 23"/>
                <a:gd name="T5" fmla="*/ 9 h 9"/>
                <a:gd name="T6" fmla="*/ 11 w 23"/>
                <a:gd name="T7" fmla="*/ 4 h 9"/>
                <a:gd name="T8" fmla="*/ 23 w 23"/>
                <a:gd name="T9" fmla="*/ 0 h 9"/>
              </a:gdLst>
              <a:ahLst/>
              <a:cxnLst>
                <a:cxn ang="0">
                  <a:pos x="T0" y="T1"/>
                </a:cxn>
                <a:cxn ang="0">
                  <a:pos x="T2" y="T3"/>
                </a:cxn>
                <a:cxn ang="0">
                  <a:pos x="T4" y="T5"/>
                </a:cxn>
                <a:cxn ang="0">
                  <a:pos x="T6" y="T7"/>
                </a:cxn>
                <a:cxn ang="0">
                  <a:pos x="T8" y="T9"/>
                </a:cxn>
              </a:cxnLst>
              <a:rect l="0" t="0" r="r" b="b"/>
              <a:pathLst>
                <a:path w="23" h="9">
                  <a:moveTo>
                    <a:pt x="23" y="0"/>
                  </a:moveTo>
                  <a:cubicBezTo>
                    <a:pt x="23" y="0"/>
                    <a:pt x="19" y="1"/>
                    <a:pt x="14" y="3"/>
                  </a:cubicBezTo>
                  <a:cubicBezTo>
                    <a:pt x="7" y="6"/>
                    <a:pt x="1" y="8"/>
                    <a:pt x="0" y="9"/>
                  </a:cubicBezTo>
                  <a:cubicBezTo>
                    <a:pt x="0" y="9"/>
                    <a:pt x="5" y="7"/>
                    <a:pt x="11" y="4"/>
                  </a:cubicBezTo>
                  <a:cubicBezTo>
                    <a:pt x="17" y="2"/>
                    <a:pt x="22"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1" name="Freeform 1701">
              <a:extLst>
                <a:ext uri="{FF2B5EF4-FFF2-40B4-BE49-F238E27FC236}">
                  <a16:creationId xmlns:a16="http://schemas.microsoft.com/office/drawing/2014/main" id="{0286B360-917D-8F7B-D564-5966D4895C75}"/>
                </a:ext>
              </a:extLst>
            </p:cNvPr>
            <p:cNvSpPr>
              <a:spLocks/>
            </p:cNvSpPr>
            <p:nvPr/>
          </p:nvSpPr>
          <p:spPr bwMode="auto">
            <a:xfrm rot="5094805">
              <a:off x="1917646" y="5342102"/>
              <a:ext cx="57124" cy="18280"/>
            </a:xfrm>
            <a:custGeom>
              <a:avLst/>
              <a:gdLst>
                <a:gd name="T0" fmla="*/ 12 w 23"/>
                <a:gd name="T1" fmla="*/ 4 h 8"/>
                <a:gd name="T2" fmla="*/ 0 w 23"/>
                <a:gd name="T3" fmla="*/ 8 h 8"/>
                <a:gd name="T4" fmla="*/ 11 w 23"/>
                <a:gd name="T5" fmla="*/ 5 h 8"/>
                <a:gd name="T6" fmla="*/ 23 w 23"/>
                <a:gd name="T7" fmla="*/ 0 h 8"/>
                <a:gd name="T8" fmla="*/ 12 w 23"/>
                <a:gd name="T9" fmla="*/ 4 h 8"/>
              </a:gdLst>
              <a:ahLst/>
              <a:cxnLst>
                <a:cxn ang="0">
                  <a:pos x="T0" y="T1"/>
                </a:cxn>
                <a:cxn ang="0">
                  <a:pos x="T2" y="T3"/>
                </a:cxn>
                <a:cxn ang="0">
                  <a:pos x="T4" y="T5"/>
                </a:cxn>
                <a:cxn ang="0">
                  <a:pos x="T6" y="T7"/>
                </a:cxn>
                <a:cxn ang="0">
                  <a:pos x="T8" y="T9"/>
                </a:cxn>
              </a:cxnLst>
              <a:rect l="0" t="0" r="r" b="b"/>
              <a:pathLst>
                <a:path w="23" h="8">
                  <a:moveTo>
                    <a:pt x="12" y="4"/>
                  </a:moveTo>
                  <a:cubicBezTo>
                    <a:pt x="6" y="6"/>
                    <a:pt x="0" y="8"/>
                    <a:pt x="0" y="8"/>
                  </a:cubicBezTo>
                  <a:cubicBezTo>
                    <a:pt x="0" y="8"/>
                    <a:pt x="5" y="7"/>
                    <a:pt x="11" y="5"/>
                  </a:cubicBezTo>
                  <a:cubicBezTo>
                    <a:pt x="17" y="2"/>
                    <a:pt x="23" y="0"/>
                    <a:pt x="23" y="0"/>
                  </a:cubicBezTo>
                  <a:cubicBezTo>
                    <a:pt x="23"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2" name="Freeform 1702">
              <a:extLst>
                <a:ext uri="{FF2B5EF4-FFF2-40B4-BE49-F238E27FC236}">
                  <a16:creationId xmlns:a16="http://schemas.microsoft.com/office/drawing/2014/main" id="{19ED4023-8BC3-6860-C285-1C147811AEC0}"/>
                </a:ext>
              </a:extLst>
            </p:cNvPr>
            <p:cNvSpPr>
              <a:spLocks/>
            </p:cNvSpPr>
            <p:nvPr/>
          </p:nvSpPr>
          <p:spPr bwMode="auto">
            <a:xfrm rot="5094805">
              <a:off x="1994977" y="5529058"/>
              <a:ext cx="57124" cy="15995"/>
            </a:xfrm>
            <a:custGeom>
              <a:avLst/>
              <a:gdLst>
                <a:gd name="T0" fmla="*/ 10 w 23"/>
                <a:gd name="T1" fmla="*/ 4 h 7"/>
                <a:gd name="T2" fmla="*/ 23 w 23"/>
                <a:gd name="T3" fmla="*/ 1 h 7"/>
                <a:gd name="T4" fmla="*/ 13 w 23"/>
                <a:gd name="T5" fmla="*/ 3 h 7"/>
                <a:gd name="T6" fmla="*/ 0 w 23"/>
                <a:gd name="T7" fmla="*/ 7 h 7"/>
                <a:gd name="T8" fmla="*/ 10 w 23"/>
                <a:gd name="T9" fmla="*/ 4 h 7"/>
              </a:gdLst>
              <a:ahLst/>
              <a:cxnLst>
                <a:cxn ang="0">
                  <a:pos x="T0" y="T1"/>
                </a:cxn>
                <a:cxn ang="0">
                  <a:pos x="T2" y="T3"/>
                </a:cxn>
                <a:cxn ang="0">
                  <a:pos x="T4" y="T5"/>
                </a:cxn>
                <a:cxn ang="0">
                  <a:pos x="T6" y="T7"/>
                </a:cxn>
                <a:cxn ang="0">
                  <a:pos x="T8" y="T9"/>
                </a:cxn>
              </a:cxnLst>
              <a:rect l="0" t="0" r="r" b="b"/>
              <a:pathLst>
                <a:path w="23" h="7">
                  <a:moveTo>
                    <a:pt x="10" y="4"/>
                  </a:moveTo>
                  <a:cubicBezTo>
                    <a:pt x="17" y="3"/>
                    <a:pt x="22" y="1"/>
                    <a:pt x="23" y="1"/>
                  </a:cubicBezTo>
                  <a:cubicBezTo>
                    <a:pt x="23" y="0"/>
                    <a:pt x="19" y="2"/>
                    <a:pt x="13" y="3"/>
                  </a:cubicBezTo>
                  <a:cubicBezTo>
                    <a:pt x="6" y="5"/>
                    <a:pt x="0" y="7"/>
                    <a:pt x="0" y="7"/>
                  </a:cubicBezTo>
                  <a:cubicBezTo>
                    <a:pt x="0" y="7"/>
                    <a:pt x="4"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3" name="Freeform 1703">
              <a:extLst>
                <a:ext uri="{FF2B5EF4-FFF2-40B4-BE49-F238E27FC236}">
                  <a16:creationId xmlns:a16="http://schemas.microsoft.com/office/drawing/2014/main" id="{B049F999-DC1C-2215-ED34-18A073ABB569}"/>
                </a:ext>
              </a:extLst>
            </p:cNvPr>
            <p:cNvSpPr>
              <a:spLocks/>
            </p:cNvSpPr>
            <p:nvPr/>
          </p:nvSpPr>
          <p:spPr bwMode="auto">
            <a:xfrm rot="5094805">
              <a:off x="2059790" y="5715986"/>
              <a:ext cx="57124" cy="15995"/>
            </a:xfrm>
            <a:custGeom>
              <a:avLst/>
              <a:gdLst>
                <a:gd name="T0" fmla="*/ 13 w 23"/>
                <a:gd name="T1" fmla="*/ 2 h 6"/>
                <a:gd name="T2" fmla="*/ 0 w 23"/>
                <a:gd name="T3" fmla="*/ 6 h 6"/>
                <a:gd name="T4" fmla="*/ 10 w 23"/>
                <a:gd name="T5" fmla="*/ 4 h 6"/>
                <a:gd name="T6" fmla="*/ 23 w 23"/>
                <a:gd name="T7" fmla="*/ 1 h 6"/>
                <a:gd name="T8" fmla="*/ 13 w 23"/>
                <a:gd name="T9" fmla="*/ 2 h 6"/>
              </a:gdLst>
              <a:ahLst/>
              <a:cxnLst>
                <a:cxn ang="0">
                  <a:pos x="T0" y="T1"/>
                </a:cxn>
                <a:cxn ang="0">
                  <a:pos x="T2" y="T3"/>
                </a:cxn>
                <a:cxn ang="0">
                  <a:pos x="T4" y="T5"/>
                </a:cxn>
                <a:cxn ang="0">
                  <a:pos x="T6" y="T7"/>
                </a:cxn>
                <a:cxn ang="0">
                  <a:pos x="T8" y="T9"/>
                </a:cxn>
              </a:cxnLst>
              <a:rect l="0" t="0" r="r" b="b"/>
              <a:pathLst>
                <a:path w="23" h="6">
                  <a:moveTo>
                    <a:pt x="13" y="2"/>
                  </a:moveTo>
                  <a:cubicBezTo>
                    <a:pt x="7" y="4"/>
                    <a:pt x="1" y="5"/>
                    <a:pt x="0" y="6"/>
                  </a:cubicBezTo>
                  <a:cubicBezTo>
                    <a:pt x="0" y="6"/>
                    <a:pt x="5" y="5"/>
                    <a:pt x="10" y="4"/>
                  </a:cubicBezTo>
                  <a:cubicBezTo>
                    <a:pt x="17" y="2"/>
                    <a:pt x="23" y="1"/>
                    <a:pt x="23" y="1"/>
                  </a:cubicBezTo>
                  <a:cubicBezTo>
                    <a:pt x="23"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4" name="Freeform 1704">
              <a:extLst>
                <a:ext uri="{FF2B5EF4-FFF2-40B4-BE49-F238E27FC236}">
                  <a16:creationId xmlns:a16="http://schemas.microsoft.com/office/drawing/2014/main" id="{3D465AAF-BE23-C495-2692-E2FCCA9B7706}"/>
                </a:ext>
              </a:extLst>
            </p:cNvPr>
            <p:cNvSpPr>
              <a:spLocks/>
            </p:cNvSpPr>
            <p:nvPr/>
          </p:nvSpPr>
          <p:spPr bwMode="auto">
            <a:xfrm rot="5094805">
              <a:off x="2110109" y="5909829"/>
              <a:ext cx="59409" cy="11425"/>
            </a:xfrm>
            <a:custGeom>
              <a:avLst/>
              <a:gdLst>
                <a:gd name="T0" fmla="*/ 12 w 24"/>
                <a:gd name="T1" fmla="*/ 2 h 4"/>
                <a:gd name="T2" fmla="*/ 24 w 24"/>
                <a:gd name="T3" fmla="*/ 0 h 4"/>
                <a:gd name="T4" fmla="*/ 13 w 24"/>
                <a:gd name="T5" fmla="*/ 1 h 4"/>
                <a:gd name="T6" fmla="*/ 1 w 24"/>
                <a:gd name="T7" fmla="*/ 3 h 4"/>
                <a:gd name="T8" fmla="*/ 12 w 24"/>
                <a:gd name="T9" fmla="*/ 2 h 4"/>
              </a:gdLst>
              <a:ahLst/>
              <a:cxnLst>
                <a:cxn ang="0">
                  <a:pos x="T0" y="T1"/>
                </a:cxn>
                <a:cxn ang="0">
                  <a:pos x="T2" y="T3"/>
                </a:cxn>
                <a:cxn ang="0">
                  <a:pos x="T4" y="T5"/>
                </a:cxn>
                <a:cxn ang="0">
                  <a:pos x="T6" y="T7"/>
                </a:cxn>
                <a:cxn ang="0">
                  <a:pos x="T8" y="T9"/>
                </a:cxn>
              </a:cxnLst>
              <a:rect l="0" t="0" r="r" b="b"/>
              <a:pathLst>
                <a:path w="24" h="4">
                  <a:moveTo>
                    <a:pt x="12" y="2"/>
                  </a:moveTo>
                  <a:cubicBezTo>
                    <a:pt x="18" y="1"/>
                    <a:pt x="23" y="0"/>
                    <a:pt x="24" y="0"/>
                  </a:cubicBezTo>
                  <a:cubicBezTo>
                    <a:pt x="24" y="0"/>
                    <a:pt x="19" y="0"/>
                    <a:pt x="13" y="1"/>
                  </a:cubicBezTo>
                  <a:cubicBezTo>
                    <a:pt x="7" y="2"/>
                    <a:pt x="2" y="3"/>
                    <a:pt x="1" y="3"/>
                  </a:cubicBezTo>
                  <a:cubicBezTo>
                    <a:pt x="0" y="4"/>
                    <a:pt x="5"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5" name="Freeform 1705">
              <a:extLst>
                <a:ext uri="{FF2B5EF4-FFF2-40B4-BE49-F238E27FC236}">
                  <a16:creationId xmlns:a16="http://schemas.microsoft.com/office/drawing/2014/main" id="{146C17A7-DDD9-07C9-DF67-1EDB2EF12A2C}"/>
                </a:ext>
              </a:extLst>
            </p:cNvPr>
            <p:cNvSpPr>
              <a:spLocks/>
            </p:cNvSpPr>
            <p:nvPr/>
          </p:nvSpPr>
          <p:spPr bwMode="auto">
            <a:xfrm rot="5094805">
              <a:off x="2148950" y="6104790"/>
              <a:ext cx="59409" cy="4570"/>
            </a:xfrm>
            <a:custGeom>
              <a:avLst/>
              <a:gdLst>
                <a:gd name="T0" fmla="*/ 11 w 24"/>
                <a:gd name="T1" fmla="*/ 1 h 2"/>
                <a:gd name="T2" fmla="*/ 23 w 24"/>
                <a:gd name="T3" fmla="*/ 0 h 2"/>
                <a:gd name="T4" fmla="*/ 13 w 24"/>
                <a:gd name="T5" fmla="*/ 0 h 2"/>
                <a:gd name="T6" fmla="*/ 1 w 24"/>
                <a:gd name="T7" fmla="*/ 2 h 2"/>
                <a:gd name="T8" fmla="*/ 11 w 24"/>
                <a:gd name="T9" fmla="*/ 1 h 2"/>
              </a:gdLst>
              <a:ahLst/>
              <a:cxnLst>
                <a:cxn ang="0">
                  <a:pos x="T0" y="T1"/>
                </a:cxn>
                <a:cxn ang="0">
                  <a:pos x="T2" y="T3"/>
                </a:cxn>
                <a:cxn ang="0">
                  <a:pos x="T4" y="T5"/>
                </a:cxn>
                <a:cxn ang="0">
                  <a:pos x="T6" y="T7"/>
                </a:cxn>
                <a:cxn ang="0">
                  <a:pos x="T8" y="T9"/>
                </a:cxn>
              </a:cxnLst>
              <a:rect l="0" t="0" r="r" b="b"/>
              <a:pathLst>
                <a:path w="24" h="2">
                  <a:moveTo>
                    <a:pt x="11" y="1"/>
                  </a:moveTo>
                  <a:cubicBezTo>
                    <a:pt x="17" y="1"/>
                    <a:pt x="23" y="0"/>
                    <a:pt x="23" y="0"/>
                  </a:cubicBezTo>
                  <a:cubicBezTo>
                    <a:pt x="24" y="0"/>
                    <a:pt x="19" y="0"/>
                    <a:pt x="13" y="0"/>
                  </a:cubicBezTo>
                  <a:cubicBezTo>
                    <a:pt x="7" y="1"/>
                    <a:pt x="1" y="1"/>
                    <a:pt x="1" y="2"/>
                  </a:cubicBezTo>
                  <a:cubicBezTo>
                    <a:pt x="0" y="2"/>
                    <a:pt x="5"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6" name="Freeform 1706">
              <a:extLst>
                <a:ext uri="{FF2B5EF4-FFF2-40B4-BE49-F238E27FC236}">
                  <a16:creationId xmlns:a16="http://schemas.microsoft.com/office/drawing/2014/main" id="{40383F95-D217-394C-1585-CD91BF0A21F9}"/>
                </a:ext>
              </a:extLst>
            </p:cNvPr>
            <p:cNvSpPr>
              <a:spLocks/>
            </p:cNvSpPr>
            <p:nvPr/>
          </p:nvSpPr>
          <p:spPr bwMode="auto">
            <a:xfrm rot="5094805">
              <a:off x="2182102" y="6296830"/>
              <a:ext cx="59409" cy="4570"/>
            </a:xfrm>
            <a:custGeom>
              <a:avLst/>
              <a:gdLst>
                <a:gd name="T0" fmla="*/ 11 w 24"/>
                <a:gd name="T1" fmla="*/ 1 h 2"/>
                <a:gd name="T2" fmla="*/ 23 w 24"/>
                <a:gd name="T3" fmla="*/ 0 h 2"/>
                <a:gd name="T4" fmla="*/ 13 w 24"/>
                <a:gd name="T5" fmla="*/ 1 h 2"/>
                <a:gd name="T6" fmla="*/ 0 w 24"/>
                <a:gd name="T7" fmla="*/ 2 h 2"/>
                <a:gd name="T8" fmla="*/ 11 w 24"/>
                <a:gd name="T9" fmla="*/ 1 h 2"/>
              </a:gdLst>
              <a:ahLst/>
              <a:cxnLst>
                <a:cxn ang="0">
                  <a:pos x="T0" y="T1"/>
                </a:cxn>
                <a:cxn ang="0">
                  <a:pos x="T2" y="T3"/>
                </a:cxn>
                <a:cxn ang="0">
                  <a:pos x="T4" y="T5"/>
                </a:cxn>
                <a:cxn ang="0">
                  <a:pos x="T6" y="T7"/>
                </a:cxn>
                <a:cxn ang="0">
                  <a:pos x="T8" y="T9"/>
                </a:cxn>
              </a:cxnLst>
              <a:rect l="0" t="0" r="r" b="b"/>
              <a:pathLst>
                <a:path w="24" h="2">
                  <a:moveTo>
                    <a:pt x="11" y="1"/>
                  </a:moveTo>
                  <a:cubicBezTo>
                    <a:pt x="17" y="1"/>
                    <a:pt x="22" y="0"/>
                    <a:pt x="23" y="0"/>
                  </a:cubicBezTo>
                  <a:cubicBezTo>
                    <a:pt x="24" y="0"/>
                    <a:pt x="20" y="0"/>
                    <a:pt x="13" y="1"/>
                  </a:cubicBezTo>
                  <a:cubicBezTo>
                    <a:pt x="7" y="1"/>
                    <a:pt x="1" y="2"/>
                    <a:pt x="0" y="2"/>
                  </a:cubicBezTo>
                  <a:cubicBezTo>
                    <a:pt x="0" y="2"/>
                    <a:pt x="5"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7" name="Freeform 1707">
              <a:extLst>
                <a:ext uri="{FF2B5EF4-FFF2-40B4-BE49-F238E27FC236}">
                  <a16:creationId xmlns:a16="http://schemas.microsoft.com/office/drawing/2014/main" id="{AF8DA230-81E9-661A-C025-974D7628DA52}"/>
                </a:ext>
              </a:extLst>
            </p:cNvPr>
            <p:cNvSpPr>
              <a:spLocks/>
            </p:cNvSpPr>
            <p:nvPr/>
          </p:nvSpPr>
          <p:spPr bwMode="auto">
            <a:xfrm rot="5094805">
              <a:off x="2224464" y="6485871"/>
              <a:ext cx="57124" cy="11425"/>
            </a:xfrm>
            <a:custGeom>
              <a:avLst/>
              <a:gdLst>
                <a:gd name="T0" fmla="*/ 13 w 23"/>
                <a:gd name="T1" fmla="*/ 2 h 4"/>
                <a:gd name="T2" fmla="*/ 0 w 23"/>
                <a:gd name="T3" fmla="*/ 4 h 4"/>
                <a:gd name="T4" fmla="*/ 11 w 23"/>
                <a:gd name="T5" fmla="*/ 2 h 4"/>
                <a:gd name="T6" fmla="*/ 23 w 23"/>
                <a:gd name="T7" fmla="*/ 0 h 4"/>
                <a:gd name="T8" fmla="*/ 13 w 23"/>
                <a:gd name="T9" fmla="*/ 2 h 4"/>
              </a:gdLst>
              <a:ahLst/>
              <a:cxnLst>
                <a:cxn ang="0">
                  <a:pos x="T0" y="T1"/>
                </a:cxn>
                <a:cxn ang="0">
                  <a:pos x="T2" y="T3"/>
                </a:cxn>
                <a:cxn ang="0">
                  <a:pos x="T4" y="T5"/>
                </a:cxn>
                <a:cxn ang="0">
                  <a:pos x="T6" y="T7"/>
                </a:cxn>
                <a:cxn ang="0">
                  <a:pos x="T8" y="T9"/>
                </a:cxn>
              </a:cxnLst>
              <a:rect l="0" t="0" r="r" b="b"/>
              <a:pathLst>
                <a:path w="23" h="4">
                  <a:moveTo>
                    <a:pt x="13" y="2"/>
                  </a:moveTo>
                  <a:cubicBezTo>
                    <a:pt x="6" y="3"/>
                    <a:pt x="0" y="4"/>
                    <a:pt x="0" y="4"/>
                  </a:cubicBezTo>
                  <a:cubicBezTo>
                    <a:pt x="0" y="4"/>
                    <a:pt x="5" y="3"/>
                    <a:pt x="11" y="2"/>
                  </a:cubicBezTo>
                  <a:cubicBezTo>
                    <a:pt x="18" y="1"/>
                    <a:pt x="23" y="0"/>
                    <a:pt x="23" y="0"/>
                  </a:cubicBezTo>
                  <a:cubicBezTo>
                    <a:pt x="23"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8" name="Freeform 1708">
              <a:extLst>
                <a:ext uri="{FF2B5EF4-FFF2-40B4-BE49-F238E27FC236}">
                  <a16:creationId xmlns:a16="http://schemas.microsoft.com/office/drawing/2014/main" id="{93CDFF71-B019-1BDF-7175-F84F0A33035C}"/>
                </a:ext>
              </a:extLst>
            </p:cNvPr>
            <p:cNvSpPr>
              <a:spLocks/>
            </p:cNvSpPr>
            <p:nvPr/>
          </p:nvSpPr>
          <p:spPr bwMode="auto">
            <a:xfrm rot="5094805">
              <a:off x="2274677" y="6677331"/>
              <a:ext cx="61694" cy="9140"/>
            </a:xfrm>
            <a:custGeom>
              <a:avLst/>
              <a:gdLst>
                <a:gd name="T0" fmla="*/ 12 w 25"/>
                <a:gd name="T1" fmla="*/ 2 h 4"/>
                <a:gd name="T2" fmla="*/ 24 w 25"/>
                <a:gd name="T3" fmla="*/ 0 h 4"/>
                <a:gd name="T4" fmla="*/ 14 w 25"/>
                <a:gd name="T5" fmla="*/ 2 h 4"/>
                <a:gd name="T6" fmla="*/ 2 w 25"/>
                <a:gd name="T7" fmla="*/ 4 h 4"/>
                <a:gd name="T8" fmla="*/ 12 w 25"/>
                <a:gd name="T9" fmla="*/ 2 h 4"/>
              </a:gdLst>
              <a:ahLst/>
              <a:cxnLst>
                <a:cxn ang="0">
                  <a:pos x="T0" y="T1"/>
                </a:cxn>
                <a:cxn ang="0">
                  <a:pos x="T2" y="T3"/>
                </a:cxn>
                <a:cxn ang="0">
                  <a:pos x="T4" y="T5"/>
                </a:cxn>
                <a:cxn ang="0">
                  <a:pos x="T6" y="T7"/>
                </a:cxn>
                <a:cxn ang="0">
                  <a:pos x="T8" y="T9"/>
                </a:cxn>
              </a:cxnLst>
              <a:rect l="0" t="0" r="r" b="b"/>
              <a:pathLst>
                <a:path w="25" h="4">
                  <a:moveTo>
                    <a:pt x="12" y="2"/>
                  </a:moveTo>
                  <a:cubicBezTo>
                    <a:pt x="18" y="1"/>
                    <a:pt x="23" y="0"/>
                    <a:pt x="24" y="0"/>
                  </a:cubicBezTo>
                  <a:cubicBezTo>
                    <a:pt x="25" y="0"/>
                    <a:pt x="21" y="1"/>
                    <a:pt x="14" y="2"/>
                  </a:cubicBezTo>
                  <a:cubicBezTo>
                    <a:pt x="8" y="3"/>
                    <a:pt x="3" y="4"/>
                    <a:pt x="2" y="4"/>
                  </a:cubicBezTo>
                  <a:cubicBezTo>
                    <a:pt x="0" y="4"/>
                    <a:pt x="5"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9" name="Freeform 1709">
              <a:extLst>
                <a:ext uri="{FF2B5EF4-FFF2-40B4-BE49-F238E27FC236}">
                  <a16:creationId xmlns:a16="http://schemas.microsoft.com/office/drawing/2014/main" id="{1D98E6C3-9085-31B9-46D2-209730459ACF}"/>
                </a:ext>
              </a:extLst>
            </p:cNvPr>
            <p:cNvSpPr>
              <a:spLocks/>
            </p:cNvSpPr>
            <p:nvPr/>
          </p:nvSpPr>
          <p:spPr bwMode="auto">
            <a:xfrm rot="5094805">
              <a:off x="2334108" y="6865996"/>
              <a:ext cx="59409" cy="13710"/>
            </a:xfrm>
            <a:custGeom>
              <a:avLst/>
              <a:gdLst>
                <a:gd name="T0" fmla="*/ 11 w 24"/>
                <a:gd name="T1" fmla="*/ 2 h 6"/>
                <a:gd name="T2" fmla="*/ 23 w 24"/>
                <a:gd name="T3" fmla="*/ 0 h 6"/>
                <a:gd name="T4" fmla="*/ 12 w 24"/>
                <a:gd name="T5" fmla="*/ 4 h 6"/>
                <a:gd name="T6" fmla="*/ 0 w 24"/>
                <a:gd name="T7" fmla="*/ 6 h 6"/>
                <a:gd name="T8" fmla="*/ 11 w 24"/>
                <a:gd name="T9" fmla="*/ 2 h 6"/>
              </a:gdLst>
              <a:ahLst/>
              <a:cxnLst>
                <a:cxn ang="0">
                  <a:pos x="T0" y="T1"/>
                </a:cxn>
                <a:cxn ang="0">
                  <a:pos x="T2" y="T3"/>
                </a:cxn>
                <a:cxn ang="0">
                  <a:pos x="T4" y="T5"/>
                </a:cxn>
                <a:cxn ang="0">
                  <a:pos x="T6" y="T7"/>
                </a:cxn>
                <a:cxn ang="0">
                  <a:pos x="T8" y="T9"/>
                </a:cxn>
              </a:cxnLst>
              <a:rect l="0" t="0" r="r" b="b"/>
              <a:pathLst>
                <a:path w="24" h="6">
                  <a:moveTo>
                    <a:pt x="11" y="2"/>
                  </a:moveTo>
                  <a:cubicBezTo>
                    <a:pt x="17" y="1"/>
                    <a:pt x="23" y="0"/>
                    <a:pt x="23" y="0"/>
                  </a:cubicBezTo>
                  <a:cubicBezTo>
                    <a:pt x="24" y="0"/>
                    <a:pt x="19" y="2"/>
                    <a:pt x="12" y="4"/>
                  </a:cubicBezTo>
                  <a:cubicBezTo>
                    <a:pt x="7" y="5"/>
                    <a:pt x="1" y="6"/>
                    <a:pt x="0" y="6"/>
                  </a:cubicBezTo>
                  <a:cubicBezTo>
                    <a:pt x="0" y="5"/>
                    <a:pt x="5" y="4"/>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0" name="Freeform 1710">
              <a:extLst>
                <a:ext uri="{FF2B5EF4-FFF2-40B4-BE49-F238E27FC236}">
                  <a16:creationId xmlns:a16="http://schemas.microsoft.com/office/drawing/2014/main" id="{82540119-9C1D-FF32-49B0-CBAD18B84FC5}"/>
                </a:ext>
              </a:extLst>
            </p:cNvPr>
            <p:cNvSpPr>
              <a:spLocks/>
            </p:cNvSpPr>
            <p:nvPr/>
          </p:nvSpPr>
          <p:spPr bwMode="auto">
            <a:xfrm rot="5094805">
              <a:off x="582051" y="1673690"/>
              <a:ext cx="54839" cy="25135"/>
            </a:xfrm>
            <a:custGeom>
              <a:avLst/>
              <a:gdLst>
                <a:gd name="T0" fmla="*/ 22 w 22"/>
                <a:gd name="T1" fmla="*/ 8 h 10"/>
                <a:gd name="T2" fmla="*/ 11 w 22"/>
                <a:gd name="T3" fmla="*/ 9 h 10"/>
                <a:gd name="T4" fmla="*/ 0 w 22"/>
                <a:gd name="T5" fmla="*/ 3 h 10"/>
                <a:gd name="T6" fmla="*/ 11 w 22"/>
                <a:gd name="T7" fmla="*/ 2 h 10"/>
                <a:gd name="T8" fmla="*/ 22 w 22"/>
                <a:gd name="T9" fmla="*/ 8 h 10"/>
              </a:gdLst>
              <a:ahLst/>
              <a:cxnLst>
                <a:cxn ang="0">
                  <a:pos x="T0" y="T1"/>
                </a:cxn>
                <a:cxn ang="0">
                  <a:pos x="T2" y="T3"/>
                </a:cxn>
                <a:cxn ang="0">
                  <a:pos x="T4" y="T5"/>
                </a:cxn>
                <a:cxn ang="0">
                  <a:pos x="T6" y="T7"/>
                </a:cxn>
                <a:cxn ang="0">
                  <a:pos x="T8" y="T9"/>
                </a:cxn>
              </a:cxnLst>
              <a:rect l="0" t="0" r="r" b="b"/>
              <a:pathLst>
                <a:path w="22" h="10">
                  <a:moveTo>
                    <a:pt x="22" y="8"/>
                  </a:moveTo>
                  <a:cubicBezTo>
                    <a:pt x="22" y="9"/>
                    <a:pt x="18" y="10"/>
                    <a:pt x="11" y="9"/>
                  </a:cubicBezTo>
                  <a:cubicBezTo>
                    <a:pt x="5" y="7"/>
                    <a:pt x="0" y="5"/>
                    <a:pt x="0" y="3"/>
                  </a:cubicBezTo>
                  <a:cubicBezTo>
                    <a:pt x="0" y="1"/>
                    <a:pt x="5" y="0"/>
                    <a:pt x="11" y="2"/>
                  </a:cubicBezTo>
                  <a:cubicBezTo>
                    <a:pt x="17" y="3"/>
                    <a:pt x="22" y="6"/>
                    <a:pt x="2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1" name="Freeform 1711">
              <a:extLst>
                <a:ext uri="{FF2B5EF4-FFF2-40B4-BE49-F238E27FC236}">
                  <a16:creationId xmlns:a16="http://schemas.microsoft.com/office/drawing/2014/main" id="{B2A847F8-4691-FE3E-848B-B168EADFEEE4}"/>
                </a:ext>
              </a:extLst>
            </p:cNvPr>
            <p:cNvSpPr>
              <a:spLocks/>
            </p:cNvSpPr>
            <p:nvPr/>
          </p:nvSpPr>
          <p:spPr bwMode="auto">
            <a:xfrm rot="5094805">
              <a:off x="560676" y="1875056"/>
              <a:ext cx="57124" cy="18280"/>
            </a:xfrm>
            <a:custGeom>
              <a:avLst/>
              <a:gdLst>
                <a:gd name="T0" fmla="*/ 23 w 23"/>
                <a:gd name="T1" fmla="*/ 6 h 8"/>
                <a:gd name="T2" fmla="*/ 13 w 23"/>
                <a:gd name="T3" fmla="*/ 7 h 8"/>
                <a:gd name="T4" fmla="*/ 1 w 23"/>
                <a:gd name="T5" fmla="*/ 2 h 8"/>
                <a:gd name="T6" fmla="*/ 10 w 23"/>
                <a:gd name="T7" fmla="*/ 1 h 8"/>
                <a:gd name="T8" fmla="*/ 23 w 23"/>
                <a:gd name="T9" fmla="*/ 6 h 8"/>
              </a:gdLst>
              <a:ahLst/>
              <a:cxnLst>
                <a:cxn ang="0">
                  <a:pos x="T0" y="T1"/>
                </a:cxn>
                <a:cxn ang="0">
                  <a:pos x="T2" y="T3"/>
                </a:cxn>
                <a:cxn ang="0">
                  <a:pos x="T4" y="T5"/>
                </a:cxn>
                <a:cxn ang="0">
                  <a:pos x="T6" y="T7"/>
                </a:cxn>
                <a:cxn ang="0">
                  <a:pos x="T8" y="T9"/>
                </a:cxn>
              </a:cxnLst>
              <a:rect l="0" t="0" r="r" b="b"/>
              <a:pathLst>
                <a:path w="23" h="8">
                  <a:moveTo>
                    <a:pt x="23" y="6"/>
                  </a:moveTo>
                  <a:cubicBezTo>
                    <a:pt x="23" y="7"/>
                    <a:pt x="19" y="8"/>
                    <a:pt x="13" y="7"/>
                  </a:cubicBezTo>
                  <a:cubicBezTo>
                    <a:pt x="6" y="6"/>
                    <a:pt x="1" y="4"/>
                    <a:pt x="1" y="2"/>
                  </a:cubicBezTo>
                  <a:cubicBezTo>
                    <a:pt x="0" y="0"/>
                    <a:pt x="4" y="0"/>
                    <a:pt x="10" y="1"/>
                  </a:cubicBezTo>
                  <a:cubicBezTo>
                    <a:pt x="16" y="2"/>
                    <a:pt x="22" y="4"/>
                    <a:pt x="2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2" name="Freeform 1712">
              <a:extLst>
                <a:ext uri="{FF2B5EF4-FFF2-40B4-BE49-F238E27FC236}">
                  <a16:creationId xmlns:a16="http://schemas.microsoft.com/office/drawing/2014/main" id="{50ACEBD7-D351-ACAE-9080-D1C9D3DBC649}"/>
                </a:ext>
              </a:extLst>
            </p:cNvPr>
            <p:cNvSpPr>
              <a:spLocks/>
            </p:cNvSpPr>
            <p:nvPr/>
          </p:nvSpPr>
          <p:spPr bwMode="auto">
            <a:xfrm rot="5094805">
              <a:off x="547470" y="2076847"/>
              <a:ext cx="59409" cy="13710"/>
            </a:xfrm>
            <a:custGeom>
              <a:avLst/>
              <a:gdLst>
                <a:gd name="T0" fmla="*/ 10 w 24"/>
                <a:gd name="T1" fmla="*/ 1 h 6"/>
                <a:gd name="T2" fmla="*/ 23 w 24"/>
                <a:gd name="T3" fmla="*/ 4 h 6"/>
                <a:gd name="T4" fmla="*/ 13 w 24"/>
                <a:gd name="T5" fmla="*/ 5 h 6"/>
                <a:gd name="T6" fmla="*/ 1 w 24"/>
                <a:gd name="T7" fmla="*/ 1 h 6"/>
                <a:gd name="T8" fmla="*/ 10 w 24"/>
                <a:gd name="T9" fmla="*/ 1 h 6"/>
              </a:gdLst>
              <a:ahLst/>
              <a:cxnLst>
                <a:cxn ang="0">
                  <a:pos x="T0" y="T1"/>
                </a:cxn>
                <a:cxn ang="0">
                  <a:pos x="T2" y="T3"/>
                </a:cxn>
                <a:cxn ang="0">
                  <a:pos x="T4" y="T5"/>
                </a:cxn>
                <a:cxn ang="0">
                  <a:pos x="T6" y="T7"/>
                </a:cxn>
                <a:cxn ang="0">
                  <a:pos x="T8" y="T9"/>
                </a:cxn>
              </a:cxnLst>
              <a:rect l="0" t="0" r="r" b="b"/>
              <a:pathLst>
                <a:path w="24" h="6">
                  <a:moveTo>
                    <a:pt x="10" y="1"/>
                  </a:moveTo>
                  <a:cubicBezTo>
                    <a:pt x="16" y="1"/>
                    <a:pt x="22" y="3"/>
                    <a:pt x="23" y="4"/>
                  </a:cubicBezTo>
                  <a:cubicBezTo>
                    <a:pt x="24" y="5"/>
                    <a:pt x="19" y="6"/>
                    <a:pt x="13" y="5"/>
                  </a:cubicBezTo>
                  <a:cubicBezTo>
                    <a:pt x="7" y="4"/>
                    <a:pt x="2" y="3"/>
                    <a:pt x="1" y="1"/>
                  </a:cubicBezTo>
                  <a:cubicBezTo>
                    <a:pt x="0" y="0"/>
                    <a:pt x="5"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3" name="Freeform 1713">
              <a:extLst>
                <a:ext uri="{FF2B5EF4-FFF2-40B4-BE49-F238E27FC236}">
                  <a16:creationId xmlns:a16="http://schemas.microsoft.com/office/drawing/2014/main" id="{33DC6759-1F0E-7F13-106C-0D33048D0936}"/>
                </a:ext>
              </a:extLst>
            </p:cNvPr>
            <p:cNvSpPr>
              <a:spLocks/>
            </p:cNvSpPr>
            <p:nvPr/>
          </p:nvSpPr>
          <p:spPr bwMode="auto">
            <a:xfrm rot="5094805">
              <a:off x="548864" y="2274105"/>
              <a:ext cx="57124" cy="11425"/>
            </a:xfrm>
            <a:custGeom>
              <a:avLst/>
              <a:gdLst>
                <a:gd name="T0" fmla="*/ 22 w 23"/>
                <a:gd name="T1" fmla="*/ 3 h 4"/>
                <a:gd name="T2" fmla="*/ 11 w 23"/>
                <a:gd name="T3" fmla="*/ 3 h 4"/>
                <a:gd name="T4" fmla="*/ 0 w 23"/>
                <a:gd name="T5" fmla="*/ 1 h 4"/>
                <a:gd name="T6" fmla="*/ 11 w 23"/>
                <a:gd name="T7" fmla="*/ 1 h 4"/>
                <a:gd name="T8" fmla="*/ 22 w 23"/>
                <a:gd name="T9" fmla="*/ 3 h 4"/>
              </a:gdLst>
              <a:ahLst/>
              <a:cxnLst>
                <a:cxn ang="0">
                  <a:pos x="T0" y="T1"/>
                </a:cxn>
                <a:cxn ang="0">
                  <a:pos x="T2" y="T3"/>
                </a:cxn>
                <a:cxn ang="0">
                  <a:pos x="T4" y="T5"/>
                </a:cxn>
                <a:cxn ang="0">
                  <a:pos x="T6" y="T7"/>
                </a:cxn>
                <a:cxn ang="0">
                  <a:pos x="T8" y="T9"/>
                </a:cxn>
              </a:cxnLst>
              <a:rect l="0" t="0" r="r" b="b"/>
              <a:pathLst>
                <a:path w="23" h="4">
                  <a:moveTo>
                    <a:pt x="22" y="3"/>
                  </a:moveTo>
                  <a:cubicBezTo>
                    <a:pt x="23" y="3"/>
                    <a:pt x="18" y="4"/>
                    <a:pt x="11" y="3"/>
                  </a:cubicBezTo>
                  <a:cubicBezTo>
                    <a:pt x="5" y="3"/>
                    <a:pt x="0" y="2"/>
                    <a:pt x="0" y="1"/>
                  </a:cubicBezTo>
                  <a:cubicBezTo>
                    <a:pt x="0" y="0"/>
                    <a:pt x="5" y="0"/>
                    <a:pt x="11" y="1"/>
                  </a:cubicBezTo>
                  <a:cubicBezTo>
                    <a:pt x="17" y="1"/>
                    <a:pt x="22" y="2"/>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4" name="Freeform 1714">
              <a:extLst>
                <a:ext uri="{FF2B5EF4-FFF2-40B4-BE49-F238E27FC236}">
                  <a16:creationId xmlns:a16="http://schemas.microsoft.com/office/drawing/2014/main" id="{A4E6838E-5CB9-49ED-40DC-44D9DE353817}"/>
                </a:ext>
              </a:extLst>
            </p:cNvPr>
            <p:cNvSpPr>
              <a:spLocks/>
            </p:cNvSpPr>
            <p:nvPr/>
          </p:nvSpPr>
          <p:spPr bwMode="auto">
            <a:xfrm rot="5094805">
              <a:off x="566190" y="2469944"/>
              <a:ext cx="54839" cy="9140"/>
            </a:xfrm>
            <a:custGeom>
              <a:avLst/>
              <a:gdLst>
                <a:gd name="T0" fmla="*/ 13 w 23"/>
                <a:gd name="T1" fmla="*/ 2 h 3"/>
                <a:gd name="T2" fmla="*/ 0 w 23"/>
                <a:gd name="T3" fmla="*/ 2 h 3"/>
                <a:gd name="T4" fmla="*/ 10 w 23"/>
                <a:gd name="T5" fmla="*/ 1 h 3"/>
                <a:gd name="T6" fmla="*/ 22 w 23"/>
                <a:gd name="T7" fmla="*/ 1 h 3"/>
                <a:gd name="T8" fmla="*/ 13 w 23"/>
                <a:gd name="T9" fmla="*/ 2 h 3"/>
              </a:gdLst>
              <a:ahLst/>
              <a:cxnLst>
                <a:cxn ang="0">
                  <a:pos x="T0" y="T1"/>
                </a:cxn>
                <a:cxn ang="0">
                  <a:pos x="T2" y="T3"/>
                </a:cxn>
                <a:cxn ang="0">
                  <a:pos x="T4" y="T5"/>
                </a:cxn>
                <a:cxn ang="0">
                  <a:pos x="T6" y="T7"/>
                </a:cxn>
                <a:cxn ang="0">
                  <a:pos x="T8" y="T9"/>
                </a:cxn>
              </a:cxnLst>
              <a:rect l="0" t="0" r="r" b="b"/>
              <a:pathLst>
                <a:path w="23" h="3">
                  <a:moveTo>
                    <a:pt x="13" y="2"/>
                  </a:moveTo>
                  <a:cubicBezTo>
                    <a:pt x="6" y="3"/>
                    <a:pt x="1" y="2"/>
                    <a:pt x="0" y="2"/>
                  </a:cubicBezTo>
                  <a:cubicBezTo>
                    <a:pt x="0" y="1"/>
                    <a:pt x="4" y="1"/>
                    <a:pt x="10" y="1"/>
                  </a:cubicBezTo>
                  <a:cubicBezTo>
                    <a:pt x="16" y="0"/>
                    <a:pt x="21" y="0"/>
                    <a:pt x="22" y="1"/>
                  </a:cubicBezTo>
                  <a:cubicBezTo>
                    <a:pt x="23" y="1"/>
                    <a:pt x="19" y="2"/>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5" name="Freeform 1715">
              <a:extLst>
                <a:ext uri="{FF2B5EF4-FFF2-40B4-BE49-F238E27FC236}">
                  <a16:creationId xmlns:a16="http://schemas.microsoft.com/office/drawing/2014/main" id="{C7C8DD69-4910-8013-6D85-2D7F4997997B}"/>
                </a:ext>
              </a:extLst>
            </p:cNvPr>
            <p:cNvSpPr>
              <a:spLocks/>
            </p:cNvSpPr>
            <p:nvPr/>
          </p:nvSpPr>
          <p:spPr bwMode="auto">
            <a:xfrm rot="5094805">
              <a:off x="599342" y="2661984"/>
              <a:ext cx="54839" cy="9140"/>
            </a:xfrm>
            <a:custGeom>
              <a:avLst/>
              <a:gdLst>
                <a:gd name="T0" fmla="*/ 22 w 22"/>
                <a:gd name="T1" fmla="*/ 0 h 4"/>
                <a:gd name="T2" fmla="*/ 12 w 22"/>
                <a:gd name="T3" fmla="*/ 3 h 4"/>
                <a:gd name="T4" fmla="*/ 0 w 22"/>
                <a:gd name="T5" fmla="*/ 3 h 4"/>
                <a:gd name="T6" fmla="*/ 10 w 22"/>
                <a:gd name="T7" fmla="*/ 1 h 4"/>
                <a:gd name="T8" fmla="*/ 22 w 22"/>
                <a:gd name="T9" fmla="*/ 0 h 4"/>
              </a:gdLst>
              <a:ahLst/>
              <a:cxnLst>
                <a:cxn ang="0">
                  <a:pos x="T0" y="T1"/>
                </a:cxn>
                <a:cxn ang="0">
                  <a:pos x="T2" y="T3"/>
                </a:cxn>
                <a:cxn ang="0">
                  <a:pos x="T4" y="T5"/>
                </a:cxn>
                <a:cxn ang="0">
                  <a:pos x="T6" y="T7"/>
                </a:cxn>
                <a:cxn ang="0">
                  <a:pos x="T8" y="T9"/>
                </a:cxn>
              </a:cxnLst>
              <a:rect l="0" t="0" r="r" b="b"/>
              <a:pathLst>
                <a:path w="22" h="4">
                  <a:moveTo>
                    <a:pt x="22" y="0"/>
                  </a:moveTo>
                  <a:cubicBezTo>
                    <a:pt x="22" y="1"/>
                    <a:pt x="18" y="2"/>
                    <a:pt x="12" y="3"/>
                  </a:cubicBezTo>
                  <a:cubicBezTo>
                    <a:pt x="6" y="3"/>
                    <a:pt x="0" y="4"/>
                    <a:pt x="0" y="3"/>
                  </a:cubicBezTo>
                  <a:cubicBezTo>
                    <a:pt x="0" y="3"/>
                    <a:pt x="4" y="2"/>
                    <a:pt x="10" y="1"/>
                  </a:cubicBezTo>
                  <a:cubicBezTo>
                    <a:pt x="16" y="0"/>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6" name="Freeform 1716">
              <a:extLst>
                <a:ext uri="{FF2B5EF4-FFF2-40B4-BE49-F238E27FC236}">
                  <a16:creationId xmlns:a16="http://schemas.microsoft.com/office/drawing/2014/main" id="{4FF88D79-CBC5-62DF-F655-3E2572170BE7}"/>
                </a:ext>
              </a:extLst>
            </p:cNvPr>
            <p:cNvSpPr>
              <a:spLocks/>
            </p:cNvSpPr>
            <p:nvPr/>
          </p:nvSpPr>
          <p:spPr bwMode="auto">
            <a:xfrm rot="5094805">
              <a:off x="646044" y="2850427"/>
              <a:ext cx="57124" cy="11425"/>
            </a:xfrm>
            <a:custGeom>
              <a:avLst/>
              <a:gdLst>
                <a:gd name="T0" fmla="*/ 22 w 23"/>
                <a:gd name="T1" fmla="*/ 0 h 5"/>
                <a:gd name="T2" fmla="*/ 13 w 23"/>
                <a:gd name="T3" fmla="*/ 3 h 5"/>
                <a:gd name="T4" fmla="*/ 1 w 23"/>
                <a:gd name="T5" fmla="*/ 4 h 5"/>
                <a:gd name="T6" fmla="*/ 10 w 23"/>
                <a:gd name="T7" fmla="*/ 2 h 5"/>
                <a:gd name="T8" fmla="*/ 22 w 23"/>
                <a:gd name="T9" fmla="*/ 0 h 5"/>
              </a:gdLst>
              <a:ahLst/>
              <a:cxnLst>
                <a:cxn ang="0">
                  <a:pos x="T0" y="T1"/>
                </a:cxn>
                <a:cxn ang="0">
                  <a:pos x="T2" y="T3"/>
                </a:cxn>
                <a:cxn ang="0">
                  <a:pos x="T4" y="T5"/>
                </a:cxn>
                <a:cxn ang="0">
                  <a:pos x="T6" y="T7"/>
                </a:cxn>
                <a:cxn ang="0">
                  <a:pos x="T8" y="T9"/>
                </a:cxn>
              </a:cxnLst>
              <a:rect l="0" t="0" r="r" b="b"/>
              <a:pathLst>
                <a:path w="23" h="5">
                  <a:moveTo>
                    <a:pt x="22" y="0"/>
                  </a:moveTo>
                  <a:cubicBezTo>
                    <a:pt x="23" y="0"/>
                    <a:pt x="19" y="2"/>
                    <a:pt x="13" y="3"/>
                  </a:cubicBezTo>
                  <a:cubicBezTo>
                    <a:pt x="7" y="4"/>
                    <a:pt x="2" y="5"/>
                    <a:pt x="1" y="4"/>
                  </a:cubicBezTo>
                  <a:cubicBezTo>
                    <a:pt x="0" y="4"/>
                    <a:pt x="4" y="3"/>
                    <a:pt x="10" y="2"/>
                  </a:cubicBezTo>
                  <a:cubicBezTo>
                    <a:pt x="15" y="1"/>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7" name="Freeform 1717">
              <a:extLst>
                <a:ext uri="{FF2B5EF4-FFF2-40B4-BE49-F238E27FC236}">
                  <a16:creationId xmlns:a16="http://schemas.microsoft.com/office/drawing/2014/main" id="{F24CF682-47D7-5BF1-A71F-DA164E7EECBA}"/>
                </a:ext>
              </a:extLst>
            </p:cNvPr>
            <p:cNvSpPr>
              <a:spLocks/>
            </p:cNvSpPr>
            <p:nvPr/>
          </p:nvSpPr>
          <p:spPr bwMode="auto">
            <a:xfrm rot="5094805">
              <a:off x="709824" y="3036411"/>
              <a:ext cx="54839" cy="15995"/>
            </a:xfrm>
            <a:custGeom>
              <a:avLst/>
              <a:gdLst>
                <a:gd name="T0" fmla="*/ 22 w 22"/>
                <a:gd name="T1" fmla="*/ 0 h 6"/>
                <a:gd name="T2" fmla="*/ 11 w 22"/>
                <a:gd name="T3" fmla="*/ 4 h 6"/>
                <a:gd name="T4" fmla="*/ 0 w 22"/>
                <a:gd name="T5" fmla="*/ 6 h 6"/>
                <a:gd name="T6" fmla="*/ 10 w 22"/>
                <a:gd name="T7" fmla="*/ 2 h 6"/>
                <a:gd name="T8" fmla="*/ 22 w 22"/>
                <a:gd name="T9" fmla="*/ 0 h 6"/>
              </a:gdLst>
              <a:ahLst/>
              <a:cxnLst>
                <a:cxn ang="0">
                  <a:pos x="T0" y="T1"/>
                </a:cxn>
                <a:cxn ang="0">
                  <a:pos x="T2" y="T3"/>
                </a:cxn>
                <a:cxn ang="0">
                  <a:pos x="T4" y="T5"/>
                </a:cxn>
                <a:cxn ang="0">
                  <a:pos x="T6" y="T7"/>
                </a:cxn>
                <a:cxn ang="0">
                  <a:pos x="T8" y="T9"/>
                </a:cxn>
              </a:cxnLst>
              <a:rect l="0" t="0" r="r" b="b"/>
              <a:pathLst>
                <a:path w="22" h="6">
                  <a:moveTo>
                    <a:pt x="22" y="0"/>
                  </a:moveTo>
                  <a:cubicBezTo>
                    <a:pt x="22" y="1"/>
                    <a:pt x="17" y="2"/>
                    <a:pt x="11" y="4"/>
                  </a:cubicBezTo>
                  <a:cubicBezTo>
                    <a:pt x="5" y="6"/>
                    <a:pt x="0" y="6"/>
                    <a:pt x="0" y="6"/>
                  </a:cubicBezTo>
                  <a:cubicBezTo>
                    <a:pt x="0" y="5"/>
                    <a:pt x="4" y="4"/>
                    <a:pt x="10" y="2"/>
                  </a:cubicBezTo>
                  <a:cubicBezTo>
                    <a:pt x="16" y="1"/>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8" name="Freeform 1718">
              <a:extLst>
                <a:ext uri="{FF2B5EF4-FFF2-40B4-BE49-F238E27FC236}">
                  <a16:creationId xmlns:a16="http://schemas.microsoft.com/office/drawing/2014/main" id="{F23D5A88-5308-E599-25C1-74328AF03CA4}"/>
                </a:ext>
              </a:extLst>
            </p:cNvPr>
            <p:cNvSpPr>
              <a:spLocks/>
            </p:cNvSpPr>
            <p:nvPr/>
          </p:nvSpPr>
          <p:spPr bwMode="auto">
            <a:xfrm rot="5094805">
              <a:off x="781562" y="3222625"/>
              <a:ext cx="57124" cy="18280"/>
            </a:xfrm>
            <a:custGeom>
              <a:avLst/>
              <a:gdLst>
                <a:gd name="T0" fmla="*/ 1 w 23"/>
                <a:gd name="T1" fmla="*/ 7 h 7"/>
                <a:gd name="T2" fmla="*/ 10 w 23"/>
                <a:gd name="T3" fmla="*/ 3 h 7"/>
                <a:gd name="T4" fmla="*/ 23 w 23"/>
                <a:gd name="T5" fmla="*/ 0 h 7"/>
                <a:gd name="T6" fmla="*/ 13 w 23"/>
                <a:gd name="T7" fmla="*/ 4 h 7"/>
                <a:gd name="T8" fmla="*/ 1 w 23"/>
                <a:gd name="T9" fmla="*/ 7 h 7"/>
              </a:gdLst>
              <a:ahLst/>
              <a:cxnLst>
                <a:cxn ang="0">
                  <a:pos x="T0" y="T1"/>
                </a:cxn>
                <a:cxn ang="0">
                  <a:pos x="T2" y="T3"/>
                </a:cxn>
                <a:cxn ang="0">
                  <a:pos x="T4" y="T5"/>
                </a:cxn>
                <a:cxn ang="0">
                  <a:pos x="T6" y="T7"/>
                </a:cxn>
                <a:cxn ang="0">
                  <a:pos x="T8" y="T9"/>
                </a:cxn>
              </a:cxnLst>
              <a:rect l="0" t="0" r="r" b="b"/>
              <a:pathLst>
                <a:path w="23" h="7">
                  <a:moveTo>
                    <a:pt x="1" y="7"/>
                  </a:moveTo>
                  <a:cubicBezTo>
                    <a:pt x="0" y="6"/>
                    <a:pt x="5" y="5"/>
                    <a:pt x="10" y="3"/>
                  </a:cubicBezTo>
                  <a:cubicBezTo>
                    <a:pt x="16" y="1"/>
                    <a:pt x="22" y="0"/>
                    <a:pt x="23" y="0"/>
                  </a:cubicBezTo>
                  <a:cubicBezTo>
                    <a:pt x="23" y="0"/>
                    <a:pt x="19" y="2"/>
                    <a:pt x="13" y="4"/>
                  </a:cubicBezTo>
                  <a:cubicBezTo>
                    <a:pt x="7" y="6"/>
                    <a:pt x="1" y="7"/>
                    <a:pt x="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9" name="Freeform 1719">
              <a:extLst>
                <a:ext uri="{FF2B5EF4-FFF2-40B4-BE49-F238E27FC236}">
                  <a16:creationId xmlns:a16="http://schemas.microsoft.com/office/drawing/2014/main" id="{EE9A0EAF-9DF0-3E32-6000-AFC5C9A2CD15}"/>
                </a:ext>
              </a:extLst>
            </p:cNvPr>
            <p:cNvSpPr>
              <a:spLocks/>
            </p:cNvSpPr>
            <p:nvPr/>
          </p:nvSpPr>
          <p:spPr bwMode="auto">
            <a:xfrm rot="5094805">
              <a:off x="865827" y="3406785"/>
              <a:ext cx="54839" cy="22850"/>
            </a:xfrm>
            <a:custGeom>
              <a:avLst/>
              <a:gdLst>
                <a:gd name="T0" fmla="*/ 21 w 22"/>
                <a:gd name="T1" fmla="*/ 0 h 9"/>
                <a:gd name="T2" fmla="*/ 11 w 22"/>
                <a:gd name="T3" fmla="*/ 5 h 9"/>
                <a:gd name="T4" fmla="*/ 0 w 22"/>
                <a:gd name="T5" fmla="*/ 8 h 9"/>
                <a:gd name="T6" fmla="*/ 10 w 22"/>
                <a:gd name="T7" fmla="*/ 4 h 9"/>
                <a:gd name="T8" fmla="*/ 21 w 22"/>
                <a:gd name="T9" fmla="*/ 0 h 9"/>
              </a:gdLst>
              <a:ahLst/>
              <a:cxnLst>
                <a:cxn ang="0">
                  <a:pos x="T0" y="T1"/>
                </a:cxn>
                <a:cxn ang="0">
                  <a:pos x="T2" y="T3"/>
                </a:cxn>
                <a:cxn ang="0">
                  <a:pos x="T4" y="T5"/>
                </a:cxn>
                <a:cxn ang="0">
                  <a:pos x="T6" y="T7"/>
                </a:cxn>
                <a:cxn ang="0">
                  <a:pos x="T8" y="T9"/>
                </a:cxn>
              </a:cxnLst>
              <a:rect l="0" t="0" r="r" b="b"/>
              <a:pathLst>
                <a:path w="22" h="9">
                  <a:moveTo>
                    <a:pt x="21" y="0"/>
                  </a:moveTo>
                  <a:cubicBezTo>
                    <a:pt x="22" y="1"/>
                    <a:pt x="17" y="3"/>
                    <a:pt x="11" y="5"/>
                  </a:cubicBezTo>
                  <a:cubicBezTo>
                    <a:pt x="4" y="7"/>
                    <a:pt x="0" y="9"/>
                    <a:pt x="0" y="8"/>
                  </a:cubicBezTo>
                  <a:cubicBezTo>
                    <a:pt x="0" y="8"/>
                    <a:pt x="4" y="6"/>
                    <a:pt x="10" y="4"/>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0" name="Freeform 1720">
              <a:extLst>
                <a:ext uri="{FF2B5EF4-FFF2-40B4-BE49-F238E27FC236}">
                  <a16:creationId xmlns:a16="http://schemas.microsoft.com/office/drawing/2014/main" id="{EFB01F10-8B2F-A867-B53F-AB3C1D665C6C}"/>
                </a:ext>
              </a:extLst>
            </p:cNvPr>
            <p:cNvSpPr>
              <a:spLocks/>
            </p:cNvSpPr>
            <p:nvPr/>
          </p:nvSpPr>
          <p:spPr bwMode="auto">
            <a:xfrm rot="5094805">
              <a:off x="954431" y="3590346"/>
              <a:ext cx="57124" cy="22850"/>
            </a:xfrm>
            <a:custGeom>
              <a:avLst/>
              <a:gdLst>
                <a:gd name="T0" fmla="*/ 22 w 23"/>
                <a:gd name="T1" fmla="*/ 0 h 9"/>
                <a:gd name="T2" fmla="*/ 12 w 23"/>
                <a:gd name="T3" fmla="*/ 4 h 9"/>
                <a:gd name="T4" fmla="*/ 0 w 23"/>
                <a:gd name="T5" fmla="*/ 9 h 9"/>
                <a:gd name="T6" fmla="*/ 10 w 23"/>
                <a:gd name="T7" fmla="*/ 4 h 9"/>
                <a:gd name="T8" fmla="*/ 22 w 23"/>
                <a:gd name="T9" fmla="*/ 0 h 9"/>
              </a:gdLst>
              <a:ahLst/>
              <a:cxnLst>
                <a:cxn ang="0">
                  <a:pos x="T0" y="T1"/>
                </a:cxn>
                <a:cxn ang="0">
                  <a:pos x="T2" y="T3"/>
                </a:cxn>
                <a:cxn ang="0">
                  <a:pos x="T4" y="T5"/>
                </a:cxn>
                <a:cxn ang="0">
                  <a:pos x="T6" y="T7"/>
                </a:cxn>
                <a:cxn ang="0">
                  <a:pos x="T8" y="T9"/>
                </a:cxn>
              </a:cxnLst>
              <a:rect l="0" t="0" r="r" b="b"/>
              <a:pathLst>
                <a:path w="23" h="9">
                  <a:moveTo>
                    <a:pt x="22" y="0"/>
                  </a:moveTo>
                  <a:cubicBezTo>
                    <a:pt x="23" y="0"/>
                    <a:pt x="18" y="2"/>
                    <a:pt x="12" y="4"/>
                  </a:cubicBezTo>
                  <a:cubicBezTo>
                    <a:pt x="6" y="7"/>
                    <a:pt x="1" y="9"/>
                    <a:pt x="0" y="9"/>
                  </a:cubicBezTo>
                  <a:cubicBezTo>
                    <a:pt x="0" y="8"/>
                    <a:pt x="5" y="6"/>
                    <a:pt x="10" y="4"/>
                  </a:cubicBezTo>
                  <a:cubicBezTo>
                    <a:pt x="16" y="2"/>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1" name="Freeform 1721">
              <a:extLst>
                <a:ext uri="{FF2B5EF4-FFF2-40B4-BE49-F238E27FC236}">
                  <a16:creationId xmlns:a16="http://schemas.microsoft.com/office/drawing/2014/main" id="{5293EAD3-2056-9493-56B2-EBD158EED78C}"/>
                </a:ext>
              </a:extLst>
            </p:cNvPr>
            <p:cNvSpPr>
              <a:spLocks/>
            </p:cNvSpPr>
            <p:nvPr/>
          </p:nvSpPr>
          <p:spPr bwMode="auto">
            <a:xfrm rot="5094805">
              <a:off x="1056807" y="3772991"/>
              <a:ext cx="52554" cy="25135"/>
            </a:xfrm>
            <a:custGeom>
              <a:avLst/>
              <a:gdLst>
                <a:gd name="T0" fmla="*/ 12 w 22"/>
                <a:gd name="T1" fmla="*/ 5 h 10"/>
                <a:gd name="T2" fmla="*/ 0 w 22"/>
                <a:gd name="T3" fmla="*/ 10 h 10"/>
                <a:gd name="T4" fmla="*/ 10 w 22"/>
                <a:gd name="T5" fmla="*/ 5 h 10"/>
                <a:gd name="T6" fmla="*/ 22 w 22"/>
                <a:gd name="T7" fmla="*/ 1 h 10"/>
                <a:gd name="T8" fmla="*/ 12 w 22"/>
                <a:gd name="T9" fmla="*/ 5 h 10"/>
              </a:gdLst>
              <a:ahLst/>
              <a:cxnLst>
                <a:cxn ang="0">
                  <a:pos x="T0" y="T1"/>
                </a:cxn>
                <a:cxn ang="0">
                  <a:pos x="T2" y="T3"/>
                </a:cxn>
                <a:cxn ang="0">
                  <a:pos x="T4" y="T5"/>
                </a:cxn>
                <a:cxn ang="0">
                  <a:pos x="T6" y="T7"/>
                </a:cxn>
                <a:cxn ang="0">
                  <a:pos x="T8" y="T9"/>
                </a:cxn>
              </a:cxnLst>
              <a:rect l="0" t="0" r="r" b="b"/>
              <a:pathLst>
                <a:path w="22" h="10">
                  <a:moveTo>
                    <a:pt x="12" y="5"/>
                  </a:moveTo>
                  <a:cubicBezTo>
                    <a:pt x="6" y="8"/>
                    <a:pt x="1" y="10"/>
                    <a:pt x="0" y="10"/>
                  </a:cubicBezTo>
                  <a:cubicBezTo>
                    <a:pt x="0" y="10"/>
                    <a:pt x="4" y="8"/>
                    <a:pt x="10" y="5"/>
                  </a:cubicBezTo>
                  <a:cubicBezTo>
                    <a:pt x="16" y="3"/>
                    <a:pt x="21" y="0"/>
                    <a:pt x="22" y="1"/>
                  </a:cubicBezTo>
                  <a:cubicBezTo>
                    <a:pt x="22" y="1"/>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2" name="Freeform 1722">
              <a:extLst>
                <a:ext uri="{FF2B5EF4-FFF2-40B4-BE49-F238E27FC236}">
                  <a16:creationId xmlns:a16="http://schemas.microsoft.com/office/drawing/2014/main" id="{EC4EBD3E-8EE3-CB58-D646-408FA58F0FA6}"/>
                </a:ext>
              </a:extLst>
            </p:cNvPr>
            <p:cNvSpPr>
              <a:spLocks/>
            </p:cNvSpPr>
            <p:nvPr/>
          </p:nvSpPr>
          <p:spPr bwMode="auto">
            <a:xfrm rot="5094805">
              <a:off x="1158027" y="3956475"/>
              <a:ext cx="57124" cy="25135"/>
            </a:xfrm>
            <a:custGeom>
              <a:avLst/>
              <a:gdLst>
                <a:gd name="T0" fmla="*/ 22 w 23"/>
                <a:gd name="T1" fmla="*/ 0 h 10"/>
                <a:gd name="T2" fmla="*/ 13 w 23"/>
                <a:gd name="T3" fmla="*/ 5 h 10"/>
                <a:gd name="T4" fmla="*/ 1 w 23"/>
                <a:gd name="T5" fmla="*/ 10 h 10"/>
                <a:gd name="T6" fmla="*/ 10 w 23"/>
                <a:gd name="T7" fmla="*/ 6 h 10"/>
                <a:gd name="T8" fmla="*/ 22 w 23"/>
                <a:gd name="T9" fmla="*/ 0 h 10"/>
              </a:gdLst>
              <a:ahLst/>
              <a:cxnLst>
                <a:cxn ang="0">
                  <a:pos x="T0" y="T1"/>
                </a:cxn>
                <a:cxn ang="0">
                  <a:pos x="T2" y="T3"/>
                </a:cxn>
                <a:cxn ang="0">
                  <a:pos x="T4" y="T5"/>
                </a:cxn>
                <a:cxn ang="0">
                  <a:pos x="T6" y="T7"/>
                </a:cxn>
                <a:cxn ang="0">
                  <a:pos x="T8" y="T9"/>
                </a:cxn>
              </a:cxnLst>
              <a:rect l="0" t="0" r="r" b="b"/>
              <a:pathLst>
                <a:path w="23" h="10">
                  <a:moveTo>
                    <a:pt x="22" y="0"/>
                  </a:moveTo>
                  <a:cubicBezTo>
                    <a:pt x="23" y="0"/>
                    <a:pt x="19" y="2"/>
                    <a:pt x="13" y="5"/>
                  </a:cubicBezTo>
                  <a:cubicBezTo>
                    <a:pt x="7" y="8"/>
                    <a:pt x="2" y="10"/>
                    <a:pt x="1" y="10"/>
                  </a:cubicBezTo>
                  <a:cubicBezTo>
                    <a:pt x="0" y="10"/>
                    <a:pt x="4" y="8"/>
                    <a:pt x="10" y="6"/>
                  </a:cubicBezTo>
                  <a:cubicBezTo>
                    <a:pt x="15" y="3"/>
                    <a:pt x="21" y="1"/>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3" name="Freeform 1723">
              <a:extLst>
                <a:ext uri="{FF2B5EF4-FFF2-40B4-BE49-F238E27FC236}">
                  <a16:creationId xmlns:a16="http://schemas.microsoft.com/office/drawing/2014/main" id="{525DFA07-E02A-5BC5-8411-D2590AB2CDCA}"/>
                </a:ext>
              </a:extLst>
            </p:cNvPr>
            <p:cNvSpPr>
              <a:spLocks/>
            </p:cNvSpPr>
            <p:nvPr/>
          </p:nvSpPr>
          <p:spPr bwMode="auto">
            <a:xfrm rot="5094805">
              <a:off x="1264848" y="4138618"/>
              <a:ext cx="54839" cy="25135"/>
            </a:xfrm>
            <a:custGeom>
              <a:avLst/>
              <a:gdLst>
                <a:gd name="T0" fmla="*/ 10 w 22"/>
                <a:gd name="T1" fmla="*/ 5 h 10"/>
                <a:gd name="T2" fmla="*/ 22 w 22"/>
                <a:gd name="T3" fmla="*/ 0 h 10"/>
                <a:gd name="T4" fmla="*/ 12 w 22"/>
                <a:gd name="T5" fmla="*/ 5 h 10"/>
                <a:gd name="T6" fmla="*/ 0 w 22"/>
                <a:gd name="T7" fmla="*/ 10 h 10"/>
                <a:gd name="T8" fmla="*/ 10 w 22"/>
                <a:gd name="T9" fmla="*/ 5 h 10"/>
              </a:gdLst>
              <a:ahLst/>
              <a:cxnLst>
                <a:cxn ang="0">
                  <a:pos x="T0" y="T1"/>
                </a:cxn>
                <a:cxn ang="0">
                  <a:pos x="T2" y="T3"/>
                </a:cxn>
                <a:cxn ang="0">
                  <a:pos x="T4" y="T5"/>
                </a:cxn>
                <a:cxn ang="0">
                  <a:pos x="T6" y="T7"/>
                </a:cxn>
                <a:cxn ang="0">
                  <a:pos x="T8" y="T9"/>
                </a:cxn>
              </a:cxnLst>
              <a:rect l="0" t="0" r="r" b="b"/>
              <a:pathLst>
                <a:path w="22" h="10">
                  <a:moveTo>
                    <a:pt x="10" y="5"/>
                  </a:moveTo>
                  <a:cubicBezTo>
                    <a:pt x="15" y="3"/>
                    <a:pt x="21" y="0"/>
                    <a:pt x="22" y="0"/>
                  </a:cubicBezTo>
                  <a:cubicBezTo>
                    <a:pt x="22" y="0"/>
                    <a:pt x="18" y="2"/>
                    <a:pt x="12" y="5"/>
                  </a:cubicBezTo>
                  <a:cubicBezTo>
                    <a:pt x="6" y="8"/>
                    <a:pt x="1" y="10"/>
                    <a:pt x="0" y="10"/>
                  </a:cubicBezTo>
                  <a:cubicBezTo>
                    <a:pt x="0" y="10"/>
                    <a:pt x="4" y="8"/>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4" name="Freeform 1724">
              <a:extLst>
                <a:ext uri="{FF2B5EF4-FFF2-40B4-BE49-F238E27FC236}">
                  <a16:creationId xmlns:a16="http://schemas.microsoft.com/office/drawing/2014/main" id="{CDF83D80-82AF-1FAC-A395-B88CB0E863AB}"/>
                </a:ext>
              </a:extLst>
            </p:cNvPr>
            <p:cNvSpPr>
              <a:spLocks/>
            </p:cNvSpPr>
            <p:nvPr/>
          </p:nvSpPr>
          <p:spPr bwMode="auto">
            <a:xfrm rot="5094805">
              <a:off x="603320" y="1472226"/>
              <a:ext cx="54839" cy="29705"/>
            </a:xfrm>
            <a:custGeom>
              <a:avLst/>
              <a:gdLst>
                <a:gd name="T0" fmla="*/ 23 w 23"/>
                <a:gd name="T1" fmla="*/ 9 h 12"/>
                <a:gd name="T2" fmla="*/ 12 w 23"/>
                <a:gd name="T3" fmla="*/ 11 h 12"/>
                <a:gd name="T4" fmla="*/ 0 w 23"/>
                <a:gd name="T5" fmla="*/ 4 h 12"/>
                <a:gd name="T6" fmla="*/ 10 w 23"/>
                <a:gd name="T7" fmla="*/ 2 h 12"/>
                <a:gd name="T8" fmla="*/ 23 w 23"/>
                <a:gd name="T9" fmla="*/ 9 h 12"/>
              </a:gdLst>
              <a:ahLst/>
              <a:cxnLst>
                <a:cxn ang="0">
                  <a:pos x="T0" y="T1"/>
                </a:cxn>
                <a:cxn ang="0">
                  <a:pos x="T2" y="T3"/>
                </a:cxn>
                <a:cxn ang="0">
                  <a:pos x="T4" y="T5"/>
                </a:cxn>
                <a:cxn ang="0">
                  <a:pos x="T6" y="T7"/>
                </a:cxn>
                <a:cxn ang="0">
                  <a:pos x="T8" y="T9"/>
                </a:cxn>
              </a:cxnLst>
              <a:rect l="0" t="0" r="r" b="b"/>
              <a:pathLst>
                <a:path w="23" h="12">
                  <a:moveTo>
                    <a:pt x="23" y="9"/>
                  </a:moveTo>
                  <a:cubicBezTo>
                    <a:pt x="23" y="11"/>
                    <a:pt x="19" y="12"/>
                    <a:pt x="12" y="11"/>
                  </a:cubicBezTo>
                  <a:cubicBezTo>
                    <a:pt x="6" y="10"/>
                    <a:pt x="1" y="7"/>
                    <a:pt x="0" y="4"/>
                  </a:cubicBezTo>
                  <a:cubicBezTo>
                    <a:pt x="0" y="2"/>
                    <a:pt x="5" y="0"/>
                    <a:pt x="10" y="2"/>
                  </a:cubicBezTo>
                  <a:cubicBezTo>
                    <a:pt x="16" y="3"/>
                    <a:pt x="22" y="6"/>
                    <a:pt x="2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5" name="Freeform 1725">
              <a:extLst>
                <a:ext uri="{FF2B5EF4-FFF2-40B4-BE49-F238E27FC236}">
                  <a16:creationId xmlns:a16="http://schemas.microsoft.com/office/drawing/2014/main" id="{0F926BE4-D1F7-DE8D-3ED9-5CB482964425}"/>
                </a:ext>
              </a:extLst>
            </p:cNvPr>
            <p:cNvSpPr>
              <a:spLocks/>
            </p:cNvSpPr>
            <p:nvPr/>
          </p:nvSpPr>
          <p:spPr bwMode="auto">
            <a:xfrm rot="5094805">
              <a:off x="620028" y="1270966"/>
              <a:ext cx="59409" cy="34275"/>
            </a:xfrm>
            <a:custGeom>
              <a:avLst/>
              <a:gdLst>
                <a:gd name="T0" fmla="*/ 23 w 24"/>
                <a:gd name="T1" fmla="*/ 9 h 14"/>
                <a:gd name="T2" fmla="*/ 13 w 24"/>
                <a:gd name="T3" fmla="*/ 12 h 14"/>
                <a:gd name="T4" fmla="*/ 1 w 24"/>
                <a:gd name="T5" fmla="*/ 5 h 14"/>
                <a:gd name="T6" fmla="*/ 11 w 24"/>
                <a:gd name="T7" fmla="*/ 1 h 14"/>
                <a:gd name="T8" fmla="*/ 23 w 24"/>
                <a:gd name="T9" fmla="*/ 9 h 14"/>
              </a:gdLst>
              <a:ahLst/>
              <a:cxnLst>
                <a:cxn ang="0">
                  <a:pos x="T0" y="T1"/>
                </a:cxn>
                <a:cxn ang="0">
                  <a:pos x="T2" y="T3"/>
                </a:cxn>
                <a:cxn ang="0">
                  <a:pos x="T4" y="T5"/>
                </a:cxn>
                <a:cxn ang="0">
                  <a:pos x="T6" y="T7"/>
                </a:cxn>
                <a:cxn ang="0">
                  <a:pos x="T8" y="T9"/>
                </a:cxn>
              </a:cxnLst>
              <a:rect l="0" t="0" r="r" b="b"/>
              <a:pathLst>
                <a:path w="24" h="14">
                  <a:moveTo>
                    <a:pt x="23" y="9"/>
                  </a:moveTo>
                  <a:cubicBezTo>
                    <a:pt x="24" y="12"/>
                    <a:pt x="19" y="14"/>
                    <a:pt x="13" y="12"/>
                  </a:cubicBezTo>
                  <a:cubicBezTo>
                    <a:pt x="7" y="11"/>
                    <a:pt x="1" y="8"/>
                    <a:pt x="1" y="5"/>
                  </a:cubicBezTo>
                  <a:cubicBezTo>
                    <a:pt x="0" y="2"/>
                    <a:pt x="5" y="0"/>
                    <a:pt x="11" y="1"/>
                  </a:cubicBezTo>
                  <a:cubicBezTo>
                    <a:pt x="17" y="3"/>
                    <a:pt x="22" y="6"/>
                    <a:pt x="2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6" name="Freeform 1726">
              <a:extLst>
                <a:ext uri="{FF2B5EF4-FFF2-40B4-BE49-F238E27FC236}">
                  <a16:creationId xmlns:a16="http://schemas.microsoft.com/office/drawing/2014/main" id="{F74732A4-3F1C-DEB8-8DD0-6641C2B02809}"/>
                </a:ext>
              </a:extLst>
            </p:cNvPr>
            <p:cNvSpPr>
              <a:spLocks/>
            </p:cNvSpPr>
            <p:nvPr/>
          </p:nvSpPr>
          <p:spPr bwMode="auto">
            <a:xfrm rot="5094805">
              <a:off x="634672" y="1074672"/>
              <a:ext cx="59409" cy="34275"/>
            </a:xfrm>
            <a:custGeom>
              <a:avLst/>
              <a:gdLst>
                <a:gd name="T0" fmla="*/ 23 w 24"/>
                <a:gd name="T1" fmla="*/ 8 h 14"/>
                <a:gd name="T2" fmla="*/ 13 w 24"/>
                <a:gd name="T3" fmla="*/ 13 h 14"/>
                <a:gd name="T4" fmla="*/ 1 w 24"/>
                <a:gd name="T5" fmla="*/ 6 h 14"/>
                <a:gd name="T6" fmla="*/ 10 w 24"/>
                <a:gd name="T7" fmla="*/ 0 h 14"/>
                <a:gd name="T8" fmla="*/ 23 w 24"/>
                <a:gd name="T9" fmla="*/ 8 h 14"/>
              </a:gdLst>
              <a:ahLst/>
              <a:cxnLst>
                <a:cxn ang="0">
                  <a:pos x="T0" y="T1"/>
                </a:cxn>
                <a:cxn ang="0">
                  <a:pos x="T2" y="T3"/>
                </a:cxn>
                <a:cxn ang="0">
                  <a:pos x="T4" y="T5"/>
                </a:cxn>
                <a:cxn ang="0">
                  <a:pos x="T6" y="T7"/>
                </a:cxn>
                <a:cxn ang="0">
                  <a:pos x="T8" y="T9"/>
                </a:cxn>
              </a:cxnLst>
              <a:rect l="0" t="0" r="r" b="b"/>
              <a:pathLst>
                <a:path w="24" h="14">
                  <a:moveTo>
                    <a:pt x="23" y="8"/>
                  </a:moveTo>
                  <a:cubicBezTo>
                    <a:pt x="24" y="12"/>
                    <a:pt x="19" y="14"/>
                    <a:pt x="13" y="13"/>
                  </a:cubicBezTo>
                  <a:cubicBezTo>
                    <a:pt x="7" y="12"/>
                    <a:pt x="2" y="9"/>
                    <a:pt x="1" y="6"/>
                  </a:cubicBezTo>
                  <a:cubicBezTo>
                    <a:pt x="0" y="2"/>
                    <a:pt x="4" y="0"/>
                    <a:pt x="10" y="0"/>
                  </a:cubicBezTo>
                  <a:cubicBezTo>
                    <a:pt x="15" y="1"/>
                    <a:pt x="21" y="5"/>
                    <a:pt x="2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7" name="Freeform 1727">
              <a:extLst>
                <a:ext uri="{FF2B5EF4-FFF2-40B4-BE49-F238E27FC236}">
                  <a16:creationId xmlns:a16="http://schemas.microsoft.com/office/drawing/2014/main" id="{B47517AC-0664-712A-22B4-B09E5BC76727}"/>
                </a:ext>
              </a:extLst>
            </p:cNvPr>
            <p:cNvSpPr>
              <a:spLocks/>
            </p:cNvSpPr>
            <p:nvPr/>
          </p:nvSpPr>
          <p:spPr bwMode="auto">
            <a:xfrm rot="5094805">
              <a:off x="644464" y="874327"/>
              <a:ext cx="57124" cy="36560"/>
            </a:xfrm>
            <a:custGeom>
              <a:avLst/>
              <a:gdLst>
                <a:gd name="T0" fmla="*/ 22 w 23"/>
                <a:gd name="T1" fmla="*/ 9 h 15"/>
                <a:gd name="T2" fmla="*/ 13 w 23"/>
                <a:gd name="T3" fmla="*/ 15 h 15"/>
                <a:gd name="T4" fmla="*/ 0 w 23"/>
                <a:gd name="T5" fmla="*/ 8 h 15"/>
                <a:gd name="T6" fmla="*/ 9 w 23"/>
                <a:gd name="T7" fmla="*/ 1 h 15"/>
                <a:gd name="T8" fmla="*/ 22 w 23"/>
                <a:gd name="T9" fmla="*/ 9 h 15"/>
              </a:gdLst>
              <a:ahLst/>
              <a:cxnLst>
                <a:cxn ang="0">
                  <a:pos x="T0" y="T1"/>
                </a:cxn>
                <a:cxn ang="0">
                  <a:pos x="T2" y="T3"/>
                </a:cxn>
                <a:cxn ang="0">
                  <a:pos x="T4" y="T5"/>
                </a:cxn>
                <a:cxn ang="0">
                  <a:pos x="T6" y="T7"/>
                </a:cxn>
                <a:cxn ang="0">
                  <a:pos x="T8" y="T9"/>
                </a:cxn>
              </a:cxnLst>
              <a:rect l="0" t="0" r="r" b="b"/>
              <a:pathLst>
                <a:path w="23" h="15">
                  <a:moveTo>
                    <a:pt x="22" y="9"/>
                  </a:moveTo>
                  <a:cubicBezTo>
                    <a:pt x="23" y="13"/>
                    <a:pt x="19" y="15"/>
                    <a:pt x="13" y="15"/>
                  </a:cubicBezTo>
                  <a:cubicBezTo>
                    <a:pt x="7" y="15"/>
                    <a:pt x="1" y="12"/>
                    <a:pt x="0" y="8"/>
                  </a:cubicBezTo>
                  <a:cubicBezTo>
                    <a:pt x="0" y="4"/>
                    <a:pt x="4" y="0"/>
                    <a:pt x="9" y="1"/>
                  </a:cubicBezTo>
                  <a:cubicBezTo>
                    <a:pt x="15" y="1"/>
                    <a:pt x="21" y="5"/>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8" name="Freeform 1728">
              <a:extLst>
                <a:ext uri="{FF2B5EF4-FFF2-40B4-BE49-F238E27FC236}">
                  <a16:creationId xmlns:a16="http://schemas.microsoft.com/office/drawing/2014/main" id="{4FCCFB56-E538-313B-ECAC-DC0E70BCAA8C}"/>
                </a:ext>
              </a:extLst>
            </p:cNvPr>
            <p:cNvSpPr>
              <a:spLocks/>
            </p:cNvSpPr>
            <p:nvPr/>
          </p:nvSpPr>
          <p:spPr bwMode="auto">
            <a:xfrm rot="5094805">
              <a:off x="638624" y="677571"/>
              <a:ext cx="57124" cy="41130"/>
            </a:xfrm>
            <a:custGeom>
              <a:avLst/>
              <a:gdLst>
                <a:gd name="T0" fmla="*/ 22 w 23"/>
                <a:gd name="T1" fmla="*/ 9 h 16"/>
                <a:gd name="T2" fmla="*/ 12 w 23"/>
                <a:gd name="T3" fmla="*/ 16 h 16"/>
                <a:gd name="T4" fmla="*/ 0 w 23"/>
                <a:gd name="T5" fmla="*/ 7 h 16"/>
                <a:gd name="T6" fmla="*/ 11 w 23"/>
                <a:gd name="T7" fmla="*/ 1 h 16"/>
                <a:gd name="T8" fmla="*/ 22 w 23"/>
                <a:gd name="T9" fmla="*/ 9 h 16"/>
              </a:gdLst>
              <a:ahLst/>
              <a:cxnLst>
                <a:cxn ang="0">
                  <a:pos x="T0" y="T1"/>
                </a:cxn>
                <a:cxn ang="0">
                  <a:pos x="T2" y="T3"/>
                </a:cxn>
                <a:cxn ang="0">
                  <a:pos x="T4" y="T5"/>
                </a:cxn>
                <a:cxn ang="0">
                  <a:pos x="T6" y="T7"/>
                </a:cxn>
                <a:cxn ang="0">
                  <a:pos x="T8" y="T9"/>
                </a:cxn>
              </a:cxnLst>
              <a:rect l="0" t="0" r="r" b="b"/>
              <a:pathLst>
                <a:path w="23" h="16">
                  <a:moveTo>
                    <a:pt x="22" y="9"/>
                  </a:moveTo>
                  <a:cubicBezTo>
                    <a:pt x="23" y="13"/>
                    <a:pt x="18" y="16"/>
                    <a:pt x="12" y="16"/>
                  </a:cubicBezTo>
                  <a:cubicBezTo>
                    <a:pt x="5" y="15"/>
                    <a:pt x="1" y="12"/>
                    <a:pt x="0" y="7"/>
                  </a:cubicBezTo>
                  <a:cubicBezTo>
                    <a:pt x="0" y="3"/>
                    <a:pt x="5" y="0"/>
                    <a:pt x="11" y="1"/>
                  </a:cubicBezTo>
                  <a:cubicBezTo>
                    <a:pt x="17" y="1"/>
                    <a:pt x="22" y="5"/>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9" name="Freeform 1729">
              <a:extLst>
                <a:ext uri="{FF2B5EF4-FFF2-40B4-BE49-F238E27FC236}">
                  <a16:creationId xmlns:a16="http://schemas.microsoft.com/office/drawing/2014/main" id="{24FC2883-D064-3F88-8C4F-90E4C4394DDD}"/>
                </a:ext>
              </a:extLst>
            </p:cNvPr>
            <p:cNvSpPr>
              <a:spLocks/>
            </p:cNvSpPr>
            <p:nvPr/>
          </p:nvSpPr>
          <p:spPr bwMode="auto">
            <a:xfrm rot="5094805">
              <a:off x="616852" y="484518"/>
              <a:ext cx="57124" cy="41130"/>
            </a:xfrm>
            <a:custGeom>
              <a:avLst/>
              <a:gdLst>
                <a:gd name="T0" fmla="*/ 23 w 23"/>
                <a:gd name="T1" fmla="*/ 9 h 17"/>
                <a:gd name="T2" fmla="*/ 12 w 23"/>
                <a:gd name="T3" fmla="*/ 17 h 17"/>
                <a:gd name="T4" fmla="*/ 1 w 23"/>
                <a:gd name="T5" fmla="*/ 9 h 17"/>
                <a:gd name="T6" fmla="*/ 11 w 23"/>
                <a:gd name="T7" fmla="*/ 0 h 17"/>
                <a:gd name="T8" fmla="*/ 23 w 23"/>
                <a:gd name="T9" fmla="*/ 9 h 17"/>
              </a:gdLst>
              <a:ahLst/>
              <a:cxnLst>
                <a:cxn ang="0">
                  <a:pos x="T0" y="T1"/>
                </a:cxn>
                <a:cxn ang="0">
                  <a:pos x="T2" y="T3"/>
                </a:cxn>
                <a:cxn ang="0">
                  <a:pos x="T4" y="T5"/>
                </a:cxn>
                <a:cxn ang="0">
                  <a:pos x="T6" y="T7"/>
                </a:cxn>
                <a:cxn ang="0">
                  <a:pos x="T8" y="T9"/>
                </a:cxn>
              </a:cxnLst>
              <a:rect l="0" t="0" r="r" b="b"/>
              <a:pathLst>
                <a:path w="23" h="17">
                  <a:moveTo>
                    <a:pt x="23" y="9"/>
                  </a:moveTo>
                  <a:cubicBezTo>
                    <a:pt x="23" y="13"/>
                    <a:pt x="18" y="17"/>
                    <a:pt x="12" y="17"/>
                  </a:cubicBezTo>
                  <a:cubicBezTo>
                    <a:pt x="6" y="17"/>
                    <a:pt x="1" y="13"/>
                    <a:pt x="1" y="9"/>
                  </a:cubicBezTo>
                  <a:cubicBezTo>
                    <a:pt x="0" y="4"/>
                    <a:pt x="5" y="0"/>
                    <a:pt x="11" y="0"/>
                  </a:cubicBezTo>
                  <a:cubicBezTo>
                    <a:pt x="17" y="0"/>
                    <a:pt x="22" y="4"/>
                    <a:pt x="2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0" name="Freeform 1730">
              <a:extLst>
                <a:ext uri="{FF2B5EF4-FFF2-40B4-BE49-F238E27FC236}">
                  <a16:creationId xmlns:a16="http://schemas.microsoft.com/office/drawing/2014/main" id="{F817E995-DC52-66DB-BDDF-6F7C4D2453E0}"/>
                </a:ext>
              </a:extLst>
            </p:cNvPr>
            <p:cNvSpPr>
              <a:spLocks/>
            </p:cNvSpPr>
            <p:nvPr/>
          </p:nvSpPr>
          <p:spPr bwMode="auto">
            <a:xfrm rot="5094805">
              <a:off x="579148" y="290598"/>
              <a:ext cx="57124" cy="45700"/>
            </a:xfrm>
            <a:custGeom>
              <a:avLst/>
              <a:gdLst>
                <a:gd name="T0" fmla="*/ 22 w 23"/>
                <a:gd name="T1" fmla="*/ 8 h 18"/>
                <a:gd name="T2" fmla="*/ 12 w 23"/>
                <a:gd name="T3" fmla="*/ 17 h 18"/>
                <a:gd name="T4" fmla="*/ 0 w 23"/>
                <a:gd name="T5" fmla="*/ 11 h 18"/>
                <a:gd name="T6" fmla="*/ 10 w 23"/>
                <a:gd name="T7" fmla="*/ 1 h 18"/>
                <a:gd name="T8" fmla="*/ 22 w 23"/>
                <a:gd name="T9" fmla="*/ 8 h 18"/>
              </a:gdLst>
              <a:ahLst/>
              <a:cxnLst>
                <a:cxn ang="0">
                  <a:pos x="T0" y="T1"/>
                </a:cxn>
                <a:cxn ang="0">
                  <a:pos x="T2" y="T3"/>
                </a:cxn>
                <a:cxn ang="0">
                  <a:pos x="T4" y="T5"/>
                </a:cxn>
                <a:cxn ang="0">
                  <a:pos x="T6" y="T7"/>
                </a:cxn>
                <a:cxn ang="0">
                  <a:pos x="T8" y="T9"/>
                </a:cxn>
              </a:cxnLst>
              <a:rect l="0" t="0" r="r" b="b"/>
              <a:pathLst>
                <a:path w="23" h="18">
                  <a:moveTo>
                    <a:pt x="22" y="8"/>
                  </a:moveTo>
                  <a:cubicBezTo>
                    <a:pt x="23" y="12"/>
                    <a:pt x="18" y="16"/>
                    <a:pt x="12" y="17"/>
                  </a:cubicBezTo>
                  <a:cubicBezTo>
                    <a:pt x="6" y="18"/>
                    <a:pt x="1" y="15"/>
                    <a:pt x="0" y="11"/>
                  </a:cubicBezTo>
                  <a:cubicBezTo>
                    <a:pt x="0" y="6"/>
                    <a:pt x="4" y="1"/>
                    <a:pt x="10" y="1"/>
                  </a:cubicBezTo>
                  <a:cubicBezTo>
                    <a:pt x="16" y="0"/>
                    <a:pt x="21" y="3"/>
                    <a:pt x="2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1" name="Freeform 1731">
              <a:extLst>
                <a:ext uri="{FF2B5EF4-FFF2-40B4-BE49-F238E27FC236}">
                  <a16:creationId xmlns:a16="http://schemas.microsoft.com/office/drawing/2014/main" id="{1F6B51EC-7C47-75BD-7955-495E2182D2D9}"/>
                </a:ext>
              </a:extLst>
            </p:cNvPr>
            <p:cNvSpPr>
              <a:spLocks/>
            </p:cNvSpPr>
            <p:nvPr/>
          </p:nvSpPr>
          <p:spPr bwMode="auto">
            <a:xfrm rot="5094805">
              <a:off x="521163" y="100778"/>
              <a:ext cx="57124" cy="50269"/>
            </a:xfrm>
            <a:custGeom>
              <a:avLst/>
              <a:gdLst>
                <a:gd name="T0" fmla="*/ 22 w 23"/>
                <a:gd name="T1" fmla="*/ 7 h 20"/>
                <a:gd name="T2" fmla="*/ 12 w 23"/>
                <a:gd name="T3" fmla="*/ 18 h 20"/>
                <a:gd name="T4" fmla="*/ 0 w 23"/>
                <a:gd name="T5" fmla="*/ 13 h 20"/>
                <a:gd name="T6" fmla="*/ 10 w 23"/>
                <a:gd name="T7" fmla="*/ 2 h 20"/>
                <a:gd name="T8" fmla="*/ 22 w 23"/>
                <a:gd name="T9" fmla="*/ 7 h 20"/>
              </a:gdLst>
              <a:ahLst/>
              <a:cxnLst>
                <a:cxn ang="0">
                  <a:pos x="T0" y="T1"/>
                </a:cxn>
                <a:cxn ang="0">
                  <a:pos x="T2" y="T3"/>
                </a:cxn>
                <a:cxn ang="0">
                  <a:pos x="T4" y="T5"/>
                </a:cxn>
                <a:cxn ang="0">
                  <a:pos x="T6" y="T7"/>
                </a:cxn>
                <a:cxn ang="0">
                  <a:pos x="T8" y="T9"/>
                </a:cxn>
              </a:cxnLst>
              <a:rect l="0" t="0" r="r" b="b"/>
              <a:pathLst>
                <a:path w="23" h="20">
                  <a:moveTo>
                    <a:pt x="22" y="7"/>
                  </a:moveTo>
                  <a:cubicBezTo>
                    <a:pt x="23" y="11"/>
                    <a:pt x="18" y="16"/>
                    <a:pt x="12" y="18"/>
                  </a:cubicBezTo>
                  <a:cubicBezTo>
                    <a:pt x="6" y="20"/>
                    <a:pt x="1" y="17"/>
                    <a:pt x="0" y="13"/>
                  </a:cubicBezTo>
                  <a:cubicBezTo>
                    <a:pt x="0" y="8"/>
                    <a:pt x="4" y="3"/>
                    <a:pt x="10" y="2"/>
                  </a:cubicBezTo>
                  <a:cubicBezTo>
                    <a:pt x="15" y="0"/>
                    <a:pt x="21" y="3"/>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2" name="Freeform 1732">
              <a:extLst>
                <a:ext uri="{FF2B5EF4-FFF2-40B4-BE49-F238E27FC236}">
                  <a16:creationId xmlns:a16="http://schemas.microsoft.com/office/drawing/2014/main" id="{0F78A2B2-81D1-C9EB-673D-D8C05E6EA4CF}"/>
                </a:ext>
              </a:extLst>
            </p:cNvPr>
            <p:cNvSpPr>
              <a:spLocks/>
            </p:cNvSpPr>
            <p:nvPr/>
          </p:nvSpPr>
          <p:spPr bwMode="auto">
            <a:xfrm rot="5094805">
              <a:off x="440418" y="-82447"/>
              <a:ext cx="57124" cy="45700"/>
            </a:xfrm>
            <a:custGeom>
              <a:avLst/>
              <a:gdLst>
                <a:gd name="T0" fmla="*/ 22 w 23"/>
                <a:gd name="T1" fmla="*/ 6 h 19"/>
                <a:gd name="T2" fmla="*/ 13 w 23"/>
                <a:gd name="T3" fmla="*/ 17 h 19"/>
                <a:gd name="T4" fmla="*/ 1 w 23"/>
                <a:gd name="T5" fmla="*/ 13 h 19"/>
                <a:gd name="T6" fmla="*/ 10 w 23"/>
                <a:gd name="T7" fmla="*/ 1 h 19"/>
                <a:gd name="T8" fmla="*/ 22 w 23"/>
                <a:gd name="T9" fmla="*/ 6 h 19"/>
              </a:gdLst>
              <a:ahLst/>
              <a:cxnLst>
                <a:cxn ang="0">
                  <a:pos x="T0" y="T1"/>
                </a:cxn>
                <a:cxn ang="0">
                  <a:pos x="T2" y="T3"/>
                </a:cxn>
                <a:cxn ang="0">
                  <a:pos x="T4" y="T5"/>
                </a:cxn>
                <a:cxn ang="0">
                  <a:pos x="T6" y="T7"/>
                </a:cxn>
                <a:cxn ang="0">
                  <a:pos x="T8" y="T9"/>
                </a:cxn>
              </a:cxnLst>
              <a:rect l="0" t="0" r="r" b="b"/>
              <a:pathLst>
                <a:path w="23" h="19">
                  <a:moveTo>
                    <a:pt x="22" y="6"/>
                  </a:moveTo>
                  <a:cubicBezTo>
                    <a:pt x="23" y="10"/>
                    <a:pt x="18" y="15"/>
                    <a:pt x="13" y="17"/>
                  </a:cubicBezTo>
                  <a:cubicBezTo>
                    <a:pt x="6" y="19"/>
                    <a:pt x="1" y="17"/>
                    <a:pt x="1" y="13"/>
                  </a:cubicBezTo>
                  <a:cubicBezTo>
                    <a:pt x="0" y="9"/>
                    <a:pt x="4" y="3"/>
                    <a:pt x="10" y="1"/>
                  </a:cubicBezTo>
                  <a:cubicBezTo>
                    <a:pt x="16" y="0"/>
                    <a:pt x="21" y="1"/>
                    <a:pt x="2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3" name="Freeform 1752">
              <a:extLst>
                <a:ext uri="{FF2B5EF4-FFF2-40B4-BE49-F238E27FC236}">
                  <a16:creationId xmlns:a16="http://schemas.microsoft.com/office/drawing/2014/main" id="{38DE0821-F5F9-A066-3940-49EA362A4E82}"/>
                </a:ext>
              </a:extLst>
            </p:cNvPr>
            <p:cNvSpPr>
              <a:spLocks/>
            </p:cNvSpPr>
            <p:nvPr/>
          </p:nvSpPr>
          <p:spPr bwMode="auto">
            <a:xfrm rot="5094805">
              <a:off x="1372808" y="4319518"/>
              <a:ext cx="52554" cy="27420"/>
            </a:xfrm>
            <a:custGeom>
              <a:avLst/>
              <a:gdLst>
                <a:gd name="T0" fmla="*/ 21 w 21"/>
                <a:gd name="T1" fmla="*/ 0 h 11"/>
                <a:gd name="T2" fmla="*/ 10 w 21"/>
                <a:gd name="T3" fmla="*/ 6 h 11"/>
                <a:gd name="T4" fmla="*/ 0 w 21"/>
                <a:gd name="T5" fmla="*/ 11 h 11"/>
                <a:gd name="T6" fmla="*/ 10 w 21"/>
                <a:gd name="T7" fmla="*/ 5 h 11"/>
                <a:gd name="T8" fmla="*/ 21 w 21"/>
                <a:gd name="T9" fmla="*/ 0 h 11"/>
              </a:gdLst>
              <a:ahLst/>
              <a:cxnLst>
                <a:cxn ang="0">
                  <a:pos x="T0" y="T1"/>
                </a:cxn>
                <a:cxn ang="0">
                  <a:pos x="T2" y="T3"/>
                </a:cxn>
                <a:cxn ang="0">
                  <a:pos x="T4" y="T5"/>
                </a:cxn>
                <a:cxn ang="0">
                  <a:pos x="T6" y="T7"/>
                </a:cxn>
                <a:cxn ang="0">
                  <a:pos x="T8" y="T9"/>
                </a:cxn>
              </a:cxnLst>
              <a:rect l="0" t="0" r="r" b="b"/>
              <a:pathLst>
                <a:path w="21" h="11">
                  <a:moveTo>
                    <a:pt x="21" y="0"/>
                  </a:moveTo>
                  <a:cubicBezTo>
                    <a:pt x="21" y="0"/>
                    <a:pt x="17" y="3"/>
                    <a:pt x="10" y="6"/>
                  </a:cubicBezTo>
                  <a:cubicBezTo>
                    <a:pt x="4" y="9"/>
                    <a:pt x="0" y="11"/>
                    <a:pt x="0" y="11"/>
                  </a:cubicBezTo>
                  <a:cubicBezTo>
                    <a:pt x="0" y="10"/>
                    <a:pt x="4" y="8"/>
                    <a:pt x="10" y="5"/>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4" name="Freeform 1753">
              <a:extLst>
                <a:ext uri="{FF2B5EF4-FFF2-40B4-BE49-F238E27FC236}">
                  <a16:creationId xmlns:a16="http://schemas.microsoft.com/office/drawing/2014/main" id="{CE9FBE70-FC3E-15E4-99C5-C95BA5B95B04}"/>
                </a:ext>
              </a:extLst>
            </p:cNvPr>
            <p:cNvSpPr>
              <a:spLocks/>
            </p:cNvSpPr>
            <p:nvPr/>
          </p:nvSpPr>
          <p:spPr bwMode="auto">
            <a:xfrm rot="5094805">
              <a:off x="1477345" y="4503946"/>
              <a:ext cx="54839" cy="22850"/>
            </a:xfrm>
            <a:custGeom>
              <a:avLst/>
              <a:gdLst>
                <a:gd name="T0" fmla="*/ 22 w 22"/>
                <a:gd name="T1" fmla="*/ 0 h 10"/>
                <a:gd name="T2" fmla="*/ 12 w 22"/>
                <a:gd name="T3" fmla="*/ 5 h 10"/>
                <a:gd name="T4" fmla="*/ 0 w 22"/>
                <a:gd name="T5" fmla="*/ 10 h 10"/>
                <a:gd name="T6" fmla="*/ 10 w 22"/>
                <a:gd name="T7" fmla="*/ 5 h 10"/>
                <a:gd name="T8" fmla="*/ 22 w 22"/>
                <a:gd name="T9" fmla="*/ 0 h 10"/>
              </a:gdLst>
              <a:ahLst/>
              <a:cxnLst>
                <a:cxn ang="0">
                  <a:pos x="T0" y="T1"/>
                </a:cxn>
                <a:cxn ang="0">
                  <a:pos x="T2" y="T3"/>
                </a:cxn>
                <a:cxn ang="0">
                  <a:pos x="T4" y="T5"/>
                </a:cxn>
                <a:cxn ang="0">
                  <a:pos x="T6" y="T7"/>
                </a:cxn>
                <a:cxn ang="0">
                  <a:pos x="T8" y="T9"/>
                </a:cxn>
              </a:cxnLst>
              <a:rect l="0" t="0" r="r" b="b"/>
              <a:pathLst>
                <a:path w="22" h="10">
                  <a:moveTo>
                    <a:pt x="22" y="0"/>
                  </a:moveTo>
                  <a:cubicBezTo>
                    <a:pt x="22" y="0"/>
                    <a:pt x="18" y="2"/>
                    <a:pt x="12" y="5"/>
                  </a:cubicBezTo>
                  <a:cubicBezTo>
                    <a:pt x="6" y="7"/>
                    <a:pt x="0" y="10"/>
                    <a:pt x="0" y="10"/>
                  </a:cubicBezTo>
                  <a:cubicBezTo>
                    <a:pt x="0" y="10"/>
                    <a:pt x="4" y="8"/>
                    <a:pt x="10" y="5"/>
                  </a:cubicBezTo>
                  <a:cubicBezTo>
                    <a:pt x="16" y="2"/>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5" name="Freeform 1754">
              <a:extLst>
                <a:ext uri="{FF2B5EF4-FFF2-40B4-BE49-F238E27FC236}">
                  <a16:creationId xmlns:a16="http://schemas.microsoft.com/office/drawing/2014/main" id="{43E86FB9-B59F-04D1-F289-EBAAB274BBED}"/>
                </a:ext>
              </a:extLst>
            </p:cNvPr>
            <p:cNvSpPr>
              <a:spLocks/>
            </p:cNvSpPr>
            <p:nvPr/>
          </p:nvSpPr>
          <p:spPr bwMode="auto">
            <a:xfrm rot="5094805">
              <a:off x="1582084" y="4688365"/>
              <a:ext cx="57124" cy="22850"/>
            </a:xfrm>
            <a:custGeom>
              <a:avLst/>
              <a:gdLst>
                <a:gd name="T0" fmla="*/ 22 w 23"/>
                <a:gd name="T1" fmla="*/ 0 h 10"/>
                <a:gd name="T2" fmla="*/ 12 w 23"/>
                <a:gd name="T3" fmla="*/ 5 h 10"/>
                <a:gd name="T4" fmla="*/ 1 w 23"/>
                <a:gd name="T5" fmla="*/ 10 h 10"/>
                <a:gd name="T6" fmla="*/ 10 w 23"/>
                <a:gd name="T7" fmla="*/ 5 h 10"/>
                <a:gd name="T8" fmla="*/ 22 w 23"/>
                <a:gd name="T9" fmla="*/ 0 h 10"/>
              </a:gdLst>
              <a:ahLst/>
              <a:cxnLst>
                <a:cxn ang="0">
                  <a:pos x="T0" y="T1"/>
                </a:cxn>
                <a:cxn ang="0">
                  <a:pos x="T2" y="T3"/>
                </a:cxn>
                <a:cxn ang="0">
                  <a:pos x="T4" y="T5"/>
                </a:cxn>
                <a:cxn ang="0">
                  <a:pos x="T6" y="T7"/>
                </a:cxn>
                <a:cxn ang="0">
                  <a:pos x="T8" y="T9"/>
                </a:cxn>
              </a:cxnLst>
              <a:rect l="0" t="0" r="r" b="b"/>
              <a:pathLst>
                <a:path w="23" h="10">
                  <a:moveTo>
                    <a:pt x="22" y="0"/>
                  </a:moveTo>
                  <a:cubicBezTo>
                    <a:pt x="23" y="0"/>
                    <a:pt x="18" y="2"/>
                    <a:pt x="12" y="5"/>
                  </a:cubicBezTo>
                  <a:cubicBezTo>
                    <a:pt x="6" y="7"/>
                    <a:pt x="1" y="10"/>
                    <a:pt x="1" y="10"/>
                  </a:cubicBezTo>
                  <a:cubicBezTo>
                    <a:pt x="0" y="10"/>
                    <a:pt x="5" y="8"/>
                    <a:pt x="10" y="5"/>
                  </a:cubicBezTo>
                  <a:cubicBezTo>
                    <a:pt x="16" y="3"/>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6" name="Freeform 1755">
              <a:extLst>
                <a:ext uri="{FF2B5EF4-FFF2-40B4-BE49-F238E27FC236}">
                  <a16:creationId xmlns:a16="http://schemas.microsoft.com/office/drawing/2014/main" id="{AF993364-BBF5-3D28-09BF-0E726BD7323A}"/>
                </a:ext>
              </a:extLst>
            </p:cNvPr>
            <p:cNvSpPr>
              <a:spLocks/>
            </p:cNvSpPr>
            <p:nvPr/>
          </p:nvSpPr>
          <p:spPr bwMode="auto">
            <a:xfrm rot="5094805">
              <a:off x="1686736" y="4870808"/>
              <a:ext cx="52554" cy="25135"/>
            </a:xfrm>
            <a:custGeom>
              <a:avLst/>
              <a:gdLst>
                <a:gd name="T0" fmla="*/ 21 w 21"/>
                <a:gd name="T1" fmla="*/ 0 h 10"/>
                <a:gd name="T2" fmla="*/ 11 w 21"/>
                <a:gd name="T3" fmla="*/ 5 h 10"/>
                <a:gd name="T4" fmla="*/ 0 w 21"/>
                <a:gd name="T5" fmla="*/ 10 h 10"/>
                <a:gd name="T6" fmla="*/ 11 w 21"/>
                <a:gd name="T7" fmla="*/ 5 h 10"/>
                <a:gd name="T8" fmla="*/ 21 w 21"/>
                <a:gd name="T9" fmla="*/ 0 h 10"/>
              </a:gdLst>
              <a:ahLst/>
              <a:cxnLst>
                <a:cxn ang="0">
                  <a:pos x="T0" y="T1"/>
                </a:cxn>
                <a:cxn ang="0">
                  <a:pos x="T2" y="T3"/>
                </a:cxn>
                <a:cxn ang="0">
                  <a:pos x="T4" y="T5"/>
                </a:cxn>
                <a:cxn ang="0">
                  <a:pos x="T6" y="T7"/>
                </a:cxn>
                <a:cxn ang="0">
                  <a:pos x="T8" y="T9"/>
                </a:cxn>
              </a:cxnLst>
              <a:rect l="0" t="0" r="r" b="b"/>
              <a:pathLst>
                <a:path w="21" h="10">
                  <a:moveTo>
                    <a:pt x="21" y="0"/>
                  </a:moveTo>
                  <a:cubicBezTo>
                    <a:pt x="21" y="0"/>
                    <a:pt x="17" y="2"/>
                    <a:pt x="11" y="5"/>
                  </a:cubicBezTo>
                  <a:cubicBezTo>
                    <a:pt x="5" y="8"/>
                    <a:pt x="0" y="10"/>
                    <a:pt x="0" y="10"/>
                  </a:cubicBezTo>
                  <a:cubicBezTo>
                    <a:pt x="0" y="10"/>
                    <a:pt x="5" y="8"/>
                    <a:pt x="11" y="5"/>
                  </a:cubicBezTo>
                  <a:cubicBezTo>
                    <a:pt x="16" y="3"/>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7" name="Freeform 1756">
              <a:extLst>
                <a:ext uri="{FF2B5EF4-FFF2-40B4-BE49-F238E27FC236}">
                  <a16:creationId xmlns:a16="http://schemas.microsoft.com/office/drawing/2014/main" id="{E027875E-6E7A-9110-8308-F8269C83EE7F}"/>
                </a:ext>
              </a:extLst>
            </p:cNvPr>
            <p:cNvSpPr>
              <a:spLocks/>
            </p:cNvSpPr>
            <p:nvPr/>
          </p:nvSpPr>
          <p:spPr bwMode="auto">
            <a:xfrm rot="5094805">
              <a:off x="1782266" y="5055941"/>
              <a:ext cx="57124" cy="22850"/>
            </a:xfrm>
            <a:custGeom>
              <a:avLst/>
              <a:gdLst>
                <a:gd name="T0" fmla="*/ 22 w 23"/>
                <a:gd name="T1" fmla="*/ 0 h 9"/>
                <a:gd name="T2" fmla="*/ 12 w 23"/>
                <a:gd name="T3" fmla="*/ 4 h 9"/>
                <a:gd name="T4" fmla="*/ 0 w 23"/>
                <a:gd name="T5" fmla="*/ 9 h 9"/>
                <a:gd name="T6" fmla="*/ 10 w 23"/>
                <a:gd name="T7" fmla="*/ 5 h 9"/>
                <a:gd name="T8" fmla="*/ 22 w 23"/>
                <a:gd name="T9" fmla="*/ 0 h 9"/>
              </a:gdLst>
              <a:ahLst/>
              <a:cxnLst>
                <a:cxn ang="0">
                  <a:pos x="T0" y="T1"/>
                </a:cxn>
                <a:cxn ang="0">
                  <a:pos x="T2" y="T3"/>
                </a:cxn>
                <a:cxn ang="0">
                  <a:pos x="T4" y="T5"/>
                </a:cxn>
                <a:cxn ang="0">
                  <a:pos x="T6" y="T7"/>
                </a:cxn>
                <a:cxn ang="0">
                  <a:pos x="T8" y="T9"/>
                </a:cxn>
              </a:cxnLst>
              <a:rect l="0" t="0" r="r" b="b"/>
              <a:pathLst>
                <a:path w="23" h="9">
                  <a:moveTo>
                    <a:pt x="22" y="0"/>
                  </a:moveTo>
                  <a:cubicBezTo>
                    <a:pt x="23" y="0"/>
                    <a:pt x="18" y="2"/>
                    <a:pt x="12" y="4"/>
                  </a:cubicBezTo>
                  <a:cubicBezTo>
                    <a:pt x="6" y="7"/>
                    <a:pt x="1" y="9"/>
                    <a:pt x="0" y="9"/>
                  </a:cubicBezTo>
                  <a:cubicBezTo>
                    <a:pt x="0" y="9"/>
                    <a:pt x="5" y="7"/>
                    <a:pt x="10" y="5"/>
                  </a:cubicBezTo>
                  <a:cubicBezTo>
                    <a:pt x="16" y="3"/>
                    <a:pt x="22" y="1"/>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8" name="Freeform 1757">
              <a:extLst>
                <a:ext uri="{FF2B5EF4-FFF2-40B4-BE49-F238E27FC236}">
                  <a16:creationId xmlns:a16="http://schemas.microsoft.com/office/drawing/2014/main" id="{556A4D9F-5EB2-B92E-AD27-AFC70588776D}"/>
                </a:ext>
              </a:extLst>
            </p:cNvPr>
            <p:cNvSpPr>
              <a:spLocks/>
            </p:cNvSpPr>
            <p:nvPr/>
          </p:nvSpPr>
          <p:spPr bwMode="auto">
            <a:xfrm rot="5094805">
              <a:off x="1870976" y="5241884"/>
              <a:ext cx="57124" cy="20565"/>
            </a:xfrm>
            <a:custGeom>
              <a:avLst/>
              <a:gdLst>
                <a:gd name="T0" fmla="*/ 10 w 23"/>
                <a:gd name="T1" fmla="*/ 5 h 8"/>
                <a:gd name="T2" fmla="*/ 22 w 23"/>
                <a:gd name="T3" fmla="*/ 0 h 8"/>
                <a:gd name="T4" fmla="*/ 13 w 23"/>
                <a:gd name="T5" fmla="*/ 3 h 8"/>
                <a:gd name="T6" fmla="*/ 0 w 23"/>
                <a:gd name="T7" fmla="*/ 8 h 8"/>
                <a:gd name="T8" fmla="*/ 10 w 23"/>
                <a:gd name="T9" fmla="*/ 5 h 8"/>
              </a:gdLst>
              <a:ahLst/>
              <a:cxnLst>
                <a:cxn ang="0">
                  <a:pos x="T0" y="T1"/>
                </a:cxn>
                <a:cxn ang="0">
                  <a:pos x="T2" y="T3"/>
                </a:cxn>
                <a:cxn ang="0">
                  <a:pos x="T4" y="T5"/>
                </a:cxn>
                <a:cxn ang="0">
                  <a:pos x="T6" y="T7"/>
                </a:cxn>
                <a:cxn ang="0">
                  <a:pos x="T8" y="T9"/>
                </a:cxn>
              </a:cxnLst>
              <a:rect l="0" t="0" r="r" b="b"/>
              <a:pathLst>
                <a:path w="23" h="8">
                  <a:moveTo>
                    <a:pt x="10" y="5"/>
                  </a:moveTo>
                  <a:cubicBezTo>
                    <a:pt x="15" y="3"/>
                    <a:pt x="21" y="1"/>
                    <a:pt x="22" y="0"/>
                  </a:cubicBezTo>
                  <a:cubicBezTo>
                    <a:pt x="23" y="0"/>
                    <a:pt x="19" y="1"/>
                    <a:pt x="13" y="3"/>
                  </a:cubicBezTo>
                  <a:cubicBezTo>
                    <a:pt x="7" y="6"/>
                    <a:pt x="1" y="8"/>
                    <a:pt x="0" y="8"/>
                  </a:cubicBezTo>
                  <a:cubicBezTo>
                    <a:pt x="0" y="8"/>
                    <a:pt x="4" y="7"/>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9" name="Freeform 1758">
              <a:extLst>
                <a:ext uri="{FF2B5EF4-FFF2-40B4-BE49-F238E27FC236}">
                  <a16:creationId xmlns:a16="http://schemas.microsoft.com/office/drawing/2014/main" id="{CCD42D28-3FC6-3C7F-F168-7FA30B9A8437}"/>
                </a:ext>
              </a:extLst>
            </p:cNvPr>
            <p:cNvSpPr>
              <a:spLocks/>
            </p:cNvSpPr>
            <p:nvPr/>
          </p:nvSpPr>
          <p:spPr bwMode="auto">
            <a:xfrm rot="5094805">
              <a:off x="1953062" y="5430710"/>
              <a:ext cx="57124" cy="18280"/>
            </a:xfrm>
            <a:custGeom>
              <a:avLst/>
              <a:gdLst>
                <a:gd name="T0" fmla="*/ 10 w 23"/>
                <a:gd name="T1" fmla="*/ 5 h 8"/>
                <a:gd name="T2" fmla="*/ 22 w 23"/>
                <a:gd name="T3" fmla="*/ 1 h 8"/>
                <a:gd name="T4" fmla="*/ 13 w 23"/>
                <a:gd name="T5" fmla="*/ 3 h 8"/>
                <a:gd name="T6" fmla="*/ 0 w 23"/>
                <a:gd name="T7" fmla="*/ 7 h 8"/>
                <a:gd name="T8" fmla="*/ 10 w 23"/>
                <a:gd name="T9" fmla="*/ 5 h 8"/>
              </a:gdLst>
              <a:ahLst/>
              <a:cxnLst>
                <a:cxn ang="0">
                  <a:pos x="T0" y="T1"/>
                </a:cxn>
                <a:cxn ang="0">
                  <a:pos x="T2" y="T3"/>
                </a:cxn>
                <a:cxn ang="0">
                  <a:pos x="T4" y="T5"/>
                </a:cxn>
                <a:cxn ang="0">
                  <a:pos x="T6" y="T7"/>
                </a:cxn>
                <a:cxn ang="0">
                  <a:pos x="T8" y="T9"/>
                </a:cxn>
              </a:cxnLst>
              <a:rect l="0" t="0" r="r" b="b"/>
              <a:pathLst>
                <a:path w="23" h="8">
                  <a:moveTo>
                    <a:pt x="10" y="5"/>
                  </a:moveTo>
                  <a:cubicBezTo>
                    <a:pt x="15" y="3"/>
                    <a:pt x="21" y="1"/>
                    <a:pt x="22" y="1"/>
                  </a:cubicBezTo>
                  <a:cubicBezTo>
                    <a:pt x="23" y="0"/>
                    <a:pt x="19" y="1"/>
                    <a:pt x="13" y="3"/>
                  </a:cubicBezTo>
                  <a:cubicBezTo>
                    <a:pt x="7" y="5"/>
                    <a:pt x="1" y="7"/>
                    <a:pt x="0" y="7"/>
                  </a:cubicBezTo>
                  <a:cubicBezTo>
                    <a:pt x="0" y="8"/>
                    <a:pt x="4" y="6"/>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0" name="Freeform 1759">
              <a:extLst>
                <a:ext uri="{FF2B5EF4-FFF2-40B4-BE49-F238E27FC236}">
                  <a16:creationId xmlns:a16="http://schemas.microsoft.com/office/drawing/2014/main" id="{85BEFC0C-7F74-6971-38BB-63D6957C9EB7}"/>
                </a:ext>
              </a:extLst>
            </p:cNvPr>
            <p:cNvSpPr>
              <a:spLocks/>
            </p:cNvSpPr>
            <p:nvPr/>
          </p:nvSpPr>
          <p:spPr bwMode="auto">
            <a:xfrm rot="5094805">
              <a:off x="2023565" y="5618274"/>
              <a:ext cx="57124" cy="15995"/>
            </a:xfrm>
            <a:custGeom>
              <a:avLst/>
              <a:gdLst>
                <a:gd name="T0" fmla="*/ 10 w 23"/>
                <a:gd name="T1" fmla="*/ 4 h 6"/>
                <a:gd name="T2" fmla="*/ 22 w 23"/>
                <a:gd name="T3" fmla="*/ 0 h 6"/>
                <a:gd name="T4" fmla="*/ 13 w 23"/>
                <a:gd name="T5" fmla="*/ 2 h 6"/>
                <a:gd name="T6" fmla="*/ 0 w 23"/>
                <a:gd name="T7" fmla="*/ 6 h 6"/>
                <a:gd name="T8" fmla="*/ 10 w 23"/>
                <a:gd name="T9" fmla="*/ 4 h 6"/>
              </a:gdLst>
              <a:ahLst/>
              <a:cxnLst>
                <a:cxn ang="0">
                  <a:pos x="T0" y="T1"/>
                </a:cxn>
                <a:cxn ang="0">
                  <a:pos x="T2" y="T3"/>
                </a:cxn>
                <a:cxn ang="0">
                  <a:pos x="T4" y="T5"/>
                </a:cxn>
                <a:cxn ang="0">
                  <a:pos x="T6" y="T7"/>
                </a:cxn>
                <a:cxn ang="0">
                  <a:pos x="T8" y="T9"/>
                </a:cxn>
              </a:cxnLst>
              <a:rect l="0" t="0" r="r" b="b"/>
              <a:pathLst>
                <a:path w="23" h="6">
                  <a:moveTo>
                    <a:pt x="10" y="4"/>
                  </a:moveTo>
                  <a:cubicBezTo>
                    <a:pt x="16" y="2"/>
                    <a:pt x="21" y="1"/>
                    <a:pt x="22" y="0"/>
                  </a:cubicBezTo>
                  <a:cubicBezTo>
                    <a:pt x="23" y="0"/>
                    <a:pt x="19" y="1"/>
                    <a:pt x="13" y="2"/>
                  </a:cubicBezTo>
                  <a:cubicBezTo>
                    <a:pt x="7" y="4"/>
                    <a:pt x="1" y="5"/>
                    <a:pt x="0" y="6"/>
                  </a:cubicBezTo>
                  <a:cubicBezTo>
                    <a:pt x="0" y="6"/>
                    <a:pt x="4" y="5"/>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1" name="Freeform 1760">
              <a:extLst>
                <a:ext uri="{FF2B5EF4-FFF2-40B4-BE49-F238E27FC236}">
                  <a16:creationId xmlns:a16="http://schemas.microsoft.com/office/drawing/2014/main" id="{795FD3F5-CB3C-CA02-2CEC-05017D179494}"/>
                </a:ext>
              </a:extLst>
            </p:cNvPr>
            <p:cNvSpPr>
              <a:spLocks/>
            </p:cNvSpPr>
            <p:nvPr/>
          </p:nvSpPr>
          <p:spPr bwMode="auto">
            <a:xfrm rot="5094805">
              <a:off x="2083931" y="5810274"/>
              <a:ext cx="54839" cy="9140"/>
            </a:xfrm>
            <a:custGeom>
              <a:avLst/>
              <a:gdLst>
                <a:gd name="T0" fmla="*/ 22 w 22"/>
                <a:gd name="T1" fmla="*/ 0 h 4"/>
                <a:gd name="T2" fmla="*/ 11 w 22"/>
                <a:gd name="T3" fmla="*/ 1 h 4"/>
                <a:gd name="T4" fmla="*/ 0 w 22"/>
                <a:gd name="T5" fmla="*/ 4 h 4"/>
                <a:gd name="T6" fmla="*/ 11 w 22"/>
                <a:gd name="T7" fmla="*/ 2 h 4"/>
                <a:gd name="T8" fmla="*/ 22 w 22"/>
                <a:gd name="T9" fmla="*/ 0 h 4"/>
              </a:gdLst>
              <a:ahLst/>
              <a:cxnLst>
                <a:cxn ang="0">
                  <a:pos x="T0" y="T1"/>
                </a:cxn>
                <a:cxn ang="0">
                  <a:pos x="T2" y="T3"/>
                </a:cxn>
                <a:cxn ang="0">
                  <a:pos x="T4" y="T5"/>
                </a:cxn>
                <a:cxn ang="0">
                  <a:pos x="T6" y="T7"/>
                </a:cxn>
                <a:cxn ang="0">
                  <a:pos x="T8" y="T9"/>
                </a:cxn>
              </a:cxnLst>
              <a:rect l="0" t="0" r="r" b="b"/>
              <a:pathLst>
                <a:path w="22" h="4">
                  <a:moveTo>
                    <a:pt x="22" y="0"/>
                  </a:moveTo>
                  <a:cubicBezTo>
                    <a:pt x="22" y="0"/>
                    <a:pt x="17" y="0"/>
                    <a:pt x="11" y="1"/>
                  </a:cubicBezTo>
                  <a:cubicBezTo>
                    <a:pt x="5" y="3"/>
                    <a:pt x="0" y="4"/>
                    <a:pt x="0" y="4"/>
                  </a:cubicBezTo>
                  <a:cubicBezTo>
                    <a:pt x="0" y="4"/>
                    <a:pt x="5" y="3"/>
                    <a:pt x="11" y="2"/>
                  </a:cubicBezTo>
                  <a:cubicBezTo>
                    <a:pt x="17" y="1"/>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2" name="Freeform 1761">
              <a:extLst>
                <a:ext uri="{FF2B5EF4-FFF2-40B4-BE49-F238E27FC236}">
                  <a16:creationId xmlns:a16="http://schemas.microsoft.com/office/drawing/2014/main" id="{D03A4D8E-7566-E366-8E16-CCBA4C42BC7C}"/>
                </a:ext>
              </a:extLst>
            </p:cNvPr>
            <p:cNvSpPr>
              <a:spLocks/>
            </p:cNvSpPr>
            <p:nvPr/>
          </p:nvSpPr>
          <p:spPr bwMode="auto">
            <a:xfrm rot="5094805">
              <a:off x="2130836" y="6003278"/>
              <a:ext cx="57124" cy="6855"/>
            </a:xfrm>
            <a:custGeom>
              <a:avLst/>
              <a:gdLst>
                <a:gd name="T0" fmla="*/ 22 w 23"/>
                <a:gd name="T1" fmla="*/ 1 h 3"/>
                <a:gd name="T2" fmla="*/ 12 w 23"/>
                <a:gd name="T3" fmla="*/ 1 h 3"/>
                <a:gd name="T4" fmla="*/ 0 w 23"/>
                <a:gd name="T5" fmla="*/ 3 h 3"/>
                <a:gd name="T6" fmla="*/ 11 w 23"/>
                <a:gd name="T7" fmla="*/ 2 h 3"/>
                <a:gd name="T8" fmla="*/ 22 w 23"/>
                <a:gd name="T9" fmla="*/ 1 h 3"/>
              </a:gdLst>
              <a:ahLst/>
              <a:cxnLst>
                <a:cxn ang="0">
                  <a:pos x="T0" y="T1"/>
                </a:cxn>
                <a:cxn ang="0">
                  <a:pos x="T2" y="T3"/>
                </a:cxn>
                <a:cxn ang="0">
                  <a:pos x="T4" y="T5"/>
                </a:cxn>
                <a:cxn ang="0">
                  <a:pos x="T6" y="T7"/>
                </a:cxn>
                <a:cxn ang="0">
                  <a:pos x="T8" y="T9"/>
                </a:cxn>
              </a:cxnLst>
              <a:rect l="0" t="0" r="r" b="b"/>
              <a:pathLst>
                <a:path w="23" h="3">
                  <a:moveTo>
                    <a:pt x="22" y="1"/>
                  </a:moveTo>
                  <a:cubicBezTo>
                    <a:pt x="23" y="0"/>
                    <a:pt x="18" y="1"/>
                    <a:pt x="12" y="1"/>
                  </a:cubicBezTo>
                  <a:cubicBezTo>
                    <a:pt x="6" y="2"/>
                    <a:pt x="1" y="3"/>
                    <a:pt x="0" y="3"/>
                  </a:cubicBezTo>
                  <a:cubicBezTo>
                    <a:pt x="0" y="3"/>
                    <a:pt x="5" y="3"/>
                    <a:pt x="11" y="2"/>
                  </a:cubicBezTo>
                  <a:cubicBezTo>
                    <a:pt x="16" y="2"/>
                    <a:pt x="22" y="1"/>
                    <a:pt x="2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3" name="Freeform 1762">
              <a:extLst>
                <a:ext uri="{FF2B5EF4-FFF2-40B4-BE49-F238E27FC236}">
                  <a16:creationId xmlns:a16="http://schemas.microsoft.com/office/drawing/2014/main" id="{E095EC58-741C-D6DE-0F46-8BF9E75A8E4B}"/>
                </a:ext>
              </a:extLst>
            </p:cNvPr>
            <p:cNvSpPr>
              <a:spLocks/>
            </p:cNvSpPr>
            <p:nvPr/>
          </p:nvSpPr>
          <p:spPr bwMode="auto">
            <a:xfrm rot="5094805">
              <a:off x="2162850" y="6194276"/>
              <a:ext cx="57124" cy="9140"/>
            </a:xfrm>
            <a:custGeom>
              <a:avLst/>
              <a:gdLst>
                <a:gd name="T0" fmla="*/ 10 w 23"/>
                <a:gd name="T1" fmla="*/ 2 h 3"/>
                <a:gd name="T2" fmla="*/ 22 w 23"/>
                <a:gd name="T3" fmla="*/ 1 h 3"/>
                <a:gd name="T4" fmla="*/ 12 w 23"/>
                <a:gd name="T5" fmla="*/ 1 h 3"/>
                <a:gd name="T6" fmla="*/ 0 w 23"/>
                <a:gd name="T7" fmla="*/ 2 h 3"/>
                <a:gd name="T8" fmla="*/ 10 w 23"/>
                <a:gd name="T9" fmla="*/ 2 h 3"/>
              </a:gdLst>
              <a:ahLst/>
              <a:cxnLst>
                <a:cxn ang="0">
                  <a:pos x="T0" y="T1"/>
                </a:cxn>
                <a:cxn ang="0">
                  <a:pos x="T2" y="T3"/>
                </a:cxn>
                <a:cxn ang="0">
                  <a:pos x="T4" y="T5"/>
                </a:cxn>
                <a:cxn ang="0">
                  <a:pos x="T6" y="T7"/>
                </a:cxn>
                <a:cxn ang="0">
                  <a:pos x="T8" y="T9"/>
                </a:cxn>
              </a:cxnLst>
              <a:rect l="0" t="0" r="r" b="b"/>
              <a:pathLst>
                <a:path w="23" h="3">
                  <a:moveTo>
                    <a:pt x="10" y="2"/>
                  </a:moveTo>
                  <a:cubicBezTo>
                    <a:pt x="16" y="1"/>
                    <a:pt x="21" y="1"/>
                    <a:pt x="22" y="1"/>
                  </a:cubicBezTo>
                  <a:cubicBezTo>
                    <a:pt x="23" y="0"/>
                    <a:pt x="19" y="1"/>
                    <a:pt x="12" y="1"/>
                  </a:cubicBezTo>
                  <a:cubicBezTo>
                    <a:pt x="6" y="2"/>
                    <a:pt x="1" y="2"/>
                    <a:pt x="0" y="2"/>
                  </a:cubicBezTo>
                  <a:cubicBezTo>
                    <a:pt x="0" y="3"/>
                    <a:pt x="4" y="2"/>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4" name="Freeform 1763">
              <a:extLst>
                <a:ext uri="{FF2B5EF4-FFF2-40B4-BE49-F238E27FC236}">
                  <a16:creationId xmlns:a16="http://schemas.microsoft.com/office/drawing/2014/main" id="{D109225A-D675-0660-5FA7-64C07E1912E1}"/>
                </a:ext>
              </a:extLst>
            </p:cNvPr>
            <p:cNvSpPr>
              <a:spLocks/>
            </p:cNvSpPr>
            <p:nvPr/>
          </p:nvSpPr>
          <p:spPr bwMode="auto">
            <a:xfrm rot="5094805">
              <a:off x="2202733" y="6385815"/>
              <a:ext cx="54839" cy="6855"/>
            </a:xfrm>
            <a:custGeom>
              <a:avLst/>
              <a:gdLst>
                <a:gd name="T0" fmla="*/ 11 w 22"/>
                <a:gd name="T1" fmla="*/ 2 h 3"/>
                <a:gd name="T2" fmla="*/ 0 w 22"/>
                <a:gd name="T3" fmla="*/ 3 h 3"/>
                <a:gd name="T4" fmla="*/ 11 w 22"/>
                <a:gd name="T5" fmla="*/ 2 h 3"/>
                <a:gd name="T6" fmla="*/ 22 w 22"/>
                <a:gd name="T7" fmla="*/ 0 h 3"/>
                <a:gd name="T8" fmla="*/ 11 w 22"/>
                <a:gd name="T9" fmla="*/ 2 h 3"/>
              </a:gdLst>
              <a:ahLst/>
              <a:cxnLst>
                <a:cxn ang="0">
                  <a:pos x="T0" y="T1"/>
                </a:cxn>
                <a:cxn ang="0">
                  <a:pos x="T2" y="T3"/>
                </a:cxn>
                <a:cxn ang="0">
                  <a:pos x="T4" y="T5"/>
                </a:cxn>
                <a:cxn ang="0">
                  <a:pos x="T6" y="T7"/>
                </a:cxn>
                <a:cxn ang="0">
                  <a:pos x="T8" y="T9"/>
                </a:cxn>
              </a:cxnLst>
              <a:rect l="0" t="0" r="r" b="b"/>
              <a:pathLst>
                <a:path w="22" h="3">
                  <a:moveTo>
                    <a:pt x="11" y="2"/>
                  </a:moveTo>
                  <a:cubicBezTo>
                    <a:pt x="5" y="3"/>
                    <a:pt x="0" y="3"/>
                    <a:pt x="0" y="3"/>
                  </a:cubicBezTo>
                  <a:cubicBezTo>
                    <a:pt x="0" y="3"/>
                    <a:pt x="5" y="3"/>
                    <a:pt x="11" y="2"/>
                  </a:cubicBezTo>
                  <a:cubicBezTo>
                    <a:pt x="17" y="1"/>
                    <a:pt x="22" y="0"/>
                    <a:pt x="22" y="0"/>
                  </a:cubicBezTo>
                  <a:cubicBezTo>
                    <a:pt x="22" y="0"/>
                    <a:pt x="18"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5" name="Freeform 1764">
              <a:extLst>
                <a:ext uri="{FF2B5EF4-FFF2-40B4-BE49-F238E27FC236}">
                  <a16:creationId xmlns:a16="http://schemas.microsoft.com/office/drawing/2014/main" id="{D59E0326-79C8-A0CC-71FD-A9AB9289990E}"/>
                </a:ext>
              </a:extLst>
            </p:cNvPr>
            <p:cNvSpPr>
              <a:spLocks/>
            </p:cNvSpPr>
            <p:nvPr/>
          </p:nvSpPr>
          <p:spPr bwMode="auto">
            <a:xfrm rot="5094805">
              <a:off x="2251922" y="6576533"/>
              <a:ext cx="52554" cy="9140"/>
            </a:xfrm>
            <a:custGeom>
              <a:avLst/>
              <a:gdLst>
                <a:gd name="T0" fmla="*/ 22 w 22"/>
                <a:gd name="T1" fmla="*/ 0 h 4"/>
                <a:gd name="T2" fmla="*/ 11 w 22"/>
                <a:gd name="T3" fmla="*/ 2 h 4"/>
                <a:gd name="T4" fmla="*/ 0 w 22"/>
                <a:gd name="T5" fmla="*/ 4 h 4"/>
                <a:gd name="T6" fmla="*/ 11 w 22"/>
                <a:gd name="T7" fmla="*/ 2 h 4"/>
                <a:gd name="T8" fmla="*/ 22 w 22"/>
                <a:gd name="T9" fmla="*/ 0 h 4"/>
              </a:gdLst>
              <a:ahLst/>
              <a:cxnLst>
                <a:cxn ang="0">
                  <a:pos x="T0" y="T1"/>
                </a:cxn>
                <a:cxn ang="0">
                  <a:pos x="T2" y="T3"/>
                </a:cxn>
                <a:cxn ang="0">
                  <a:pos x="T4" y="T5"/>
                </a:cxn>
                <a:cxn ang="0">
                  <a:pos x="T6" y="T7"/>
                </a:cxn>
                <a:cxn ang="0">
                  <a:pos x="T8" y="T9"/>
                </a:cxn>
              </a:cxnLst>
              <a:rect l="0" t="0" r="r" b="b"/>
              <a:pathLst>
                <a:path w="22" h="4">
                  <a:moveTo>
                    <a:pt x="22" y="0"/>
                  </a:moveTo>
                  <a:cubicBezTo>
                    <a:pt x="22" y="0"/>
                    <a:pt x="17" y="1"/>
                    <a:pt x="11" y="2"/>
                  </a:cubicBezTo>
                  <a:cubicBezTo>
                    <a:pt x="5" y="3"/>
                    <a:pt x="0" y="4"/>
                    <a:pt x="0" y="4"/>
                  </a:cubicBezTo>
                  <a:cubicBezTo>
                    <a:pt x="0" y="4"/>
                    <a:pt x="5" y="3"/>
                    <a:pt x="11" y="2"/>
                  </a:cubicBezTo>
                  <a:cubicBezTo>
                    <a:pt x="17" y="0"/>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6" name="Freeform 1765">
              <a:extLst>
                <a:ext uri="{FF2B5EF4-FFF2-40B4-BE49-F238E27FC236}">
                  <a16:creationId xmlns:a16="http://schemas.microsoft.com/office/drawing/2014/main" id="{2A8AE5C5-EB17-F9A7-2E8F-0D4E29E6ABA2}"/>
                </a:ext>
              </a:extLst>
            </p:cNvPr>
            <p:cNvSpPr>
              <a:spLocks/>
            </p:cNvSpPr>
            <p:nvPr/>
          </p:nvSpPr>
          <p:spPr bwMode="auto">
            <a:xfrm rot="5094805">
              <a:off x="2310207" y="6763954"/>
              <a:ext cx="54839" cy="15995"/>
            </a:xfrm>
            <a:custGeom>
              <a:avLst/>
              <a:gdLst>
                <a:gd name="T0" fmla="*/ 11 w 22"/>
                <a:gd name="T1" fmla="*/ 4 h 6"/>
                <a:gd name="T2" fmla="*/ 0 w 22"/>
                <a:gd name="T3" fmla="*/ 5 h 6"/>
                <a:gd name="T4" fmla="*/ 10 w 22"/>
                <a:gd name="T5" fmla="*/ 2 h 6"/>
                <a:gd name="T6" fmla="*/ 22 w 22"/>
                <a:gd name="T7" fmla="*/ 0 h 6"/>
                <a:gd name="T8" fmla="*/ 11 w 22"/>
                <a:gd name="T9" fmla="*/ 4 h 6"/>
              </a:gdLst>
              <a:ahLst/>
              <a:cxnLst>
                <a:cxn ang="0">
                  <a:pos x="T0" y="T1"/>
                </a:cxn>
                <a:cxn ang="0">
                  <a:pos x="T2" y="T3"/>
                </a:cxn>
                <a:cxn ang="0">
                  <a:pos x="T4" y="T5"/>
                </a:cxn>
                <a:cxn ang="0">
                  <a:pos x="T6" y="T7"/>
                </a:cxn>
                <a:cxn ang="0">
                  <a:pos x="T8" y="T9"/>
                </a:cxn>
              </a:cxnLst>
              <a:rect l="0" t="0" r="r" b="b"/>
              <a:pathLst>
                <a:path w="22" h="6">
                  <a:moveTo>
                    <a:pt x="11" y="4"/>
                  </a:moveTo>
                  <a:cubicBezTo>
                    <a:pt x="5" y="5"/>
                    <a:pt x="0" y="6"/>
                    <a:pt x="0" y="5"/>
                  </a:cubicBezTo>
                  <a:cubicBezTo>
                    <a:pt x="0" y="5"/>
                    <a:pt x="5" y="4"/>
                    <a:pt x="10" y="2"/>
                  </a:cubicBezTo>
                  <a:cubicBezTo>
                    <a:pt x="16" y="1"/>
                    <a:pt x="21" y="0"/>
                    <a:pt x="22" y="0"/>
                  </a:cubicBezTo>
                  <a:cubicBezTo>
                    <a:pt x="22" y="1"/>
                    <a:pt x="17" y="2"/>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7" name="Freeform 1767">
              <a:extLst>
                <a:ext uri="{FF2B5EF4-FFF2-40B4-BE49-F238E27FC236}">
                  <a16:creationId xmlns:a16="http://schemas.microsoft.com/office/drawing/2014/main" id="{923D4A12-75C5-8804-DCA3-7B5D4A85F8BE}"/>
                </a:ext>
              </a:extLst>
            </p:cNvPr>
            <p:cNvSpPr>
              <a:spLocks/>
            </p:cNvSpPr>
            <p:nvPr/>
          </p:nvSpPr>
          <p:spPr bwMode="auto">
            <a:xfrm rot="5094805">
              <a:off x="596877" y="1764024"/>
              <a:ext cx="57124" cy="22850"/>
            </a:xfrm>
            <a:custGeom>
              <a:avLst/>
              <a:gdLst>
                <a:gd name="T0" fmla="*/ 22 w 23"/>
                <a:gd name="T1" fmla="*/ 7 h 9"/>
                <a:gd name="T2" fmla="*/ 12 w 23"/>
                <a:gd name="T3" fmla="*/ 7 h 9"/>
                <a:gd name="T4" fmla="*/ 1 w 23"/>
                <a:gd name="T5" fmla="*/ 2 h 9"/>
                <a:gd name="T6" fmla="*/ 10 w 23"/>
                <a:gd name="T7" fmla="*/ 1 h 9"/>
                <a:gd name="T8" fmla="*/ 22 w 23"/>
                <a:gd name="T9" fmla="*/ 7 h 9"/>
              </a:gdLst>
              <a:ahLst/>
              <a:cxnLst>
                <a:cxn ang="0">
                  <a:pos x="T0" y="T1"/>
                </a:cxn>
                <a:cxn ang="0">
                  <a:pos x="T2" y="T3"/>
                </a:cxn>
                <a:cxn ang="0">
                  <a:pos x="T4" y="T5"/>
                </a:cxn>
                <a:cxn ang="0">
                  <a:pos x="T6" y="T7"/>
                </a:cxn>
                <a:cxn ang="0">
                  <a:pos x="T8" y="T9"/>
                </a:cxn>
              </a:cxnLst>
              <a:rect l="0" t="0" r="r" b="b"/>
              <a:pathLst>
                <a:path w="23" h="9">
                  <a:moveTo>
                    <a:pt x="22" y="7"/>
                  </a:moveTo>
                  <a:cubicBezTo>
                    <a:pt x="23" y="8"/>
                    <a:pt x="18" y="9"/>
                    <a:pt x="12" y="7"/>
                  </a:cubicBezTo>
                  <a:cubicBezTo>
                    <a:pt x="7" y="6"/>
                    <a:pt x="2" y="4"/>
                    <a:pt x="1" y="2"/>
                  </a:cubicBezTo>
                  <a:cubicBezTo>
                    <a:pt x="0" y="0"/>
                    <a:pt x="4" y="0"/>
                    <a:pt x="10" y="1"/>
                  </a:cubicBezTo>
                  <a:cubicBezTo>
                    <a:pt x="16" y="2"/>
                    <a:pt x="22" y="5"/>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8" name="Freeform 1768">
              <a:extLst>
                <a:ext uri="{FF2B5EF4-FFF2-40B4-BE49-F238E27FC236}">
                  <a16:creationId xmlns:a16="http://schemas.microsoft.com/office/drawing/2014/main" id="{FDFCEAA4-4F62-2028-A979-E17794BC3788}"/>
                </a:ext>
              </a:extLst>
            </p:cNvPr>
            <p:cNvSpPr>
              <a:spLocks/>
            </p:cNvSpPr>
            <p:nvPr/>
          </p:nvSpPr>
          <p:spPr bwMode="auto">
            <a:xfrm rot="5094805">
              <a:off x="574470" y="1966731"/>
              <a:ext cx="57124" cy="15995"/>
            </a:xfrm>
            <a:custGeom>
              <a:avLst/>
              <a:gdLst>
                <a:gd name="T0" fmla="*/ 12 w 23"/>
                <a:gd name="T1" fmla="*/ 6 h 7"/>
                <a:gd name="T2" fmla="*/ 0 w 23"/>
                <a:gd name="T3" fmla="*/ 2 h 7"/>
                <a:gd name="T4" fmla="*/ 9 w 23"/>
                <a:gd name="T5" fmla="*/ 1 h 7"/>
                <a:gd name="T6" fmla="*/ 22 w 23"/>
                <a:gd name="T7" fmla="*/ 6 h 7"/>
                <a:gd name="T8" fmla="*/ 12 w 23"/>
                <a:gd name="T9" fmla="*/ 6 h 7"/>
              </a:gdLst>
              <a:ahLst/>
              <a:cxnLst>
                <a:cxn ang="0">
                  <a:pos x="T0" y="T1"/>
                </a:cxn>
                <a:cxn ang="0">
                  <a:pos x="T2" y="T3"/>
                </a:cxn>
                <a:cxn ang="0">
                  <a:pos x="T4" y="T5"/>
                </a:cxn>
                <a:cxn ang="0">
                  <a:pos x="T6" y="T7"/>
                </a:cxn>
                <a:cxn ang="0">
                  <a:pos x="T8" y="T9"/>
                </a:cxn>
              </a:cxnLst>
              <a:rect l="0" t="0" r="r" b="b"/>
              <a:pathLst>
                <a:path w="23" h="7">
                  <a:moveTo>
                    <a:pt x="12" y="6"/>
                  </a:moveTo>
                  <a:cubicBezTo>
                    <a:pt x="7" y="5"/>
                    <a:pt x="1" y="3"/>
                    <a:pt x="0" y="2"/>
                  </a:cubicBezTo>
                  <a:cubicBezTo>
                    <a:pt x="0" y="1"/>
                    <a:pt x="3" y="0"/>
                    <a:pt x="9" y="1"/>
                  </a:cubicBezTo>
                  <a:cubicBezTo>
                    <a:pt x="15" y="2"/>
                    <a:pt x="21" y="4"/>
                    <a:pt x="22" y="6"/>
                  </a:cubicBezTo>
                  <a:cubicBezTo>
                    <a:pt x="23" y="7"/>
                    <a:pt x="18" y="7"/>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9" name="Freeform 1769">
              <a:extLst>
                <a:ext uri="{FF2B5EF4-FFF2-40B4-BE49-F238E27FC236}">
                  <a16:creationId xmlns:a16="http://schemas.microsoft.com/office/drawing/2014/main" id="{51416E91-A003-A469-7951-E7D010B9A6D3}"/>
                </a:ext>
              </a:extLst>
            </p:cNvPr>
            <p:cNvSpPr>
              <a:spLocks/>
            </p:cNvSpPr>
            <p:nvPr/>
          </p:nvSpPr>
          <p:spPr bwMode="auto">
            <a:xfrm rot="5094805">
              <a:off x="561167" y="2168627"/>
              <a:ext cx="57124" cy="9140"/>
            </a:xfrm>
            <a:custGeom>
              <a:avLst/>
              <a:gdLst>
                <a:gd name="T0" fmla="*/ 22 w 23"/>
                <a:gd name="T1" fmla="*/ 3 h 4"/>
                <a:gd name="T2" fmla="*/ 12 w 23"/>
                <a:gd name="T3" fmla="*/ 4 h 4"/>
                <a:gd name="T4" fmla="*/ 1 w 23"/>
                <a:gd name="T5" fmla="*/ 1 h 4"/>
                <a:gd name="T6" fmla="*/ 10 w 23"/>
                <a:gd name="T7" fmla="*/ 0 h 4"/>
                <a:gd name="T8" fmla="*/ 22 w 23"/>
                <a:gd name="T9" fmla="*/ 3 h 4"/>
              </a:gdLst>
              <a:ahLst/>
              <a:cxnLst>
                <a:cxn ang="0">
                  <a:pos x="T0" y="T1"/>
                </a:cxn>
                <a:cxn ang="0">
                  <a:pos x="T2" y="T3"/>
                </a:cxn>
                <a:cxn ang="0">
                  <a:pos x="T4" y="T5"/>
                </a:cxn>
                <a:cxn ang="0">
                  <a:pos x="T6" y="T7"/>
                </a:cxn>
                <a:cxn ang="0">
                  <a:pos x="T8" y="T9"/>
                </a:cxn>
              </a:cxnLst>
              <a:rect l="0" t="0" r="r" b="b"/>
              <a:pathLst>
                <a:path w="23" h="4">
                  <a:moveTo>
                    <a:pt x="22" y="3"/>
                  </a:moveTo>
                  <a:cubicBezTo>
                    <a:pt x="23" y="4"/>
                    <a:pt x="18" y="4"/>
                    <a:pt x="12" y="4"/>
                  </a:cubicBezTo>
                  <a:cubicBezTo>
                    <a:pt x="7" y="3"/>
                    <a:pt x="2" y="2"/>
                    <a:pt x="1" y="1"/>
                  </a:cubicBezTo>
                  <a:cubicBezTo>
                    <a:pt x="0" y="0"/>
                    <a:pt x="4" y="0"/>
                    <a:pt x="10" y="0"/>
                  </a:cubicBezTo>
                  <a:cubicBezTo>
                    <a:pt x="16" y="1"/>
                    <a:pt x="22" y="3"/>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0" name="Freeform 1770">
              <a:extLst>
                <a:ext uri="{FF2B5EF4-FFF2-40B4-BE49-F238E27FC236}">
                  <a16:creationId xmlns:a16="http://schemas.microsoft.com/office/drawing/2014/main" id="{743FFA74-D69C-DE30-B2F7-7B5514DE5C3C}"/>
                </a:ext>
              </a:extLst>
            </p:cNvPr>
            <p:cNvSpPr>
              <a:spLocks/>
            </p:cNvSpPr>
            <p:nvPr/>
          </p:nvSpPr>
          <p:spPr bwMode="auto">
            <a:xfrm rot="5094805">
              <a:off x="565975" y="2366724"/>
              <a:ext cx="54839" cy="4570"/>
            </a:xfrm>
            <a:custGeom>
              <a:avLst/>
              <a:gdLst>
                <a:gd name="T0" fmla="*/ 21 w 22"/>
                <a:gd name="T1" fmla="*/ 1 h 2"/>
                <a:gd name="T2" fmla="*/ 11 w 22"/>
                <a:gd name="T3" fmla="*/ 2 h 2"/>
                <a:gd name="T4" fmla="*/ 0 w 22"/>
                <a:gd name="T5" fmla="*/ 1 h 2"/>
                <a:gd name="T6" fmla="*/ 10 w 22"/>
                <a:gd name="T7" fmla="*/ 0 h 2"/>
                <a:gd name="T8" fmla="*/ 21 w 22"/>
                <a:gd name="T9" fmla="*/ 1 h 2"/>
              </a:gdLst>
              <a:ahLst/>
              <a:cxnLst>
                <a:cxn ang="0">
                  <a:pos x="T0" y="T1"/>
                </a:cxn>
                <a:cxn ang="0">
                  <a:pos x="T2" y="T3"/>
                </a:cxn>
                <a:cxn ang="0">
                  <a:pos x="T4" y="T5"/>
                </a:cxn>
                <a:cxn ang="0">
                  <a:pos x="T6" y="T7"/>
                </a:cxn>
                <a:cxn ang="0">
                  <a:pos x="T8" y="T9"/>
                </a:cxn>
              </a:cxnLst>
              <a:rect l="0" t="0" r="r" b="b"/>
              <a:pathLst>
                <a:path w="22" h="2">
                  <a:moveTo>
                    <a:pt x="21" y="1"/>
                  </a:moveTo>
                  <a:cubicBezTo>
                    <a:pt x="22" y="2"/>
                    <a:pt x="16" y="2"/>
                    <a:pt x="11" y="2"/>
                  </a:cubicBezTo>
                  <a:cubicBezTo>
                    <a:pt x="5" y="2"/>
                    <a:pt x="0" y="1"/>
                    <a:pt x="0" y="1"/>
                  </a:cubicBezTo>
                  <a:cubicBezTo>
                    <a:pt x="0" y="0"/>
                    <a:pt x="5" y="0"/>
                    <a:pt x="10" y="0"/>
                  </a:cubicBezTo>
                  <a:cubicBezTo>
                    <a:pt x="16" y="0"/>
                    <a:pt x="21" y="1"/>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1" name="Freeform 1771">
              <a:extLst>
                <a:ext uri="{FF2B5EF4-FFF2-40B4-BE49-F238E27FC236}">
                  <a16:creationId xmlns:a16="http://schemas.microsoft.com/office/drawing/2014/main" id="{D814B339-AC7A-0C21-6C8D-3B098DF7983F}"/>
                </a:ext>
              </a:extLst>
            </p:cNvPr>
            <p:cNvSpPr>
              <a:spLocks/>
            </p:cNvSpPr>
            <p:nvPr/>
          </p:nvSpPr>
          <p:spPr bwMode="auto">
            <a:xfrm rot="5094805">
              <a:off x="587747" y="2559777"/>
              <a:ext cx="54839" cy="4570"/>
            </a:xfrm>
            <a:custGeom>
              <a:avLst/>
              <a:gdLst>
                <a:gd name="T0" fmla="*/ 12 w 22"/>
                <a:gd name="T1" fmla="*/ 2 h 2"/>
                <a:gd name="T2" fmla="*/ 0 w 22"/>
                <a:gd name="T3" fmla="*/ 2 h 2"/>
                <a:gd name="T4" fmla="*/ 8 w 22"/>
                <a:gd name="T5" fmla="*/ 0 h 2"/>
                <a:gd name="T6" fmla="*/ 21 w 22"/>
                <a:gd name="T7" fmla="*/ 0 h 2"/>
                <a:gd name="T8" fmla="*/ 12 w 22"/>
                <a:gd name="T9" fmla="*/ 2 h 2"/>
              </a:gdLst>
              <a:ahLst/>
              <a:cxnLst>
                <a:cxn ang="0">
                  <a:pos x="T0" y="T1"/>
                </a:cxn>
                <a:cxn ang="0">
                  <a:pos x="T2" y="T3"/>
                </a:cxn>
                <a:cxn ang="0">
                  <a:pos x="T4" y="T5"/>
                </a:cxn>
                <a:cxn ang="0">
                  <a:pos x="T6" y="T7"/>
                </a:cxn>
                <a:cxn ang="0">
                  <a:pos x="T8" y="T9"/>
                </a:cxn>
              </a:cxnLst>
              <a:rect l="0" t="0" r="r" b="b"/>
              <a:pathLst>
                <a:path w="22" h="2">
                  <a:moveTo>
                    <a:pt x="12" y="2"/>
                  </a:moveTo>
                  <a:cubicBezTo>
                    <a:pt x="6" y="2"/>
                    <a:pt x="1" y="2"/>
                    <a:pt x="0" y="2"/>
                  </a:cubicBezTo>
                  <a:cubicBezTo>
                    <a:pt x="0" y="1"/>
                    <a:pt x="3" y="1"/>
                    <a:pt x="8" y="0"/>
                  </a:cubicBezTo>
                  <a:cubicBezTo>
                    <a:pt x="14" y="0"/>
                    <a:pt x="20" y="0"/>
                    <a:pt x="21" y="0"/>
                  </a:cubicBezTo>
                  <a:cubicBezTo>
                    <a:pt x="22" y="0"/>
                    <a:pt x="18" y="1"/>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2" name="Freeform 1772">
              <a:extLst>
                <a:ext uri="{FF2B5EF4-FFF2-40B4-BE49-F238E27FC236}">
                  <a16:creationId xmlns:a16="http://schemas.microsoft.com/office/drawing/2014/main" id="{6BA70A3C-203B-24CF-5BDF-D048D0CC7309}"/>
                </a:ext>
              </a:extLst>
            </p:cNvPr>
            <p:cNvSpPr>
              <a:spLocks/>
            </p:cNvSpPr>
            <p:nvPr/>
          </p:nvSpPr>
          <p:spPr bwMode="auto">
            <a:xfrm rot="5094805">
              <a:off x="626588" y="2747883"/>
              <a:ext cx="54839" cy="11425"/>
            </a:xfrm>
            <a:custGeom>
              <a:avLst/>
              <a:gdLst>
                <a:gd name="T0" fmla="*/ 10 w 22"/>
                <a:gd name="T1" fmla="*/ 1 h 4"/>
                <a:gd name="T2" fmla="*/ 22 w 22"/>
                <a:gd name="T3" fmla="*/ 0 h 4"/>
                <a:gd name="T4" fmla="*/ 11 w 22"/>
                <a:gd name="T5" fmla="*/ 2 h 4"/>
                <a:gd name="T6" fmla="*/ 1 w 22"/>
                <a:gd name="T7" fmla="*/ 3 h 4"/>
                <a:gd name="T8" fmla="*/ 10 w 22"/>
                <a:gd name="T9" fmla="*/ 1 h 4"/>
              </a:gdLst>
              <a:ahLst/>
              <a:cxnLst>
                <a:cxn ang="0">
                  <a:pos x="T0" y="T1"/>
                </a:cxn>
                <a:cxn ang="0">
                  <a:pos x="T2" y="T3"/>
                </a:cxn>
                <a:cxn ang="0">
                  <a:pos x="T4" y="T5"/>
                </a:cxn>
                <a:cxn ang="0">
                  <a:pos x="T6" y="T7"/>
                </a:cxn>
                <a:cxn ang="0">
                  <a:pos x="T8" y="T9"/>
                </a:cxn>
              </a:cxnLst>
              <a:rect l="0" t="0" r="r" b="b"/>
              <a:pathLst>
                <a:path w="22" h="4">
                  <a:moveTo>
                    <a:pt x="10" y="1"/>
                  </a:moveTo>
                  <a:cubicBezTo>
                    <a:pt x="16" y="0"/>
                    <a:pt x="22" y="0"/>
                    <a:pt x="22" y="0"/>
                  </a:cubicBezTo>
                  <a:cubicBezTo>
                    <a:pt x="22" y="0"/>
                    <a:pt x="17" y="2"/>
                    <a:pt x="11" y="2"/>
                  </a:cubicBezTo>
                  <a:cubicBezTo>
                    <a:pt x="6" y="3"/>
                    <a:pt x="1" y="4"/>
                    <a:pt x="1" y="3"/>
                  </a:cubicBezTo>
                  <a:cubicBezTo>
                    <a:pt x="0" y="3"/>
                    <a:pt x="5"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3" name="Freeform 1773">
              <a:extLst>
                <a:ext uri="{FF2B5EF4-FFF2-40B4-BE49-F238E27FC236}">
                  <a16:creationId xmlns:a16="http://schemas.microsoft.com/office/drawing/2014/main" id="{C3F3D17C-E60E-BD17-B13B-B25319D18A9A}"/>
                </a:ext>
              </a:extLst>
            </p:cNvPr>
            <p:cNvSpPr>
              <a:spLocks/>
            </p:cNvSpPr>
            <p:nvPr/>
          </p:nvSpPr>
          <p:spPr bwMode="auto">
            <a:xfrm rot="5094805">
              <a:off x="683541" y="2936759"/>
              <a:ext cx="52554" cy="11425"/>
            </a:xfrm>
            <a:custGeom>
              <a:avLst/>
              <a:gdLst>
                <a:gd name="T0" fmla="*/ 10 w 21"/>
                <a:gd name="T1" fmla="*/ 2 h 5"/>
                <a:gd name="T2" fmla="*/ 21 w 21"/>
                <a:gd name="T3" fmla="*/ 0 h 5"/>
                <a:gd name="T4" fmla="*/ 11 w 21"/>
                <a:gd name="T5" fmla="*/ 3 h 5"/>
                <a:gd name="T6" fmla="*/ 0 w 21"/>
                <a:gd name="T7" fmla="*/ 5 h 5"/>
                <a:gd name="T8" fmla="*/ 10 w 21"/>
                <a:gd name="T9" fmla="*/ 2 h 5"/>
              </a:gdLst>
              <a:ahLst/>
              <a:cxnLst>
                <a:cxn ang="0">
                  <a:pos x="T0" y="T1"/>
                </a:cxn>
                <a:cxn ang="0">
                  <a:pos x="T2" y="T3"/>
                </a:cxn>
                <a:cxn ang="0">
                  <a:pos x="T4" y="T5"/>
                </a:cxn>
                <a:cxn ang="0">
                  <a:pos x="T6" y="T7"/>
                </a:cxn>
                <a:cxn ang="0">
                  <a:pos x="T8" y="T9"/>
                </a:cxn>
              </a:cxnLst>
              <a:rect l="0" t="0" r="r" b="b"/>
              <a:pathLst>
                <a:path w="21" h="5">
                  <a:moveTo>
                    <a:pt x="10" y="2"/>
                  </a:moveTo>
                  <a:cubicBezTo>
                    <a:pt x="16" y="1"/>
                    <a:pt x="21" y="0"/>
                    <a:pt x="21" y="0"/>
                  </a:cubicBezTo>
                  <a:cubicBezTo>
                    <a:pt x="21" y="0"/>
                    <a:pt x="16" y="2"/>
                    <a:pt x="11" y="3"/>
                  </a:cubicBezTo>
                  <a:cubicBezTo>
                    <a:pt x="5" y="4"/>
                    <a:pt x="1" y="5"/>
                    <a:pt x="0" y="5"/>
                  </a:cubicBezTo>
                  <a:cubicBezTo>
                    <a:pt x="0" y="5"/>
                    <a:pt x="4" y="3"/>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4" name="Freeform 1774">
              <a:extLst>
                <a:ext uri="{FF2B5EF4-FFF2-40B4-BE49-F238E27FC236}">
                  <a16:creationId xmlns:a16="http://schemas.microsoft.com/office/drawing/2014/main" id="{951D3681-74FC-8A26-12F9-B2ECACDEACF9}"/>
                </a:ext>
              </a:extLst>
            </p:cNvPr>
            <p:cNvSpPr>
              <a:spLocks/>
            </p:cNvSpPr>
            <p:nvPr/>
          </p:nvSpPr>
          <p:spPr bwMode="auto">
            <a:xfrm rot="5094805">
              <a:off x="749492" y="3120158"/>
              <a:ext cx="52554" cy="18280"/>
            </a:xfrm>
            <a:custGeom>
              <a:avLst/>
              <a:gdLst>
                <a:gd name="T0" fmla="*/ 21 w 21"/>
                <a:gd name="T1" fmla="*/ 0 h 7"/>
                <a:gd name="T2" fmla="*/ 11 w 21"/>
                <a:gd name="T3" fmla="*/ 4 h 7"/>
                <a:gd name="T4" fmla="*/ 0 w 21"/>
                <a:gd name="T5" fmla="*/ 6 h 7"/>
                <a:gd name="T6" fmla="*/ 10 w 21"/>
                <a:gd name="T7" fmla="*/ 3 h 7"/>
                <a:gd name="T8" fmla="*/ 21 w 21"/>
                <a:gd name="T9" fmla="*/ 0 h 7"/>
              </a:gdLst>
              <a:ahLst/>
              <a:cxnLst>
                <a:cxn ang="0">
                  <a:pos x="T0" y="T1"/>
                </a:cxn>
                <a:cxn ang="0">
                  <a:pos x="T2" y="T3"/>
                </a:cxn>
                <a:cxn ang="0">
                  <a:pos x="T4" y="T5"/>
                </a:cxn>
                <a:cxn ang="0">
                  <a:pos x="T6" y="T7"/>
                </a:cxn>
                <a:cxn ang="0">
                  <a:pos x="T8" y="T9"/>
                </a:cxn>
              </a:cxnLst>
              <a:rect l="0" t="0" r="r" b="b"/>
              <a:pathLst>
                <a:path w="21" h="7">
                  <a:moveTo>
                    <a:pt x="21" y="0"/>
                  </a:moveTo>
                  <a:cubicBezTo>
                    <a:pt x="21" y="1"/>
                    <a:pt x="16" y="3"/>
                    <a:pt x="11" y="4"/>
                  </a:cubicBezTo>
                  <a:cubicBezTo>
                    <a:pt x="5" y="6"/>
                    <a:pt x="0" y="7"/>
                    <a:pt x="0" y="6"/>
                  </a:cubicBezTo>
                  <a:cubicBezTo>
                    <a:pt x="1" y="6"/>
                    <a:pt x="5" y="4"/>
                    <a:pt x="10" y="3"/>
                  </a:cubicBezTo>
                  <a:cubicBezTo>
                    <a:pt x="16" y="1"/>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5" name="Freeform 1775">
              <a:extLst>
                <a:ext uri="{FF2B5EF4-FFF2-40B4-BE49-F238E27FC236}">
                  <a16:creationId xmlns:a16="http://schemas.microsoft.com/office/drawing/2014/main" id="{CA78649C-133A-36B6-460E-0E816137F2F6}"/>
                </a:ext>
              </a:extLst>
            </p:cNvPr>
            <p:cNvSpPr>
              <a:spLocks/>
            </p:cNvSpPr>
            <p:nvPr/>
          </p:nvSpPr>
          <p:spPr bwMode="auto">
            <a:xfrm rot="5094805">
              <a:off x="827026" y="3307105"/>
              <a:ext cx="52554" cy="20565"/>
            </a:xfrm>
            <a:custGeom>
              <a:avLst/>
              <a:gdLst>
                <a:gd name="T0" fmla="*/ 21 w 22"/>
                <a:gd name="T1" fmla="*/ 0 h 8"/>
                <a:gd name="T2" fmla="*/ 11 w 22"/>
                <a:gd name="T3" fmla="*/ 4 h 8"/>
                <a:gd name="T4" fmla="*/ 0 w 22"/>
                <a:gd name="T5" fmla="*/ 7 h 8"/>
                <a:gd name="T6" fmla="*/ 10 w 22"/>
                <a:gd name="T7" fmla="*/ 3 h 8"/>
                <a:gd name="T8" fmla="*/ 21 w 22"/>
                <a:gd name="T9" fmla="*/ 0 h 8"/>
              </a:gdLst>
              <a:ahLst/>
              <a:cxnLst>
                <a:cxn ang="0">
                  <a:pos x="T0" y="T1"/>
                </a:cxn>
                <a:cxn ang="0">
                  <a:pos x="T2" y="T3"/>
                </a:cxn>
                <a:cxn ang="0">
                  <a:pos x="T4" y="T5"/>
                </a:cxn>
                <a:cxn ang="0">
                  <a:pos x="T6" y="T7"/>
                </a:cxn>
                <a:cxn ang="0">
                  <a:pos x="T8" y="T9"/>
                </a:cxn>
              </a:cxnLst>
              <a:rect l="0" t="0" r="r" b="b"/>
              <a:pathLst>
                <a:path w="22" h="8">
                  <a:moveTo>
                    <a:pt x="21" y="0"/>
                  </a:moveTo>
                  <a:cubicBezTo>
                    <a:pt x="22" y="0"/>
                    <a:pt x="16" y="3"/>
                    <a:pt x="11" y="4"/>
                  </a:cubicBezTo>
                  <a:cubicBezTo>
                    <a:pt x="5" y="6"/>
                    <a:pt x="0" y="8"/>
                    <a:pt x="0" y="7"/>
                  </a:cubicBezTo>
                  <a:cubicBezTo>
                    <a:pt x="1" y="7"/>
                    <a:pt x="5" y="5"/>
                    <a:pt x="10" y="3"/>
                  </a:cubicBezTo>
                  <a:cubicBezTo>
                    <a:pt x="16" y="1"/>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6" name="Freeform 1776">
              <a:extLst>
                <a:ext uri="{FF2B5EF4-FFF2-40B4-BE49-F238E27FC236}">
                  <a16:creationId xmlns:a16="http://schemas.microsoft.com/office/drawing/2014/main" id="{1984EB96-FCF5-C7B4-27FA-72A8F59FF205}"/>
                </a:ext>
              </a:extLst>
            </p:cNvPr>
            <p:cNvSpPr>
              <a:spLocks/>
            </p:cNvSpPr>
            <p:nvPr/>
          </p:nvSpPr>
          <p:spPr bwMode="auto">
            <a:xfrm rot="5094805">
              <a:off x="913460" y="3490966"/>
              <a:ext cx="52554" cy="22850"/>
            </a:xfrm>
            <a:custGeom>
              <a:avLst/>
              <a:gdLst>
                <a:gd name="T0" fmla="*/ 21 w 21"/>
                <a:gd name="T1" fmla="*/ 0 h 9"/>
                <a:gd name="T2" fmla="*/ 10 w 21"/>
                <a:gd name="T3" fmla="*/ 5 h 9"/>
                <a:gd name="T4" fmla="*/ 0 w 21"/>
                <a:gd name="T5" fmla="*/ 8 h 9"/>
                <a:gd name="T6" fmla="*/ 10 w 21"/>
                <a:gd name="T7" fmla="*/ 4 h 9"/>
                <a:gd name="T8" fmla="*/ 21 w 21"/>
                <a:gd name="T9" fmla="*/ 0 h 9"/>
              </a:gdLst>
              <a:ahLst/>
              <a:cxnLst>
                <a:cxn ang="0">
                  <a:pos x="T0" y="T1"/>
                </a:cxn>
                <a:cxn ang="0">
                  <a:pos x="T2" y="T3"/>
                </a:cxn>
                <a:cxn ang="0">
                  <a:pos x="T4" y="T5"/>
                </a:cxn>
                <a:cxn ang="0">
                  <a:pos x="T6" y="T7"/>
                </a:cxn>
                <a:cxn ang="0">
                  <a:pos x="T8" y="T9"/>
                </a:cxn>
              </a:cxnLst>
              <a:rect l="0" t="0" r="r" b="b"/>
              <a:pathLst>
                <a:path w="21" h="9">
                  <a:moveTo>
                    <a:pt x="21" y="0"/>
                  </a:moveTo>
                  <a:cubicBezTo>
                    <a:pt x="21" y="1"/>
                    <a:pt x="16" y="3"/>
                    <a:pt x="10" y="5"/>
                  </a:cubicBezTo>
                  <a:cubicBezTo>
                    <a:pt x="4" y="7"/>
                    <a:pt x="0" y="9"/>
                    <a:pt x="0" y="8"/>
                  </a:cubicBezTo>
                  <a:cubicBezTo>
                    <a:pt x="0" y="8"/>
                    <a:pt x="5" y="6"/>
                    <a:pt x="10" y="4"/>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7" name="Freeform 1777">
              <a:extLst>
                <a:ext uri="{FF2B5EF4-FFF2-40B4-BE49-F238E27FC236}">
                  <a16:creationId xmlns:a16="http://schemas.microsoft.com/office/drawing/2014/main" id="{2F48090E-1895-11C0-B14C-E64F32395014}"/>
                </a:ext>
              </a:extLst>
            </p:cNvPr>
            <p:cNvSpPr>
              <a:spLocks/>
            </p:cNvSpPr>
            <p:nvPr/>
          </p:nvSpPr>
          <p:spPr bwMode="auto">
            <a:xfrm rot="5094805">
              <a:off x="1008999" y="3674016"/>
              <a:ext cx="52554" cy="25135"/>
            </a:xfrm>
            <a:custGeom>
              <a:avLst/>
              <a:gdLst>
                <a:gd name="T0" fmla="*/ 10 w 21"/>
                <a:gd name="T1" fmla="*/ 5 h 10"/>
                <a:gd name="T2" fmla="*/ 21 w 21"/>
                <a:gd name="T3" fmla="*/ 1 h 10"/>
                <a:gd name="T4" fmla="*/ 10 w 21"/>
                <a:gd name="T5" fmla="*/ 6 h 10"/>
                <a:gd name="T6" fmla="*/ 0 w 21"/>
                <a:gd name="T7" fmla="*/ 9 h 10"/>
                <a:gd name="T8" fmla="*/ 10 w 21"/>
                <a:gd name="T9" fmla="*/ 5 h 10"/>
              </a:gdLst>
              <a:ahLst/>
              <a:cxnLst>
                <a:cxn ang="0">
                  <a:pos x="T0" y="T1"/>
                </a:cxn>
                <a:cxn ang="0">
                  <a:pos x="T2" y="T3"/>
                </a:cxn>
                <a:cxn ang="0">
                  <a:pos x="T4" y="T5"/>
                </a:cxn>
                <a:cxn ang="0">
                  <a:pos x="T6" y="T7"/>
                </a:cxn>
                <a:cxn ang="0">
                  <a:pos x="T8" y="T9"/>
                </a:cxn>
              </a:cxnLst>
              <a:rect l="0" t="0" r="r" b="b"/>
              <a:pathLst>
                <a:path w="21" h="10">
                  <a:moveTo>
                    <a:pt x="10" y="5"/>
                  </a:moveTo>
                  <a:cubicBezTo>
                    <a:pt x="16" y="2"/>
                    <a:pt x="21" y="0"/>
                    <a:pt x="21" y="1"/>
                  </a:cubicBezTo>
                  <a:cubicBezTo>
                    <a:pt x="21" y="1"/>
                    <a:pt x="15" y="4"/>
                    <a:pt x="10" y="6"/>
                  </a:cubicBezTo>
                  <a:cubicBezTo>
                    <a:pt x="5" y="8"/>
                    <a:pt x="0" y="10"/>
                    <a:pt x="0" y="9"/>
                  </a:cubicBezTo>
                  <a:cubicBezTo>
                    <a:pt x="0" y="9"/>
                    <a:pt x="4" y="7"/>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8" name="Freeform 1778">
              <a:extLst>
                <a:ext uri="{FF2B5EF4-FFF2-40B4-BE49-F238E27FC236}">
                  <a16:creationId xmlns:a16="http://schemas.microsoft.com/office/drawing/2014/main" id="{04D25884-3258-79BD-DEBB-07D30FD49BF8}"/>
                </a:ext>
              </a:extLst>
            </p:cNvPr>
            <p:cNvSpPr>
              <a:spLocks/>
            </p:cNvSpPr>
            <p:nvPr/>
          </p:nvSpPr>
          <p:spPr bwMode="auto">
            <a:xfrm rot="5094805">
              <a:off x="1106708" y="3859052"/>
              <a:ext cx="54839" cy="20565"/>
            </a:xfrm>
            <a:custGeom>
              <a:avLst/>
              <a:gdLst>
                <a:gd name="T0" fmla="*/ 12 w 22"/>
                <a:gd name="T1" fmla="*/ 4 h 9"/>
                <a:gd name="T2" fmla="*/ 1 w 22"/>
                <a:gd name="T3" fmla="*/ 9 h 9"/>
                <a:gd name="T4" fmla="*/ 9 w 22"/>
                <a:gd name="T5" fmla="*/ 5 h 9"/>
                <a:gd name="T6" fmla="*/ 21 w 22"/>
                <a:gd name="T7" fmla="*/ 0 h 9"/>
                <a:gd name="T8" fmla="*/ 12 w 22"/>
                <a:gd name="T9" fmla="*/ 4 h 9"/>
              </a:gdLst>
              <a:ahLst/>
              <a:cxnLst>
                <a:cxn ang="0">
                  <a:pos x="T0" y="T1"/>
                </a:cxn>
                <a:cxn ang="0">
                  <a:pos x="T2" y="T3"/>
                </a:cxn>
                <a:cxn ang="0">
                  <a:pos x="T4" y="T5"/>
                </a:cxn>
                <a:cxn ang="0">
                  <a:pos x="T6" y="T7"/>
                </a:cxn>
                <a:cxn ang="0">
                  <a:pos x="T8" y="T9"/>
                </a:cxn>
              </a:cxnLst>
              <a:rect l="0" t="0" r="r" b="b"/>
              <a:pathLst>
                <a:path w="22" h="9">
                  <a:moveTo>
                    <a:pt x="12" y="4"/>
                  </a:moveTo>
                  <a:cubicBezTo>
                    <a:pt x="7" y="7"/>
                    <a:pt x="1" y="9"/>
                    <a:pt x="1" y="9"/>
                  </a:cubicBezTo>
                  <a:cubicBezTo>
                    <a:pt x="0" y="9"/>
                    <a:pt x="4" y="7"/>
                    <a:pt x="9" y="5"/>
                  </a:cubicBezTo>
                  <a:cubicBezTo>
                    <a:pt x="14" y="2"/>
                    <a:pt x="20" y="0"/>
                    <a:pt x="21" y="0"/>
                  </a:cubicBezTo>
                  <a:cubicBezTo>
                    <a:pt x="22"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9" name="Freeform 1779">
              <a:extLst>
                <a:ext uri="{FF2B5EF4-FFF2-40B4-BE49-F238E27FC236}">
                  <a16:creationId xmlns:a16="http://schemas.microsoft.com/office/drawing/2014/main" id="{987342A5-7CF0-726A-2964-7DC1E827DD03}"/>
                </a:ext>
              </a:extLst>
            </p:cNvPr>
            <p:cNvSpPr>
              <a:spLocks/>
            </p:cNvSpPr>
            <p:nvPr/>
          </p:nvSpPr>
          <p:spPr bwMode="auto">
            <a:xfrm rot="5094805">
              <a:off x="1212497" y="4040251"/>
              <a:ext cx="50269" cy="25135"/>
            </a:xfrm>
            <a:custGeom>
              <a:avLst/>
              <a:gdLst>
                <a:gd name="T0" fmla="*/ 21 w 21"/>
                <a:gd name="T1" fmla="*/ 0 h 10"/>
                <a:gd name="T2" fmla="*/ 10 w 21"/>
                <a:gd name="T3" fmla="*/ 6 h 10"/>
                <a:gd name="T4" fmla="*/ 0 w 21"/>
                <a:gd name="T5" fmla="*/ 10 h 10"/>
                <a:gd name="T6" fmla="*/ 10 w 21"/>
                <a:gd name="T7" fmla="*/ 5 h 10"/>
                <a:gd name="T8" fmla="*/ 21 w 21"/>
                <a:gd name="T9" fmla="*/ 0 h 10"/>
              </a:gdLst>
              <a:ahLst/>
              <a:cxnLst>
                <a:cxn ang="0">
                  <a:pos x="T0" y="T1"/>
                </a:cxn>
                <a:cxn ang="0">
                  <a:pos x="T2" y="T3"/>
                </a:cxn>
                <a:cxn ang="0">
                  <a:pos x="T4" y="T5"/>
                </a:cxn>
                <a:cxn ang="0">
                  <a:pos x="T6" y="T7"/>
                </a:cxn>
                <a:cxn ang="0">
                  <a:pos x="T8" y="T9"/>
                </a:cxn>
              </a:cxnLst>
              <a:rect l="0" t="0" r="r" b="b"/>
              <a:pathLst>
                <a:path w="21" h="10">
                  <a:moveTo>
                    <a:pt x="21" y="0"/>
                  </a:moveTo>
                  <a:cubicBezTo>
                    <a:pt x="21" y="0"/>
                    <a:pt x="16" y="3"/>
                    <a:pt x="10" y="6"/>
                  </a:cubicBezTo>
                  <a:cubicBezTo>
                    <a:pt x="5" y="8"/>
                    <a:pt x="0" y="10"/>
                    <a:pt x="0" y="10"/>
                  </a:cubicBezTo>
                  <a:cubicBezTo>
                    <a:pt x="0" y="10"/>
                    <a:pt x="4" y="8"/>
                    <a:pt x="10" y="5"/>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0" name="Freeform 1780">
              <a:extLst>
                <a:ext uri="{FF2B5EF4-FFF2-40B4-BE49-F238E27FC236}">
                  <a16:creationId xmlns:a16="http://schemas.microsoft.com/office/drawing/2014/main" id="{AD2B1C3A-C068-7773-1B48-56B92CC21134}"/>
                </a:ext>
              </a:extLst>
            </p:cNvPr>
            <p:cNvSpPr>
              <a:spLocks/>
            </p:cNvSpPr>
            <p:nvPr/>
          </p:nvSpPr>
          <p:spPr bwMode="auto">
            <a:xfrm rot="5094805">
              <a:off x="1315993" y="4223532"/>
              <a:ext cx="54839" cy="25135"/>
            </a:xfrm>
            <a:custGeom>
              <a:avLst/>
              <a:gdLst>
                <a:gd name="T0" fmla="*/ 21 w 22"/>
                <a:gd name="T1" fmla="*/ 0 h 10"/>
                <a:gd name="T2" fmla="*/ 12 w 22"/>
                <a:gd name="T3" fmla="*/ 5 h 10"/>
                <a:gd name="T4" fmla="*/ 1 w 22"/>
                <a:gd name="T5" fmla="*/ 10 h 10"/>
                <a:gd name="T6" fmla="*/ 10 w 22"/>
                <a:gd name="T7" fmla="*/ 5 h 10"/>
                <a:gd name="T8" fmla="*/ 21 w 22"/>
                <a:gd name="T9" fmla="*/ 0 h 10"/>
              </a:gdLst>
              <a:ahLst/>
              <a:cxnLst>
                <a:cxn ang="0">
                  <a:pos x="T0" y="T1"/>
                </a:cxn>
                <a:cxn ang="0">
                  <a:pos x="T2" y="T3"/>
                </a:cxn>
                <a:cxn ang="0">
                  <a:pos x="T4" y="T5"/>
                </a:cxn>
                <a:cxn ang="0">
                  <a:pos x="T6" y="T7"/>
                </a:cxn>
                <a:cxn ang="0">
                  <a:pos x="T8" y="T9"/>
                </a:cxn>
              </a:cxnLst>
              <a:rect l="0" t="0" r="r" b="b"/>
              <a:pathLst>
                <a:path w="22" h="10">
                  <a:moveTo>
                    <a:pt x="21" y="0"/>
                  </a:moveTo>
                  <a:cubicBezTo>
                    <a:pt x="22" y="0"/>
                    <a:pt x="17" y="2"/>
                    <a:pt x="12" y="5"/>
                  </a:cubicBezTo>
                  <a:cubicBezTo>
                    <a:pt x="6" y="7"/>
                    <a:pt x="2" y="10"/>
                    <a:pt x="1" y="10"/>
                  </a:cubicBezTo>
                  <a:cubicBezTo>
                    <a:pt x="0" y="10"/>
                    <a:pt x="4" y="8"/>
                    <a:pt x="10" y="5"/>
                  </a:cubicBezTo>
                  <a:cubicBezTo>
                    <a:pt x="15"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1" name="Freeform 1781">
              <a:extLst>
                <a:ext uri="{FF2B5EF4-FFF2-40B4-BE49-F238E27FC236}">
                  <a16:creationId xmlns:a16="http://schemas.microsoft.com/office/drawing/2014/main" id="{EADBF0C0-4B90-8792-AD24-7CA7FFB69AD3}"/>
                </a:ext>
              </a:extLst>
            </p:cNvPr>
            <p:cNvSpPr>
              <a:spLocks/>
            </p:cNvSpPr>
            <p:nvPr/>
          </p:nvSpPr>
          <p:spPr bwMode="auto">
            <a:xfrm rot="5094805">
              <a:off x="625909" y="1560718"/>
              <a:ext cx="57124" cy="25135"/>
            </a:xfrm>
            <a:custGeom>
              <a:avLst/>
              <a:gdLst>
                <a:gd name="T0" fmla="*/ 23 w 23"/>
                <a:gd name="T1" fmla="*/ 8 h 11"/>
                <a:gd name="T2" fmla="*/ 13 w 23"/>
                <a:gd name="T3" fmla="*/ 9 h 11"/>
                <a:gd name="T4" fmla="*/ 1 w 23"/>
                <a:gd name="T5" fmla="*/ 3 h 11"/>
                <a:gd name="T6" fmla="*/ 10 w 23"/>
                <a:gd name="T7" fmla="*/ 1 h 11"/>
                <a:gd name="T8" fmla="*/ 23 w 23"/>
                <a:gd name="T9" fmla="*/ 8 h 11"/>
              </a:gdLst>
              <a:ahLst/>
              <a:cxnLst>
                <a:cxn ang="0">
                  <a:pos x="T0" y="T1"/>
                </a:cxn>
                <a:cxn ang="0">
                  <a:pos x="T2" y="T3"/>
                </a:cxn>
                <a:cxn ang="0">
                  <a:pos x="T4" y="T5"/>
                </a:cxn>
                <a:cxn ang="0">
                  <a:pos x="T6" y="T7"/>
                </a:cxn>
                <a:cxn ang="0">
                  <a:pos x="T8" y="T9"/>
                </a:cxn>
              </a:cxnLst>
              <a:rect l="0" t="0" r="r" b="b"/>
              <a:pathLst>
                <a:path w="23" h="11">
                  <a:moveTo>
                    <a:pt x="23" y="8"/>
                  </a:moveTo>
                  <a:cubicBezTo>
                    <a:pt x="23" y="10"/>
                    <a:pt x="18" y="11"/>
                    <a:pt x="13" y="9"/>
                  </a:cubicBezTo>
                  <a:cubicBezTo>
                    <a:pt x="7" y="8"/>
                    <a:pt x="2" y="5"/>
                    <a:pt x="1" y="3"/>
                  </a:cubicBezTo>
                  <a:cubicBezTo>
                    <a:pt x="0" y="1"/>
                    <a:pt x="4" y="0"/>
                    <a:pt x="10" y="1"/>
                  </a:cubicBezTo>
                  <a:cubicBezTo>
                    <a:pt x="16" y="3"/>
                    <a:pt x="22" y="6"/>
                    <a:pt x="2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2" name="Freeform 1782">
              <a:extLst>
                <a:ext uri="{FF2B5EF4-FFF2-40B4-BE49-F238E27FC236}">
                  <a16:creationId xmlns:a16="http://schemas.microsoft.com/office/drawing/2014/main" id="{E944052A-1845-1F58-376E-9F2AF26091C5}"/>
                </a:ext>
              </a:extLst>
            </p:cNvPr>
            <p:cNvSpPr>
              <a:spLocks/>
            </p:cNvSpPr>
            <p:nvPr/>
          </p:nvSpPr>
          <p:spPr bwMode="auto">
            <a:xfrm rot="5094805">
              <a:off x="655347" y="1359680"/>
              <a:ext cx="57124" cy="31990"/>
            </a:xfrm>
            <a:custGeom>
              <a:avLst/>
              <a:gdLst>
                <a:gd name="T0" fmla="*/ 22 w 23"/>
                <a:gd name="T1" fmla="*/ 9 h 13"/>
                <a:gd name="T2" fmla="*/ 12 w 23"/>
                <a:gd name="T3" fmla="*/ 11 h 13"/>
                <a:gd name="T4" fmla="*/ 1 w 23"/>
                <a:gd name="T5" fmla="*/ 4 h 13"/>
                <a:gd name="T6" fmla="*/ 10 w 23"/>
                <a:gd name="T7" fmla="*/ 2 h 13"/>
                <a:gd name="T8" fmla="*/ 22 w 23"/>
                <a:gd name="T9" fmla="*/ 9 h 13"/>
              </a:gdLst>
              <a:ahLst/>
              <a:cxnLst>
                <a:cxn ang="0">
                  <a:pos x="T0" y="T1"/>
                </a:cxn>
                <a:cxn ang="0">
                  <a:pos x="T2" y="T3"/>
                </a:cxn>
                <a:cxn ang="0">
                  <a:pos x="T4" y="T5"/>
                </a:cxn>
                <a:cxn ang="0">
                  <a:pos x="T6" y="T7"/>
                </a:cxn>
                <a:cxn ang="0">
                  <a:pos x="T8" y="T9"/>
                </a:cxn>
              </a:cxnLst>
              <a:rect l="0" t="0" r="r" b="b"/>
              <a:pathLst>
                <a:path w="23" h="13">
                  <a:moveTo>
                    <a:pt x="22" y="9"/>
                  </a:moveTo>
                  <a:cubicBezTo>
                    <a:pt x="23" y="12"/>
                    <a:pt x="18" y="13"/>
                    <a:pt x="12" y="11"/>
                  </a:cubicBezTo>
                  <a:cubicBezTo>
                    <a:pt x="7" y="10"/>
                    <a:pt x="2" y="7"/>
                    <a:pt x="1" y="4"/>
                  </a:cubicBezTo>
                  <a:cubicBezTo>
                    <a:pt x="0" y="1"/>
                    <a:pt x="4" y="0"/>
                    <a:pt x="10" y="2"/>
                  </a:cubicBezTo>
                  <a:cubicBezTo>
                    <a:pt x="16" y="3"/>
                    <a:pt x="21" y="6"/>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3" name="Freeform 1783">
              <a:extLst>
                <a:ext uri="{FF2B5EF4-FFF2-40B4-BE49-F238E27FC236}">
                  <a16:creationId xmlns:a16="http://schemas.microsoft.com/office/drawing/2014/main" id="{D96C3BCD-8E9A-70F6-1C10-D10A3D86C6BE}"/>
                </a:ext>
              </a:extLst>
            </p:cNvPr>
            <p:cNvSpPr>
              <a:spLocks/>
            </p:cNvSpPr>
            <p:nvPr/>
          </p:nvSpPr>
          <p:spPr bwMode="auto">
            <a:xfrm rot="5094805">
              <a:off x="680030" y="1159055"/>
              <a:ext cx="57124" cy="34275"/>
            </a:xfrm>
            <a:custGeom>
              <a:avLst/>
              <a:gdLst>
                <a:gd name="T0" fmla="*/ 22 w 23"/>
                <a:gd name="T1" fmla="*/ 9 h 14"/>
                <a:gd name="T2" fmla="*/ 13 w 23"/>
                <a:gd name="T3" fmla="*/ 13 h 14"/>
                <a:gd name="T4" fmla="*/ 1 w 23"/>
                <a:gd name="T5" fmla="*/ 5 h 14"/>
                <a:gd name="T6" fmla="*/ 9 w 23"/>
                <a:gd name="T7" fmla="*/ 1 h 14"/>
                <a:gd name="T8" fmla="*/ 22 w 23"/>
                <a:gd name="T9" fmla="*/ 9 h 14"/>
              </a:gdLst>
              <a:ahLst/>
              <a:cxnLst>
                <a:cxn ang="0">
                  <a:pos x="T0" y="T1"/>
                </a:cxn>
                <a:cxn ang="0">
                  <a:pos x="T2" y="T3"/>
                </a:cxn>
                <a:cxn ang="0">
                  <a:pos x="T4" y="T5"/>
                </a:cxn>
                <a:cxn ang="0">
                  <a:pos x="T6" y="T7"/>
                </a:cxn>
                <a:cxn ang="0">
                  <a:pos x="T8" y="T9"/>
                </a:cxn>
              </a:cxnLst>
              <a:rect l="0" t="0" r="r" b="b"/>
              <a:pathLst>
                <a:path w="23" h="14">
                  <a:moveTo>
                    <a:pt x="22" y="9"/>
                  </a:moveTo>
                  <a:cubicBezTo>
                    <a:pt x="23" y="12"/>
                    <a:pt x="19" y="14"/>
                    <a:pt x="13" y="13"/>
                  </a:cubicBezTo>
                  <a:cubicBezTo>
                    <a:pt x="8" y="12"/>
                    <a:pt x="3" y="9"/>
                    <a:pt x="1" y="5"/>
                  </a:cubicBezTo>
                  <a:cubicBezTo>
                    <a:pt x="0" y="2"/>
                    <a:pt x="3" y="0"/>
                    <a:pt x="9" y="1"/>
                  </a:cubicBezTo>
                  <a:cubicBezTo>
                    <a:pt x="15" y="2"/>
                    <a:pt x="21" y="6"/>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4" name="Freeform 1784">
              <a:extLst>
                <a:ext uri="{FF2B5EF4-FFF2-40B4-BE49-F238E27FC236}">
                  <a16:creationId xmlns:a16="http://schemas.microsoft.com/office/drawing/2014/main" id="{D8BBD6D6-A0DB-8875-CB9A-D62345E0C811}"/>
                </a:ext>
              </a:extLst>
            </p:cNvPr>
            <p:cNvSpPr>
              <a:spLocks/>
            </p:cNvSpPr>
            <p:nvPr/>
          </p:nvSpPr>
          <p:spPr bwMode="auto">
            <a:xfrm rot="5094805">
              <a:off x="699023" y="957795"/>
              <a:ext cx="57124" cy="38845"/>
            </a:xfrm>
            <a:custGeom>
              <a:avLst/>
              <a:gdLst>
                <a:gd name="T0" fmla="*/ 22 w 23"/>
                <a:gd name="T1" fmla="*/ 9 h 15"/>
                <a:gd name="T2" fmla="*/ 13 w 23"/>
                <a:gd name="T3" fmla="*/ 14 h 15"/>
                <a:gd name="T4" fmla="*/ 1 w 23"/>
                <a:gd name="T5" fmla="*/ 7 h 15"/>
                <a:gd name="T6" fmla="*/ 9 w 23"/>
                <a:gd name="T7" fmla="*/ 1 h 15"/>
                <a:gd name="T8" fmla="*/ 22 w 23"/>
                <a:gd name="T9" fmla="*/ 9 h 15"/>
              </a:gdLst>
              <a:ahLst/>
              <a:cxnLst>
                <a:cxn ang="0">
                  <a:pos x="T0" y="T1"/>
                </a:cxn>
                <a:cxn ang="0">
                  <a:pos x="T2" y="T3"/>
                </a:cxn>
                <a:cxn ang="0">
                  <a:pos x="T4" y="T5"/>
                </a:cxn>
                <a:cxn ang="0">
                  <a:pos x="T6" y="T7"/>
                </a:cxn>
                <a:cxn ang="0">
                  <a:pos x="T8" y="T9"/>
                </a:cxn>
              </a:cxnLst>
              <a:rect l="0" t="0" r="r" b="b"/>
              <a:pathLst>
                <a:path w="23" h="15">
                  <a:moveTo>
                    <a:pt x="22" y="9"/>
                  </a:moveTo>
                  <a:cubicBezTo>
                    <a:pt x="23" y="12"/>
                    <a:pt x="18" y="15"/>
                    <a:pt x="13" y="14"/>
                  </a:cubicBezTo>
                  <a:cubicBezTo>
                    <a:pt x="8" y="13"/>
                    <a:pt x="2" y="10"/>
                    <a:pt x="1" y="7"/>
                  </a:cubicBezTo>
                  <a:cubicBezTo>
                    <a:pt x="0" y="3"/>
                    <a:pt x="3" y="0"/>
                    <a:pt x="9" y="1"/>
                  </a:cubicBezTo>
                  <a:cubicBezTo>
                    <a:pt x="15" y="1"/>
                    <a:pt x="21" y="5"/>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5" name="Freeform 1785">
              <a:extLst>
                <a:ext uri="{FF2B5EF4-FFF2-40B4-BE49-F238E27FC236}">
                  <a16:creationId xmlns:a16="http://schemas.microsoft.com/office/drawing/2014/main" id="{5D015EBB-3C1C-9A20-0AD1-3839981941AB}"/>
                </a:ext>
              </a:extLst>
            </p:cNvPr>
            <p:cNvSpPr>
              <a:spLocks/>
            </p:cNvSpPr>
            <p:nvPr/>
          </p:nvSpPr>
          <p:spPr bwMode="auto">
            <a:xfrm rot="5094805">
              <a:off x="706742" y="762214"/>
              <a:ext cx="54839" cy="36560"/>
            </a:xfrm>
            <a:custGeom>
              <a:avLst/>
              <a:gdLst>
                <a:gd name="T0" fmla="*/ 22 w 22"/>
                <a:gd name="T1" fmla="*/ 8 h 15"/>
                <a:gd name="T2" fmla="*/ 12 w 22"/>
                <a:gd name="T3" fmla="*/ 15 h 15"/>
                <a:gd name="T4" fmla="*/ 1 w 22"/>
                <a:gd name="T5" fmla="*/ 7 h 15"/>
                <a:gd name="T6" fmla="*/ 10 w 22"/>
                <a:gd name="T7" fmla="*/ 0 h 15"/>
                <a:gd name="T8" fmla="*/ 22 w 22"/>
                <a:gd name="T9" fmla="*/ 8 h 15"/>
              </a:gdLst>
              <a:ahLst/>
              <a:cxnLst>
                <a:cxn ang="0">
                  <a:pos x="T0" y="T1"/>
                </a:cxn>
                <a:cxn ang="0">
                  <a:pos x="T2" y="T3"/>
                </a:cxn>
                <a:cxn ang="0">
                  <a:pos x="T4" y="T5"/>
                </a:cxn>
                <a:cxn ang="0">
                  <a:pos x="T6" y="T7"/>
                </a:cxn>
                <a:cxn ang="0">
                  <a:pos x="T8" y="T9"/>
                </a:cxn>
              </a:cxnLst>
              <a:rect l="0" t="0" r="r" b="b"/>
              <a:pathLst>
                <a:path w="22" h="15">
                  <a:moveTo>
                    <a:pt x="22" y="8"/>
                  </a:moveTo>
                  <a:cubicBezTo>
                    <a:pt x="22" y="12"/>
                    <a:pt x="17" y="15"/>
                    <a:pt x="12" y="15"/>
                  </a:cubicBezTo>
                  <a:cubicBezTo>
                    <a:pt x="7" y="14"/>
                    <a:pt x="2" y="11"/>
                    <a:pt x="1" y="7"/>
                  </a:cubicBezTo>
                  <a:cubicBezTo>
                    <a:pt x="0" y="3"/>
                    <a:pt x="3" y="0"/>
                    <a:pt x="10" y="0"/>
                  </a:cubicBezTo>
                  <a:cubicBezTo>
                    <a:pt x="15" y="1"/>
                    <a:pt x="21" y="5"/>
                    <a:pt x="2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6" name="Freeform 1786">
              <a:extLst>
                <a:ext uri="{FF2B5EF4-FFF2-40B4-BE49-F238E27FC236}">
                  <a16:creationId xmlns:a16="http://schemas.microsoft.com/office/drawing/2014/main" id="{8E1CC1F3-314F-5E13-8776-3B92F51DBF15}"/>
                </a:ext>
              </a:extLst>
            </p:cNvPr>
            <p:cNvSpPr>
              <a:spLocks/>
            </p:cNvSpPr>
            <p:nvPr/>
          </p:nvSpPr>
          <p:spPr bwMode="auto">
            <a:xfrm rot="5094805">
              <a:off x="700901" y="567743"/>
              <a:ext cx="54839" cy="36560"/>
            </a:xfrm>
            <a:custGeom>
              <a:avLst/>
              <a:gdLst>
                <a:gd name="T0" fmla="*/ 22 w 23"/>
                <a:gd name="T1" fmla="*/ 7 h 15"/>
                <a:gd name="T2" fmla="*/ 13 w 23"/>
                <a:gd name="T3" fmla="*/ 15 h 15"/>
                <a:gd name="T4" fmla="*/ 1 w 23"/>
                <a:gd name="T5" fmla="*/ 9 h 15"/>
                <a:gd name="T6" fmla="*/ 9 w 23"/>
                <a:gd name="T7" fmla="*/ 0 h 15"/>
                <a:gd name="T8" fmla="*/ 22 w 23"/>
                <a:gd name="T9" fmla="*/ 7 h 15"/>
              </a:gdLst>
              <a:ahLst/>
              <a:cxnLst>
                <a:cxn ang="0">
                  <a:pos x="T0" y="T1"/>
                </a:cxn>
                <a:cxn ang="0">
                  <a:pos x="T2" y="T3"/>
                </a:cxn>
                <a:cxn ang="0">
                  <a:pos x="T4" y="T5"/>
                </a:cxn>
                <a:cxn ang="0">
                  <a:pos x="T6" y="T7"/>
                </a:cxn>
                <a:cxn ang="0">
                  <a:pos x="T8" y="T9"/>
                </a:cxn>
              </a:cxnLst>
              <a:rect l="0" t="0" r="r" b="b"/>
              <a:pathLst>
                <a:path w="23" h="15">
                  <a:moveTo>
                    <a:pt x="22" y="7"/>
                  </a:moveTo>
                  <a:cubicBezTo>
                    <a:pt x="23" y="11"/>
                    <a:pt x="18" y="15"/>
                    <a:pt x="13" y="15"/>
                  </a:cubicBezTo>
                  <a:cubicBezTo>
                    <a:pt x="8" y="15"/>
                    <a:pt x="2" y="12"/>
                    <a:pt x="1" y="9"/>
                  </a:cubicBezTo>
                  <a:cubicBezTo>
                    <a:pt x="0" y="4"/>
                    <a:pt x="3" y="0"/>
                    <a:pt x="9" y="0"/>
                  </a:cubicBezTo>
                  <a:cubicBezTo>
                    <a:pt x="15" y="0"/>
                    <a:pt x="21" y="3"/>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7" name="Freeform 1787">
              <a:extLst>
                <a:ext uri="{FF2B5EF4-FFF2-40B4-BE49-F238E27FC236}">
                  <a16:creationId xmlns:a16="http://schemas.microsoft.com/office/drawing/2014/main" id="{EF4DE6F2-C1C9-CB25-22DF-03B512F35724}"/>
                </a:ext>
              </a:extLst>
            </p:cNvPr>
            <p:cNvSpPr>
              <a:spLocks/>
            </p:cNvSpPr>
            <p:nvPr/>
          </p:nvSpPr>
          <p:spPr bwMode="auto">
            <a:xfrm rot="5094805">
              <a:off x="672196" y="370631"/>
              <a:ext cx="57124" cy="43415"/>
            </a:xfrm>
            <a:custGeom>
              <a:avLst/>
              <a:gdLst>
                <a:gd name="T0" fmla="*/ 22 w 23"/>
                <a:gd name="T1" fmla="*/ 7 h 17"/>
                <a:gd name="T2" fmla="*/ 12 w 23"/>
                <a:gd name="T3" fmla="*/ 16 h 17"/>
                <a:gd name="T4" fmla="*/ 1 w 23"/>
                <a:gd name="T5" fmla="*/ 10 h 17"/>
                <a:gd name="T6" fmla="*/ 10 w 23"/>
                <a:gd name="T7" fmla="*/ 0 h 17"/>
                <a:gd name="T8" fmla="*/ 22 w 23"/>
                <a:gd name="T9" fmla="*/ 7 h 17"/>
              </a:gdLst>
              <a:ahLst/>
              <a:cxnLst>
                <a:cxn ang="0">
                  <a:pos x="T0" y="T1"/>
                </a:cxn>
                <a:cxn ang="0">
                  <a:pos x="T2" y="T3"/>
                </a:cxn>
                <a:cxn ang="0">
                  <a:pos x="T4" y="T5"/>
                </a:cxn>
                <a:cxn ang="0">
                  <a:pos x="T6" y="T7"/>
                </a:cxn>
                <a:cxn ang="0">
                  <a:pos x="T8" y="T9"/>
                </a:cxn>
              </a:cxnLst>
              <a:rect l="0" t="0" r="r" b="b"/>
              <a:pathLst>
                <a:path w="23" h="17">
                  <a:moveTo>
                    <a:pt x="22" y="7"/>
                  </a:moveTo>
                  <a:cubicBezTo>
                    <a:pt x="23" y="12"/>
                    <a:pt x="18" y="16"/>
                    <a:pt x="12" y="16"/>
                  </a:cubicBezTo>
                  <a:cubicBezTo>
                    <a:pt x="7" y="17"/>
                    <a:pt x="2" y="14"/>
                    <a:pt x="1" y="10"/>
                  </a:cubicBezTo>
                  <a:cubicBezTo>
                    <a:pt x="0" y="5"/>
                    <a:pt x="4" y="1"/>
                    <a:pt x="10" y="0"/>
                  </a:cubicBezTo>
                  <a:cubicBezTo>
                    <a:pt x="16" y="0"/>
                    <a:pt x="22" y="3"/>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8" name="Freeform 1788">
              <a:extLst>
                <a:ext uri="{FF2B5EF4-FFF2-40B4-BE49-F238E27FC236}">
                  <a16:creationId xmlns:a16="http://schemas.microsoft.com/office/drawing/2014/main" id="{AE444833-939E-48DA-D21C-BC46EE1460F1}"/>
                </a:ext>
              </a:extLst>
            </p:cNvPr>
            <p:cNvSpPr>
              <a:spLocks/>
            </p:cNvSpPr>
            <p:nvPr/>
          </p:nvSpPr>
          <p:spPr bwMode="auto">
            <a:xfrm rot="5094805">
              <a:off x="626632" y="178660"/>
              <a:ext cx="54839" cy="47985"/>
            </a:xfrm>
            <a:custGeom>
              <a:avLst/>
              <a:gdLst>
                <a:gd name="T0" fmla="*/ 1 w 22"/>
                <a:gd name="T1" fmla="*/ 12 h 19"/>
                <a:gd name="T2" fmla="*/ 10 w 22"/>
                <a:gd name="T3" fmla="*/ 1 h 19"/>
                <a:gd name="T4" fmla="*/ 22 w 22"/>
                <a:gd name="T5" fmla="*/ 8 h 19"/>
                <a:gd name="T6" fmla="*/ 13 w 22"/>
                <a:gd name="T7" fmla="*/ 18 h 19"/>
                <a:gd name="T8" fmla="*/ 1 w 22"/>
                <a:gd name="T9" fmla="*/ 12 h 19"/>
              </a:gdLst>
              <a:ahLst/>
              <a:cxnLst>
                <a:cxn ang="0">
                  <a:pos x="T0" y="T1"/>
                </a:cxn>
                <a:cxn ang="0">
                  <a:pos x="T2" y="T3"/>
                </a:cxn>
                <a:cxn ang="0">
                  <a:pos x="T4" y="T5"/>
                </a:cxn>
                <a:cxn ang="0">
                  <a:pos x="T6" y="T7"/>
                </a:cxn>
                <a:cxn ang="0">
                  <a:pos x="T8" y="T9"/>
                </a:cxn>
              </a:cxnLst>
              <a:rect l="0" t="0" r="r" b="b"/>
              <a:pathLst>
                <a:path w="22" h="19">
                  <a:moveTo>
                    <a:pt x="1" y="12"/>
                  </a:moveTo>
                  <a:cubicBezTo>
                    <a:pt x="0" y="7"/>
                    <a:pt x="5" y="2"/>
                    <a:pt x="10" y="1"/>
                  </a:cubicBezTo>
                  <a:cubicBezTo>
                    <a:pt x="16" y="0"/>
                    <a:pt x="22" y="3"/>
                    <a:pt x="22" y="8"/>
                  </a:cubicBezTo>
                  <a:cubicBezTo>
                    <a:pt x="22" y="12"/>
                    <a:pt x="18" y="16"/>
                    <a:pt x="13" y="18"/>
                  </a:cubicBezTo>
                  <a:cubicBezTo>
                    <a:pt x="7" y="19"/>
                    <a:pt x="2" y="16"/>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9" name="Freeform 1789">
              <a:extLst>
                <a:ext uri="{FF2B5EF4-FFF2-40B4-BE49-F238E27FC236}">
                  <a16:creationId xmlns:a16="http://schemas.microsoft.com/office/drawing/2014/main" id="{06CE682F-B900-439A-F4FD-EC0C2E83216D}"/>
                </a:ext>
              </a:extLst>
            </p:cNvPr>
            <p:cNvSpPr>
              <a:spLocks/>
            </p:cNvSpPr>
            <p:nvPr/>
          </p:nvSpPr>
          <p:spPr bwMode="auto">
            <a:xfrm rot="5094805">
              <a:off x="556032" y="-8798"/>
              <a:ext cx="52554" cy="47985"/>
            </a:xfrm>
            <a:custGeom>
              <a:avLst/>
              <a:gdLst>
                <a:gd name="T0" fmla="*/ 1 w 22"/>
                <a:gd name="T1" fmla="*/ 13 h 19"/>
                <a:gd name="T2" fmla="*/ 11 w 22"/>
                <a:gd name="T3" fmla="*/ 2 h 19"/>
                <a:gd name="T4" fmla="*/ 22 w 22"/>
                <a:gd name="T5" fmla="*/ 7 h 19"/>
                <a:gd name="T6" fmla="*/ 13 w 22"/>
                <a:gd name="T7" fmla="*/ 17 h 19"/>
                <a:gd name="T8" fmla="*/ 1 w 22"/>
                <a:gd name="T9" fmla="*/ 13 h 19"/>
              </a:gdLst>
              <a:ahLst/>
              <a:cxnLst>
                <a:cxn ang="0">
                  <a:pos x="T0" y="T1"/>
                </a:cxn>
                <a:cxn ang="0">
                  <a:pos x="T2" y="T3"/>
                </a:cxn>
                <a:cxn ang="0">
                  <a:pos x="T4" y="T5"/>
                </a:cxn>
                <a:cxn ang="0">
                  <a:pos x="T6" y="T7"/>
                </a:cxn>
                <a:cxn ang="0">
                  <a:pos x="T8" y="T9"/>
                </a:cxn>
              </a:cxnLst>
              <a:rect l="0" t="0" r="r" b="b"/>
              <a:pathLst>
                <a:path w="22" h="19">
                  <a:moveTo>
                    <a:pt x="1" y="13"/>
                  </a:moveTo>
                  <a:cubicBezTo>
                    <a:pt x="0" y="9"/>
                    <a:pt x="5" y="4"/>
                    <a:pt x="11" y="2"/>
                  </a:cubicBezTo>
                  <a:cubicBezTo>
                    <a:pt x="16" y="0"/>
                    <a:pt x="22" y="2"/>
                    <a:pt x="22" y="7"/>
                  </a:cubicBezTo>
                  <a:cubicBezTo>
                    <a:pt x="22" y="10"/>
                    <a:pt x="18" y="15"/>
                    <a:pt x="13" y="17"/>
                  </a:cubicBezTo>
                  <a:cubicBezTo>
                    <a:pt x="8" y="19"/>
                    <a:pt x="2" y="18"/>
                    <a:pt x="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0" name="Freeform 1809">
              <a:extLst>
                <a:ext uri="{FF2B5EF4-FFF2-40B4-BE49-F238E27FC236}">
                  <a16:creationId xmlns:a16="http://schemas.microsoft.com/office/drawing/2014/main" id="{1671A8FB-C02F-A05B-030E-991DDF5842A9}"/>
                </a:ext>
              </a:extLst>
            </p:cNvPr>
            <p:cNvSpPr>
              <a:spLocks/>
            </p:cNvSpPr>
            <p:nvPr/>
          </p:nvSpPr>
          <p:spPr bwMode="auto">
            <a:xfrm rot="5094805">
              <a:off x="1424049" y="4406611"/>
              <a:ext cx="54839" cy="25135"/>
            </a:xfrm>
            <a:custGeom>
              <a:avLst/>
              <a:gdLst>
                <a:gd name="T0" fmla="*/ 12 w 22"/>
                <a:gd name="T1" fmla="*/ 5 h 10"/>
                <a:gd name="T2" fmla="*/ 0 w 22"/>
                <a:gd name="T3" fmla="*/ 10 h 10"/>
                <a:gd name="T4" fmla="*/ 8 w 22"/>
                <a:gd name="T5" fmla="*/ 6 h 10"/>
                <a:gd name="T6" fmla="*/ 21 w 22"/>
                <a:gd name="T7" fmla="*/ 1 h 10"/>
                <a:gd name="T8" fmla="*/ 12 w 22"/>
                <a:gd name="T9" fmla="*/ 5 h 10"/>
              </a:gdLst>
              <a:ahLst/>
              <a:cxnLst>
                <a:cxn ang="0">
                  <a:pos x="T0" y="T1"/>
                </a:cxn>
                <a:cxn ang="0">
                  <a:pos x="T2" y="T3"/>
                </a:cxn>
                <a:cxn ang="0">
                  <a:pos x="T4" y="T5"/>
                </a:cxn>
                <a:cxn ang="0">
                  <a:pos x="T6" y="T7"/>
                </a:cxn>
                <a:cxn ang="0">
                  <a:pos x="T8" y="T9"/>
                </a:cxn>
              </a:cxnLst>
              <a:rect l="0" t="0" r="r" b="b"/>
              <a:pathLst>
                <a:path w="22" h="10">
                  <a:moveTo>
                    <a:pt x="12" y="5"/>
                  </a:moveTo>
                  <a:cubicBezTo>
                    <a:pt x="6" y="8"/>
                    <a:pt x="1" y="10"/>
                    <a:pt x="0" y="10"/>
                  </a:cubicBezTo>
                  <a:cubicBezTo>
                    <a:pt x="0" y="10"/>
                    <a:pt x="3" y="9"/>
                    <a:pt x="8" y="6"/>
                  </a:cubicBezTo>
                  <a:cubicBezTo>
                    <a:pt x="14" y="3"/>
                    <a:pt x="20" y="1"/>
                    <a:pt x="21" y="1"/>
                  </a:cubicBezTo>
                  <a:cubicBezTo>
                    <a:pt x="22" y="0"/>
                    <a:pt x="17"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1" name="Freeform 1810">
              <a:extLst>
                <a:ext uri="{FF2B5EF4-FFF2-40B4-BE49-F238E27FC236}">
                  <a16:creationId xmlns:a16="http://schemas.microsoft.com/office/drawing/2014/main" id="{DD3B5B35-C1E3-11EB-295A-D003F27AF9EF}"/>
                </a:ext>
              </a:extLst>
            </p:cNvPr>
            <p:cNvSpPr>
              <a:spLocks/>
            </p:cNvSpPr>
            <p:nvPr/>
          </p:nvSpPr>
          <p:spPr bwMode="auto">
            <a:xfrm rot="5094805">
              <a:off x="1530871" y="4588754"/>
              <a:ext cx="52554" cy="25135"/>
            </a:xfrm>
            <a:custGeom>
              <a:avLst/>
              <a:gdLst>
                <a:gd name="T0" fmla="*/ 11 w 21"/>
                <a:gd name="T1" fmla="*/ 5 h 10"/>
                <a:gd name="T2" fmla="*/ 0 w 21"/>
                <a:gd name="T3" fmla="*/ 10 h 10"/>
                <a:gd name="T4" fmla="*/ 9 w 21"/>
                <a:gd name="T5" fmla="*/ 6 h 10"/>
                <a:gd name="T6" fmla="*/ 21 w 21"/>
                <a:gd name="T7" fmla="*/ 0 h 10"/>
                <a:gd name="T8" fmla="*/ 11 w 21"/>
                <a:gd name="T9" fmla="*/ 5 h 10"/>
              </a:gdLst>
              <a:ahLst/>
              <a:cxnLst>
                <a:cxn ang="0">
                  <a:pos x="T0" y="T1"/>
                </a:cxn>
                <a:cxn ang="0">
                  <a:pos x="T2" y="T3"/>
                </a:cxn>
                <a:cxn ang="0">
                  <a:pos x="T4" y="T5"/>
                </a:cxn>
                <a:cxn ang="0">
                  <a:pos x="T6" y="T7"/>
                </a:cxn>
                <a:cxn ang="0">
                  <a:pos x="T8" y="T9"/>
                </a:cxn>
              </a:cxnLst>
              <a:rect l="0" t="0" r="r" b="b"/>
              <a:pathLst>
                <a:path w="21" h="10">
                  <a:moveTo>
                    <a:pt x="11" y="5"/>
                  </a:moveTo>
                  <a:cubicBezTo>
                    <a:pt x="5" y="8"/>
                    <a:pt x="0" y="10"/>
                    <a:pt x="0" y="10"/>
                  </a:cubicBezTo>
                  <a:cubicBezTo>
                    <a:pt x="0" y="10"/>
                    <a:pt x="3" y="8"/>
                    <a:pt x="9" y="6"/>
                  </a:cubicBezTo>
                  <a:cubicBezTo>
                    <a:pt x="15" y="3"/>
                    <a:pt x="20" y="1"/>
                    <a:pt x="21" y="0"/>
                  </a:cubicBezTo>
                  <a:cubicBezTo>
                    <a:pt x="21" y="0"/>
                    <a:pt x="16"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2" name="Freeform 1811">
              <a:extLst>
                <a:ext uri="{FF2B5EF4-FFF2-40B4-BE49-F238E27FC236}">
                  <a16:creationId xmlns:a16="http://schemas.microsoft.com/office/drawing/2014/main" id="{59B1C703-41A3-59D2-0DFE-BD14868CE188}"/>
                </a:ext>
              </a:extLst>
            </p:cNvPr>
            <p:cNvSpPr>
              <a:spLocks/>
            </p:cNvSpPr>
            <p:nvPr/>
          </p:nvSpPr>
          <p:spPr bwMode="auto">
            <a:xfrm rot="5094805">
              <a:off x="1634376" y="4772238"/>
              <a:ext cx="52554" cy="25135"/>
            </a:xfrm>
            <a:custGeom>
              <a:avLst/>
              <a:gdLst>
                <a:gd name="T0" fmla="*/ 11 w 22"/>
                <a:gd name="T1" fmla="*/ 5 h 10"/>
                <a:gd name="T2" fmla="*/ 0 w 22"/>
                <a:gd name="T3" fmla="*/ 10 h 10"/>
                <a:gd name="T4" fmla="*/ 9 w 22"/>
                <a:gd name="T5" fmla="*/ 6 h 10"/>
                <a:gd name="T6" fmla="*/ 21 w 22"/>
                <a:gd name="T7" fmla="*/ 1 h 10"/>
                <a:gd name="T8" fmla="*/ 11 w 22"/>
                <a:gd name="T9" fmla="*/ 5 h 10"/>
              </a:gdLst>
              <a:ahLst/>
              <a:cxnLst>
                <a:cxn ang="0">
                  <a:pos x="T0" y="T1"/>
                </a:cxn>
                <a:cxn ang="0">
                  <a:pos x="T2" y="T3"/>
                </a:cxn>
                <a:cxn ang="0">
                  <a:pos x="T4" y="T5"/>
                </a:cxn>
                <a:cxn ang="0">
                  <a:pos x="T6" y="T7"/>
                </a:cxn>
                <a:cxn ang="0">
                  <a:pos x="T8" y="T9"/>
                </a:cxn>
              </a:cxnLst>
              <a:rect l="0" t="0" r="r" b="b"/>
              <a:pathLst>
                <a:path w="22" h="10">
                  <a:moveTo>
                    <a:pt x="11" y="5"/>
                  </a:moveTo>
                  <a:cubicBezTo>
                    <a:pt x="5" y="8"/>
                    <a:pt x="1" y="10"/>
                    <a:pt x="0" y="10"/>
                  </a:cubicBezTo>
                  <a:cubicBezTo>
                    <a:pt x="0" y="10"/>
                    <a:pt x="4" y="8"/>
                    <a:pt x="9" y="6"/>
                  </a:cubicBezTo>
                  <a:cubicBezTo>
                    <a:pt x="15" y="3"/>
                    <a:pt x="21" y="1"/>
                    <a:pt x="21" y="1"/>
                  </a:cubicBezTo>
                  <a:cubicBezTo>
                    <a:pt x="22" y="0"/>
                    <a:pt x="17"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3" name="Freeform 1812">
              <a:extLst>
                <a:ext uri="{FF2B5EF4-FFF2-40B4-BE49-F238E27FC236}">
                  <a16:creationId xmlns:a16="http://schemas.microsoft.com/office/drawing/2014/main" id="{84EAEAB8-90D9-5FDE-156F-41C77F908879}"/>
                </a:ext>
              </a:extLst>
            </p:cNvPr>
            <p:cNvSpPr>
              <a:spLocks/>
            </p:cNvSpPr>
            <p:nvPr/>
          </p:nvSpPr>
          <p:spPr bwMode="auto">
            <a:xfrm rot="5094805">
              <a:off x="1732085" y="4957274"/>
              <a:ext cx="54839" cy="20565"/>
            </a:xfrm>
            <a:custGeom>
              <a:avLst/>
              <a:gdLst>
                <a:gd name="T0" fmla="*/ 11 w 22"/>
                <a:gd name="T1" fmla="*/ 5 h 9"/>
                <a:gd name="T2" fmla="*/ 22 w 22"/>
                <a:gd name="T3" fmla="*/ 0 h 9"/>
                <a:gd name="T4" fmla="*/ 11 w 22"/>
                <a:gd name="T5" fmla="*/ 5 h 9"/>
                <a:gd name="T6" fmla="*/ 1 w 22"/>
                <a:gd name="T7" fmla="*/ 9 h 9"/>
                <a:gd name="T8" fmla="*/ 11 w 22"/>
                <a:gd name="T9" fmla="*/ 5 h 9"/>
              </a:gdLst>
              <a:ahLst/>
              <a:cxnLst>
                <a:cxn ang="0">
                  <a:pos x="T0" y="T1"/>
                </a:cxn>
                <a:cxn ang="0">
                  <a:pos x="T2" y="T3"/>
                </a:cxn>
                <a:cxn ang="0">
                  <a:pos x="T4" y="T5"/>
                </a:cxn>
                <a:cxn ang="0">
                  <a:pos x="T6" y="T7"/>
                </a:cxn>
                <a:cxn ang="0">
                  <a:pos x="T8" y="T9"/>
                </a:cxn>
              </a:cxnLst>
              <a:rect l="0" t="0" r="r" b="b"/>
              <a:pathLst>
                <a:path w="22" h="9">
                  <a:moveTo>
                    <a:pt x="11" y="5"/>
                  </a:moveTo>
                  <a:cubicBezTo>
                    <a:pt x="16" y="3"/>
                    <a:pt x="22" y="1"/>
                    <a:pt x="22" y="0"/>
                  </a:cubicBezTo>
                  <a:cubicBezTo>
                    <a:pt x="22" y="0"/>
                    <a:pt x="17" y="2"/>
                    <a:pt x="11" y="5"/>
                  </a:cubicBezTo>
                  <a:cubicBezTo>
                    <a:pt x="6" y="7"/>
                    <a:pt x="2" y="9"/>
                    <a:pt x="1" y="9"/>
                  </a:cubicBezTo>
                  <a:cubicBezTo>
                    <a:pt x="0" y="9"/>
                    <a:pt x="5" y="8"/>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4" name="Freeform 1814">
              <a:extLst>
                <a:ext uri="{FF2B5EF4-FFF2-40B4-BE49-F238E27FC236}">
                  <a16:creationId xmlns:a16="http://schemas.microsoft.com/office/drawing/2014/main" id="{70344857-71E4-DE1F-6412-EC66B6DC07CF}"/>
                </a:ext>
              </a:extLst>
            </p:cNvPr>
            <p:cNvSpPr>
              <a:spLocks/>
            </p:cNvSpPr>
            <p:nvPr/>
          </p:nvSpPr>
          <p:spPr bwMode="auto">
            <a:xfrm rot="5094805">
              <a:off x="1824209" y="5141771"/>
              <a:ext cx="54839" cy="20565"/>
            </a:xfrm>
            <a:custGeom>
              <a:avLst/>
              <a:gdLst>
                <a:gd name="T0" fmla="*/ 22 w 22"/>
                <a:gd name="T1" fmla="*/ 0 h 8"/>
                <a:gd name="T2" fmla="*/ 12 w 22"/>
                <a:gd name="T3" fmla="*/ 3 h 8"/>
                <a:gd name="T4" fmla="*/ 1 w 22"/>
                <a:gd name="T5" fmla="*/ 8 h 8"/>
                <a:gd name="T6" fmla="*/ 9 w 22"/>
                <a:gd name="T7" fmla="*/ 5 h 8"/>
                <a:gd name="T8" fmla="*/ 22 w 22"/>
                <a:gd name="T9" fmla="*/ 0 h 8"/>
              </a:gdLst>
              <a:ahLst/>
              <a:cxnLst>
                <a:cxn ang="0">
                  <a:pos x="T0" y="T1"/>
                </a:cxn>
                <a:cxn ang="0">
                  <a:pos x="T2" y="T3"/>
                </a:cxn>
                <a:cxn ang="0">
                  <a:pos x="T4" y="T5"/>
                </a:cxn>
                <a:cxn ang="0">
                  <a:pos x="T6" y="T7"/>
                </a:cxn>
                <a:cxn ang="0">
                  <a:pos x="T8" y="T9"/>
                </a:cxn>
              </a:cxnLst>
              <a:rect l="0" t="0" r="r" b="b"/>
              <a:pathLst>
                <a:path w="22" h="8">
                  <a:moveTo>
                    <a:pt x="22" y="0"/>
                  </a:moveTo>
                  <a:cubicBezTo>
                    <a:pt x="22" y="0"/>
                    <a:pt x="18" y="1"/>
                    <a:pt x="12" y="3"/>
                  </a:cubicBezTo>
                  <a:cubicBezTo>
                    <a:pt x="7" y="5"/>
                    <a:pt x="2" y="7"/>
                    <a:pt x="1" y="8"/>
                  </a:cubicBezTo>
                  <a:cubicBezTo>
                    <a:pt x="0" y="8"/>
                    <a:pt x="3" y="7"/>
                    <a:pt x="9" y="5"/>
                  </a:cubicBezTo>
                  <a:cubicBezTo>
                    <a:pt x="15" y="2"/>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5" name="Freeform 1815">
              <a:extLst>
                <a:ext uri="{FF2B5EF4-FFF2-40B4-BE49-F238E27FC236}">
                  <a16:creationId xmlns:a16="http://schemas.microsoft.com/office/drawing/2014/main" id="{100D22F2-F07A-ED71-13CC-BB89260A6B94}"/>
                </a:ext>
              </a:extLst>
            </p:cNvPr>
            <p:cNvSpPr>
              <a:spLocks/>
            </p:cNvSpPr>
            <p:nvPr/>
          </p:nvSpPr>
          <p:spPr bwMode="auto">
            <a:xfrm rot="5094805">
              <a:off x="1909505" y="5326875"/>
              <a:ext cx="54839" cy="20565"/>
            </a:xfrm>
            <a:custGeom>
              <a:avLst/>
              <a:gdLst>
                <a:gd name="T0" fmla="*/ 22 w 22"/>
                <a:gd name="T1" fmla="*/ 0 h 8"/>
                <a:gd name="T2" fmla="*/ 12 w 22"/>
                <a:gd name="T3" fmla="*/ 4 h 8"/>
                <a:gd name="T4" fmla="*/ 1 w 22"/>
                <a:gd name="T5" fmla="*/ 7 h 8"/>
                <a:gd name="T6" fmla="*/ 10 w 22"/>
                <a:gd name="T7" fmla="*/ 4 h 8"/>
                <a:gd name="T8" fmla="*/ 22 w 22"/>
                <a:gd name="T9" fmla="*/ 0 h 8"/>
              </a:gdLst>
              <a:ahLst/>
              <a:cxnLst>
                <a:cxn ang="0">
                  <a:pos x="T0" y="T1"/>
                </a:cxn>
                <a:cxn ang="0">
                  <a:pos x="T2" y="T3"/>
                </a:cxn>
                <a:cxn ang="0">
                  <a:pos x="T4" y="T5"/>
                </a:cxn>
                <a:cxn ang="0">
                  <a:pos x="T6" y="T7"/>
                </a:cxn>
                <a:cxn ang="0">
                  <a:pos x="T8" y="T9"/>
                </a:cxn>
              </a:cxnLst>
              <a:rect l="0" t="0" r="r" b="b"/>
              <a:pathLst>
                <a:path w="22" h="8">
                  <a:moveTo>
                    <a:pt x="22" y="0"/>
                  </a:moveTo>
                  <a:cubicBezTo>
                    <a:pt x="22" y="0"/>
                    <a:pt x="17" y="2"/>
                    <a:pt x="12" y="4"/>
                  </a:cubicBezTo>
                  <a:cubicBezTo>
                    <a:pt x="6" y="5"/>
                    <a:pt x="2" y="7"/>
                    <a:pt x="1" y="7"/>
                  </a:cubicBezTo>
                  <a:cubicBezTo>
                    <a:pt x="0" y="8"/>
                    <a:pt x="4" y="6"/>
                    <a:pt x="10" y="4"/>
                  </a:cubicBezTo>
                  <a:cubicBezTo>
                    <a:pt x="16" y="2"/>
                    <a:pt x="21" y="1"/>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6" name="Freeform 1816">
              <a:extLst>
                <a:ext uri="{FF2B5EF4-FFF2-40B4-BE49-F238E27FC236}">
                  <a16:creationId xmlns:a16="http://schemas.microsoft.com/office/drawing/2014/main" id="{023D4E4A-82D3-A79C-FF00-8E103A3FF471}"/>
                </a:ext>
              </a:extLst>
            </p:cNvPr>
            <p:cNvSpPr>
              <a:spLocks/>
            </p:cNvSpPr>
            <p:nvPr/>
          </p:nvSpPr>
          <p:spPr bwMode="auto">
            <a:xfrm rot="5094805">
              <a:off x="1986942" y="5516213"/>
              <a:ext cx="52554" cy="15995"/>
            </a:xfrm>
            <a:custGeom>
              <a:avLst/>
              <a:gdLst>
                <a:gd name="T0" fmla="*/ 11 w 22"/>
                <a:gd name="T1" fmla="*/ 3 h 6"/>
                <a:gd name="T2" fmla="*/ 22 w 22"/>
                <a:gd name="T3" fmla="*/ 0 h 6"/>
                <a:gd name="T4" fmla="*/ 11 w 22"/>
                <a:gd name="T5" fmla="*/ 3 h 6"/>
                <a:gd name="T6" fmla="*/ 1 w 22"/>
                <a:gd name="T7" fmla="*/ 6 h 6"/>
                <a:gd name="T8" fmla="*/ 11 w 22"/>
                <a:gd name="T9" fmla="*/ 3 h 6"/>
              </a:gdLst>
              <a:ahLst/>
              <a:cxnLst>
                <a:cxn ang="0">
                  <a:pos x="T0" y="T1"/>
                </a:cxn>
                <a:cxn ang="0">
                  <a:pos x="T2" y="T3"/>
                </a:cxn>
                <a:cxn ang="0">
                  <a:pos x="T4" y="T5"/>
                </a:cxn>
                <a:cxn ang="0">
                  <a:pos x="T6" y="T7"/>
                </a:cxn>
                <a:cxn ang="0">
                  <a:pos x="T8" y="T9"/>
                </a:cxn>
              </a:cxnLst>
              <a:rect l="0" t="0" r="r" b="b"/>
              <a:pathLst>
                <a:path w="22" h="6">
                  <a:moveTo>
                    <a:pt x="11" y="3"/>
                  </a:moveTo>
                  <a:cubicBezTo>
                    <a:pt x="17" y="1"/>
                    <a:pt x="22" y="0"/>
                    <a:pt x="22" y="0"/>
                  </a:cubicBezTo>
                  <a:cubicBezTo>
                    <a:pt x="22" y="0"/>
                    <a:pt x="17" y="1"/>
                    <a:pt x="11" y="3"/>
                  </a:cubicBezTo>
                  <a:cubicBezTo>
                    <a:pt x="6" y="4"/>
                    <a:pt x="1" y="6"/>
                    <a:pt x="1" y="6"/>
                  </a:cubicBezTo>
                  <a:cubicBezTo>
                    <a:pt x="0" y="6"/>
                    <a:pt x="5" y="5"/>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7" name="Freeform 1817">
              <a:extLst>
                <a:ext uri="{FF2B5EF4-FFF2-40B4-BE49-F238E27FC236}">
                  <a16:creationId xmlns:a16="http://schemas.microsoft.com/office/drawing/2014/main" id="{CEDB6CDB-688C-78C1-7807-E56843544743}"/>
                </a:ext>
              </a:extLst>
            </p:cNvPr>
            <p:cNvSpPr>
              <a:spLocks/>
            </p:cNvSpPr>
            <p:nvPr/>
          </p:nvSpPr>
          <p:spPr bwMode="auto">
            <a:xfrm rot="5094805">
              <a:off x="2053192" y="5708637"/>
              <a:ext cx="54839" cy="11425"/>
            </a:xfrm>
            <a:custGeom>
              <a:avLst/>
              <a:gdLst>
                <a:gd name="T0" fmla="*/ 12 w 22"/>
                <a:gd name="T1" fmla="*/ 3 h 5"/>
                <a:gd name="T2" fmla="*/ 0 w 22"/>
                <a:gd name="T3" fmla="*/ 5 h 5"/>
                <a:gd name="T4" fmla="*/ 9 w 22"/>
                <a:gd name="T5" fmla="*/ 3 h 5"/>
                <a:gd name="T6" fmla="*/ 21 w 22"/>
                <a:gd name="T7" fmla="*/ 1 h 5"/>
                <a:gd name="T8" fmla="*/ 12 w 22"/>
                <a:gd name="T9" fmla="*/ 3 h 5"/>
              </a:gdLst>
              <a:ahLst/>
              <a:cxnLst>
                <a:cxn ang="0">
                  <a:pos x="T0" y="T1"/>
                </a:cxn>
                <a:cxn ang="0">
                  <a:pos x="T2" y="T3"/>
                </a:cxn>
                <a:cxn ang="0">
                  <a:pos x="T4" y="T5"/>
                </a:cxn>
                <a:cxn ang="0">
                  <a:pos x="T6" y="T7"/>
                </a:cxn>
                <a:cxn ang="0">
                  <a:pos x="T8" y="T9"/>
                </a:cxn>
              </a:cxnLst>
              <a:rect l="0" t="0" r="r" b="b"/>
              <a:pathLst>
                <a:path w="22" h="5">
                  <a:moveTo>
                    <a:pt x="12" y="3"/>
                  </a:moveTo>
                  <a:cubicBezTo>
                    <a:pt x="6" y="4"/>
                    <a:pt x="1" y="5"/>
                    <a:pt x="0" y="5"/>
                  </a:cubicBezTo>
                  <a:cubicBezTo>
                    <a:pt x="0" y="5"/>
                    <a:pt x="3" y="5"/>
                    <a:pt x="9" y="3"/>
                  </a:cubicBezTo>
                  <a:cubicBezTo>
                    <a:pt x="14" y="2"/>
                    <a:pt x="20" y="1"/>
                    <a:pt x="21" y="1"/>
                  </a:cubicBezTo>
                  <a:cubicBezTo>
                    <a:pt x="22" y="0"/>
                    <a:pt x="17" y="1"/>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8" name="Freeform 1818">
              <a:extLst>
                <a:ext uri="{FF2B5EF4-FFF2-40B4-BE49-F238E27FC236}">
                  <a16:creationId xmlns:a16="http://schemas.microsoft.com/office/drawing/2014/main" id="{AF20B298-DD3B-8E6F-7515-F3FD90A815D1}"/>
                </a:ext>
              </a:extLst>
            </p:cNvPr>
            <p:cNvSpPr>
              <a:spLocks/>
            </p:cNvSpPr>
            <p:nvPr/>
          </p:nvSpPr>
          <p:spPr bwMode="auto">
            <a:xfrm rot="5094805">
              <a:off x="2106625" y="5896578"/>
              <a:ext cx="54839" cy="11425"/>
            </a:xfrm>
            <a:custGeom>
              <a:avLst/>
              <a:gdLst>
                <a:gd name="T0" fmla="*/ 22 w 22"/>
                <a:gd name="T1" fmla="*/ 1 h 4"/>
                <a:gd name="T2" fmla="*/ 12 w 22"/>
                <a:gd name="T3" fmla="*/ 2 h 4"/>
                <a:gd name="T4" fmla="*/ 1 w 22"/>
                <a:gd name="T5" fmla="*/ 4 h 4"/>
                <a:gd name="T6" fmla="*/ 10 w 22"/>
                <a:gd name="T7" fmla="*/ 2 h 4"/>
                <a:gd name="T8" fmla="*/ 22 w 22"/>
                <a:gd name="T9" fmla="*/ 1 h 4"/>
              </a:gdLst>
              <a:ahLst/>
              <a:cxnLst>
                <a:cxn ang="0">
                  <a:pos x="T0" y="T1"/>
                </a:cxn>
                <a:cxn ang="0">
                  <a:pos x="T2" y="T3"/>
                </a:cxn>
                <a:cxn ang="0">
                  <a:pos x="T4" y="T5"/>
                </a:cxn>
                <a:cxn ang="0">
                  <a:pos x="T6" y="T7"/>
                </a:cxn>
                <a:cxn ang="0">
                  <a:pos x="T8" y="T9"/>
                </a:cxn>
              </a:cxnLst>
              <a:rect l="0" t="0" r="r" b="b"/>
              <a:pathLst>
                <a:path w="22" h="4">
                  <a:moveTo>
                    <a:pt x="22" y="1"/>
                  </a:moveTo>
                  <a:cubicBezTo>
                    <a:pt x="22" y="0"/>
                    <a:pt x="17" y="1"/>
                    <a:pt x="12" y="2"/>
                  </a:cubicBezTo>
                  <a:cubicBezTo>
                    <a:pt x="6" y="3"/>
                    <a:pt x="2" y="4"/>
                    <a:pt x="1" y="4"/>
                  </a:cubicBezTo>
                  <a:cubicBezTo>
                    <a:pt x="0" y="4"/>
                    <a:pt x="4" y="3"/>
                    <a:pt x="10" y="2"/>
                  </a:cubicBezTo>
                  <a:cubicBezTo>
                    <a:pt x="16" y="1"/>
                    <a:pt x="21" y="1"/>
                    <a:pt x="2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9" name="Freeform 1819">
              <a:extLst>
                <a:ext uri="{FF2B5EF4-FFF2-40B4-BE49-F238E27FC236}">
                  <a16:creationId xmlns:a16="http://schemas.microsoft.com/office/drawing/2014/main" id="{DB56D4C1-C7CF-A7F4-6E87-F6584288F317}"/>
                </a:ext>
              </a:extLst>
            </p:cNvPr>
            <p:cNvSpPr>
              <a:spLocks/>
            </p:cNvSpPr>
            <p:nvPr/>
          </p:nvSpPr>
          <p:spPr bwMode="auto">
            <a:xfrm rot="5094805">
              <a:off x="2146711" y="6092677"/>
              <a:ext cx="52554" cy="4570"/>
            </a:xfrm>
            <a:custGeom>
              <a:avLst/>
              <a:gdLst>
                <a:gd name="T0" fmla="*/ 11 w 22"/>
                <a:gd name="T1" fmla="*/ 1 h 2"/>
                <a:gd name="T2" fmla="*/ 0 w 22"/>
                <a:gd name="T3" fmla="*/ 2 h 2"/>
                <a:gd name="T4" fmla="*/ 10 w 22"/>
                <a:gd name="T5" fmla="*/ 1 h 2"/>
                <a:gd name="T6" fmla="*/ 22 w 22"/>
                <a:gd name="T7" fmla="*/ 0 h 2"/>
                <a:gd name="T8" fmla="*/ 11 w 22"/>
                <a:gd name="T9" fmla="*/ 1 h 2"/>
              </a:gdLst>
              <a:ahLst/>
              <a:cxnLst>
                <a:cxn ang="0">
                  <a:pos x="T0" y="T1"/>
                </a:cxn>
                <a:cxn ang="0">
                  <a:pos x="T2" y="T3"/>
                </a:cxn>
                <a:cxn ang="0">
                  <a:pos x="T4" y="T5"/>
                </a:cxn>
                <a:cxn ang="0">
                  <a:pos x="T6" y="T7"/>
                </a:cxn>
                <a:cxn ang="0">
                  <a:pos x="T8" y="T9"/>
                </a:cxn>
              </a:cxnLst>
              <a:rect l="0" t="0" r="r" b="b"/>
              <a:pathLst>
                <a:path w="22" h="2">
                  <a:moveTo>
                    <a:pt x="11" y="1"/>
                  </a:moveTo>
                  <a:cubicBezTo>
                    <a:pt x="5" y="1"/>
                    <a:pt x="0" y="2"/>
                    <a:pt x="0" y="2"/>
                  </a:cubicBezTo>
                  <a:cubicBezTo>
                    <a:pt x="0" y="2"/>
                    <a:pt x="4" y="2"/>
                    <a:pt x="10" y="1"/>
                  </a:cubicBezTo>
                  <a:cubicBezTo>
                    <a:pt x="16" y="1"/>
                    <a:pt x="21" y="0"/>
                    <a:pt x="22" y="0"/>
                  </a:cubicBezTo>
                  <a:cubicBezTo>
                    <a:pt x="22" y="0"/>
                    <a:pt x="17"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0" name="Freeform 1820">
              <a:extLst>
                <a:ext uri="{FF2B5EF4-FFF2-40B4-BE49-F238E27FC236}">
                  <a16:creationId xmlns:a16="http://schemas.microsoft.com/office/drawing/2014/main" id="{92DCBEB8-2F1B-1654-0B94-07AC7CC6F0AE}"/>
                </a:ext>
              </a:extLst>
            </p:cNvPr>
            <p:cNvSpPr>
              <a:spLocks/>
            </p:cNvSpPr>
            <p:nvPr/>
          </p:nvSpPr>
          <p:spPr bwMode="auto">
            <a:xfrm rot="5094805">
              <a:off x="2182139" y="6284514"/>
              <a:ext cx="52554" cy="4570"/>
            </a:xfrm>
            <a:custGeom>
              <a:avLst/>
              <a:gdLst>
                <a:gd name="T0" fmla="*/ 10 w 21"/>
                <a:gd name="T1" fmla="*/ 1 h 2"/>
                <a:gd name="T2" fmla="*/ 21 w 21"/>
                <a:gd name="T3" fmla="*/ 0 h 2"/>
                <a:gd name="T4" fmla="*/ 10 w 21"/>
                <a:gd name="T5" fmla="*/ 1 h 2"/>
                <a:gd name="T6" fmla="*/ 0 w 21"/>
                <a:gd name="T7" fmla="*/ 2 h 2"/>
                <a:gd name="T8" fmla="*/ 10 w 21"/>
                <a:gd name="T9" fmla="*/ 1 h 2"/>
              </a:gdLst>
              <a:ahLst/>
              <a:cxnLst>
                <a:cxn ang="0">
                  <a:pos x="T0" y="T1"/>
                </a:cxn>
                <a:cxn ang="0">
                  <a:pos x="T2" y="T3"/>
                </a:cxn>
                <a:cxn ang="0">
                  <a:pos x="T4" y="T5"/>
                </a:cxn>
                <a:cxn ang="0">
                  <a:pos x="T6" y="T7"/>
                </a:cxn>
                <a:cxn ang="0">
                  <a:pos x="T8" y="T9"/>
                </a:cxn>
              </a:cxnLst>
              <a:rect l="0" t="0" r="r" b="b"/>
              <a:pathLst>
                <a:path w="21" h="2">
                  <a:moveTo>
                    <a:pt x="10" y="1"/>
                  </a:moveTo>
                  <a:cubicBezTo>
                    <a:pt x="16" y="0"/>
                    <a:pt x="21" y="0"/>
                    <a:pt x="21" y="0"/>
                  </a:cubicBezTo>
                  <a:cubicBezTo>
                    <a:pt x="21" y="0"/>
                    <a:pt x="16" y="1"/>
                    <a:pt x="10" y="1"/>
                  </a:cubicBezTo>
                  <a:cubicBezTo>
                    <a:pt x="5" y="2"/>
                    <a:pt x="1" y="2"/>
                    <a:pt x="0" y="2"/>
                  </a:cubicBezTo>
                  <a:cubicBezTo>
                    <a:pt x="0" y="2"/>
                    <a:pt x="4"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1" name="Freeform 1821">
              <a:extLst>
                <a:ext uri="{FF2B5EF4-FFF2-40B4-BE49-F238E27FC236}">
                  <a16:creationId xmlns:a16="http://schemas.microsoft.com/office/drawing/2014/main" id="{36378406-FD82-4ED3-BA10-4B4210171638}"/>
                </a:ext>
              </a:extLst>
            </p:cNvPr>
            <p:cNvSpPr>
              <a:spLocks/>
            </p:cNvSpPr>
            <p:nvPr/>
          </p:nvSpPr>
          <p:spPr bwMode="auto">
            <a:xfrm rot="5094805">
              <a:off x="2228947" y="6473054"/>
              <a:ext cx="52554" cy="9140"/>
            </a:xfrm>
            <a:custGeom>
              <a:avLst/>
              <a:gdLst>
                <a:gd name="T0" fmla="*/ 21 w 21"/>
                <a:gd name="T1" fmla="*/ 0 h 4"/>
                <a:gd name="T2" fmla="*/ 10 w 21"/>
                <a:gd name="T3" fmla="*/ 3 h 4"/>
                <a:gd name="T4" fmla="*/ 0 w 21"/>
                <a:gd name="T5" fmla="*/ 4 h 4"/>
                <a:gd name="T6" fmla="*/ 10 w 21"/>
                <a:gd name="T7" fmla="*/ 2 h 4"/>
                <a:gd name="T8" fmla="*/ 21 w 21"/>
                <a:gd name="T9" fmla="*/ 0 h 4"/>
              </a:gdLst>
              <a:ahLst/>
              <a:cxnLst>
                <a:cxn ang="0">
                  <a:pos x="T0" y="T1"/>
                </a:cxn>
                <a:cxn ang="0">
                  <a:pos x="T2" y="T3"/>
                </a:cxn>
                <a:cxn ang="0">
                  <a:pos x="T4" y="T5"/>
                </a:cxn>
                <a:cxn ang="0">
                  <a:pos x="T6" y="T7"/>
                </a:cxn>
                <a:cxn ang="0">
                  <a:pos x="T8" y="T9"/>
                </a:cxn>
              </a:cxnLst>
              <a:rect l="0" t="0" r="r" b="b"/>
              <a:pathLst>
                <a:path w="21" h="4">
                  <a:moveTo>
                    <a:pt x="21" y="0"/>
                  </a:moveTo>
                  <a:cubicBezTo>
                    <a:pt x="21" y="1"/>
                    <a:pt x="16" y="2"/>
                    <a:pt x="10" y="3"/>
                  </a:cubicBezTo>
                  <a:cubicBezTo>
                    <a:pt x="4" y="4"/>
                    <a:pt x="0" y="4"/>
                    <a:pt x="0" y="4"/>
                  </a:cubicBezTo>
                  <a:cubicBezTo>
                    <a:pt x="0" y="4"/>
                    <a:pt x="4" y="3"/>
                    <a:pt x="10" y="2"/>
                  </a:cubicBezTo>
                  <a:cubicBezTo>
                    <a:pt x="16" y="1"/>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2" name="Freeform 1822">
              <a:extLst>
                <a:ext uri="{FF2B5EF4-FFF2-40B4-BE49-F238E27FC236}">
                  <a16:creationId xmlns:a16="http://schemas.microsoft.com/office/drawing/2014/main" id="{8F1C8F00-F11B-DF38-7F25-89F8C0F3AFAA}"/>
                </a:ext>
              </a:extLst>
            </p:cNvPr>
            <p:cNvSpPr>
              <a:spLocks/>
            </p:cNvSpPr>
            <p:nvPr/>
          </p:nvSpPr>
          <p:spPr bwMode="auto">
            <a:xfrm rot="5094805">
              <a:off x="2284858" y="6660783"/>
              <a:ext cx="52554" cy="13710"/>
            </a:xfrm>
            <a:custGeom>
              <a:avLst/>
              <a:gdLst>
                <a:gd name="T0" fmla="*/ 22 w 22"/>
                <a:gd name="T1" fmla="*/ 1 h 6"/>
                <a:gd name="T2" fmla="*/ 12 w 22"/>
                <a:gd name="T3" fmla="*/ 4 h 6"/>
                <a:gd name="T4" fmla="*/ 1 w 22"/>
                <a:gd name="T5" fmla="*/ 6 h 6"/>
                <a:gd name="T6" fmla="*/ 10 w 22"/>
                <a:gd name="T7" fmla="*/ 3 h 6"/>
                <a:gd name="T8" fmla="*/ 22 w 22"/>
                <a:gd name="T9" fmla="*/ 1 h 6"/>
              </a:gdLst>
              <a:ahLst/>
              <a:cxnLst>
                <a:cxn ang="0">
                  <a:pos x="T0" y="T1"/>
                </a:cxn>
                <a:cxn ang="0">
                  <a:pos x="T2" y="T3"/>
                </a:cxn>
                <a:cxn ang="0">
                  <a:pos x="T4" y="T5"/>
                </a:cxn>
                <a:cxn ang="0">
                  <a:pos x="T6" y="T7"/>
                </a:cxn>
                <a:cxn ang="0">
                  <a:pos x="T8" y="T9"/>
                </a:cxn>
              </a:cxnLst>
              <a:rect l="0" t="0" r="r" b="b"/>
              <a:pathLst>
                <a:path w="22" h="6">
                  <a:moveTo>
                    <a:pt x="22" y="1"/>
                  </a:moveTo>
                  <a:cubicBezTo>
                    <a:pt x="22" y="1"/>
                    <a:pt x="17" y="3"/>
                    <a:pt x="12" y="4"/>
                  </a:cubicBezTo>
                  <a:cubicBezTo>
                    <a:pt x="7" y="5"/>
                    <a:pt x="2" y="6"/>
                    <a:pt x="1" y="6"/>
                  </a:cubicBezTo>
                  <a:cubicBezTo>
                    <a:pt x="0" y="5"/>
                    <a:pt x="4" y="4"/>
                    <a:pt x="10" y="3"/>
                  </a:cubicBezTo>
                  <a:cubicBezTo>
                    <a:pt x="16" y="1"/>
                    <a:pt x="21" y="0"/>
                    <a:pt x="2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3" name="Freeform 1823">
              <a:extLst>
                <a:ext uri="{FF2B5EF4-FFF2-40B4-BE49-F238E27FC236}">
                  <a16:creationId xmlns:a16="http://schemas.microsoft.com/office/drawing/2014/main" id="{C3D2C714-8239-038C-1BDE-63E1C36CE1F1}"/>
                </a:ext>
              </a:extLst>
            </p:cNvPr>
            <p:cNvSpPr>
              <a:spLocks/>
            </p:cNvSpPr>
            <p:nvPr/>
          </p:nvSpPr>
          <p:spPr bwMode="auto">
            <a:xfrm rot="5094805">
              <a:off x="2349971" y="6849881"/>
              <a:ext cx="54839" cy="15995"/>
            </a:xfrm>
            <a:custGeom>
              <a:avLst/>
              <a:gdLst>
                <a:gd name="T0" fmla="*/ 12 w 22"/>
                <a:gd name="T1" fmla="*/ 4 h 6"/>
                <a:gd name="T2" fmla="*/ 0 w 22"/>
                <a:gd name="T3" fmla="*/ 6 h 6"/>
                <a:gd name="T4" fmla="*/ 9 w 22"/>
                <a:gd name="T5" fmla="*/ 3 h 6"/>
                <a:gd name="T6" fmla="*/ 21 w 22"/>
                <a:gd name="T7" fmla="*/ 0 h 6"/>
                <a:gd name="T8" fmla="*/ 12 w 22"/>
                <a:gd name="T9" fmla="*/ 4 h 6"/>
              </a:gdLst>
              <a:ahLst/>
              <a:cxnLst>
                <a:cxn ang="0">
                  <a:pos x="T0" y="T1"/>
                </a:cxn>
                <a:cxn ang="0">
                  <a:pos x="T2" y="T3"/>
                </a:cxn>
                <a:cxn ang="0">
                  <a:pos x="T4" y="T5"/>
                </a:cxn>
                <a:cxn ang="0">
                  <a:pos x="T6" y="T7"/>
                </a:cxn>
                <a:cxn ang="0">
                  <a:pos x="T8" y="T9"/>
                </a:cxn>
              </a:cxnLst>
              <a:rect l="0" t="0" r="r" b="b"/>
              <a:pathLst>
                <a:path w="22" h="6">
                  <a:moveTo>
                    <a:pt x="12" y="4"/>
                  </a:moveTo>
                  <a:cubicBezTo>
                    <a:pt x="7" y="5"/>
                    <a:pt x="1" y="6"/>
                    <a:pt x="0" y="6"/>
                  </a:cubicBezTo>
                  <a:cubicBezTo>
                    <a:pt x="0" y="6"/>
                    <a:pt x="3" y="4"/>
                    <a:pt x="9" y="3"/>
                  </a:cubicBezTo>
                  <a:cubicBezTo>
                    <a:pt x="14" y="1"/>
                    <a:pt x="20" y="0"/>
                    <a:pt x="21" y="0"/>
                  </a:cubicBezTo>
                  <a:cubicBezTo>
                    <a:pt x="22"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4" name="Freeform 1824">
              <a:extLst>
                <a:ext uri="{FF2B5EF4-FFF2-40B4-BE49-F238E27FC236}">
                  <a16:creationId xmlns:a16="http://schemas.microsoft.com/office/drawing/2014/main" id="{1C0A4946-D721-D758-9CAA-DF124B77963B}"/>
                </a:ext>
              </a:extLst>
            </p:cNvPr>
            <p:cNvSpPr>
              <a:spLocks/>
            </p:cNvSpPr>
            <p:nvPr/>
          </p:nvSpPr>
          <p:spPr bwMode="auto">
            <a:xfrm rot="5094805">
              <a:off x="645198" y="1648672"/>
              <a:ext cx="52554" cy="25135"/>
            </a:xfrm>
            <a:custGeom>
              <a:avLst/>
              <a:gdLst>
                <a:gd name="T0" fmla="*/ 10 w 21"/>
                <a:gd name="T1" fmla="*/ 2 h 10"/>
                <a:gd name="T2" fmla="*/ 21 w 21"/>
                <a:gd name="T3" fmla="*/ 8 h 10"/>
                <a:gd name="T4" fmla="*/ 12 w 21"/>
                <a:gd name="T5" fmla="*/ 8 h 10"/>
                <a:gd name="T6" fmla="*/ 0 w 21"/>
                <a:gd name="T7" fmla="*/ 2 h 10"/>
                <a:gd name="T8" fmla="*/ 10 w 21"/>
                <a:gd name="T9" fmla="*/ 2 h 10"/>
              </a:gdLst>
              <a:ahLst/>
              <a:cxnLst>
                <a:cxn ang="0">
                  <a:pos x="T0" y="T1"/>
                </a:cxn>
                <a:cxn ang="0">
                  <a:pos x="T2" y="T3"/>
                </a:cxn>
                <a:cxn ang="0">
                  <a:pos x="T4" y="T5"/>
                </a:cxn>
                <a:cxn ang="0">
                  <a:pos x="T6" y="T7"/>
                </a:cxn>
                <a:cxn ang="0">
                  <a:pos x="T8" y="T9"/>
                </a:cxn>
              </a:cxnLst>
              <a:rect l="0" t="0" r="r" b="b"/>
              <a:pathLst>
                <a:path w="21" h="10">
                  <a:moveTo>
                    <a:pt x="10" y="2"/>
                  </a:moveTo>
                  <a:cubicBezTo>
                    <a:pt x="16" y="3"/>
                    <a:pt x="20" y="6"/>
                    <a:pt x="21" y="8"/>
                  </a:cubicBezTo>
                  <a:cubicBezTo>
                    <a:pt x="21" y="10"/>
                    <a:pt x="17" y="10"/>
                    <a:pt x="12" y="8"/>
                  </a:cubicBezTo>
                  <a:cubicBezTo>
                    <a:pt x="6" y="7"/>
                    <a:pt x="0" y="3"/>
                    <a:pt x="0" y="2"/>
                  </a:cubicBezTo>
                  <a:cubicBezTo>
                    <a:pt x="0" y="0"/>
                    <a:pt x="4"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5" name="Freeform 1825">
              <a:extLst>
                <a:ext uri="{FF2B5EF4-FFF2-40B4-BE49-F238E27FC236}">
                  <a16:creationId xmlns:a16="http://schemas.microsoft.com/office/drawing/2014/main" id="{7F2152F2-2B39-482B-8FE0-EC04E4B8B9A8}"/>
                </a:ext>
              </a:extLst>
            </p:cNvPr>
            <p:cNvSpPr>
              <a:spLocks/>
            </p:cNvSpPr>
            <p:nvPr/>
          </p:nvSpPr>
          <p:spPr bwMode="auto">
            <a:xfrm rot="5094805">
              <a:off x="609232" y="1852488"/>
              <a:ext cx="54839" cy="20565"/>
            </a:xfrm>
            <a:custGeom>
              <a:avLst/>
              <a:gdLst>
                <a:gd name="T0" fmla="*/ 10 w 22"/>
                <a:gd name="T1" fmla="*/ 1 h 8"/>
                <a:gd name="T2" fmla="*/ 22 w 22"/>
                <a:gd name="T3" fmla="*/ 6 h 8"/>
                <a:gd name="T4" fmla="*/ 12 w 22"/>
                <a:gd name="T5" fmla="*/ 6 h 8"/>
                <a:gd name="T6" fmla="*/ 1 w 22"/>
                <a:gd name="T7" fmla="*/ 1 h 8"/>
                <a:gd name="T8" fmla="*/ 10 w 22"/>
                <a:gd name="T9" fmla="*/ 1 h 8"/>
              </a:gdLst>
              <a:ahLst/>
              <a:cxnLst>
                <a:cxn ang="0">
                  <a:pos x="T0" y="T1"/>
                </a:cxn>
                <a:cxn ang="0">
                  <a:pos x="T2" y="T3"/>
                </a:cxn>
                <a:cxn ang="0">
                  <a:pos x="T4" y="T5"/>
                </a:cxn>
                <a:cxn ang="0">
                  <a:pos x="T6" y="T7"/>
                </a:cxn>
                <a:cxn ang="0">
                  <a:pos x="T8" y="T9"/>
                </a:cxn>
              </a:cxnLst>
              <a:rect l="0" t="0" r="r" b="b"/>
              <a:pathLst>
                <a:path w="22" h="8">
                  <a:moveTo>
                    <a:pt x="10" y="1"/>
                  </a:moveTo>
                  <a:cubicBezTo>
                    <a:pt x="16" y="3"/>
                    <a:pt x="21" y="5"/>
                    <a:pt x="22" y="6"/>
                  </a:cubicBezTo>
                  <a:cubicBezTo>
                    <a:pt x="22" y="8"/>
                    <a:pt x="18" y="8"/>
                    <a:pt x="12" y="6"/>
                  </a:cubicBezTo>
                  <a:cubicBezTo>
                    <a:pt x="6" y="5"/>
                    <a:pt x="1" y="3"/>
                    <a:pt x="1" y="1"/>
                  </a:cubicBezTo>
                  <a:cubicBezTo>
                    <a:pt x="0" y="0"/>
                    <a:pt x="5"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6" name="Freeform 1826">
              <a:extLst>
                <a:ext uri="{FF2B5EF4-FFF2-40B4-BE49-F238E27FC236}">
                  <a16:creationId xmlns:a16="http://schemas.microsoft.com/office/drawing/2014/main" id="{C1D78549-EFC4-9D18-3C5C-00D0BC1126F8}"/>
                </a:ext>
              </a:extLst>
            </p:cNvPr>
            <p:cNvSpPr>
              <a:spLocks/>
            </p:cNvSpPr>
            <p:nvPr/>
          </p:nvSpPr>
          <p:spPr bwMode="auto">
            <a:xfrm rot="5094805">
              <a:off x="583305" y="2054260"/>
              <a:ext cx="57124" cy="13710"/>
            </a:xfrm>
            <a:custGeom>
              <a:avLst/>
              <a:gdLst>
                <a:gd name="T0" fmla="*/ 13 w 23"/>
                <a:gd name="T1" fmla="*/ 5 h 6"/>
                <a:gd name="T2" fmla="*/ 1 w 23"/>
                <a:gd name="T3" fmla="*/ 2 h 6"/>
                <a:gd name="T4" fmla="*/ 10 w 23"/>
                <a:gd name="T5" fmla="*/ 1 h 6"/>
                <a:gd name="T6" fmla="*/ 22 w 23"/>
                <a:gd name="T7" fmla="*/ 5 h 6"/>
                <a:gd name="T8" fmla="*/ 13 w 23"/>
                <a:gd name="T9" fmla="*/ 5 h 6"/>
              </a:gdLst>
              <a:ahLst/>
              <a:cxnLst>
                <a:cxn ang="0">
                  <a:pos x="T0" y="T1"/>
                </a:cxn>
                <a:cxn ang="0">
                  <a:pos x="T2" y="T3"/>
                </a:cxn>
                <a:cxn ang="0">
                  <a:pos x="T4" y="T5"/>
                </a:cxn>
                <a:cxn ang="0">
                  <a:pos x="T6" y="T7"/>
                </a:cxn>
                <a:cxn ang="0">
                  <a:pos x="T8" y="T9"/>
                </a:cxn>
              </a:cxnLst>
              <a:rect l="0" t="0" r="r" b="b"/>
              <a:pathLst>
                <a:path w="23" h="6">
                  <a:moveTo>
                    <a:pt x="13" y="5"/>
                  </a:moveTo>
                  <a:cubicBezTo>
                    <a:pt x="8" y="4"/>
                    <a:pt x="2" y="3"/>
                    <a:pt x="1" y="2"/>
                  </a:cubicBezTo>
                  <a:cubicBezTo>
                    <a:pt x="0" y="0"/>
                    <a:pt x="4" y="0"/>
                    <a:pt x="10" y="1"/>
                  </a:cubicBezTo>
                  <a:cubicBezTo>
                    <a:pt x="16" y="2"/>
                    <a:pt x="22" y="4"/>
                    <a:pt x="22" y="5"/>
                  </a:cubicBezTo>
                  <a:cubicBezTo>
                    <a:pt x="23" y="6"/>
                    <a:pt x="19" y="6"/>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7" name="Freeform 1827">
              <a:extLst>
                <a:ext uri="{FF2B5EF4-FFF2-40B4-BE49-F238E27FC236}">
                  <a16:creationId xmlns:a16="http://schemas.microsoft.com/office/drawing/2014/main" id="{59BA5715-B7E2-DFD0-283A-3A59F60F3ABD}"/>
                </a:ext>
              </a:extLst>
            </p:cNvPr>
            <p:cNvSpPr>
              <a:spLocks/>
            </p:cNvSpPr>
            <p:nvPr/>
          </p:nvSpPr>
          <p:spPr bwMode="auto">
            <a:xfrm rot="5094805">
              <a:off x="573425" y="2254912"/>
              <a:ext cx="52554" cy="9140"/>
            </a:xfrm>
            <a:custGeom>
              <a:avLst/>
              <a:gdLst>
                <a:gd name="T0" fmla="*/ 22 w 22"/>
                <a:gd name="T1" fmla="*/ 3 h 4"/>
                <a:gd name="T2" fmla="*/ 13 w 22"/>
                <a:gd name="T3" fmla="*/ 4 h 4"/>
                <a:gd name="T4" fmla="*/ 1 w 22"/>
                <a:gd name="T5" fmla="*/ 1 h 4"/>
                <a:gd name="T6" fmla="*/ 10 w 22"/>
                <a:gd name="T7" fmla="*/ 1 h 4"/>
                <a:gd name="T8" fmla="*/ 22 w 22"/>
                <a:gd name="T9" fmla="*/ 3 h 4"/>
              </a:gdLst>
              <a:ahLst/>
              <a:cxnLst>
                <a:cxn ang="0">
                  <a:pos x="T0" y="T1"/>
                </a:cxn>
                <a:cxn ang="0">
                  <a:pos x="T2" y="T3"/>
                </a:cxn>
                <a:cxn ang="0">
                  <a:pos x="T4" y="T5"/>
                </a:cxn>
                <a:cxn ang="0">
                  <a:pos x="T6" y="T7"/>
                </a:cxn>
                <a:cxn ang="0">
                  <a:pos x="T8" y="T9"/>
                </a:cxn>
              </a:cxnLst>
              <a:rect l="0" t="0" r="r" b="b"/>
              <a:pathLst>
                <a:path w="22" h="4">
                  <a:moveTo>
                    <a:pt x="22" y="3"/>
                  </a:moveTo>
                  <a:cubicBezTo>
                    <a:pt x="22" y="4"/>
                    <a:pt x="19" y="4"/>
                    <a:pt x="13" y="4"/>
                  </a:cubicBezTo>
                  <a:cubicBezTo>
                    <a:pt x="7" y="3"/>
                    <a:pt x="1" y="2"/>
                    <a:pt x="1" y="1"/>
                  </a:cubicBezTo>
                  <a:cubicBezTo>
                    <a:pt x="0" y="0"/>
                    <a:pt x="4" y="0"/>
                    <a:pt x="10" y="1"/>
                  </a:cubicBezTo>
                  <a:cubicBezTo>
                    <a:pt x="16" y="2"/>
                    <a:pt x="21" y="2"/>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8" name="Freeform 1828">
              <a:extLst>
                <a:ext uri="{FF2B5EF4-FFF2-40B4-BE49-F238E27FC236}">
                  <a16:creationId xmlns:a16="http://schemas.microsoft.com/office/drawing/2014/main" id="{B9044968-3AF2-9D1F-8E9C-3B66B79BA6A2}"/>
                </a:ext>
              </a:extLst>
            </p:cNvPr>
            <p:cNvSpPr>
              <a:spLocks/>
            </p:cNvSpPr>
            <p:nvPr/>
          </p:nvSpPr>
          <p:spPr bwMode="auto">
            <a:xfrm rot="5094805">
              <a:off x="580500" y="2452604"/>
              <a:ext cx="54839" cy="4570"/>
            </a:xfrm>
            <a:custGeom>
              <a:avLst/>
              <a:gdLst>
                <a:gd name="T0" fmla="*/ 12 w 22"/>
                <a:gd name="T1" fmla="*/ 2 h 2"/>
                <a:gd name="T2" fmla="*/ 1 w 22"/>
                <a:gd name="T3" fmla="*/ 1 h 2"/>
                <a:gd name="T4" fmla="*/ 10 w 22"/>
                <a:gd name="T5" fmla="*/ 0 h 2"/>
                <a:gd name="T6" fmla="*/ 22 w 22"/>
                <a:gd name="T7" fmla="*/ 1 h 2"/>
                <a:gd name="T8" fmla="*/ 12 w 22"/>
                <a:gd name="T9" fmla="*/ 2 h 2"/>
              </a:gdLst>
              <a:ahLst/>
              <a:cxnLst>
                <a:cxn ang="0">
                  <a:pos x="T0" y="T1"/>
                </a:cxn>
                <a:cxn ang="0">
                  <a:pos x="T2" y="T3"/>
                </a:cxn>
                <a:cxn ang="0">
                  <a:pos x="T4" y="T5"/>
                </a:cxn>
                <a:cxn ang="0">
                  <a:pos x="T6" y="T7"/>
                </a:cxn>
                <a:cxn ang="0">
                  <a:pos x="T8" y="T9"/>
                </a:cxn>
              </a:cxnLst>
              <a:rect l="0" t="0" r="r" b="b"/>
              <a:pathLst>
                <a:path w="22" h="2">
                  <a:moveTo>
                    <a:pt x="12" y="2"/>
                  </a:moveTo>
                  <a:cubicBezTo>
                    <a:pt x="7" y="2"/>
                    <a:pt x="2" y="2"/>
                    <a:pt x="1" y="1"/>
                  </a:cubicBezTo>
                  <a:cubicBezTo>
                    <a:pt x="0" y="1"/>
                    <a:pt x="4" y="0"/>
                    <a:pt x="10" y="0"/>
                  </a:cubicBezTo>
                  <a:cubicBezTo>
                    <a:pt x="16" y="0"/>
                    <a:pt x="22" y="0"/>
                    <a:pt x="22" y="1"/>
                  </a:cubicBezTo>
                  <a:cubicBezTo>
                    <a:pt x="22" y="1"/>
                    <a:pt x="18" y="2"/>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9" name="Freeform 1829">
              <a:extLst>
                <a:ext uri="{FF2B5EF4-FFF2-40B4-BE49-F238E27FC236}">
                  <a16:creationId xmlns:a16="http://schemas.microsoft.com/office/drawing/2014/main" id="{2326ABAE-ACAB-FE64-9789-0EC85D90D41D}"/>
                </a:ext>
              </a:extLst>
            </p:cNvPr>
            <p:cNvSpPr>
              <a:spLocks/>
            </p:cNvSpPr>
            <p:nvPr/>
          </p:nvSpPr>
          <p:spPr bwMode="auto">
            <a:xfrm rot="5094805">
              <a:off x="611376" y="2642561"/>
              <a:ext cx="54839" cy="9140"/>
            </a:xfrm>
            <a:custGeom>
              <a:avLst/>
              <a:gdLst>
                <a:gd name="T0" fmla="*/ 12 w 22"/>
                <a:gd name="T1" fmla="*/ 2 h 3"/>
                <a:gd name="T2" fmla="*/ 1 w 22"/>
                <a:gd name="T3" fmla="*/ 3 h 3"/>
                <a:gd name="T4" fmla="*/ 10 w 22"/>
                <a:gd name="T5" fmla="*/ 1 h 3"/>
                <a:gd name="T6" fmla="*/ 21 w 22"/>
                <a:gd name="T7" fmla="*/ 0 h 3"/>
                <a:gd name="T8" fmla="*/ 12 w 22"/>
                <a:gd name="T9" fmla="*/ 2 h 3"/>
              </a:gdLst>
              <a:ahLst/>
              <a:cxnLst>
                <a:cxn ang="0">
                  <a:pos x="T0" y="T1"/>
                </a:cxn>
                <a:cxn ang="0">
                  <a:pos x="T2" y="T3"/>
                </a:cxn>
                <a:cxn ang="0">
                  <a:pos x="T4" y="T5"/>
                </a:cxn>
                <a:cxn ang="0">
                  <a:pos x="T6" y="T7"/>
                </a:cxn>
                <a:cxn ang="0">
                  <a:pos x="T8" y="T9"/>
                </a:cxn>
              </a:cxnLst>
              <a:rect l="0" t="0" r="r" b="b"/>
              <a:pathLst>
                <a:path w="22" h="3">
                  <a:moveTo>
                    <a:pt x="12" y="2"/>
                  </a:moveTo>
                  <a:cubicBezTo>
                    <a:pt x="6" y="3"/>
                    <a:pt x="1" y="3"/>
                    <a:pt x="1" y="3"/>
                  </a:cubicBezTo>
                  <a:cubicBezTo>
                    <a:pt x="0" y="2"/>
                    <a:pt x="4" y="2"/>
                    <a:pt x="10" y="1"/>
                  </a:cubicBezTo>
                  <a:cubicBezTo>
                    <a:pt x="16" y="0"/>
                    <a:pt x="21" y="0"/>
                    <a:pt x="21" y="0"/>
                  </a:cubicBezTo>
                  <a:cubicBezTo>
                    <a:pt x="22" y="1"/>
                    <a:pt x="17" y="2"/>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0" name="Freeform 1830">
              <a:extLst>
                <a:ext uri="{FF2B5EF4-FFF2-40B4-BE49-F238E27FC236}">
                  <a16:creationId xmlns:a16="http://schemas.microsoft.com/office/drawing/2014/main" id="{4739DC59-2D3D-01DA-DBED-BCEC5051A28D}"/>
                </a:ext>
              </a:extLst>
            </p:cNvPr>
            <p:cNvSpPr>
              <a:spLocks/>
            </p:cNvSpPr>
            <p:nvPr/>
          </p:nvSpPr>
          <p:spPr bwMode="auto">
            <a:xfrm rot="5094805">
              <a:off x="660469" y="2831101"/>
              <a:ext cx="50269" cy="13710"/>
            </a:xfrm>
            <a:custGeom>
              <a:avLst/>
              <a:gdLst>
                <a:gd name="T0" fmla="*/ 10 w 21"/>
                <a:gd name="T1" fmla="*/ 2 h 5"/>
                <a:gd name="T2" fmla="*/ 21 w 21"/>
                <a:gd name="T3" fmla="*/ 1 h 5"/>
                <a:gd name="T4" fmla="*/ 12 w 21"/>
                <a:gd name="T5" fmla="*/ 3 h 5"/>
                <a:gd name="T6" fmla="*/ 0 w 21"/>
                <a:gd name="T7" fmla="*/ 4 h 5"/>
                <a:gd name="T8" fmla="*/ 10 w 21"/>
                <a:gd name="T9" fmla="*/ 2 h 5"/>
              </a:gdLst>
              <a:ahLst/>
              <a:cxnLst>
                <a:cxn ang="0">
                  <a:pos x="T0" y="T1"/>
                </a:cxn>
                <a:cxn ang="0">
                  <a:pos x="T2" y="T3"/>
                </a:cxn>
                <a:cxn ang="0">
                  <a:pos x="T4" y="T5"/>
                </a:cxn>
                <a:cxn ang="0">
                  <a:pos x="T6" y="T7"/>
                </a:cxn>
                <a:cxn ang="0">
                  <a:pos x="T8" y="T9"/>
                </a:cxn>
              </a:cxnLst>
              <a:rect l="0" t="0" r="r" b="b"/>
              <a:pathLst>
                <a:path w="21" h="5">
                  <a:moveTo>
                    <a:pt x="10" y="2"/>
                  </a:moveTo>
                  <a:cubicBezTo>
                    <a:pt x="16" y="1"/>
                    <a:pt x="20" y="0"/>
                    <a:pt x="21" y="1"/>
                  </a:cubicBezTo>
                  <a:cubicBezTo>
                    <a:pt x="21" y="1"/>
                    <a:pt x="18" y="2"/>
                    <a:pt x="12" y="3"/>
                  </a:cubicBezTo>
                  <a:cubicBezTo>
                    <a:pt x="6" y="4"/>
                    <a:pt x="0" y="5"/>
                    <a:pt x="0" y="4"/>
                  </a:cubicBezTo>
                  <a:cubicBezTo>
                    <a:pt x="0" y="4"/>
                    <a:pt x="5" y="3"/>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1" name="Freeform 1831">
              <a:extLst>
                <a:ext uri="{FF2B5EF4-FFF2-40B4-BE49-F238E27FC236}">
                  <a16:creationId xmlns:a16="http://schemas.microsoft.com/office/drawing/2014/main" id="{A4A36AB2-C53C-AA46-1024-FB947A96E465}"/>
                </a:ext>
              </a:extLst>
            </p:cNvPr>
            <p:cNvSpPr>
              <a:spLocks/>
            </p:cNvSpPr>
            <p:nvPr/>
          </p:nvSpPr>
          <p:spPr bwMode="auto">
            <a:xfrm rot="5094805">
              <a:off x="719891" y="3021848"/>
              <a:ext cx="52554" cy="13710"/>
            </a:xfrm>
            <a:custGeom>
              <a:avLst/>
              <a:gdLst>
                <a:gd name="T0" fmla="*/ 9 w 21"/>
                <a:gd name="T1" fmla="*/ 3 h 6"/>
                <a:gd name="T2" fmla="*/ 20 w 21"/>
                <a:gd name="T3" fmla="*/ 1 h 6"/>
                <a:gd name="T4" fmla="*/ 11 w 21"/>
                <a:gd name="T5" fmla="*/ 4 h 6"/>
                <a:gd name="T6" fmla="*/ 0 w 21"/>
                <a:gd name="T7" fmla="*/ 6 h 6"/>
                <a:gd name="T8" fmla="*/ 9 w 21"/>
                <a:gd name="T9" fmla="*/ 3 h 6"/>
              </a:gdLst>
              <a:ahLst/>
              <a:cxnLst>
                <a:cxn ang="0">
                  <a:pos x="T0" y="T1"/>
                </a:cxn>
                <a:cxn ang="0">
                  <a:pos x="T2" y="T3"/>
                </a:cxn>
                <a:cxn ang="0">
                  <a:pos x="T4" y="T5"/>
                </a:cxn>
                <a:cxn ang="0">
                  <a:pos x="T6" y="T7"/>
                </a:cxn>
                <a:cxn ang="0">
                  <a:pos x="T8" y="T9"/>
                </a:cxn>
              </a:cxnLst>
              <a:rect l="0" t="0" r="r" b="b"/>
              <a:pathLst>
                <a:path w="21" h="6">
                  <a:moveTo>
                    <a:pt x="9" y="3"/>
                  </a:moveTo>
                  <a:cubicBezTo>
                    <a:pt x="15" y="1"/>
                    <a:pt x="20" y="0"/>
                    <a:pt x="20" y="1"/>
                  </a:cubicBezTo>
                  <a:cubicBezTo>
                    <a:pt x="21" y="1"/>
                    <a:pt x="17" y="2"/>
                    <a:pt x="11" y="4"/>
                  </a:cubicBezTo>
                  <a:cubicBezTo>
                    <a:pt x="5" y="5"/>
                    <a:pt x="0" y="6"/>
                    <a:pt x="0" y="6"/>
                  </a:cubicBezTo>
                  <a:cubicBezTo>
                    <a:pt x="0" y="5"/>
                    <a:pt x="4" y="4"/>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2" name="Freeform 1832">
              <a:extLst>
                <a:ext uri="{FF2B5EF4-FFF2-40B4-BE49-F238E27FC236}">
                  <a16:creationId xmlns:a16="http://schemas.microsoft.com/office/drawing/2014/main" id="{B1F2E878-772B-484D-6E32-AAACE0693D59}"/>
                </a:ext>
              </a:extLst>
            </p:cNvPr>
            <p:cNvSpPr>
              <a:spLocks/>
            </p:cNvSpPr>
            <p:nvPr/>
          </p:nvSpPr>
          <p:spPr bwMode="auto">
            <a:xfrm rot="5094805">
              <a:off x="789150" y="3205989"/>
              <a:ext cx="54839" cy="15995"/>
            </a:xfrm>
            <a:custGeom>
              <a:avLst/>
              <a:gdLst>
                <a:gd name="T0" fmla="*/ 10 w 22"/>
                <a:gd name="T1" fmla="*/ 3 h 6"/>
                <a:gd name="T2" fmla="*/ 21 w 22"/>
                <a:gd name="T3" fmla="*/ 0 h 6"/>
                <a:gd name="T4" fmla="*/ 12 w 22"/>
                <a:gd name="T5" fmla="*/ 4 h 6"/>
                <a:gd name="T6" fmla="*/ 1 w 22"/>
                <a:gd name="T7" fmla="*/ 6 h 6"/>
                <a:gd name="T8" fmla="*/ 10 w 22"/>
                <a:gd name="T9" fmla="*/ 3 h 6"/>
              </a:gdLst>
              <a:ahLst/>
              <a:cxnLst>
                <a:cxn ang="0">
                  <a:pos x="T0" y="T1"/>
                </a:cxn>
                <a:cxn ang="0">
                  <a:pos x="T2" y="T3"/>
                </a:cxn>
                <a:cxn ang="0">
                  <a:pos x="T4" y="T5"/>
                </a:cxn>
                <a:cxn ang="0">
                  <a:pos x="T6" y="T7"/>
                </a:cxn>
                <a:cxn ang="0">
                  <a:pos x="T8" y="T9"/>
                </a:cxn>
              </a:cxnLst>
              <a:rect l="0" t="0" r="r" b="b"/>
              <a:pathLst>
                <a:path w="22" h="6">
                  <a:moveTo>
                    <a:pt x="10" y="3"/>
                  </a:moveTo>
                  <a:cubicBezTo>
                    <a:pt x="15" y="1"/>
                    <a:pt x="20" y="0"/>
                    <a:pt x="21" y="0"/>
                  </a:cubicBezTo>
                  <a:cubicBezTo>
                    <a:pt x="22" y="0"/>
                    <a:pt x="18" y="2"/>
                    <a:pt x="12" y="4"/>
                  </a:cubicBezTo>
                  <a:cubicBezTo>
                    <a:pt x="6" y="5"/>
                    <a:pt x="1" y="6"/>
                    <a:pt x="1" y="6"/>
                  </a:cubicBezTo>
                  <a:cubicBezTo>
                    <a:pt x="0" y="6"/>
                    <a:pt x="5" y="4"/>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3" name="Freeform 1833">
              <a:extLst>
                <a:ext uri="{FF2B5EF4-FFF2-40B4-BE49-F238E27FC236}">
                  <a16:creationId xmlns:a16="http://schemas.microsoft.com/office/drawing/2014/main" id="{3F85AFC5-41FD-8609-D2DE-F802F10E7C27}"/>
                </a:ext>
              </a:extLst>
            </p:cNvPr>
            <p:cNvSpPr>
              <a:spLocks/>
            </p:cNvSpPr>
            <p:nvPr/>
          </p:nvSpPr>
          <p:spPr bwMode="auto">
            <a:xfrm rot="5094805">
              <a:off x="869895" y="3389213"/>
              <a:ext cx="54839" cy="20565"/>
            </a:xfrm>
            <a:custGeom>
              <a:avLst/>
              <a:gdLst>
                <a:gd name="T0" fmla="*/ 13 w 22"/>
                <a:gd name="T1" fmla="*/ 4 h 8"/>
                <a:gd name="T2" fmla="*/ 1 w 22"/>
                <a:gd name="T3" fmla="*/ 8 h 8"/>
                <a:gd name="T4" fmla="*/ 9 w 22"/>
                <a:gd name="T5" fmla="*/ 4 h 8"/>
                <a:gd name="T6" fmla="*/ 21 w 22"/>
                <a:gd name="T7" fmla="*/ 0 h 8"/>
                <a:gd name="T8" fmla="*/ 13 w 22"/>
                <a:gd name="T9" fmla="*/ 4 h 8"/>
              </a:gdLst>
              <a:ahLst/>
              <a:cxnLst>
                <a:cxn ang="0">
                  <a:pos x="T0" y="T1"/>
                </a:cxn>
                <a:cxn ang="0">
                  <a:pos x="T2" y="T3"/>
                </a:cxn>
                <a:cxn ang="0">
                  <a:pos x="T4" y="T5"/>
                </a:cxn>
                <a:cxn ang="0">
                  <a:pos x="T6" y="T7"/>
                </a:cxn>
                <a:cxn ang="0">
                  <a:pos x="T8" y="T9"/>
                </a:cxn>
              </a:cxnLst>
              <a:rect l="0" t="0" r="r" b="b"/>
              <a:pathLst>
                <a:path w="22" h="8">
                  <a:moveTo>
                    <a:pt x="13" y="4"/>
                  </a:moveTo>
                  <a:cubicBezTo>
                    <a:pt x="7" y="6"/>
                    <a:pt x="2" y="7"/>
                    <a:pt x="1" y="8"/>
                  </a:cubicBezTo>
                  <a:cubicBezTo>
                    <a:pt x="0" y="8"/>
                    <a:pt x="4" y="6"/>
                    <a:pt x="9" y="4"/>
                  </a:cubicBezTo>
                  <a:cubicBezTo>
                    <a:pt x="15" y="2"/>
                    <a:pt x="20" y="0"/>
                    <a:pt x="21" y="0"/>
                  </a:cubicBezTo>
                  <a:cubicBezTo>
                    <a:pt x="22" y="0"/>
                    <a:pt x="18" y="2"/>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4" name="Freeform 1834">
              <a:extLst>
                <a:ext uri="{FF2B5EF4-FFF2-40B4-BE49-F238E27FC236}">
                  <a16:creationId xmlns:a16="http://schemas.microsoft.com/office/drawing/2014/main" id="{7FCF3DB5-E0D7-FECF-D63B-9C8CEAE6FA93}"/>
                </a:ext>
              </a:extLst>
            </p:cNvPr>
            <p:cNvSpPr>
              <a:spLocks/>
            </p:cNvSpPr>
            <p:nvPr/>
          </p:nvSpPr>
          <p:spPr bwMode="auto">
            <a:xfrm rot="5094805">
              <a:off x="963272" y="3575051"/>
              <a:ext cx="47985" cy="20565"/>
            </a:xfrm>
            <a:custGeom>
              <a:avLst/>
              <a:gdLst>
                <a:gd name="T0" fmla="*/ 20 w 20"/>
                <a:gd name="T1" fmla="*/ 0 h 9"/>
                <a:gd name="T2" fmla="*/ 11 w 20"/>
                <a:gd name="T3" fmla="*/ 4 h 9"/>
                <a:gd name="T4" fmla="*/ 0 w 20"/>
                <a:gd name="T5" fmla="*/ 8 h 9"/>
                <a:gd name="T6" fmla="*/ 9 w 20"/>
                <a:gd name="T7" fmla="*/ 4 h 9"/>
                <a:gd name="T8" fmla="*/ 20 w 20"/>
                <a:gd name="T9" fmla="*/ 0 h 9"/>
              </a:gdLst>
              <a:ahLst/>
              <a:cxnLst>
                <a:cxn ang="0">
                  <a:pos x="T0" y="T1"/>
                </a:cxn>
                <a:cxn ang="0">
                  <a:pos x="T2" y="T3"/>
                </a:cxn>
                <a:cxn ang="0">
                  <a:pos x="T4" y="T5"/>
                </a:cxn>
                <a:cxn ang="0">
                  <a:pos x="T6" y="T7"/>
                </a:cxn>
                <a:cxn ang="0">
                  <a:pos x="T8" y="T9"/>
                </a:cxn>
              </a:cxnLst>
              <a:rect l="0" t="0" r="r" b="b"/>
              <a:pathLst>
                <a:path w="20" h="9">
                  <a:moveTo>
                    <a:pt x="20" y="0"/>
                  </a:moveTo>
                  <a:cubicBezTo>
                    <a:pt x="20" y="0"/>
                    <a:pt x="17" y="2"/>
                    <a:pt x="11" y="4"/>
                  </a:cubicBezTo>
                  <a:cubicBezTo>
                    <a:pt x="5" y="7"/>
                    <a:pt x="0" y="9"/>
                    <a:pt x="0" y="8"/>
                  </a:cubicBezTo>
                  <a:cubicBezTo>
                    <a:pt x="0" y="8"/>
                    <a:pt x="4" y="6"/>
                    <a:pt x="9"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5" name="Freeform 1835">
              <a:extLst>
                <a:ext uri="{FF2B5EF4-FFF2-40B4-BE49-F238E27FC236}">
                  <a16:creationId xmlns:a16="http://schemas.microsoft.com/office/drawing/2014/main" id="{84CA5157-9D08-6701-8845-7CB51A79B92C}"/>
                </a:ext>
              </a:extLst>
            </p:cNvPr>
            <p:cNvSpPr>
              <a:spLocks/>
            </p:cNvSpPr>
            <p:nvPr/>
          </p:nvSpPr>
          <p:spPr bwMode="auto">
            <a:xfrm rot="5094805">
              <a:off x="1055282" y="3756963"/>
              <a:ext cx="54839" cy="22850"/>
            </a:xfrm>
            <a:custGeom>
              <a:avLst/>
              <a:gdLst>
                <a:gd name="T0" fmla="*/ 13 w 22"/>
                <a:gd name="T1" fmla="*/ 4 h 9"/>
                <a:gd name="T2" fmla="*/ 1 w 22"/>
                <a:gd name="T3" fmla="*/ 8 h 9"/>
                <a:gd name="T4" fmla="*/ 9 w 22"/>
                <a:gd name="T5" fmla="*/ 4 h 9"/>
                <a:gd name="T6" fmla="*/ 22 w 22"/>
                <a:gd name="T7" fmla="*/ 0 h 9"/>
                <a:gd name="T8" fmla="*/ 13 w 22"/>
                <a:gd name="T9" fmla="*/ 4 h 9"/>
              </a:gdLst>
              <a:ahLst/>
              <a:cxnLst>
                <a:cxn ang="0">
                  <a:pos x="T0" y="T1"/>
                </a:cxn>
                <a:cxn ang="0">
                  <a:pos x="T2" y="T3"/>
                </a:cxn>
                <a:cxn ang="0">
                  <a:pos x="T4" y="T5"/>
                </a:cxn>
                <a:cxn ang="0">
                  <a:pos x="T6" y="T7"/>
                </a:cxn>
                <a:cxn ang="0">
                  <a:pos x="T8" y="T9"/>
                </a:cxn>
              </a:cxnLst>
              <a:rect l="0" t="0" r="r" b="b"/>
              <a:pathLst>
                <a:path w="22" h="9">
                  <a:moveTo>
                    <a:pt x="13" y="4"/>
                  </a:moveTo>
                  <a:cubicBezTo>
                    <a:pt x="8" y="6"/>
                    <a:pt x="3" y="8"/>
                    <a:pt x="1" y="8"/>
                  </a:cubicBezTo>
                  <a:cubicBezTo>
                    <a:pt x="0" y="9"/>
                    <a:pt x="4" y="7"/>
                    <a:pt x="9" y="4"/>
                  </a:cubicBezTo>
                  <a:cubicBezTo>
                    <a:pt x="15" y="2"/>
                    <a:pt x="21" y="0"/>
                    <a:pt x="22" y="0"/>
                  </a:cubicBezTo>
                  <a:cubicBezTo>
                    <a:pt x="22" y="0"/>
                    <a:pt x="19" y="1"/>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6" name="Freeform 1836">
              <a:extLst>
                <a:ext uri="{FF2B5EF4-FFF2-40B4-BE49-F238E27FC236}">
                  <a16:creationId xmlns:a16="http://schemas.microsoft.com/office/drawing/2014/main" id="{6ACB7916-83C6-E452-3BC8-F9633F7FC713}"/>
                </a:ext>
              </a:extLst>
            </p:cNvPr>
            <p:cNvSpPr>
              <a:spLocks/>
            </p:cNvSpPr>
            <p:nvPr/>
          </p:nvSpPr>
          <p:spPr bwMode="auto">
            <a:xfrm rot="5094805">
              <a:off x="1158893" y="3940544"/>
              <a:ext cx="52554" cy="25135"/>
            </a:xfrm>
            <a:custGeom>
              <a:avLst/>
              <a:gdLst>
                <a:gd name="T0" fmla="*/ 20 w 21"/>
                <a:gd name="T1" fmla="*/ 0 h 10"/>
                <a:gd name="T2" fmla="*/ 11 w 21"/>
                <a:gd name="T3" fmla="*/ 5 h 10"/>
                <a:gd name="T4" fmla="*/ 0 w 21"/>
                <a:gd name="T5" fmla="*/ 9 h 10"/>
                <a:gd name="T6" fmla="*/ 10 w 21"/>
                <a:gd name="T7" fmla="*/ 4 h 10"/>
                <a:gd name="T8" fmla="*/ 20 w 21"/>
                <a:gd name="T9" fmla="*/ 0 h 10"/>
              </a:gdLst>
              <a:ahLst/>
              <a:cxnLst>
                <a:cxn ang="0">
                  <a:pos x="T0" y="T1"/>
                </a:cxn>
                <a:cxn ang="0">
                  <a:pos x="T2" y="T3"/>
                </a:cxn>
                <a:cxn ang="0">
                  <a:pos x="T4" y="T5"/>
                </a:cxn>
                <a:cxn ang="0">
                  <a:pos x="T6" y="T7"/>
                </a:cxn>
                <a:cxn ang="0">
                  <a:pos x="T8" y="T9"/>
                </a:cxn>
              </a:cxnLst>
              <a:rect l="0" t="0" r="r" b="b"/>
              <a:pathLst>
                <a:path w="21" h="10">
                  <a:moveTo>
                    <a:pt x="20" y="0"/>
                  </a:moveTo>
                  <a:cubicBezTo>
                    <a:pt x="21" y="0"/>
                    <a:pt x="17" y="2"/>
                    <a:pt x="11" y="5"/>
                  </a:cubicBezTo>
                  <a:cubicBezTo>
                    <a:pt x="6" y="7"/>
                    <a:pt x="0" y="10"/>
                    <a:pt x="0" y="9"/>
                  </a:cubicBezTo>
                  <a:cubicBezTo>
                    <a:pt x="0" y="9"/>
                    <a:pt x="4" y="7"/>
                    <a:pt x="10"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7" name="Freeform 1837">
              <a:extLst>
                <a:ext uri="{FF2B5EF4-FFF2-40B4-BE49-F238E27FC236}">
                  <a16:creationId xmlns:a16="http://schemas.microsoft.com/office/drawing/2014/main" id="{457ECB8B-4304-1AC5-7246-489A75878EEE}"/>
                </a:ext>
              </a:extLst>
            </p:cNvPr>
            <p:cNvSpPr>
              <a:spLocks/>
            </p:cNvSpPr>
            <p:nvPr/>
          </p:nvSpPr>
          <p:spPr bwMode="auto">
            <a:xfrm rot="5094805">
              <a:off x="1264673" y="4123825"/>
              <a:ext cx="52554" cy="25135"/>
            </a:xfrm>
            <a:custGeom>
              <a:avLst/>
              <a:gdLst>
                <a:gd name="T0" fmla="*/ 10 w 22"/>
                <a:gd name="T1" fmla="*/ 5 h 10"/>
                <a:gd name="T2" fmla="*/ 21 w 22"/>
                <a:gd name="T3" fmla="*/ 0 h 10"/>
                <a:gd name="T4" fmla="*/ 11 w 22"/>
                <a:gd name="T5" fmla="*/ 5 h 10"/>
                <a:gd name="T6" fmla="*/ 1 w 22"/>
                <a:gd name="T7" fmla="*/ 10 h 10"/>
                <a:gd name="T8" fmla="*/ 10 w 22"/>
                <a:gd name="T9" fmla="*/ 5 h 10"/>
              </a:gdLst>
              <a:ahLst/>
              <a:cxnLst>
                <a:cxn ang="0">
                  <a:pos x="T0" y="T1"/>
                </a:cxn>
                <a:cxn ang="0">
                  <a:pos x="T2" y="T3"/>
                </a:cxn>
                <a:cxn ang="0">
                  <a:pos x="T4" y="T5"/>
                </a:cxn>
                <a:cxn ang="0">
                  <a:pos x="T6" y="T7"/>
                </a:cxn>
                <a:cxn ang="0">
                  <a:pos x="T8" y="T9"/>
                </a:cxn>
              </a:cxnLst>
              <a:rect l="0" t="0" r="r" b="b"/>
              <a:pathLst>
                <a:path w="22" h="10">
                  <a:moveTo>
                    <a:pt x="10" y="5"/>
                  </a:moveTo>
                  <a:cubicBezTo>
                    <a:pt x="15" y="3"/>
                    <a:pt x="20" y="0"/>
                    <a:pt x="21" y="0"/>
                  </a:cubicBezTo>
                  <a:cubicBezTo>
                    <a:pt x="22" y="0"/>
                    <a:pt x="17" y="3"/>
                    <a:pt x="11" y="5"/>
                  </a:cubicBezTo>
                  <a:cubicBezTo>
                    <a:pt x="6" y="8"/>
                    <a:pt x="1" y="10"/>
                    <a:pt x="1" y="10"/>
                  </a:cubicBezTo>
                  <a:cubicBezTo>
                    <a:pt x="0" y="10"/>
                    <a:pt x="5" y="7"/>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8" name="Freeform 1838">
              <a:extLst>
                <a:ext uri="{FF2B5EF4-FFF2-40B4-BE49-F238E27FC236}">
                  <a16:creationId xmlns:a16="http://schemas.microsoft.com/office/drawing/2014/main" id="{245A9240-8D78-462C-2165-14C5315C3132}"/>
                </a:ext>
              </a:extLst>
            </p:cNvPr>
            <p:cNvSpPr>
              <a:spLocks/>
            </p:cNvSpPr>
            <p:nvPr/>
          </p:nvSpPr>
          <p:spPr bwMode="auto">
            <a:xfrm rot="5094805">
              <a:off x="682496" y="1447970"/>
              <a:ext cx="54839" cy="27420"/>
            </a:xfrm>
            <a:custGeom>
              <a:avLst/>
              <a:gdLst>
                <a:gd name="T0" fmla="*/ 21 w 22"/>
                <a:gd name="T1" fmla="*/ 9 h 11"/>
                <a:gd name="T2" fmla="*/ 12 w 22"/>
                <a:gd name="T3" fmla="*/ 10 h 11"/>
                <a:gd name="T4" fmla="*/ 0 w 22"/>
                <a:gd name="T5" fmla="*/ 2 h 11"/>
                <a:gd name="T6" fmla="*/ 10 w 22"/>
                <a:gd name="T7" fmla="*/ 1 h 11"/>
                <a:gd name="T8" fmla="*/ 21 w 22"/>
                <a:gd name="T9" fmla="*/ 9 h 11"/>
              </a:gdLst>
              <a:ahLst/>
              <a:cxnLst>
                <a:cxn ang="0">
                  <a:pos x="T0" y="T1"/>
                </a:cxn>
                <a:cxn ang="0">
                  <a:pos x="T2" y="T3"/>
                </a:cxn>
                <a:cxn ang="0">
                  <a:pos x="T4" y="T5"/>
                </a:cxn>
                <a:cxn ang="0">
                  <a:pos x="T6" y="T7"/>
                </a:cxn>
                <a:cxn ang="0">
                  <a:pos x="T8" y="T9"/>
                </a:cxn>
              </a:cxnLst>
              <a:rect l="0" t="0" r="r" b="b"/>
              <a:pathLst>
                <a:path w="22" h="11">
                  <a:moveTo>
                    <a:pt x="21" y="9"/>
                  </a:moveTo>
                  <a:cubicBezTo>
                    <a:pt x="22" y="11"/>
                    <a:pt x="17" y="11"/>
                    <a:pt x="12" y="10"/>
                  </a:cubicBezTo>
                  <a:cubicBezTo>
                    <a:pt x="6" y="8"/>
                    <a:pt x="0" y="4"/>
                    <a:pt x="0" y="2"/>
                  </a:cubicBezTo>
                  <a:cubicBezTo>
                    <a:pt x="0" y="0"/>
                    <a:pt x="5" y="0"/>
                    <a:pt x="10" y="1"/>
                  </a:cubicBezTo>
                  <a:cubicBezTo>
                    <a:pt x="16" y="3"/>
                    <a:pt x="21" y="6"/>
                    <a:pt x="2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9" name="Freeform 1839">
              <a:extLst>
                <a:ext uri="{FF2B5EF4-FFF2-40B4-BE49-F238E27FC236}">
                  <a16:creationId xmlns:a16="http://schemas.microsoft.com/office/drawing/2014/main" id="{0CD0A876-F865-76EB-780B-0F1A7526B5D6}"/>
                </a:ext>
              </a:extLst>
            </p:cNvPr>
            <p:cNvSpPr>
              <a:spLocks/>
            </p:cNvSpPr>
            <p:nvPr/>
          </p:nvSpPr>
          <p:spPr bwMode="auto">
            <a:xfrm rot="5094805">
              <a:off x="718462" y="1244153"/>
              <a:ext cx="52554" cy="31990"/>
            </a:xfrm>
            <a:custGeom>
              <a:avLst/>
              <a:gdLst>
                <a:gd name="T0" fmla="*/ 21 w 22"/>
                <a:gd name="T1" fmla="*/ 10 h 13"/>
                <a:gd name="T2" fmla="*/ 12 w 22"/>
                <a:gd name="T3" fmla="*/ 12 h 13"/>
                <a:gd name="T4" fmla="*/ 0 w 22"/>
                <a:gd name="T5" fmla="*/ 3 h 13"/>
                <a:gd name="T6" fmla="*/ 11 w 22"/>
                <a:gd name="T7" fmla="*/ 2 h 13"/>
                <a:gd name="T8" fmla="*/ 21 w 22"/>
                <a:gd name="T9" fmla="*/ 10 h 13"/>
              </a:gdLst>
              <a:ahLst/>
              <a:cxnLst>
                <a:cxn ang="0">
                  <a:pos x="T0" y="T1"/>
                </a:cxn>
                <a:cxn ang="0">
                  <a:pos x="T2" y="T3"/>
                </a:cxn>
                <a:cxn ang="0">
                  <a:pos x="T4" y="T5"/>
                </a:cxn>
                <a:cxn ang="0">
                  <a:pos x="T6" y="T7"/>
                </a:cxn>
                <a:cxn ang="0">
                  <a:pos x="T8" y="T9"/>
                </a:cxn>
              </a:cxnLst>
              <a:rect l="0" t="0" r="r" b="b"/>
              <a:pathLst>
                <a:path w="22" h="13">
                  <a:moveTo>
                    <a:pt x="21" y="10"/>
                  </a:moveTo>
                  <a:cubicBezTo>
                    <a:pt x="22" y="12"/>
                    <a:pt x="18" y="13"/>
                    <a:pt x="12" y="12"/>
                  </a:cubicBezTo>
                  <a:cubicBezTo>
                    <a:pt x="6" y="10"/>
                    <a:pt x="0" y="6"/>
                    <a:pt x="0" y="3"/>
                  </a:cubicBezTo>
                  <a:cubicBezTo>
                    <a:pt x="1" y="1"/>
                    <a:pt x="5" y="0"/>
                    <a:pt x="11" y="2"/>
                  </a:cubicBezTo>
                  <a:cubicBezTo>
                    <a:pt x="16" y="4"/>
                    <a:pt x="21" y="7"/>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0" name="Freeform 1840">
              <a:extLst>
                <a:ext uri="{FF2B5EF4-FFF2-40B4-BE49-F238E27FC236}">
                  <a16:creationId xmlns:a16="http://schemas.microsoft.com/office/drawing/2014/main" id="{B71E0413-787B-C9F7-B1AC-80972ACB172E}"/>
                </a:ext>
              </a:extLst>
            </p:cNvPr>
            <p:cNvSpPr>
              <a:spLocks/>
            </p:cNvSpPr>
            <p:nvPr/>
          </p:nvSpPr>
          <p:spPr bwMode="auto">
            <a:xfrm rot="5094805">
              <a:off x="749973" y="1042921"/>
              <a:ext cx="52554" cy="34275"/>
            </a:xfrm>
            <a:custGeom>
              <a:avLst/>
              <a:gdLst>
                <a:gd name="T0" fmla="*/ 21 w 21"/>
                <a:gd name="T1" fmla="*/ 10 h 14"/>
                <a:gd name="T2" fmla="*/ 12 w 21"/>
                <a:gd name="T3" fmla="*/ 13 h 14"/>
                <a:gd name="T4" fmla="*/ 0 w 21"/>
                <a:gd name="T5" fmla="*/ 5 h 14"/>
                <a:gd name="T6" fmla="*/ 10 w 21"/>
                <a:gd name="T7" fmla="*/ 2 h 14"/>
                <a:gd name="T8" fmla="*/ 21 w 21"/>
                <a:gd name="T9" fmla="*/ 10 h 14"/>
              </a:gdLst>
              <a:ahLst/>
              <a:cxnLst>
                <a:cxn ang="0">
                  <a:pos x="T0" y="T1"/>
                </a:cxn>
                <a:cxn ang="0">
                  <a:pos x="T2" y="T3"/>
                </a:cxn>
                <a:cxn ang="0">
                  <a:pos x="T4" y="T5"/>
                </a:cxn>
                <a:cxn ang="0">
                  <a:pos x="T6" y="T7"/>
                </a:cxn>
                <a:cxn ang="0">
                  <a:pos x="T8" y="T9"/>
                </a:cxn>
              </a:cxnLst>
              <a:rect l="0" t="0" r="r" b="b"/>
              <a:pathLst>
                <a:path w="21" h="14">
                  <a:moveTo>
                    <a:pt x="21" y="10"/>
                  </a:moveTo>
                  <a:cubicBezTo>
                    <a:pt x="21" y="13"/>
                    <a:pt x="18" y="14"/>
                    <a:pt x="12" y="13"/>
                  </a:cubicBezTo>
                  <a:cubicBezTo>
                    <a:pt x="6" y="12"/>
                    <a:pt x="0" y="8"/>
                    <a:pt x="0" y="5"/>
                  </a:cubicBezTo>
                  <a:cubicBezTo>
                    <a:pt x="0" y="2"/>
                    <a:pt x="4" y="0"/>
                    <a:pt x="10" y="2"/>
                  </a:cubicBezTo>
                  <a:cubicBezTo>
                    <a:pt x="15" y="3"/>
                    <a:pt x="20" y="6"/>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1" name="Freeform 1841">
              <a:extLst>
                <a:ext uri="{FF2B5EF4-FFF2-40B4-BE49-F238E27FC236}">
                  <a16:creationId xmlns:a16="http://schemas.microsoft.com/office/drawing/2014/main" id="{D0177FFD-8680-EF59-3B07-C5DD1128A85D}"/>
                </a:ext>
              </a:extLst>
            </p:cNvPr>
            <p:cNvSpPr>
              <a:spLocks/>
            </p:cNvSpPr>
            <p:nvPr/>
          </p:nvSpPr>
          <p:spPr bwMode="auto">
            <a:xfrm rot="5094805">
              <a:off x="767925" y="845083"/>
              <a:ext cx="54839" cy="34275"/>
            </a:xfrm>
            <a:custGeom>
              <a:avLst/>
              <a:gdLst>
                <a:gd name="T0" fmla="*/ 21 w 22"/>
                <a:gd name="T1" fmla="*/ 9 h 14"/>
                <a:gd name="T2" fmla="*/ 12 w 22"/>
                <a:gd name="T3" fmla="*/ 14 h 14"/>
                <a:gd name="T4" fmla="*/ 1 w 22"/>
                <a:gd name="T5" fmla="*/ 5 h 14"/>
                <a:gd name="T6" fmla="*/ 11 w 22"/>
                <a:gd name="T7" fmla="*/ 1 h 14"/>
                <a:gd name="T8" fmla="*/ 21 w 22"/>
                <a:gd name="T9" fmla="*/ 9 h 14"/>
              </a:gdLst>
              <a:ahLst/>
              <a:cxnLst>
                <a:cxn ang="0">
                  <a:pos x="T0" y="T1"/>
                </a:cxn>
                <a:cxn ang="0">
                  <a:pos x="T2" y="T3"/>
                </a:cxn>
                <a:cxn ang="0">
                  <a:pos x="T4" y="T5"/>
                </a:cxn>
                <a:cxn ang="0">
                  <a:pos x="T6" y="T7"/>
                </a:cxn>
                <a:cxn ang="0">
                  <a:pos x="T8" y="T9"/>
                </a:cxn>
              </a:cxnLst>
              <a:rect l="0" t="0" r="r" b="b"/>
              <a:pathLst>
                <a:path w="22" h="14">
                  <a:moveTo>
                    <a:pt x="21" y="9"/>
                  </a:moveTo>
                  <a:cubicBezTo>
                    <a:pt x="22" y="12"/>
                    <a:pt x="18" y="14"/>
                    <a:pt x="12" y="14"/>
                  </a:cubicBezTo>
                  <a:cubicBezTo>
                    <a:pt x="6" y="13"/>
                    <a:pt x="0" y="8"/>
                    <a:pt x="1" y="5"/>
                  </a:cubicBezTo>
                  <a:cubicBezTo>
                    <a:pt x="1" y="1"/>
                    <a:pt x="5" y="0"/>
                    <a:pt x="11" y="1"/>
                  </a:cubicBezTo>
                  <a:cubicBezTo>
                    <a:pt x="16" y="2"/>
                    <a:pt x="21" y="6"/>
                    <a:pt x="2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2" name="Freeform 1842">
              <a:extLst>
                <a:ext uri="{FF2B5EF4-FFF2-40B4-BE49-F238E27FC236}">
                  <a16:creationId xmlns:a16="http://schemas.microsoft.com/office/drawing/2014/main" id="{02740A0C-4E28-CFA0-3A9E-F5637AE08418}"/>
                </a:ext>
              </a:extLst>
            </p:cNvPr>
            <p:cNvSpPr>
              <a:spLocks/>
            </p:cNvSpPr>
            <p:nvPr/>
          </p:nvSpPr>
          <p:spPr bwMode="auto">
            <a:xfrm rot="5094805">
              <a:off x="774400" y="646079"/>
              <a:ext cx="54839" cy="36560"/>
            </a:xfrm>
            <a:custGeom>
              <a:avLst/>
              <a:gdLst>
                <a:gd name="T0" fmla="*/ 12 w 22"/>
                <a:gd name="T1" fmla="*/ 15 h 15"/>
                <a:gd name="T2" fmla="*/ 1 w 22"/>
                <a:gd name="T3" fmla="*/ 8 h 15"/>
                <a:gd name="T4" fmla="*/ 11 w 22"/>
                <a:gd name="T5" fmla="*/ 1 h 15"/>
                <a:gd name="T6" fmla="*/ 21 w 22"/>
                <a:gd name="T7" fmla="*/ 9 h 15"/>
                <a:gd name="T8" fmla="*/ 12 w 22"/>
                <a:gd name="T9" fmla="*/ 15 h 15"/>
              </a:gdLst>
              <a:ahLst/>
              <a:cxnLst>
                <a:cxn ang="0">
                  <a:pos x="T0" y="T1"/>
                </a:cxn>
                <a:cxn ang="0">
                  <a:pos x="T2" y="T3"/>
                </a:cxn>
                <a:cxn ang="0">
                  <a:pos x="T4" y="T5"/>
                </a:cxn>
                <a:cxn ang="0">
                  <a:pos x="T6" y="T7"/>
                </a:cxn>
                <a:cxn ang="0">
                  <a:pos x="T8" y="T9"/>
                </a:cxn>
              </a:cxnLst>
              <a:rect l="0" t="0" r="r" b="b"/>
              <a:pathLst>
                <a:path w="22" h="15">
                  <a:moveTo>
                    <a:pt x="12" y="15"/>
                  </a:moveTo>
                  <a:cubicBezTo>
                    <a:pt x="7" y="15"/>
                    <a:pt x="2" y="11"/>
                    <a:pt x="1" y="8"/>
                  </a:cubicBezTo>
                  <a:cubicBezTo>
                    <a:pt x="0" y="3"/>
                    <a:pt x="4" y="0"/>
                    <a:pt x="11" y="1"/>
                  </a:cubicBezTo>
                  <a:cubicBezTo>
                    <a:pt x="16" y="2"/>
                    <a:pt x="21" y="5"/>
                    <a:pt x="21" y="9"/>
                  </a:cubicBezTo>
                  <a:cubicBezTo>
                    <a:pt x="22" y="13"/>
                    <a:pt x="18" y="15"/>
                    <a:pt x="1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3" name="Freeform 1843">
              <a:extLst>
                <a:ext uri="{FF2B5EF4-FFF2-40B4-BE49-F238E27FC236}">
                  <a16:creationId xmlns:a16="http://schemas.microsoft.com/office/drawing/2014/main" id="{CDCF822F-4E23-EAED-AB1C-516D053670D3}"/>
                </a:ext>
              </a:extLst>
            </p:cNvPr>
            <p:cNvSpPr>
              <a:spLocks/>
            </p:cNvSpPr>
            <p:nvPr/>
          </p:nvSpPr>
          <p:spPr bwMode="auto">
            <a:xfrm rot="5094805">
              <a:off x="760699" y="453557"/>
              <a:ext cx="52554" cy="36560"/>
            </a:xfrm>
            <a:custGeom>
              <a:avLst/>
              <a:gdLst>
                <a:gd name="T0" fmla="*/ 21 w 21"/>
                <a:gd name="T1" fmla="*/ 7 h 15"/>
                <a:gd name="T2" fmla="*/ 11 w 21"/>
                <a:gd name="T3" fmla="*/ 15 h 15"/>
                <a:gd name="T4" fmla="*/ 0 w 21"/>
                <a:gd name="T5" fmla="*/ 7 h 15"/>
                <a:gd name="T6" fmla="*/ 10 w 21"/>
                <a:gd name="T7" fmla="*/ 0 h 15"/>
                <a:gd name="T8" fmla="*/ 21 w 21"/>
                <a:gd name="T9" fmla="*/ 7 h 15"/>
              </a:gdLst>
              <a:ahLst/>
              <a:cxnLst>
                <a:cxn ang="0">
                  <a:pos x="T0" y="T1"/>
                </a:cxn>
                <a:cxn ang="0">
                  <a:pos x="T2" y="T3"/>
                </a:cxn>
                <a:cxn ang="0">
                  <a:pos x="T4" y="T5"/>
                </a:cxn>
                <a:cxn ang="0">
                  <a:pos x="T6" y="T7"/>
                </a:cxn>
                <a:cxn ang="0">
                  <a:pos x="T8" y="T9"/>
                </a:cxn>
              </a:cxnLst>
              <a:rect l="0" t="0" r="r" b="b"/>
              <a:pathLst>
                <a:path w="21" h="15">
                  <a:moveTo>
                    <a:pt x="21" y="7"/>
                  </a:moveTo>
                  <a:cubicBezTo>
                    <a:pt x="21" y="11"/>
                    <a:pt x="17" y="14"/>
                    <a:pt x="11" y="15"/>
                  </a:cubicBezTo>
                  <a:cubicBezTo>
                    <a:pt x="5" y="15"/>
                    <a:pt x="0" y="11"/>
                    <a:pt x="0" y="7"/>
                  </a:cubicBezTo>
                  <a:cubicBezTo>
                    <a:pt x="0" y="3"/>
                    <a:pt x="4" y="0"/>
                    <a:pt x="10" y="0"/>
                  </a:cubicBezTo>
                  <a:cubicBezTo>
                    <a:pt x="16" y="0"/>
                    <a:pt x="20" y="3"/>
                    <a:pt x="2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4" name="Freeform 1844">
              <a:extLst>
                <a:ext uri="{FF2B5EF4-FFF2-40B4-BE49-F238E27FC236}">
                  <a16:creationId xmlns:a16="http://schemas.microsoft.com/office/drawing/2014/main" id="{B811D44B-EAAA-C051-8334-B688F6BA0030}"/>
                </a:ext>
              </a:extLst>
            </p:cNvPr>
            <p:cNvSpPr>
              <a:spLocks/>
            </p:cNvSpPr>
            <p:nvPr/>
          </p:nvSpPr>
          <p:spPr bwMode="auto">
            <a:xfrm rot="5094805">
              <a:off x="725368" y="259328"/>
              <a:ext cx="54839" cy="43415"/>
            </a:xfrm>
            <a:custGeom>
              <a:avLst/>
              <a:gdLst>
                <a:gd name="T0" fmla="*/ 21 w 22"/>
                <a:gd name="T1" fmla="*/ 7 h 17"/>
                <a:gd name="T2" fmla="*/ 13 w 22"/>
                <a:gd name="T3" fmla="*/ 16 h 17"/>
                <a:gd name="T4" fmla="*/ 1 w 22"/>
                <a:gd name="T5" fmla="*/ 10 h 17"/>
                <a:gd name="T6" fmla="*/ 10 w 22"/>
                <a:gd name="T7" fmla="*/ 1 h 17"/>
                <a:gd name="T8" fmla="*/ 21 w 22"/>
                <a:gd name="T9" fmla="*/ 7 h 17"/>
              </a:gdLst>
              <a:ahLst/>
              <a:cxnLst>
                <a:cxn ang="0">
                  <a:pos x="T0" y="T1"/>
                </a:cxn>
                <a:cxn ang="0">
                  <a:pos x="T2" y="T3"/>
                </a:cxn>
                <a:cxn ang="0">
                  <a:pos x="T4" y="T5"/>
                </a:cxn>
                <a:cxn ang="0">
                  <a:pos x="T6" y="T7"/>
                </a:cxn>
                <a:cxn ang="0">
                  <a:pos x="T8" y="T9"/>
                </a:cxn>
              </a:cxnLst>
              <a:rect l="0" t="0" r="r" b="b"/>
              <a:pathLst>
                <a:path w="22" h="17">
                  <a:moveTo>
                    <a:pt x="21" y="7"/>
                  </a:moveTo>
                  <a:cubicBezTo>
                    <a:pt x="22" y="11"/>
                    <a:pt x="18" y="15"/>
                    <a:pt x="13" y="16"/>
                  </a:cubicBezTo>
                  <a:cubicBezTo>
                    <a:pt x="7" y="17"/>
                    <a:pt x="1" y="14"/>
                    <a:pt x="1" y="10"/>
                  </a:cubicBezTo>
                  <a:cubicBezTo>
                    <a:pt x="0" y="6"/>
                    <a:pt x="4" y="2"/>
                    <a:pt x="10" y="1"/>
                  </a:cubicBezTo>
                  <a:cubicBezTo>
                    <a:pt x="15" y="0"/>
                    <a:pt x="20" y="3"/>
                    <a:pt x="2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5" name="Freeform 1845">
              <a:extLst>
                <a:ext uri="{FF2B5EF4-FFF2-40B4-BE49-F238E27FC236}">
                  <a16:creationId xmlns:a16="http://schemas.microsoft.com/office/drawing/2014/main" id="{B059647F-D4E8-5DFD-7FF2-82D3B5A0F9CF}"/>
                </a:ext>
              </a:extLst>
            </p:cNvPr>
            <p:cNvSpPr>
              <a:spLocks/>
            </p:cNvSpPr>
            <p:nvPr/>
          </p:nvSpPr>
          <p:spPr bwMode="auto">
            <a:xfrm rot="5094805">
              <a:off x="666149" y="70858"/>
              <a:ext cx="52554" cy="43415"/>
            </a:xfrm>
            <a:custGeom>
              <a:avLst/>
              <a:gdLst>
                <a:gd name="T0" fmla="*/ 21 w 22"/>
                <a:gd name="T1" fmla="*/ 6 h 18"/>
                <a:gd name="T2" fmla="*/ 13 w 22"/>
                <a:gd name="T3" fmla="*/ 16 h 18"/>
                <a:gd name="T4" fmla="*/ 1 w 22"/>
                <a:gd name="T5" fmla="*/ 12 h 18"/>
                <a:gd name="T6" fmla="*/ 10 w 22"/>
                <a:gd name="T7" fmla="*/ 1 h 18"/>
                <a:gd name="T8" fmla="*/ 21 w 22"/>
                <a:gd name="T9" fmla="*/ 6 h 18"/>
              </a:gdLst>
              <a:ahLst/>
              <a:cxnLst>
                <a:cxn ang="0">
                  <a:pos x="T0" y="T1"/>
                </a:cxn>
                <a:cxn ang="0">
                  <a:pos x="T2" y="T3"/>
                </a:cxn>
                <a:cxn ang="0">
                  <a:pos x="T4" y="T5"/>
                </a:cxn>
                <a:cxn ang="0">
                  <a:pos x="T6" y="T7"/>
                </a:cxn>
                <a:cxn ang="0">
                  <a:pos x="T8" y="T9"/>
                </a:cxn>
              </a:cxnLst>
              <a:rect l="0" t="0" r="r" b="b"/>
              <a:pathLst>
                <a:path w="22" h="18">
                  <a:moveTo>
                    <a:pt x="21" y="6"/>
                  </a:moveTo>
                  <a:cubicBezTo>
                    <a:pt x="22" y="10"/>
                    <a:pt x="18" y="14"/>
                    <a:pt x="13" y="16"/>
                  </a:cubicBezTo>
                  <a:cubicBezTo>
                    <a:pt x="7" y="18"/>
                    <a:pt x="1" y="16"/>
                    <a:pt x="1" y="12"/>
                  </a:cubicBezTo>
                  <a:cubicBezTo>
                    <a:pt x="0" y="8"/>
                    <a:pt x="4" y="3"/>
                    <a:pt x="10" y="1"/>
                  </a:cubicBezTo>
                  <a:cubicBezTo>
                    <a:pt x="15" y="0"/>
                    <a:pt x="20" y="2"/>
                    <a:pt x="2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6" name="Freeform 1866">
              <a:extLst>
                <a:ext uri="{FF2B5EF4-FFF2-40B4-BE49-F238E27FC236}">
                  <a16:creationId xmlns:a16="http://schemas.microsoft.com/office/drawing/2014/main" id="{41AABEB9-B442-28F5-2BED-1E3D2082050A}"/>
                </a:ext>
              </a:extLst>
            </p:cNvPr>
            <p:cNvSpPr>
              <a:spLocks/>
            </p:cNvSpPr>
            <p:nvPr/>
          </p:nvSpPr>
          <p:spPr bwMode="auto">
            <a:xfrm rot="5094805">
              <a:off x="1370357" y="4307212"/>
              <a:ext cx="50269" cy="22850"/>
            </a:xfrm>
            <a:custGeom>
              <a:avLst/>
              <a:gdLst>
                <a:gd name="T0" fmla="*/ 11 w 21"/>
                <a:gd name="T1" fmla="*/ 5 h 10"/>
                <a:gd name="T2" fmla="*/ 0 w 21"/>
                <a:gd name="T3" fmla="*/ 10 h 10"/>
                <a:gd name="T4" fmla="*/ 9 w 21"/>
                <a:gd name="T5" fmla="*/ 5 h 10"/>
                <a:gd name="T6" fmla="*/ 21 w 21"/>
                <a:gd name="T7" fmla="*/ 0 h 10"/>
                <a:gd name="T8" fmla="*/ 11 w 21"/>
                <a:gd name="T9" fmla="*/ 5 h 10"/>
              </a:gdLst>
              <a:ahLst/>
              <a:cxnLst>
                <a:cxn ang="0">
                  <a:pos x="T0" y="T1"/>
                </a:cxn>
                <a:cxn ang="0">
                  <a:pos x="T2" y="T3"/>
                </a:cxn>
                <a:cxn ang="0">
                  <a:pos x="T4" y="T5"/>
                </a:cxn>
                <a:cxn ang="0">
                  <a:pos x="T6" y="T7"/>
                </a:cxn>
                <a:cxn ang="0">
                  <a:pos x="T8" y="T9"/>
                </a:cxn>
              </a:cxnLst>
              <a:rect l="0" t="0" r="r" b="b"/>
              <a:pathLst>
                <a:path w="21" h="10">
                  <a:moveTo>
                    <a:pt x="11" y="5"/>
                  </a:moveTo>
                  <a:cubicBezTo>
                    <a:pt x="5" y="8"/>
                    <a:pt x="0" y="10"/>
                    <a:pt x="0" y="10"/>
                  </a:cubicBezTo>
                  <a:cubicBezTo>
                    <a:pt x="0" y="10"/>
                    <a:pt x="4" y="7"/>
                    <a:pt x="9" y="5"/>
                  </a:cubicBezTo>
                  <a:cubicBezTo>
                    <a:pt x="15" y="2"/>
                    <a:pt x="21" y="0"/>
                    <a:pt x="21" y="0"/>
                  </a:cubicBezTo>
                  <a:cubicBezTo>
                    <a:pt x="20" y="0"/>
                    <a:pt x="16" y="2"/>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7" name="Freeform 1867">
              <a:extLst>
                <a:ext uri="{FF2B5EF4-FFF2-40B4-BE49-F238E27FC236}">
                  <a16:creationId xmlns:a16="http://schemas.microsoft.com/office/drawing/2014/main" id="{549EDB83-952F-A7F7-5F07-1B90F61B91B9}"/>
                </a:ext>
              </a:extLst>
            </p:cNvPr>
            <p:cNvSpPr>
              <a:spLocks/>
            </p:cNvSpPr>
            <p:nvPr/>
          </p:nvSpPr>
          <p:spPr bwMode="auto">
            <a:xfrm rot="5094805">
              <a:off x="1476032" y="4490396"/>
              <a:ext cx="52554" cy="20565"/>
            </a:xfrm>
            <a:custGeom>
              <a:avLst/>
              <a:gdLst>
                <a:gd name="T0" fmla="*/ 12 w 21"/>
                <a:gd name="T1" fmla="*/ 5 h 9"/>
                <a:gd name="T2" fmla="*/ 1 w 21"/>
                <a:gd name="T3" fmla="*/ 9 h 9"/>
                <a:gd name="T4" fmla="*/ 10 w 21"/>
                <a:gd name="T5" fmla="*/ 5 h 9"/>
                <a:gd name="T6" fmla="*/ 21 w 21"/>
                <a:gd name="T7" fmla="*/ 0 h 9"/>
                <a:gd name="T8" fmla="*/ 12 w 21"/>
                <a:gd name="T9" fmla="*/ 5 h 9"/>
              </a:gdLst>
              <a:ahLst/>
              <a:cxnLst>
                <a:cxn ang="0">
                  <a:pos x="T0" y="T1"/>
                </a:cxn>
                <a:cxn ang="0">
                  <a:pos x="T2" y="T3"/>
                </a:cxn>
                <a:cxn ang="0">
                  <a:pos x="T4" y="T5"/>
                </a:cxn>
                <a:cxn ang="0">
                  <a:pos x="T6" y="T7"/>
                </a:cxn>
                <a:cxn ang="0">
                  <a:pos x="T8" y="T9"/>
                </a:cxn>
              </a:cxnLst>
              <a:rect l="0" t="0" r="r" b="b"/>
              <a:pathLst>
                <a:path w="21" h="9">
                  <a:moveTo>
                    <a:pt x="12" y="5"/>
                  </a:moveTo>
                  <a:cubicBezTo>
                    <a:pt x="6" y="7"/>
                    <a:pt x="1" y="9"/>
                    <a:pt x="1" y="9"/>
                  </a:cubicBezTo>
                  <a:cubicBezTo>
                    <a:pt x="0" y="9"/>
                    <a:pt x="4" y="7"/>
                    <a:pt x="10" y="5"/>
                  </a:cubicBezTo>
                  <a:cubicBezTo>
                    <a:pt x="16" y="2"/>
                    <a:pt x="21" y="0"/>
                    <a:pt x="21" y="0"/>
                  </a:cubicBezTo>
                  <a:cubicBezTo>
                    <a:pt x="21" y="0"/>
                    <a:pt x="17"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8" name="Freeform 1868">
              <a:extLst>
                <a:ext uri="{FF2B5EF4-FFF2-40B4-BE49-F238E27FC236}">
                  <a16:creationId xmlns:a16="http://schemas.microsoft.com/office/drawing/2014/main" id="{FBCEB812-21A0-5660-5776-DFBF9FFB09DD}"/>
                </a:ext>
              </a:extLst>
            </p:cNvPr>
            <p:cNvSpPr>
              <a:spLocks/>
            </p:cNvSpPr>
            <p:nvPr/>
          </p:nvSpPr>
          <p:spPr bwMode="auto">
            <a:xfrm rot="5094805">
              <a:off x="1578293" y="4670457"/>
              <a:ext cx="54839" cy="25135"/>
            </a:xfrm>
            <a:custGeom>
              <a:avLst/>
              <a:gdLst>
                <a:gd name="T0" fmla="*/ 13 w 22"/>
                <a:gd name="T1" fmla="*/ 5 h 10"/>
                <a:gd name="T2" fmla="*/ 1 w 22"/>
                <a:gd name="T3" fmla="*/ 10 h 10"/>
                <a:gd name="T4" fmla="*/ 9 w 22"/>
                <a:gd name="T5" fmla="*/ 6 h 10"/>
                <a:gd name="T6" fmla="*/ 22 w 22"/>
                <a:gd name="T7" fmla="*/ 1 h 10"/>
                <a:gd name="T8" fmla="*/ 13 w 22"/>
                <a:gd name="T9" fmla="*/ 5 h 10"/>
              </a:gdLst>
              <a:ahLst/>
              <a:cxnLst>
                <a:cxn ang="0">
                  <a:pos x="T0" y="T1"/>
                </a:cxn>
                <a:cxn ang="0">
                  <a:pos x="T2" y="T3"/>
                </a:cxn>
                <a:cxn ang="0">
                  <a:pos x="T4" y="T5"/>
                </a:cxn>
                <a:cxn ang="0">
                  <a:pos x="T6" y="T7"/>
                </a:cxn>
                <a:cxn ang="0">
                  <a:pos x="T8" y="T9"/>
                </a:cxn>
              </a:cxnLst>
              <a:rect l="0" t="0" r="r" b="b"/>
              <a:pathLst>
                <a:path w="22" h="10">
                  <a:moveTo>
                    <a:pt x="13" y="5"/>
                  </a:moveTo>
                  <a:cubicBezTo>
                    <a:pt x="8" y="7"/>
                    <a:pt x="3" y="9"/>
                    <a:pt x="1" y="10"/>
                  </a:cubicBezTo>
                  <a:cubicBezTo>
                    <a:pt x="0" y="10"/>
                    <a:pt x="4" y="8"/>
                    <a:pt x="9" y="6"/>
                  </a:cubicBezTo>
                  <a:cubicBezTo>
                    <a:pt x="16" y="3"/>
                    <a:pt x="21" y="1"/>
                    <a:pt x="22" y="1"/>
                  </a:cubicBezTo>
                  <a:cubicBezTo>
                    <a:pt x="22" y="0"/>
                    <a:pt x="18" y="2"/>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9" name="Freeform 1869">
              <a:extLst>
                <a:ext uri="{FF2B5EF4-FFF2-40B4-BE49-F238E27FC236}">
                  <a16:creationId xmlns:a16="http://schemas.microsoft.com/office/drawing/2014/main" id="{3CE36DDA-AA6F-AAA3-4046-2AAC0B0BECC9}"/>
                </a:ext>
              </a:extLst>
            </p:cNvPr>
            <p:cNvSpPr>
              <a:spLocks/>
            </p:cNvSpPr>
            <p:nvPr/>
          </p:nvSpPr>
          <p:spPr bwMode="auto">
            <a:xfrm rot="5094805">
              <a:off x="1682009" y="4858704"/>
              <a:ext cx="50269" cy="20565"/>
            </a:xfrm>
            <a:custGeom>
              <a:avLst/>
              <a:gdLst>
                <a:gd name="T0" fmla="*/ 20 w 21"/>
                <a:gd name="T1" fmla="*/ 0 h 8"/>
                <a:gd name="T2" fmla="*/ 11 w 21"/>
                <a:gd name="T3" fmla="*/ 4 h 8"/>
                <a:gd name="T4" fmla="*/ 0 w 21"/>
                <a:gd name="T5" fmla="*/ 8 h 8"/>
                <a:gd name="T6" fmla="*/ 10 w 21"/>
                <a:gd name="T7" fmla="*/ 4 h 8"/>
                <a:gd name="T8" fmla="*/ 20 w 21"/>
                <a:gd name="T9" fmla="*/ 0 h 8"/>
              </a:gdLst>
              <a:ahLst/>
              <a:cxnLst>
                <a:cxn ang="0">
                  <a:pos x="T0" y="T1"/>
                </a:cxn>
                <a:cxn ang="0">
                  <a:pos x="T2" y="T3"/>
                </a:cxn>
                <a:cxn ang="0">
                  <a:pos x="T4" y="T5"/>
                </a:cxn>
                <a:cxn ang="0">
                  <a:pos x="T6" y="T7"/>
                </a:cxn>
                <a:cxn ang="0">
                  <a:pos x="T8" y="T9"/>
                </a:cxn>
              </a:cxnLst>
              <a:rect l="0" t="0" r="r" b="b"/>
              <a:pathLst>
                <a:path w="21" h="8">
                  <a:moveTo>
                    <a:pt x="20" y="0"/>
                  </a:moveTo>
                  <a:cubicBezTo>
                    <a:pt x="21" y="0"/>
                    <a:pt x="17" y="1"/>
                    <a:pt x="11" y="4"/>
                  </a:cubicBezTo>
                  <a:cubicBezTo>
                    <a:pt x="5" y="6"/>
                    <a:pt x="0" y="8"/>
                    <a:pt x="0" y="8"/>
                  </a:cubicBezTo>
                  <a:cubicBezTo>
                    <a:pt x="0" y="8"/>
                    <a:pt x="5" y="6"/>
                    <a:pt x="10" y="4"/>
                  </a:cubicBezTo>
                  <a:cubicBezTo>
                    <a:pt x="15" y="1"/>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0" name="Freeform 1870">
              <a:extLst>
                <a:ext uri="{FF2B5EF4-FFF2-40B4-BE49-F238E27FC236}">
                  <a16:creationId xmlns:a16="http://schemas.microsoft.com/office/drawing/2014/main" id="{E1FA0821-B560-76B7-DD03-208AB0BB4EA2}"/>
                </a:ext>
              </a:extLst>
            </p:cNvPr>
            <p:cNvSpPr>
              <a:spLocks/>
            </p:cNvSpPr>
            <p:nvPr/>
          </p:nvSpPr>
          <p:spPr bwMode="auto">
            <a:xfrm rot="5094805">
              <a:off x="1776304" y="5042902"/>
              <a:ext cx="52554" cy="18280"/>
            </a:xfrm>
            <a:custGeom>
              <a:avLst/>
              <a:gdLst>
                <a:gd name="T0" fmla="*/ 12 w 22"/>
                <a:gd name="T1" fmla="*/ 4 h 8"/>
                <a:gd name="T2" fmla="*/ 1 w 22"/>
                <a:gd name="T3" fmla="*/ 8 h 8"/>
                <a:gd name="T4" fmla="*/ 11 w 22"/>
                <a:gd name="T5" fmla="*/ 3 h 8"/>
                <a:gd name="T6" fmla="*/ 21 w 22"/>
                <a:gd name="T7" fmla="*/ 0 h 8"/>
                <a:gd name="T8" fmla="*/ 12 w 22"/>
                <a:gd name="T9" fmla="*/ 4 h 8"/>
              </a:gdLst>
              <a:ahLst/>
              <a:cxnLst>
                <a:cxn ang="0">
                  <a:pos x="T0" y="T1"/>
                </a:cxn>
                <a:cxn ang="0">
                  <a:pos x="T2" y="T3"/>
                </a:cxn>
                <a:cxn ang="0">
                  <a:pos x="T4" y="T5"/>
                </a:cxn>
                <a:cxn ang="0">
                  <a:pos x="T6" y="T7"/>
                </a:cxn>
                <a:cxn ang="0">
                  <a:pos x="T8" y="T9"/>
                </a:cxn>
              </a:cxnLst>
              <a:rect l="0" t="0" r="r" b="b"/>
              <a:pathLst>
                <a:path w="22" h="8">
                  <a:moveTo>
                    <a:pt x="12" y="4"/>
                  </a:moveTo>
                  <a:cubicBezTo>
                    <a:pt x="7" y="6"/>
                    <a:pt x="2" y="8"/>
                    <a:pt x="1" y="8"/>
                  </a:cubicBezTo>
                  <a:cubicBezTo>
                    <a:pt x="0" y="8"/>
                    <a:pt x="5" y="6"/>
                    <a:pt x="11" y="3"/>
                  </a:cubicBezTo>
                  <a:cubicBezTo>
                    <a:pt x="16" y="1"/>
                    <a:pt x="21" y="0"/>
                    <a:pt x="21" y="0"/>
                  </a:cubicBezTo>
                  <a:cubicBezTo>
                    <a:pt x="22" y="0"/>
                    <a:pt x="17" y="1"/>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1" name="Freeform 1871">
              <a:extLst>
                <a:ext uri="{FF2B5EF4-FFF2-40B4-BE49-F238E27FC236}">
                  <a16:creationId xmlns:a16="http://schemas.microsoft.com/office/drawing/2014/main" id="{E2342B07-ED54-8E0E-1FA4-32943F885FDC}"/>
                </a:ext>
              </a:extLst>
            </p:cNvPr>
            <p:cNvSpPr>
              <a:spLocks/>
            </p:cNvSpPr>
            <p:nvPr/>
          </p:nvSpPr>
          <p:spPr bwMode="auto">
            <a:xfrm rot="5094805">
              <a:off x="1866249" y="5227495"/>
              <a:ext cx="54839" cy="20565"/>
            </a:xfrm>
            <a:custGeom>
              <a:avLst/>
              <a:gdLst>
                <a:gd name="T0" fmla="*/ 10 w 22"/>
                <a:gd name="T1" fmla="*/ 4 h 8"/>
                <a:gd name="T2" fmla="*/ 21 w 22"/>
                <a:gd name="T3" fmla="*/ 1 h 8"/>
                <a:gd name="T4" fmla="*/ 12 w 22"/>
                <a:gd name="T5" fmla="*/ 4 h 8"/>
                <a:gd name="T6" fmla="*/ 1 w 22"/>
                <a:gd name="T7" fmla="*/ 8 h 8"/>
                <a:gd name="T8" fmla="*/ 10 w 22"/>
                <a:gd name="T9" fmla="*/ 4 h 8"/>
              </a:gdLst>
              <a:ahLst/>
              <a:cxnLst>
                <a:cxn ang="0">
                  <a:pos x="T0" y="T1"/>
                </a:cxn>
                <a:cxn ang="0">
                  <a:pos x="T2" y="T3"/>
                </a:cxn>
                <a:cxn ang="0">
                  <a:pos x="T4" y="T5"/>
                </a:cxn>
                <a:cxn ang="0">
                  <a:pos x="T6" y="T7"/>
                </a:cxn>
                <a:cxn ang="0">
                  <a:pos x="T8" y="T9"/>
                </a:cxn>
              </a:cxnLst>
              <a:rect l="0" t="0" r="r" b="b"/>
              <a:pathLst>
                <a:path w="22" h="8">
                  <a:moveTo>
                    <a:pt x="10" y="4"/>
                  </a:moveTo>
                  <a:cubicBezTo>
                    <a:pt x="15" y="2"/>
                    <a:pt x="20" y="1"/>
                    <a:pt x="21" y="1"/>
                  </a:cubicBezTo>
                  <a:cubicBezTo>
                    <a:pt x="22" y="0"/>
                    <a:pt x="18" y="2"/>
                    <a:pt x="12" y="4"/>
                  </a:cubicBezTo>
                  <a:cubicBezTo>
                    <a:pt x="6" y="6"/>
                    <a:pt x="1" y="8"/>
                    <a:pt x="1" y="8"/>
                  </a:cubicBezTo>
                  <a:cubicBezTo>
                    <a:pt x="0" y="8"/>
                    <a:pt x="4"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2" name="Freeform 1872">
              <a:extLst>
                <a:ext uri="{FF2B5EF4-FFF2-40B4-BE49-F238E27FC236}">
                  <a16:creationId xmlns:a16="http://schemas.microsoft.com/office/drawing/2014/main" id="{1C9D5F8B-2D9E-3F75-32B7-57C92BDC23DA}"/>
                </a:ext>
              </a:extLst>
            </p:cNvPr>
            <p:cNvSpPr>
              <a:spLocks/>
            </p:cNvSpPr>
            <p:nvPr/>
          </p:nvSpPr>
          <p:spPr bwMode="auto">
            <a:xfrm rot="5094805">
              <a:off x="1948238" y="5416428"/>
              <a:ext cx="52554" cy="15995"/>
            </a:xfrm>
            <a:custGeom>
              <a:avLst/>
              <a:gdLst>
                <a:gd name="T0" fmla="*/ 20 w 21"/>
                <a:gd name="T1" fmla="*/ 0 h 6"/>
                <a:gd name="T2" fmla="*/ 12 w 21"/>
                <a:gd name="T3" fmla="*/ 3 h 6"/>
                <a:gd name="T4" fmla="*/ 0 w 21"/>
                <a:gd name="T5" fmla="*/ 6 h 6"/>
                <a:gd name="T6" fmla="*/ 9 w 21"/>
                <a:gd name="T7" fmla="*/ 3 h 6"/>
                <a:gd name="T8" fmla="*/ 20 w 21"/>
                <a:gd name="T9" fmla="*/ 0 h 6"/>
              </a:gdLst>
              <a:ahLst/>
              <a:cxnLst>
                <a:cxn ang="0">
                  <a:pos x="T0" y="T1"/>
                </a:cxn>
                <a:cxn ang="0">
                  <a:pos x="T2" y="T3"/>
                </a:cxn>
                <a:cxn ang="0">
                  <a:pos x="T4" y="T5"/>
                </a:cxn>
                <a:cxn ang="0">
                  <a:pos x="T6" y="T7"/>
                </a:cxn>
                <a:cxn ang="0">
                  <a:pos x="T8" y="T9"/>
                </a:cxn>
              </a:cxnLst>
              <a:rect l="0" t="0" r="r" b="b"/>
              <a:pathLst>
                <a:path w="21" h="6">
                  <a:moveTo>
                    <a:pt x="20" y="0"/>
                  </a:moveTo>
                  <a:cubicBezTo>
                    <a:pt x="21" y="0"/>
                    <a:pt x="17" y="1"/>
                    <a:pt x="12" y="3"/>
                  </a:cubicBezTo>
                  <a:cubicBezTo>
                    <a:pt x="6" y="4"/>
                    <a:pt x="0" y="6"/>
                    <a:pt x="0" y="6"/>
                  </a:cubicBezTo>
                  <a:cubicBezTo>
                    <a:pt x="0" y="6"/>
                    <a:pt x="4" y="5"/>
                    <a:pt x="9" y="3"/>
                  </a:cubicBezTo>
                  <a:cubicBezTo>
                    <a:pt x="15" y="1"/>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3" name="Freeform 1873">
              <a:extLst>
                <a:ext uri="{FF2B5EF4-FFF2-40B4-BE49-F238E27FC236}">
                  <a16:creationId xmlns:a16="http://schemas.microsoft.com/office/drawing/2014/main" id="{8DCD7A55-C32C-C077-B0AB-559111E87886}"/>
                </a:ext>
              </a:extLst>
            </p:cNvPr>
            <p:cNvSpPr>
              <a:spLocks/>
            </p:cNvSpPr>
            <p:nvPr/>
          </p:nvSpPr>
          <p:spPr bwMode="auto">
            <a:xfrm rot="5094805">
              <a:off x="2021123" y="5603886"/>
              <a:ext cx="50269" cy="15995"/>
            </a:xfrm>
            <a:custGeom>
              <a:avLst/>
              <a:gdLst>
                <a:gd name="T0" fmla="*/ 10 w 21"/>
                <a:gd name="T1" fmla="*/ 3 h 6"/>
                <a:gd name="T2" fmla="*/ 21 w 21"/>
                <a:gd name="T3" fmla="*/ 0 h 6"/>
                <a:gd name="T4" fmla="*/ 12 w 21"/>
                <a:gd name="T5" fmla="*/ 3 h 6"/>
                <a:gd name="T6" fmla="*/ 0 w 21"/>
                <a:gd name="T7" fmla="*/ 5 h 6"/>
                <a:gd name="T8" fmla="*/ 10 w 21"/>
                <a:gd name="T9" fmla="*/ 3 h 6"/>
              </a:gdLst>
              <a:ahLst/>
              <a:cxnLst>
                <a:cxn ang="0">
                  <a:pos x="T0" y="T1"/>
                </a:cxn>
                <a:cxn ang="0">
                  <a:pos x="T2" y="T3"/>
                </a:cxn>
                <a:cxn ang="0">
                  <a:pos x="T4" y="T5"/>
                </a:cxn>
                <a:cxn ang="0">
                  <a:pos x="T6" y="T7"/>
                </a:cxn>
                <a:cxn ang="0">
                  <a:pos x="T8" y="T9"/>
                </a:cxn>
              </a:cxnLst>
              <a:rect l="0" t="0" r="r" b="b"/>
              <a:pathLst>
                <a:path w="21" h="6">
                  <a:moveTo>
                    <a:pt x="10" y="3"/>
                  </a:moveTo>
                  <a:cubicBezTo>
                    <a:pt x="15" y="1"/>
                    <a:pt x="20" y="0"/>
                    <a:pt x="21" y="0"/>
                  </a:cubicBezTo>
                  <a:cubicBezTo>
                    <a:pt x="21" y="0"/>
                    <a:pt x="17" y="1"/>
                    <a:pt x="12" y="3"/>
                  </a:cubicBezTo>
                  <a:cubicBezTo>
                    <a:pt x="6" y="4"/>
                    <a:pt x="0" y="6"/>
                    <a:pt x="0" y="5"/>
                  </a:cubicBezTo>
                  <a:cubicBezTo>
                    <a:pt x="0" y="5"/>
                    <a:pt x="4" y="4"/>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4" name="Freeform 1874">
              <a:extLst>
                <a:ext uri="{FF2B5EF4-FFF2-40B4-BE49-F238E27FC236}">
                  <a16:creationId xmlns:a16="http://schemas.microsoft.com/office/drawing/2014/main" id="{98BB1167-6519-48DF-9914-5F4BD9019D50}"/>
                </a:ext>
              </a:extLst>
            </p:cNvPr>
            <p:cNvSpPr>
              <a:spLocks/>
            </p:cNvSpPr>
            <p:nvPr/>
          </p:nvSpPr>
          <p:spPr bwMode="auto">
            <a:xfrm rot="5094805">
              <a:off x="2081480" y="5795683"/>
              <a:ext cx="52554" cy="9140"/>
            </a:xfrm>
            <a:custGeom>
              <a:avLst/>
              <a:gdLst>
                <a:gd name="T0" fmla="*/ 21 w 21"/>
                <a:gd name="T1" fmla="*/ 0 h 4"/>
                <a:gd name="T2" fmla="*/ 12 w 21"/>
                <a:gd name="T3" fmla="*/ 2 h 4"/>
                <a:gd name="T4" fmla="*/ 0 w 21"/>
                <a:gd name="T5" fmla="*/ 4 h 4"/>
                <a:gd name="T6" fmla="*/ 10 w 21"/>
                <a:gd name="T7" fmla="*/ 2 h 4"/>
                <a:gd name="T8" fmla="*/ 21 w 21"/>
                <a:gd name="T9" fmla="*/ 0 h 4"/>
              </a:gdLst>
              <a:ahLst/>
              <a:cxnLst>
                <a:cxn ang="0">
                  <a:pos x="T0" y="T1"/>
                </a:cxn>
                <a:cxn ang="0">
                  <a:pos x="T2" y="T3"/>
                </a:cxn>
                <a:cxn ang="0">
                  <a:pos x="T4" y="T5"/>
                </a:cxn>
                <a:cxn ang="0">
                  <a:pos x="T6" y="T7"/>
                </a:cxn>
                <a:cxn ang="0">
                  <a:pos x="T8" y="T9"/>
                </a:cxn>
              </a:cxnLst>
              <a:rect l="0" t="0" r="r" b="b"/>
              <a:pathLst>
                <a:path w="21" h="4">
                  <a:moveTo>
                    <a:pt x="21" y="0"/>
                  </a:moveTo>
                  <a:cubicBezTo>
                    <a:pt x="21" y="0"/>
                    <a:pt x="17" y="1"/>
                    <a:pt x="12" y="2"/>
                  </a:cubicBezTo>
                  <a:cubicBezTo>
                    <a:pt x="6" y="3"/>
                    <a:pt x="0" y="4"/>
                    <a:pt x="0" y="4"/>
                  </a:cubicBezTo>
                  <a:cubicBezTo>
                    <a:pt x="0" y="4"/>
                    <a:pt x="5" y="3"/>
                    <a:pt x="10" y="2"/>
                  </a:cubicBezTo>
                  <a:cubicBezTo>
                    <a:pt x="16" y="1"/>
                    <a:pt x="20"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5" name="Freeform 1875">
              <a:extLst>
                <a:ext uri="{FF2B5EF4-FFF2-40B4-BE49-F238E27FC236}">
                  <a16:creationId xmlns:a16="http://schemas.microsoft.com/office/drawing/2014/main" id="{F57B7025-EDFE-AEAE-B14D-AA10F735F2F0}"/>
                </a:ext>
              </a:extLst>
            </p:cNvPr>
            <p:cNvSpPr>
              <a:spLocks/>
            </p:cNvSpPr>
            <p:nvPr/>
          </p:nvSpPr>
          <p:spPr bwMode="auto">
            <a:xfrm rot="5094805">
              <a:off x="2128288" y="5988792"/>
              <a:ext cx="52554" cy="4570"/>
            </a:xfrm>
            <a:custGeom>
              <a:avLst/>
              <a:gdLst>
                <a:gd name="T0" fmla="*/ 21 w 21"/>
                <a:gd name="T1" fmla="*/ 0 h 2"/>
                <a:gd name="T2" fmla="*/ 12 w 21"/>
                <a:gd name="T3" fmla="*/ 1 h 2"/>
                <a:gd name="T4" fmla="*/ 0 w 21"/>
                <a:gd name="T5" fmla="*/ 2 h 2"/>
                <a:gd name="T6" fmla="*/ 10 w 21"/>
                <a:gd name="T7" fmla="*/ 1 h 2"/>
                <a:gd name="T8" fmla="*/ 21 w 21"/>
                <a:gd name="T9" fmla="*/ 0 h 2"/>
              </a:gdLst>
              <a:ahLst/>
              <a:cxnLst>
                <a:cxn ang="0">
                  <a:pos x="T0" y="T1"/>
                </a:cxn>
                <a:cxn ang="0">
                  <a:pos x="T2" y="T3"/>
                </a:cxn>
                <a:cxn ang="0">
                  <a:pos x="T4" y="T5"/>
                </a:cxn>
                <a:cxn ang="0">
                  <a:pos x="T6" y="T7"/>
                </a:cxn>
                <a:cxn ang="0">
                  <a:pos x="T8" y="T9"/>
                </a:cxn>
              </a:cxnLst>
              <a:rect l="0" t="0" r="r" b="b"/>
              <a:pathLst>
                <a:path w="21" h="2">
                  <a:moveTo>
                    <a:pt x="21" y="0"/>
                  </a:moveTo>
                  <a:cubicBezTo>
                    <a:pt x="21" y="0"/>
                    <a:pt x="17" y="0"/>
                    <a:pt x="12" y="1"/>
                  </a:cubicBezTo>
                  <a:cubicBezTo>
                    <a:pt x="6" y="2"/>
                    <a:pt x="0" y="2"/>
                    <a:pt x="0" y="2"/>
                  </a:cubicBezTo>
                  <a:cubicBezTo>
                    <a:pt x="0" y="2"/>
                    <a:pt x="4" y="1"/>
                    <a:pt x="10" y="1"/>
                  </a:cubicBezTo>
                  <a:cubicBezTo>
                    <a:pt x="15" y="0"/>
                    <a:pt x="20"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6" name="Freeform 1876">
              <a:extLst>
                <a:ext uri="{FF2B5EF4-FFF2-40B4-BE49-F238E27FC236}">
                  <a16:creationId xmlns:a16="http://schemas.microsoft.com/office/drawing/2014/main" id="{6C7CABB0-3CF4-978E-1743-E4EDE16602F2}"/>
                </a:ext>
              </a:extLst>
            </p:cNvPr>
            <p:cNvSpPr>
              <a:spLocks/>
            </p:cNvSpPr>
            <p:nvPr/>
          </p:nvSpPr>
          <p:spPr bwMode="auto">
            <a:xfrm rot="5094805">
              <a:off x="2162684" y="6181970"/>
              <a:ext cx="50269" cy="4570"/>
            </a:xfrm>
            <a:custGeom>
              <a:avLst/>
              <a:gdLst>
                <a:gd name="T0" fmla="*/ 21 w 21"/>
                <a:gd name="T1" fmla="*/ 0 h 2"/>
                <a:gd name="T2" fmla="*/ 11 w 21"/>
                <a:gd name="T3" fmla="*/ 1 h 2"/>
                <a:gd name="T4" fmla="*/ 0 w 21"/>
                <a:gd name="T5" fmla="*/ 2 h 2"/>
                <a:gd name="T6" fmla="*/ 10 w 21"/>
                <a:gd name="T7" fmla="*/ 1 h 2"/>
                <a:gd name="T8" fmla="*/ 21 w 21"/>
                <a:gd name="T9" fmla="*/ 0 h 2"/>
              </a:gdLst>
              <a:ahLst/>
              <a:cxnLst>
                <a:cxn ang="0">
                  <a:pos x="T0" y="T1"/>
                </a:cxn>
                <a:cxn ang="0">
                  <a:pos x="T2" y="T3"/>
                </a:cxn>
                <a:cxn ang="0">
                  <a:pos x="T4" y="T5"/>
                </a:cxn>
                <a:cxn ang="0">
                  <a:pos x="T6" y="T7"/>
                </a:cxn>
                <a:cxn ang="0">
                  <a:pos x="T8" y="T9"/>
                </a:cxn>
              </a:cxnLst>
              <a:rect l="0" t="0" r="r" b="b"/>
              <a:pathLst>
                <a:path w="21" h="2">
                  <a:moveTo>
                    <a:pt x="21" y="0"/>
                  </a:moveTo>
                  <a:cubicBezTo>
                    <a:pt x="21" y="0"/>
                    <a:pt x="17" y="1"/>
                    <a:pt x="11" y="1"/>
                  </a:cubicBezTo>
                  <a:cubicBezTo>
                    <a:pt x="5" y="2"/>
                    <a:pt x="0" y="2"/>
                    <a:pt x="0" y="2"/>
                  </a:cubicBezTo>
                  <a:cubicBezTo>
                    <a:pt x="0" y="2"/>
                    <a:pt x="5" y="1"/>
                    <a:pt x="10" y="1"/>
                  </a:cubicBezTo>
                  <a:cubicBezTo>
                    <a:pt x="16" y="0"/>
                    <a:pt x="20"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7" name="Freeform 1877">
              <a:extLst>
                <a:ext uri="{FF2B5EF4-FFF2-40B4-BE49-F238E27FC236}">
                  <a16:creationId xmlns:a16="http://schemas.microsoft.com/office/drawing/2014/main" id="{5A9B0D00-F4FB-351A-A70B-AF66F1869528}"/>
                </a:ext>
              </a:extLst>
            </p:cNvPr>
            <p:cNvSpPr>
              <a:spLocks/>
            </p:cNvSpPr>
            <p:nvPr/>
          </p:nvSpPr>
          <p:spPr bwMode="auto">
            <a:xfrm rot="5094805">
              <a:off x="2202654" y="6370915"/>
              <a:ext cx="54839" cy="9140"/>
            </a:xfrm>
            <a:custGeom>
              <a:avLst/>
              <a:gdLst>
                <a:gd name="T0" fmla="*/ 21 w 22"/>
                <a:gd name="T1" fmla="*/ 0 h 4"/>
                <a:gd name="T2" fmla="*/ 12 w 22"/>
                <a:gd name="T3" fmla="*/ 2 h 4"/>
                <a:gd name="T4" fmla="*/ 0 w 22"/>
                <a:gd name="T5" fmla="*/ 3 h 4"/>
                <a:gd name="T6" fmla="*/ 11 w 22"/>
                <a:gd name="T7" fmla="*/ 1 h 4"/>
                <a:gd name="T8" fmla="*/ 21 w 22"/>
                <a:gd name="T9" fmla="*/ 0 h 4"/>
              </a:gdLst>
              <a:ahLst/>
              <a:cxnLst>
                <a:cxn ang="0">
                  <a:pos x="T0" y="T1"/>
                </a:cxn>
                <a:cxn ang="0">
                  <a:pos x="T2" y="T3"/>
                </a:cxn>
                <a:cxn ang="0">
                  <a:pos x="T4" y="T5"/>
                </a:cxn>
                <a:cxn ang="0">
                  <a:pos x="T6" y="T7"/>
                </a:cxn>
                <a:cxn ang="0">
                  <a:pos x="T8" y="T9"/>
                </a:cxn>
              </a:cxnLst>
              <a:rect l="0" t="0" r="r" b="b"/>
              <a:pathLst>
                <a:path w="22" h="4">
                  <a:moveTo>
                    <a:pt x="21" y="0"/>
                  </a:moveTo>
                  <a:cubicBezTo>
                    <a:pt x="22" y="0"/>
                    <a:pt x="17" y="1"/>
                    <a:pt x="12" y="2"/>
                  </a:cubicBezTo>
                  <a:cubicBezTo>
                    <a:pt x="6" y="3"/>
                    <a:pt x="0" y="4"/>
                    <a:pt x="0" y="3"/>
                  </a:cubicBezTo>
                  <a:cubicBezTo>
                    <a:pt x="1" y="3"/>
                    <a:pt x="5" y="2"/>
                    <a:pt x="11" y="1"/>
                  </a:cubicBezTo>
                  <a:cubicBezTo>
                    <a:pt x="16" y="0"/>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8" name="Freeform 1878">
              <a:extLst>
                <a:ext uri="{FF2B5EF4-FFF2-40B4-BE49-F238E27FC236}">
                  <a16:creationId xmlns:a16="http://schemas.microsoft.com/office/drawing/2014/main" id="{5D76AFEA-B4B4-10D7-3476-93AB3E70BA1F}"/>
                </a:ext>
              </a:extLst>
            </p:cNvPr>
            <p:cNvSpPr>
              <a:spLocks/>
            </p:cNvSpPr>
            <p:nvPr/>
          </p:nvSpPr>
          <p:spPr bwMode="auto">
            <a:xfrm rot="5094805">
              <a:off x="2258469" y="6556465"/>
              <a:ext cx="52554" cy="15995"/>
            </a:xfrm>
            <a:custGeom>
              <a:avLst/>
              <a:gdLst>
                <a:gd name="T0" fmla="*/ 21 w 21"/>
                <a:gd name="T1" fmla="*/ 1 h 6"/>
                <a:gd name="T2" fmla="*/ 12 w 21"/>
                <a:gd name="T3" fmla="*/ 3 h 6"/>
                <a:gd name="T4" fmla="*/ 0 w 21"/>
                <a:gd name="T5" fmla="*/ 5 h 6"/>
                <a:gd name="T6" fmla="*/ 10 w 21"/>
                <a:gd name="T7" fmla="*/ 2 h 6"/>
                <a:gd name="T8" fmla="*/ 21 w 21"/>
                <a:gd name="T9" fmla="*/ 1 h 6"/>
              </a:gdLst>
              <a:ahLst/>
              <a:cxnLst>
                <a:cxn ang="0">
                  <a:pos x="T0" y="T1"/>
                </a:cxn>
                <a:cxn ang="0">
                  <a:pos x="T2" y="T3"/>
                </a:cxn>
                <a:cxn ang="0">
                  <a:pos x="T4" y="T5"/>
                </a:cxn>
                <a:cxn ang="0">
                  <a:pos x="T6" y="T7"/>
                </a:cxn>
                <a:cxn ang="0">
                  <a:pos x="T8" y="T9"/>
                </a:cxn>
              </a:cxnLst>
              <a:rect l="0" t="0" r="r" b="b"/>
              <a:pathLst>
                <a:path w="21" h="6">
                  <a:moveTo>
                    <a:pt x="21" y="1"/>
                  </a:moveTo>
                  <a:cubicBezTo>
                    <a:pt x="21" y="1"/>
                    <a:pt x="17" y="2"/>
                    <a:pt x="12" y="3"/>
                  </a:cubicBezTo>
                  <a:cubicBezTo>
                    <a:pt x="6" y="5"/>
                    <a:pt x="0" y="6"/>
                    <a:pt x="0" y="5"/>
                  </a:cubicBezTo>
                  <a:cubicBezTo>
                    <a:pt x="0" y="5"/>
                    <a:pt x="4" y="3"/>
                    <a:pt x="10" y="2"/>
                  </a:cubicBezTo>
                  <a:cubicBezTo>
                    <a:pt x="15" y="1"/>
                    <a:pt x="20"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9" name="Freeform 1879">
              <a:extLst>
                <a:ext uri="{FF2B5EF4-FFF2-40B4-BE49-F238E27FC236}">
                  <a16:creationId xmlns:a16="http://schemas.microsoft.com/office/drawing/2014/main" id="{7F8F041A-6164-665F-CE04-EA7371B9B6B3}"/>
                </a:ext>
              </a:extLst>
            </p:cNvPr>
            <p:cNvSpPr>
              <a:spLocks/>
            </p:cNvSpPr>
            <p:nvPr/>
          </p:nvSpPr>
          <p:spPr bwMode="auto">
            <a:xfrm rot="5094805">
              <a:off x="2323485" y="6745669"/>
              <a:ext cx="52554" cy="15995"/>
            </a:xfrm>
            <a:custGeom>
              <a:avLst/>
              <a:gdLst>
                <a:gd name="T0" fmla="*/ 11 w 22"/>
                <a:gd name="T1" fmla="*/ 2 h 7"/>
                <a:gd name="T2" fmla="*/ 21 w 22"/>
                <a:gd name="T3" fmla="*/ 1 h 7"/>
                <a:gd name="T4" fmla="*/ 12 w 22"/>
                <a:gd name="T5" fmla="*/ 4 h 7"/>
                <a:gd name="T6" fmla="*/ 1 w 22"/>
                <a:gd name="T7" fmla="*/ 6 h 7"/>
                <a:gd name="T8" fmla="*/ 11 w 22"/>
                <a:gd name="T9" fmla="*/ 2 h 7"/>
              </a:gdLst>
              <a:ahLst/>
              <a:cxnLst>
                <a:cxn ang="0">
                  <a:pos x="T0" y="T1"/>
                </a:cxn>
                <a:cxn ang="0">
                  <a:pos x="T2" y="T3"/>
                </a:cxn>
                <a:cxn ang="0">
                  <a:pos x="T4" y="T5"/>
                </a:cxn>
                <a:cxn ang="0">
                  <a:pos x="T6" y="T7"/>
                </a:cxn>
                <a:cxn ang="0">
                  <a:pos x="T8" y="T9"/>
                </a:cxn>
              </a:cxnLst>
              <a:rect l="0" t="0" r="r" b="b"/>
              <a:pathLst>
                <a:path w="22" h="7">
                  <a:moveTo>
                    <a:pt x="11" y="2"/>
                  </a:moveTo>
                  <a:cubicBezTo>
                    <a:pt x="16" y="1"/>
                    <a:pt x="21" y="0"/>
                    <a:pt x="21" y="1"/>
                  </a:cubicBezTo>
                  <a:cubicBezTo>
                    <a:pt x="22" y="1"/>
                    <a:pt x="18" y="3"/>
                    <a:pt x="12" y="4"/>
                  </a:cubicBezTo>
                  <a:cubicBezTo>
                    <a:pt x="6" y="6"/>
                    <a:pt x="0" y="7"/>
                    <a:pt x="1" y="6"/>
                  </a:cubicBezTo>
                  <a:cubicBezTo>
                    <a:pt x="1" y="6"/>
                    <a:pt x="5" y="4"/>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0" name="Freeform 1880">
              <a:extLst>
                <a:ext uri="{FF2B5EF4-FFF2-40B4-BE49-F238E27FC236}">
                  <a16:creationId xmlns:a16="http://schemas.microsoft.com/office/drawing/2014/main" id="{852B4DEA-0C88-2E37-8108-095482457D39}"/>
                </a:ext>
              </a:extLst>
            </p:cNvPr>
            <p:cNvSpPr>
              <a:spLocks/>
            </p:cNvSpPr>
            <p:nvPr/>
          </p:nvSpPr>
          <p:spPr bwMode="auto">
            <a:xfrm rot="5094805">
              <a:off x="2398742" y="6932818"/>
              <a:ext cx="52554" cy="18280"/>
            </a:xfrm>
            <a:custGeom>
              <a:avLst/>
              <a:gdLst>
                <a:gd name="T0" fmla="*/ 20 w 21"/>
                <a:gd name="T1" fmla="*/ 1 h 8"/>
                <a:gd name="T2" fmla="*/ 12 w 21"/>
                <a:gd name="T3" fmla="*/ 5 h 8"/>
                <a:gd name="T4" fmla="*/ 0 w 21"/>
                <a:gd name="T5" fmla="*/ 7 h 8"/>
                <a:gd name="T6" fmla="*/ 9 w 21"/>
                <a:gd name="T7" fmla="*/ 3 h 8"/>
                <a:gd name="T8" fmla="*/ 20 w 21"/>
                <a:gd name="T9" fmla="*/ 1 h 8"/>
              </a:gdLst>
              <a:ahLst/>
              <a:cxnLst>
                <a:cxn ang="0">
                  <a:pos x="T0" y="T1"/>
                </a:cxn>
                <a:cxn ang="0">
                  <a:pos x="T2" y="T3"/>
                </a:cxn>
                <a:cxn ang="0">
                  <a:pos x="T4" y="T5"/>
                </a:cxn>
                <a:cxn ang="0">
                  <a:pos x="T6" y="T7"/>
                </a:cxn>
                <a:cxn ang="0">
                  <a:pos x="T8" y="T9"/>
                </a:cxn>
              </a:cxnLst>
              <a:rect l="0" t="0" r="r" b="b"/>
              <a:pathLst>
                <a:path w="21" h="8">
                  <a:moveTo>
                    <a:pt x="20" y="1"/>
                  </a:moveTo>
                  <a:cubicBezTo>
                    <a:pt x="21" y="2"/>
                    <a:pt x="17" y="4"/>
                    <a:pt x="12" y="5"/>
                  </a:cubicBezTo>
                  <a:cubicBezTo>
                    <a:pt x="6" y="7"/>
                    <a:pt x="0" y="8"/>
                    <a:pt x="0" y="7"/>
                  </a:cubicBezTo>
                  <a:cubicBezTo>
                    <a:pt x="0" y="7"/>
                    <a:pt x="4" y="5"/>
                    <a:pt x="9" y="3"/>
                  </a:cubicBezTo>
                  <a:cubicBezTo>
                    <a:pt x="15" y="1"/>
                    <a:pt x="20"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1" name="Freeform 1881">
              <a:extLst>
                <a:ext uri="{FF2B5EF4-FFF2-40B4-BE49-F238E27FC236}">
                  <a16:creationId xmlns:a16="http://schemas.microsoft.com/office/drawing/2014/main" id="{8B3AE046-939D-7185-8730-DD05CFB40FC0}"/>
                </a:ext>
              </a:extLst>
            </p:cNvPr>
            <p:cNvSpPr>
              <a:spLocks/>
            </p:cNvSpPr>
            <p:nvPr/>
          </p:nvSpPr>
          <p:spPr bwMode="auto">
            <a:xfrm rot="5094805">
              <a:off x="656416" y="1736094"/>
              <a:ext cx="50269" cy="25135"/>
            </a:xfrm>
            <a:custGeom>
              <a:avLst/>
              <a:gdLst>
                <a:gd name="T0" fmla="*/ 10 w 20"/>
                <a:gd name="T1" fmla="*/ 2 h 10"/>
                <a:gd name="T2" fmla="*/ 20 w 20"/>
                <a:gd name="T3" fmla="*/ 8 h 10"/>
                <a:gd name="T4" fmla="*/ 11 w 20"/>
                <a:gd name="T5" fmla="*/ 8 h 10"/>
                <a:gd name="T6" fmla="*/ 0 w 20"/>
                <a:gd name="T7" fmla="*/ 2 h 10"/>
                <a:gd name="T8" fmla="*/ 10 w 20"/>
                <a:gd name="T9" fmla="*/ 2 h 10"/>
              </a:gdLst>
              <a:ahLst/>
              <a:cxnLst>
                <a:cxn ang="0">
                  <a:pos x="T0" y="T1"/>
                </a:cxn>
                <a:cxn ang="0">
                  <a:pos x="T2" y="T3"/>
                </a:cxn>
                <a:cxn ang="0">
                  <a:pos x="T4" y="T5"/>
                </a:cxn>
                <a:cxn ang="0">
                  <a:pos x="T6" y="T7"/>
                </a:cxn>
                <a:cxn ang="0">
                  <a:pos x="T8" y="T9"/>
                </a:cxn>
              </a:cxnLst>
              <a:rect l="0" t="0" r="r" b="b"/>
              <a:pathLst>
                <a:path w="20" h="10">
                  <a:moveTo>
                    <a:pt x="10" y="2"/>
                  </a:moveTo>
                  <a:cubicBezTo>
                    <a:pt x="15" y="4"/>
                    <a:pt x="20" y="7"/>
                    <a:pt x="20" y="8"/>
                  </a:cubicBezTo>
                  <a:cubicBezTo>
                    <a:pt x="20" y="10"/>
                    <a:pt x="16" y="9"/>
                    <a:pt x="11" y="8"/>
                  </a:cubicBezTo>
                  <a:cubicBezTo>
                    <a:pt x="5" y="6"/>
                    <a:pt x="0" y="3"/>
                    <a:pt x="0" y="2"/>
                  </a:cubicBezTo>
                  <a:cubicBezTo>
                    <a:pt x="0" y="0"/>
                    <a:pt x="5"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2" name="Freeform 1882">
              <a:extLst>
                <a:ext uri="{FF2B5EF4-FFF2-40B4-BE49-F238E27FC236}">
                  <a16:creationId xmlns:a16="http://schemas.microsoft.com/office/drawing/2014/main" id="{ACC12E5F-901A-0F0E-C3DB-E933BF094C85}"/>
                </a:ext>
              </a:extLst>
            </p:cNvPr>
            <p:cNvSpPr>
              <a:spLocks/>
            </p:cNvSpPr>
            <p:nvPr/>
          </p:nvSpPr>
          <p:spPr bwMode="auto">
            <a:xfrm rot="5094805">
              <a:off x="617036" y="1941357"/>
              <a:ext cx="52554" cy="18280"/>
            </a:xfrm>
            <a:custGeom>
              <a:avLst/>
              <a:gdLst>
                <a:gd name="T0" fmla="*/ 21 w 22"/>
                <a:gd name="T1" fmla="*/ 6 h 7"/>
                <a:gd name="T2" fmla="*/ 13 w 22"/>
                <a:gd name="T3" fmla="*/ 6 h 7"/>
                <a:gd name="T4" fmla="*/ 1 w 22"/>
                <a:gd name="T5" fmla="*/ 1 h 7"/>
                <a:gd name="T6" fmla="*/ 9 w 22"/>
                <a:gd name="T7" fmla="*/ 1 h 7"/>
                <a:gd name="T8" fmla="*/ 21 w 22"/>
                <a:gd name="T9" fmla="*/ 6 h 7"/>
              </a:gdLst>
              <a:ahLst/>
              <a:cxnLst>
                <a:cxn ang="0">
                  <a:pos x="T0" y="T1"/>
                </a:cxn>
                <a:cxn ang="0">
                  <a:pos x="T2" y="T3"/>
                </a:cxn>
                <a:cxn ang="0">
                  <a:pos x="T4" y="T5"/>
                </a:cxn>
                <a:cxn ang="0">
                  <a:pos x="T6" y="T7"/>
                </a:cxn>
                <a:cxn ang="0">
                  <a:pos x="T8" y="T9"/>
                </a:cxn>
              </a:cxnLst>
              <a:rect l="0" t="0" r="r" b="b"/>
              <a:pathLst>
                <a:path w="22" h="7">
                  <a:moveTo>
                    <a:pt x="21" y="6"/>
                  </a:moveTo>
                  <a:cubicBezTo>
                    <a:pt x="22" y="7"/>
                    <a:pt x="18" y="7"/>
                    <a:pt x="13" y="6"/>
                  </a:cubicBezTo>
                  <a:cubicBezTo>
                    <a:pt x="8" y="5"/>
                    <a:pt x="2" y="2"/>
                    <a:pt x="1" y="1"/>
                  </a:cubicBezTo>
                  <a:cubicBezTo>
                    <a:pt x="0" y="0"/>
                    <a:pt x="4" y="0"/>
                    <a:pt x="9" y="1"/>
                  </a:cubicBezTo>
                  <a:cubicBezTo>
                    <a:pt x="14" y="2"/>
                    <a:pt x="20" y="4"/>
                    <a:pt x="2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3" name="Freeform 1883">
              <a:extLst>
                <a:ext uri="{FF2B5EF4-FFF2-40B4-BE49-F238E27FC236}">
                  <a16:creationId xmlns:a16="http://schemas.microsoft.com/office/drawing/2014/main" id="{2521602B-3CE3-F4BB-82F6-8F69B2D501C8}"/>
                </a:ext>
              </a:extLst>
            </p:cNvPr>
            <p:cNvSpPr>
              <a:spLocks/>
            </p:cNvSpPr>
            <p:nvPr/>
          </p:nvSpPr>
          <p:spPr bwMode="auto">
            <a:xfrm rot="5094805">
              <a:off x="591215" y="2143225"/>
              <a:ext cx="52554" cy="13710"/>
            </a:xfrm>
            <a:custGeom>
              <a:avLst/>
              <a:gdLst>
                <a:gd name="T0" fmla="*/ 21 w 21"/>
                <a:gd name="T1" fmla="*/ 5 h 6"/>
                <a:gd name="T2" fmla="*/ 12 w 21"/>
                <a:gd name="T3" fmla="*/ 5 h 6"/>
                <a:gd name="T4" fmla="*/ 1 w 21"/>
                <a:gd name="T5" fmla="*/ 1 h 6"/>
                <a:gd name="T6" fmla="*/ 10 w 21"/>
                <a:gd name="T7" fmla="*/ 1 h 6"/>
                <a:gd name="T8" fmla="*/ 21 w 21"/>
                <a:gd name="T9" fmla="*/ 5 h 6"/>
              </a:gdLst>
              <a:ahLst/>
              <a:cxnLst>
                <a:cxn ang="0">
                  <a:pos x="T0" y="T1"/>
                </a:cxn>
                <a:cxn ang="0">
                  <a:pos x="T2" y="T3"/>
                </a:cxn>
                <a:cxn ang="0">
                  <a:pos x="T4" y="T5"/>
                </a:cxn>
                <a:cxn ang="0">
                  <a:pos x="T6" y="T7"/>
                </a:cxn>
                <a:cxn ang="0">
                  <a:pos x="T8" y="T9"/>
                </a:cxn>
              </a:cxnLst>
              <a:rect l="0" t="0" r="r" b="b"/>
              <a:pathLst>
                <a:path w="21" h="6">
                  <a:moveTo>
                    <a:pt x="21" y="5"/>
                  </a:moveTo>
                  <a:cubicBezTo>
                    <a:pt x="21" y="6"/>
                    <a:pt x="17" y="6"/>
                    <a:pt x="12" y="5"/>
                  </a:cubicBezTo>
                  <a:cubicBezTo>
                    <a:pt x="6" y="4"/>
                    <a:pt x="1" y="2"/>
                    <a:pt x="1" y="1"/>
                  </a:cubicBezTo>
                  <a:cubicBezTo>
                    <a:pt x="0" y="0"/>
                    <a:pt x="4" y="0"/>
                    <a:pt x="10" y="1"/>
                  </a:cubicBezTo>
                  <a:cubicBezTo>
                    <a:pt x="15" y="2"/>
                    <a:pt x="20" y="4"/>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4" name="Freeform 1884">
              <a:extLst>
                <a:ext uri="{FF2B5EF4-FFF2-40B4-BE49-F238E27FC236}">
                  <a16:creationId xmlns:a16="http://schemas.microsoft.com/office/drawing/2014/main" id="{2B34C45F-19F1-E9C1-9307-77247204428F}"/>
                </a:ext>
              </a:extLst>
            </p:cNvPr>
            <p:cNvSpPr>
              <a:spLocks/>
            </p:cNvSpPr>
            <p:nvPr/>
          </p:nvSpPr>
          <p:spPr bwMode="auto">
            <a:xfrm rot="5094805">
              <a:off x="584749" y="2344717"/>
              <a:ext cx="47985" cy="6855"/>
            </a:xfrm>
            <a:custGeom>
              <a:avLst/>
              <a:gdLst>
                <a:gd name="T0" fmla="*/ 11 w 20"/>
                <a:gd name="T1" fmla="*/ 2 h 3"/>
                <a:gd name="T2" fmla="*/ 0 w 20"/>
                <a:gd name="T3" fmla="*/ 0 h 3"/>
                <a:gd name="T4" fmla="*/ 9 w 20"/>
                <a:gd name="T5" fmla="*/ 0 h 3"/>
                <a:gd name="T6" fmla="*/ 20 w 20"/>
                <a:gd name="T7" fmla="*/ 2 h 3"/>
                <a:gd name="T8" fmla="*/ 11 w 20"/>
                <a:gd name="T9" fmla="*/ 2 h 3"/>
              </a:gdLst>
              <a:ahLst/>
              <a:cxnLst>
                <a:cxn ang="0">
                  <a:pos x="T0" y="T1"/>
                </a:cxn>
                <a:cxn ang="0">
                  <a:pos x="T2" y="T3"/>
                </a:cxn>
                <a:cxn ang="0">
                  <a:pos x="T4" y="T5"/>
                </a:cxn>
                <a:cxn ang="0">
                  <a:pos x="T6" y="T7"/>
                </a:cxn>
                <a:cxn ang="0">
                  <a:pos x="T8" y="T9"/>
                </a:cxn>
              </a:cxnLst>
              <a:rect l="0" t="0" r="r" b="b"/>
              <a:pathLst>
                <a:path w="20" h="3">
                  <a:moveTo>
                    <a:pt x="11" y="2"/>
                  </a:moveTo>
                  <a:cubicBezTo>
                    <a:pt x="5" y="2"/>
                    <a:pt x="0" y="1"/>
                    <a:pt x="0" y="0"/>
                  </a:cubicBezTo>
                  <a:cubicBezTo>
                    <a:pt x="0" y="0"/>
                    <a:pt x="4" y="0"/>
                    <a:pt x="9" y="0"/>
                  </a:cubicBezTo>
                  <a:cubicBezTo>
                    <a:pt x="15" y="0"/>
                    <a:pt x="20" y="1"/>
                    <a:pt x="20" y="2"/>
                  </a:cubicBezTo>
                  <a:cubicBezTo>
                    <a:pt x="20" y="2"/>
                    <a:pt x="16" y="3"/>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5" name="Freeform 1885">
              <a:extLst>
                <a:ext uri="{FF2B5EF4-FFF2-40B4-BE49-F238E27FC236}">
                  <a16:creationId xmlns:a16="http://schemas.microsoft.com/office/drawing/2014/main" id="{B2E19473-CE87-2E59-5B84-B024A30D404F}"/>
                </a:ext>
              </a:extLst>
            </p:cNvPr>
            <p:cNvSpPr>
              <a:spLocks/>
            </p:cNvSpPr>
            <p:nvPr/>
          </p:nvSpPr>
          <p:spPr bwMode="auto">
            <a:xfrm rot="5094805">
              <a:off x="600928" y="2539313"/>
              <a:ext cx="50269" cy="6855"/>
            </a:xfrm>
            <a:custGeom>
              <a:avLst/>
              <a:gdLst>
                <a:gd name="T0" fmla="*/ 20 w 20"/>
                <a:gd name="T1" fmla="*/ 1 h 3"/>
                <a:gd name="T2" fmla="*/ 11 w 20"/>
                <a:gd name="T3" fmla="*/ 2 h 3"/>
                <a:gd name="T4" fmla="*/ 0 w 20"/>
                <a:gd name="T5" fmla="*/ 2 h 3"/>
                <a:gd name="T6" fmla="*/ 9 w 20"/>
                <a:gd name="T7" fmla="*/ 1 h 3"/>
                <a:gd name="T8" fmla="*/ 20 w 20"/>
                <a:gd name="T9" fmla="*/ 1 h 3"/>
              </a:gdLst>
              <a:ahLst/>
              <a:cxnLst>
                <a:cxn ang="0">
                  <a:pos x="T0" y="T1"/>
                </a:cxn>
                <a:cxn ang="0">
                  <a:pos x="T2" y="T3"/>
                </a:cxn>
                <a:cxn ang="0">
                  <a:pos x="T4" y="T5"/>
                </a:cxn>
                <a:cxn ang="0">
                  <a:pos x="T6" y="T7"/>
                </a:cxn>
                <a:cxn ang="0">
                  <a:pos x="T8" y="T9"/>
                </a:cxn>
              </a:cxnLst>
              <a:rect l="0" t="0" r="r" b="b"/>
              <a:pathLst>
                <a:path w="20" h="3">
                  <a:moveTo>
                    <a:pt x="20" y="1"/>
                  </a:moveTo>
                  <a:cubicBezTo>
                    <a:pt x="20" y="1"/>
                    <a:pt x="16" y="2"/>
                    <a:pt x="11" y="2"/>
                  </a:cubicBezTo>
                  <a:cubicBezTo>
                    <a:pt x="5" y="3"/>
                    <a:pt x="0" y="2"/>
                    <a:pt x="0" y="2"/>
                  </a:cubicBezTo>
                  <a:cubicBezTo>
                    <a:pt x="0" y="2"/>
                    <a:pt x="4" y="1"/>
                    <a:pt x="9" y="1"/>
                  </a:cubicBezTo>
                  <a:cubicBezTo>
                    <a:pt x="15" y="0"/>
                    <a:pt x="19"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6" name="Freeform 1886">
              <a:extLst>
                <a:ext uri="{FF2B5EF4-FFF2-40B4-BE49-F238E27FC236}">
                  <a16:creationId xmlns:a16="http://schemas.microsoft.com/office/drawing/2014/main" id="{337EAB83-F51B-D74B-DEE0-82AA916E259E}"/>
                </a:ext>
              </a:extLst>
            </p:cNvPr>
            <p:cNvSpPr>
              <a:spLocks/>
            </p:cNvSpPr>
            <p:nvPr/>
          </p:nvSpPr>
          <p:spPr bwMode="auto">
            <a:xfrm rot="5094805">
              <a:off x="639770" y="2729704"/>
              <a:ext cx="50269" cy="9140"/>
            </a:xfrm>
            <a:custGeom>
              <a:avLst/>
              <a:gdLst>
                <a:gd name="T0" fmla="*/ 9 w 20"/>
                <a:gd name="T1" fmla="*/ 1 h 4"/>
                <a:gd name="T2" fmla="*/ 19 w 20"/>
                <a:gd name="T3" fmla="*/ 0 h 4"/>
                <a:gd name="T4" fmla="*/ 10 w 20"/>
                <a:gd name="T5" fmla="*/ 3 h 4"/>
                <a:gd name="T6" fmla="*/ 0 w 20"/>
                <a:gd name="T7" fmla="*/ 3 h 4"/>
                <a:gd name="T8" fmla="*/ 9 w 20"/>
                <a:gd name="T9" fmla="*/ 1 h 4"/>
              </a:gdLst>
              <a:ahLst/>
              <a:cxnLst>
                <a:cxn ang="0">
                  <a:pos x="T0" y="T1"/>
                </a:cxn>
                <a:cxn ang="0">
                  <a:pos x="T2" y="T3"/>
                </a:cxn>
                <a:cxn ang="0">
                  <a:pos x="T4" y="T5"/>
                </a:cxn>
                <a:cxn ang="0">
                  <a:pos x="T6" y="T7"/>
                </a:cxn>
                <a:cxn ang="0">
                  <a:pos x="T8" y="T9"/>
                </a:cxn>
              </a:cxnLst>
              <a:rect l="0" t="0" r="r" b="b"/>
              <a:pathLst>
                <a:path w="20" h="4">
                  <a:moveTo>
                    <a:pt x="9" y="1"/>
                  </a:moveTo>
                  <a:cubicBezTo>
                    <a:pt x="15" y="0"/>
                    <a:pt x="19" y="0"/>
                    <a:pt x="19" y="0"/>
                  </a:cubicBezTo>
                  <a:cubicBezTo>
                    <a:pt x="20" y="1"/>
                    <a:pt x="15" y="2"/>
                    <a:pt x="10" y="3"/>
                  </a:cubicBezTo>
                  <a:cubicBezTo>
                    <a:pt x="4" y="3"/>
                    <a:pt x="0" y="4"/>
                    <a:pt x="0" y="3"/>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7" name="Freeform 1887">
              <a:extLst>
                <a:ext uri="{FF2B5EF4-FFF2-40B4-BE49-F238E27FC236}">
                  <a16:creationId xmlns:a16="http://schemas.microsoft.com/office/drawing/2014/main" id="{2D918293-363D-D38D-77AA-6A5FE24B57F3}"/>
                </a:ext>
              </a:extLst>
            </p:cNvPr>
            <p:cNvSpPr>
              <a:spLocks/>
            </p:cNvSpPr>
            <p:nvPr/>
          </p:nvSpPr>
          <p:spPr bwMode="auto">
            <a:xfrm rot="5094805">
              <a:off x="693308" y="2917741"/>
              <a:ext cx="47985" cy="11425"/>
            </a:xfrm>
            <a:custGeom>
              <a:avLst/>
              <a:gdLst>
                <a:gd name="T0" fmla="*/ 20 w 20"/>
                <a:gd name="T1" fmla="*/ 0 h 5"/>
                <a:gd name="T2" fmla="*/ 10 w 20"/>
                <a:gd name="T3" fmla="*/ 3 h 5"/>
                <a:gd name="T4" fmla="*/ 0 w 20"/>
                <a:gd name="T5" fmla="*/ 4 h 5"/>
                <a:gd name="T6" fmla="*/ 10 w 20"/>
                <a:gd name="T7" fmla="*/ 1 h 5"/>
                <a:gd name="T8" fmla="*/ 20 w 20"/>
                <a:gd name="T9" fmla="*/ 0 h 5"/>
              </a:gdLst>
              <a:ahLst/>
              <a:cxnLst>
                <a:cxn ang="0">
                  <a:pos x="T0" y="T1"/>
                </a:cxn>
                <a:cxn ang="0">
                  <a:pos x="T2" y="T3"/>
                </a:cxn>
                <a:cxn ang="0">
                  <a:pos x="T4" y="T5"/>
                </a:cxn>
                <a:cxn ang="0">
                  <a:pos x="T6" y="T7"/>
                </a:cxn>
                <a:cxn ang="0">
                  <a:pos x="T8" y="T9"/>
                </a:cxn>
              </a:cxnLst>
              <a:rect l="0" t="0" r="r" b="b"/>
              <a:pathLst>
                <a:path w="20" h="5">
                  <a:moveTo>
                    <a:pt x="20" y="0"/>
                  </a:moveTo>
                  <a:cubicBezTo>
                    <a:pt x="20" y="1"/>
                    <a:pt x="15" y="2"/>
                    <a:pt x="10" y="3"/>
                  </a:cubicBezTo>
                  <a:cubicBezTo>
                    <a:pt x="5" y="4"/>
                    <a:pt x="0" y="5"/>
                    <a:pt x="0" y="4"/>
                  </a:cubicBezTo>
                  <a:cubicBezTo>
                    <a:pt x="0" y="4"/>
                    <a:pt x="5" y="2"/>
                    <a:pt x="10" y="1"/>
                  </a:cubicBezTo>
                  <a:cubicBezTo>
                    <a:pt x="15" y="0"/>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8" name="Freeform 1888">
              <a:extLst>
                <a:ext uri="{FF2B5EF4-FFF2-40B4-BE49-F238E27FC236}">
                  <a16:creationId xmlns:a16="http://schemas.microsoft.com/office/drawing/2014/main" id="{60BF77DB-68B8-C822-128A-9B7DE3976634}"/>
                </a:ext>
              </a:extLst>
            </p:cNvPr>
            <p:cNvSpPr>
              <a:spLocks/>
            </p:cNvSpPr>
            <p:nvPr/>
          </p:nvSpPr>
          <p:spPr bwMode="auto">
            <a:xfrm rot="5094805">
              <a:off x="756039" y="3104660"/>
              <a:ext cx="52554" cy="15995"/>
            </a:xfrm>
            <a:custGeom>
              <a:avLst/>
              <a:gdLst>
                <a:gd name="T0" fmla="*/ 9 w 21"/>
                <a:gd name="T1" fmla="*/ 2 h 6"/>
                <a:gd name="T2" fmla="*/ 20 w 21"/>
                <a:gd name="T3" fmla="*/ 0 h 6"/>
                <a:gd name="T4" fmla="*/ 12 w 21"/>
                <a:gd name="T5" fmla="*/ 3 h 6"/>
                <a:gd name="T6" fmla="*/ 1 w 21"/>
                <a:gd name="T7" fmla="*/ 5 h 6"/>
                <a:gd name="T8" fmla="*/ 9 w 21"/>
                <a:gd name="T9" fmla="*/ 2 h 6"/>
              </a:gdLst>
              <a:ahLst/>
              <a:cxnLst>
                <a:cxn ang="0">
                  <a:pos x="T0" y="T1"/>
                </a:cxn>
                <a:cxn ang="0">
                  <a:pos x="T2" y="T3"/>
                </a:cxn>
                <a:cxn ang="0">
                  <a:pos x="T4" y="T5"/>
                </a:cxn>
                <a:cxn ang="0">
                  <a:pos x="T6" y="T7"/>
                </a:cxn>
                <a:cxn ang="0">
                  <a:pos x="T8" y="T9"/>
                </a:cxn>
              </a:cxnLst>
              <a:rect l="0" t="0" r="r" b="b"/>
              <a:pathLst>
                <a:path w="21" h="6">
                  <a:moveTo>
                    <a:pt x="9" y="2"/>
                  </a:moveTo>
                  <a:cubicBezTo>
                    <a:pt x="14" y="1"/>
                    <a:pt x="19" y="0"/>
                    <a:pt x="20" y="0"/>
                  </a:cubicBezTo>
                  <a:cubicBezTo>
                    <a:pt x="21" y="0"/>
                    <a:pt x="17" y="2"/>
                    <a:pt x="12" y="3"/>
                  </a:cubicBezTo>
                  <a:cubicBezTo>
                    <a:pt x="6" y="5"/>
                    <a:pt x="1" y="6"/>
                    <a:pt x="1" y="5"/>
                  </a:cubicBezTo>
                  <a:cubicBezTo>
                    <a:pt x="0" y="5"/>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9" name="Freeform 1889">
              <a:extLst>
                <a:ext uri="{FF2B5EF4-FFF2-40B4-BE49-F238E27FC236}">
                  <a16:creationId xmlns:a16="http://schemas.microsoft.com/office/drawing/2014/main" id="{F6F3F019-CF2E-355A-9A24-3A214E10BBF2}"/>
                </a:ext>
              </a:extLst>
            </p:cNvPr>
            <p:cNvSpPr>
              <a:spLocks/>
            </p:cNvSpPr>
            <p:nvPr/>
          </p:nvSpPr>
          <p:spPr bwMode="auto">
            <a:xfrm rot="5094805">
              <a:off x="833370" y="3289331"/>
              <a:ext cx="52554" cy="18280"/>
            </a:xfrm>
            <a:custGeom>
              <a:avLst/>
              <a:gdLst>
                <a:gd name="T0" fmla="*/ 9 w 21"/>
                <a:gd name="T1" fmla="*/ 3 h 7"/>
                <a:gd name="T2" fmla="*/ 20 w 21"/>
                <a:gd name="T3" fmla="*/ 0 h 7"/>
                <a:gd name="T4" fmla="*/ 11 w 21"/>
                <a:gd name="T5" fmla="*/ 4 h 7"/>
                <a:gd name="T6" fmla="*/ 1 w 21"/>
                <a:gd name="T7" fmla="*/ 7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14" y="1"/>
                    <a:pt x="20" y="0"/>
                    <a:pt x="20" y="0"/>
                  </a:cubicBezTo>
                  <a:cubicBezTo>
                    <a:pt x="21" y="1"/>
                    <a:pt x="17" y="2"/>
                    <a:pt x="11" y="4"/>
                  </a:cubicBezTo>
                  <a:cubicBezTo>
                    <a:pt x="6" y="6"/>
                    <a:pt x="1" y="7"/>
                    <a:pt x="1" y="7"/>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0" name="Freeform 1890">
              <a:extLst>
                <a:ext uri="{FF2B5EF4-FFF2-40B4-BE49-F238E27FC236}">
                  <a16:creationId xmlns:a16="http://schemas.microsoft.com/office/drawing/2014/main" id="{C5E42644-50D4-4044-4046-D0ED06D0A42A}"/>
                </a:ext>
              </a:extLst>
            </p:cNvPr>
            <p:cNvSpPr>
              <a:spLocks/>
            </p:cNvSpPr>
            <p:nvPr/>
          </p:nvSpPr>
          <p:spPr bwMode="auto">
            <a:xfrm rot="5094805">
              <a:off x="918667" y="3474436"/>
              <a:ext cx="52554" cy="18280"/>
            </a:xfrm>
            <a:custGeom>
              <a:avLst/>
              <a:gdLst>
                <a:gd name="T0" fmla="*/ 9 w 21"/>
                <a:gd name="T1" fmla="*/ 3 h 8"/>
                <a:gd name="T2" fmla="*/ 20 w 21"/>
                <a:gd name="T3" fmla="*/ 0 h 8"/>
                <a:gd name="T4" fmla="*/ 11 w 21"/>
                <a:gd name="T5" fmla="*/ 4 h 8"/>
                <a:gd name="T6" fmla="*/ 1 w 21"/>
                <a:gd name="T7" fmla="*/ 8 h 8"/>
                <a:gd name="T8" fmla="*/ 9 w 21"/>
                <a:gd name="T9" fmla="*/ 3 h 8"/>
              </a:gdLst>
              <a:ahLst/>
              <a:cxnLst>
                <a:cxn ang="0">
                  <a:pos x="T0" y="T1"/>
                </a:cxn>
                <a:cxn ang="0">
                  <a:pos x="T2" y="T3"/>
                </a:cxn>
                <a:cxn ang="0">
                  <a:pos x="T4" y="T5"/>
                </a:cxn>
                <a:cxn ang="0">
                  <a:pos x="T6" y="T7"/>
                </a:cxn>
                <a:cxn ang="0">
                  <a:pos x="T8" y="T9"/>
                </a:cxn>
              </a:cxnLst>
              <a:rect l="0" t="0" r="r" b="b"/>
              <a:pathLst>
                <a:path w="21" h="8">
                  <a:moveTo>
                    <a:pt x="9" y="3"/>
                  </a:moveTo>
                  <a:cubicBezTo>
                    <a:pt x="14" y="1"/>
                    <a:pt x="19" y="0"/>
                    <a:pt x="20" y="0"/>
                  </a:cubicBezTo>
                  <a:cubicBezTo>
                    <a:pt x="21" y="0"/>
                    <a:pt x="17" y="2"/>
                    <a:pt x="11" y="4"/>
                  </a:cubicBezTo>
                  <a:cubicBezTo>
                    <a:pt x="6" y="6"/>
                    <a:pt x="1" y="8"/>
                    <a:pt x="1" y="8"/>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1" name="Freeform 1891">
              <a:extLst>
                <a:ext uri="{FF2B5EF4-FFF2-40B4-BE49-F238E27FC236}">
                  <a16:creationId xmlns:a16="http://schemas.microsoft.com/office/drawing/2014/main" id="{5AC4389B-2CCC-50FA-2203-E50522826F86}"/>
                </a:ext>
              </a:extLst>
            </p:cNvPr>
            <p:cNvSpPr>
              <a:spLocks/>
            </p:cNvSpPr>
            <p:nvPr/>
          </p:nvSpPr>
          <p:spPr bwMode="auto">
            <a:xfrm rot="5094805">
              <a:off x="1014214" y="3657689"/>
              <a:ext cx="47985" cy="20565"/>
            </a:xfrm>
            <a:custGeom>
              <a:avLst/>
              <a:gdLst>
                <a:gd name="T0" fmla="*/ 20 w 20"/>
                <a:gd name="T1" fmla="*/ 0 h 8"/>
                <a:gd name="T2" fmla="*/ 11 w 20"/>
                <a:gd name="T3" fmla="*/ 5 h 8"/>
                <a:gd name="T4" fmla="*/ 0 w 20"/>
                <a:gd name="T5" fmla="*/ 8 h 8"/>
                <a:gd name="T6" fmla="*/ 9 w 20"/>
                <a:gd name="T7" fmla="*/ 4 h 8"/>
                <a:gd name="T8" fmla="*/ 20 w 20"/>
                <a:gd name="T9" fmla="*/ 0 h 8"/>
              </a:gdLst>
              <a:ahLst/>
              <a:cxnLst>
                <a:cxn ang="0">
                  <a:pos x="T0" y="T1"/>
                </a:cxn>
                <a:cxn ang="0">
                  <a:pos x="T2" y="T3"/>
                </a:cxn>
                <a:cxn ang="0">
                  <a:pos x="T4" y="T5"/>
                </a:cxn>
                <a:cxn ang="0">
                  <a:pos x="T6" y="T7"/>
                </a:cxn>
                <a:cxn ang="0">
                  <a:pos x="T8" y="T9"/>
                </a:cxn>
              </a:cxnLst>
              <a:rect l="0" t="0" r="r" b="b"/>
              <a:pathLst>
                <a:path w="20" h="8">
                  <a:moveTo>
                    <a:pt x="20" y="0"/>
                  </a:moveTo>
                  <a:cubicBezTo>
                    <a:pt x="20" y="0"/>
                    <a:pt x="16" y="2"/>
                    <a:pt x="11" y="5"/>
                  </a:cubicBezTo>
                  <a:cubicBezTo>
                    <a:pt x="6" y="7"/>
                    <a:pt x="1" y="8"/>
                    <a:pt x="0" y="8"/>
                  </a:cubicBezTo>
                  <a:cubicBezTo>
                    <a:pt x="0" y="8"/>
                    <a:pt x="4" y="6"/>
                    <a:pt x="9" y="4"/>
                  </a:cubicBezTo>
                  <a:cubicBezTo>
                    <a:pt x="14" y="2"/>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2" name="Freeform 1892">
              <a:extLst>
                <a:ext uri="{FF2B5EF4-FFF2-40B4-BE49-F238E27FC236}">
                  <a16:creationId xmlns:a16="http://schemas.microsoft.com/office/drawing/2014/main" id="{BAA75E56-B642-CEB7-CDCA-2E1916E2FA4F}"/>
                </a:ext>
              </a:extLst>
            </p:cNvPr>
            <p:cNvSpPr>
              <a:spLocks/>
            </p:cNvSpPr>
            <p:nvPr/>
          </p:nvSpPr>
          <p:spPr bwMode="auto">
            <a:xfrm rot="5094805">
              <a:off x="1109744" y="3842821"/>
              <a:ext cx="52554" cy="18280"/>
            </a:xfrm>
            <a:custGeom>
              <a:avLst/>
              <a:gdLst>
                <a:gd name="T0" fmla="*/ 12 w 21"/>
                <a:gd name="T1" fmla="*/ 4 h 8"/>
                <a:gd name="T2" fmla="*/ 1 w 21"/>
                <a:gd name="T3" fmla="*/ 8 h 8"/>
                <a:gd name="T4" fmla="*/ 9 w 21"/>
                <a:gd name="T5" fmla="*/ 4 h 8"/>
                <a:gd name="T6" fmla="*/ 20 w 21"/>
                <a:gd name="T7" fmla="*/ 0 h 8"/>
                <a:gd name="T8" fmla="*/ 12 w 21"/>
                <a:gd name="T9" fmla="*/ 4 h 8"/>
              </a:gdLst>
              <a:ahLst/>
              <a:cxnLst>
                <a:cxn ang="0">
                  <a:pos x="T0" y="T1"/>
                </a:cxn>
                <a:cxn ang="0">
                  <a:pos x="T2" y="T3"/>
                </a:cxn>
                <a:cxn ang="0">
                  <a:pos x="T4" y="T5"/>
                </a:cxn>
                <a:cxn ang="0">
                  <a:pos x="T6" y="T7"/>
                </a:cxn>
                <a:cxn ang="0">
                  <a:pos x="T8" y="T9"/>
                </a:cxn>
              </a:cxnLst>
              <a:rect l="0" t="0" r="r" b="b"/>
              <a:pathLst>
                <a:path w="21" h="8">
                  <a:moveTo>
                    <a:pt x="12" y="4"/>
                  </a:moveTo>
                  <a:cubicBezTo>
                    <a:pt x="7" y="6"/>
                    <a:pt x="2" y="8"/>
                    <a:pt x="1" y="8"/>
                  </a:cubicBezTo>
                  <a:cubicBezTo>
                    <a:pt x="0" y="8"/>
                    <a:pt x="4" y="6"/>
                    <a:pt x="9" y="4"/>
                  </a:cubicBezTo>
                  <a:cubicBezTo>
                    <a:pt x="14" y="2"/>
                    <a:pt x="20" y="0"/>
                    <a:pt x="20" y="0"/>
                  </a:cubicBezTo>
                  <a:cubicBezTo>
                    <a:pt x="21"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3" name="Freeform 1893">
              <a:extLst>
                <a:ext uri="{FF2B5EF4-FFF2-40B4-BE49-F238E27FC236}">
                  <a16:creationId xmlns:a16="http://schemas.microsoft.com/office/drawing/2014/main" id="{374C38CE-CB63-5A5D-F786-20C6E8A60F13}"/>
                </a:ext>
              </a:extLst>
            </p:cNvPr>
            <p:cNvSpPr>
              <a:spLocks/>
            </p:cNvSpPr>
            <p:nvPr/>
          </p:nvSpPr>
          <p:spPr bwMode="auto">
            <a:xfrm rot="5094805">
              <a:off x="1210973" y="4024223"/>
              <a:ext cx="52554" cy="22850"/>
            </a:xfrm>
            <a:custGeom>
              <a:avLst/>
              <a:gdLst>
                <a:gd name="T0" fmla="*/ 20 w 21"/>
                <a:gd name="T1" fmla="*/ 0 h 9"/>
                <a:gd name="T2" fmla="*/ 11 w 21"/>
                <a:gd name="T3" fmla="*/ 4 h 9"/>
                <a:gd name="T4" fmla="*/ 1 w 21"/>
                <a:gd name="T5" fmla="*/ 9 h 9"/>
                <a:gd name="T6" fmla="*/ 10 w 21"/>
                <a:gd name="T7" fmla="*/ 4 h 9"/>
                <a:gd name="T8" fmla="*/ 20 w 21"/>
                <a:gd name="T9" fmla="*/ 0 h 9"/>
              </a:gdLst>
              <a:ahLst/>
              <a:cxnLst>
                <a:cxn ang="0">
                  <a:pos x="T0" y="T1"/>
                </a:cxn>
                <a:cxn ang="0">
                  <a:pos x="T2" y="T3"/>
                </a:cxn>
                <a:cxn ang="0">
                  <a:pos x="T4" y="T5"/>
                </a:cxn>
                <a:cxn ang="0">
                  <a:pos x="T6" y="T7"/>
                </a:cxn>
                <a:cxn ang="0">
                  <a:pos x="T8" y="T9"/>
                </a:cxn>
              </a:cxnLst>
              <a:rect l="0" t="0" r="r" b="b"/>
              <a:pathLst>
                <a:path w="21" h="9">
                  <a:moveTo>
                    <a:pt x="20" y="0"/>
                  </a:moveTo>
                  <a:cubicBezTo>
                    <a:pt x="21" y="0"/>
                    <a:pt x="17" y="2"/>
                    <a:pt x="11" y="4"/>
                  </a:cubicBezTo>
                  <a:cubicBezTo>
                    <a:pt x="6" y="7"/>
                    <a:pt x="1" y="9"/>
                    <a:pt x="1" y="9"/>
                  </a:cubicBezTo>
                  <a:cubicBezTo>
                    <a:pt x="0" y="8"/>
                    <a:pt x="4" y="6"/>
                    <a:pt x="10" y="4"/>
                  </a:cubicBezTo>
                  <a:cubicBezTo>
                    <a:pt x="15" y="1"/>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4" name="Freeform 1894">
              <a:extLst>
                <a:ext uri="{FF2B5EF4-FFF2-40B4-BE49-F238E27FC236}">
                  <a16:creationId xmlns:a16="http://schemas.microsoft.com/office/drawing/2014/main" id="{9C608719-5156-323C-BD44-BB4F66809056}"/>
                </a:ext>
              </a:extLst>
            </p:cNvPr>
            <p:cNvSpPr>
              <a:spLocks/>
            </p:cNvSpPr>
            <p:nvPr/>
          </p:nvSpPr>
          <p:spPr bwMode="auto">
            <a:xfrm rot="5094805">
              <a:off x="1317794" y="4206366"/>
              <a:ext cx="50269" cy="22850"/>
            </a:xfrm>
            <a:custGeom>
              <a:avLst/>
              <a:gdLst>
                <a:gd name="T0" fmla="*/ 20 w 20"/>
                <a:gd name="T1" fmla="*/ 0 h 9"/>
                <a:gd name="T2" fmla="*/ 11 w 20"/>
                <a:gd name="T3" fmla="*/ 5 h 9"/>
                <a:gd name="T4" fmla="*/ 0 w 20"/>
                <a:gd name="T5" fmla="*/ 9 h 9"/>
                <a:gd name="T6" fmla="*/ 9 w 20"/>
                <a:gd name="T7" fmla="*/ 4 h 9"/>
                <a:gd name="T8" fmla="*/ 20 w 20"/>
                <a:gd name="T9" fmla="*/ 0 h 9"/>
              </a:gdLst>
              <a:ahLst/>
              <a:cxnLst>
                <a:cxn ang="0">
                  <a:pos x="T0" y="T1"/>
                </a:cxn>
                <a:cxn ang="0">
                  <a:pos x="T2" y="T3"/>
                </a:cxn>
                <a:cxn ang="0">
                  <a:pos x="T4" y="T5"/>
                </a:cxn>
                <a:cxn ang="0">
                  <a:pos x="T6" y="T7"/>
                </a:cxn>
                <a:cxn ang="0">
                  <a:pos x="T8" y="T9"/>
                </a:cxn>
              </a:cxnLst>
              <a:rect l="0" t="0" r="r" b="b"/>
              <a:pathLst>
                <a:path w="20" h="9">
                  <a:moveTo>
                    <a:pt x="20" y="0"/>
                  </a:moveTo>
                  <a:cubicBezTo>
                    <a:pt x="20" y="0"/>
                    <a:pt x="16" y="2"/>
                    <a:pt x="11" y="5"/>
                  </a:cubicBezTo>
                  <a:cubicBezTo>
                    <a:pt x="5" y="7"/>
                    <a:pt x="1" y="9"/>
                    <a:pt x="0" y="9"/>
                  </a:cubicBezTo>
                  <a:cubicBezTo>
                    <a:pt x="0" y="9"/>
                    <a:pt x="4" y="6"/>
                    <a:pt x="9" y="4"/>
                  </a:cubicBezTo>
                  <a:cubicBezTo>
                    <a:pt x="15" y="1"/>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5" name="Freeform 1895">
              <a:extLst>
                <a:ext uri="{FF2B5EF4-FFF2-40B4-BE49-F238E27FC236}">
                  <a16:creationId xmlns:a16="http://schemas.microsoft.com/office/drawing/2014/main" id="{4BFC03A6-7B7D-D8BB-6AE0-1AF1F62DD251}"/>
                </a:ext>
              </a:extLst>
            </p:cNvPr>
            <p:cNvSpPr>
              <a:spLocks/>
            </p:cNvSpPr>
            <p:nvPr/>
          </p:nvSpPr>
          <p:spPr bwMode="auto">
            <a:xfrm rot="5094805">
              <a:off x="700542" y="1534784"/>
              <a:ext cx="52554" cy="27420"/>
            </a:xfrm>
            <a:custGeom>
              <a:avLst/>
              <a:gdLst>
                <a:gd name="T0" fmla="*/ 20 w 21"/>
                <a:gd name="T1" fmla="*/ 9 h 11"/>
                <a:gd name="T2" fmla="*/ 11 w 21"/>
                <a:gd name="T3" fmla="*/ 10 h 11"/>
                <a:gd name="T4" fmla="*/ 0 w 21"/>
                <a:gd name="T5" fmla="*/ 2 h 11"/>
                <a:gd name="T6" fmla="*/ 9 w 21"/>
                <a:gd name="T7" fmla="*/ 2 h 11"/>
                <a:gd name="T8" fmla="*/ 20 w 21"/>
                <a:gd name="T9" fmla="*/ 9 h 11"/>
              </a:gdLst>
              <a:ahLst/>
              <a:cxnLst>
                <a:cxn ang="0">
                  <a:pos x="T0" y="T1"/>
                </a:cxn>
                <a:cxn ang="0">
                  <a:pos x="T2" y="T3"/>
                </a:cxn>
                <a:cxn ang="0">
                  <a:pos x="T4" y="T5"/>
                </a:cxn>
                <a:cxn ang="0">
                  <a:pos x="T6" y="T7"/>
                </a:cxn>
                <a:cxn ang="0">
                  <a:pos x="T8" y="T9"/>
                </a:cxn>
              </a:cxnLst>
              <a:rect l="0" t="0" r="r" b="b"/>
              <a:pathLst>
                <a:path w="21" h="11">
                  <a:moveTo>
                    <a:pt x="20" y="9"/>
                  </a:moveTo>
                  <a:cubicBezTo>
                    <a:pt x="21" y="11"/>
                    <a:pt x="17" y="11"/>
                    <a:pt x="11" y="10"/>
                  </a:cubicBezTo>
                  <a:cubicBezTo>
                    <a:pt x="6" y="8"/>
                    <a:pt x="1" y="5"/>
                    <a:pt x="0" y="2"/>
                  </a:cubicBezTo>
                  <a:cubicBezTo>
                    <a:pt x="0" y="0"/>
                    <a:pt x="4" y="0"/>
                    <a:pt x="9" y="2"/>
                  </a:cubicBezTo>
                  <a:cubicBezTo>
                    <a:pt x="15" y="4"/>
                    <a:pt x="20" y="7"/>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6" name="Freeform 1896">
              <a:extLst>
                <a:ext uri="{FF2B5EF4-FFF2-40B4-BE49-F238E27FC236}">
                  <a16:creationId xmlns:a16="http://schemas.microsoft.com/office/drawing/2014/main" id="{6B5A12BC-F793-D597-D774-AED69FD96287}"/>
                </a:ext>
              </a:extLst>
            </p:cNvPr>
            <p:cNvSpPr>
              <a:spLocks/>
            </p:cNvSpPr>
            <p:nvPr/>
          </p:nvSpPr>
          <p:spPr bwMode="auto">
            <a:xfrm rot="5094805">
              <a:off x="745506" y="1330061"/>
              <a:ext cx="52554" cy="29705"/>
            </a:xfrm>
            <a:custGeom>
              <a:avLst/>
              <a:gdLst>
                <a:gd name="T0" fmla="*/ 20 w 21"/>
                <a:gd name="T1" fmla="*/ 9 h 12"/>
                <a:gd name="T2" fmla="*/ 12 w 21"/>
                <a:gd name="T3" fmla="*/ 11 h 12"/>
                <a:gd name="T4" fmla="*/ 1 w 21"/>
                <a:gd name="T5" fmla="*/ 3 h 12"/>
                <a:gd name="T6" fmla="*/ 9 w 21"/>
                <a:gd name="T7" fmla="*/ 1 h 12"/>
                <a:gd name="T8" fmla="*/ 20 w 21"/>
                <a:gd name="T9" fmla="*/ 9 h 12"/>
              </a:gdLst>
              <a:ahLst/>
              <a:cxnLst>
                <a:cxn ang="0">
                  <a:pos x="T0" y="T1"/>
                </a:cxn>
                <a:cxn ang="0">
                  <a:pos x="T2" y="T3"/>
                </a:cxn>
                <a:cxn ang="0">
                  <a:pos x="T4" y="T5"/>
                </a:cxn>
                <a:cxn ang="0">
                  <a:pos x="T6" y="T7"/>
                </a:cxn>
                <a:cxn ang="0">
                  <a:pos x="T8" y="T9"/>
                </a:cxn>
              </a:cxnLst>
              <a:rect l="0" t="0" r="r" b="b"/>
              <a:pathLst>
                <a:path w="21" h="12">
                  <a:moveTo>
                    <a:pt x="20" y="9"/>
                  </a:moveTo>
                  <a:cubicBezTo>
                    <a:pt x="21" y="12"/>
                    <a:pt x="17" y="12"/>
                    <a:pt x="12" y="11"/>
                  </a:cubicBezTo>
                  <a:cubicBezTo>
                    <a:pt x="7" y="9"/>
                    <a:pt x="1" y="6"/>
                    <a:pt x="1" y="3"/>
                  </a:cubicBezTo>
                  <a:cubicBezTo>
                    <a:pt x="0" y="0"/>
                    <a:pt x="4" y="0"/>
                    <a:pt x="9" y="1"/>
                  </a:cubicBezTo>
                  <a:cubicBezTo>
                    <a:pt x="14" y="3"/>
                    <a:pt x="20" y="6"/>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7" name="Freeform 1897">
              <a:extLst>
                <a:ext uri="{FF2B5EF4-FFF2-40B4-BE49-F238E27FC236}">
                  <a16:creationId xmlns:a16="http://schemas.microsoft.com/office/drawing/2014/main" id="{701207EE-987F-F42A-44B3-A3FF846FE778}"/>
                </a:ext>
              </a:extLst>
            </p:cNvPr>
            <p:cNvSpPr>
              <a:spLocks/>
            </p:cNvSpPr>
            <p:nvPr/>
          </p:nvSpPr>
          <p:spPr bwMode="auto">
            <a:xfrm rot="5094805">
              <a:off x="787259" y="1126774"/>
              <a:ext cx="52554" cy="34275"/>
            </a:xfrm>
            <a:custGeom>
              <a:avLst/>
              <a:gdLst>
                <a:gd name="T0" fmla="*/ 21 w 21"/>
                <a:gd name="T1" fmla="*/ 10 h 14"/>
                <a:gd name="T2" fmla="*/ 12 w 21"/>
                <a:gd name="T3" fmla="*/ 13 h 14"/>
                <a:gd name="T4" fmla="*/ 1 w 21"/>
                <a:gd name="T5" fmla="*/ 4 h 14"/>
                <a:gd name="T6" fmla="*/ 10 w 21"/>
                <a:gd name="T7" fmla="*/ 2 h 14"/>
                <a:gd name="T8" fmla="*/ 21 w 21"/>
                <a:gd name="T9" fmla="*/ 10 h 14"/>
              </a:gdLst>
              <a:ahLst/>
              <a:cxnLst>
                <a:cxn ang="0">
                  <a:pos x="T0" y="T1"/>
                </a:cxn>
                <a:cxn ang="0">
                  <a:pos x="T2" y="T3"/>
                </a:cxn>
                <a:cxn ang="0">
                  <a:pos x="T4" y="T5"/>
                </a:cxn>
                <a:cxn ang="0">
                  <a:pos x="T6" y="T7"/>
                </a:cxn>
                <a:cxn ang="0">
                  <a:pos x="T8" y="T9"/>
                </a:cxn>
              </a:cxnLst>
              <a:rect l="0" t="0" r="r" b="b"/>
              <a:pathLst>
                <a:path w="21" h="14">
                  <a:moveTo>
                    <a:pt x="21" y="10"/>
                  </a:moveTo>
                  <a:cubicBezTo>
                    <a:pt x="21" y="13"/>
                    <a:pt x="17" y="14"/>
                    <a:pt x="12" y="13"/>
                  </a:cubicBezTo>
                  <a:cubicBezTo>
                    <a:pt x="6" y="11"/>
                    <a:pt x="1" y="7"/>
                    <a:pt x="1" y="4"/>
                  </a:cubicBezTo>
                  <a:cubicBezTo>
                    <a:pt x="0" y="1"/>
                    <a:pt x="5" y="0"/>
                    <a:pt x="10" y="2"/>
                  </a:cubicBezTo>
                  <a:cubicBezTo>
                    <a:pt x="15" y="3"/>
                    <a:pt x="20" y="7"/>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8" name="Freeform 1898">
              <a:extLst>
                <a:ext uri="{FF2B5EF4-FFF2-40B4-BE49-F238E27FC236}">
                  <a16:creationId xmlns:a16="http://schemas.microsoft.com/office/drawing/2014/main" id="{5986596B-49B6-84B3-4FE0-4D68B3A49FEC}"/>
                </a:ext>
              </a:extLst>
            </p:cNvPr>
            <p:cNvSpPr>
              <a:spLocks/>
            </p:cNvSpPr>
            <p:nvPr/>
          </p:nvSpPr>
          <p:spPr bwMode="auto">
            <a:xfrm rot="5094805">
              <a:off x="822193" y="924298"/>
              <a:ext cx="47985" cy="38845"/>
            </a:xfrm>
            <a:custGeom>
              <a:avLst/>
              <a:gdLst>
                <a:gd name="T0" fmla="*/ 10 w 20"/>
                <a:gd name="T1" fmla="*/ 2 h 15"/>
                <a:gd name="T2" fmla="*/ 20 w 20"/>
                <a:gd name="T3" fmla="*/ 10 h 15"/>
                <a:gd name="T4" fmla="*/ 11 w 20"/>
                <a:gd name="T5" fmla="*/ 14 h 15"/>
                <a:gd name="T6" fmla="*/ 0 w 20"/>
                <a:gd name="T7" fmla="*/ 5 h 15"/>
                <a:gd name="T8" fmla="*/ 10 w 20"/>
                <a:gd name="T9" fmla="*/ 2 h 15"/>
              </a:gdLst>
              <a:ahLst/>
              <a:cxnLst>
                <a:cxn ang="0">
                  <a:pos x="T0" y="T1"/>
                </a:cxn>
                <a:cxn ang="0">
                  <a:pos x="T2" y="T3"/>
                </a:cxn>
                <a:cxn ang="0">
                  <a:pos x="T4" y="T5"/>
                </a:cxn>
                <a:cxn ang="0">
                  <a:pos x="T6" y="T7"/>
                </a:cxn>
                <a:cxn ang="0">
                  <a:pos x="T8" y="T9"/>
                </a:cxn>
              </a:cxnLst>
              <a:rect l="0" t="0" r="r" b="b"/>
              <a:pathLst>
                <a:path w="20" h="15">
                  <a:moveTo>
                    <a:pt x="10" y="2"/>
                  </a:moveTo>
                  <a:cubicBezTo>
                    <a:pt x="15" y="3"/>
                    <a:pt x="20" y="7"/>
                    <a:pt x="20" y="10"/>
                  </a:cubicBezTo>
                  <a:cubicBezTo>
                    <a:pt x="20" y="14"/>
                    <a:pt x="16" y="15"/>
                    <a:pt x="11" y="14"/>
                  </a:cubicBezTo>
                  <a:cubicBezTo>
                    <a:pt x="5" y="12"/>
                    <a:pt x="0" y="8"/>
                    <a:pt x="0" y="5"/>
                  </a:cubicBezTo>
                  <a:cubicBezTo>
                    <a:pt x="0" y="2"/>
                    <a:pt x="5"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9" name="Freeform 1899">
              <a:extLst>
                <a:ext uri="{FF2B5EF4-FFF2-40B4-BE49-F238E27FC236}">
                  <a16:creationId xmlns:a16="http://schemas.microsoft.com/office/drawing/2014/main" id="{9FAEA3C8-5E3A-558F-F34B-5A918361A29C}"/>
                </a:ext>
              </a:extLst>
            </p:cNvPr>
            <p:cNvSpPr>
              <a:spLocks/>
            </p:cNvSpPr>
            <p:nvPr/>
          </p:nvSpPr>
          <p:spPr bwMode="auto">
            <a:xfrm rot="5094805">
              <a:off x="838998" y="727502"/>
              <a:ext cx="54839" cy="36560"/>
            </a:xfrm>
            <a:custGeom>
              <a:avLst/>
              <a:gdLst>
                <a:gd name="T0" fmla="*/ 21 w 22"/>
                <a:gd name="T1" fmla="*/ 9 h 15"/>
                <a:gd name="T2" fmla="*/ 13 w 22"/>
                <a:gd name="T3" fmla="*/ 15 h 15"/>
                <a:gd name="T4" fmla="*/ 1 w 22"/>
                <a:gd name="T5" fmla="*/ 7 h 15"/>
                <a:gd name="T6" fmla="*/ 9 w 22"/>
                <a:gd name="T7" fmla="*/ 1 h 15"/>
                <a:gd name="T8" fmla="*/ 21 w 22"/>
                <a:gd name="T9" fmla="*/ 9 h 15"/>
              </a:gdLst>
              <a:ahLst/>
              <a:cxnLst>
                <a:cxn ang="0">
                  <a:pos x="T0" y="T1"/>
                </a:cxn>
                <a:cxn ang="0">
                  <a:pos x="T2" y="T3"/>
                </a:cxn>
                <a:cxn ang="0">
                  <a:pos x="T4" y="T5"/>
                </a:cxn>
                <a:cxn ang="0">
                  <a:pos x="T6" y="T7"/>
                </a:cxn>
                <a:cxn ang="0">
                  <a:pos x="T8" y="T9"/>
                </a:cxn>
              </a:cxnLst>
              <a:rect l="0" t="0" r="r" b="b"/>
              <a:pathLst>
                <a:path w="22" h="15">
                  <a:moveTo>
                    <a:pt x="21" y="9"/>
                  </a:moveTo>
                  <a:cubicBezTo>
                    <a:pt x="22" y="13"/>
                    <a:pt x="18" y="15"/>
                    <a:pt x="13" y="15"/>
                  </a:cubicBezTo>
                  <a:cubicBezTo>
                    <a:pt x="7" y="14"/>
                    <a:pt x="2" y="10"/>
                    <a:pt x="1" y="7"/>
                  </a:cubicBezTo>
                  <a:cubicBezTo>
                    <a:pt x="0" y="3"/>
                    <a:pt x="4" y="0"/>
                    <a:pt x="9" y="1"/>
                  </a:cubicBezTo>
                  <a:cubicBezTo>
                    <a:pt x="15" y="2"/>
                    <a:pt x="20" y="5"/>
                    <a:pt x="2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0" name="Freeform 1900">
              <a:extLst>
                <a:ext uri="{FF2B5EF4-FFF2-40B4-BE49-F238E27FC236}">
                  <a16:creationId xmlns:a16="http://schemas.microsoft.com/office/drawing/2014/main" id="{9C993F4A-E4EB-B273-1606-C8A4FBE2DB08}"/>
                </a:ext>
              </a:extLst>
            </p:cNvPr>
            <p:cNvSpPr>
              <a:spLocks/>
            </p:cNvSpPr>
            <p:nvPr/>
          </p:nvSpPr>
          <p:spPr bwMode="auto">
            <a:xfrm rot="5094805">
              <a:off x="837709" y="532626"/>
              <a:ext cx="54839" cy="36560"/>
            </a:xfrm>
            <a:custGeom>
              <a:avLst/>
              <a:gdLst>
                <a:gd name="T0" fmla="*/ 10 w 22"/>
                <a:gd name="T1" fmla="*/ 0 h 15"/>
                <a:gd name="T2" fmla="*/ 21 w 22"/>
                <a:gd name="T3" fmla="*/ 8 h 15"/>
                <a:gd name="T4" fmla="*/ 12 w 22"/>
                <a:gd name="T5" fmla="*/ 15 h 15"/>
                <a:gd name="T6" fmla="*/ 1 w 22"/>
                <a:gd name="T7" fmla="*/ 7 h 15"/>
                <a:gd name="T8" fmla="*/ 10 w 22"/>
                <a:gd name="T9" fmla="*/ 0 h 15"/>
              </a:gdLst>
              <a:ahLst/>
              <a:cxnLst>
                <a:cxn ang="0">
                  <a:pos x="T0" y="T1"/>
                </a:cxn>
                <a:cxn ang="0">
                  <a:pos x="T2" y="T3"/>
                </a:cxn>
                <a:cxn ang="0">
                  <a:pos x="T4" y="T5"/>
                </a:cxn>
                <a:cxn ang="0">
                  <a:pos x="T6" y="T7"/>
                </a:cxn>
                <a:cxn ang="0">
                  <a:pos x="T8" y="T9"/>
                </a:cxn>
              </a:cxnLst>
              <a:rect l="0" t="0" r="r" b="b"/>
              <a:pathLst>
                <a:path w="22" h="15">
                  <a:moveTo>
                    <a:pt x="10" y="0"/>
                  </a:moveTo>
                  <a:cubicBezTo>
                    <a:pt x="15" y="0"/>
                    <a:pt x="20" y="4"/>
                    <a:pt x="21" y="8"/>
                  </a:cubicBezTo>
                  <a:cubicBezTo>
                    <a:pt x="22" y="12"/>
                    <a:pt x="18" y="15"/>
                    <a:pt x="12" y="15"/>
                  </a:cubicBezTo>
                  <a:cubicBezTo>
                    <a:pt x="7" y="15"/>
                    <a:pt x="2" y="11"/>
                    <a:pt x="1" y="7"/>
                  </a:cubicBezTo>
                  <a:cubicBezTo>
                    <a:pt x="0" y="3"/>
                    <a:pt x="4"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1" name="Freeform 1901">
              <a:extLst>
                <a:ext uri="{FF2B5EF4-FFF2-40B4-BE49-F238E27FC236}">
                  <a16:creationId xmlns:a16="http://schemas.microsoft.com/office/drawing/2014/main" id="{23F70125-05E3-9A69-3184-23EBFD5E7B61}"/>
                </a:ext>
              </a:extLst>
            </p:cNvPr>
            <p:cNvSpPr>
              <a:spLocks/>
            </p:cNvSpPr>
            <p:nvPr/>
          </p:nvSpPr>
          <p:spPr bwMode="auto">
            <a:xfrm rot="5094805">
              <a:off x="819360" y="338329"/>
              <a:ext cx="50269" cy="38845"/>
            </a:xfrm>
            <a:custGeom>
              <a:avLst/>
              <a:gdLst>
                <a:gd name="T0" fmla="*/ 20 w 21"/>
                <a:gd name="T1" fmla="*/ 7 h 16"/>
                <a:gd name="T2" fmla="*/ 11 w 21"/>
                <a:gd name="T3" fmla="*/ 16 h 16"/>
                <a:gd name="T4" fmla="*/ 1 w 21"/>
                <a:gd name="T5" fmla="*/ 9 h 16"/>
                <a:gd name="T6" fmla="*/ 9 w 21"/>
                <a:gd name="T7" fmla="*/ 0 h 16"/>
                <a:gd name="T8" fmla="*/ 20 w 21"/>
                <a:gd name="T9" fmla="*/ 7 h 16"/>
              </a:gdLst>
              <a:ahLst/>
              <a:cxnLst>
                <a:cxn ang="0">
                  <a:pos x="T0" y="T1"/>
                </a:cxn>
                <a:cxn ang="0">
                  <a:pos x="T2" y="T3"/>
                </a:cxn>
                <a:cxn ang="0">
                  <a:pos x="T4" y="T5"/>
                </a:cxn>
                <a:cxn ang="0">
                  <a:pos x="T6" y="T7"/>
                </a:cxn>
                <a:cxn ang="0">
                  <a:pos x="T8" y="T9"/>
                </a:cxn>
              </a:cxnLst>
              <a:rect l="0" t="0" r="r" b="b"/>
              <a:pathLst>
                <a:path w="21" h="16">
                  <a:moveTo>
                    <a:pt x="20" y="7"/>
                  </a:moveTo>
                  <a:cubicBezTo>
                    <a:pt x="21" y="11"/>
                    <a:pt x="17" y="15"/>
                    <a:pt x="11" y="16"/>
                  </a:cubicBezTo>
                  <a:cubicBezTo>
                    <a:pt x="6" y="16"/>
                    <a:pt x="1" y="13"/>
                    <a:pt x="1" y="9"/>
                  </a:cubicBezTo>
                  <a:cubicBezTo>
                    <a:pt x="0" y="5"/>
                    <a:pt x="4" y="1"/>
                    <a:pt x="9" y="0"/>
                  </a:cubicBezTo>
                  <a:cubicBezTo>
                    <a:pt x="15" y="0"/>
                    <a:pt x="20" y="3"/>
                    <a:pt x="2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2" name="Freeform 1902">
              <a:extLst>
                <a:ext uri="{FF2B5EF4-FFF2-40B4-BE49-F238E27FC236}">
                  <a16:creationId xmlns:a16="http://schemas.microsoft.com/office/drawing/2014/main" id="{2F9BD14E-4A20-90F9-BD10-42008B7461F0}"/>
                </a:ext>
              </a:extLst>
            </p:cNvPr>
            <p:cNvSpPr>
              <a:spLocks/>
            </p:cNvSpPr>
            <p:nvPr/>
          </p:nvSpPr>
          <p:spPr bwMode="auto">
            <a:xfrm rot="5094805">
              <a:off x="772553" y="145219"/>
              <a:ext cx="50269" cy="43415"/>
            </a:xfrm>
            <a:custGeom>
              <a:avLst/>
              <a:gdLst>
                <a:gd name="T0" fmla="*/ 20 w 20"/>
                <a:gd name="T1" fmla="*/ 7 h 18"/>
                <a:gd name="T2" fmla="*/ 11 w 20"/>
                <a:gd name="T3" fmla="*/ 17 h 18"/>
                <a:gd name="T4" fmla="*/ 0 w 20"/>
                <a:gd name="T5" fmla="*/ 11 h 18"/>
                <a:gd name="T6" fmla="*/ 10 w 20"/>
                <a:gd name="T7" fmla="*/ 1 h 18"/>
                <a:gd name="T8" fmla="*/ 20 w 20"/>
                <a:gd name="T9" fmla="*/ 7 h 18"/>
              </a:gdLst>
              <a:ahLst/>
              <a:cxnLst>
                <a:cxn ang="0">
                  <a:pos x="T0" y="T1"/>
                </a:cxn>
                <a:cxn ang="0">
                  <a:pos x="T2" y="T3"/>
                </a:cxn>
                <a:cxn ang="0">
                  <a:pos x="T4" y="T5"/>
                </a:cxn>
                <a:cxn ang="0">
                  <a:pos x="T6" y="T7"/>
                </a:cxn>
                <a:cxn ang="0">
                  <a:pos x="T8" y="T9"/>
                </a:cxn>
              </a:cxnLst>
              <a:rect l="0" t="0" r="r" b="b"/>
              <a:pathLst>
                <a:path w="20" h="18">
                  <a:moveTo>
                    <a:pt x="20" y="7"/>
                  </a:moveTo>
                  <a:cubicBezTo>
                    <a:pt x="20" y="12"/>
                    <a:pt x="16" y="16"/>
                    <a:pt x="11" y="17"/>
                  </a:cubicBezTo>
                  <a:cubicBezTo>
                    <a:pt x="5" y="18"/>
                    <a:pt x="1" y="15"/>
                    <a:pt x="0" y="11"/>
                  </a:cubicBezTo>
                  <a:cubicBezTo>
                    <a:pt x="0" y="7"/>
                    <a:pt x="5" y="2"/>
                    <a:pt x="10" y="1"/>
                  </a:cubicBezTo>
                  <a:cubicBezTo>
                    <a:pt x="15" y="0"/>
                    <a:pt x="20" y="3"/>
                    <a:pt x="2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3" name="Freeform 1903">
              <a:extLst>
                <a:ext uri="{FF2B5EF4-FFF2-40B4-BE49-F238E27FC236}">
                  <a16:creationId xmlns:a16="http://schemas.microsoft.com/office/drawing/2014/main" id="{9A5C0777-5854-22D0-D733-9313D44BF731}"/>
                </a:ext>
              </a:extLst>
            </p:cNvPr>
            <p:cNvSpPr>
              <a:spLocks/>
            </p:cNvSpPr>
            <p:nvPr/>
          </p:nvSpPr>
          <p:spPr bwMode="auto">
            <a:xfrm rot="5094805">
              <a:off x="696562" y="-40704"/>
              <a:ext cx="50269" cy="47985"/>
            </a:xfrm>
            <a:custGeom>
              <a:avLst/>
              <a:gdLst>
                <a:gd name="T0" fmla="*/ 19 w 20"/>
                <a:gd name="T1" fmla="*/ 6 h 19"/>
                <a:gd name="T2" fmla="*/ 10 w 20"/>
                <a:gd name="T3" fmla="*/ 17 h 19"/>
                <a:gd name="T4" fmla="*/ 0 w 20"/>
                <a:gd name="T5" fmla="*/ 13 h 19"/>
                <a:gd name="T6" fmla="*/ 9 w 20"/>
                <a:gd name="T7" fmla="*/ 2 h 19"/>
                <a:gd name="T8" fmla="*/ 19 w 20"/>
                <a:gd name="T9" fmla="*/ 6 h 19"/>
              </a:gdLst>
              <a:ahLst/>
              <a:cxnLst>
                <a:cxn ang="0">
                  <a:pos x="T0" y="T1"/>
                </a:cxn>
                <a:cxn ang="0">
                  <a:pos x="T2" y="T3"/>
                </a:cxn>
                <a:cxn ang="0">
                  <a:pos x="T4" y="T5"/>
                </a:cxn>
                <a:cxn ang="0">
                  <a:pos x="T6" y="T7"/>
                </a:cxn>
                <a:cxn ang="0">
                  <a:pos x="T8" y="T9"/>
                </a:cxn>
              </a:cxnLst>
              <a:rect l="0" t="0" r="r" b="b"/>
              <a:pathLst>
                <a:path w="20" h="19">
                  <a:moveTo>
                    <a:pt x="19" y="6"/>
                  </a:moveTo>
                  <a:cubicBezTo>
                    <a:pt x="20" y="10"/>
                    <a:pt x="15" y="15"/>
                    <a:pt x="10" y="17"/>
                  </a:cubicBezTo>
                  <a:cubicBezTo>
                    <a:pt x="5" y="19"/>
                    <a:pt x="0" y="17"/>
                    <a:pt x="0" y="13"/>
                  </a:cubicBezTo>
                  <a:cubicBezTo>
                    <a:pt x="0" y="9"/>
                    <a:pt x="4" y="3"/>
                    <a:pt x="9" y="2"/>
                  </a:cubicBezTo>
                  <a:cubicBezTo>
                    <a:pt x="14" y="0"/>
                    <a:pt x="19" y="2"/>
                    <a:pt x="1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4" name="Freeform 1923">
              <a:extLst>
                <a:ext uri="{FF2B5EF4-FFF2-40B4-BE49-F238E27FC236}">
                  <a16:creationId xmlns:a16="http://schemas.microsoft.com/office/drawing/2014/main" id="{FC8E143C-CC7C-89DD-AC2D-3E916A3CEC69}"/>
                </a:ext>
              </a:extLst>
            </p:cNvPr>
            <p:cNvSpPr>
              <a:spLocks/>
            </p:cNvSpPr>
            <p:nvPr/>
          </p:nvSpPr>
          <p:spPr bwMode="auto">
            <a:xfrm rot="5094805">
              <a:off x="1423575" y="4389647"/>
              <a:ext cx="50269" cy="22850"/>
            </a:xfrm>
            <a:custGeom>
              <a:avLst/>
              <a:gdLst>
                <a:gd name="T0" fmla="*/ 10 w 21"/>
                <a:gd name="T1" fmla="*/ 4 h 9"/>
                <a:gd name="T2" fmla="*/ 20 w 21"/>
                <a:gd name="T3" fmla="*/ 0 h 9"/>
                <a:gd name="T4" fmla="*/ 12 w 21"/>
                <a:gd name="T5" fmla="*/ 4 h 9"/>
                <a:gd name="T6" fmla="*/ 1 w 21"/>
                <a:gd name="T7" fmla="*/ 9 h 9"/>
                <a:gd name="T8" fmla="*/ 10 w 21"/>
                <a:gd name="T9" fmla="*/ 4 h 9"/>
              </a:gdLst>
              <a:ahLst/>
              <a:cxnLst>
                <a:cxn ang="0">
                  <a:pos x="T0" y="T1"/>
                </a:cxn>
                <a:cxn ang="0">
                  <a:pos x="T2" y="T3"/>
                </a:cxn>
                <a:cxn ang="0">
                  <a:pos x="T4" y="T5"/>
                </a:cxn>
                <a:cxn ang="0">
                  <a:pos x="T6" y="T7"/>
                </a:cxn>
                <a:cxn ang="0">
                  <a:pos x="T8" y="T9"/>
                </a:cxn>
              </a:cxnLst>
              <a:rect l="0" t="0" r="r" b="b"/>
              <a:pathLst>
                <a:path w="21" h="9">
                  <a:moveTo>
                    <a:pt x="10" y="4"/>
                  </a:moveTo>
                  <a:cubicBezTo>
                    <a:pt x="15" y="2"/>
                    <a:pt x="20" y="0"/>
                    <a:pt x="20" y="0"/>
                  </a:cubicBezTo>
                  <a:cubicBezTo>
                    <a:pt x="21" y="0"/>
                    <a:pt x="17" y="2"/>
                    <a:pt x="12" y="4"/>
                  </a:cubicBezTo>
                  <a:cubicBezTo>
                    <a:pt x="7" y="7"/>
                    <a:pt x="1" y="9"/>
                    <a:pt x="1" y="9"/>
                  </a:cubicBezTo>
                  <a:cubicBezTo>
                    <a:pt x="0" y="9"/>
                    <a:pt x="5"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5" name="Freeform 1924">
              <a:extLst>
                <a:ext uri="{FF2B5EF4-FFF2-40B4-BE49-F238E27FC236}">
                  <a16:creationId xmlns:a16="http://schemas.microsoft.com/office/drawing/2014/main" id="{F2A39B4D-A8BA-32E7-FCEF-E73AAAEBC07F}"/>
                </a:ext>
              </a:extLst>
            </p:cNvPr>
            <p:cNvSpPr>
              <a:spLocks/>
            </p:cNvSpPr>
            <p:nvPr/>
          </p:nvSpPr>
          <p:spPr bwMode="auto">
            <a:xfrm rot="5094805">
              <a:off x="1528314" y="4574066"/>
              <a:ext cx="52554" cy="22850"/>
            </a:xfrm>
            <a:custGeom>
              <a:avLst/>
              <a:gdLst>
                <a:gd name="T0" fmla="*/ 20 w 21"/>
                <a:gd name="T1" fmla="*/ 0 h 9"/>
                <a:gd name="T2" fmla="*/ 11 w 21"/>
                <a:gd name="T3" fmla="*/ 5 h 9"/>
                <a:gd name="T4" fmla="*/ 1 w 21"/>
                <a:gd name="T5" fmla="*/ 9 h 9"/>
                <a:gd name="T6" fmla="*/ 10 w 21"/>
                <a:gd name="T7" fmla="*/ 4 h 9"/>
                <a:gd name="T8" fmla="*/ 20 w 21"/>
                <a:gd name="T9" fmla="*/ 0 h 9"/>
              </a:gdLst>
              <a:ahLst/>
              <a:cxnLst>
                <a:cxn ang="0">
                  <a:pos x="T0" y="T1"/>
                </a:cxn>
                <a:cxn ang="0">
                  <a:pos x="T2" y="T3"/>
                </a:cxn>
                <a:cxn ang="0">
                  <a:pos x="T4" y="T5"/>
                </a:cxn>
                <a:cxn ang="0">
                  <a:pos x="T6" y="T7"/>
                </a:cxn>
                <a:cxn ang="0">
                  <a:pos x="T8" y="T9"/>
                </a:cxn>
              </a:cxnLst>
              <a:rect l="0" t="0" r="r" b="b"/>
              <a:pathLst>
                <a:path w="21" h="9">
                  <a:moveTo>
                    <a:pt x="20" y="0"/>
                  </a:moveTo>
                  <a:cubicBezTo>
                    <a:pt x="21" y="0"/>
                    <a:pt x="16" y="2"/>
                    <a:pt x="11" y="5"/>
                  </a:cubicBezTo>
                  <a:cubicBezTo>
                    <a:pt x="6" y="7"/>
                    <a:pt x="1" y="9"/>
                    <a:pt x="1" y="9"/>
                  </a:cubicBezTo>
                  <a:cubicBezTo>
                    <a:pt x="0" y="9"/>
                    <a:pt x="4" y="6"/>
                    <a:pt x="10"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6" name="Freeform 1925">
              <a:extLst>
                <a:ext uri="{FF2B5EF4-FFF2-40B4-BE49-F238E27FC236}">
                  <a16:creationId xmlns:a16="http://schemas.microsoft.com/office/drawing/2014/main" id="{C11AD14E-B4E9-06D8-355A-D0A64A86CAAD}"/>
                </a:ext>
              </a:extLst>
            </p:cNvPr>
            <p:cNvSpPr>
              <a:spLocks/>
            </p:cNvSpPr>
            <p:nvPr/>
          </p:nvSpPr>
          <p:spPr bwMode="auto">
            <a:xfrm rot="5094805">
              <a:off x="1632860" y="4756412"/>
              <a:ext cx="50269" cy="22850"/>
            </a:xfrm>
            <a:custGeom>
              <a:avLst/>
              <a:gdLst>
                <a:gd name="T0" fmla="*/ 9 w 20"/>
                <a:gd name="T1" fmla="*/ 4 h 9"/>
                <a:gd name="T2" fmla="*/ 20 w 20"/>
                <a:gd name="T3" fmla="*/ 0 h 9"/>
                <a:gd name="T4" fmla="*/ 11 w 20"/>
                <a:gd name="T5" fmla="*/ 5 h 9"/>
                <a:gd name="T6" fmla="*/ 0 w 20"/>
                <a:gd name="T7" fmla="*/ 9 h 9"/>
                <a:gd name="T8" fmla="*/ 9 w 20"/>
                <a:gd name="T9" fmla="*/ 4 h 9"/>
              </a:gdLst>
              <a:ahLst/>
              <a:cxnLst>
                <a:cxn ang="0">
                  <a:pos x="T0" y="T1"/>
                </a:cxn>
                <a:cxn ang="0">
                  <a:pos x="T2" y="T3"/>
                </a:cxn>
                <a:cxn ang="0">
                  <a:pos x="T4" y="T5"/>
                </a:cxn>
                <a:cxn ang="0">
                  <a:pos x="T6" y="T7"/>
                </a:cxn>
                <a:cxn ang="0">
                  <a:pos x="T8" y="T9"/>
                </a:cxn>
              </a:cxnLst>
              <a:rect l="0" t="0" r="r" b="b"/>
              <a:pathLst>
                <a:path w="20" h="9">
                  <a:moveTo>
                    <a:pt x="9" y="4"/>
                  </a:moveTo>
                  <a:cubicBezTo>
                    <a:pt x="14" y="2"/>
                    <a:pt x="19" y="0"/>
                    <a:pt x="20" y="0"/>
                  </a:cubicBezTo>
                  <a:cubicBezTo>
                    <a:pt x="20" y="0"/>
                    <a:pt x="16" y="2"/>
                    <a:pt x="11" y="5"/>
                  </a:cubicBezTo>
                  <a:cubicBezTo>
                    <a:pt x="6" y="7"/>
                    <a:pt x="1" y="9"/>
                    <a:pt x="0" y="9"/>
                  </a:cubicBezTo>
                  <a:cubicBezTo>
                    <a:pt x="0" y="9"/>
                    <a:pt x="4" y="6"/>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7" name="Freeform 1926">
              <a:extLst>
                <a:ext uri="{FF2B5EF4-FFF2-40B4-BE49-F238E27FC236}">
                  <a16:creationId xmlns:a16="http://schemas.microsoft.com/office/drawing/2014/main" id="{F646D11A-448E-A88D-17A7-451878DDA124}"/>
                </a:ext>
              </a:extLst>
            </p:cNvPr>
            <p:cNvSpPr>
              <a:spLocks/>
            </p:cNvSpPr>
            <p:nvPr/>
          </p:nvSpPr>
          <p:spPr bwMode="auto">
            <a:xfrm rot="5094805">
              <a:off x="1731813" y="4942586"/>
              <a:ext cx="50269" cy="18280"/>
            </a:xfrm>
            <a:custGeom>
              <a:avLst/>
              <a:gdLst>
                <a:gd name="T0" fmla="*/ 20 w 20"/>
                <a:gd name="T1" fmla="*/ 0 h 8"/>
                <a:gd name="T2" fmla="*/ 11 w 20"/>
                <a:gd name="T3" fmla="*/ 4 h 8"/>
                <a:gd name="T4" fmla="*/ 0 w 20"/>
                <a:gd name="T5" fmla="*/ 8 h 8"/>
                <a:gd name="T6" fmla="*/ 9 w 20"/>
                <a:gd name="T7" fmla="*/ 4 h 8"/>
                <a:gd name="T8" fmla="*/ 20 w 20"/>
                <a:gd name="T9" fmla="*/ 0 h 8"/>
              </a:gdLst>
              <a:ahLst/>
              <a:cxnLst>
                <a:cxn ang="0">
                  <a:pos x="T0" y="T1"/>
                </a:cxn>
                <a:cxn ang="0">
                  <a:pos x="T2" y="T3"/>
                </a:cxn>
                <a:cxn ang="0">
                  <a:pos x="T4" y="T5"/>
                </a:cxn>
                <a:cxn ang="0">
                  <a:pos x="T6" y="T7"/>
                </a:cxn>
                <a:cxn ang="0">
                  <a:pos x="T8" y="T9"/>
                </a:cxn>
              </a:cxnLst>
              <a:rect l="0" t="0" r="r" b="b"/>
              <a:pathLst>
                <a:path w="20" h="8">
                  <a:moveTo>
                    <a:pt x="20" y="0"/>
                  </a:moveTo>
                  <a:cubicBezTo>
                    <a:pt x="20" y="0"/>
                    <a:pt x="16" y="2"/>
                    <a:pt x="11" y="4"/>
                  </a:cubicBezTo>
                  <a:cubicBezTo>
                    <a:pt x="6" y="6"/>
                    <a:pt x="1" y="8"/>
                    <a:pt x="0" y="8"/>
                  </a:cubicBezTo>
                  <a:cubicBezTo>
                    <a:pt x="0" y="8"/>
                    <a:pt x="3" y="6"/>
                    <a:pt x="9" y="4"/>
                  </a:cubicBezTo>
                  <a:cubicBezTo>
                    <a:pt x="14" y="2"/>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8" name="Freeform 1927">
              <a:extLst>
                <a:ext uri="{FF2B5EF4-FFF2-40B4-BE49-F238E27FC236}">
                  <a16:creationId xmlns:a16="http://schemas.microsoft.com/office/drawing/2014/main" id="{DE52DA8C-F793-EECC-C511-6641C8B07673}"/>
                </a:ext>
              </a:extLst>
            </p:cNvPr>
            <p:cNvSpPr>
              <a:spLocks/>
            </p:cNvSpPr>
            <p:nvPr/>
          </p:nvSpPr>
          <p:spPr bwMode="auto">
            <a:xfrm rot="5094805">
              <a:off x="1826319" y="5126977"/>
              <a:ext cx="47985" cy="20565"/>
            </a:xfrm>
            <a:custGeom>
              <a:avLst/>
              <a:gdLst>
                <a:gd name="T0" fmla="*/ 0 w 20"/>
                <a:gd name="T1" fmla="*/ 8 h 8"/>
                <a:gd name="T2" fmla="*/ 9 w 20"/>
                <a:gd name="T3" fmla="*/ 4 h 8"/>
                <a:gd name="T4" fmla="*/ 20 w 20"/>
                <a:gd name="T5" fmla="*/ 1 h 8"/>
                <a:gd name="T6" fmla="*/ 10 w 20"/>
                <a:gd name="T7" fmla="*/ 5 h 8"/>
                <a:gd name="T8" fmla="*/ 0 w 20"/>
                <a:gd name="T9" fmla="*/ 8 h 8"/>
              </a:gdLst>
              <a:ahLst/>
              <a:cxnLst>
                <a:cxn ang="0">
                  <a:pos x="T0" y="T1"/>
                </a:cxn>
                <a:cxn ang="0">
                  <a:pos x="T2" y="T3"/>
                </a:cxn>
                <a:cxn ang="0">
                  <a:pos x="T4" y="T5"/>
                </a:cxn>
                <a:cxn ang="0">
                  <a:pos x="T6" y="T7"/>
                </a:cxn>
                <a:cxn ang="0">
                  <a:pos x="T8" y="T9"/>
                </a:cxn>
              </a:cxnLst>
              <a:rect l="0" t="0" r="r" b="b"/>
              <a:pathLst>
                <a:path w="20" h="8">
                  <a:moveTo>
                    <a:pt x="0" y="8"/>
                  </a:moveTo>
                  <a:cubicBezTo>
                    <a:pt x="0" y="8"/>
                    <a:pt x="4" y="6"/>
                    <a:pt x="9" y="4"/>
                  </a:cubicBezTo>
                  <a:cubicBezTo>
                    <a:pt x="15" y="2"/>
                    <a:pt x="19" y="0"/>
                    <a:pt x="20" y="1"/>
                  </a:cubicBezTo>
                  <a:cubicBezTo>
                    <a:pt x="20" y="1"/>
                    <a:pt x="15" y="3"/>
                    <a:pt x="10" y="5"/>
                  </a:cubicBezTo>
                  <a:cubicBezTo>
                    <a:pt x="5" y="7"/>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9" name="Freeform 1928">
              <a:extLst>
                <a:ext uri="{FF2B5EF4-FFF2-40B4-BE49-F238E27FC236}">
                  <a16:creationId xmlns:a16="http://schemas.microsoft.com/office/drawing/2014/main" id="{0DA638B5-D68E-82E5-108E-33C4AC0AEB9D}"/>
                </a:ext>
              </a:extLst>
            </p:cNvPr>
            <p:cNvSpPr>
              <a:spLocks/>
            </p:cNvSpPr>
            <p:nvPr/>
          </p:nvSpPr>
          <p:spPr bwMode="auto">
            <a:xfrm rot="5094805">
              <a:off x="1909437" y="5314463"/>
              <a:ext cx="50269" cy="18280"/>
            </a:xfrm>
            <a:custGeom>
              <a:avLst/>
              <a:gdLst>
                <a:gd name="T0" fmla="*/ 11 w 20"/>
                <a:gd name="T1" fmla="*/ 3 h 7"/>
                <a:gd name="T2" fmla="*/ 0 w 20"/>
                <a:gd name="T3" fmla="*/ 6 h 7"/>
                <a:gd name="T4" fmla="*/ 9 w 20"/>
                <a:gd name="T5" fmla="*/ 3 h 7"/>
                <a:gd name="T6" fmla="*/ 20 w 20"/>
                <a:gd name="T7" fmla="*/ 0 h 7"/>
                <a:gd name="T8" fmla="*/ 11 w 20"/>
                <a:gd name="T9" fmla="*/ 3 h 7"/>
              </a:gdLst>
              <a:ahLst/>
              <a:cxnLst>
                <a:cxn ang="0">
                  <a:pos x="T0" y="T1"/>
                </a:cxn>
                <a:cxn ang="0">
                  <a:pos x="T2" y="T3"/>
                </a:cxn>
                <a:cxn ang="0">
                  <a:pos x="T4" y="T5"/>
                </a:cxn>
                <a:cxn ang="0">
                  <a:pos x="T6" y="T7"/>
                </a:cxn>
                <a:cxn ang="0">
                  <a:pos x="T8" y="T9"/>
                </a:cxn>
              </a:cxnLst>
              <a:rect l="0" t="0" r="r" b="b"/>
              <a:pathLst>
                <a:path w="20" h="7">
                  <a:moveTo>
                    <a:pt x="11" y="3"/>
                  </a:moveTo>
                  <a:cubicBezTo>
                    <a:pt x="5" y="5"/>
                    <a:pt x="0" y="7"/>
                    <a:pt x="0" y="6"/>
                  </a:cubicBezTo>
                  <a:cubicBezTo>
                    <a:pt x="0" y="6"/>
                    <a:pt x="4" y="4"/>
                    <a:pt x="9" y="3"/>
                  </a:cubicBezTo>
                  <a:cubicBezTo>
                    <a:pt x="14" y="1"/>
                    <a:pt x="19" y="0"/>
                    <a:pt x="20" y="0"/>
                  </a:cubicBezTo>
                  <a:cubicBezTo>
                    <a:pt x="20" y="0"/>
                    <a:pt x="16"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0" name="Freeform 1929">
              <a:extLst>
                <a:ext uri="{FF2B5EF4-FFF2-40B4-BE49-F238E27FC236}">
                  <a16:creationId xmlns:a16="http://schemas.microsoft.com/office/drawing/2014/main" id="{2531211F-6A61-381C-3B59-2E58C37D6E79}"/>
                </a:ext>
              </a:extLst>
            </p:cNvPr>
            <p:cNvSpPr>
              <a:spLocks/>
            </p:cNvSpPr>
            <p:nvPr/>
          </p:nvSpPr>
          <p:spPr bwMode="auto">
            <a:xfrm rot="5094805">
              <a:off x="1986768" y="5501419"/>
              <a:ext cx="50269" cy="15995"/>
            </a:xfrm>
            <a:custGeom>
              <a:avLst/>
              <a:gdLst>
                <a:gd name="T0" fmla="*/ 20 w 20"/>
                <a:gd name="T1" fmla="*/ 0 h 6"/>
                <a:gd name="T2" fmla="*/ 11 w 20"/>
                <a:gd name="T3" fmla="*/ 3 h 6"/>
                <a:gd name="T4" fmla="*/ 0 w 20"/>
                <a:gd name="T5" fmla="*/ 6 h 6"/>
                <a:gd name="T6" fmla="*/ 9 w 20"/>
                <a:gd name="T7" fmla="*/ 2 h 6"/>
                <a:gd name="T8" fmla="*/ 20 w 20"/>
                <a:gd name="T9" fmla="*/ 0 h 6"/>
              </a:gdLst>
              <a:ahLst/>
              <a:cxnLst>
                <a:cxn ang="0">
                  <a:pos x="T0" y="T1"/>
                </a:cxn>
                <a:cxn ang="0">
                  <a:pos x="T2" y="T3"/>
                </a:cxn>
                <a:cxn ang="0">
                  <a:pos x="T4" y="T5"/>
                </a:cxn>
                <a:cxn ang="0">
                  <a:pos x="T6" y="T7"/>
                </a:cxn>
                <a:cxn ang="0">
                  <a:pos x="T8" y="T9"/>
                </a:cxn>
              </a:cxnLst>
              <a:rect l="0" t="0" r="r" b="b"/>
              <a:pathLst>
                <a:path w="20" h="6">
                  <a:moveTo>
                    <a:pt x="20" y="0"/>
                  </a:moveTo>
                  <a:cubicBezTo>
                    <a:pt x="20" y="0"/>
                    <a:pt x="16" y="2"/>
                    <a:pt x="11" y="3"/>
                  </a:cubicBezTo>
                  <a:cubicBezTo>
                    <a:pt x="6" y="5"/>
                    <a:pt x="0" y="6"/>
                    <a:pt x="0" y="6"/>
                  </a:cubicBezTo>
                  <a:cubicBezTo>
                    <a:pt x="0" y="5"/>
                    <a:pt x="4" y="4"/>
                    <a:pt x="9" y="2"/>
                  </a:cubicBezTo>
                  <a:cubicBezTo>
                    <a:pt x="14" y="1"/>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1" name="Freeform 1930">
              <a:extLst>
                <a:ext uri="{FF2B5EF4-FFF2-40B4-BE49-F238E27FC236}">
                  <a16:creationId xmlns:a16="http://schemas.microsoft.com/office/drawing/2014/main" id="{6A581AC0-FAE6-4AE6-91CF-A38106B80691}"/>
                </a:ext>
              </a:extLst>
            </p:cNvPr>
            <p:cNvSpPr>
              <a:spLocks/>
            </p:cNvSpPr>
            <p:nvPr/>
          </p:nvSpPr>
          <p:spPr bwMode="auto">
            <a:xfrm rot="5094805">
              <a:off x="2055100" y="5691567"/>
              <a:ext cx="47985" cy="11425"/>
            </a:xfrm>
            <a:custGeom>
              <a:avLst/>
              <a:gdLst>
                <a:gd name="T0" fmla="*/ 10 w 20"/>
                <a:gd name="T1" fmla="*/ 2 h 5"/>
                <a:gd name="T2" fmla="*/ 20 w 20"/>
                <a:gd name="T3" fmla="*/ 0 h 5"/>
                <a:gd name="T4" fmla="*/ 10 w 20"/>
                <a:gd name="T5" fmla="*/ 3 h 5"/>
                <a:gd name="T6" fmla="*/ 0 w 20"/>
                <a:gd name="T7" fmla="*/ 5 h 5"/>
                <a:gd name="T8" fmla="*/ 10 w 20"/>
                <a:gd name="T9" fmla="*/ 2 h 5"/>
              </a:gdLst>
              <a:ahLst/>
              <a:cxnLst>
                <a:cxn ang="0">
                  <a:pos x="T0" y="T1"/>
                </a:cxn>
                <a:cxn ang="0">
                  <a:pos x="T2" y="T3"/>
                </a:cxn>
                <a:cxn ang="0">
                  <a:pos x="T4" y="T5"/>
                </a:cxn>
                <a:cxn ang="0">
                  <a:pos x="T6" y="T7"/>
                </a:cxn>
                <a:cxn ang="0">
                  <a:pos x="T8" y="T9"/>
                </a:cxn>
              </a:cxnLst>
              <a:rect l="0" t="0" r="r" b="b"/>
              <a:pathLst>
                <a:path w="20" h="5">
                  <a:moveTo>
                    <a:pt x="10" y="2"/>
                  </a:moveTo>
                  <a:cubicBezTo>
                    <a:pt x="16" y="1"/>
                    <a:pt x="20" y="0"/>
                    <a:pt x="20" y="0"/>
                  </a:cubicBezTo>
                  <a:cubicBezTo>
                    <a:pt x="20" y="1"/>
                    <a:pt x="16" y="2"/>
                    <a:pt x="10" y="3"/>
                  </a:cubicBezTo>
                  <a:cubicBezTo>
                    <a:pt x="5" y="4"/>
                    <a:pt x="0" y="5"/>
                    <a:pt x="0" y="5"/>
                  </a:cubicBezTo>
                  <a:cubicBezTo>
                    <a:pt x="0" y="4"/>
                    <a:pt x="5" y="3"/>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2" name="Freeform 1931">
              <a:extLst>
                <a:ext uri="{FF2B5EF4-FFF2-40B4-BE49-F238E27FC236}">
                  <a16:creationId xmlns:a16="http://schemas.microsoft.com/office/drawing/2014/main" id="{7A931172-DF83-14D5-6048-29030B18A1BF}"/>
                </a:ext>
              </a:extLst>
            </p:cNvPr>
            <p:cNvSpPr>
              <a:spLocks/>
            </p:cNvSpPr>
            <p:nvPr/>
          </p:nvSpPr>
          <p:spPr bwMode="auto">
            <a:xfrm rot="5094805">
              <a:off x="2111012" y="5881582"/>
              <a:ext cx="47985" cy="11425"/>
            </a:xfrm>
            <a:custGeom>
              <a:avLst/>
              <a:gdLst>
                <a:gd name="T0" fmla="*/ 20 w 20"/>
                <a:gd name="T1" fmla="*/ 1 h 4"/>
                <a:gd name="T2" fmla="*/ 10 w 20"/>
                <a:gd name="T3" fmla="*/ 3 h 4"/>
                <a:gd name="T4" fmla="*/ 0 w 20"/>
                <a:gd name="T5" fmla="*/ 4 h 4"/>
                <a:gd name="T6" fmla="*/ 10 w 20"/>
                <a:gd name="T7" fmla="*/ 1 h 4"/>
                <a:gd name="T8" fmla="*/ 20 w 20"/>
                <a:gd name="T9" fmla="*/ 1 h 4"/>
              </a:gdLst>
              <a:ahLst/>
              <a:cxnLst>
                <a:cxn ang="0">
                  <a:pos x="T0" y="T1"/>
                </a:cxn>
                <a:cxn ang="0">
                  <a:pos x="T2" y="T3"/>
                </a:cxn>
                <a:cxn ang="0">
                  <a:pos x="T4" y="T5"/>
                </a:cxn>
                <a:cxn ang="0">
                  <a:pos x="T6" y="T7"/>
                </a:cxn>
                <a:cxn ang="0">
                  <a:pos x="T8" y="T9"/>
                </a:cxn>
              </a:cxnLst>
              <a:rect l="0" t="0" r="r" b="b"/>
              <a:pathLst>
                <a:path w="20" h="4">
                  <a:moveTo>
                    <a:pt x="20" y="1"/>
                  </a:moveTo>
                  <a:cubicBezTo>
                    <a:pt x="20" y="1"/>
                    <a:pt x="15" y="2"/>
                    <a:pt x="10" y="3"/>
                  </a:cubicBezTo>
                  <a:cubicBezTo>
                    <a:pt x="5" y="4"/>
                    <a:pt x="0" y="4"/>
                    <a:pt x="0" y="4"/>
                  </a:cubicBezTo>
                  <a:cubicBezTo>
                    <a:pt x="0" y="3"/>
                    <a:pt x="5" y="2"/>
                    <a:pt x="10" y="1"/>
                  </a:cubicBezTo>
                  <a:cubicBezTo>
                    <a:pt x="15" y="1"/>
                    <a:pt x="20"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3" name="Freeform 1932">
              <a:extLst>
                <a:ext uri="{FF2B5EF4-FFF2-40B4-BE49-F238E27FC236}">
                  <a16:creationId xmlns:a16="http://schemas.microsoft.com/office/drawing/2014/main" id="{A5E1BFC8-E5DE-3A67-FA05-A41F6FBC9003}"/>
                </a:ext>
              </a:extLst>
            </p:cNvPr>
            <p:cNvSpPr>
              <a:spLocks/>
            </p:cNvSpPr>
            <p:nvPr/>
          </p:nvSpPr>
          <p:spPr bwMode="auto">
            <a:xfrm rot="5094805">
              <a:off x="2148707" y="6075299"/>
              <a:ext cx="52554" cy="6855"/>
            </a:xfrm>
            <a:custGeom>
              <a:avLst/>
              <a:gdLst>
                <a:gd name="T0" fmla="*/ 21 w 21"/>
                <a:gd name="T1" fmla="*/ 1 h 3"/>
                <a:gd name="T2" fmla="*/ 11 w 21"/>
                <a:gd name="T3" fmla="*/ 2 h 3"/>
                <a:gd name="T4" fmla="*/ 1 w 21"/>
                <a:gd name="T5" fmla="*/ 2 h 3"/>
                <a:gd name="T6" fmla="*/ 10 w 21"/>
                <a:gd name="T7" fmla="*/ 1 h 3"/>
                <a:gd name="T8" fmla="*/ 21 w 21"/>
                <a:gd name="T9" fmla="*/ 1 h 3"/>
              </a:gdLst>
              <a:ahLst/>
              <a:cxnLst>
                <a:cxn ang="0">
                  <a:pos x="T0" y="T1"/>
                </a:cxn>
                <a:cxn ang="0">
                  <a:pos x="T2" y="T3"/>
                </a:cxn>
                <a:cxn ang="0">
                  <a:pos x="T4" y="T5"/>
                </a:cxn>
                <a:cxn ang="0">
                  <a:pos x="T6" y="T7"/>
                </a:cxn>
                <a:cxn ang="0">
                  <a:pos x="T8" y="T9"/>
                </a:cxn>
              </a:cxnLst>
              <a:rect l="0" t="0" r="r" b="b"/>
              <a:pathLst>
                <a:path w="21" h="3">
                  <a:moveTo>
                    <a:pt x="21" y="1"/>
                  </a:moveTo>
                  <a:cubicBezTo>
                    <a:pt x="21" y="1"/>
                    <a:pt x="17" y="1"/>
                    <a:pt x="11" y="2"/>
                  </a:cubicBezTo>
                  <a:cubicBezTo>
                    <a:pt x="6" y="2"/>
                    <a:pt x="1" y="3"/>
                    <a:pt x="1" y="2"/>
                  </a:cubicBezTo>
                  <a:cubicBezTo>
                    <a:pt x="0" y="2"/>
                    <a:pt x="5" y="1"/>
                    <a:pt x="10" y="1"/>
                  </a:cubicBezTo>
                  <a:cubicBezTo>
                    <a:pt x="15" y="0"/>
                    <a:pt x="20"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4" name="Freeform 1933">
              <a:extLst>
                <a:ext uri="{FF2B5EF4-FFF2-40B4-BE49-F238E27FC236}">
                  <a16:creationId xmlns:a16="http://schemas.microsoft.com/office/drawing/2014/main" id="{755CB2A7-7799-5A85-7613-9E703860A7F7}"/>
                </a:ext>
              </a:extLst>
            </p:cNvPr>
            <p:cNvSpPr>
              <a:spLocks/>
            </p:cNvSpPr>
            <p:nvPr/>
          </p:nvSpPr>
          <p:spPr bwMode="auto">
            <a:xfrm rot="5094805">
              <a:off x="2187654" y="6268072"/>
              <a:ext cx="50269" cy="6855"/>
            </a:xfrm>
            <a:custGeom>
              <a:avLst/>
              <a:gdLst>
                <a:gd name="T0" fmla="*/ 11 w 21"/>
                <a:gd name="T1" fmla="*/ 2 h 3"/>
                <a:gd name="T2" fmla="*/ 0 w 21"/>
                <a:gd name="T3" fmla="*/ 3 h 3"/>
                <a:gd name="T4" fmla="*/ 10 w 21"/>
                <a:gd name="T5" fmla="*/ 1 h 3"/>
                <a:gd name="T6" fmla="*/ 20 w 21"/>
                <a:gd name="T7" fmla="*/ 0 h 3"/>
                <a:gd name="T8" fmla="*/ 11 w 21"/>
                <a:gd name="T9" fmla="*/ 2 h 3"/>
              </a:gdLst>
              <a:ahLst/>
              <a:cxnLst>
                <a:cxn ang="0">
                  <a:pos x="T0" y="T1"/>
                </a:cxn>
                <a:cxn ang="0">
                  <a:pos x="T2" y="T3"/>
                </a:cxn>
                <a:cxn ang="0">
                  <a:pos x="T4" y="T5"/>
                </a:cxn>
                <a:cxn ang="0">
                  <a:pos x="T6" y="T7"/>
                </a:cxn>
                <a:cxn ang="0">
                  <a:pos x="T8" y="T9"/>
                </a:cxn>
              </a:cxnLst>
              <a:rect l="0" t="0" r="r" b="b"/>
              <a:pathLst>
                <a:path w="21" h="3">
                  <a:moveTo>
                    <a:pt x="11" y="2"/>
                  </a:moveTo>
                  <a:cubicBezTo>
                    <a:pt x="6" y="3"/>
                    <a:pt x="1" y="3"/>
                    <a:pt x="0" y="3"/>
                  </a:cubicBezTo>
                  <a:cubicBezTo>
                    <a:pt x="0" y="3"/>
                    <a:pt x="4" y="2"/>
                    <a:pt x="10" y="1"/>
                  </a:cubicBezTo>
                  <a:cubicBezTo>
                    <a:pt x="15" y="0"/>
                    <a:pt x="20" y="0"/>
                    <a:pt x="20" y="0"/>
                  </a:cubicBezTo>
                  <a:cubicBezTo>
                    <a:pt x="21" y="1"/>
                    <a:pt x="16" y="2"/>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5" name="Freeform 1934">
              <a:extLst>
                <a:ext uri="{FF2B5EF4-FFF2-40B4-BE49-F238E27FC236}">
                  <a16:creationId xmlns:a16="http://schemas.microsoft.com/office/drawing/2014/main" id="{BDAAD638-D359-F1B5-AF6E-82DD702F64FC}"/>
                </a:ext>
              </a:extLst>
            </p:cNvPr>
            <p:cNvSpPr>
              <a:spLocks/>
            </p:cNvSpPr>
            <p:nvPr/>
          </p:nvSpPr>
          <p:spPr bwMode="auto">
            <a:xfrm rot="5094805">
              <a:off x="2236536" y="6454133"/>
              <a:ext cx="50269" cy="11425"/>
            </a:xfrm>
            <a:custGeom>
              <a:avLst/>
              <a:gdLst>
                <a:gd name="T0" fmla="*/ 12 w 21"/>
                <a:gd name="T1" fmla="*/ 3 h 5"/>
                <a:gd name="T2" fmla="*/ 1 w 21"/>
                <a:gd name="T3" fmla="*/ 4 h 5"/>
                <a:gd name="T4" fmla="*/ 9 w 21"/>
                <a:gd name="T5" fmla="*/ 1 h 5"/>
                <a:gd name="T6" fmla="*/ 21 w 21"/>
                <a:gd name="T7" fmla="*/ 0 h 5"/>
                <a:gd name="T8" fmla="*/ 12 w 21"/>
                <a:gd name="T9" fmla="*/ 3 h 5"/>
              </a:gdLst>
              <a:ahLst/>
              <a:cxnLst>
                <a:cxn ang="0">
                  <a:pos x="T0" y="T1"/>
                </a:cxn>
                <a:cxn ang="0">
                  <a:pos x="T2" y="T3"/>
                </a:cxn>
                <a:cxn ang="0">
                  <a:pos x="T4" y="T5"/>
                </a:cxn>
                <a:cxn ang="0">
                  <a:pos x="T6" y="T7"/>
                </a:cxn>
                <a:cxn ang="0">
                  <a:pos x="T8" y="T9"/>
                </a:cxn>
              </a:cxnLst>
              <a:rect l="0" t="0" r="r" b="b"/>
              <a:pathLst>
                <a:path w="21" h="5">
                  <a:moveTo>
                    <a:pt x="12" y="3"/>
                  </a:moveTo>
                  <a:cubicBezTo>
                    <a:pt x="7" y="4"/>
                    <a:pt x="2" y="5"/>
                    <a:pt x="1" y="4"/>
                  </a:cubicBezTo>
                  <a:cubicBezTo>
                    <a:pt x="0" y="4"/>
                    <a:pt x="4" y="3"/>
                    <a:pt x="9" y="1"/>
                  </a:cubicBezTo>
                  <a:cubicBezTo>
                    <a:pt x="15" y="0"/>
                    <a:pt x="20" y="0"/>
                    <a:pt x="21" y="0"/>
                  </a:cubicBezTo>
                  <a:cubicBezTo>
                    <a:pt x="21" y="1"/>
                    <a:pt x="18" y="2"/>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6" name="Freeform 1935">
              <a:extLst>
                <a:ext uri="{FF2B5EF4-FFF2-40B4-BE49-F238E27FC236}">
                  <a16:creationId xmlns:a16="http://schemas.microsoft.com/office/drawing/2014/main" id="{94BAEB46-3EF4-0FBE-E6C6-3BF73C72EB21}"/>
                </a:ext>
              </a:extLst>
            </p:cNvPr>
            <p:cNvSpPr>
              <a:spLocks/>
            </p:cNvSpPr>
            <p:nvPr/>
          </p:nvSpPr>
          <p:spPr bwMode="auto">
            <a:xfrm rot="5094805">
              <a:off x="2298234" y="6642392"/>
              <a:ext cx="52554" cy="15995"/>
            </a:xfrm>
            <a:custGeom>
              <a:avLst/>
              <a:gdLst>
                <a:gd name="T0" fmla="*/ 20 w 21"/>
                <a:gd name="T1" fmla="*/ 0 h 6"/>
                <a:gd name="T2" fmla="*/ 11 w 21"/>
                <a:gd name="T3" fmla="*/ 4 h 6"/>
                <a:gd name="T4" fmla="*/ 0 w 21"/>
                <a:gd name="T5" fmla="*/ 5 h 6"/>
                <a:gd name="T6" fmla="*/ 9 w 21"/>
                <a:gd name="T7" fmla="*/ 2 h 6"/>
                <a:gd name="T8" fmla="*/ 20 w 21"/>
                <a:gd name="T9" fmla="*/ 0 h 6"/>
              </a:gdLst>
              <a:ahLst/>
              <a:cxnLst>
                <a:cxn ang="0">
                  <a:pos x="T0" y="T1"/>
                </a:cxn>
                <a:cxn ang="0">
                  <a:pos x="T2" y="T3"/>
                </a:cxn>
                <a:cxn ang="0">
                  <a:pos x="T4" y="T5"/>
                </a:cxn>
                <a:cxn ang="0">
                  <a:pos x="T6" y="T7"/>
                </a:cxn>
                <a:cxn ang="0">
                  <a:pos x="T8" y="T9"/>
                </a:cxn>
              </a:cxnLst>
              <a:rect l="0" t="0" r="r" b="b"/>
              <a:pathLst>
                <a:path w="21" h="6">
                  <a:moveTo>
                    <a:pt x="20" y="0"/>
                  </a:moveTo>
                  <a:cubicBezTo>
                    <a:pt x="21" y="1"/>
                    <a:pt x="16" y="3"/>
                    <a:pt x="11" y="4"/>
                  </a:cubicBezTo>
                  <a:cubicBezTo>
                    <a:pt x="6" y="5"/>
                    <a:pt x="1" y="6"/>
                    <a:pt x="0" y="5"/>
                  </a:cubicBezTo>
                  <a:cubicBezTo>
                    <a:pt x="0" y="5"/>
                    <a:pt x="4" y="3"/>
                    <a:pt x="9" y="2"/>
                  </a:cubicBezTo>
                  <a:cubicBezTo>
                    <a:pt x="15" y="0"/>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7" name="Freeform 1936">
              <a:extLst>
                <a:ext uri="{FF2B5EF4-FFF2-40B4-BE49-F238E27FC236}">
                  <a16:creationId xmlns:a16="http://schemas.microsoft.com/office/drawing/2014/main" id="{E5243437-634A-0651-BAB2-7CE616605F54}"/>
                </a:ext>
              </a:extLst>
            </p:cNvPr>
            <p:cNvSpPr>
              <a:spLocks/>
            </p:cNvSpPr>
            <p:nvPr/>
          </p:nvSpPr>
          <p:spPr bwMode="auto">
            <a:xfrm rot="5094805">
              <a:off x="2374436" y="6826224"/>
              <a:ext cx="47985" cy="20565"/>
            </a:xfrm>
            <a:custGeom>
              <a:avLst/>
              <a:gdLst>
                <a:gd name="T0" fmla="*/ 9 w 19"/>
                <a:gd name="T1" fmla="*/ 3 h 8"/>
                <a:gd name="T2" fmla="*/ 19 w 19"/>
                <a:gd name="T3" fmla="*/ 1 h 8"/>
                <a:gd name="T4" fmla="*/ 10 w 19"/>
                <a:gd name="T5" fmla="*/ 6 h 8"/>
                <a:gd name="T6" fmla="*/ 0 w 19"/>
                <a:gd name="T7" fmla="*/ 7 h 8"/>
                <a:gd name="T8" fmla="*/ 9 w 19"/>
                <a:gd name="T9" fmla="*/ 3 h 8"/>
              </a:gdLst>
              <a:ahLst/>
              <a:cxnLst>
                <a:cxn ang="0">
                  <a:pos x="T0" y="T1"/>
                </a:cxn>
                <a:cxn ang="0">
                  <a:pos x="T2" y="T3"/>
                </a:cxn>
                <a:cxn ang="0">
                  <a:pos x="T4" y="T5"/>
                </a:cxn>
                <a:cxn ang="0">
                  <a:pos x="T6" y="T7"/>
                </a:cxn>
                <a:cxn ang="0">
                  <a:pos x="T8" y="T9"/>
                </a:cxn>
              </a:cxnLst>
              <a:rect l="0" t="0" r="r" b="b"/>
              <a:pathLst>
                <a:path w="19" h="8">
                  <a:moveTo>
                    <a:pt x="9" y="3"/>
                  </a:moveTo>
                  <a:cubicBezTo>
                    <a:pt x="15" y="1"/>
                    <a:pt x="19" y="0"/>
                    <a:pt x="19" y="1"/>
                  </a:cubicBezTo>
                  <a:cubicBezTo>
                    <a:pt x="19" y="2"/>
                    <a:pt x="15" y="4"/>
                    <a:pt x="10" y="6"/>
                  </a:cubicBezTo>
                  <a:cubicBezTo>
                    <a:pt x="4" y="8"/>
                    <a:pt x="0" y="8"/>
                    <a:pt x="0" y="7"/>
                  </a:cubicBezTo>
                  <a:cubicBezTo>
                    <a:pt x="0" y="6"/>
                    <a:pt x="4" y="4"/>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8" name="Freeform 1937">
              <a:extLst>
                <a:ext uri="{FF2B5EF4-FFF2-40B4-BE49-F238E27FC236}">
                  <a16:creationId xmlns:a16="http://schemas.microsoft.com/office/drawing/2014/main" id="{BA8EAAC8-BF6C-B93A-5958-BC8A038591D0}"/>
                </a:ext>
              </a:extLst>
            </p:cNvPr>
            <p:cNvSpPr>
              <a:spLocks/>
            </p:cNvSpPr>
            <p:nvPr/>
          </p:nvSpPr>
          <p:spPr bwMode="auto">
            <a:xfrm rot="5094805">
              <a:off x="711760" y="1622207"/>
              <a:ext cx="50269" cy="27420"/>
            </a:xfrm>
            <a:custGeom>
              <a:avLst/>
              <a:gdLst>
                <a:gd name="T0" fmla="*/ 20 w 21"/>
                <a:gd name="T1" fmla="*/ 9 h 11"/>
                <a:gd name="T2" fmla="*/ 11 w 21"/>
                <a:gd name="T3" fmla="*/ 9 h 11"/>
                <a:gd name="T4" fmla="*/ 0 w 21"/>
                <a:gd name="T5" fmla="*/ 2 h 11"/>
                <a:gd name="T6" fmla="*/ 8 w 21"/>
                <a:gd name="T7" fmla="*/ 2 h 11"/>
                <a:gd name="T8" fmla="*/ 20 w 21"/>
                <a:gd name="T9" fmla="*/ 9 h 11"/>
              </a:gdLst>
              <a:ahLst/>
              <a:cxnLst>
                <a:cxn ang="0">
                  <a:pos x="T0" y="T1"/>
                </a:cxn>
                <a:cxn ang="0">
                  <a:pos x="T2" y="T3"/>
                </a:cxn>
                <a:cxn ang="0">
                  <a:pos x="T4" y="T5"/>
                </a:cxn>
                <a:cxn ang="0">
                  <a:pos x="T6" y="T7"/>
                </a:cxn>
                <a:cxn ang="0">
                  <a:pos x="T8" y="T9"/>
                </a:cxn>
              </a:cxnLst>
              <a:rect l="0" t="0" r="r" b="b"/>
              <a:pathLst>
                <a:path w="21" h="11">
                  <a:moveTo>
                    <a:pt x="20" y="9"/>
                  </a:moveTo>
                  <a:cubicBezTo>
                    <a:pt x="21" y="11"/>
                    <a:pt x="17" y="11"/>
                    <a:pt x="11" y="9"/>
                  </a:cubicBezTo>
                  <a:cubicBezTo>
                    <a:pt x="6" y="7"/>
                    <a:pt x="1" y="4"/>
                    <a:pt x="0" y="2"/>
                  </a:cubicBezTo>
                  <a:cubicBezTo>
                    <a:pt x="0" y="0"/>
                    <a:pt x="4" y="0"/>
                    <a:pt x="8" y="2"/>
                  </a:cubicBezTo>
                  <a:cubicBezTo>
                    <a:pt x="14" y="4"/>
                    <a:pt x="19" y="7"/>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9" name="Freeform 1938">
              <a:extLst>
                <a:ext uri="{FF2B5EF4-FFF2-40B4-BE49-F238E27FC236}">
                  <a16:creationId xmlns:a16="http://schemas.microsoft.com/office/drawing/2014/main" id="{91C0C2BE-A62B-62E3-CB78-CE097279E9AF}"/>
                </a:ext>
              </a:extLst>
            </p:cNvPr>
            <p:cNvSpPr>
              <a:spLocks/>
            </p:cNvSpPr>
            <p:nvPr/>
          </p:nvSpPr>
          <p:spPr bwMode="auto">
            <a:xfrm rot="5094805">
              <a:off x="662138" y="1827239"/>
              <a:ext cx="52554" cy="22850"/>
            </a:xfrm>
            <a:custGeom>
              <a:avLst/>
              <a:gdLst>
                <a:gd name="T0" fmla="*/ 20 w 21"/>
                <a:gd name="T1" fmla="*/ 8 h 9"/>
                <a:gd name="T2" fmla="*/ 11 w 21"/>
                <a:gd name="T3" fmla="*/ 8 h 9"/>
                <a:gd name="T4" fmla="*/ 0 w 21"/>
                <a:gd name="T5" fmla="*/ 2 h 9"/>
                <a:gd name="T6" fmla="*/ 8 w 21"/>
                <a:gd name="T7" fmla="*/ 2 h 9"/>
                <a:gd name="T8" fmla="*/ 20 w 21"/>
                <a:gd name="T9" fmla="*/ 8 h 9"/>
              </a:gdLst>
              <a:ahLst/>
              <a:cxnLst>
                <a:cxn ang="0">
                  <a:pos x="T0" y="T1"/>
                </a:cxn>
                <a:cxn ang="0">
                  <a:pos x="T2" y="T3"/>
                </a:cxn>
                <a:cxn ang="0">
                  <a:pos x="T4" y="T5"/>
                </a:cxn>
                <a:cxn ang="0">
                  <a:pos x="T6" y="T7"/>
                </a:cxn>
                <a:cxn ang="0">
                  <a:pos x="T8" y="T9"/>
                </a:cxn>
              </a:cxnLst>
              <a:rect l="0" t="0" r="r" b="b"/>
              <a:pathLst>
                <a:path w="21" h="9">
                  <a:moveTo>
                    <a:pt x="20" y="8"/>
                  </a:moveTo>
                  <a:cubicBezTo>
                    <a:pt x="21" y="9"/>
                    <a:pt x="17" y="9"/>
                    <a:pt x="11" y="8"/>
                  </a:cubicBezTo>
                  <a:cubicBezTo>
                    <a:pt x="6" y="6"/>
                    <a:pt x="1" y="3"/>
                    <a:pt x="0" y="2"/>
                  </a:cubicBezTo>
                  <a:cubicBezTo>
                    <a:pt x="0" y="0"/>
                    <a:pt x="3" y="0"/>
                    <a:pt x="8" y="2"/>
                  </a:cubicBezTo>
                  <a:cubicBezTo>
                    <a:pt x="14" y="4"/>
                    <a:pt x="19" y="6"/>
                    <a:pt x="2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0" name="Freeform 1939">
              <a:extLst>
                <a:ext uri="{FF2B5EF4-FFF2-40B4-BE49-F238E27FC236}">
                  <a16:creationId xmlns:a16="http://schemas.microsoft.com/office/drawing/2014/main" id="{4AD65DD6-3435-8F44-12CB-4268F90D13EA}"/>
                </a:ext>
              </a:extLst>
            </p:cNvPr>
            <p:cNvSpPr>
              <a:spLocks/>
            </p:cNvSpPr>
            <p:nvPr/>
          </p:nvSpPr>
          <p:spPr bwMode="auto">
            <a:xfrm rot="5094805">
              <a:off x="622564" y="2028144"/>
              <a:ext cx="50269" cy="20565"/>
            </a:xfrm>
            <a:custGeom>
              <a:avLst/>
              <a:gdLst>
                <a:gd name="T0" fmla="*/ 10 w 21"/>
                <a:gd name="T1" fmla="*/ 2 h 8"/>
                <a:gd name="T2" fmla="*/ 21 w 21"/>
                <a:gd name="T3" fmla="*/ 7 h 8"/>
                <a:gd name="T4" fmla="*/ 12 w 21"/>
                <a:gd name="T5" fmla="*/ 6 h 8"/>
                <a:gd name="T6" fmla="*/ 1 w 21"/>
                <a:gd name="T7" fmla="*/ 2 h 8"/>
                <a:gd name="T8" fmla="*/ 10 w 21"/>
                <a:gd name="T9" fmla="*/ 2 h 8"/>
              </a:gdLst>
              <a:ahLst/>
              <a:cxnLst>
                <a:cxn ang="0">
                  <a:pos x="T0" y="T1"/>
                </a:cxn>
                <a:cxn ang="0">
                  <a:pos x="T2" y="T3"/>
                </a:cxn>
                <a:cxn ang="0">
                  <a:pos x="T4" y="T5"/>
                </a:cxn>
                <a:cxn ang="0">
                  <a:pos x="T6" y="T7"/>
                </a:cxn>
                <a:cxn ang="0">
                  <a:pos x="T8" y="T9"/>
                </a:cxn>
              </a:cxnLst>
              <a:rect l="0" t="0" r="r" b="b"/>
              <a:pathLst>
                <a:path w="21" h="8">
                  <a:moveTo>
                    <a:pt x="10" y="2"/>
                  </a:moveTo>
                  <a:cubicBezTo>
                    <a:pt x="15" y="3"/>
                    <a:pt x="20" y="5"/>
                    <a:pt x="21" y="7"/>
                  </a:cubicBezTo>
                  <a:cubicBezTo>
                    <a:pt x="21" y="8"/>
                    <a:pt x="17" y="7"/>
                    <a:pt x="12" y="6"/>
                  </a:cubicBezTo>
                  <a:cubicBezTo>
                    <a:pt x="7" y="5"/>
                    <a:pt x="2" y="3"/>
                    <a:pt x="1" y="2"/>
                  </a:cubicBezTo>
                  <a:cubicBezTo>
                    <a:pt x="0" y="0"/>
                    <a:pt x="4" y="1"/>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1" name="Freeform 1940">
              <a:extLst>
                <a:ext uri="{FF2B5EF4-FFF2-40B4-BE49-F238E27FC236}">
                  <a16:creationId xmlns:a16="http://schemas.microsoft.com/office/drawing/2014/main" id="{7CE6C2EA-A9A7-19D1-2226-79C79DEA807E}"/>
                </a:ext>
              </a:extLst>
            </p:cNvPr>
            <p:cNvSpPr>
              <a:spLocks/>
            </p:cNvSpPr>
            <p:nvPr/>
          </p:nvSpPr>
          <p:spPr bwMode="auto">
            <a:xfrm rot="5094805">
              <a:off x="599222" y="2234370"/>
              <a:ext cx="50269" cy="11425"/>
            </a:xfrm>
            <a:custGeom>
              <a:avLst/>
              <a:gdLst>
                <a:gd name="T0" fmla="*/ 19 w 20"/>
                <a:gd name="T1" fmla="*/ 4 h 5"/>
                <a:gd name="T2" fmla="*/ 10 w 20"/>
                <a:gd name="T3" fmla="*/ 4 h 5"/>
                <a:gd name="T4" fmla="*/ 0 w 20"/>
                <a:gd name="T5" fmla="*/ 1 h 5"/>
                <a:gd name="T6" fmla="*/ 9 w 20"/>
                <a:gd name="T7" fmla="*/ 1 h 5"/>
                <a:gd name="T8" fmla="*/ 19 w 20"/>
                <a:gd name="T9" fmla="*/ 4 h 5"/>
              </a:gdLst>
              <a:ahLst/>
              <a:cxnLst>
                <a:cxn ang="0">
                  <a:pos x="T0" y="T1"/>
                </a:cxn>
                <a:cxn ang="0">
                  <a:pos x="T2" y="T3"/>
                </a:cxn>
                <a:cxn ang="0">
                  <a:pos x="T4" y="T5"/>
                </a:cxn>
                <a:cxn ang="0">
                  <a:pos x="T6" y="T7"/>
                </a:cxn>
                <a:cxn ang="0">
                  <a:pos x="T8" y="T9"/>
                </a:cxn>
              </a:cxnLst>
              <a:rect l="0" t="0" r="r" b="b"/>
              <a:pathLst>
                <a:path w="20" h="5">
                  <a:moveTo>
                    <a:pt x="19" y="4"/>
                  </a:moveTo>
                  <a:cubicBezTo>
                    <a:pt x="20" y="5"/>
                    <a:pt x="15" y="5"/>
                    <a:pt x="10" y="4"/>
                  </a:cubicBezTo>
                  <a:cubicBezTo>
                    <a:pt x="4" y="3"/>
                    <a:pt x="0" y="2"/>
                    <a:pt x="0" y="1"/>
                  </a:cubicBezTo>
                  <a:cubicBezTo>
                    <a:pt x="0" y="0"/>
                    <a:pt x="4" y="0"/>
                    <a:pt x="9" y="1"/>
                  </a:cubicBezTo>
                  <a:cubicBezTo>
                    <a:pt x="14" y="2"/>
                    <a:pt x="19" y="3"/>
                    <a:pt x="1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2" name="Freeform 1941">
              <a:extLst>
                <a:ext uri="{FF2B5EF4-FFF2-40B4-BE49-F238E27FC236}">
                  <a16:creationId xmlns:a16="http://schemas.microsoft.com/office/drawing/2014/main" id="{F582687C-CD04-A9AD-6C0D-C91152FA1C56}"/>
                </a:ext>
              </a:extLst>
            </p:cNvPr>
            <p:cNvSpPr>
              <a:spLocks/>
            </p:cNvSpPr>
            <p:nvPr/>
          </p:nvSpPr>
          <p:spPr bwMode="auto">
            <a:xfrm rot="5094805">
              <a:off x="597193" y="2432872"/>
              <a:ext cx="52554" cy="6855"/>
            </a:xfrm>
            <a:custGeom>
              <a:avLst/>
              <a:gdLst>
                <a:gd name="T0" fmla="*/ 11 w 21"/>
                <a:gd name="T1" fmla="*/ 2 h 2"/>
                <a:gd name="T2" fmla="*/ 0 w 21"/>
                <a:gd name="T3" fmla="*/ 1 h 2"/>
                <a:gd name="T4" fmla="*/ 8 w 21"/>
                <a:gd name="T5" fmla="*/ 0 h 2"/>
                <a:gd name="T6" fmla="*/ 20 w 21"/>
                <a:gd name="T7" fmla="*/ 1 h 2"/>
                <a:gd name="T8" fmla="*/ 11 w 21"/>
                <a:gd name="T9" fmla="*/ 2 h 2"/>
              </a:gdLst>
              <a:ahLst/>
              <a:cxnLst>
                <a:cxn ang="0">
                  <a:pos x="T0" y="T1"/>
                </a:cxn>
                <a:cxn ang="0">
                  <a:pos x="T2" y="T3"/>
                </a:cxn>
                <a:cxn ang="0">
                  <a:pos x="T4" y="T5"/>
                </a:cxn>
                <a:cxn ang="0">
                  <a:pos x="T6" y="T7"/>
                </a:cxn>
                <a:cxn ang="0">
                  <a:pos x="T8" y="T9"/>
                </a:cxn>
              </a:cxnLst>
              <a:rect l="0" t="0" r="r" b="b"/>
              <a:pathLst>
                <a:path w="21" h="2">
                  <a:moveTo>
                    <a:pt x="11" y="2"/>
                  </a:moveTo>
                  <a:cubicBezTo>
                    <a:pt x="6" y="2"/>
                    <a:pt x="1" y="1"/>
                    <a:pt x="0" y="1"/>
                  </a:cubicBezTo>
                  <a:cubicBezTo>
                    <a:pt x="0" y="0"/>
                    <a:pt x="3" y="0"/>
                    <a:pt x="8" y="0"/>
                  </a:cubicBezTo>
                  <a:cubicBezTo>
                    <a:pt x="13" y="0"/>
                    <a:pt x="18" y="0"/>
                    <a:pt x="20" y="1"/>
                  </a:cubicBezTo>
                  <a:cubicBezTo>
                    <a:pt x="21" y="1"/>
                    <a:pt x="16" y="2"/>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3" name="Freeform 1942">
              <a:extLst>
                <a:ext uri="{FF2B5EF4-FFF2-40B4-BE49-F238E27FC236}">
                  <a16:creationId xmlns:a16="http://schemas.microsoft.com/office/drawing/2014/main" id="{D47CDFDF-260E-279F-0CF6-A098431FD682}"/>
                </a:ext>
              </a:extLst>
            </p:cNvPr>
            <p:cNvSpPr>
              <a:spLocks/>
            </p:cNvSpPr>
            <p:nvPr/>
          </p:nvSpPr>
          <p:spPr bwMode="auto">
            <a:xfrm rot="5094805">
              <a:off x="628078" y="2625317"/>
              <a:ext cx="47985" cy="6855"/>
            </a:xfrm>
            <a:custGeom>
              <a:avLst/>
              <a:gdLst>
                <a:gd name="T0" fmla="*/ 19 w 20"/>
                <a:gd name="T1" fmla="*/ 0 h 3"/>
                <a:gd name="T2" fmla="*/ 11 w 20"/>
                <a:gd name="T3" fmla="*/ 2 h 3"/>
                <a:gd name="T4" fmla="*/ 0 w 20"/>
                <a:gd name="T5" fmla="*/ 2 h 3"/>
                <a:gd name="T6" fmla="*/ 8 w 20"/>
                <a:gd name="T7" fmla="*/ 1 h 3"/>
                <a:gd name="T8" fmla="*/ 19 w 20"/>
                <a:gd name="T9" fmla="*/ 0 h 3"/>
              </a:gdLst>
              <a:ahLst/>
              <a:cxnLst>
                <a:cxn ang="0">
                  <a:pos x="T0" y="T1"/>
                </a:cxn>
                <a:cxn ang="0">
                  <a:pos x="T2" y="T3"/>
                </a:cxn>
                <a:cxn ang="0">
                  <a:pos x="T4" y="T5"/>
                </a:cxn>
                <a:cxn ang="0">
                  <a:pos x="T6" y="T7"/>
                </a:cxn>
                <a:cxn ang="0">
                  <a:pos x="T8" y="T9"/>
                </a:cxn>
              </a:cxnLst>
              <a:rect l="0" t="0" r="r" b="b"/>
              <a:pathLst>
                <a:path w="20" h="3">
                  <a:moveTo>
                    <a:pt x="19" y="0"/>
                  </a:moveTo>
                  <a:cubicBezTo>
                    <a:pt x="20" y="1"/>
                    <a:pt x="16" y="2"/>
                    <a:pt x="11" y="2"/>
                  </a:cubicBezTo>
                  <a:cubicBezTo>
                    <a:pt x="5" y="3"/>
                    <a:pt x="0" y="3"/>
                    <a:pt x="0" y="2"/>
                  </a:cubicBezTo>
                  <a:cubicBezTo>
                    <a:pt x="0" y="2"/>
                    <a:pt x="3" y="1"/>
                    <a:pt x="8" y="1"/>
                  </a:cubicBezTo>
                  <a:cubicBezTo>
                    <a:pt x="13" y="0"/>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4" name="Freeform 1943">
              <a:extLst>
                <a:ext uri="{FF2B5EF4-FFF2-40B4-BE49-F238E27FC236}">
                  <a16:creationId xmlns:a16="http://schemas.microsoft.com/office/drawing/2014/main" id="{C27606CF-E4F8-73E7-2C37-5A81D6006429}"/>
                </a:ext>
              </a:extLst>
            </p:cNvPr>
            <p:cNvSpPr>
              <a:spLocks/>
            </p:cNvSpPr>
            <p:nvPr/>
          </p:nvSpPr>
          <p:spPr bwMode="auto">
            <a:xfrm rot="5094805">
              <a:off x="671463" y="2815100"/>
              <a:ext cx="52554" cy="9140"/>
            </a:xfrm>
            <a:custGeom>
              <a:avLst/>
              <a:gdLst>
                <a:gd name="T0" fmla="*/ 11 w 21"/>
                <a:gd name="T1" fmla="*/ 3 h 4"/>
                <a:gd name="T2" fmla="*/ 1 w 21"/>
                <a:gd name="T3" fmla="*/ 4 h 4"/>
                <a:gd name="T4" fmla="*/ 9 w 21"/>
                <a:gd name="T5" fmla="*/ 1 h 4"/>
                <a:gd name="T6" fmla="*/ 20 w 21"/>
                <a:gd name="T7" fmla="*/ 0 h 4"/>
                <a:gd name="T8" fmla="*/ 11 w 21"/>
                <a:gd name="T9" fmla="*/ 3 h 4"/>
              </a:gdLst>
              <a:ahLst/>
              <a:cxnLst>
                <a:cxn ang="0">
                  <a:pos x="T0" y="T1"/>
                </a:cxn>
                <a:cxn ang="0">
                  <a:pos x="T2" y="T3"/>
                </a:cxn>
                <a:cxn ang="0">
                  <a:pos x="T4" y="T5"/>
                </a:cxn>
                <a:cxn ang="0">
                  <a:pos x="T6" y="T7"/>
                </a:cxn>
                <a:cxn ang="0">
                  <a:pos x="T8" y="T9"/>
                </a:cxn>
              </a:cxnLst>
              <a:rect l="0" t="0" r="r" b="b"/>
              <a:pathLst>
                <a:path w="21" h="4">
                  <a:moveTo>
                    <a:pt x="11" y="3"/>
                  </a:moveTo>
                  <a:cubicBezTo>
                    <a:pt x="6" y="4"/>
                    <a:pt x="1" y="4"/>
                    <a:pt x="1" y="4"/>
                  </a:cubicBezTo>
                  <a:cubicBezTo>
                    <a:pt x="0" y="3"/>
                    <a:pt x="4" y="2"/>
                    <a:pt x="9" y="1"/>
                  </a:cubicBezTo>
                  <a:cubicBezTo>
                    <a:pt x="14" y="0"/>
                    <a:pt x="19" y="0"/>
                    <a:pt x="20" y="0"/>
                  </a:cubicBezTo>
                  <a:cubicBezTo>
                    <a:pt x="21" y="1"/>
                    <a:pt x="16"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5" name="Freeform 1944">
              <a:extLst>
                <a:ext uri="{FF2B5EF4-FFF2-40B4-BE49-F238E27FC236}">
                  <a16:creationId xmlns:a16="http://schemas.microsoft.com/office/drawing/2014/main" id="{54986F5F-C9E2-F08E-D274-1F1342E9035E}"/>
                </a:ext>
              </a:extLst>
            </p:cNvPr>
            <p:cNvSpPr>
              <a:spLocks/>
            </p:cNvSpPr>
            <p:nvPr/>
          </p:nvSpPr>
          <p:spPr bwMode="auto">
            <a:xfrm rot="5094805">
              <a:off x="730691" y="3001489"/>
              <a:ext cx="50269" cy="13710"/>
            </a:xfrm>
            <a:custGeom>
              <a:avLst/>
              <a:gdLst>
                <a:gd name="T0" fmla="*/ 19 w 20"/>
                <a:gd name="T1" fmla="*/ 1 h 6"/>
                <a:gd name="T2" fmla="*/ 10 w 20"/>
                <a:gd name="T3" fmla="*/ 4 h 6"/>
                <a:gd name="T4" fmla="*/ 0 w 20"/>
                <a:gd name="T5" fmla="*/ 5 h 6"/>
                <a:gd name="T6" fmla="*/ 9 w 20"/>
                <a:gd name="T7" fmla="*/ 2 h 6"/>
                <a:gd name="T8" fmla="*/ 19 w 20"/>
                <a:gd name="T9" fmla="*/ 1 h 6"/>
              </a:gdLst>
              <a:ahLst/>
              <a:cxnLst>
                <a:cxn ang="0">
                  <a:pos x="T0" y="T1"/>
                </a:cxn>
                <a:cxn ang="0">
                  <a:pos x="T2" y="T3"/>
                </a:cxn>
                <a:cxn ang="0">
                  <a:pos x="T4" y="T5"/>
                </a:cxn>
                <a:cxn ang="0">
                  <a:pos x="T6" y="T7"/>
                </a:cxn>
                <a:cxn ang="0">
                  <a:pos x="T8" y="T9"/>
                </a:cxn>
              </a:cxnLst>
              <a:rect l="0" t="0" r="r" b="b"/>
              <a:pathLst>
                <a:path w="20" h="6">
                  <a:moveTo>
                    <a:pt x="19" y="1"/>
                  </a:moveTo>
                  <a:cubicBezTo>
                    <a:pt x="20" y="1"/>
                    <a:pt x="15" y="3"/>
                    <a:pt x="10" y="4"/>
                  </a:cubicBezTo>
                  <a:cubicBezTo>
                    <a:pt x="4" y="5"/>
                    <a:pt x="0" y="6"/>
                    <a:pt x="0" y="5"/>
                  </a:cubicBezTo>
                  <a:cubicBezTo>
                    <a:pt x="0" y="5"/>
                    <a:pt x="4" y="3"/>
                    <a:pt x="9" y="2"/>
                  </a:cubicBezTo>
                  <a:cubicBezTo>
                    <a:pt x="14"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6" name="Freeform 1945">
              <a:extLst>
                <a:ext uri="{FF2B5EF4-FFF2-40B4-BE49-F238E27FC236}">
                  <a16:creationId xmlns:a16="http://schemas.microsoft.com/office/drawing/2014/main" id="{799F4D42-DF40-9DD8-2D1B-C1BC2A377973}"/>
                </a:ext>
              </a:extLst>
            </p:cNvPr>
            <p:cNvSpPr>
              <a:spLocks/>
            </p:cNvSpPr>
            <p:nvPr/>
          </p:nvSpPr>
          <p:spPr bwMode="auto">
            <a:xfrm rot="5094805">
              <a:off x="802438" y="3187906"/>
              <a:ext cx="47985" cy="15995"/>
            </a:xfrm>
            <a:custGeom>
              <a:avLst/>
              <a:gdLst>
                <a:gd name="T0" fmla="*/ 19 w 20"/>
                <a:gd name="T1" fmla="*/ 1 h 7"/>
                <a:gd name="T2" fmla="*/ 10 w 20"/>
                <a:gd name="T3" fmla="*/ 4 h 7"/>
                <a:gd name="T4" fmla="*/ 0 w 20"/>
                <a:gd name="T5" fmla="*/ 6 h 7"/>
                <a:gd name="T6" fmla="*/ 9 w 20"/>
                <a:gd name="T7" fmla="*/ 3 h 7"/>
                <a:gd name="T8" fmla="*/ 19 w 20"/>
                <a:gd name="T9" fmla="*/ 1 h 7"/>
              </a:gdLst>
              <a:ahLst/>
              <a:cxnLst>
                <a:cxn ang="0">
                  <a:pos x="T0" y="T1"/>
                </a:cxn>
                <a:cxn ang="0">
                  <a:pos x="T2" y="T3"/>
                </a:cxn>
                <a:cxn ang="0">
                  <a:pos x="T4" y="T5"/>
                </a:cxn>
                <a:cxn ang="0">
                  <a:pos x="T6" y="T7"/>
                </a:cxn>
                <a:cxn ang="0">
                  <a:pos x="T8" y="T9"/>
                </a:cxn>
              </a:cxnLst>
              <a:rect l="0" t="0" r="r" b="b"/>
              <a:pathLst>
                <a:path w="20" h="7">
                  <a:moveTo>
                    <a:pt x="19" y="1"/>
                  </a:moveTo>
                  <a:cubicBezTo>
                    <a:pt x="20" y="1"/>
                    <a:pt x="15" y="3"/>
                    <a:pt x="10" y="4"/>
                  </a:cubicBezTo>
                  <a:cubicBezTo>
                    <a:pt x="5" y="6"/>
                    <a:pt x="0" y="7"/>
                    <a:pt x="0" y="6"/>
                  </a:cubicBezTo>
                  <a:cubicBezTo>
                    <a:pt x="0" y="6"/>
                    <a:pt x="4" y="4"/>
                    <a:pt x="9" y="3"/>
                  </a:cubicBezTo>
                  <a:cubicBezTo>
                    <a:pt x="14"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7" name="Freeform 1946">
              <a:extLst>
                <a:ext uri="{FF2B5EF4-FFF2-40B4-BE49-F238E27FC236}">
                  <a16:creationId xmlns:a16="http://schemas.microsoft.com/office/drawing/2014/main" id="{53F7260E-3C9B-CEF3-96EE-D23D646EFA1C}"/>
                </a:ext>
              </a:extLst>
            </p:cNvPr>
            <p:cNvSpPr>
              <a:spLocks/>
            </p:cNvSpPr>
            <p:nvPr/>
          </p:nvSpPr>
          <p:spPr bwMode="auto">
            <a:xfrm rot="5094805">
              <a:off x="880898" y="3373416"/>
              <a:ext cx="52554" cy="15995"/>
            </a:xfrm>
            <a:custGeom>
              <a:avLst/>
              <a:gdLst>
                <a:gd name="T0" fmla="*/ 9 w 21"/>
                <a:gd name="T1" fmla="*/ 3 h 7"/>
                <a:gd name="T2" fmla="*/ 20 w 21"/>
                <a:gd name="T3" fmla="*/ 0 h 7"/>
                <a:gd name="T4" fmla="*/ 12 w 21"/>
                <a:gd name="T5" fmla="*/ 4 h 7"/>
                <a:gd name="T6" fmla="*/ 1 w 21"/>
                <a:gd name="T7" fmla="*/ 7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15" y="1"/>
                    <a:pt x="20" y="0"/>
                    <a:pt x="20" y="0"/>
                  </a:cubicBezTo>
                  <a:cubicBezTo>
                    <a:pt x="21" y="1"/>
                    <a:pt x="17" y="3"/>
                    <a:pt x="12" y="4"/>
                  </a:cubicBezTo>
                  <a:cubicBezTo>
                    <a:pt x="7" y="6"/>
                    <a:pt x="2" y="7"/>
                    <a:pt x="1" y="7"/>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8" name="Freeform 1947">
              <a:extLst>
                <a:ext uri="{FF2B5EF4-FFF2-40B4-BE49-F238E27FC236}">
                  <a16:creationId xmlns:a16="http://schemas.microsoft.com/office/drawing/2014/main" id="{02E0F508-4B8F-CE90-56F4-3D354156A428}"/>
                </a:ext>
              </a:extLst>
            </p:cNvPr>
            <p:cNvSpPr>
              <a:spLocks/>
            </p:cNvSpPr>
            <p:nvPr/>
          </p:nvSpPr>
          <p:spPr bwMode="auto">
            <a:xfrm rot="5094805">
              <a:off x="970852" y="3555927"/>
              <a:ext cx="50269" cy="22850"/>
            </a:xfrm>
            <a:custGeom>
              <a:avLst/>
              <a:gdLst>
                <a:gd name="T0" fmla="*/ 19 w 20"/>
                <a:gd name="T1" fmla="*/ 1 h 9"/>
                <a:gd name="T2" fmla="*/ 11 w 20"/>
                <a:gd name="T3" fmla="*/ 5 h 9"/>
                <a:gd name="T4" fmla="*/ 0 w 20"/>
                <a:gd name="T5" fmla="*/ 8 h 9"/>
                <a:gd name="T6" fmla="*/ 8 w 20"/>
                <a:gd name="T7" fmla="*/ 4 h 9"/>
                <a:gd name="T8" fmla="*/ 19 w 20"/>
                <a:gd name="T9" fmla="*/ 1 h 9"/>
              </a:gdLst>
              <a:ahLst/>
              <a:cxnLst>
                <a:cxn ang="0">
                  <a:pos x="T0" y="T1"/>
                </a:cxn>
                <a:cxn ang="0">
                  <a:pos x="T2" y="T3"/>
                </a:cxn>
                <a:cxn ang="0">
                  <a:pos x="T4" y="T5"/>
                </a:cxn>
                <a:cxn ang="0">
                  <a:pos x="T6" y="T7"/>
                </a:cxn>
                <a:cxn ang="0">
                  <a:pos x="T8" y="T9"/>
                </a:cxn>
              </a:cxnLst>
              <a:rect l="0" t="0" r="r" b="b"/>
              <a:pathLst>
                <a:path w="20" h="9">
                  <a:moveTo>
                    <a:pt x="19" y="1"/>
                  </a:moveTo>
                  <a:cubicBezTo>
                    <a:pt x="20" y="1"/>
                    <a:pt x="16" y="3"/>
                    <a:pt x="11" y="5"/>
                  </a:cubicBezTo>
                  <a:cubicBezTo>
                    <a:pt x="5" y="7"/>
                    <a:pt x="1" y="9"/>
                    <a:pt x="0" y="8"/>
                  </a:cubicBezTo>
                  <a:cubicBezTo>
                    <a:pt x="0" y="8"/>
                    <a:pt x="3" y="6"/>
                    <a:pt x="8" y="4"/>
                  </a:cubicBezTo>
                  <a:cubicBezTo>
                    <a:pt x="13" y="2"/>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9" name="Freeform 1948">
              <a:extLst>
                <a:ext uri="{FF2B5EF4-FFF2-40B4-BE49-F238E27FC236}">
                  <a16:creationId xmlns:a16="http://schemas.microsoft.com/office/drawing/2014/main" id="{D21F3BD9-D6E7-0178-FBC1-DE3E64485454}"/>
                </a:ext>
              </a:extLst>
            </p:cNvPr>
            <p:cNvSpPr>
              <a:spLocks/>
            </p:cNvSpPr>
            <p:nvPr/>
          </p:nvSpPr>
          <p:spPr bwMode="auto">
            <a:xfrm rot="5094805">
              <a:off x="1068676" y="3741262"/>
              <a:ext cx="45700" cy="20565"/>
            </a:xfrm>
            <a:custGeom>
              <a:avLst/>
              <a:gdLst>
                <a:gd name="T0" fmla="*/ 19 w 19"/>
                <a:gd name="T1" fmla="*/ 1 h 9"/>
                <a:gd name="T2" fmla="*/ 10 w 19"/>
                <a:gd name="T3" fmla="*/ 6 h 9"/>
                <a:gd name="T4" fmla="*/ 0 w 19"/>
                <a:gd name="T5" fmla="*/ 9 h 9"/>
                <a:gd name="T6" fmla="*/ 9 w 19"/>
                <a:gd name="T7" fmla="*/ 4 h 9"/>
                <a:gd name="T8" fmla="*/ 19 w 19"/>
                <a:gd name="T9" fmla="*/ 1 h 9"/>
              </a:gdLst>
              <a:ahLst/>
              <a:cxnLst>
                <a:cxn ang="0">
                  <a:pos x="T0" y="T1"/>
                </a:cxn>
                <a:cxn ang="0">
                  <a:pos x="T2" y="T3"/>
                </a:cxn>
                <a:cxn ang="0">
                  <a:pos x="T4" y="T5"/>
                </a:cxn>
                <a:cxn ang="0">
                  <a:pos x="T6" y="T7"/>
                </a:cxn>
                <a:cxn ang="0">
                  <a:pos x="T8" y="T9"/>
                </a:cxn>
              </a:cxnLst>
              <a:rect l="0" t="0" r="r" b="b"/>
              <a:pathLst>
                <a:path w="19" h="9">
                  <a:moveTo>
                    <a:pt x="19" y="1"/>
                  </a:moveTo>
                  <a:cubicBezTo>
                    <a:pt x="19" y="1"/>
                    <a:pt x="15" y="3"/>
                    <a:pt x="10" y="6"/>
                  </a:cubicBezTo>
                  <a:cubicBezTo>
                    <a:pt x="4" y="8"/>
                    <a:pt x="0" y="9"/>
                    <a:pt x="0" y="9"/>
                  </a:cubicBezTo>
                  <a:cubicBezTo>
                    <a:pt x="0" y="8"/>
                    <a:pt x="4" y="6"/>
                    <a:pt x="9" y="4"/>
                  </a:cubicBezTo>
                  <a:cubicBezTo>
                    <a:pt x="14" y="2"/>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0" name="Freeform 1949">
              <a:extLst>
                <a:ext uri="{FF2B5EF4-FFF2-40B4-BE49-F238E27FC236}">
                  <a16:creationId xmlns:a16="http://schemas.microsoft.com/office/drawing/2014/main" id="{79A97F20-73D5-4643-7592-5CFA51C108E8}"/>
                </a:ext>
              </a:extLst>
            </p:cNvPr>
            <p:cNvSpPr>
              <a:spLocks/>
            </p:cNvSpPr>
            <p:nvPr/>
          </p:nvSpPr>
          <p:spPr bwMode="auto">
            <a:xfrm rot="5094805">
              <a:off x="1166482" y="3923907"/>
              <a:ext cx="50269" cy="22850"/>
            </a:xfrm>
            <a:custGeom>
              <a:avLst/>
              <a:gdLst>
                <a:gd name="T0" fmla="*/ 12 w 21"/>
                <a:gd name="T1" fmla="*/ 5 h 9"/>
                <a:gd name="T2" fmla="*/ 1 w 21"/>
                <a:gd name="T3" fmla="*/ 9 h 9"/>
                <a:gd name="T4" fmla="*/ 8 w 21"/>
                <a:gd name="T5" fmla="*/ 5 h 9"/>
                <a:gd name="T6" fmla="*/ 20 w 21"/>
                <a:gd name="T7" fmla="*/ 0 h 9"/>
                <a:gd name="T8" fmla="*/ 12 w 21"/>
                <a:gd name="T9" fmla="*/ 5 h 9"/>
              </a:gdLst>
              <a:ahLst/>
              <a:cxnLst>
                <a:cxn ang="0">
                  <a:pos x="T0" y="T1"/>
                </a:cxn>
                <a:cxn ang="0">
                  <a:pos x="T2" y="T3"/>
                </a:cxn>
                <a:cxn ang="0">
                  <a:pos x="T4" y="T5"/>
                </a:cxn>
                <a:cxn ang="0">
                  <a:pos x="T6" y="T7"/>
                </a:cxn>
                <a:cxn ang="0">
                  <a:pos x="T8" y="T9"/>
                </a:cxn>
              </a:cxnLst>
              <a:rect l="0" t="0" r="r" b="b"/>
              <a:pathLst>
                <a:path w="21" h="9">
                  <a:moveTo>
                    <a:pt x="12" y="5"/>
                  </a:moveTo>
                  <a:cubicBezTo>
                    <a:pt x="6" y="8"/>
                    <a:pt x="1" y="9"/>
                    <a:pt x="1" y="9"/>
                  </a:cubicBezTo>
                  <a:cubicBezTo>
                    <a:pt x="0" y="9"/>
                    <a:pt x="3" y="7"/>
                    <a:pt x="8" y="5"/>
                  </a:cubicBezTo>
                  <a:cubicBezTo>
                    <a:pt x="13" y="2"/>
                    <a:pt x="19" y="0"/>
                    <a:pt x="20" y="0"/>
                  </a:cubicBezTo>
                  <a:cubicBezTo>
                    <a:pt x="21" y="0"/>
                    <a:pt x="17"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1" name="Freeform 1950">
              <a:extLst>
                <a:ext uri="{FF2B5EF4-FFF2-40B4-BE49-F238E27FC236}">
                  <a16:creationId xmlns:a16="http://schemas.microsoft.com/office/drawing/2014/main" id="{44B910FB-0AD6-5D41-EEE7-6797EF0A6A2A}"/>
                </a:ext>
              </a:extLst>
            </p:cNvPr>
            <p:cNvSpPr>
              <a:spLocks/>
            </p:cNvSpPr>
            <p:nvPr/>
          </p:nvSpPr>
          <p:spPr bwMode="auto">
            <a:xfrm rot="5094805">
              <a:off x="1268743" y="4106253"/>
              <a:ext cx="52554" cy="22850"/>
            </a:xfrm>
            <a:custGeom>
              <a:avLst/>
              <a:gdLst>
                <a:gd name="T0" fmla="*/ 20 w 21"/>
                <a:gd name="T1" fmla="*/ 0 h 9"/>
                <a:gd name="T2" fmla="*/ 12 w 21"/>
                <a:gd name="T3" fmla="*/ 5 h 9"/>
                <a:gd name="T4" fmla="*/ 2 w 21"/>
                <a:gd name="T5" fmla="*/ 9 h 9"/>
                <a:gd name="T6" fmla="*/ 9 w 21"/>
                <a:gd name="T7" fmla="*/ 4 h 9"/>
                <a:gd name="T8" fmla="*/ 20 w 21"/>
                <a:gd name="T9" fmla="*/ 0 h 9"/>
              </a:gdLst>
              <a:ahLst/>
              <a:cxnLst>
                <a:cxn ang="0">
                  <a:pos x="T0" y="T1"/>
                </a:cxn>
                <a:cxn ang="0">
                  <a:pos x="T2" y="T3"/>
                </a:cxn>
                <a:cxn ang="0">
                  <a:pos x="T4" y="T5"/>
                </a:cxn>
                <a:cxn ang="0">
                  <a:pos x="T6" y="T7"/>
                </a:cxn>
                <a:cxn ang="0">
                  <a:pos x="T8" y="T9"/>
                </a:cxn>
              </a:cxnLst>
              <a:rect l="0" t="0" r="r" b="b"/>
              <a:pathLst>
                <a:path w="21" h="9">
                  <a:moveTo>
                    <a:pt x="20" y="0"/>
                  </a:moveTo>
                  <a:cubicBezTo>
                    <a:pt x="21" y="0"/>
                    <a:pt x="17" y="3"/>
                    <a:pt x="12" y="5"/>
                  </a:cubicBezTo>
                  <a:cubicBezTo>
                    <a:pt x="7" y="7"/>
                    <a:pt x="3" y="9"/>
                    <a:pt x="2" y="9"/>
                  </a:cubicBezTo>
                  <a:cubicBezTo>
                    <a:pt x="0" y="9"/>
                    <a:pt x="4" y="7"/>
                    <a:pt x="9"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2" name="Freeform 1951">
              <a:extLst>
                <a:ext uri="{FF2B5EF4-FFF2-40B4-BE49-F238E27FC236}">
                  <a16:creationId xmlns:a16="http://schemas.microsoft.com/office/drawing/2014/main" id="{985867A2-A35F-BF37-FFBB-C963DED583CE}"/>
                </a:ext>
              </a:extLst>
            </p:cNvPr>
            <p:cNvSpPr>
              <a:spLocks/>
            </p:cNvSpPr>
            <p:nvPr/>
          </p:nvSpPr>
          <p:spPr bwMode="auto">
            <a:xfrm rot="5094805">
              <a:off x="763552" y="1416875"/>
              <a:ext cx="50269" cy="29705"/>
            </a:xfrm>
            <a:custGeom>
              <a:avLst/>
              <a:gdLst>
                <a:gd name="T0" fmla="*/ 20 w 20"/>
                <a:gd name="T1" fmla="*/ 10 h 12"/>
                <a:gd name="T2" fmla="*/ 10 w 20"/>
                <a:gd name="T3" fmla="*/ 10 h 12"/>
                <a:gd name="T4" fmla="*/ 0 w 20"/>
                <a:gd name="T5" fmla="*/ 2 h 12"/>
                <a:gd name="T6" fmla="*/ 9 w 20"/>
                <a:gd name="T7" fmla="*/ 2 h 12"/>
                <a:gd name="T8" fmla="*/ 20 w 20"/>
                <a:gd name="T9" fmla="*/ 10 h 12"/>
              </a:gdLst>
              <a:ahLst/>
              <a:cxnLst>
                <a:cxn ang="0">
                  <a:pos x="T0" y="T1"/>
                </a:cxn>
                <a:cxn ang="0">
                  <a:pos x="T2" y="T3"/>
                </a:cxn>
                <a:cxn ang="0">
                  <a:pos x="T4" y="T5"/>
                </a:cxn>
                <a:cxn ang="0">
                  <a:pos x="T6" y="T7"/>
                </a:cxn>
                <a:cxn ang="0">
                  <a:pos x="T8" y="T9"/>
                </a:cxn>
              </a:cxnLst>
              <a:rect l="0" t="0" r="r" b="b"/>
              <a:pathLst>
                <a:path w="20" h="12">
                  <a:moveTo>
                    <a:pt x="20" y="10"/>
                  </a:moveTo>
                  <a:cubicBezTo>
                    <a:pt x="20" y="12"/>
                    <a:pt x="16" y="12"/>
                    <a:pt x="10" y="10"/>
                  </a:cubicBezTo>
                  <a:cubicBezTo>
                    <a:pt x="5" y="8"/>
                    <a:pt x="0" y="4"/>
                    <a:pt x="0" y="2"/>
                  </a:cubicBezTo>
                  <a:cubicBezTo>
                    <a:pt x="0" y="0"/>
                    <a:pt x="4" y="0"/>
                    <a:pt x="9" y="2"/>
                  </a:cubicBezTo>
                  <a:cubicBezTo>
                    <a:pt x="15" y="4"/>
                    <a:pt x="20" y="8"/>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3" name="Freeform 1952">
              <a:extLst>
                <a:ext uri="{FF2B5EF4-FFF2-40B4-BE49-F238E27FC236}">
                  <a16:creationId xmlns:a16="http://schemas.microsoft.com/office/drawing/2014/main" id="{5A2ACB2C-0F2F-ED83-D9CA-0B0F11A03899}"/>
                </a:ext>
              </a:extLst>
            </p:cNvPr>
            <p:cNvSpPr>
              <a:spLocks/>
            </p:cNvSpPr>
            <p:nvPr/>
          </p:nvSpPr>
          <p:spPr bwMode="auto">
            <a:xfrm rot="5094805">
              <a:off x="816782" y="1214755"/>
              <a:ext cx="52554" cy="31990"/>
            </a:xfrm>
            <a:custGeom>
              <a:avLst/>
              <a:gdLst>
                <a:gd name="T0" fmla="*/ 20 w 21"/>
                <a:gd name="T1" fmla="*/ 10 h 13"/>
                <a:gd name="T2" fmla="*/ 11 w 21"/>
                <a:gd name="T3" fmla="*/ 12 h 13"/>
                <a:gd name="T4" fmla="*/ 1 w 21"/>
                <a:gd name="T5" fmla="*/ 3 h 13"/>
                <a:gd name="T6" fmla="*/ 9 w 21"/>
                <a:gd name="T7" fmla="*/ 1 h 13"/>
                <a:gd name="T8" fmla="*/ 20 w 21"/>
                <a:gd name="T9" fmla="*/ 10 h 13"/>
              </a:gdLst>
              <a:ahLst/>
              <a:cxnLst>
                <a:cxn ang="0">
                  <a:pos x="T0" y="T1"/>
                </a:cxn>
                <a:cxn ang="0">
                  <a:pos x="T2" y="T3"/>
                </a:cxn>
                <a:cxn ang="0">
                  <a:pos x="T4" y="T5"/>
                </a:cxn>
                <a:cxn ang="0">
                  <a:pos x="T6" y="T7"/>
                </a:cxn>
                <a:cxn ang="0">
                  <a:pos x="T8" y="T9"/>
                </a:cxn>
              </a:cxnLst>
              <a:rect l="0" t="0" r="r" b="b"/>
              <a:pathLst>
                <a:path w="21" h="13">
                  <a:moveTo>
                    <a:pt x="20" y="10"/>
                  </a:moveTo>
                  <a:cubicBezTo>
                    <a:pt x="21" y="12"/>
                    <a:pt x="17" y="13"/>
                    <a:pt x="11" y="12"/>
                  </a:cubicBezTo>
                  <a:cubicBezTo>
                    <a:pt x="6" y="10"/>
                    <a:pt x="1" y="6"/>
                    <a:pt x="1" y="3"/>
                  </a:cubicBezTo>
                  <a:cubicBezTo>
                    <a:pt x="0" y="1"/>
                    <a:pt x="4" y="0"/>
                    <a:pt x="9" y="1"/>
                  </a:cubicBezTo>
                  <a:cubicBezTo>
                    <a:pt x="14" y="3"/>
                    <a:pt x="19" y="7"/>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4" name="Freeform 1953">
              <a:extLst>
                <a:ext uri="{FF2B5EF4-FFF2-40B4-BE49-F238E27FC236}">
                  <a16:creationId xmlns:a16="http://schemas.microsoft.com/office/drawing/2014/main" id="{6F4D0F7B-098C-BF68-F61C-4BE349ED06F4}"/>
                </a:ext>
              </a:extLst>
            </p:cNvPr>
            <p:cNvSpPr>
              <a:spLocks/>
            </p:cNvSpPr>
            <p:nvPr/>
          </p:nvSpPr>
          <p:spPr bwMode="auto">
            <a:xfrm rot="5094805">
              <a:off x="864233" y="1012307"/>
              <a:ext cx="47985" cy="34275"/>
            </a:xfrm>
            <a:custGeom>
              <a:avLst/>
              <a:gdLst>
                <a:gd name="T0" fmla="*/ 19 w 20"/>
                <a:gd name="T1" fmla="*/ 10 h 14"/>
                <a:gd name="T2" fmla="*/ 11 w 20"/>
                <a:gd name="T3" fmla="*/ 13 h 14"/>
                <a:gd name="T4" fmla="*/ 0 w 20"/>
                <a:gd name="T5" fmla="*/ 4 h 14"/>
                <a:gd name="T6" fmla="*/ 8 w 20"/>
                <a:gd name="T7" fmla="*/ 1 h 14"/>
                <a:gd name="T8" fmla="*/ 19 w 20"/>
                <a:gd name="T9" fmla="*/ 10 h 14"/>
              </a:gdLst>
              <a:ahLst/>
              <a:cxnLst>
                <a:cxn ang="0">
                  <a:pos x="T0" y="T1"/>
                </a:cxn>
                <a:cxn ang="0">
                  <a:pos x="T2" y="T3"/>
                </a:cxn>
                <a:cxn ang="0">
                  <a:pos x="T4" y="T5"/>
                </a:cxn>
                <a:cxn ang="0">
                  <a:pos x="T6" y="T7"/>
                </a:cxn>
                <a:cxn ang="0">
                  <a:pos x="T8" y="T9"/>
                </a:cxn>
              </a:cxnLst>
              <a:rect l="0" t="0" r="r" b="b"/>
              <a:pathLst>
                <a:path w="20" h="14">
                  <a:moveTo>
                    <a:pt x="19" y="10"/>
                  </a:moveTo>
                  <a:cubicBezTo>
                    <a:pt x="20" y="13"/>
                    <a:pt x="16" y="14"/>
                    <a:pt x="11" y="13"/>
                  </a:cubicBezTo>
                  <a:cubicBezTo>
                    <a:pt x="5" y="11"/>
                    <a:pt x="0" y="7"/>
                    <a:pt x="0" y="4"/>
                  </a:cubicBezTo>
                  <a:cubicBezTo>
                    <a:pt x="0" y="1"/>
                    <a:pt x="3" y="0"/>
                    <a:pt x="8" y="1"/>
                  </a:cubicBezTo>
                  <a:cubicBezTo>
                    <a:pt x="13" y="3"/>
                    <a:pt x="19" y="7"/>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5" name="Freeform 1954">
              <a:extLst>
                <a:ext uri="{FF2B5EF4-FFF2-40B4-BE49-F238E27FC236}">
                  <a16:creationId xmlns:a16="http://schemas.microsoft.com/office/drawing/2014/main" id="{2F838382-6EDC-3C09-529B-749AA16EA02C}"/>
                </a:ext>
              </a:extLst>
            </p:cNvPr>
            <p:cNvSpPr>
              <a:spLocks/>
            </p:cNvSpPr>
            <p:nvPr/>
          </p:nvSpPr>
          <p:spPr bwMode="auto">
            <a:xfrm rot="5094805">
              <a:off x="893459" y="811075"/>
              <a:ext cx="52554" cy="36560"/>
            </a:xfrm>
            <a:custGeom>
              <a:avLst/>
              <a:gdLst>
                <a:gd name="T0" fmla="*/ 11 w 21"/>
                <a:gd name="T1" fmla="*/ 14 h 15"/>
                <a:gd name="T2" fmla="*/ 0 w 21"/>
                <a:gd name="T3" fmla="*/ 5 h 15"/>
                <a:gd name="T4" fmla="*/ 9 w 21"/>
                <a:gd name="T5" fmla="*/ 1 h 15"/>
                <a:gd name="T6" fmla="*/ 20 w 21"/>
                <a:gd name="T7" fmla="*/ 10 h 15"/>
                <a:gd name="T8" fmla="*/ 11 w 21"/>
                <a:gd name="T9" fmla="*/ 14 h 15"/>
              </a:gdLst>
              <a:ahLst/>
              <a:cxnLst>
                <a:cxn ang="0">
                  <a:pos x="T0" y="T1"/>
                </a:cxn>
                <a:cxn ang="0">
                  <a:pos x="T2" y="T3"/>
                </a:cxn>
                <a:cxn ang="0">
                  <a:pos x="T4" y="T5"/>
                </a:cxn>
                <a:cxn ang="0">
                  <a:pos x="T6" y="T7"/>
                </a:cxn>
                <a:cxn ang="0">
                  <a:pos x="T8" y="T9"/>
                </a:cxn>
              </a:cxnLst>
              <a:rect l="0" t="0" r="r" b="b"/>
              <a:pathLst>
                <a:path w="21" h="15">
                  <a:moveTo>
                    <a:pt x="11" y="14"/>
                  </a:moveTo>
                  <a:cubicBezTo>
                    <a:pt x="6" y="13"/>
                    <a:pt x="1" y="9"/>
                    <a:pt x="0" y="5"/>
                  </a:cubicBezTo>
                  <a:cubicBezTo>
                    <a:pt x="0" y="2"/>
                    <a:pt x="4" y="0"/>
                    <a:pt x="9" y="1"/>
                  </a:cubicBezTo>
                  <a:cubicBezTo>
                    <a:pt x="14" y="2"/>
                    <a:pt x="19" y="6"/>
                    <a:pt x="20" y="10"/>
                  </a:cubicBezTo>
                  <a:cubicBezTo>
                    <a:pt x="21" y="13"/>
                    <a:pt x="16" y="15"/>
                    <a:pt x="1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6" name="Freeform 1955">
              <a:extLst>
                <a:ext uri="{FF2B5EF4-FFF2-40B4-BE49-F238E27FC236}">
                  <a16:creationId xmlns:a16="http://schemas.microsoft.com/office/drawing/2014/main" id="{3D176A2D-B41C-60BF-2DC0-C30513A298BE}"/>
                </a:ext>
              </a:extLst>
            </p:cNvPr>
            <p:cNvSpPr>
              <a:spLocks/>
            </p:cNvSpPr>
            <p:nvPr/>
          </p:nvSpPr>
          <p:spPr bwMode="auto">
            <a:xfrm rot="5094805">
              <a:off x="910185" y="612505"/>
              <a:ext cx="47985" cy="36560"/>
            </a:xfrm>
            <a:custGeom>
              <a:avLst/>
              <a:gdLst>
                <a:gd name="T0" fmla="*/ 20 w 20"/>
                <a:gd name="T1" fmla="*/ 9 h 15"/>
                <a:gd name="T2" fmla="*/ 10 w 20"/>
                <a:gd name="T3" fmla="*/ 14 h 15"/>
                <a:gd name="T4" fmla="*/ 0 w 20"/>
                <a:gd name="T5" fmla="*/ 5 h 15"/>
                <a:gd name="T6" fmla="*/ 9 w 20"/>
                <a:gd name="T7" fmla="*/ 1 h 15"/>
                <a:gd name="T8" fmla="*/ 20 w 20"/>
                <a:gd name="T9" fmla="*/ 9 h 15"/>
              </a:gdLst>
              <a:ahLst/>
              <a:cxnLst>
                <a:cxn ang="0">
                  <a:pos x="T0" y="T1"/>
                </a:cxn>
                <a:cxn ang="0">
                  <a:pos x="T2" y="T3"/>
                </a:cxn>
                <a:cxn ang="0">
                  <a:pos x="T4" y="T5"/>
                </a:cxn>
                <a:cxn ang="0">
                  <a:pos x="T6" y="T7"/>
                </a:cxn>
                <a:cxn ang="0">
                  <a:pos x="T8" y="T9"/>
                </a:cxn>
              </a:cxnLst>
              <a:rect l="0" t="0" r="r" b="b"/>
              <a:pathLst>
                <a:path w="20" h="15">
                  <a:moveTo>
                    <a:pt x="20" y="9"/>
                  </a:moveTo>
                  <a:cubicBezTo>
                    <a:pt x="20" y="12"/>
                    <a:pt x="16" y="15"/>
                    <a:pt x="10" y="14"/>
                  </a:cubicBezTo>
                  <a:cubicBezTo>
                    <a:pt x="5" y="13"/>
                    <a:pt x="0" y="9"/>
                    <a:pt x="0" y="5"/>
                  </a:cubicBezTo>
                  <a:cubicBezTo>
                    <a:pt x="0" y="2"/>
                    <a:pt x="4" y="0"/>
                    <a:pt x="9" y="1"/>
                  </a:cubicBezTo>
                  <a:cubicBezTo>
                    <a:pt x="14" y="1"/>
                    <a:pt x="19" y="5"/>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7" name="Freeform 1956">
              <a:extLst>
                <a:ext uri="{FF2B5EF4-FFF2-40B4-BE49-F238E27FC236}">
                  <a16:creationId xmlns:a16="http://schemas.microsoft.com/office/drawing/2014/main" id="{9A07E173-B6E9-2306-8C21-E8EF39997FA8}"/>
                </a:ext>
              </a:extLst>
            </p:cNvPr>
            <p:cNvSpPr>
              <a:spLocks/>
            </p:cNvSpPr>
            <p:nvPr/>
          </p:nvSpPr>
          <p:spPr bwMode="auto">
            <a:xfrm rot="5094805">
              <a:off x="904336" y="417831"/>
              <a:ext cx="52554" cy="36560"/>
            </a:xfrm>
            <a:custGeom>
              <a:avLst/>
              <a:gdLst>
                <a:gd name="T0" fmla="*/ 9 w 21"/>
                <a:gd name="T1" fmla="*/ 1 h 15"/>
                <a:gd name="T2" fmla="*/ 20 w 21"/>
                <a:gd name="T3" fmla="*/ 8 h 15"/>
                <a:gd name="T4" fmla="*/ 11 w 21"/>
                <a:gd name="T5" fmla="*/ 15 h 15"/>
                <a:gd name="T6" fmla="*/ 1 w 21"/>
                <a:gd name="T7" fmla="*/ 9 h 15"/>
                <a:gd name="T8" fmla="*/ 9 w 21"/>
                <a:gd name="T9" fmla="*/ 1 h 15"/>
              </a:gdLst>
              <a:ahLst/>
              <a:cxnLst>
                <a:cxn ang="0">
                  <a:pos x="T0" y="T1"/>
                </a:cxn>
                <a:cxn ang="0">
                  <a:pos x="T2" y="T3"/>
                </a:cxn>
                <a:cxn ang="0">
                  <a:pos x="T4" y="T5"/>
                </a:cxn>
                <a:cxn ang="0">
                  <a:pos x="T6" y="T7"/>
                </a:cxn>
                <a:cxn ang="0">
                  <a:pos x="T8" y="T9"/>
                </a:cxn>
              </a:cxnLst>
              <a:rect l="0" t="0" r="r" b="b"/>
              <a:pathLst>
                <a:path w="21" h="15">
                  <a:moveTo>
                    <a:pt x="9" y="1"/>
                  </a:moveTo>
                  <a:cubicBezTo>
                    <a:pt x="14" y="0"/>
                    <a:pt x="19" y="4"/>
                    <a:pt x="20" y="8"/>
                  </a:cubicBezTo>
                  <a:cubicBezTo>
                    <a:pt x="21" y="11"/>
                    <a:pt x="16" y="15"/>
                    <a:pt x="11" y="15"/>
                  </a:cubicBezTo>
                  <a:cubicBezTo>
                    <a:pt x="6" y="15"/>
                    <a:pt x="2" y="12"/>
                    <a:pt x="1" y="9"/>
                  </a:cubicBezTo>
                  <a:cubicBezTo>
                    <a:pt x="0" y="5"/>
                    <a:pt x="3" y="1"/>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8" name="Freeform 1957">
              <a:extLst>
                <a:ext uri="{FF2B5EF4-FFF2-40B4-BE49-F238E27FC236}">
                  <a16:creationId xmlns:a16="http://schemas.microsoft.com/office/drawing/2014/main" id="{67E7ECB9-F173-17BE-E18D-DEC4F9F4B874}"/>
                </a:ext>
              </a:extLst>
            </p:cNvPr>
            <p:cNvSpPr>
              <a:spLocks/>
            </p:cNvSpPr>
            <p:nvPr/>
          </p:nvSpPr>
          <p:spPr bwMode="auto">
            <a:xfrm rot="5094805">
              <a:off x="870249" y="227026"/>
              <a:ext cx="52554" cy="38845"/>
            </a:xfrm>
            <a:custGeom>
              <a:avLst/>
              <a:gdLst>
                <a:gd name="T0" fmla="*/ 11 w 21"/>
                <a:gd name="T1" fmla="*/ 15 h 16"/>
                <a:gd name="T2" fmla="*/ 0 w 21"/>
                <a:gd name="T3" fmla="*/ 10 h 16"/>
                <a:gd name="T4" fmla="*/ 8 w 21"/>
                <a:gd name="T5" fmla="*/ 1 h 16"/>
                <a:gd name="T6" fmla="*/ 19 w 21"/>
                <a:gd name="T7" fmla="*/ 6 h 16"/>
                <a:gd name="T8" fmla="*/ 11 w 21"/>
                <a:gd name="T9" fmla="*/ 15 h 16"/>
              </a:gdLst>
              <a:ahLst/>
              <a:cxnLst>
                <a:cxn ang="0">
                  <a:pos x="T0" y="T1"/>
                </a:cxn>
                <a:cxn ang="0">
                  <a:pos x="T2" y="T3"/>
                </a:cxn>
                <a:cxn ang="0">
                  <a:pos x="T4" y="T5"/>
                </a:cxn>
                <a:cxn ang="0">
                  <a:pos x="T6" y="T7"/>
                </a:cxn>
                <a:cxn ang="0">
                  <a:pos x="T8" y="T9"/>
                </a:cxn>
              </a:cxnLst>
              <a:rect l="0" t="0" r="r" b="b"/>
              <a:pathLst>
                <a:path w="21" h="16">
                  <a:moveTo>
                    <a:pt x="11" y="15"/>
                  </a:moveTo>
                  <a:cubicBezTo>
                    <a:pt x="6" y="16"/>
                    <a:pt x="1" y="14"/>
                    <a:pt x="0" y="10"/>
                  </a:cubicBezTo>
                  <a:cubicBezTo>
                    <a:pt x="0" y="6"/>
                    <a:pt x="3" y="2"/>
                    <a:pt x="8" y="1"/>
                  </a:cubicBezTo>
                  <a:cubicBezTo>
                    <a:pt x="13" y="0"/>
                    <a:pt x="18" y="2"/>
                    <a:pt x="19" y="6"/>
                  </a:cubicBezTo>
                  <a:cubicBezTo>
                    <a:pt x="21" y="10"/>
                    <a:pt x="17" y="14"/>
                    <a:pt x="1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9" name="Freeform 1958">
              <a:extLst>
                <a:ext uri="{FF2B5EF4-FFF2-40B4-BE49-F238E27FC236}">
                  <a16:creationId xmlns:a16="http://schemas.microsoft.com/office/drawing/2014/main" id="{5B97E067-EB80-E184-1024-CE80950C1589}"/>
                </a:ext>
              </a:extLst>
            </p:cNvPr>
            <p:cNvSpPr>
              <a:spLocks/>
            </p:cNvSpPr>
            <p:nvPr/>
          </p:nvSpPr>
          <p:spPr bwMode="auto">
            <a:xfrm rot="5094805">
              <a:off x="810932" y="36376"/>
              <a:ext cx="47985" cy="41130"/>
            </a:xfrm>
            <a:custGeom>
              <a:avLst/>
              <a:gdLst>
                <a:gd name="T0" fmla="*/ 20 w 20"/>
                <a:gd name="T1" fmla="*/ 6 h 17"/>
                <a:gd name="T2" fmla="*/ 10 w 20"/>
                <a:gd name="T3" fmla="*/ 16 h 17"/>
                <a:gd name="T4" fmla="*/ 0 w 20"/>
                <a:gd name="T5" fmla="*/ 11 h 17"/>
                <a:gd name="T6" fmla="*/ 9 w 20"/>
                <a:gd name="T7" fmla="*/ 1 h 17"/>
                <a:gd name="T8" fmla="*/ 20 w 20"/>
                <a:gd name="T9" fmla="*/ 6 h 17"/>
              </a:gdLst>
              <a:ahLst/>
              <a:cxnLst>
                <a:cxn ang="0">
                  <a:pos x="T0" y="T1"/>
                </a:cxn>
                <a:cxn ang="0">
                  <a:pos x="T2" y="T3"/>
                </a:cxn>
                <a:cxn ang="0">
                  <a:pos x="T4" y="T5"/>
                </a:cxn>
                <a:cxn ang="0">
                  <a:pos x="T6" y="T7"/>
                </a:cxn>
                <a:cxn ang="0">
                  <a:pos x="T8" y="T9"/>
                </a:cxn>
              </a:cxnLst>
              <a:rect l="0" t="0" r="r" b="b"/>
              <a:pathLst>
                <a:path w="20" h="17">
                  <a:moveTo>
                    <a:pt x="20" y="6"/>
                  </a:moveTo>
                  <a:cubicBezTo>
                    <a:pt x="20" y="10"/>
                    <a:pt x="16" y="14"/>
                    <a:pt x="10" y="16"/>
                  </a:cubicBezTo>
                  <a:cubicBezTo>
                    <a:pt x="5" y="17"/>
                    <a:pt x="0" y="15"/>
                    <a:pt x="0" y="11"/>
                  </a:cubicBezTo>
                  <a:cubicBezTo>
                    <a:pt x="0" y="7"/>
                    <a:pt x="4" y="3"/>
                    <a:pt x="9" y="1"/>
                  </a:cubicBezTo>
                  <a:cubicBezTo>
                    <a:pt x="14" y="0"/>
                    <a:pt x="19" y="2"/>
                    <a:pt x="2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0" name="Freeform 1979">
              <a:extLst>
                <a:ext uri="{FF2B5EF4-FFF2-40B4-BE49-F238E27FC236}">
                  <a16:creationId xmlns:a16="http://schemas.microsoft.com/office/drawing/2014/main" id="{3B1CAC7A-14BA-7421-CDC2-F94ABC367640}"/>
                </a:ext>
              </a:extLst>
            </p:cNvPr>
            <p:cNvSpPr>
              <a:spLocks/>
            </p:cNvSpPr>
            <p:nvPr/>
          </p:nvSpPr>
          <p:spPr bwMode="auto">
            <a:xfrm rot="5094805">
              <a:off x="1374523" y="4289534"/>
              <a:ext cx="52554" cy="22850"/>
            </a:xfrm>
            <a:custGeom>
              <a:avLst/>
              <a:gdLst>
                <a:gd name="T0" fmla="*/ 9 w 21"/>
                <a:gd name="T1" fmla="*/ 4 h 9"/>
                <a:gd name="T2" fmla="*/ 20 w 21"/>
                <a:gd name="T3" fmla="*/ 0 h 9"/>
                <a:gd name="T4" fmla="*/ 11 w 21"/>
                <a:gd name="T5" fmla="*/ 5 h 9"/>
                <a:gd name="T6" fmla="*/ 1 w 21"/>
                <a:gd name="T7" fmla="*/ 9 h 9"/>
                <a:gd name="T8" fmla="*/ 9 w 21"/>
                <a:gd name="T9" fmla="*/ 4 h 9"/>
              </a:gdLst>
              <a:ahLst/>
              <a:cxnLst>
                <a:cxn ang="0">
                  <a:pos x="T0" y="T1"/>
                </a:cxn>
                <a:cxn ang="0">
                  <a:pos x="T2" y="T3"/>
                </a:cxn>
                <a:cxn ang="0">
                  <a:pos x="T4" y="T5"/>
                </a:cxn>
                <a:cxn ang="0">
                  <a:pos x="T6" y="T7"/>
                </a:cxn>
                <a:cxn ang="0">
                  <a:pos x="T8" y="T9"/>
                </a:cxn>
              </a:cxnLst>
              <a:rect l="0" t="0" r="r" b="b"/>
              <a:pathLst>
                <a:path w="21" h="9">
                  <a:moveTo>
                    <a:pt x="9" y="4"/>
                  </a:moveTo>
                  <a:cubicBezTo>
                    <a:pt x="15" y="2"/>
                    <a:pt x="20" y="0"/>
                    <a:pt x="20" y="0"/>
                  </a:cubicBezTo>
                  <a:cubicBezTo>
                    <a:pt x="21" y="0"/>
                    <a:pt x="16" y="3"/>
                    <a:pt x="11" y="5"/>
                  </a:cubicBezTo>
                  <a:cubicBezTo>
                    <a:pt x="7" y="7"/>
                    <a:pt x="2" y="9"/>
                    <a:pt x="1" y="9"/>
                  </a:cubicBezTo>
                  <a:cubicBezTo>
                    <a:pt x="0" y="9"/>
                    <a:pt x="4"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1" name="Freeform 1980">
              <a:extLst>
                <a:ext uri="{FF2B5EF4-FFF2-40B4-BE49-F238E27FC236}">
                  <a16:creationId xmlns:a16="http://schemas.microsoft.com/office/drawing/2014/main" id="{28952E14-3187-823D-0A50-F933449FA731}"/>
                </a:ext>
              </a:extLst>
            </p:cNvPr>
            <p:cNvSpPr>
              <a:spLocks/>
            </p:cNvSpPr>
            <p:nvPr/>
          </p:nvSpPr>
          <p:spPr bwMode="auto">
            <a:xfrm rot="5094805">
              <a:off x="1483832" y="4473953"/>
              <a:ext cx="45700" cy="22850"/>
            </a:xfrm>
            <a:custGeom>
              <a:avLst/>
              <a:gdLst>
                <a:gd name="T0" fmla="*/ 19 w 19"/>
                <a:gd name="T1" fmla="*/ 0 h 9"/>
                <a:gd name="T2" fmla="*/ 9 w 19"/>
                <a:gd name="T3" fmla="*/ 5 h 9"/>
                <a:gd name="T4" fmla="*/ 0 w 19"/>
                <a:gd name="T5" fmla="*/ 9 h 9"/>
                <a:gd name="T6" fmla="*/ 8 w 19"/>
                <a:gd name="T7" fmla="*/ 4 h 9"/>
                <a:gd name="T8" fmla="*/ 19 w 19"/>
                <a:gd name="T9" fmla="*/ 0 h 9"/>
              </a:gdLst>
              <a:ahLst/>
              <a:cxnLst>
                <a:cxn ang="0">
                  <a:pos x="T0" y="T1"/>
                </a:cxn>
                <a:cxn ang="0">
                  <a:pos x="T2" y="T3"/>
                </a:cxn>
                <a:cxn ang="0">
                  <a:pos x="T4" y="T5"/>
                </a:cxn>
                <a:cxn ang="0">
                  <a:pos x="T6" y="T7"/>
                </a:cxn>
                <a:cxn ang="0">
                  <a:pos x="T8" y="T9"/>
                </a:cxn>
              </a:cxnLst>
              <a:rect l="0" t="0" r="r" b="b"/>
              <a:pathLst>
                <a:path w="19" h="9">
                  <a:moveTo>
                    <a:pt x="19" y="0"/>
                  </a:moveTo>
                  <a:cubicBezTo>
                    <a:pt x="19" y="0"/>
                    <a:pt x="15" y="3"/>
                    <a:pt x="9" y="5"/>
                  </a:cubicBezTo>
                  <a:cubicBezTo>
                    <a:pt x="4" y="8"/>
                    <a:pt x="0" y="9"/>
                    <a:pt x="0" y="9"/>
                  </a:cubicBezTo>
                  <a:cubicBezTo>
                    <a:pt x="0" y="8"/>
                    <a:pt x="4" y="6"/>
                    <a:pt x="8" y="4"/>
                  </a:cubicBezTo>
                  <a:cubicBezTo>
                    <a:pt x="14"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2" name="Freeform 1981">
              <a:extLst>
                <a:ext uri="{FF2B5EF4-FFF2-40B4-BE49-F238E27FC236}">
                  <a16:creationId xmlns:a16="http://schemas.microsoft.com/office/drawing/2014/main" id="{D7BE77A9-36C6-C3BD-7003-238AD57EBD8D}"/>
                </a:ext>
              </a:extLst>
            </p:cNvPr>
            <p:cNvSpPr>
              <a:spLocks/>
            </p:cNvSpPr>
            <p:nvPr/>
          </p:nvSpPr>
          <p:spPr bwMode="auto">
            <a:xfrm rot="5094805">
              <a:off x="1586093" y="4656299"/>
              <a:ext cx="47985" cy="22850"/>
            </a:xfrm>
            <a:custGeom>
              <a:avLst/>
              <a:gdLst>
                <a:gd name="T0" fmla="*/ 9 w 20"/>
                <a:gd name="T1" fmla="*/ 4 h 10"/>
                <a:gd name="T2" fmla="*/ 20 w 20"/>
                <a:gd name="T3" fmla="*/ 1 h 10"/>
                <a:gd name="T4" fmla="*/ 10 w 20"/>
                <a:gd name="T5" fmla="*/ 6 h 10"/>
                <a:gd name="T6" fmla="*/ 1 w 20"/>
                <a:gd name="T7" fmla="*/ 9 h 10"/>
                <a:gd name="T8" fmla="*/ 9 w 20"/>
                <a:gd name="T9" fmla="*/ 4 h 10"/>
              </a:gdLst>
              <a:ahLst/>
              <a:cxnLst>
                <a:cxn ang="0">
                  <a:pos x="T0" y="T1"/>
                </a:cxn>
                <a:cxn ang="0">
                  <a:pos x="T2" y="T3"/>
                </a:cxn>
                <a:cxn ang="0">
                  <a:pos x="T4" y="T5"/>
                </a:cxn>
                <a:cxn ang="0">
                  <a:pos x="T6" y="T7"/>
                </a:cxn>
                <a:cxn ang="0">
                  <a:pos x="T8" y="T9"/>
                </a:cxn>
              </a:cxnLst>
              <a:rect l="0" t="0" r="r" b="b"/>
              <a:pathLst>
                <a:path w="20" h="10">
                  <a:moveTo>
                    <a:pt x="9" y="4"/>
                  </a:moveTo>
                  <a:cubicBezTo>
                    <a:pt x="15" y="2"/>
                    <a:pt x="20" y="0"/>
                    <a:pt x="20" y="1"/>
                  </a:cubicBezTo>
                  <a:cubicBezTo>
                    <a:pt x="20" y="1"/>
                    <a:pt x="15" y="4"/>
                    <a:pt x="10" y="6"/>
                  </a:cubicBezTo>
                  <a:cubicBezTo>
                    <a:pt x="5" y="8"/>
                    <a:pt x="1" y="10"/>
                    <a:pt x="1" y="9"/>
                  </a:cubicBezTo>
                  <a:cubicBezTo>
                    <a:pt x="0" y="9"/>
                    <a:pt x="4"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3" name="Freeform 1982">
              <a:extLst>
                <a:ext uri="{FF2B5EF4-FFF2-40B4-BE49-F238E27FC236}">
                  <a16:creationId xmlns:a16="http://schemas.microsoft.com/office/drawing/2014/main" id="{0C6591C6-63B2-195E-E249-C880AA28EAC5}"/>
                </a:ext>
              </a:extLst>
            </p:cNvPr>
            <p:cNvSpPr>
              <a:spLocks/>
            </p:cNvSpPr>
            <p:nvPr/>
          </p:nvSpPr>
          <p:spPr bwMode="auto">
            <a:xfrm rot="5094805">
              <a:off x="1686281" y="4841123"/>
              <a:ext cx="50269" cy="22850"/>
            </a:xfrm>
            <a:custGeom>
              <a:avLst/>
              <a:gdLst>
                <a:gd name="T0" fmla="*/ 19 w 20"/>
                <a:gd name="T1" fmla="*/ 1 h 9"/>
                <a:gd name="T2" fmla="*/ 11 w 20"/>
                <a:gd name="T3" fmla="*/ 5 h 9"/>
                <a:gd name="T4" fmla="*/ 0 w 20"/>
                <a:gd name="T5" fmla="*/ 9 h 9"/>
                <a:gd name="T6" fmla="*/ 8 w 20"/>
                <a:gd name="T7" fmla="*/ 4 h 9"/>
                <a:gd name="T8" fmla="*/ 19 w 20"/>
                <a:gd name="T9" fmla="*/ 1 h 9"/>
              </a:gdLst>
              <a:ahLst/>
              <a:cxnLst>
                <a:cxn ang="0">
                  <a:pos x="T0" y="T1"/>
                </a:cxn>
                <a:cxn ang="0">
                  <a:pos x="T2" y="T3"/>
                </a:cxn>
                <a:cxn ang="0">
                  <a:pos x="T4" y="T5"/>
                </a:cxn>
                <a:cxn ang="0">
                  <a:pos x="T6" y="T7"/>
                </a:cxn>
                <a:cxn ang="0">
                  <a:pos x="T8" y="T9"/>
                </a:cxn>
              </a:cxnLst>
              <a:rect l="0" t="0" r="r" b="b"/>
              <a:pathLst>
                <a:path w="20" h="9">
                  <a:moveTo>
                    <a:pt x="19" y="1"/>
                  </a:moveTo>
                  <a:cubicBezTo>
                    <a:pt x="20" y="1"/>
                    <a:pt x="16" y="3"/>
                    <a:pt x="11" y="5"/>
                  </a:cubicBezTo>
                  <a:cubicBezTo>
                    <a:pt x="5" y="8"/>
                    <a:pt x="1" y="9"/>
                    <a:pt x="0" y="9"/>
                  </a:cubicBezTo>
                  <a:cubicBezTo>
                    <a:pt x="0" y="8"/>
                    <a:pt x="3" y="7"/>
                    <a:pt x="8" y="4"/>
                  </a:cubicBezTo>
                  <a:cubicBezTo>
                    <a:pt x="14" y="2"/>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4" name="Freeform 1983">
              <a:extLst>
                <a:ext uri="{FF2B5EF4-FFF2-40B4-BE49-F238E27FC236}">
                  <a16:creationId xmlns:a16="http://schemas.microsoft.com/office/drawing/2014/main" id="{888E1BC4-2228-EEBE-8573-FAC13811DE32}"/>
                </a:ext>
              </a:extLst>
            </p:cNvPr>
            <p:cNvSpPr>
              <a:spLocks/>
            </p:cNvSpPr>
            <p:nvPr/>
          </p:nvSpPr>
          <p:spPr bwMode="auto">
            <a:xfrm rot="5094805">
              <a:off x="1783998" y="5024077"/>
              <a:ext cx="47985" cy="22850"/>
            </a:xfrm>
            <a:custGeom>
              <a:avLst/>
              <a:gdLst>
                <a:gd name="T0" fmla="*/ 9 w 19"/>
                <a:gd name="T1" fmla="*/ 4 h 9"/>
                <a:gd name="T2" fmla="*/ 19 w 19"/>
                <a:gd name="T3" fmla="*/ 1 h 9"/>
                <a:gd name="T4" fmla="*/ 9 w 19"/>
                <a:gd name="T5" fmla="*/ 6 h 9"/>
                <a:gd name="T6" fmla="*/ 0 w 19"/>
                <a:gd name="T7" fmla="*/ 8 h 9"/>
                <a:gd name="T8" fmla="*/ 9 w 19"/>
                <a:gd name="T9" fmla="*/ 4 h 9"/>
              </a:gdLst>
              <a:ahLst/>
              <a:cxnLst>
                <a:cxn ang="0">
                  <a:pos x="T0" y="T1"/>
                </a:cxn>
                <a:cxn ang="0">
                  <a:pos x="T2" y="T3"/>
                </a:cxn>
                <a:cxn ang="0">
                  <a:pos x="T4" y="T5"/>
                </a:cxn>
                <a:cxn ang="0">
                  <a:pos x="T6" y="T7"/>
                </a:cxn>
                <a:cxn ang="0">
                  <a:pos x="T8" y="T9"/>
                </a:cxn>
              </a:cxnLst>
              <a:rect l="0" t="0" r="r" b="b"/>
              <a:pathLst>
                <a:path w="19" h="9">
                  <a:moveTo>
                    <a:pt x="9" y="4"/>
                  </a:moveTo>
                  <a:cubicBezTo>
                    <a:pt x="14" y="2"/>
                    <a:pt x="19" y="0"/>
                    <a:pt x="19" y="1"/>
                  </a:cubicBezTo>
                  <a:cubicBezTo>
                    <a:pt x="19" y="1"/>
                    <a:pt x="15" y="3"/>
                    <a:pt x="9" y="6"/>
                  </a:cubicBezTo>
                  <a:cubicBezTo>
                    <a:pt x="5" y="7"/>
                    <a:pt x="1" y="9"/>
                    <a:pt x="0" y="8"/>
                  </a:cubicBezTo>
                  <a:cubicBezTo>
                    <a:pt x="0" y="8"/>
                    <a:pt x="4" y="6"/>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5" name="Freeform 1984">
              <a:extLst>
                <a:ext uri="{FF2B5EF4-FFF2-40B4-BE49-F238E27FC236}">
                  <a16:creationId xmlns:a16="http://schemas.microsoft.com/office/drawing/2014/main" id="{7CC7A883-6AA6-DB42-A0AE-46679767F742}"/>
                </a:ext>
              </a:extLst>
            </p:cNvPr>
            <p:cNvSpPr>
              <a:spLocks/>
            </p:cNvSpPr>
            <p:nvPr/>
          </p:nvSpPr>
          <p:spPr bwMode="auto">
            <a:xfrm rot="5094805">
              <a:off x="1873944" y="5213241"/>
              <a:ext cx="50269" cy="15995"/>
            </a:xfrm>
            <a:custGeom>
              <a:avLst/>
              <a:gdLst>
                <a:gd name="T0" fmla="*/ 9 w 21"/>
                <a:gd name="T1" fmla="*/ 3 h 7"/>
                <a:gd name="T2" fmla="*/ 20 w 21"/>
                <a:gd name="T3" fmla="*/ 0 h 7"/>
                <a:gd name="T4" fmla="*/ 11 w 21"/>
                <a:gd name="T5" fmla="*/ 4 h 7"/>
                <a:gd name="T6" fmla="*/ 1 w 21"/>
                <a:gd name="T7" fmla="*/ 7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15" y="1"/>
                    <a:pt x="20" y="0"/>
                    <a:pt x="20" y="0"/>
                  </a:cubicBezTo>
                  <a:cubicBezTo>
                    <a:pt x="21" y="1"/>
                    <a:pt x="17" y="3"/>
                    <a:pt x="11" y="4"/>
                  </a:cubicBezTo>
                  <a:cubicBezTo>
                    <a:pt x="7" y="6"/>
                    <a:pt x="2" y="7"/>
                    <a:pt x="1" y="7"/>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6" name="Freeform 1985">
              <a:extLst>
                <a:ext uri="{FF2B5EF4-FFF2-40B4-BE49-F238E27FC236}">
                  <a16:creationId xmlns:a16="http://schemas.microsoft.com/office/drawing/2014/main" id="{9581E5F4-4883-1C89-B71D-FA03B643A16A}"/>
                </a:ext>
              </a:extLst>
            </p:cNvPr>
            <p:cNvSpPr>
              <a:spLocks/>
            </p:cNvSpPr>
            <p:nvPr/>
          </p:nvSpPr>
          <p:spPr bwMode="auto">
            <a:xfrm rot="5094805">
              <a:off x="1955933" y="5399888"/>
              <a:ext cx="47985" cy="15995"/>
            </a:xfrm>
            <a:custGeom>
              <a:avLst/>
              <a:gdLst>
                <a:gd name="T0" fmla="*/ 19 w 20"/>
                <a:gd name="T1" fmla="*/ 0 h 7"/>
                <a:gd name="T2" fmla="*/ 11 w 20"/>
                <a:gd name="T3" fmla="*/ 4 h 7"/>
                <a:gd name="T4" fmla="*/ 0 w 20"/>
                <a:gd name="T5" fmla="*/ 6 h 7"/>
                <a:gd name="T6" fmla="*/ 8 w 20"/>
                <a:gd name="T7" fmla="*/ 3 h 7"/>
                <a:gd name="T8" fmla="*/ 19 w 20"/>
                <a:gd name="T9" fmla="*/ 0 h 7"/>
              </a:gdLst>
              <a:ahLst/>
              <a:cxnLst>
                <a:cxn ang="0">
                  <a:pos x="T0" y="T1"/>
                </a:cxn>
                <a:cxn ang="0">
                  <a:pos x="T2" y="T3"/>
                </a:cxn>
                <a:cxn ang="0">
                  <a:pos x="T4" y="T5"/>
                </a:cxn>
                <a:cxn ang="0">
                  <a:pos x="T6" y="T7"/>
                </a:cxn>
                <a:cxn ang="0">
                  <a:pos x="T8" y="T9"/>
                </a:cxn>
              </a:cxnLst>
              <a:rect l="0" t="0" r="r" b="b"/>
              <a:pathLst>
                <a:path w="20" h="7">
                  <a:moveTo>
                    <a:pt x="19" y="0"/>
                  </a:moveTo>
                  <a:cubicBezTo>
                    <a:pt x="20" y="1"/>
                    <a:pt x="16" y="2"/>
                    <a:pt x="11" y="4"/>
                  </a:cubicBezTo>
                  <a:cubicBezTo>
                    <a:pt x="5" y="6"/>
                    <a:pt x="0" y="7"/>
                    <a:pt x="0" y="6"/>
                  </a:cubicBezTo>
                  <a:cubicBezTo>
                    <a:pt x="0" y="6"/>
                    <a:pt x="3" y="4"/>
                    <a:pt x="8" y="3"/>
                  </a:cubicBezTo>
                  <a:cubicBezTo>
                    <a:pt x="14"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7" name="Freeform 1986">
              <a:extLst>
                <a:ext uri="{FF2B5EF4-FFF2-40B4-BE49-F238E27FC236}">
                  <a16:creationId xmlns:a16="http://schemas.microsoft.com/office/drawing/2014/main" id="{7468F7A8-30AD-7CC8-BA06-CD849128F897}"/>
                </a:ext>
              </a:extLst>
            </p:cNvPr>
            <p:cNvSpPr>
              <a:spLocks/>
            </p:cNvSpPr>
            <p:nvPr/>
          </p:nvSpPr>
          <p:spPr bwMode="auto">
            <a:xfrm rot="5094805">
              <a:off x="2026532" y="5587346"/>
              <a:ext cx="50269" cy="15995"/>
            </a:xfrm>
            <a:custGeom>
              <a:avLst/>
              <a:gdLst>
                <a:gd name="T0" fmla="*/ 11 w 20"/>
                <a:gd name="T1" fmla="*/ 3 h 6"/>
                <a:gd name="T2" fmla="*/ 0 w 20"/>
                <a:gd name="T3" fmla="*/ 5 h 6"/>
                <a:gd name="T4" fmla="*/ 9 w 20"/>
                <a:gd name="T5" fmla="*/ 2 h 6"/>
                <a:gd name="T6" fmla="*/ 20 w 20"/>
                <a:gd name="T7" fmla="*/ 0 h 6"/>
                <a:gd name="T8" fmla="*/ 11 w 20"/>
                <a:gd name="T9" fmla="*/ 3 h 6"/>
              </a:gdLst>
              <a:ahLst/>
              <a:cxnLst>
                <a:cxn ang="0">
                  <a:pos x="T0" y="T1"/>
                </a:cxn>
                <a:cxn ang="0">
                  <a:pos x="T2" y="T3"/>
                </a:cxn>
                <a:cxn ang="0">
                  <a:pos x="T4" y="T5"/>
                </a:cxn>
                <a:cxn ang="0">
                  <a:pos x="T6" y="T7"/>
                </a:cxn>
                <a:cxn ang="0">
                  <a:pos x="T8" y="T9"/>
                </a:cxn>
              </a:cxnLst>
              <a:rect l="0" t="0" r="r" b="b"/>
              <a:pathLst>
                <a:path w="20" h="6">
                  <a:moveTo>
                    <a:pt x="11" y="3"/>
                  </a:moveTo>
                  <a:cubicBezTo>
                    <a:pt x="5" y="5"/>
                    <a:pt x="1" y="6"/>
                    <a:pt x="0" y="5"/>
                  </a:cubicBezTo>
                  <a:cubicBezTo>
                    <a:pt x="0" y="5"/>
                    <a:pt x="4" y="3"/>
                    <a:pt x="9" y="2"/>
                  </a:cubicBezTo>
                  <a:cubicBezTo>
                    <a:pt x="14" y="0"/>
                    <a:pt x="19" y="0"/>
                    <a:pt x="20" y="0"/>
                  </a:cubicBezTo>
                  <a:cubicBezTo>
                    <a:pt x="20" y="0"/>
                    <a:pt x="16"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8" name="Freeform 1987">
              <a:extLst>
                <a:ext uri="{FF2B5EF4-FFF2-40B4-BE49-F238E27FC236}">
                  <a16:creationId xmlns:a16="http://schemas.microsoft.com/office/drawing/2014/main" id="{442E6356-E670-817B-85E8-888B633066BD}"/>
                </a:ext>
              </a:extLst>
            </p:cNvPr>
            <p:cNvSpPr>
              <a:spLocks/>
            </p:cNvSpPr>
            <p:nvPr/>
          </p:nvSpPr>
          <p:spPr bwMode="auto">
            <a:xfrm rot="5094805">
              <a:off x="2090313" y="5777900"/>
              <a:ext cx="47985" cy="11425"/>
            </a:xfrm>
            <a:custGeom>
              <a:avLst/>
              <a:gdLst>
                <a:gd name="T0" fmla="*/ 19 w 19"/>
                <a:gd name="T1" fmla="*/ 1 h 5"/>
                <a:gd name="T2" fmla="*/ 9 w 19"/>
                <a:gd name="T3" fmla="*/ 3 h 5"/>
                <a:gd name="T4" fmla="*/ 0 w 19"/>
                <a:gd name="T5" fmla="*/ 4 h 5"/>
                <a:gd name="T6" fmla="*/ 9 w 19"/>
                <a:gd name="T7" fmla="*/ 1 h 5"/>
                <a:gd name="T8" fmla="*/ 19 w 19"/>
                <a:gd name="T9" fmla="*/ 1 h 5"/>
              </a:gdLst>
              <a:ahLst/>
              <a:cxnLst>
                <a:cxn ang="0">
                  <a:pos x="T0" y="T1"/>
                </a:cxn>
                <a:cxn ang="0">
                  <a:pos x="T2" y="T3"/>
                </a:cxn>
                <a:cxn ang="0">
                  <a:pos x="T4" y="T5"/>
                </a:cxn>
                <a:cxn ang="0">
                  <a:pos x="T6" y="T7"/>
                </a:cxn>
                <a:cxn ang="0">
                  <a:pos x="T8" y="T9"/>
                </a:cxn>
              </a:cxnLst>
              <a:rect l="0" t="0" r="r" b="b"/>
              <a:pathLst>
                <a:path w="19" h="5">
                  <a:moveTo>
                    <a:pt x="19" y="1"/>
                  </a:moveTo>
                  <a:cubicBezTo>
                    <a:pt x="19" y="1"/>
                    <a:pt x="15" y="2"/>
                    <a:pt x="9" y="3"/>
                  </a:cubicBezTo>
                  <a:cubicBezTo>
                    <a:pt x="4" y="4"/>
                    <a:pt x="0" y="5"/>
                    <a:pt x="0" y="4"/>
                  </a:cubicBezTo>
                  <a:cubicBezTo>
                    <a:pt x="0" y="4"/>
                    <a:pt x="4" y="2"/>
                    <a:pt x="9" y="1"/>
                  </a:cubicBezTo>
                  <a:cubicBezTo>
                    <a:pt x="14"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9" name="Freeform 1988">
              <a:extLst>
                <a:ext uri="{FF2B5EF4-FFF2-40B4-BE49-F238E27FC236}">
                  <a16:creationId xmlns:a16="http://schemas.microsoft.com/office/drawing/2014/main" id="{F3235A6E-A2EB-BA40-259F-71839DEFC22B}"/>
                </a:ext>
              </a:extLst>
            </p:cNvPr>
            <p:cNvSpPr>
              <a:spLocks/>
            </p:cNvSpPr>
            <p:nvPr/>
          </p:nvSpPr>
          <p:spPr bwMode="auto">
            <a:xfrm rot="5094805">
              <a:off x="2138356" y="5971944"/>
              <a:ext cx="50269" cy="6855"/>
            </a:xfrm>
            <a:custGeom>
              <a:avLst/>
              <a:gdLst>
                <a:gd name="T0" fmla="*/ 11 w 21"/>
                <a:gd name="T1" fmla="*/ 2 h 3"/>
                <a:gd name="T2" fmla="*/ 1 w 21"/>
                <a:gd name="T3" fmla="*/ 3 h 3"/>
                <a:gd name="T4" fmla="*/ 8 w 21"/>
                <a:gd name="T5" fmla="*/ 0 h 3"/>
                <a:gd name="T6" fmla="*/ 20 w 21"/>
                <a:gd name="T7" fmla="*/ 0 h 3"/>
                <a:gd name="T8" fmla="*/ 11 w 21"/>
                <a:gd name="T9" fmla="*/ 2 h 3"/>
              </a:gdLst>
              <a:ahLst/>
              <a:cxnLst>
                <a:cxn ang="0">
                  <a:pos x="T0" y="T1"/>
                </a:cxn>
                <a:cxn ang="0">
                  <a:pos x="T2" y="T3"/>
                </a:cxn>
                <a:cxn ang="0">
                  <a:pos x="T4" y="T5"/>
                </a:cxn>
                <a:cxn ang="0">
                  <a:pos x="T6" y="T7"/>
                </a:cxn>
                <a:cxn ang="0">
                  <a:pos x="T8" y="T9"/>
                </a:cxn>
              </a:cxnLst>
              <a:rect l="0" t="0" r="r" b="b"/>
              <a:pathLst>
                <a:path w="21" h="3">
                  <a:moveTo>
                    <a:pt x="11" y="2"/>
                  </a:moveTo>
                  <a:cubicBezTo>
                    <a:pt x="6" y="3"/>
                    <a:pt x="1" y="3"/>
                    <a:pt x="1" y="3"/>
                  </a:cubicBezTo>
                  <a:cubicBezTo>
                    <a:pt x="0" y="2"/>
                    <a:pt x="3" y="1"/>
                    <a:pt x="8" y="0"/>
                  </a:cubicBezTo>
                  <a:cubicBezTo>
                    <a:pt x="13" y="0"/>
                    <a:pt x="19" y="0"/>
                    <a:pt x="20" y="0"/>
                  </a:cubicBezTo>
                  <a:cubicBezTo>
                    <a:pt x="21" y="1"/>
                    <a:pt x="17" y="2"/>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0" name="Freeform 1989">
              <a:extLst>
                <a:ext uri="{FF2B5EF4-FFF2-40B4-BE49-F238E27FC236}">
                  <a16:creationId xmlns:a16="http://schemas.microsoft.com/office/drawing/2014/main" id="{F862D41C-14AE-52AA-5792-4ED53F834DE0}"/>
                </a:ext>
              </a:extLst>
            </p:cNvPr>
            <p:cNvSpPr>
              <a:spLocks/>
            </p:cNvSpPr>
            <p:nvPr/>
          </p:nvSpPr>
          <p:spPr bwMode="auto">
            <a:xfrm rot="5094805">
              <a:off x="2176059" y="6163579"/>
              <a:ext cx="50269" cy="6855"/>
            </a:xfrm>
            <a:custGeom>
              <a:avLst/>
              <a:gdLst>
                <a:gd name="T0" fmla="*/ 9 w 20"/>
                <a:gd name="T1" fmla="*/ 1 h 3"/>
                <a:gd name="T2" fmla="*/ 20 w 20"/>
                <a:gd name="T3" fmla="*/ 1 h 3"/>
                <a:gd name="T4" fmla="*/ 10 w 20"/>
                <a:gd name="T5" fmla="*/ 3 h 3"/>
                <a:gd name="T6" fmla="*/ 0 w 20"/>
                <a:gd name="T7" fmla="*/ 3 h 3"/>
                <a:gd name="T8" fmla="*/ 9 w 20"/>
                <a:gd name="T9" fmla="*/ 1 h 3"/>
              </a:gdLst>
              <a:ahLst/>
              <a:cxnLst>
                <a:cxn ang="0">
                  <a:pos x="T0" y="T1"/>
                </a:cxn>
                <a:cxn ang="0">
                  <a:pos x="T2" y="T3"/>
                </a:cxn>
                <a:cxn ang="0">
                  <a:pos x="T4" y="T5"/>
                </a:cxn>
                <a:cxn ang="0">
                  <a:pos x="T6" y="T7"/>
                </a:cxn>
                <a:cxn ang="0">
                  <a:pos x="T8" y="T9"/>
                </a:cxn>
              </a:cxnLst>
              <a:rect l="0" t="0" r="r" b="b"/>
              <a:pathLst>
                <a:path w="20" h="3">
                  <a:moveTo>
                    <a:pt x="9" y="1"/>
                  </a:moveTo>
                  <a:cubicBezTo>
                    <a:pt x="15" y="0"/>
                    <a:pt x="20" y="0"/>
                    <a:pt x="20" y="1"/>
                  </a:cubicBezTo>
                  <a:cubicBezTo>
                    <a:pt x="20" y="1"/>
                    <a:pt x="15" y="2"/>
                    <a:pt x="10" y="3"/>
                  </a:cubicBezTo>
                  <a:cubicBezTo>
                    <a:pt x="5" y="3"/>
                    <a:pt x="1" y="3"/>
                    <a:pt x="0" y="3"/>
                  </a:cubicBezTo>
                  <a:cubicBezTo>
                    <a:pt x="0" y="2"/>
                    <a:pt x="4" y="1"/>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1" name="Freeform 1990">
              <a:extLst>
                <a:ext uri="{FF2B5EF4-FFF2-40B4-BE49-F238E27FC236}">
                  <a16:creationId xmlns:a16="http://schemas.microsoft.com/office/drawing/2014/main" id="{6714743E-F1AC-829C-B116-97FAA01455B5}"/>
                </a:ext>
              </a:extLst>
            </p:cNvPr>
            <p:cNvSpPr>
              <a:spLocks/>
            </p:cNvSpPr>
            <p:nvPr/>
          </p:nvSpPr>
          <p:spPr bwMode="auto">
            <a:xfrm rot="5094805">
              <a:off x="2220389" y="6350045"/>
              <a:ext cx="50269" cy="11425"/>
            </a:xfrm>
            <a:custGeom>
              <a:avLst/>
              <a:gdLst>
                <a:gd name="T0" fmla="*/ 10 w 20"/>
                <a:gd name="T1" fmla="*/ 1 h 5"/>
                <a:gd name="T2" fmla="*/ 20 w 20"/>
                <a:gd name="T3" fmla="*/ 1 h 5"/>
                <a:gd name="T4" fmla="*/ 10 w 20"/>
                <a:gd name="T5" fmla="*/ 4 h 5"/>
                <a:gd name="T6" fmla="*/ 1 w 20"/>
                <a:gd name="T7" fmla="*/ 4 h 5"/>
                <a:gd name="T8" fmla="*/ 10 w 20"/>
                <a:gd name="T9" fmla="*/ 1 h 5"/>
              </a:gdLst>
              <a:ahLst/>
              <a:cxnLst>
                <a:cxn ang="0">
                  <a:pos x="T0" y="T1"/>
                </a:cxn>
                <a:cxn ang="0">
                  <a:pos x="T2" y="T3"/>
                </a:cxn>
                <a:cxn ang="0">
                  <a:pos x="T4" y="T5"/>
                </a:cxn>
                <a:cxn ang="0">
                  <a:pos x="T6" y="T7"/>
                </a:cxn>
                <a:cxn ang="0">
                  <a:pos x="T8" y="T9"/>
                </a:cxn>
              </a:cxnLst>
              <a:rect l="0" t="0" r="r" b="b"/>
              <a:pathLst>
                <a:path w="20" h="5">
                  <a:moveTo>
                    <a:pt x="10" y="1"/>
                  </a:moveTo>
                  <a:cubicBezTo>
                    <a:pt x="15" y="0"/>
                    <a:pt x="20" y="0"/>
                    <a:pt x="20" y="1"/>
                  </a:cubicBezTo>
                  <a:cubicBezTo>
                    <a:pt x="20" y="2"/>
                    <a:pt x="16" y="3"/>
                    <a:pt x="10" y="4"/>
                  </a:cubicBezTo>
                  <a:cubicBezTo>
                    <a:pt x="5" y="5"/>
                    <a:pt x="1" y="5"/>
                    <a:pt x="1" y="4"/>
                  </a:cubicBezTo>
                  <a:cubicBezTo>
                    <a:pt x="0" y="4"/>
                    <a:pt x="4"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2" name="Freeform 1991">
              <a:extLst>
                <a:ext uri="{FF2B5EF4-FFF2-40B4-BE49-F238E27FC236}">
                  <a16:creationId xmlns:a16="http://schemas.microsoft.com/office/drawing/2014/main" id="{AA7C3ECA-E1E0-E523-C235-95772C6ED6EB}"/>
                </a:ext>
              </a:extLst>
            </p:cNvPr>
            <p:cNvSpPr>
              <a:spLocks/>
            </p:cNvSpPr>
            <p:nvPr/>
          </p:nvSpPr>
          <p:spPr bwMode="auto">
            <a:xfrm rot="5094805">
              <a:off x="2278682" y="6539954"/>
              <a:ext cx="47985" cy="13710"/>
            </a:xfrm>
            <a:custGeom>
              <a:avLst/>
              <a:gdLst>
                <a:gd name="T0" fmla="*/ 19 w 20"/>
                <a:gd name="T1" fmla="*/ 0 h 6"/>
                <a:gd name="T2" fmla="*/ 11 w 20"/>
                <a:gd name="T3" fmla="*/ 4 h 6"/>
                <a:gd name="T4" fmla="*/ 0 w 20"/>
                <a:gd name="T5" fmla="*/ 5 h 6"/>
                <a:gd name="T6" fmla="*/ 8 w 20"/>
                <a:gd name="T7" fmla="*/ 1 h 6"/>
                <a:gd name="T8" fmla="*/ 19 w 20"/>
                <a:gd name="T9" fmla="*/ 0 h 6"/>
              </a:gdLst>
              <a:ahLst/>
              <a:cxnLst>
                <a:cxn ang="0">
                  <a:pos x="T0" y="T1"/>
                </a:cxn>
                <a:cxn ang="0">
                  <a:pos x="T2" y="T3"/>
                </a:cxn>
                <a:cxn ang="0">
                  <a:pos x="T4" y="T5"/>
                </a:cxn>
                <a:cxn ang="0">
                  <a:pos x="T6" y="T7"/>
                </a:cxn>
                <a:cxn ang="0">
                  <a:pos x="T8" y="T9"/>
                </a:cxn>
              </a:cxnLst>
              <a:rect l="0" t="0" r="r" b="b"/>
              <a:pathLst>
                <a:path w="20" h="6">
                  <a:moveTo>
                    <a:pt x="19" y="0"/>
                  </a:moveTo>
                  <a:cubicBezTo>
                    <a:pt x="20" y="1"/>
                    <a:pt x="16" y="3"/>
                    <a:pt x="11" y="4"/>
                  </a:cubicBezTo>
                  <a:cubicBezTo>
                    <a:pt x="5" y="5"/>
                    <a:pt x="0" y="6"/>
                    <a:pt x="0" y="5"/>
                  </a:cubicBezTo>
                  <a:cubicBezTo>
                    <a:pt x="0" y="4"/>
                    <a:pt x="3" y="3"/>
                    <a:pt x="8" y="1"/>
                  </a:cubicBezTo>
                  <a:cubicBezTo>
                    <a:pt x="14" y="0"/>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3" name="Freeform 1992">
              <a:extLst>
                <a:ext uri="{FF2B5EF4-FFF2-40B4-BE49-F238E27FC236}">
                  <a16:creationId xmlns:a16="http://schemas.microsoft.com/office/drawing/2014/main" id="{46931051-7F76-B8AD-FBB3-83F97EE8F1E3}"/>
                </a:ext>
              </a:extLst>
            </p:cNvPr>
            <p:cNvSpPr>
              <a:spLocks/>
            </p:cNvSpPr>
            <p:nvPr/>
          </p:nvSpPr>
          <p:spPr bwMode="auto">
            <a:xfrm rot="5094805">
              <a:off x="2348144" y="6724085"/>
              <a:ext cx="50269" cy="20565"/>
            </a:xfrm>
            <a:custGeom>
              <a:avLst/>
              <a:gdLst>
                <a:gd name="T0" fmla="*/ 9 w 20"/>
                <a:gd name="T1" fmla="*/ 2 h 8"/>
                <a:gd name="T2" fmla="*/ 20 w 20"/>
                <a:gd name="T3" fmla="*/ 1 h 8"/>
                <a:gd name="T4" fmla="*/ 10 w 20"/>
                <a:gd name="T5" fmla="*/ 6 h 8"/>
                <a:gd name="T6" fmla="*/ 0 w 20"/>
                <a:gd name="T7" fmla="*/ 7 h 8"/>
                <a:gd name="T8" fmla="*/ 9 w 20"/>
                <a:gd name="T9" fmla="*/ 2 h 8"/>
              </a:gdLst>
              <a:ahLst/>
              <a:cxnLst>
                <a:cxn ang="0">
                  <a:pos x="T0" y="T1"/>
                </a:cxn>
                <a:cxn ang="0">
                  <a:pos x="T2" y="T3"/>
                </a:cxn>
                <a:cxn ang="0">
                  <a:pos x="T4" y="T5"/>
                </a:cxn>
                <a:cxn ang="0">
                  <a:pos x="T6" y="T7"/>
                </a:cxn>
                <a:cxn ang="0">
                  <a:pos x="T8" y="T9"/>
                </a:cxn>
              </a:cxnLst>
              <a:rect l="0" t="0" r="r" b="b"/>
              <a:pathLst>
                <a:path w="20" h="8">
                  <a:moveTo>
                    <a:pt x="9" y="2"/>
                  </a:moveTo>
                  <a:cubicBezTo>
                    <a:pt x="15" y="1"/>
                    <a:pt x="20" y="0"/>
                    <a:pt x="20" y="1"/>
                  </a:cubicBezTo>
                  <a:cubicBezTo>
                    <a:pt x="20" y="2"/>
                    <a:pt x="15" y="5"/>
                    <a:pt x="10" y="6"/>
                  </a:cubicBezTo>
                  <a:cubicBezTo>
                    <a:pt x="5" y="7"/>
                    <a:pt x="1" y="8"/>
                    <a:pt x="0" y="7"/>
                  </a:cubicBezTo>
                  <a:cubicBezTo>
                    <a:pt x="0" y="6"/>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4" name="Freeform 1993">
              <a:extLst>
                <a:ext uri="{FF2B5EF4-FFF2-40B4-BE49-F238E27FC236}">
                  <a16:creationId xmlns:a16="http://schemas.microsoft.com/office/drawing/2014/main" id="{882C95B9-2482-27B7-2E2D-2971FEAA246A}"/>
                </a:ext>
              </a:extLst>
            </p:cNvPr>
            <p:cNvSpPr>
              <a:spLocks/>
            </p:cNvSpPr>
            <p:nvPr/>
          </p:nvSpPr>
          <p:spPr bwMode="auto">
            <a:xfrm rot="5094805">
              <a:off x="2428889" y="6909595"/>
              <a:ext cx="50269" cy="20565"/>
            </a:xfrm>
            <a:custGeom>
              <a:avLst/>
              <a:gdLst>
                <a:gd name="T0" fmla="*/ 9 w 20"/>
                <a:gd name="T1" fmla="*/ 2 h 9"/>
                <a:gd name="T2" fmla="*/ 20 w 20"/>
                <a:gd name="T3" fmla="*/ 1 h 9"/>
                <a:gd name="T4" fmla="*/ 10 w 20"/>
                <a:gd name="T5" fmla="*/ 7 h 9"/>
                <a:gd name="T6" fmla="*/ 0 w 20"/>
                <a:gd name="T7" fmla="*/ 8 h 9"/>
                <a:gd name="T8" fmla="*/ 9 w 20"/>
                <a:gd name="T9" fmla="*/ 2 h 9"/>
              </a:gdLst>
              <a:ahLst/>
              <a:cxnLst>
                <a:cxn ang="0">
                  <a:pos x="T0" y="T1"/>
                </a:cxn>
                <a:cxn ang="0">
                  <a:pos x="T2" y="T3"/>
                </a:cxn>
                <a:cxn ang="0">
                  <a:pos x="T4" y="T5"/>
                </a:cxn>
                <a:cxn ang="0">
                  <a:pos x="T6" y="T7"/>
                </a:cxn>
                <a:cxn ang="0">
                  <a:pos x="T8" y="T9"/>
                </a:cxn>
              </a:cxnLst>
              <a:rect l="0" t="0" r="r" b="b"/>
              <a:pathLst>
                <a:path w="20" h="9">
                  <a:moveTo>
                    <a:pt x="9" y="2"/>
                  </a:moveTo>
                  <a:cubicBezTo>
                    <a:pt x="15" y="0"/>
                    <a:pt x="20" y="0"/>
                    <a:pt x="20" y="1"/>
                  </a:cubicBezTo>
                  <a:cubicBezTo>
                    <a:pt x="20" y="2"/>
                    <a:pt x="15" y="5"/>
                    <a:pt x="10" y="7"/>
                  </a:cubicBezTo>
                  <a:cubicBezTo>
                    <a:pt x="5" y="8"/>
                    <a:pt x="1" y="9"/>
                    <a:pt x="0" y="8"/>
                  </a:cubicBezTo>
                  <a:cubicBezTo>
                    <a:pt x="0" y="7"/>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5" name="Freeform 1994">
              <a:extLst>
                <a:ext uri="{FF2B5EF4-FFF2-40B4-BE49-F238E27FC236}">
                  <a16:creationId xmlns:a16="http://schemas.microsoft.com/office/drawing/2014/main" id="{0F4010CA-7145-A2AB-7104-2D7FE4E5DE37}"/>
                </a:ext>
              </a:extLst>
            </p:cNvPr>
            <p:cNvSpPr>
              <a:spLocks/>
            </p:cNvSpPr>
            <p:nvPr/>
          </p:nvSpPr>
          <p:spPr bwMode="auto">
            <a:xfrm rot="5094805">
              <a:off x="2395571" y="6702964"/>
              <a:ext cx="43415" cy="20565"/>
            </a:xfrm>
            <a:custGeom>
              <a:avLst/>
              <a:gdLst>
                <a:gd name="T0" fmla="*/ 8 w 18"/>
                <a:gd name="T1" fmla="*/ 2 h 8"/>
                <a:gd name="T2" fmla="*/ 17 w 18"/>
                <a:gd name="T3" fmla="*/ 1 h 8"/>
                <a:gd name="T4" fmla="*/ 9 w 18"/>
                <a:gd name="T5" fmla="*/ 7 h 8"/>
                <a:gd name="T6" fmla="*/ 0 w 18"/>
                <a:gd name="T7" fmla="*/ 7 h 8"/>
                <a:gd name="T8" fmla="*/ 8 w 18"/>
                <a:gd name="T9" fmla="*/ 2 h 8"/>
              </a:gdLst>
              <a:ahLst/>
              <a:cxnLst>
                <a:cxn ang="0">
                  <a:pos x="T0" y="T1"/>
                </a:cxn>
                <a:cxn ang="0">
                  <a:pos x="T2" y="T3"/>
                </a:cxn>
                <a:cxn ang="0">
                  <a:pos x="T4" y="T5"/>
                </a:cxn>
                <a:cxn ang="0">
                  <a:pos x="T6" y="T7"/>
                </a:cxn>
                <a:cxn ang="0">
                  <a:pos x="T8" y="T9"/>
                </a:cxn>
              </a:cxnLst>
              <a:rect l="0" t="0" r="r" b="b"/>
              <a:pathLst>
                <a:path w="18" h="8">
                  <a:moveTo>
                    <a:pt x="8" y="2"/>
                  </a:moveTo>
                  <a:cubicBezTo>
                    <a:pt x="12" y="0"/>
                    <a:pt x="17" y="0"/>
                    <a:pt x="17" y="1"/>
                  </a:cubicBezTo>
                  <a:cubicBezTo>
                    <a:pt x="18" y="2"/>
                    <a:pt x="14" y="5"/>
                    <a:pt x="9" y="7"/>
                  </a:cubicBezTo>
                  <a:cubicBezTo>
                    <a:pt x="4" y="8"/>
                    <a:pt x="0" y="8"/>
                    <a:pt x="0" y="7"/>
                  </a:cubicBezTo>
                  <a:cubicBezTo>
                    <a:pt x="0" y="5"/>
                    <a:pt x="3"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6" name="Freeform 1995">
              <a:extLst>
                <a:ext uri="{FF2B5EF4-FFF2-40B4-BE49-F238E27FC236}">
                  <a16:creationId xmlns:a16="http://schemas.microsoft.com/office/drawing/2014/main" id="{50DBB771-C8E6-2651-D8D4-DCF2800132A8}"/>
                </a:ext>
              </a:extLst>
            </p:cNvPr>
            <p:cNvSpPr>
              <a:spLocks/>
            </p:cNvSpPr>
            <p:nvPr/>
          </p:nvSpPr>
          <p:spPr bwMode="auto">
            <a:xfrm rot="5094805">
              <a:off x="2319273" y="6516952"/>
              <a:ext cx="45700" cy="18280"/>
            </a:xfrm>
            <a:custGeom>
              <a:avLst/>
              <a:gdLst>
                <a:gd name="T0" fmla="*/ 8 w 18"/>
                <a:gd name="T1" fmla="*/ 1 h 7"/>
                <a:gd name="T2" fmla="*/ 18 w 18"/>
                <a:gd name="T3" fmla="*/ 1 h 7"/>
                <a:gd name="T4" fmla="*/ 9 w 18"/>
                <a:gd name="T5" fmla="*/ 6 h 7"/>
                <a:gd name="T6" fmla="*/ 0 w 18"/>
                <a:gd name="T7" fmla="*/ 6 h 7"/>
                <a:gd name="T8" fmla="*/ 8 w 18"/>
                <a:gd name="T9" fmla="*/ 1 h 7"/>
              </a:gdLst>
              <a:ahLst/>
              <a:cxnLst>
                <a:cxn ang="0">
                  <a:pos x="T0" y="T1"/>
                </a:cxn>
                <a:cxn ang="0">
                  <a:pos x="T2" y="T3"/>
                </a:cxn>
                <a:cxn ang="0">
                  <a:pos x="T4" y="T5"/>
                </a:cxn>
                <a:cxn ang="0">
                  <a:pos x="T6" y="T7"/>
                </a:cxn>
                <a:cxn ang="0">
                  <a:pos x="T8" y="T9"/>
                </a:cxn>
              </a:cxnLst>
              <a:rect l="0" t="0" r="r" b="b"/>
              <a:pathLst>
                <a:path w="18" h="7">
                  <a:moveTo>
                    <a:pt x="8" y="1"/>
                  </a:moveTo>
                  <a:cubicBezTo>
                    <a:pt x="12" y="0"/>
                    <a:pt x="17" y="0"/>
                    <a:pt x="18" y="1"/>
                  </a:cubicBezTo>
                  <a:cubicBezTo>
                    <a:pt x="18" y="2"/>
                    <a:pt x="14" y="5"/>
                    <a:pt x="9" y="6"/>
                  </a:cubicBezTo>
                  <a:cubicBezTo>
                    <a:pt x="4" y="7"/>
                    <a:pt x="0" y="7"/>
                    <a:pt x="0" y="6"/>
                  </a:cubicBezTo>
                  <a:cubicBezTo>
                    <a:pt x="0" y="4"/>
                    <a:pt x="3"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7" name="Freeform 1996">
              <a:extLst>
                <a:ext uri="{FF2B5EF4-FFF2-40B4-BE49-F238E27FC236}">
                  <a16:creationId xmlns:a16="http://schemas.microsoft.com/office/drawing/2014/main" id="{2BB8287C-1F27-6826-5E72-5C9BB00A3FD6}"/>
                </a:ext>
              </a:extLst>
            </p:cNvPr>
            <p:cNvSpPr>
              <a:spLocks/>
            </p:cNvSpPr>
            <p:nvPr/>
          </p:nvSpPr>
          <p:spPr bwMode="auto">
            <a:xfrm rot="5094805">
              <a:off x="2257671" y="6328587"/>
              <a:ext cx="45700" cy="15995"/>
            </a:xfrm>
            <a:custGeom>
              <a:avLst/>
              <a:gdLst>
                <a:gd name="T0" fmla="*/ 18 w 19"/>
                <a:gd name="T1" fmla="*/ 2 h 7"/>
                <a:gd name="T2" fmla="*/ 11 w 19"/>
                <a:gd name="T3" fmla="*/ 6 h 7"/>
                <a:gd name="T4" fmla="*/ 1 w 19"/>
                <a:gd name="T5" fmla="*/ 5 h 7"/>
                <a:gd name="T6" fmla="*/ 9 w 19"/>
                <a:gd name="T7" fmla="*/ 1 h 7"/>
                <a:gd name="T8" fmla="*/ 18 w 19"/>
                <a:gd name="T9" fmla="*/ 2 h 7"/>
              </a:gdLst>
              <a:ahLst/>
              <a:cxnLst>
                <a:cxn ang="0">
                  <a:pos x="T0" y="T1"/>
                </a:cxn>
                <a:cxn ang="0">
                  <a:pos x="T2" y="T3"/>
                </a:cxn>
                <a:cxn ang="0">
                  <a:pos x="T4" y="T5"/>
                </a:cxn>
                <a:cxn ang="0">
                  <a:pos x="T6" y="T7"/>
                </a:cxn>
                <a:cxn ang="0">
                  <a:pos x="T8" y="T9"/>
                </a:cxn>
              </a:cxnLst>
              <a:rect l="0" t="0" r="r" b="b"/>
              <a:pathLst>
                <a:path w="19" h="7">
                  <a:moveTo>
                    <a:pt x="18" y="2"/>
                  </a:moveTo>
                  <a:cubicBezTo>
                    <a:pt x="19" y="3"/>
                    <a:pt x="15" y="5"/>
                    <a:pt x="11" y="6"/>
                  </a:cubicBezTo>
                  <a:cubicBezTo>
                    <a:pt x="6" y="7"/>
                    <a:pt x="2" y="7"/>
                    <a:pt x="1" y="5"/>
                  </a:cubicBezTo>
                  <a:cubicBezTo>
                    <a:pt x="0" y="4"/>
                    <a:pt x="3" y="2"/>
                    <a:pt x="9" y="1"/>
                  </a:cubicBezTo>
                  <a:cubicBezTo>
                    <a:pt x="13" y="0"/>
                    <a:pt x="18" y="0"/>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8" name="Freeform 1997">
              <a:extLst>
                <a:ext uri="{FF2B5EF4-FFF2-40B4-BE49-F238E27FC236}">
                  <a16:creationId xmlns:a16="http://schemas.microsoft.com/office/drawing/2014/main" id="{B132C512-48A1-DC99-4770-240393989693}"/>
                </a:ext>
              </a:extLst>
            </p:cNvPr>
            <p:cNvSpPr>
              <a:spLocks/>
            </p:cNvSpPr>
            <p:nvPr/>
          </p:nvSpPr>
          <p:spPr bwMode="auto">
            <a:xfrm rot="5094805">
              <a:off x="2209822" y="6141186"/>
              <a:ext cx="47985" cy="11425"/>
            </a:xfrm>
            <a:custGeom>
              <a:avLst/>
              <a:gdLst>
                <a:gd name="T0" fmla="*/ 12 w 20"/>
                <a:gd name="T1" fmla="*/ 5 h 5"/>
                <a:gd name="T2" fmla="*/ 1 w 20"/>
                <a:gd name="T3" fmla="*/ 3 h 5"/>
                <a:gd name="T4" fmla="*/ 8 w 20"/>
                <a:gd name="T5" fmla="*/ 0 h 5"/>
                <a:gd name="T6" fmla="*/ 19 w 20"/>
                <a:gd name="T7" fmla="*/ 1 h 5"/>
                <a:gd name="T8" fmla="*/ 12 w 20"/>
                <a:gd name="T9" fmla="*/ 5 h 5"/>
              </a:gdLst>
              <a:ahLst/>
              <a:cxnLst>
                <a:cxn ang="0">
                  <a:pos x="T0" y="T1"/>
                </a:cxn>
                <a:cxn ang="0">
                  <a:pos x="T2" y="T3"/>
                </a:cxn>
                <a:cxn ang="0">
                  <a:pos x="T4" y="T5"/>
                </a:cxn>
                <a:cxn ang="0">
                  <a:pos x="T6" y="T7"/>
                </a:cxn>
                <a:cxn ang="0">
                  <a:pos x="T8" y="T9"/>
                </a:cxn>
              </a:cxnLst>
              <a:rect l="0" t="0" r="r" b="b"/>
              <a:pathLst>
                <a:path w="20" h="5">
                  <a:moveTo>
                    <a:pt x="12" y="5"/>
                  </a:moveTo>
                  <a:cubicBezTo>
                    <a:pt x="7" y="5"/>
                    <a:pt x="2" y="5"/>
                    <a:pt x="1" y="3"/>
                  </a:cubicBezTo>
                  <a:cubicBezTo>
                    <a:pt x="0" y="2"/>
                    <a:pt x="3" y="1"/>
                    <a:pt x="8" y="0"/>
                  </a:cubicBezTo>
                  <a:cubicBezTo>
                    <a:pt x="13" y="0"/>
                    <a:pt x="18" y="0"/>
                    <a:pt x="19" y="1"/>
                  </a:cubicBezTo>
                  <a:cubicBezTo>
                    <a:pt x="20" y="2"/>
                    <a:pt x="16" y="4"/>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9" name="Freeform 1998">
              <a:extLst>
                <a:ext uri="{FF2B5EF4-FFF2-40B4-BE49-F238E27FC236}">
                  <a16:creationId xmlns:a16="http://schemas.microsoft.com/office/drawing/2014/main" id="{F0FE63E9-FEBF-0115-673C-067F84014945}"/>
                </a:ext>
              </a:extLst>
            </p:cNvPr>
            <p:cNvSpPr>
              <a:spLocks/>
            </p:cNvSpPr>
            <p:nvPr/>
          </p:nvSpPr>
          <p:spPr bwMode="auto">
            <a:xfrm rot="5094805">
              <a:off x="2173160" y="5946128"/>
              <a:ext cx="45700" cy="15995"/>
            </a:xfrm>
            <a:custGeom>
              <a:avLst/>
              <a:gdLst>
                <a:gd name="T0" fmla="*/ 18 w 18"/>
                <a:gd name="T1" fmla="*/ 2 h 6"/>
                <a:gd name="T2" fmla="*/ 10 w 18"/>
                <a:gd name="T3" fmla="*/ 5 h 6"/>
                <a:gd name="T4" fmla="*/ 0 w 18"/>
                <a:gd name="T5" fmla="*/ 4 h 6"/>
                <a:gd name="T6" fmla="*/ 9 w 18"/>
                <a:gd name="T7" fmla="*/ 1 h 6"/>
                <a:gd name="T8" fmla="*/ 18 w 18"/>
                <a:gd name="T9" fmla="*/ 2 h 6"/>
              </a:gdLst>
              <a:ahLst/>
              <a:cxnLst>
                <a:cxn ang="0">
                  <a:pos x="T0" y="T1"/>
                </a:cxn>
                <a:cxn ang="0">
                  <a:pos x="T2" y="T3"/>
                </a:cxn>
                <a:cxn ang="0">
                  <a:pos x="T4" y="T5"/>
                </a:cxn>
                <a:cxn ang="0">
                  <a:pos x="T6" y="T7"/>
                </a:cxn>
                <a:cxn ang="0">
                  <a:pos x="T8" y="T9"/>
                </a:cxn>
              </a:cxnLst>
              <a:rect l="0" t="0" r="r" b="b"/>
              <a:pathLst>
                <a:path w="18" h="6">
                  <a:moveTo>
                    <a:pt x="18" y="2"/>
                  </a:moveTo>
                  <a:cubicBezTo>
                    <a:pt x="18" y="3"/>
                    <a:pt x="15" y="5"/>
                    <a:pt x="10" y="5"/>
                  </a:cubicBezTo>
                  <a:cubicBezTo>
                    <a:pt x="5" y="6"/>
                    <a:pt x="0" y="5"/>
                    <a:pt x="0" y="4"/>
                  </a:cubicBezTo>
                  <a:cubicBezTo>
                    <a:pt x="0" y="3"/>
                    <a:pt x="4" y="1"/>
                    <a:pt x="9" y="1"/>
                  </a:cubicBezTo>
                  <a:cubicBezTo>
                    <a:pt x="14" y="0"/>
                    <a:pt x="18" y="1"/>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0" name="Freeform 1999">
              <a:extLst>
                <a:ext uri="{FF2B5EF4-FFF2-40B4-BE49-F238E27FC236}">
                  <a16:creationId xmlns:a16="http://schemas.microsoft.com/office/drawing/2014/main" id="{5ACD84A4-186C-CB6A-59EC-80D245D4F003}"/>
                </a:ext>
              </a:extLst>
            </p:cNvPr>
            <p:cNvSpPr>
              <a:spLocks/>
            </p:cNvSpPr>
            <p:nvPr/>
          </p:nvSpPr>
          <p:spPr bwMode="auto">
            <a:xfrm rot="5094805">
              <a:off x="2120662" y="5756952"/>
              <a:ext cx="45700" cy="13710"/>
            </a:xfrm>
            <a:custGeom>
              <a:avLst/>
              <a:gdLst>
                <a:gd name="T0" fmla="*/ 19 w 19"/>
                <a:gd name="T1" fmla="*/ 1 h 6"/>
                <a:gd name="T2" fmla="*/ 11 w 19"/>
                <a:gd name="T3" fmla="*/ 5 h 6"/>
                <a:gd name="T4" fmla="*/ 1 w 19"/>
                <a:gd name="T5" fmla="*/ 5 h 6"/>
                <a:gd name="T6" fmla="*/ 9 w 19"/>
                <a:gd name="T7" fmla="*/ 1 h 6"/>
                <a:gd name="T8" fmla="*/ 19 w 19"/>
                <a:gd name="T9" fmla="*/ 1 h 6"/>
              </a:gdLst>
              <a:ahLst/>
              <a:cxnLst>
                <a:cxn ang="0">
                  <a:pos x="T0" y="T1"/>
                </a:cxn>
                <a:cxn ang="0">
                  <a:pos x="T2" y="T3"/>
                </a:cxn>
                <a:cxn ang="0">
                  <a:pos x="T4" y="T5"/>
                </a:cxn>
                <a:cxn ang="0">
                  <a:pos x="T6" y="T7"/>
                </a:cxn>
                <a:cxn ang="0">
                  <a:pos x="T8" y="T9"/>
                </a:cxn>
              </a:cxnLst>
              <a:rect l="0" t="0" r="r" b="b"/>
              <a:pathLst>
                <a:path w="19" h="6">
                  <a:moveTo>
                    <a:pt x="19" y="1"/>
                  </a:moveTo>
                  <a:cubicBezTo>
                    <a:pt x="19" y="2"/>
                    <a:pt x="16" y="4"/>
                    <a:pt x="11" y="5"/>
                  </a:cubicBezTo>
                  <a:cubicBezTo>
                    <a:pt x="7" y="6"/>
                    <a:pt x="2" y="6"/>
                    <a:pt x="1" y="5"/>
                  </a:cubicBezTo>
                  <a:cubicBezTo>
                    <a:pt x="0" y="4"/>
                    <a:pt x="3" y="2"/>
                    <a:pt x="9" y="1"/>
                  </a:cubicBezTo>
                  <a:cubicBezTo>
                    <a:pt x="13" y="0"/>
                    <a:pt x="18"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1" name="Freeform 2000">
              <a:extLst>
                <a:ext uri="{FF2B5EF4-FFF2-40B4-BE49-F238E27FC236}">
                  <a16:creationId xmlns:a16="http://schemas.microsoft.com/office/drawing/2014/main" id="{9C9214B0-6585-6054-B33F-C12CE851D90A}"/>
                </a:ext>
              </a:extLst>
            </p:cNvPr>
            <p:cNvSpPr>
              <a:spLocks/>
            </p:cNvSpPr>
            <p:nvPr/>
          </p:nvSpPr>
          <p:spPr bwMode="auto">
            <a:xfrm rot="5094805">
              <a:off x="2055849" y="5567739"/>
              <a:ext cx="45700" cy="18280"/>
            </a:xfrm>
            <a:custGeom>
              <a:avLst/>
              <a:gdLst>
                <a:gd name="T0" fmla="*/ 11 w 19"/>
                <a:gd name="T1" fmla="*/ 5 h 7"/>
                <a:gd name="T2" fmla="*/ 0 w 19"/>
                <a:gd name="T3" fmla="*/ 6 h 7"/>
                <a:gd name="T4" fmla="*/ 7 w 19"/>
                <a:gd name="T5" fmla="*/ 2 h 7"/>
                <a:gd name="T6" fmla="*/ 18 w 19"/>
                <a:gd name="T7" fmla="*/ 1 h 7"/>
                <a:gd name="T8" fmla="*/ 11 w 19"/>
                <a:gd name="T9" fmla="*/ 5 h 7"/>
              </a:gdLst>
              <a:ahLst/>
              <a:cxnLst>
                <a:cxn ang="0">
                  <a:pos x="T0" y="T1"/>
                </a:cxn>
                <a:cxn ang="0">
                  <a:pos x="T2" y="T3"/>
                </a:cxn>
                <a:cxn ang="0">
                  <a:pos x="T4" y="T5"/>
                </a:cxn>
                <a:cxn ang="0">
                  <a:pos x="T6" y="T7"/>
                </a:cxn>
                <a:cxn ang="0">
                  <a:pos x="T8" y="T9"/>
                </a:cxn>
              </a:cxnLst>
              <a:rect l="0" t="0" r="r" b="b"/>
              <a:pathLst>
                <a:path w="19" h="7">
                  <a:moveTo>
                    <a:pt x="11" y="5"/>
                  </a:moveTo>
                  <a:cubicBezTo>
                    <a:pt x="6" y="6"/>
                    <a:pt x="1" y="7"/>
                    <a:pt x="0" y="6"/>
                  </a:cubicBezTo>
                  <a:cubicBezTo>
                    <a:pt x="0" y="5"/>
                    <a:pt x="2" y="3"/>
                    <a:pt x="7" y="2"/>
                  </a:cubicBezTo>
                  <a:cubicBezTo>
                    <a:pt x="12" y="0"/>
                    <a:pt x="17" y="0"/>
                    <a:pt x="18" y="1"/>
                  </a:cubicBezTo>
                  <a:cubicBezTo>
                    <a:pt x="19" y="2"/>
                    <a:pt x="15" y="4"/>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2" name="Freeform 2001">
              <a:extLst>
                <a:ext uri="{FF2B5EF4-FFF2-40B4-BE49-F238E27FC236}">
                  <a16:creationId xmlns:a16="http://schemas.microsoft.com/office/drawing/2014/main" id="{2975305D-C747-79C1-66A4-A5D0C1532B5D}"/>
                </a:ext>
              </a:extLst>
            </p:cNvPr>
            <p:cNvSpPr>
              <a:spLocks/>
            </p:cNvSpPr>
            <p:nvPr/>
          </p:nvSpPr>
          <p:spPr bwMode="auto">
            <a:xfrm rot="5094805">
              <a:off x="1980591" y="5378305"/>
              <a:ext cx="45700" cy="20565"/>
            </a:xfrm>
            <a:custGeom>
              <a:avLst/>
              <a:gdLst>
                <a:gd name="T0" fmla="*/ 18 w 18"/>
                <a:gd name="T1" fmla="*/ 1 h 8"/>
                <a:gd name="T2" fmla="*/ 10 w 18"/>
                <a:gd name="T3" fmla="*/ 5 h 8"/>
                <a:gd name="T4" fmla="*/ 0 w 18"/>
                <a:gd name="T5" fmla="*/ 6 h 8"/>
                <a:gd name="T6" fmla="*/ 9 w 18"/>
                <a:gd name="T7" fmla="*/ 2 h 8"/>
                <a:gd name="T8" fmla="*/ 18 w 18"/>
                <a:gd name="T9" fmla="*/ 1 h 8"/>
              </a:gdLst>
              <a:ahLst/>
              <a:cxnLst>
                <a:cxn ang="0">
                  <a:pos x="T0" y="T1"/>
                </a:cxn>
                <a:cxn ang="0">
                  <a:pos x="T2" y="T3"/>
                </a:cxn>
                <a:cxn ang="0">
                  <a:pos x="T4" y="T5"/>
                </a:cxn>
                <a:cxn ang="0">
                  <a:pos x="T6" y="T7"/>
                </a:cxn>
                <a:cxn ang="0">
                  <a:pos x="T8" y="T9"/>
                </a:cxn>
              </a:cxnLst>
              <a:rect l="0" t="0" r="r" b="b"/>
              <a:pathLst>
                <a:path w="18" h="8">
                  <a:moveTo>
                    <a:pt x="18" y="1"/>
                  </a:moveTo>
                  <a:cubicBezTo>
                    <a:pt x="18" y="2"/>
                    <a:pt x="14" y="4"/>
                    <a:pt x="10" y="5"/>
                  </a:cubicBezTo>
                  <a:cubicBezTo>
                    <a:pt x="4" y="7"/>
                    <a:pt x="0" y="8"/>
                    <a:pt x="0" y="6"/>
                  </a:cubicBezTo>
                  <a:cubicBezTo>
                    <a:pt x="0" y="5"/>
                    <a:pt x="4" y="3"/>
                    <a:pt x="9" y="2"/>
                  </a:cubicBezTo>
                  <a:cubicBezTo>
                    <a:pt x="14" y="0"/>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3" name="Freeform 2002">
              <a:extLst>
                <a:ext uri="{FF2B5EF4-FFF2-40B4-BE49-F238E27FC236}">
                  <a16:creationId xmlns:a16="http://schemas.microsoft.com/office/drawing/2014/main" id="{F24835C8-7B89-83E7-4E2D-C8D74FC4980F}"/>
                </a:ext>
              </a:extLst>
            </p:cNvPr>
            <p:cNvSpPr>
              <a:spLocks/>
            </p:cNvSpPr>
            <p:nvPr/>
          </p:nvSpPr>
          <p:spPr bwMode="auto">
            <a:xfrm rot="5094805">
              <a:off x="1897571" y="5192998"/>
              <a:ext cx="45700" cy="20565"/>
            </a:xfrm>
            <a:custGeom>
              <a:avLst/>
              <a:gdLst>
                <a:gd name="T0" fmla="*/ 8 w 18"/>
                <a:gd name="T1" fmla="*/ 2 h 8"/>
                <a:gd name="T2" fmla="*/ 18 w 18"/>
                <a:gd name="T3" fmla="*/ 1 h 8"/>
                <a:gd name="T4" fmla="*/ 8 w 18"/>
                <a:gd name="T5" fmla="*/ 6 h 8"/>
                <a:gd name="T6" fmla="*/ 0 w 18"/>
                <a:gd name="T7" fmla="*/ 7 h 8"/>
                <a:gd name="T8" fmla="*/ 8 w 18"/>
                <a:gd name="T9" fmla="*/ 2 h 8"/>
              </a:gdLst>
              <a:ahLst/>
              <a:cxnLst>
                <a:cxn ang="0">
                  <a:pos x="T0" y="T1"/>
                </a:cxn>
                <a:cxn ang="0">
                  <a:pos x="T2" y="T3"/>
                </a:cxn>
                <a:cxn ang="0">
                  <a:pos x="T4" y="T5"/>
                </a:cxn>
                <a:cxn ang="0">
                  <a:pos x="T6" y="T7"/>
                </a:cxn>
                <a:cxn ang="0">
                  <a:pos x="T8" y="T9"/>
                </a:cxn>
              </a:cxnLst>
              <a:rect l="0" t="0" r="r" b="b"/>
              <a:pathLst>
                <a:path w="18" h="8">
                  <a:moveTo>
                    <a:pt x="8" y="2"/>
                  </a:moveTo>
                  <a:cubicBezTo>
                    <a:pt x="13" y="0"/>
                    <a:pt x="17" y="0"/>
                    <a:pt x="18" y="1"/>
                  </a:cubicBezTo>
                  <a:cubicBezTo>
                    <a:pt x="18" y="2"/>
                    <a:pt x="13" y="4"/>
                    <a:pt x="8" y="6"/>
                  </a:cubicBezTo>
                  <a:cubicBezTo>
                    <a:pt x="4" y="8"/>
                    <a:pt x="0" y="8"/>
                    <a:pt x="0" y="7"/>
                  </a:cubicBezTo>
                  <a:cubicBezTo>
                    <a:pt x="0" y="6"/>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4" name="Freeform 2003">
              <a:extLst>
                <a:ext uri="{FF2B5EF4-FFF2-40B4-BE49-F238E27FC236}">
                  <a16:creationId xmlns:a16="http://schemas.microsoft.com/office/drawing/2014/main" id="{C734A451-73AE-FC8C-3ABC-3E14856DEE69}"/>
                </a:ext>
              </a:extLst>
            </p:cNvPr>
            <p:cNvSpPr>
              <a:spLocks/>
            </p:cNvSpPr>
            <p:nvPr/>
          </p:nvSpPr>
          <p:spPr bwMode="auto">
            <a:xfrm rot="5094805">
              <a:off x="1806381" y="5007266"/>
              <a:ext cx="45700" cy="18280"/>
            </a:xfrm>
            <a:custGeom>
              <a:avLst/>
              <a:gdLst>
                <a:gd name="T0" fmla="*/ 19 w 19"/>
                <a:gd name="T1" fmla="*/ 0 h 8"/>
                <a:gd name="T2" fmla="*/ 11 w 19"/>
                <a:gd name="T3" fmla="*/ 5 h 8"/>
                <a:gd name="T4" fmla="*/ 1 w 19"/>
                <a:gd name="T5" fmla="*/ 8 h 8"/>
                <a:gd name="T6" fmla="*/ 9 w 19"/>
                <a:gd name="T7" fmla="*/ 2 h 8"/>
                <a:gd name="T8" fmla="*/ 19 w 19"/>
                <a:gd name="T9" fmla="*/ 0 h 8"/>
              </a:gdLst>
              <a:ahLst/>
              <a:cxnLst>
                <a:cxn ang="0">
                  <a:pos x="T0" y="T1"/>
                </a:cxn>
                <a:cxn ang="0">
                  <a:pos x="T2" y="T3"/>
                </a:cxn>
                <a:cxn ang="0">
                  <a:pos x="T4" y="T5"/>
                </a:cxn>
                <a:cxn ang="0">
                  <a:pos x="T6" y="T7"/>
                </a:cxn>
                <a:cxn ang="0">
                  <a:pos x="T8" y="T9"/>
                </a:cxn>
              </a:cxnLst>
              <a:rect l="0" t="0" r="r" b="b"/>
              <a:pathLst>
                <a:path w="19" h="8">
                  <a:moveTo>
                    <a:pt x="19" y="0"/>
                  </a:moveTo>
                  <a:cubicBezTo>
                    <a:pt x="19" y="1"/>
                    <a:pt x="16" y="3"/>
                    <a:pt x="11" y="5"/>
                  </a:cubicBezTo>
                  <a:cubicBezTo>
                    <a:pt x="7" y="7"/>
                    <a:pt x="2" y="8"/>
                    <a:pt x="1" y="8"/>
                  </a:cubicBezTo>
                  <a:cubicBezTo>
                    <a:pt x="0" y="7"/>
                    <a:pt x="4" y="5"/>
                    <a:pt x="9" y="2"/>
                  </a:cubicBezTo>
                  <a:cubicBezTo>
                    <a:pt x="14" y="1"/>
                    <a:pt x="18"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5" name="Freeform 2004">
              <a:extLst>
                <a:ext uri="{FF2B5EF4-FFF2-40B4-BE49-F238E27FC236}">
                  <a16:creationId xmlns:a16="http://schemas.microsoft.com/office/drawing/2014/main" id="{3B6B9E45-0044-B17D-DCB7-4E197A3F8697}"/>
                </a:ext>
              </a:extLst>
            </p:cNvPr>
            <p:cNvSpPr>
              <a:spLocks/>
            </p:cNvSpPr>
            <p:nvPr/>
          </p:nvSpPr>
          <p:spPr bwMode="auto">
            <a:xfrm rot="5094805">
              <a:off x="1710948" y="4822028"/>
              <a:ext cx="43415" cy="22850"/>
            </a:xfrm>
            <a:custGeom>
              <a:avLst/>
              <a:gdLst>
                <a:gd name="T0" fmla="*/ 9 w 18"/>
                <a:gd name="T1" fmla="*/ 3 h 9"/>
                <a:gd name="T2" fmla="*/ 18 w 18"/>
                <a:gd name="T3" fmla="*/ 1 h 9"/>
                <a:gd name="T4" fmla="*/ 8 w 18"/>
                <a:gd name="T5" fmla="*/ 7 h 9"/>
                <a:gd name="T6" fmla="*/ 0 w 18"/>
                <a:gd name="T7" fmla="*/ 8 h 9"/>
                <a:gd name="T8" fmla="*/ 9 w 18"/>
                <a:gd name="T9" fmla="*/ 3 h 9"/>
              </a:gdLst>
              <a:ahLst/>
              <a:cxnLst>
                <a:cxn ang="0">
                  <a:pos x="T0" y="T1"/>
                </a:cxn>
                <a:cxn ang="0">
                  <a:pos x="T2" y="T3"/>
                </a:cxn>
                <a:cxn ang="0">
                  <a:pos x="T4" y="T5"/>
                </a:cxn>
                <a:cxn ang="0">
                  <a:pos x="T6" y="T7"/>
                </a:cxn>
                <a:cxn ang="0">
                  <a:pos x="T8" y="T9"/>
                </a:cxn>
              </a:cxnLst>
              <a:rect l="0" t="0" r="r" b="b"/>
              <a:pathLst>
                <a:path w="18" h="9">
                  <a:moveTo>
                    <a:pt x="9" y="3"/>
                  </a:moveTo>
                  <a:cubicBezTo>
                    <a:pt x="13" y="1"/>
                    <a:pt x="17" y="0"/>
                    <a:pt x="18" y="1"/>
                  </a:cubicBezTo>
                  <a:cubicBezTo>
                    <a:pt x="18" y="2"/>
                    <a:pt x="13" y="5"/>
                    <a:pt x="8" y="7"/>
                  </a:cubicBezTo>
                  <a:cubicBezTo>
                    <a:pt x="4" y="9"/>
                    <a:pt x="0" y="9"/>
                    <a:pt x="0" y="8"/>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6" name="Freeform 2005">
              <a:extLst>
                <a:ext uri="{FF2B5EF4-FFF2-40B4-BE49-F238E27FC236}">
                  <a16:creationId xmlns:a16="http://schemas.microsoft.com/office/drawing/2014/main" id="{FC2E6E88-9769-88E9-7327-D1708D13011E}"/>
                </a:ext>
              </a:extLst>
            </p:cNvPr>
            <p:cNvSpPr>
              <a:spLocks/>
            </p:cNvSpPr>
            <p:nvPr/>
          </p:nvSpPr>
          <p:spPr bwMode="auto">
            <a:xfrm rot="5094805">
              <a:off x="1607338" y="4636162"/>
              <a:ext cx="45700" cy="25135"/>
            </a:xfrm>
            <a:custGeom>
              <a:avLst/>
              <a:gdLst>
                <a:gd name="T0" fmla="*/ 18 w 18"/>
                <a:gd name="T1" fmla="*/ 1 h 10"/>
                <a:gd name="T2" fmla="*/ 10 w 18"/>
                <a:gd name="T3" fmla="*/ 7 h 10"/>
                <a:gd name="T4" fmla="*/ 0 w 18"/>
                <a:gd name="T5" fmla="*/ 9 h 10"/>
                <a:gd name="T6" fmla="*/ 9 w 18"/>
                <a:gd name="T7" fmla="*/ 3 h 10"/>
                <a:gd name="T8" fmla="*/ 18 w 18"/>
                <a:gd name="T9" fmla="*/ 1 h 10"/>
              </a:gdLst>
              <a:ahLst/>
              <a:cxnLst>
                <a:cxn ang="0">
                  <a:pos x="T0" y="T1"/>
                </a:cxn>
                <a:cxn ang="0">
                  <a:pos x="T2" y="T3"/>
                </a:cxn>
                <a:cxn ang="0">
                  <a:pos x="T4" y="T5"/>
                </a:cxn>
                <a:cxn ang="0">
                  <a:pos x="T6" y="T7"/>
                </a:cxn>
                <a:cxn ang="0">
                  <a:pos x="T8" y="T9"/>
                </a:cxn>
              </a:cxnLst>
              <a:rect l="0" t="0" r="r" b="b"/>
              <a:pathLst>
                <a:path w="18" h="10">
                  <a:moveTo>
                    <a:pt x="18" y="1"/>
                  </a:moveTo>
                  <a:cubicBezTo>
                    <a:pt x="18" y="2"/>
                    <a:pt x="14" y="5"/>
                    <a:pt x="10" y="7"/>
                  </a:cubicBezTo>
                  <a:cubicBezTo>
                    <a:pt x="5" y="9"/>
                    <a:pt x="0" y="10"/>
                    <a:pt x="0" y="9"/>
                  </a:cubicBezTo>
                  <a:cubicBezTo>
                    <a:pt x="0" y="8"/>
                    <a:pt x="4" y="5"/>
                    <a:pt x="9"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7" name="Freeform 2006">
              <a:extLst>
                <a:ext uri="{FF2B5EF4-FFF2-40B4-BE49-F238E27FC236}">
                  <a16:creationId xmlns:a16="http://schemas.microsoft.com/office/drawing/2014/main" id="{C54BD7B4-C972-349A-37C9-92667B6C0897}"/>
                </a:ext>
              </a:extLst>
            </p:cNvPr>
            <p:cNvSpPr>
              <a:spLocks/>
            </p:cNvSpPr>
            <p:nvPr/>
          </p:nvSpPr>
          <p:spPr bwMode="auto">
            <a:xfrm rot="5094805">
              <a:off x="1499273" y="4452881"/>
              <a:ext cx="50269" cy="25135"/>
            </a:xfrm>
            <a:custGeom>
              <a:avLst/>
              <a:gdLst>
                <a:gd name="T0" fmla="*/ 19 w 20"/>
                <a:gd name="T1" fmla="*/ 1 h 10"/>
                <a:gd name="T2" fmla="*/ 12 w 20"/>
                <a:gd name="T3" fmla="*/ 6 h 10"/>
                <a:gd name="T4" fmla="*/ 2 w 20"/>
                <a:gd name="T5" fmla="*/ 9 h 10"/>
                <a:gd name="T6" fmla="*/ 9 w 20"/>
                <a:gd name="T7" fmla="*/ 3 h 10"/>
                <a:gd name="T8" fmla="*/ 19 w 20"/>
                <a:gd name="T9" fmla="*/ 1 h 10"/>
              </a:gdLst>
              <a:ahLst/>
              <a:cxnLst>
                <a:cxn ang="0">
                  <a:pos x="T0" y="T1"/>
                </a:cxn>
                <a:cxn ang="0">
                  <a:pos x="T2" y="T3"/>
                </a:cxn>
                <a:cxn ang="0">
                  <a:pos x="T4" y="T5"/>
                </a:cxn>
                <a:cxn ang="0">
                  <a:pos x="T6" y="T7"/>
                </a:cxn>
                <a:cxn ang="0">
                  <a:pos x="T8" y="T9"/>
                </a:cxn>
              </a:cxnLst>
              <a:rect l="0" t="0" r="r" b="b"/>
              <a:pathLst>
                <a:path w="20" h="10">
                  <a:moveTo>
                    <a:pt x="19" y="1"/>
                  </a:moveTo>
                  <a:cubicBezTo>
                    <a:pt x="20" y="1"/>
                    <a:pt x="16" y="4"/>
                    <a:pt x="12" y="6"/>
                  </a:cubicBezTo>
                  <a:cubicBezTo>
                    <a:pt x="7" y="8"/>
                    <a:pt x="3" y="10"/>
                    <a:pt x="2" y="9"/>
                  </a:cubicBezTo>
                  <a:cubicBezTo>
                    <a:pt x="0" y="9"/>
                    <a:pt x="4" y="6"/>
                    <a:pt x="9" y="3"/>
                  </a:cubicBezTo>
                  <a:cubicBezTo>
                    <a:pt x="14" y="1"/>
                    <a:pt x="18"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8" name="Freeform 2007">
              <a:extLst>
                <a:ext uri="{FF2B5EF4-FFF2-40B4-BE49-F238E27FC236}">
                  <a16:creationId xmlns:a16="http://schemas.microsoft.com/office/drawing/2014/main" id="{F60983FC-C591-1478-2858-05C17B6BEFAA}"/>
                </a:ext>
              </a:extLst>
            </p:cNvPr>
            <p:cNvSpPr>
              <a:spLocks/>
            </p:cNvSpPr>
            <p:nvPr/>
          </p:nvSpPr>
          <p:spPr bwMode="auto">
            <a:xfrm rot="5094805">
              <a:off x="1397956" y="4269503"/>
              <a:ext cx="43415" cy="22850"/>
            </a:xfrm>
            <a:custGeom>
              <a:avLst/>
              <a:gdLst>
                <a:gd name="T0" fmla="*/ 10 w 18"/>
                <a:gd name="T1" fmla="*/ 6 h 10"/>
                <a:gd name="T2" fmla="*/ 1 w 18"/>
                <a:gd name="T3" fmla="*/ 9 h 10"/>
                <a:gd name="T4" fmla="*/ 8 w 18"/>
                <a:gd name="T5" fmla="*/ 4 h 10"/>
                <a:gd name="T6" fmla="*/ 18 w 18"/>
                <a:gd name="T7" fmla="*/ 1 h 10"/>
                <a:gd name="T8" fmla="*/ 10 w 18"/>
                <a:gd name="T9" fmla="*/ 6 h 10"/>
              </a:gdLst>
              <a:ahLst/>
              <a:cxnLst>
                <a:cxn ang="0">
                  <a:pos x="T0" y="T1"/>
                </a:cxn>
                <a:cxn ang="0">
                  <a:pos x="T2" y="T3"/>
                </a:cxn>
                <a:cxn ang="0">
                  <a:pos x="T4" y="T5"/>
                </a:cxn>
                <a:cxn ang="0">
                  <a:pos x="T6" y="T7"/>
                </a:cxn>
                <a:cxn ang="0">
                  <a:pos x="T8" y="T9"/>
                </a:cxn>
              </a:cxnLst>
              <a:rect l="0" t="0" r="r" b="b"/>
              <a:pathLst>
                <a:path w="18" h="10">
                  <a:moveTo>
                    <a:pt x="10" y="6"/>
                  </a:moveTo>
                  <a:cubicBezTo>
                    <a:pt x="5" y="9"/>
                    <a:pt x="1" y="10"/>
                    <a:pt x="1" y="9"/>
                  </a:cubicBezTo>
                  <a:cubicBezTo>
                    <a:pt x="0" y="8"/>
                    <a:pt x="3" y="6"/>
                    <a:pt x="8" y="4"/>
                  </a:cubicBezTo>
                  <a:cubicBezTo>
                    <a:pt x="13" y="1"/>
                    <a:pt x="18" y="0"/>
                    <a:pt x="18" y="1"/>
                  </a:cubicBezTo>
                  <a:cubicBezTo>
                    <a:pt x="18" y="2"/>
                    <a:pt x="15"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9" name="Freeform 2008">
              <a:extLst>
                <a:ext uri="{FF2B5EF4-FFF2-40B4-BE49-F238E27FC236}">
                  <a16:creationId xmlns:a16="http://schemas.microsoft.com/office/drawing/2014/main" id="{92ACAA12-E88A-960F-AD11-6BB6814A2217}"/>
                </a:ext>
              </a:extLst>
            </p:cNvPr>
            <p:cNvSpPr>
              <a:spLocks/>
            </p:cNvSpPr>
            <p:nvPr/>
          </p:nvSpPr>
          <p:spPr bwMode="auto">
            <a:xfrm rot="5094805">
              <a:off x="2479624" y="6884645"/>
              <a:ext cx="45700" cy="25135"/>
            </a:xfrm>
            <a:custGeom>
              <a:avLst/>
              <a:gdLst>
                <a:gd name="T0" fmla="*/ 8 w 19"/>
                <a:gd name="T1" fmla="*/ 3 h 10"/>
                <a:gd name="T2" fmla="*/ 18 w 19"/>
                <a:gd name="T3" fmla="*/ 2 h 10"/>
                <a:gd name="T4" fmla="*/ 10 w 19"/>
                <a:gd name="T5" fmla="*/ 8 h 10"/>
                <a:gd name="T6" fmla="*/ 1 w 19"/>
                <a:gd name="T7" fmla="*/ 9 h 10"/>
                <a:gd name="T8" fmla="*/ 8 w 19"/>
                <a:gd name="T9" fmla="*/ 3 h 10"/>
              </a:gdLst>
              <a:ahLst/>
              <a:cxnLst>
                <a:cxn ang="0">
                  <a:pos x="T0" y="T1"/>
                </a:cxn>
                <a:cxn ang="0">
                  <a:pos x="T2" y="T3"/>
                </a:cxn>
                <a:cxn ang="0">
                  <a:pos x="T4" y="T5"/>
                </a:cxn>
                <a:cxn ang="0">
                  <a:pos x="T6" y="T7"/>
                </a:cxn>
                <a:cxn ang="0">
                  <a:pos x="T8" y="T9"/>
                </a:cxn>
              </a:cxnLst>
              <a:rect l="0" t="0" r="r" b="b"/>
              <a:pathLst>
                <a:path w="19" h="10">
                  <a:moveTo>
                    <a:pt x="8" y="3"/>
                  </a:moveTo>
                  <a:cubicBezTo>
                    <a:pt x="13" y="1"/>
                    <a:pt x="17" y="0"/>
                    <a:pt x="18" y="2"/>
                  </a:cubicBezTo>
                  <a:cubicBezTo>
                    <a:pt x="19" y="3"/>
                    <a:pt x="15" y="7"/>
                    <a:pt x="10" y="8"/>
                  </a:cubicBezTo>
                  <a:cubicBezTo>
                    <a:pt x="5" y="10"/>
                    <a:pt x="1" y="10"/>
                    <a:pt x="1" y="9"/>
                  </a:cubicBezTo>
                  <a:cubicBezTo>
                    <a:pt x="0" y="7"/>
                    <a:pt x="4" y="4"/>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0" name="Freeform 2029">
              <a:extLst>
                <a:ext uri="{FF2B5EF4-FFF2-40B4-BE49-F238E27FC236}">
                  <a16:creationId xmlns:a16="http://schemas.microsoft.com/office/drawing/2014/main" id="{BBC6A9B8-560D-7B47-CA70-44F4E74741D8}"/>
                </a:ext>
              </a:extLst>
            </p:cNvPr>
            <p:cNvSpPr>
              <a:spLocks/>
            </p:cNvSpPr>
            <p:nvPr/>
          </p:nvSpPr>
          <p:spPr bwMode="auto">
            <a:xfrm rot="5094805">
              <a:off x="951358" y="2088"/>
              <a:ext cx="47985" cy="43415"/>
            </a:xfrm>
            <a:custGeom>
              <a:avLst/>
              <a:gdLst>
                <a:gd name="T0" fmla="*/ 8 w 19"/>
                <a:gd name="T1" fmla="*/ 1 h 17"/>
                <a:gd name="T2" fmla="*/ 18 w 19"/>
                <a:gd name="T3" fmla="*/ 5 h 17"/>
                <a:gd name="T4" fmla="*/ 9 w 19"/>
                <a:gd name="T5" fmla="*/ 15 h 17"/>
                <a:gd name="T6" fmla="*/ 0 w 19"/>
                <a:gd name="T7" fmla="*/ 11 h 17"/>
                <a:gd name="T8" fmla="*/ 8 w 19"/>
                <a:gd name="T9" fmla="*/ 1 h 17"/>
              </a:gdLst>
              <a:ahLst/>
              <a:cxnLst>
                <a:cxn ang="0">
                  <a:pos x="T0" y="T1"/>
                </a:cxn>
                <a:cxn ang="0">
                  <a:pos x="T2" y="T3"/>
                </a:cxn>
                <a:cxn ang="0">
                  <a:pos x="T4" y="T5"/>
                </a:cxn>
                <a:cxn ang="0">
                  <a:pos x="T6" y="T7"/>
                </a:cxn>
                <a:cxn ang="0">
                  <a:pos x="T8" y="T9"/>
                </a:cxn>
              </a:cxnLst>
              <a:rect l="0" t="0" r="r" b="b"/>
              <a:pathLst>
                <a:path w="19" h="17">
                  <a:moveTo>
                    <a:pt x="8" y="1"/>
                  </a:moveTo>
                  <a:cubicBezTo>
                    <a:pt x="13" y="0"/>
                    <a:pt x="17" y="2"/>
                    <a:pt x="18" y="5"/>
                  </a:cubicBezTo>
                  <a:cubicBezTo>
                    <a:pt x="19" y="9"/>
                    <a:pt x="14" y="14"/>
                    <a:pt x="9" y="15"/>
                  </a:cubicBezTo>
                  <a:cubicBezTo>
                    <a:pt x="4" y="17"/>
                    <a:pt x="1" y="15"/>
                    <a:pt x="0" y="11"/>
                  </a:cubicBezTo>
                  <a:cubicBezTo>
                    <a:pt x="0" y="7"/>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1" name="Freeform 2030">
              <a:extLst>
                <a:ext uri="{FF2B5EF4-FFF2-40B4-BE49-F238E27FC236}">
                  <a16:creationId xmlns:a16="http://schemas.microsoft.com/office/drawing/2014/main" id="{EBCEE17F-A9A5-5C62-3E4A-F5FFB97E84BD}"/>
                </a:ext>
              </a:extLst>
            </p:cNvPr>
            <p:cNvSpPr>
              <a:spLocks/>
            </p:cNvSpPr>
            <p:nvPr/>
          </p:nvSpPr>
          <p:spPr bwMode="auto">
            <a:xfrm rot="5094805">
              <a:off x="1019594" y="192342"/>
              <a:ext cx="43415" cy="36560"/>
            </a:xfrm>
            <a:custGeom>
              <a:avLst/>
              <a:gdLst>
                <a:gd name="T0" fmla="*/ 18 w 18"/>
                <a:gd name="T1" fmla="*/ 6 h 15"/>
                <a:gd name="T2" fmla="*/ 10 w 18"/>
                <a:gd name="T3" fmla="*/ 14 h 15"/>
                <a:gd name="T4" fmla="*/ 0 w 18"/>
                <a:gd name="T5" fmla="*/ 8 h 15"/>
                <a:gd name="T6" fmla="*/ 9 w 18"/>
                <a:gd name="T7" fmla="*/ 0 h 15"/>
                <a:gd name="T8" fmla="*/ 18 w 18"/>
                <a:gd name="T9" fmla="*/ 6 h 15"/>
              </a:gdLst>
              <a:ahLst/>
              <a:cxnLst>
                <a:cxn ang="0">
                  <a:pos x="T0" y="T1"/>
                </a:cxn>
                <a:cxn ang="0">
                  <a:pos x="T2" y="T3"/>
                </a:cxn>
                <a:cxn ang="0">
                  <a:pos x="T4" y="T5"/>
                </a:cxn>
                <a:cxn ang="0">
                  <a:pos x="T6" y="T7"/>
                </a:cxn>
                <a:cxn ang="0">
                  <a:pos x="T8" y="T9"/>
                </a:cxn>
              </a:cxnLst>
              <a:rect l="0" t="0" r="r" b="b"/>
              <a:pathLst>
                <a:path w="18" h="15">
                  <a:moveTo>
                    <a:pt x="18" y="6"/>
                  </a:moveTo>
                  <a:cubicBezTo>
                    <a:pt x="18" y="10"/>
                    <a:pt x="14" y="14"/>
                    <a:pt x="10" y="14"/>
                  </a:cubicBezTo>
                  <a:cubicBezTo>
                    <a:pt x="4" y="15"/>
                    <a:pt x="0" y="12"/>
                    <a:pt x="0" y="8"/>
                  </a:cubicBezTo>
                  <a:cubicBezTo>
                    <a:pt x="0" y="4"/>
                    <a:pt x="4" y="1"/>
                    <a:pt x="9" y="0"/>
                  </a:cubicBezTo>
                  <a:cubicBezTo>
                    <a:pt x="13" y="0"/>
                    <a:pt x="18" y="3"/>
                    <a:pt x="1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2" name="Freeform 2031">
              <a:extLst>
                <a:ext uri="{FF2B5EF4-FFF2-40B4-BE49-F238E27FC236}">
                  <a16:creationId xmlns:a16="http://schemas.microsoft.com/office/drawing/2014/main" id="{90CC3DB3-DEA3-B65C-6E56-F6A20D8A2A6A}"/>
                </a:ext>
              </a:extLst>
            </p:cNvPr>
            <p:cNvSpPr>
              <a:spLocks/>
            </p:cNvSpPr>
            <p:nvPr/>
          </p:nvSpPr>
          <p:spPr bwMode="auto">
            <a:xfrm rot="5094805">
              <a:off x="1049129" y="383552"/>
              <a:ext cx="43415" cy="34275"/>
            </a:xfrm>
            <a:custGeom>
              <a:avLst/>
              <a:gdLst>
                <a:gd name="T0" fmla="*/ 10 w 18"/>
                <a:gd name="T1" fmla="*/ 14 h 14"/>
                <a:gd name="T2" fmla="*/ 0 w 18"/>
                <a:gd name="T3" fmla="*/ 7 h 14"/>
                <a:gd name="T4" fmla="*/ 7 w 18"/>
                <a:gd name="T5" fmla="*/ 0 h 14"/>
                <a:gd name="T6" fmla="*/ 18 w 18"/>
                <a:gd name="T7" fmla="*/ 7 h 14"/>
                <a:gd name="T8" fmla="*/ 10 w 18"/>
                <a:gd name="T9" fmla="*/ 14 h 14"/>
              </a:gdLst>
              <a:ahLst/>
              <a:cxnLst>
                <a:cxn ang="0">
                  <a:pos x="T0" y="T1"/>
                </a:cxn>
                <a:cxn ang="0">
                  <a:pos x="T2" y="T3"/>
                </a:cxn>
                <a:cxn ang="0">
                  <a:pos x="T4" y="T5"/>
                </a:cxn>
                <a:cxn ang="0">
                  <a:pos x="T6" y="T7"/>
                </a:cxn>
                <a:cxn ang="0">
                  <a:pos x="T8" y="T9"/>
                </a:cxn>
              </a:cxnLst>
              <a:rect l="0" t="0" r="r" b="b"/>
              <a:pathLst>
                <a:path w="18" h="14">
                  <a:moveTo>
                    <a:pt x="10" y="14"/>
                  </a:moveTo>
                  <a:cubicBezTo>
                    <a:pt x="5" y="14"/>
                    <a:pt x="1" y="11"/>
                    <a:pt x="0" y="7"/>
                  </a:cubicBezTo>
                  <a:cubicBezTo>
                    <a:pt x="0" y="3"/>
                    <a:pt x="3" y="0"/>
                    <a:pt x="7" y="0"/>
                  </a:cubicBezTo>
                  <a:cubicBezTo>
                    <a:pt x="13" y="0"/>
                    <a:pt x="18" y="3"/>
                    <a:pt x="18" y="7"/>
                  </a:cubicBezTo>
                  <a:cubicBezTo>
                    <a:pt x="18" y="11"/>
                    <a:pt x="15" y="14"/>
                    <a:pt x="1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3" name="Freeform 2032">
              <a:extLst>
                <a:ext uri="{FF2B5EF4-FFF2-40B4-BE49-F238E27FC236}">
                  <a16:creationId xmlns:a16="http://schemas.microsoft.com/office/drawing/2014/main" id="{0ABD8515-7E58-0371-9B29-76B960ABA767}"/>
                </a:ext>
              </a:extLst>
            </p:cNvPr>
            <p:cNvSpPr>
              <a:spLocks/>
            </p:cNvSpPr>
            <p:nvPr/>
          </p:nvSpPr>
          <p:spPr bwMode="auto">
            <a:xfrm rot="5094805">
              <a:off x="1050514" y="578323"/>
              <a:ext cx="45700" cy="36560"/>
            </a:xfrm>
            <a:custGeom>
              <a:avLst/>
              <a:gdLst>
                <a:gd name="T0" fmla="*/ 18 w 18"/>
                <a:gd name="T1" fmla="*/ 10 h 15"/>
                <a:gd name="T2" fmla="*/ 10 w 18"/>
                <a:gd name="T3" fmla="*/ 14 h 15"/>
                <a:gd name="T4" fmla="*/ 0 w 18"/>
                <a:gd name="T5" fmla="*/ 5 h 15"/>
                <a:gd name="T6" fmla="*/ 9 w 18"/>
                <a:gd name="T7" fmla="*/ 1 h 15"/>
                <a:gd name="T8" fmla="*/ 18 w 18"/>
                <a:gd name="T9" fmla="*/ 10 h 15"/>
              </a:gdLst>
              <a:ahLst/>
              <a:cxnLst>
                <a:cxn ang="0">
                  <a:pos x="T0" y="T1"/>
                </a:cxn>
                <a:cxn ang="0">
                  <a:pos x="T2" y="T3"/>
                </a:cxn>
                <a:cxn ang="0">
                  <a:pos x="T4" y="T5"/>
                </a:cxn>
                <a:cxn ang="0">
                  <a:pos x="T6" y="T7"/>
                </a:cxn>
                <a:cxn ang="0">
                  <a:pos x="T8" y="T9"/>
                </a:cxn>
              </a:cxnLst>
              <a:rect l="0" t="0" r="r" b="b"/>
              <a:pathLst>
                <a:path w="18" h="15">
                  <a:moveTo>
                    <a:pt x="18" y="10"/>
                  </a:moveTo>
                  <a:cubicBezTo>
                    <a:pt x="18" y="13"/>
                    <a:pt x="14" y="15"/>
                    <a:pt x="10" y="14"/>
                  </a:cubicBezTo>
                  <a:cubicBezTo>
                    <a:pt x="5" y="14"/>
                    <a:pt x="0" y="9"/>
                    <a:pt x="0" y="5"/>
                  </a:cubicBezTo>
                  <a:cubicBezTo>
                    <a:pt x="0" y="2"/>
                    <a:pt x="4" y="0"/>
                    <a:pt x="9" y="1"/>
                  </a:cubicBezTo>
                  <a:cubicBezTo>
                    <a:pt x="13" y="2"/>
                    <a:pt x="18" y="6"/>
                    <a:pt x="1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4" name="Freeform 2033">
              <a:extLst>
                <a:ext uri="{FF2B5EF4-FFF2-40B4-BE49-F238E27FC236}">
                  <a16:creationId xmlns:a16="http://schemas.microsoft.com/office/drawing/2014/main" id="{FAE2D789-8D68-9157-6F48-25F6FABCC734}"/>
                </a:ext>
              </a:extLst>
            </p:cNvPr>
            <p:cNvSpPr>
              <a:spLocks/>
            </p:cNvSpPr>
            <p:nvPr/>
          </p:nvSpPr>
          <p:spPr bwMode="auto">
            <a:xfrm rot="5094805">
              <a:off x="1023449" y="774483"/>
              <a:ext cx="47985" cy="41130"/>
            </a:xfrm>
            <a:custGeom>
              <a:avLst/>
              <a:gdLst>
                <a:gd name="T0" fmla="*/ 9 w 19"/>
                <a:gd name="T1" fmla="*/ 2 h 16"/>
                <a:gd name="T2" fmla="*/ 18 w 19"/>
                <a:gd name="T3" fmla="*/ 11 h 16"/>
                <a:gd name="T4" fmla="*/ 9 w 19"/>
                <a:gd name="T5" fmla="*/ 14 h 16"/>
                <a:gd name="T6" fmla="*/ 0 w 19"/>
                <a:gd name="T7" fmla="*/ 5 h 16"/>
                <a:gd name="T8" fmla="*/ 9 w 19"/>
                <a:gd name="T9" fmla="*/ 2 h 16"/>
              </a:gdLst>
              <a:ahLst/>
              <a:cxnLst>
                <a:cxn ang="0">
                  <a:pos x="T0" y="T1"/>
                </a:cxn>
                <a:cxn ang="0">
                  <a:pos x="T2" y="T3"/>
                </a:cxn>
                <a:cxn ang="0">
                  <a:pos x="T4" y="T5"/>
                </a:cxn>
                <a:cxn ang="0">
                  <a:pos x="T6" y="T7"/>
                </a:cxn>
                <a:cxn ang="0">
                  <a:pos x="T8" y="T9"/>
                </a:cxn>
              </a:cxnLst>
              <a:rect l="0" t="0" r="r" b="b"/>
              <a:pathLst>
                <a:path w="19" h="16">
                  <a:moveTo>
                    <a:pt x="9" y="2"/>
                  </a:moveTo>
                  <a:cubicBezTo>
                    <a:pt x="13" y="4"/>
                    <a:pt x="18" y="8"/>
                    <a:pt x="18" y="11"/>
                  </a:cubicBezTo>
                  <a:cubicBezTo>
                    <a:pt x="19" y="14"/>
                    <a:pt x="14" y="16"/>
                    <a:pt x="9" y="14"/>
                  </a:cubicBezTo>
                  <a:cubicBezTo>
                    <a:pt x="4" y="12"/>
                    <a:pt x="0" y="8"/>
                    <a:pt x="0" y="5"/>
                  </a:cubicBezTo>
                  <a:cubicBezTo>
                    <a:pt x="0" y="2"/>
                    <a:pt x="4" y="0"/>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5" name="Freeform 2034">
              <a:extLst>
                <a:ext uri="{FF2B5EF4-FFF2-40B4-BE49-F238E27FC236}">
                  <a16:creationId xmlns:a16="http://schemas.microsoft.com/office/drawing/2014/main" id="{37F71821-56F5-CDDA-25F9-F537DAF19D5A}"/>
                </a:ext>
              </a:extLst>
            </p:cNvPr>
            <p:cNvSpPr>
              <a:spLocks/>
            </p:cNvSpPr>
            <p:nvPr/>
          </p:nvSpPr>
          <p:spPr bwMode="auto">
            <a:xfrm rot="5094805">
              <a:off x="980567" y="976931"/>
              <a:ext cx="43415" cy="38845"/>
            </a:xfrm>
            <a:custGeom>
              <a:avLst/>
              <a:gdLst>
                <a:gd name="T0" fmla="*/ 18 w 18"/>
                <a:gd name="T1" fmla="*/ 11 h 15"/>
                <a:gd name="T2" fmla="*/ 10 w 18"/>
                <a:gd name="T3" fmla="*/ 13 h 15"/>
                <a:gd name="T4" fmla="*/ 0 w 18"/>
                <a:gd name="T5" fmla="*/ 3 h 15"/>
                <a:gd name="T6" fmla="*/ 8 w 18"/>
                <a:gd name="T7" fmla="*/ 2 h 15"/>
                <a:gd name="T8" fmla="*/ 18 w 18"/>
                <a:gd name="T9" fmla="*/ 11 h 15"/>
              </a:gdLst>
              <a:ahLst/>
              <a:cxnLst>
                <a:cxn ang="0">
                  <a:pos x="T0" y="T1"/>
                </a:cxn>
                <a:cxn ang="0">
                  <a:pos x="T2" y="T3"/>
                </a:cxn>
                <a:cxn ang="0">
                  <a:pos x="T4" y="T5"/>
                </a:cxn>
                <a:cxn ang="0">
                  <a:pos x="T6" y="T7"/>
                </a:cxn>
                <a:cxn ang="0">
                  <a:pos x="T8" y="T9"/>
                </a:cxn>
              </a:cxnLst>
              <a:rect l="0" t="0" r="r" b="b"/>
              <a:pathLst>
                <a:path w="18" h="15">
                  <a:moveTo>
                    <a:pt x="18" y="11"/>
                  </a:moveTo>
                  <a:cubicBezTo>
                    <a:pt x="18" y="14"/>
                    <a:pt x="14" y="15"/>
                    <a:pt x="10" y="13"/>
                  </a:cubicBezTo>
                  <a:cubicBezTo>
                    <a:pt x="4" y="11"/>
                    <a:pt x="0" y="7"/>
                    <a:pt x="0" y="3"/>
                  </a:cubicBezTo>
                  <a:cubicBezTo>
                    <a:pt x="0" y="1"/>
                    <a:pt x="4" y="0"/>
                    <a:pt x="8" y="2"/>
                  </a:cubicBezTo>
                  <a:cubicBezTo>
                    <a:pt x="13" y="4"/>
                    <a:pt x="18" y="8"/>
                    <a:pt x="1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6" name="Freeform 2035">
              <a:extLst>
                <a:ext uri="{FF2B5EF4-FFF2-40B4-BE49-F238E27FC236}">
                  <a16:creationId xmlns:a16="http://schemas.microsoft.com/office/drawing/2014/main" id="{A46C8FAE-997D-36AE-4A9E-6222E1792984}"/>
                </a:ext>
              </a:extLst>
            </p:cNvPr>
            <p:cNvSpPr>
              <a:spLocks/>
            </p:cNvSpPr>
            <p:nvPr/>
          </p:nvSpPr>
          <p:spPr bwMode="auto">
            <a:xfrm rot="5094805">
              <a:off x="919557" y="1182773"/>
              <a:ext cx="50269" cy="34275"/>
            </a:xfrm>
            <a:custGeom>
              <a:avLst/>
              <a:gdLst>
                <a:gd name="T0" fmla="*/ 11 w 20"/>
                <a:gd name="T1" fmla="*/ 13 h 14"/>
                <a:gd name="T2" fmla="*/ 1 w 20"/>
                <a:gd name="T3" fmla="*/ 4 h 14"/>
                <a:gd name="T4" fmla="*/ 7 w 20"/>
                <a:gd name="T5" fmla="*/ 2 h 14"/>
                <a:gd name="T6" fmla="*/ 19 w 20"/>
                <a:gd name="T7" fmla="*/ 11 h 14"/>
                <a:gd name="T8" fmla="*/ 11 w 20"/>
                <a:gd name="T9" fmla="*/ 13 h 14"/>
              </a:gdLst>
              <a:ahLst/>
              <a:cxnLst>
                <a:cxn ang="0">
                  <a:pos x="T0" y="T1"/>
                </a:cxn>
                <a:cxn ang="0">
                  <a:pos x="T2" y="T3"/>
                </a:cxn>
                <a:cxn ang="0">
                  <a:pos x="T4" y="T5"/>
                </a:cxn>
                <a:cxn ang="0">
                  <a:pos x="T6" y="T7"/>
                </a:cxn>
                <a:cxn ang="0">
                  <a:pos x="T8" y="T9"/>
                </a:cxn>
              </a:cxnLst>
              <a:rect l="0" t="0" r="r" b="b"/>
              <a:pathLst>
                <a:path w="20" h="14">
                  <a:moveTo>
                    <a:pt x="11" y="13"/>
                  </a:moveTo>
                  <a:cubicBezTo>
                    <a:pt x="7" y="11"/>
                    <a:pt x="2" y="7"/>
                    <a:pt x="1" y="4"/>
                  </a:cubicBezTo>
                  <a:cubicBezTo>
                    <a:pt x="0" y="1"/>
                    <a:pt x="3" y="0"/>
                    <a:pt x="7" y="2"/>
                  </a:cubicBezTo>
                  <a:cubicBezTo>
                    <a:pt x="12" y="4"/>
                    <a:pt x="18" y="8"/>
                    <a:pt x="19" y="11"/>
                  </a:cubicBezTo>
                  <a:cubicBezTo>
                    <a:pt x="20" y="14"/>
                    <a:pt x="16" y="14"/>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7" name="Freeform 2036">
              <a:extLst>
                <a:ext uri="{FF2B5EF4-FFF2-40B4-BE49-F238E27FC236}">
                  <a16:creationId xmlns:a16="http://schemas.microsoft.com/office/drawing/2014/main" id="{BC1C14F4-1557-CB44-4968-4A46EDF712F5}"/>
                </a:ext>
              </a:extLst>
            </p:cNvPr>
            <p:cNvSpPr>
              <a:spLocks/>
            </p:cNvSpPr>
            <p:nvPr/>
          </p:nvSpPr>
          <p:spPr bwMode="auto">
            <a:xfrm rot="5094805">
              <a:off x="855159" y="1388385"/>
              <a:ext cx="43415" cy="31990"/>
            </a:xfrm>
            <a:custGeom>
              <a:avLst/>
              <a:gdLst>
                <a:gd name="T0" fmla="*/ 18 w 18"/>
                <a:gd name="T1" fmla="*/ 11 h 13"/>
                <a:gd name="T2" fmla="*/ 10 w 18"/>
                <a:gd name="T3" fmla="*/ 11 h 13"/>
                <a:gd name="T4" fmla="*/ 0 w 18"/>
                <a:gd name="T5" fmla="*/ 2 h 13"/>
                <a:gd name="T6" fmla="*/ 9 w 18"/>
                <a:gd name="T7" fmla="*/ 3 h 13"/>
                <a:gd name="T8" fmla="*/ 18 w 18"/>
                <a:gd name="T9" fmla="*/ 11 h 13"/>
              </a:gdLst>
              <a:ahLst/>
              <a:cxnLst>
                <a:cxn ang="0">
                  <a:pos x="T0" y="T1"/>
                </a:cxn>
                <a:cxn ang="0">
                  <a:pos x="T2" y="T3"/>
                </a:cxn>
                <a:cxn ang="0">
                  <a:pos x="T4" y="T5"/>
                </a:cxn>
                <a:cxn ang="0">
                  <a:pos x="T6" y="T7"/>
                </a:cxn>
                <a:cxn ang="0">
                  <a:pos x="T8" y="T9"/>
                </a:cxn>
              </a:cxnLst>
              <a:rect l="0" t="0" r="r" b="b"/>
              <a:pathLst>
                <a:path w="18" h="13">
                  <a:moveTo>
                    <a:pt x="18" y="11"/>
                  </a:moveTo>
                  <a:cubicBezTo>
                    <a:pt x="18" y="13"/>
                    <a:pt x="14" y="13"/>
                    <a:pt x="10" y="11"/>
                  </a:cubicBezTo>
                  <a:cubicBezTo>
                    <a:pt x="4" y="9"/>
                    <a:pt x="0" y="5"/>
                    <a:pt x="0" y="2"/>
                  </a:cubicBezTo>
                  <a:cubicBezTo>
                    <a:pt x="0" y="0"/>
                    <a:pt x="4" y="0"/>
                    <a:pt x="9" y="3"/>
                  </a:cubicBezTo>
                  <a:cubicBezTo>
                    <a:pt x="13" y="5"/>
                    <a:pt x="18" y="9"/>
                    <a:pt x="1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8" name="Freeform 2037">
              <a:extLst>
                <a:ext uri="{FF2B5EF4-FFF2-40B4-BE49-F238E27FC236}">
                  <a16:creationId xmlns:a16="http://schemas.microsoft.com/office/drawing/2014/main" id="{B7BDB1B1-AF62-4D88-DA9E-78AF44B47195}"/>
                </a:ext>
              </a:extLst>
            </p:cNvPr>
            <p:cNvSpPr>
              <a:spLocks/>
            </p:cNvSpPr>
            <p:nvPr/>
          </p:nvSpPr>
          <p:spPr bwMode="auto">
            <a:xfrm rot="5094805">
              <a:off x="781630" y="1594199"/>
              <a:ext cx="50269" cy="29705"/>
            </a:xfrm>
            <a:custGeom>
              <a:avLst/>
              <a:gdLst>
                <a:gd name="T0" fmla="*/ 12 w 20"/>
                <a:gd name="T1" fmla="*/ 10 h 12"/>
                <a:gd name="T2" fmla="*/ 1 w 20"/>
                <a:gd name="T3" fmla="*/ 2 h 12"/>
                <a:gd name="T4" fmla="*/ 7 w 20"/>
                <a:gd name="T5" fmla="*/ 2 h 12"/>
                <a:gd name="T6" fmla="*/ 19 w 20"/>
                <a:gd name="T7" fmla="*/ 10 h 12"/>
                <a:gd name="T8" fmla="*/ 12 w 20"/>
                <a:gd name="T9" fmla="*/ 10 h 12"/>
              </a:gdLst>
              <a:ahLst/>
              <a:cxnLst>
                <a:cxn ang="0">
                  <a:pos x="T0" y="T1"/>
                </a:cxn>
                <a:cxn ang="0">
                  <a:pos x="T2" y="T3"/>
                </a:cxn>
                <a:cxn ang="0">
                  <a:pos x="T4" y="T5"/>
                </a:cxn>
                <a:cxn ang="0">
                  <a:pos x="T6" y="T7"/>
                </a:cxn>
                <a:cxn ang="0">
                  <a:pos x="T8" y="T9"/>
                </a:cxn>
              </a:cxnLst>
              <a:rect l="0" t="0" r="r" b="b"/>
              <a:pathLst>
                <a:path w="20" h="12">
                  <a:moveTo>
                    <a:pt x="12" y="10"/>
                  </a:moveTo>
                  <a:cubicBezTo>
                    <a:pt x="7" y="8"/>
                    <a:pt x="2" y="5"/>
                    <a:pt x="1" y="2"/>
                  </a:cubicBezTo>
                  <a:cubicBezTo>
                    <a:pt x="0" y="0"/>
                    <a:pt x="3" y="0"/>
                    <a:pt x="7" y="2"/>
                  </a:cubicBezTo>
                  <a:cubicBezTo>
                    <a:pt x="13" y="4"/>
                    <a:pt x="18" y="8"/>
                    <a:pt x="19" y="10"/>
                  </a:cubicBezTo>
                  <a:cubicBezTo>
                    <a:pt x="20" y="12"/>
                    <a:pt x="16" y="12"/>
                    <a:pt x="1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9" name="Freeform 2038">
              <a:extLst>
                <a:ext uri="{FF2B5EF4-FFF2-40B4-BE49-F238E27FC236}">
                  <a16:creationId xmlns:a16="http://schemas.microsoft.com/office/drawing/2014/main" id="{71D437CC-B7A6-C9A1-9521-2110CC4FA0E2}"/>
                </a:ext>
              </a:extLst>
            </p:cNvPr>
            <p:cNvSpPr>
              <a:spLocks/>
            </p:cNvSpPr>
            <p:nvPr/>
          </p:nvSpPr>
          <p:spPr bwMode="auto">
            <a:xfrm rot="5094805">
              <a:off x="720637" y="1800447"/>
              <a:ext cx="47985" cy="25135"/>
            </a:xfrm>
            <a:custGeom>
              <a:avLst/>
              <a:gdLst>
                <a:gd name="T0" fmla="*/ 12 w 20"/>
                <a:gd name="T1" fmla="*/ 8 h 10"/>
                <a:gd name="T2" fmla="*/ 1 w 20"/>
                <a:gd name="T3" fmla="*/ 2 h 10"/>
                <a:gd name="T4" fmla="*/ 8 w 20"/>
                <a:gd name="T5" fmla="*/ 1 h 10"/>
                <a:gd name="T6" fmla="*/ 19 w 20"/>
                <a:gd name="T7" fmla="*/ 9 h 10"/>
                <a:gd name="T8" fmla="*/ 12 w 20"/>
                <a:gd name="T9" fmla="*/ 8 h 10"/>
              </a:gdLst>
              <a:ahLst/>
              <a:cxnLst>
                <a:cxn ang="0">
                  <a:pos x="T0" y="T1"/>
                </a:cxn>
                <a:cxn ang="0">
                  <a:pos x="T2" y="T3"/>
                </a:cxn>
                <a:cxn ang="0">
                  <a:pos x="T4" y="T5"/>
                </a:cxn>
                <a:cxn ang="0">
                  <a:pos x="T6" y="T7"/>
                </a:cxn>
                <a:cxn ang="0">
                  <a:pos x="T8" y="T9"/>
                </a:cxn>
              </a:cxnLst>
              <a:rect l="0" t="0" r="r" b="b"/>
              <a:pathLst>
                <a:path w="20" h="10">
                  <a:moveTo>
                    <a:pt x="12" y="8"/>
                  </a:moveTo>
                  <a:cubicBezTo>
                    <a:pt x="7" y="7"/>
                    <a:pt x="2" y="4"/>
                    <a:pt x="1" y="2"/>
                  </a:cubicBezTo>
                  <a:cubicBezTo>
                    <a:pt x="0" y="0"/>
                    <a:pt x="3" y="0"/>
                    <a:pt x="8" y="1"/>
                  </a:cubicBezTo>
                  <a:cubicBezTo>
                    <a:pt x="13" y="3"/>
                    <a:pt x="18" y="7"/>
                    <a:pt x="19" y="9"/>
                  </a:cubicBezTo>
                  <a:cubicBezTo>
                    <a:pt x="20" y="10"/>
                    <a:pt x="16" y="10"/>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0" name="Freeform 2039">
              <a:extLst>
                <a:ext uri="{FF2B5EF4-FFF2-40B4-BE49-F238E27FC236}">
                  <a16:creationId xmlns:a16="http://schemas.microsoft.com/office/drawing/2014/main" id="{C7EFBC9E-154C-4D64-D2B9-A46D4803B7FE}"/>
                </a:ext>
              </a:extLst>
            </p:cNvPr>
            <p:cNvSpPr>
              <a:spLocks/>
            </p:cNvSpPr>
            <p:nvPr/>
          </p:nvSpPr>
          <p:spPr bwMode="auto">
            <a:xfrm rot="5094805">
              <a:off x="666463" y="2005884"/>
              <a:ext cx="50269" cy="20565"/>
            </a:xfrm>
            <a:custGeom>
              <a:avLst/>
              <a:gdLst>
                <a:gd name="T0" fmla="*/ 19 w 20"/>
                <a:gd name="T1" fmla="*/ 7 h 9"/>
                <a:gd name="T2" fmla="*/ 12 w 20"/>
                <a:gd name="T3" fmla="*/ 7 h 9"/>
                <a:gd name="T4" fmla="*/ 1 w 20"/>
                <a:gd name="T5" fmla="*/ 2 h 9"/>
                <a:gd name="T6" fmla="*/ 9 w 20"/>
                <a:gd name="T7" fmla="*/ 2 h 9"/>
                <a:gd name="T8" fmla="*/ 19 w 20"/>
                <a:gd name="T9" fmla="*/ 7 h 9"/>
              </a:gdLst>
              <a:ahLst/>
              <a:cxnLst>
                <a:cxn ang="0">
                  <a:pos x="T0" y="T1"/>
                </a:cxn>
                <a:cxn ang="0">
                  <a:pos x="T2" y="T3"/>
                </a:cxn>
                <a:cxn ang="0">
                  <a:pos x="T4" y="T5"/>
                </a:cxn>
                <a:cxn ang="0">
                  <a:pos x="T6" y="T7"/>
                </a:cxn>
                <a:cxn ang="0">
                  <a:pos x="T8" y="T9"/>
                </a:cxn>
              </a:cxnLst>
              <a:rect l="0" t="0" r="r" b="b"/>
              <a:pathLst>
                <a:path w="20" h="9">
                  <a:moveTo>
                    <a:pt x="19" y="7"/>
                  </a:moveTo>
                  <a:cubicBezTo>
                    <a:pt x="20" y="8"/>
                    <a:pt x="16" y="9"/>
                    <a:pt x="12" y="7"/>
                  </a:cubicBezTo>
                  <a:cubicBezTo>
                    <a:pt x="7" y="6"/>
                    <a:pt x="2" y="4"/>
                    <a:pt x="1" y="2"/>
                  </a:cubicBezTo>
                  <a:cubicBezTo>
                    <a:pt x="0" y="0"/>
                    <a:pt x="3" y="0"/>
                    <a:pt x="9" y="2"/>
                  </a:cubicBezTo>
                  <a:cubicBezTo>
                    <a:pt x="14" y="4"/>
                    <a:pt x="18" y="6"/>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1" name="Freeform 2040">
              <a:extLst>
                <a:ext uri="{FF2B5EF4-FFF2-40B4-BE49-F238E27FC236}">
                  <a16:creationId xmlns:a16="http://schemas.microsoft.com/office/drawing/2014/main" id="{E2A2D55C-E945-E2FF-2EE8-D15C51F0BAF0}"/>
                </a:ext>
              </a:extLst>
            </p:cNvPr>
            <p:cNvSpPr>
              <a:spLocks/>
            </p:cNvSpPr>
            <p:nvPr/>
          </p:nvSpPr>
          <p:spPr bwMode="auto">
            <a:xfrm rot="5094805">
              <a:off x="633814" y="2208360"/>
              <a:ext cx="50269" cy="15995"/>
            </a:xfrm>
            <a:custGeom>
              <a:avLst/>
              <a:gdLst>
                <a:gd name="T0" fmla="*/ 19 w 20"/>
                <a:gd name="T1" fmla="*/ 5 h 6"/>
                <a:gd name="T2" fmla="*/ 11 w 20"/>
                <a:gd name="T3" fmla="*/ 6 h 6"/>
                <a:gd name="T4" fmla="*/ 1 w 20"/>
                <a:gd name="T5" fmla="*/ 2 h 6"/>
                <a:gd name="T6" fmla="*/ 9 w 20"/>
                <a:gd name="T7" fmla="*/ 2 h 6"/>
                <a:gd name="T8" fmla="*/ 19 w 20"/>
                <a:gd name="T9" fmla="*/ 5 h 6"/>
              </a:gdLst>
              <a:ahLst/>
              <a:cxnLst>
                <a:cxn ang="0">
                  <a:pos x="T0" y="T1"/>
                </a:cxn>
                <a:cxn ang="0">
                  <a:pos x="T2" y="T3"/>
                </a:cxn>
                <a:cxn ang="0">
                  <a:pos x="T4" y="T5"/>
                </a:cxn>
                <a:cxn ang="0">
                  <a:pos x="T6" y="T7"/>
                </a:cxn>
                <a:cxn ang="0">
                  <a:pos x="T8" y="T9"/>
                </a:cxn>
              </a:cxnLst>
              <a:rect l="0" t="0" r="r" b="b"/>
              <a:pathLst>
                <a:path w="20" h="6">
                  <a:moveTo>
                    <a:pt x="19" y="5"/>
                  </a:moveTo>
                  <a:cubicBezTo>
                    <a:pt x="20" y="6"/>
                    <a:pt x="16" y="6"/>
                    <a:pt x="11" y="6"/>
                  </a:cubicBezTo>
                  <a:cubicBezTo>
                    <a:pt x="7" y="5"/>
                    <a:pt x="2" y="3"/>
                    <a:pt x="1" y="2"/>
                  </a:cubicBezTo>
                  <a:cubicBezTo>
                    <a:pt x="0" y="1"/>
                    <a:pt x="3" y="0"/>
                    <a:pt x="9" y="2"/>
                  </a:cubicBezTo>
                  <a:cubicBezTo>
                    <a:pt x="13" y="2"/>
                    <a:pt x="18" y="4"/>
                    <a:pt x="1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2" name="Freeform 2041">
              <a:extLst>
                <a:ext uri="{FF2B5EF4-FFF2-40B4-BE49-F238E27FC236}">
                  <a16:creationId xmlns:a16="http://schemas.microsoft.com/office/drawing/2014/main" id="{B1A7C357-9D64-2F44-EC7B-231C89308123}"/>
                </a:ext>
              </a:extLst>
            </p:cNvPr>
            <p:cNvSpPr>
              <a:spLocks/>
            </p:cNvSpPr>
            <p:nvPr/>
          </p:nvSpPr>
          <p:spPr bwMode="auto">
            <a:xfrm rot="5094805">
              <a:off x="627251" y="2407672"/>
              <a:ext cx="43415" cy="11425"/>
            </a:xfrm>
            <a:custGeom>
              <a:avLst/>
              <a:gdLst>
                <a:gd name="T0" fmla="*/ 18 w 18"/>
                <a:gd name="T1" fmla="*/ 2 h 4"/>
                <a:gd name="T2" fmla="*/ 10 w 18"/>
                <a:gd name="T3" fmla="*/ 3 h 4"/>
                <a:gd name="T4" fmla="*/ 0 w 18"/>
                <a:gd name="T5" fmla="*/ 1 h 4"/>
                <a:gd name="T6" fmla="*/ 9 w 18"/>
                <a:gd name="T7" fmla="*/ 0 h 4"/>
                <a:gd name="T8" fmla="*/ 18 w 18"/>
                <a:gd name="T9" fmla="*/ 2 h 4"/>
              </a:gdLst>
              <a:ahLst/>
              <a:cxnLst>
                <a:cxn ang="0">
                  <a:pos x="T0" y="T1"/>
                </a:cxn>
                <a:cxn ang="0">
                  <a:pos x="T2" y="T3"/>
                </a:cxn>
                <a:cxn ang="0">
                  <a:pos x="T4" y="T5"/>
                </a:cxn>
                <a:cxn ang="0">
                  <a:pos x="T6" y="T7"/>
                </a:cxn>
                <a:cxn ang="0">
                  <a:pos x="T8" y="T9"/>
                </a:cxn>
              </a:cxnLst>
              <a:rect l="0" t="0" r="r" b="b"/>
              <a:pathLst>
                <a:path w="18" h="4">
                  <a:moveTo>
                    <a:pt x="18" y="2"/>
                  </a:moveTo>
                  <a:cubicBezTo>
                    <a:pt x="18" y="3"/>
                    <a:pt x="14" y="4"/>
                    <a:pt x="10" y="3"/>
                  </a:cubicBezTo>
                  <a:cubicBezTo>
                    <a:pt x="4" y="3"/>
                    <a:pt x="0" y="2"/>
                    <a:pt x="0" y="1"/>
                  </a:cubicBezTo>
                  <a:cubicBezTo>
                    <a:pt x="0" y="0"/>
                    <a:pt x="4" y="0"/>
                    <a:pt x="9" y="0"/>
                  </a:cubicBezTo>
                  <a:cubicBezTo>
                    <a:pt x="14" y="1"/>
                    <a:pt x="18" y="2"/>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3" name="Freeform 2042">
              <a:extLst>
                <a:ext uri="{FF2B5EF4-FFF2-40B4-BE49-F238E27FC236}">
                  <a16:creationId xmlns:a16="http://schemas.microsoft.com/office/drawing/2014/main" id="{C9402232-EE55-98A0-F309-4F609FC737C6}"/>
                </a:ext>
              </a:extLst>
            </p:cNvPr>
            <p:cNvSpPr>
              <a:spLocks/>
            </p:cNvSpPr>
            <p:nvPr/>
          </p:nvSpPr>
          <p:spPr bwMode="auto">
            <a:xfrm rot="5094805">
              <a:off x="650258" y="2601661"/>
              <a:ext cx="45700" cy="11425"/>
            </a:xfrm>
            <a:custGeom>
              <a:avLst/>
              <a:gdLst>
                <a:gd name="T0" fmla="*/ 18 w 18"/>
                <a:gd name="T1" fmla="*/ 1 h 4"/>
                <a:gd name="T2" fmla="*/ 10 w 18"/>
                <a:gd name="T3" fmla="*/ 3 h 4"/>
                <a:gd name="T4" fmla="*/ 0 w 18"/>
                <a:gd name="T5" fmla="*/ 2 h 4"/>
                <a:gd name="T6" fmla="*/ 9 w 18"/>
                <a:gd name="T7" fmla="*/ 0 h 4"/>
                <a:gd name="T8" fmla="*/ 18 w 18"/>
                <a:gd name="T9" fmla="*/ 1 h 4"/>
              </a:gdLst>
              <a:ahLst/>
              <a:cxnLst>
                <a:cxn ang="0">
                  <a:pos x="T0" y="T1"/>
                </a:cxn>
                <a:cxn ang="0">
                  <a:pos x="T2" y="T3"/>
                </a:cxn>
                <a:cxn ang="0">
                  <a:pos x="T4" y="T5"/>
                </a:cxn>
                <a:cxn ang="0">
                  <a:pos x="T6" y="T7"/>
                </a:cxn>
                <a:cxn ang="0">
                  <a:pos x="T8" y="T9"/>
                </a:cxn>
              </a:cxnLst>
              <a:rect l="0" t="0" r="r" b="b"/>
              <a:pathLst>
                <a:path w="18" h="4">
                  <a:moveTo>
                    <a:pt x="18" y="1"/>
                  </a:moveTo>
                  <a:cubicBezTo>
                    <a:pt x="18" y="2"/>
                    <a:pt x="14" y="3"/>
                    <a:pt x="10" y="3"/>
                  </a:cubicBezTo>
                  <a:cubicBezTo>
                    <a:pt x="4" y="4"/>
                    <a:pt x="0" y="3"/>
                    <a:pt x="0" y="2"/>
                  </a:cubicBezTo>
                  <a:cubicBezTo>
                    <a:pt x="0" y="2"/>
                    <a:pt x="4" y="1"/>
                    <a:pt x="9" y="0"/>
                  </a:cubicBezTo>
                  <a:cubicBezTo>
                    <a:pt x="14" y="0"/>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4" name="Freeform 2043">
              <a:extLst>
                <a:ext uri="{FF2B5EF4-FFF2-40B4-BE49-F238E27FC236}">
                  <a16:creationId xmlns:a16="http://schemas.microsoft.com/office/drawing/2014/main" id="{436555E2-ED75-0072-EA0A-54BDE8841886}"/>
                </a:ext>
              </a:extLst>
            </p:cNvPr>
            <p:cNvSpPr>
              <a:spLocks/>
            </p:cNvSpPr>
            <p:nvPr/>
          </p:nvSpPr>
          <p:spPr bwMode="auto">
            <a:xfrm rot="5094805">
              <a:off x="695928" y="2791444"/>
              <a:ext cx="45700" cy="13710"/>
            </a:xfrm>
            <a:custGeom>
              <a:avLst/>
              <a:gdLst>
                <a:gd name="T0" fmla="*/ 9 w 19"/>
                <a:gd name="T1" fmla="*/ 1 h 5"/>
                <a:gd name="T2" fmla="*/ 19 w 19"/>
                <a:gd name="T3" fmla="*/ 1 h 5"/>
                <a:gd name="T4" fmla="*/ 10 w 19"/>
                <a:gd name="T5" fmla="*/ 4 h 5"/>
                <a:gd name="T6" fmla="*/ 1 w 19"/>
                <a:gd name="T7" fmla="*/ 4 h 5"/>
                <a:gd name="T8" fmla="*/ 9 w 19"/>
                <a:gd name="T9" fmla="*/ 1 h 5"/>
              </a:gdLst>
              <a:ahLst/>
              <a:cxnLst>
                <a:cxn ang="0">
                  <a:pos x="T0" y="T1"/>
                </a:cxn>
                <a:cxn ang="0">
                  <a:pos x="T2" y="T3"/>
                </a:cxn>
                <a:cxn ang="0">
                  <a:pos x="T4" y="T5"/>
                </a:cxn>
                <a:cxn ang="0">
                  <a:pos x="T6" y="T7"/>
                </a:cxn>
                <a:cxn ang="0">
                  <a:pos x="T8" y="T9"/>
                </a:cxn>
              </a:cxnLst>
              <a:rect l="0" t="0" r="r" b="b"/>
              <a:pathLst>
                <a:path w="19" h="5">
                  <a:moveTo>
                    <a:pt x="9" y="1"/>
                  </a:moveTo>
                  <a:cubicBezTo>
                    <a:pt x="13" y="0"/>
                    <a:pt x="18" y="0"/>
                    <a:pt x="19" y="1"/>
                  </a:cubicBezTo>
                  <a:cubicBezTo>
                    <a:pt x="19" y="2"/>
                    <a:pt x="15" y="3"/>
                    <a:pt x="10" y="4"/>
                  </a:cubicBezTo>
                  <a:cubicBezTo>
                    <a:pt x="5" y="5"/>
                    <a:pt x="1" y="5"/>
                    <a:pt x="1" y="4"/>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5" name="Freeform 2044">
              <a:extLst>
                <a:ext uri="{FF2B5EF4-FFF2-40B4-BE49-F238E27FC236}">
                  <a16:creationId xmlns:a16="http://schemas.microsoft.com/office/drawing/2014/main" id="{352DD662-02C7-44E3-4BDA-E93412CAE2C8}"/>
                </a:ext>
              </a:extLst>
            </p:cNvPr>
            <p:cNvSpPr>
              <a:spLocks/>
            </p:cNvSpPr>
            <p:nvPr/>
          </p:nvSpPr>
          <p:spPr bwMode="auto">
            <a:xfrm rot="5094805">
              <a:off x="755157" y="2980118"/>
              <a:ext cx="43415" cy="13710"/>
            </a:xfrm>
            <a:custGeom>
              <a:avLst/>
              <a:gdLst>
                <a:gd name="T0" fmla="*/ 8 w 18"/>
                <a:gd name="T1" fmla="*/ 1 h 6"/>
                <a:gd name="T2" fmla="*/ 18 w 18"/>
                <a:gd name="T3" fmla="*/ 1 h 6"/>
                <a:gd name="T4" fmla="*/ 9 w 18"/>
                <a:gd name="T5" fmla="*/ 4 h 6"/>
                <a:gd name="T6" fmla="*/ 0 w 18"/>
                <a:gd name="T7" fmla="*/ 5 h 6"/>
                <a:gd name="T8" fmla="*/ 8 w 18"/>
                <a:gd name="T9" fmla="*/ 1 h 6"/>
              </a:gdLst>
              <a:ahLst/>
              <a:cxnLst>
                <a:cxn ang="0">
                  <a:pos x="T0" y="T1"/>
                </a:cxn>
                <a:cxn ang="0">
                  <a:pos x="T2" y="T3"/>
                </a:cxn>
                <a:cxn ang="0">
                  <a:pos x="T4" y="T5"/>
                </a:cxn>
                <a:cxn ang="0">
                  <a:pos x="T6" y="T7"/>
                </a:cxn>
                <a:cxn ang="0">
                  <a:pos x="T8" y="T9"/>
                </a:cxn>
              </a:cxnLst>
              <a:rect l="0" t="0" r="r" b="b"/>
              <a:pathLst>
                <a:path w="18" h="6">
                  <a:moveTo>
                    <a:pt x="8" y="1"/>
                  </a:moveTo>
                  <a:cubicBezTo>
                    <a:pt x="13" y="0"/>
                    <a:pt x="17" y="0"/>
                    <a:pt x="18" y="1"/>
                  </a:cubicBezTo>
                  <a:cubicBezTo>
                    <a:pt x="18" y="1"/>
                    <a:pt x="14" y="3"/>
                    <a:pt x="9" y="4"/>
                  </a:cubicBezTo>
                  <a:cubicBezTo>
                    <a:pt x="4" y="6"/>
                    <a:pt x="0" y="6"/>
                    <a:pt x="0" y="5"/>
                  </a:cubicBezTo>
                  <a:cubicBezTo>
                    <a:pt x="0" y="4"/>
                    <a:pt x="4"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6" name="Freeform 2045">
              <a:extLst>
                <a:ext uri="{FF2B5EF4-FFF2-40B4-BE49-F238E27FC236}">
                  <a16:creationId xmlns:a16="http://schemas.microsoft.com/office/drawing/2014/main" id="{C86AFD70-E34F-E345-9F03-532E1A30CEF7}"/>
                </a:ext>
              </a:extLst>
            </p:cNvPr>
            <p:cNvSpPr>
              <a:spLocks/>
            </p:cNvSpPr>
            <p:nvPr/>
          </p:nvSpPr>
          <p:spPr bwMode="auto">
            <a:xfrm rot="5094805">
              <a:off x="823481" y="3165493"/>
              <a:ext cx="45700" cy="18280"/>
            </a:xfrm>
            <a:custGeom>
              <a:avLst/>
              <a:gdLst>
                <a:gd name="T0" fmla="*/ 10 w 18"/>
                <a:gd name="T1" fmla="*/ 5 h 7"/>
                <a:gd name="T2" fmla="*/ 0 w 18"/>
                <a:gd name="T3" fmla="*/ 6 h 7"/>
                <a:gd name="T4" fmla="*/ 8 w 18"/>
                <a:gd name="T5" fmla="*/ 2 h 7"/>
                <a:gd name="T6" fmla="*/ 18 w 18"/>
                <a:gd name="T7" fmla="*/ 1 h 7"/>
                <a:gd name="T8" fmla="*/ 10 w 18"/>
                <a:gd name="T9" fmla="*/ 5 h 7"/>
              </a:gdLst>
              <a:ahLst/>
              <a:cxnLst>
                <a:cxn ang="0">
                  <a:pos x="T0" y="T1"/>
                </a:cxn>
                <a:cxn ang="0">
                  <a:pos x="T2" y="T3"/>
                </a:cxn>
                <a:cxn ang="0">
                  <a:pos x="T4" y="T5"/>
                </a:cxn>
                <a:cxn ang="0">
                  <a:pos x="T6" y="T7"/>
                </a:cxn>
                <a:cxn ang="0">
                  <a:pos x="T8" y="T9"/>
                </a:cxn>
              </a:cxnLst>
              <a:rect l="0" t="0" r="r" b="b"/>
              <a:pathLst>
                <a:path w="18" h="7">
                  <a:moveTo>
                    <a:pt x="10" y="5"/>
                  </a:moveTo>
                  <a:cubicBezTo>
                    <a:pt x="5" y="6"/>
                    <a:pt x="1" y="7"/>
                    <a:pt x="0" y="6"/>
                  </a:cubicBezTo>
                  <a:cubicBezTo>
                    <a:pt x="0" y="5"/>
                    <a:pt x="3" y="4"/>
                    <a:pt x="8" y="2"/>
                  </a:cubicBezTo>
                  <a:cubicBezTo>
                    <a:pt x="13" y="0"/>
                    <a:pt x="18" y="0"/>
                    <a:pt x="18" y="1"/>
                  </a:cubicBezTo>
                  <a:cubicBezTo>
                    <a:pt x="18" y="2"/>
                    <a:pt x="15" y="3"/>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7" name="Freeform 2046">
              <a:extLst>
                <a:ext uri="{FF2B5EF4-FFF2-40B4-BE49-F238E27FC236}">
                  <a16:creationId xmlns:a16="http://schemas.microsoft.com/office/drawing/2014/main" id="{58AC33FF-1021-D9EA-2133-B8B7CFA56A20}"/>
                </a:ext>
              </a:extLst>
            </p:cNvPr>
            <p:cNvSpPr>
              <a:spLocks/>
            </p:cNvSpPr>
            <p:nvPr/>
          </p:nvSpPr>
          <p:spPr bwMode="auto">
            <a:xfrm rot="5094805">
              <a:off x="902046" y="3351100"/>
              <a:ext cx="47985" cy="20565"/>
            </a:xfrm>
            <a:custGeom>
              <a:avLst/>
              <a:gdLst>
                <a:gd name="T0" fmla="*/ 9 w 19"/>
                <a:gd name="T1" fmla="*/ 2 h 8"/>
                <a:gd name="T2" fmla="*/ 18 w 19"/>
                <a:gd name="T3" fmla="*/ 1 h 8"/>
                <a:gd name="T4" fmla="*/ 9 w 19"/>
                <a:gd name="T5" fmla="*/ 6 h 8"/>
                <a:gd name="T6" fmla="*/ 1 w 19"/>
                <a:gd name="T7" fmla="*/ 7 h 8"/>
                <a:gd name="T8" fmla="*/ 9 w 19"/>
                <a:gd name="T9" fmla="*/ 2 h 8"/>
              </a:gdLst>
              <a:ahLst/>
              <a:cxnLst>
                <a:cxn ang="0">
                  <a:pos x="T0" y="T1"/>
                </a:cxn>
                <a:cxn ang="0">
                  <a:pos x="T2" y="T3"/>
                </a:cxn>
                <a:cxn ang="0">
                  <a:pos x="T4" y="T5"/>
                </a:cxn>
                <a:cxn ang="0">
                  <a:pos x="T6" y="T7"/>
                </a:cxn>
                <a:cxn ang="0">
                  <a:pos x="T8" y="T9"/>
                </a:cxn>
              </a:cxnLst>
              <a:rect l="0" t="0" r="r" b="b"/>
              <a:pathLst>
                <a:path w="19" h="8">
                  <a:moveTo>
                    <a:pt x="9" y="2"/>
                  </a:moveTo>
                  <a:cubicBezTo>
                    <a:pt x="13" y="1"/>
                    <a:pt x="18" y="0"/>
                    <a:pt x="18" y="1"/>
                  </a:cubicBezTo>
                  <a:cubicBezTo>
                    <a:pt x="19" y="1"/>
                    <a:pt x="14" y="4"/>
                    <a:pt x="9" y="6"/>
                  </a:cubicBezTo>
                  <a:cubicBezTo>
                    <a:pt x="5" y="7"/>
                    <a:pt x="1" y="8"/>
                    <a:pt x="1" y="7"/>
                  </a:cubicBezTo>
                  <a:cubicBezTo>
                    <a:pt x="0" y="6"/>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8" name="Freeform 2047">
              <a:extLst>
                <a:ext uri="{FF2B5EF4-FFF2-40B4-BE49-F238E27FC236}">
                  <a16:creationId xmlns:a16="http://schemas.microsoft.com/office/drawing/2014/main" id="{D2852B6A-E865-421A-6821-B40A2DCBDDFC}"/>
                </a:ext>
              </a:extLst>
            </p:cNvPr>
            <p:cNvSpPr>
              <a:spLocks/>
            </p:cNvSpPr>
            <p:nvPr/>
          </p:nvSpPr>
          <p:spPr bwMode="auto">
            <a:xfrm rot="5094805">
              <a:off x="994180" y="3535799"/>
              <a:ext cx="43415" cy="20565"/>
            </a:xfrm>
            <a:custGeom>
              <a:avLst/>
              <a:gdLst>
                <a:gd name="T0" fmla="*/ 10 w 18"/>
                <a:gd name="T1" fmla="*/ 6 h 9"/>
                <a:gd name="T2" fmla="*/ 1 w 18"/>
                <a:gd name="T3" fmla="*/ 8 h 9"/>
                <a:gd name="T4" fmla="*/ 8 w 18"/>
                <a:gd name="T5" fmla="*/ 4 h 9"/>
                <a:gd name="T6" fmla="*/ 18 w 18"/>
                <a:gd name="T7" fmla="*/ 1 h 9"/>
                <a:gd name="T8" fmla="*/ 10 w 18"/>
                <a:gd name="T9" fmla="*/ 6 h 9"/>
              </a:gdLst>
              <a:ahLst/>
              <a:cxnLst>
                <a:cxn ang="0">
                  <a:pos x="T0" y="T1"/>
                </a:cxn>
                <a:cxn ang="0">
                  <a:pos x="T2" y="T3"/>
                </a:cxn>
                <a:cxn ang="0">
                  <a:pos x="T4" y="T5"/>
                </a:cxn>
                <a:cxn ang="0">
                  <a:pos x="T6" y="T7"/>
                </a:cxn>
                <a:cxn ang="0">
                  <a:pos x="T8" y="T9"/>
                </a:cxn>
              </a:cxnLst>
              <a:rect l="0" t="0" r="r" b="b"/>
              <a:pathLst>
                <a:path w="18" h="9">
                  <a:moveTo>
                    <a:pt x="10" y="6"/>
                  </a:moveTo>
                  <a:cubicBezTo>
                    <a:pt x="5" y="8"/>
                    <a:pt x="1" y="9"/>
                    <a:pt x="1" y="8"/>
                  </a:cubicBezTo>
                  <a:cubicBezTo>
                    <a:pt x="0" y="8"/>
                    <a:pt x="3" y="6"/>
                    <a:pt x="8" y="4"/>
                  </a:cubicBezTo>
                  <a:cubicBezTo>
                    <a:pt x="13" y="2"/>
                    <a:pt x="18" y="0"/>
                    <a:pt x="18" y="1"/>
                  </a:cubicBezTo>
                  <a:cubicBezTo>
                    <a:pt x="18" y="2"/>
                    <a:pt x="15"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9" name="Freeform 2048">
              <a:extLst>
                <a:ext uri="{FF2B5EF4-FFF2-40B4-BE49-F238E27FC236}">
                  <a16:creationId xmlns:a16="http://schemas.microsoft.com/office/drawing/2014/main" id="{74E81225-8B4C-4B50-8D45-B36EBE2EA104}"/>
                </a:ext>
              </a:extLst>
            </p:cNvPr>
            <p:cNvSpPr>
              <a:spLocks/>
            </p:cNvSpPr>
            <p:nvPr/>
          </p:nvSpPr>
          <p:spPr bwMode="auto">
            <a:xfrm rot="5094805">
              <a:off x="1086498" y="3722369"/>
              <a:ext cx="47985" cy="20565"/>
            </a:xfrm>
            <a:custGeom>
              <a:avLst/>
              <a:gdLst>
                <a:gd name="T0" fmla="*/ 11 w 19"/>
                <a:gd name="T1" fmla="*/ 5 h 8"/>
                <a:gd name="T2" fmla="*/ 1 w 19"/>
                <a:gd name="T3" fmla="*/ 8 h 8"/>
                <a:gd name="T4" fmla="*/ 7 w 19"/>
                <a:gd name="T5" fmla="*/ 3 h 8"/>
                <a:gd name="T6" fmla="*/ 18 w 19"/>
                <a:gd name="T7" fmla="*/ 0 h 8"/>
                <a:gd name="T8" fmla="*/ 11 w 19"/>
                <a:gd name="T9" fmla="*/ 5 h 8"/>
              </a:gdLst>
              <a:ahLst/>
              <a:cxnLst>
                <a:cxn ang="0">
                  <a:pos x="T0" y="T1"/>
                </a:cxn>
                <a:cxn ang="0">
                  <a:pos x="T2" y="T3"/>
                </a:cxn>
                <a:cxn ang="0">
                  <a:pos x="T4" y="T5"/>
                </a:cxn>
                <a:cxn ang="0">
                  <a:pos x="T6" y="T7"/>
                </a:cxn>
                <a:cxn ang="0">
                  <a:pos x="T8" y="T9"/>
                </a:cxn>
              </a:cxnLst>
              <a:rect l="0" t="0" r="r" b="b"/>
              <a:pathLst>
                <a:path w="19" h="8">
                  <a:moveTo>
                    <a:pt x="11" y="5"/>
                  </a:moveTo>
                  <a:cubicBezTo>
                    <a:pt x="6" y="7"/>
                    <a:pt x="1" y="8"/>
                    <a:pt x="1" y="8"/>
                  </a:cubicBezTo>
                  <a:cubicBezTo>
                    <a:pt x="0" y="7"/>
                    <a:pt x="2" y="5"/>
                    <a:pt x="7" y="3"/>
                  </a:cubicBezTo>
                  <a:cubicBezTo>
                    <a:pt x="12" y="1"/>
                    <a:pt x="17" y="0"/>
                    <a:pt x="18" y="0"/>
                  </a:cubicBezTo>
                  <a:cubicBezTo>
                    <a:pt x="19" y="1"/>
                    <a:pt x="15"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0" name="Freeform 2049">
              <a:extLst>
                <a:ext uri="{FF2B5EF4-FFF2-40B4-BE49-F238E27FC236}">
                  <a16:creationId xmlns:a16="http://schemas.microsoft.com/office/drawing/2014/main" id="{B7C1E61D-65E2-A4ED-3AD1-57E98E5E6960}"/>
                </a:ext>
              </a:extLst>
            </p:cNvPr>
            <p:cNvSpPr>
              <a:spLocks/>
            </p:cNvSpPr>
            <p:nvPr/>
          </p:nvSpPr>
          <p:spPr bwMode="auto">
            <a:xfrm rot="5094805">
              <a:off x="1188768" y="3902633"/>
              <a:ext cx="45700" cy="25135"/>
            </a:xfrm>
            <a:custGeom>
              <a:avLst/>
              <a:gdLst>
                <a:gd name="T0" fmla="*/ 18 w 18"/>
                <a:gd name="T1" fmla="*/ 1 h 10"/>
                <a:gd name="T2" fmla="*/ 10 w 18"/>
                <a:gd name="T3" fmla="*/ 7 h 10"/>
                <a:gd name="T4" fmla="*/ 0 w 18"/>
                <a:gd name="T5" fmla="*/ 9 h 10"/>
                <a:gd name="T6" fmla="*/ 9 w 18"/>
                <a:gd name="T7" fmla="*/ 3 h 10"/>
                <a:gd name="T8" fmla="*/ 18 w 18"/>
                <a:gd name="T9" fmla="*/ 1 h 10"/>
              </a:gdLst>
              <a:ahLst/>
              <a:cxnLst>
                <a:cxn ang="0">
                  <a:pos x="T0" y="T1"/>
                </a:cxn>
                <a:cxn ang="0">
                  <a:pos x="T2" y="T3"/>
                </a:cxn>
                <a:cxn ang="0">
                  <a:pos x="T4" y="T5"/>
                </a:cxn>
                <a:cxn ang="0">
                  <a:pos x="T6" y="T7"/>
                </a:cxn>
                <a:cxn ang="0">
                  <a:pos x="T8" y="T9"/>
                </a:cxn>
              </a:cxnLst>
              <a:rect l="0" t="0" r="r" b="b"/>
              <a:pathLst>
                <a:path w="18" h="10">
                  <a:moveTo>
                    <a:pt x="18" y="1"/>
                  </a:moveTo>
                  <a:cubicBezTo>
                    <a:pt x="18" y="2"/>
                    <a:pt x="14" y="5"/>
                    <a:pt x="10" y="7"/>
                  </a:cubicBezTo>
                  <a:cubicBezTo>
                    <a:pt x="4" y="9"/>
                    <a:pt x="0" y="10"/>
                    <a:pt x="0" y="9"/>
                  </a:cubicBezTo>
                  <a:cubicBezTo>
                    <a:pt x="0" y="8"/>
                    <a:pt x="4" y="5"/>
                    <a:pt x="9"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1" name="Freeform 2050">
              <a:extLst>
                <a:ext uri="{FF2B5EF4-FFF2-40B4-BE49-F238E27FC236}">
                  <a16:creationId xmlns:a16="http://schemas.microsoft.com/office/drawing/2014/main" id="{ED8EC7D9-BCB1-76A7-CCBF-5C0A98567AB3}"/>
                </a:ext>
              </a:extLst>
            </p:cNvPr>
            <p:cNvSpPr>
              <a:spLocks/>
            </p:cNvSpPr>
            <p:nvPr/>
          </p:nvSpPr>
          <p:spPr bwMode="auto">
            <a:xfrm rot="5094805">
              <a:off x="1292378" y="4088498"/>
              <a:ext cx="43415" cy="22850"/>
            </a:xfrm>
            <a:custGeom>
              <a:avLst/>
              <a:gdLst>
                <a:gd name="T0" fmla="*/ 8 w 18"/>
                <a:gd name="T1" fmla="*/ 3 h 10"/>
                <a:gd name="T2" fmla="*/ 18 w 18"/>
                <a:gd name="T3" fmla="*/ 1 h 10"/>
                <a:gd name="T4" fmla="*/ 8 w 18"/>
                <a:gd name="T5" fmla="*/ 7 h 10"/>
                <a:gd name="T6" fmla="*/ 0 w 18"/>
                <a:gd name="T7" fmla="*/ 9 h 10"/>
                <a:gd name="T8" fmla="*/ 8 w 18"/>
                <a:gd name="T9" fmla="*/ 3 h 10"/>
              </a:gdLst>
              <a:ahLst/>
              <a:cxnLst>
                <a:cxn ang="0">
                  <a:pos x="T0" y="T1"/>
                </a:cxn>
                <a:cxn ang="0">
                  <a:pos x="T2" y="T3"/>
                </a:cxn>
                <a:cxn ang="0">
                  <a:pos x="T4" y="T5"/>
                </a:cxn>
                <a:cxn ang="0">
                  <a:pos x="T6" y="T7"/>
                </a:cxn>
                <a:cxn ang="0">
                  <a:pos x="T8" y="T9"/>
                </a:cxn>
              </a:cxnLst>
              <a:rect l="0" t="0" r="r" b="b"/>
              <a:pathLst>
                <a:path w="18" h="10">
                  <a:moveTo>
                    <a:pt x="8" y="3"/>
                  </a:moveTo>
                  <a:cubicBezTo>
                    <a:pt x="13" y="1"/>
                    <a:pt x="17" y="0"/>
                    <a:pt x="18" y="1"/>
                  </a:cubicBezTo>
                  <a:cubicBezTo>
                    <a:pt x="18" y="2"/>
                    <a:pt x="13" y="5"/>
                    <a:pt x="8" y="7"/>
                  </a:cubicBezTo>
                  <a:cubicBezTo>
                    <a:pt x="4" y="9"/>
                    <a:pt x="0" y="10"/>
                    <a:pt x="0" y="9"/>
                  </a:cubicBezTo>
                  <a:cubicBezTo>
                    <a:pt x="0" y="8"/>
                    <a:pt x="4"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2" name="Freeform 2051">
              <a:extLst>
                <a:ext uri="{FF2B5EF4-FFF2-40B4-BE49-F238E27FC236}">
                  <a16:creationId xmlns:a16="http://schemas.microsoft.com/office/drawing/2014/main" id="{35B235C4-4153-9873-11CE-5AF9331050BD}"/>
                </a:ext>
              </a:extLst>
            </p:cNvPr>
            <p:cNvSpPr>
              <a:spLocks/>
            </p:cNvSpPr>
            <p:nvPr/>
          </p:nvSpPr>
          <p:spPr bwMode="auto">
            <a:xfrm rot="5094805">
              <a:off x="1436854" y="4371362"/>
              <a:ext cx="47985" cy="22850"/>
            </a:xfrm>
            <a:custGeom>
              <a:avLst/>
              <a:gdLst>
                <a:gd name="T0" fmla="*/ 10 w 19"/>
                <a:gd name="T1" fmla="*/ 4 h 10"/>
                <a:gd name="T2" fmla="*/ 19 w 19"/>
                <a:gd name="T3" fmla="*/ 1 h 10"/>
                <a:gd name="T4" fmla="*/ 9 w 19"/>
                <a:gd name="T5" fmla="*/ 7 h 10"/>
                <a:gd name="T6" fmla="*/ 1 w 19"/>
                <a:gd name="T7" fmla="*/ 9 h 10"/>
                <a:gd name="T8" fmla="*/ 10 w 19"/>
                <a:gd name="T9" fmla="*/ 4 h 10"/>
              </a:gdLst>
              <a:ahLst/>
              <a:cxnLst>
                <a:cxn ang="0">
                  <a:pos x="T0" y="T1"/>
                </a:cxn>
                <a:cxn ang="0">
                  <a:pos x="T2" y="T3"/>
                </a:cxn>
                <a:cxn ang="0">
                  <a:pos x="T4" y="T5"/>
                </a:cxn>
                <a:cxn ang="0">
                  <a:pos x="T6" y="T7"/>
                </a:cxn>
                <a:cxn ang="0">
                  <a:pos x="T8" y="T9"/>
                </a:cxn>
              </a:cxnLst>
              <a:rect l="0" t="0" r="r" b="b"/>
              <a:pathLst>
                <a:path w="19" h="10">
                  <a:moveTo>
                    <a:pt x="10" y="4"/>
                  </a:moveTo>
                  <a:cubicBezTo>
                    <a:pt x="14" y="2"/>
                    <a:pt x="19" y="0"/>
                    <a:pt x="19" y="1"/>
                  </a:cubicBezTo>
                  <a:cubicBezTo>
                    <a:pt x="19" y="2"/>
                    <a:pt x="15" y="4"/>
                    <a:pt x="9" y="7"/>
                  </a:cubicBezTo>
                  <a:cubicBezTo>
                    <a:pt x="4" y="9"/>
                    <a:pt x="0" y="10"/>
                    <a:pt x="1" y="9"/>
                  </a:cubicBezTo>
                  <a:cubicBezTo>
                    <a:pt x="1" y="8"/>
                    <a:pt x="5"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3" name="Freeform 2052">
              <a:extLst>
                <a:ext uri="{FF2B5EF4-FFF2-40B4-BE49-F238E27FC236}">
                  <a16:creationId xmlns:a16="http://schemas.microsoft.com/office/drawing/2014/main" id="{B2CA2DE5-C559-EE2C-BE1A-91DB0507532C}"/>
                </a:ext>
              </a:extLst>
            </p:cNvPr>
            <p:cNvSpPr>
              <a:spLocks/>
            </p:cNvSpPr>
            <p:nvPr/>
          </p:nvSpPr>
          <p:spPr bwMode="auto">
            <a:xfrm rot="5094805">
              <a:off x="1541497" y="4555887"/>
              <a:ext cx="47985" cy="20565"/>
            </a:xfrm>
            <a:custGeom>
              <a:avLst/>
              <a:gdLst>
                <a:gd name="T0" fmla="*/ 10 w 19"/>
                <a:gd name="T1" fmla="*/ 3 h 9"/>
                <a:gd name="T2" fmla="*/ 19 w 19"/>
                <a:gd name="T3" fmla="*/ 0 h 9"/>
                <a:gd name="T4" fmla="*/ 9 w 19"/>
                <a:gd name="T5" fmla="*/ 6 h 9"/>
                <a:gd name="T6" fmla="*/ 0 w 19"/>
                <a:gd name="T7" fmla="*/ 8 h 9"/>
                <a:gd name="T8" fmla="*/ 10 w 19"/>
                <a:gd name="T9" fmla="*/ 3 h 9"/>
              </a:gdLst>
              <a:ahLst/>
              <a:cxnLst>
                <a:cxn ang="0">
                  <a:pos x="T0" y="T1"/>
                </a:cxn>
                <a:cxn ang="0">
                  <a:pos x="T2" y="T3"/>
                </a:cxn>
                <a:cxn ang="0">
                  <a:pos x="T4" y="T5"/>
                </a:cxn>
                <a:cxn ang="0">
                  <a:pos x="T6" y="T7"/>
                </a:cxn>
                <a:cxn ang="0">
                  <a:pos x="T8" y="T9"/>
                </a:cxn>
              </a:cxnLst>
              <a:rect l="0" t="0" r="r" b="b"/>
              <a:pathLst>
                <a:path w="19" h="9">
                  <a:moveTo>
                    <a:pt x="10" y="3"/>
                  </a:moveTo>
                  <a:cubicBezTo>
                    <a:pt x="14" y="1"/>
                    <a:pt x="18" y="0"/>
                    <a:pt x="19" y="0"/>
                  </a:cubicBezTo>
                  <a:cubicBezTo>
                    <a:pt x="19" y="1"/>
                    <a:pt x="15" y="3"/>
                    <a:pt x="9" y="6"/>
                  </a:cubicBezTo>
                  <a:cubicBezTo>
                    <a:pt x="4" y="8"/>
                    <a:pt x="0" y="9"/>
                    <a:pt x="0" y="8"/>
                  </a:cubicBezTo>
                  <a:cubicBezTo>
                    <a:pt x="1" y="8"/>
                    <a:pt x="5" y="5"/>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4" name="Freeform 2053">
              <a:extLst>
                <a:ext uri="{FF2B5EF4-FFF2-40B4-BE49-F238E27FC236}">
                  <a16:creationId xmlns:a16="http://schemas.microsoft.com/office/drawing/2014/main" id="{05FF8E55-6CF7-C88B-C57E-C06632B5554F}"/>
                </a:ext>
              </a:extLst>
            </p:cNvPr>
            <p:cNvSpPr>
              <a:spLocks/>
            </p:cNvSpPr>
            <p:nvPr/>
          </p:nvSpPr>
          <p:spPr bwMode="auto">
            <a:xfrm rot="5094805">
              <a:off x="1643863" y="4738330"/>
              <a:ext cx="47985" cy="22850"/>
            </a:xfrm>
            <a:custGeom>
              <a:avLst/>
              <a:gdLst>
                <a:gd name="T0" fmla="*/ 19 w 20"/>
                <a:gd name="T1" fmla="*/ 0 h 9"/>
                <a:gd name="T2" fmla="*/ 11 w 20"/>
                <a:gd name="T3" fmla="*/ 5 h 9"/>
                <a:gd name="T4" fmla="*/ 1 w 20"/>
                <a:gd name="T5" fmla="*/ 9 h 9"/>
                <a:gd name="T6" fmla="*/ 10 w 20"/>
                <a:gd name="T7" fmla="*/ 3 h 9"/>
                <a:gd name="T8" fmla="*/ 19 w 20"/>
                <a:gd name="T9" fmla="*/ 0 h 9"/>
              </a:gdLst>
              <a:ahLst/>
              <a:cxnLst>
                <a:cxn ang="0">
                  <a:pos x="T0" y="T1"/>
                </a:cxn>
                <a:cxn ang="0">
                  <a:pos x="T2" y="T3"/>
                </a:cxn>
                <a:cxn ang="0">
                  <a:pos x="T4" y="T5"/>
                </a:cxn>
                <a:cxn ang="0">
                  <a:pos x="T6" y="T7"/>
                </a:cxn>
                <a:cxn ang="0">
                  <a:pos x="T8" y="T9"/>
                </a:cxn>
              </a:cxnLst>
              <a:rect l="0" t="0" r="r" b="b"/>
              <a:pathLst>
                <a:path w="20" h="9">
                  <a:moveTo>
                    <a:pt x="19" y="0"/>
                  </a:moveTo>
                  <a:cubicBezTo>
                    <a:pt x="20" y="1"/>
                    <a:pt x="16" y="3"/>
                    <a:pt x="11" y="5"/>
                  </a:cubicBezTo>
                  <a:cubicBezTo>
                    <a:pt x="7" y="7"/>
                    <a:pt x="2" y="9"/>
                    <a:pt x="1" y="9"/>
                  </a:cubicBezTo>
                  <a:cubicBezTo>
                    <a:pt x="0" y="8"/>
                    <a:pt x="5" y="5"/>
                    <a:pt x="10" y="3"/>
                  </a:cubicBezTo>
                  <a:cubicBezTo>
                    <a:pt x="15"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5" name="Freeform 2054">
              <a:extLst>
                <a:ext uri="{FF2B5EF4-FFF2-40B4-BE49-F238E27FC236}">
                  <a16:creationId xmlns:a16="http://schemas.microsoft.com/office/drawing/2014/main" id="{D988EB57-6D87-89B1-5B17-3B36BBE049B6}"/>
                </a:ext>
              </a:extLst>
            </p:cNvPr>
            <p:cNvSpPr>
              <a:spLocks/>
            </p:cNvSpPr>
            <p:nvPr/>
          </p:nvSpPr>
          <p:spPr bwMode="auto">
            <a:xfrm rot="5094805">
              <a:off x="1743954" y="4923260"/>
              <a:ext cx="47985" cy="20565"/>
            </a:xfrm>
            <a:custGeom>
              <a:avLst/>
              <a:gdLst>
                <a:gd name="T0" fmla="*/ 12 w 20"/>
                <a:gd name="T1" fmla="*/ 5 h 8"/>
                <a:gd name="T2" fmla="*/ 1 w 20"/>
                <a:gd name="T3" fmla="*/ 8 h 8"/>
                <a:gd name="T4" fmla="*/ 9 w 20"/>
                <a:gd name="T5" fmla="*/ 3 h 8"/>
                <a:gd name="T6" fmla="*/ 19 w 20"/>
                <a:gd name="T7" fmla="*/ 0 h 8"/>
                <a:gd name="T8" fmla="*/ 12 w 20"/>
                <a:gd name="T9" fmla="*/ 5 h 8"/>
              </a:gdLst>
              <a:ahLst/>
              <a:cxnLst>
                <a:cxn ang="0">
                  <a:pos x="T0" y="T1"/>
                </a:cxn>
                <a:cxn ang="0">
                  <a:pos x="T2" y="T3"/>
                </a:cxn>
                <a:cxn ang="0">
                  <a:pos x="T4" y="T5"/>
                </a:cxn>
                <a:cxn ang="0">
                  <a:pos x="T6" y="T7"/>
                </a:cxn>
                <a:cxn ang="0">
                  <a:pos x="T8" y="T9"/>
                </a:cxn>
              </a:cxnLst>
              <a:rect l="0" t="0" r="r" b="b"/>
              <a:pathLst>
                <a:path w="20" h="8">
                  <a:moveTo>
                    <a:pt x="12" y="5"/>
                  </a:moveTo>
                  <a:cubicBezTo>
                    <a:pt x="7" y="7"/>
                    <a:pt x="2" y="8"/>
                    <a:pt x="1" y="8"/>
                  </a:cubicBezTo>
                  <a:cubicBezTo>
                    <a:pt x="0" y="8"/>
                    <a:pt x="4" y="5"/>
                    <a:pt x="9" y="3"/>
                  </a:cubicBezTo>
                  <a:cubicBezTo>
                    <a:pt x="14" y="1"/>
                    <a:pt x="18" y="0"/>
                    <a:pt x="19" y="0"/>
                  </a:cubicBezTo>
                  <a:cubicBezTo>
                    <a:pt x="20" y="1"/>
                    <a:pt x="17"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6" name="Freeform 2055">
              <a:extLst>
                <a:ext uri="{FF2B5EF4-FFF2-40B4-BE49-F238E27FC236}">
                  <a16:creationId xmlns:a16="http://schemas.microsoft.com/office/drawing/2014/main" id="{2D204A47-4208-39B6-D0A9-54F3462724D4}"/>
                </a:ext>
              </a:extLst>
            </p:cNvPr>
            <p:cNvSpPr>
              <a:spLocks/>
            </p:cNvSpPr>
            <p:nvPr/>
          </p:nvSpPr>
          <p:spPr bwMode="auto">
            <a:xfrm rot="5094805">
              <a:off x="1837419" y="5111074"/>
              <a:ext cx="47985" cy="18280"/>
            </a:xfrm>
            <a:custGeom>
              <a:avLst/>
              <a:gdLst>
                <a:gd name="T0" fmla="*/ 8 w 19"/>
                <a:gd name="T1" fmla="*/ 2 h 8"/>
                <a:gd name="T2" fmla="*/ 18 w 19"/>
                <a:gd name="T3" fmla="*/ 0 h 8"/>
                <a:gd name="T4" fmla="*/ 11 w 19"/>
                <a:gd name="T5" fmla="*/ 4 h 8"/>
                <a:gd name="T6" fmla="*/ 0 w 19"/>
                <a:gd name="T7" fmla="*/ 7 h 8"/>
                <a:gd name="T8" fmla="*/ 8 w 19"/>
                <a:gd name="T9" fmla="*/ 2 h 8"/>
              </a:gdLst>
              <a:ahLst/>
              <a:cxnLst>
                <a:cxn ang="0">
                  <a:pos x="T0" y="T1"/>
                </a:cxn>
                <a:cxn ang="0">
                  <a:pos x="T2" y="T3"/>
                </a:cxn>
                <a:cxn ang="0">
                  <a:pos x="T4" y="T5"/>
                </a:cxn>
                <a:cxn ang="0">
                  <a:pos x="T6" y="T7"/>
                </a:cxn>
                <a:cxn ang="0">
                  <a:pos x="T8" y="T9"/>
                </a:cxn>
              </a:cxnLst>
              <a:rect l="0" t="0" r="r" b="b"/>
              <a:pathLst>
                <a:path w="19" h="8">
                  <a:moveTo>
                    <a:pt x="8" y="2"/>
                  </a:moveTo>
                  <a:cubicBezTo>
                    <a:pt x="13" y="1"/>
                    <a:pt x="18" y="0"/>
                    <a:pt x="18" y="0"/>
                  </a:cubicBezTo>
                  <a:cubicBezTo>
                    <a:pt x="19" y="1"/>
                    <a:pt x="16" y="2"/>
                    <a:pt x="11" y="4"/>
                  </a:cubicBezTo>
                  <a:cubicBezTo>
                    <a:pt x="5" y="7"/>
                    <a:pt x="0" y="8"/>
                    <a:pt x="0" y="7"/>
                  </a:cubicBezTo>
                  <a:cubicBezTo>
                    <a:pt x="0" y="6"/>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7" name="Freeform 2056">
              <a:extLst>
                <a:ext uri="{FF2B5EF4-FFF2-40B4-BE49-F238E27FC236}">
                  <a16:creationId xmlns:a16="http://schemas.microsoft.com/office/drawing/2014/main" id="{C1C4649C-FF14-CA9A-1726-6DB6162DFA96}"/>
                </a:ext>
              </a:extLst>
            </p:cNvPr>
            <p:cNvSpPr>
              <a:spLocks/>
            </p:cNvSpPr>
            <p:nvPr/>
          </p:nvSpPr>
          <p:spPr bwMode="auto">
            <a:xfrm rot="5094805">
              <a:off x="1927171" y="5293594"/>
              <a:ext cx="45700" cy="20565"/>
            </a:xfrm>
            <a:custGeom>
              <a:avLst/>
              <a:gdLst>
                <a:gd name="T0" fmla="*/ 18 w 18"/>
                <a:gd name="T1" fmla="*/ 1 h 8"/>
                <a:gd name="T2" fmla="*/ 10 w 18"/>
                <a:gd name="T3" fmla="*/ 5 h 8"/>
                <a:gd name="T4" fmla="*/ 0 w 18"/>
                <a:gd name="T5" fmla="*/ 7 h 8"/>
                <a:gd name="T6" fmla="*/ 10 w 18"/>
                <a:gd name="T7" fmla="*/ 3 h 8"/>
                <a:gd name="T8" fmla="*/ 18 w 18"/>
                <a:gd name="T9" fmla="*/ 1 h 8"/>
              </a:gdLst>
              <a:ahLst/>
              <a:cxnLst>
                <a:cxn ang="0">
                  <a:pos x="T0" y="T1"/>
                </a:cxn>
                <a:cxn ang="0">
                  <a:pos x="T2" y="T3"/>
                </a:cxn>
                <a:cxn ang="0">
                  <a:pos x="T4" y="T5"/>
                </a:cxn>
                <a:cxn ang="0">
                  <a:pos x="T6" y="T7"/>
                </a:cxn>
                <a:cxn ang="0">
                  <a:pos x="T8" y="T9"/>
                </a:cxn>
              </a:cxnLst>
              <a:rect l="0" t="0" r="r" b="b"/>
              <a:pathLst>
                <a:path w="18" h="8">
                  <a:moveTo>
                    <a:pt x="18" y="1"/>
                  </a:moveTo>
                  <a:cubicBezTo>
                    <a:pt x="18" y="2"/>
                    <a:pt x="15" y="4"/>
                    <a:pt x="10" y="5"/>
                  </a:cubicBezTo>
                  <a:cubicBezTo>
                    <a:pt x="5" y="7"/>
                    <a:pt x="0" y="8"/>
                    <a:pt x="0" y="7"/>
                  </a:cubicBezTo>
                  <a:cubicBezTo>
                    <a:pt x="0" y="7"/>
                    <a:pt x="4" y="4"/>
                    <a:pt x="10"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8" name="Freeform 2057">
              <a:extLst>
                <a:ext uri="{FF2B5EF4-FFF2-40B4-BE49-F238E27FC236}">
                  <a16:creationId xmlns:a16="http://schemas.microsoft.com/office/drawing/2014/main" id="{4B867F85-F5AF-6DD2-DB4F-B4E9678E7319}"/>
                </a:ext>
              </a:extLst>
            </p:cNvPr>
            <p:cNvSpPr>
              <a:spLocks/>
            </p:cNvSpPr>
            <p:nvPr/>
          </p:nvSpPr>
          <p:spPr bwMode="auto">
            <a:xfrm rot="5094805">
              <a:off x="2003567" y="5484070"/>
              <a:ext cx="45700" cy="15995"/>
            </a:xfrm>
            <a:custGeom>
              <a:avLst/>
              <a:gdLst>
                <a:gd name="T0" fmla="*/ 9 w 19"/>
                <a:gd name="T1" fmla="*/ 2 h 7"/>
                <a:gd name="T2" fmla="*/ 18 w 19"/>
                <a:gd name="T3" fmla="*/ 1 h 7"/>
                <a:gd name="T4" fmla="*/ 11 w 19"/>
                <a:gd name="T5" fmla="*/ 4 h 7"/>
                <a:gd name="T6" fmla="*/ 0 w 19"/>
                <a:gd name="T7" fmla="*/ 6 h 7"/>
                <a:gd name="T8" fmla="*/ 9 w 19"/>
                <a:gd name="T9" fmla="*/ 2 h 7"/>
              </a:gdLst>
              <a:ahLst/>
              <a:cxnLst>
                <a:cxn ang="0">
                  <a:pos x="T0" y="T1"/>
                </a:cxn>
                <a:cxn ang="0">
                  <a:pos x="T2" y="T3"/>
                </a:cxn>
                <a:cxn ang="0">
                  <a:pos x="T4" y="T5"/>
                </a:cxn>
                <a:cxn ang="0">
                  <a:pos x="T6" y="T7"/>
                </a:cxn>
                <a:cxn ang="0">
                  <a:pos x="T8" y="T9"/>
                </a:cxn>
              </a:cxnLst>
              <a:rect l="0" t="0" r="r" b="b"/>
              <a:pathLst>
                <a:path w="19" h="7">
                  <a:moveTo>
                    <a:pt x="9" y="2"/>
                  </a:moveTo>
                  <a:cubicBezTo>
                    <a:pt x="13" y="0"/>
                    <a:pt x="18" y="0"/>
                    <a:pt x="18" y="1"/>
                  </a:cubicBezTo>
                  <a:cubicBezTo>
                    <a:pt x="19" y="1"/>
                    <a:pt x="16" y="3"/>
                    <a:pt x="11" y="4"/>
                  </a:cubicBezTo>
                  <a:cubicBezTo>
                    <a:pt x="5" y="6"/>
                    <a:pt x="0" y="7"/>
                    <a:pt x="0" y="6"/>
                  </a:cubicBezTo>
                  <a:cubicBezTo>
                    <a:pt x="0" y="5"/>
                    <a:pt x="4" y="3"/>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9" name="Freeform 2058">
              <a:extLst>
                <a:ext uri="{FF2B5EF4-FFF2-40B4-BE49-F238E27FC236}">
                  <a16:creationId xmlns:a16="http://schemas.microsoft.com/office/drawing/2014/main" id="{C8FEDBAA-DB5A-5E89-5711-3F378C62140C}"/>
                </a:ext>
              </a:extLst>
            </p:cNvPr>
            <p:cNvSpPr>
              <a:spLocks/>
            </p:cNvSpPr>
            <p:nvPr/>
          </p:nvSpPr>
          <p:spPr bwMode="auto">
            <a:xfrm rot="5094805">
              <a:off x="2073028" y="5672772"/>
              <a:ext cx="47985" cy="13710"/>
            </a:xfrm>
            <a:custGeom>
              <a:avLst/>
              <a:gdLst>
                <a:gd name="T0" fmla="*/ 11 w 19"/>
                <a:gd name="T1" fmla="*/ 4 h 6"/>
                <a:gd name="T2" fmla="*/ 1 w 19"/>
                <a:gd name="T3" fmla="*/ 6 h 6"/>
                <a:gd name="T4" fmla="*/ 9 w 19"/>
                <a:gd name="T5" fmla="*/ 2 h 6"/>
                <a:gd name="T6" fmla="*/ 19 w 19"/>
                <a:gd name="T7" fmla="*/ 1 h 6"/>
                <a:gd name="T8" fmla="*/ 11 w 19"/>
                <a:gd name="T9" fmla="*/ 4 h 6"/>
              </a:gdLst>
              <a:ahLst/>
              <a:cxnLst>
                <a:cxn ang="0">
                  <a:pos x="T0" y="T1"/>
                </a:cxn>
                <a:cxn ang="0">
                  <a:pos x="T2" y="T3"/>
                </a:cxn>
                <a:cxn ang="0">
                  <a:pos x="T4" y="T5"/>
                </a:cxn>
                <a:cxn ang="0">
                  <a:pos x="T6" y="T7"/>
                </a:cxn>
                <a:cxn ang="0">
                  <a:pos x="T8" y="T9"/>
                </a:cxn>
              </a:cxnLst>
              <a:rect l="0" t="0" r="r" b="b"/>
              <a:pathLst>
                <a:path w="19" h="6">
                  <a:moveTo>
                    <a:pt x="11" y="4"/>
                  </a:moveTo>
                  <a:cubicBezTo>
                    <a:pt x="6" y="6"/>
                    <a:pt x="1" y="6"/>
                    <a:pt x="1" y="6"/>
                  </a:cubicBezTo>
                  <a:cubicBezTo>
                    <a:pt x="0" y="5"/>
                    <a:pt x="4" y="3"/>
                    <a:pt x="9" y="2"/>
                  </a:cubicBezTo>
                  <a:cubicBezTo>
                    <a:pt x="14" y="1"/>
                    <a:pt x="18" y="0"/>
                    <a:pt x="19" y="1"/>
                  </a:cubicBezTo>
                  <a:cubicBezTo>
                    <a:pt x="19" y="2"/>
                    <a:pt x="16" y="3"/>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0" name="Freeform 2059">
              <a:extLst>
                <a:ext uri="{FF2B5EF4-FFF2-40B4-BE49-F238E27FC236}">
                  <a16:creationId xmlns:a16="http://schemas.microsoft.com/office/drawing/2014/main" id="{C91D25E3-538D-9925-AC73-E00D289D9C63}"/>
                </a:ext>
              </a:extLst>
            </p:cNvPr>
            <p:cNvSpPr>
              <a:spLocks/>
            </p:cNvSpPr>
            <p:nvPr/>
          </p:nvSpPr>
          <p:spPr bwMode="auto">
            <a:xfrm rot="5094805">
              <a:off x="2127802" y="5864030"/>
              <a:ext cx="47985" cy="11425"/>
            </a:xfrm>
            <a:custGeom>
              <a:avLst/>
              <a:gdLst>
                <a:gd name="T0" fmla="*/ 0 w 19"/>
                <a:gd name="T1" fmla="*/ 4 h 5"/>
                <a:gd name="T2" fmla="*/ 8 w 19"/>
                <a:gd name="T3" fmla="*/ 1 h 5"/>
                <a:gd name="T4" fmla="*/ 19 w 19"/>
                <a:gd name="T5" fmla="*/ 1 h 5"/>
                <a:gd name="T6" fmla="*/ 10 w 19"/>
                <a:gd name="T7" fmla="*/ 4 h 5"/>
                <a:gd name="T8" fmla="*/ 0 w 19"/>
                <a:gd name="T9" fmla="*/ 4 h 5"/>
              </a:gdLst>
              <a:ahLst/>
              <a:cxnLst>
                <a:cxn ang="0">
                  <a:pos x="T0" y="T1"/>
                </a:cxn>
                <a:cxn ang="0">
                  <a:pos x="T2" y="T3"/>
                </a:cxn>
                <a:cxn ang="0">
                  <a:pos x="T4" y="T5"/>
                </a:cxn>
                <a:cxn ang="0">
                  <a:pos x="T6" y="T7"/>
                </a:cxn>
                <a:cxn ang="0">
                  <a:pos x="T8" y="T9"/>
                </a:cxn>
              </a:cxnLst>
              <a:rect l="0" t="0" r="r" b="b"/>
              <a:pathLst>
                <a:path w="19" h="5">
                  <a:moveTo>
                    <a:pt x="0" y="4"/>
                  </a:moveTo>
                  <a:cubicBezTo>
                    <a:pt x="0" y="3"/>
                    <a:pt x="3" y="2"/>
                    <a:pt x="8" y="1"/>
                  </a:cubicBezTo>
                  <a:cubicBezTo>
                    <a:pt x="13" y="0"/>
                    <a:pt x="18" y="0"/>
                    <a:pt x="19" y="1"/>
                  </a:cubicBezTo>
                  <a:cubicBezTo>
                    <a:pt x="19" y="2"/>
                    <a:pt x="15" y="3"/>
                    <a:pt x="10" y="4"/>
                  </a:cubicBezTo>
                  <a:cubicBezTo>
                    <a:pt x="5" y="4"/>
                    <a:pt x="0" y="5"/>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1" name="Freeform 2060">
              <a:extLst>
                <a:ext uri="{FF2B5EF4-FFF2-40B4-BE49-F238E27FC236}">
                  <a16:creationId xmlns:a16="http://schemas.microsoft.com/office/drawing/2014/main" id="{024EE2DF-E431-94F6-51E9-77E350792EC5}"/>
                </a:ext>
              </a:extLst>
            </p:cNvPr>
            <p:cNvSpPr>
              <a:spLocks/>
            </p:cNvSpPr>
            <p:nvPr/>
          </p:nvSpPr>
          <p:spPr bwMode="auto">
            <a:xfrm rot="5094805">
              <a:off x="2173472" y="6056098"/>
              <a:ext cx="47985" cy="9140"/>
            </a:xfrm>
            <a:custGeom>
              <a:avLst/>
              <a:gdLst>
                <a:gd name="T0" fmla="*/ 10 w 20"/>
                <a:gd name="T1" fmla="*/ 1 h 4"/>
                <a:gd name="T2" fmla="*/ 19 w 20"/>
                <a:gd name="T3" fmla="*/ 2 h 4"/>
                <a:gd name="T4" fmla="*/ 9 w 20"/>
                <a:gd name="T5" fmla="*/ 4 h 4"/>
                <a:gd name="T6" fmla="*/ 1 w 20"/>
                <a:gd name="T7" fmla="*/ 3 h 4"/>
                <a:gd name="T8" fmla="*/ 10 w 20"/>
                <a:gd name="T9" fmla="*/ 1 h 4"/>
              </a:gdLst>
              <a:ahLst/>
              <a:cxnLst>
                <a:cxn ang="0">
                  <a:pos x="T0" y="T1"/>
                </a:cxn>
                <a:cxn ang="0">
                  <a:pos x="T2" y="T3"/>
                </a:cxn>
                <a:cxn ang="0">
                  <a:pos x="T4" y="T5"/>
                </a:cxn>
                <a:cxn ang="0">
                  <a:pos x="T6" y="T7"/>
                </a:cxn>
                <a:cxn ang="0">
                  <a:pos x="T8" y="T9"/>
                </a:cxn>
              </a:cxnLst>
              <a:rect l="0" t="0" r="r" b="b"/>
              <a:pathLst>
                <a:path w="20" h="4">
                  <a:moveTo>
                    <a:pt x="10" y="1"/>
                  </a:moveTo>
                  <a:cubicBezTo>
                    <a:pt x="15" y="0"/>
                    <a:pt x="19" y="1"/>
                    <a:pt x="19" y="2"/>
                  </a:cubicBezTo>
                  <a:cubicBezTo>
                    <a:pt x="20" y="3"/>
                    <a:pt x="15" y="4"/>
                    <a:pt x="9" y="4"/>
                  </a:cubicBezTo>
                  <a:cubicBezTo>
                    <a:pt x="4" y="4"/>
                    <a:pt x="0" y="4"/>
                    <a:pt x="1" y="3"/>
                  </a:cubicBezTo>
                  <a:cubicBezTo>
                    <a:pt x="1" y="2"/>
                    <a:pt x="5"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2" name="Freeform 2061">
              <a:extLst>
                <a:ext uri="{FF2B5EF4-FFF2-40B4-BE49-F238E27FC236}">
                  <a16:creationId xmlns:a16="http://schemas.microsoft.com/office/drawing/2014/main" id="{4E4F716E-FF34-C74C-0C8F-B42AB77DB64A}"/>
                </a:ext>
              </a:extLst>
            </p:cNvPr>
            <p:cNvSpPr>
              <a:spLocks/>
            </p:cNvSpPr>
            <p:nvPr/>
          </p:nvSpPr>
          <p:spPr bwMode="auto">
            <a:xfrm rot="5094805">
              <a:off x="2212314" y="6246489"/>
              <a:ext cx="47985" cy="11425"/>
            </a:xfrm>
            <a:custGeom>
              <a:avLst/>
              <a:gdLst>
                <a:gd name="T0" fmla="*/ 9 w 19"/>
                <a:gd name="T1" fmla="*/ 1 h 5"/>
                <a:gd name="T2" fmla="*/ 19 w 19"/>
                <a:gd name="T3" fmla="*/ 1 h 5"/>
                <a:gd name="T4" fmla="*/ 11 w 19"/>
                <a:gd name="T5" fmla="*/ 4 h 5"/>
                <a:gd name="T6" fmla="*/ 0 w 19"/>
                <a:gd name="T7" fmla="*/ 4 h 5"/>
                <a:gd name="T8" fmla="*/ 9 w 19"/>
                <a:gd name="T9" fmla="*/ 1 h 5"/>
              </a:gdLst>
              <a:ahLst/>
              <a:cxnLst>
                <a:cxn ang="0">
                  <a:pos x="T0" y="T1"/>
                </a:cxn>
                <a:cxn ang="0">
                  <a:pos x="T2" y="T3"/>
                </a:cxn>
                <a:cxn ang="0">
                  <a:pos x="T4" y="T5"/>
                </a:cxn>
                <a:cxn ang="0">
                  <a:pos x="T6" y="T7"/>
                </a:cxn>
                <a:cxn ang="0">
                  <a:pos x="T8" y="T9"/>
                </a:cxn>
              </a:cxnLst>
              <a:rect l="0" t="0" r="r" b="b"/>
              <a:pathLst>
                <a:path w="19" h="5">
                  <a:moveTo>
                    <a:pt x="9" y="1"/>
                  </a:moveTo>
                  <a:cubicBezTo>
                    <a:pt x="14" y="0"/>
                    <a:pt x="18" y="1"/>
                    <a:pt x="19" y="1"/>
                  </a:cubicBezTo>
                  <a:cubicBezTo>
                    <a:pt x="19" y="2"/>
                    <a:pt x="16" y="4"/>
                    <a:pt x="11" y="4"/>
                  </a:cubicBezTo>
                  <a:cubicBezTo>
                    <a:pt x="6" y="5"/>
                    <a:pt x="1" y="5"/>
                    <a:pt x="0" y="4"/>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3" name="Freeform 2062">
              <a:extLst>
                <a:ext uri="{FF2B5EF4-FFF2-40B4-BE49-F238E27FC236}">
                  <a16:creationId xmlns:a16="http://schemas.microsoft.com/office/drawing/2014/main" id="{3A373302-2647-824C-AA15-7CC674B37B22}"/>
                </a:ext>
              </a:extLst>
            </p:cNvPr>
            <p:cNvSpPr>
              <a:spLocks/>
            </p:cNvSpPr>
            <p:nvPr/>
          </p:nvSpPr>
          <p:spPr bwMode="auto">
            <a:xfrm rot="5094805">
              <a:off x="2263568" y="6434526"/>
              <a:ext cx="50269" cy="13710"/>
            </a:xfrm>
            <a:custGeom>
              <a:avLst/>
              <a:gdLst>
                <a:gd name="T0" fmla="*/ 10 w 20"/>
                <a:gd name="T1" fmla="*/ 1 h 6"/>
                <a:gd name="T2" fmla="*/ 19 w 20"/>
                <a:gd name="T3" fmla="*/ 1 h 6"/>
                <a:gd name="T4" fmla="*/ 9 w 20"/>
                <a:gd name="T5" fmla="*/ 5 h 6"/>
                <a:gd name="T6" fmla="*/ 1 w 20"/>
                <a:gd name="T7" fmla="*/ 5 h 6"/>
                <a:gd name="T8" fmla="*/ 10 w 20"/>
                <a:gd name="T9" fmla="*/ 1 h 6"/>
              </a:gdLst>
              <a:ahLst/>
              <a:cxnLst>
                <a:cxn ang="0">
                  <a:pos x="T0" y="T1"/>
                </a:cxn>
                <a:cxn ang="0">
                  <a:pos x="T2" y="T3"/>
                </a:cxn>
                <a:cxn ang="0">
                  <a:pos x="T4" y="T5"/>
                </a:cxn>
                <a:cxn ang="0">
                  <a:pos x="T6" y="T7"/>
                </a:cxn>
                <a:cxn ang="0">
                  <a:pos x="T8" y="T9"/>
                </a:cxn>
              </a:cxnLst>
              <a:rect l="0" t="0" r="r" b="b"/>
              <a:pathLst>
                <a:path w="20" h="6">
                  <a:moveTo>
                    <a:pt x="10" y="1"/>
                  </a:moveTo>
                  <a:cubicBezTo>
                    <a:pt x="15" y="0"/>
                    <a:pt x="19" y="0"/>
                    <a:pt x="19" y="1"/>
                  </a:cubicBezTo>
                  <a:cubicBezTo>
                    <a:pt x="20" y="2"/>
                    <a:pt x="15" y="4"/>
                    <a:pt x="9" y="5"/>
                  </a:cubicBezTo>
                  <a:cubicBezTo>
                    <a:pt x="4" y="6"/>
                    <a:pt x="0" y="6"/>
                    <a:pt x="1" y="5"/>
                  </a:cubicBezTo>
                  <a:cubicBezTo>
                    <a:pt x="1" y="4"/>
                    <a:pt x="5"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4" name="Freeform 2063">
              <a:extLst>
                <a:ext uri="{FF2B5EF4-FFF2-40B4-BE49-F238E27FC236}">
                  <a16:creationId xmlns:a16="http://schemas.microsoft.com/office/drawing/2014/main" id="{50002F87-9C87-A40B-0F48-69FB97738922}"/>
                </a:ext>
              </a:extLst>
            </p:cNvPr>
            <p:cNvSpPr>
              <a:spLocks/>
            </p:cNvSpPr>
            <p:nvPr/>
          </p:nvSpPr>
          <p:spPr bwMode="auto">
            <a:xfrm rot="5094805">
              <a:off x="2330762" y="6619063"/>
              <a:ext cx="47985" cy="20565"/>
            </a:xfrm>
            <a:custGeom>
              <a:avLst/>
              <a:gdLst>
                <a:gd name="T0" fmla="*/ 12 w 20"/>
                <a:gd name="T1" fmla="*/ 6 h 8"/>
                <a:gd name="T2" fmla="*/ 1 w 20"/>
                <a:gd name="T3" fmla="*/ 7 h 8"/>
                <a:gd name="T4" fmla="*/ 10 w 20"/>
                <a:gd name="T5" fmla="*/ 2 h 8"/>
                <a:gd name="T6" fmla="*/ 19 w 20"/>
                <a:gd name="T7" fmla="*/ 1 h 8"/>
                <a:gd name="T8" fmla="*/ 12 w 20"/>
                <a:gd name="T9" fmla="*/ 6 h 8"/>
              </a:gdLst>
              <a:ahLst/>
              <a:cxnLst>
                <a:cxn ang="0">
                  <a:pos x="T0" y="T1"/>
                </a:cxn>
                <a:cxn ang="0">
                  <a:pos x="T2" y="T3"/>
                </a:cxn>
                <a:cxn ang="0">
                  <a:pos x="T4" y="T5"/>
                </a:cxn>
                <a:cxn ang="0">
                  <a:pos x="T6" y="T7"/>
                </a:cxn>
                <a:cxn ang="0">
                  <a:pos x="T8" y="T9"/>
                </a:cxn>
              </a:cxnLst>
              <a:rect l="0" t="0" r="r" b="b"/>
              <a:pathLst>
                <a:path w="20" h="8">
                  <a:moveTo>
                    <a:pt x="12" y="6"/>
                  </a:moveTo>
                  <a:cubicBezTo>
                    <a:pt x="7" y="7"/>
                    <a:pt x="2" y="8"/>
                    <a:pt x="1" y="7"/>
                  </a:cubicBezTo>
                  <a:cubicBezTo>
                    <a:pt x="0" y="6"/>
                    <a:pt x="4" y="4"/>
                    <a:pt x="10" y="2"/>
                  </a:cubicBezTo>
                  <a:cubicBezTo>
                    <a:pt x="14" y="1"/>
                    <a:pt x="19" y="0"/>
                    <a:pt x="19" y="1"/>
                  </a:cubicBezTo>
                  <a:cubicBezTo>
                    <a:pt x="20" y="3"/>
                    <a:pt x="17" y="4"/>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5" name="Freeform 2064">
              <a:extLst>
                <a:ext uri="{FF2B5EF4-FFF2-40B4-BE49-F238E27FC236}">
                  <a16:creationId xmlns:a16="http://schemas.microsoft.com/office/drawing/2014/main" id="{E518E5C4-DCDE-0B2F-B282-9E4E4F0CD94B}"/>
                </a:ext>
              </a:extLst>
            </p:cNvPr>
            <p:cNvSpPr>
              <a:spLocks/>
            </p:cNvSpPr>
            <p:nvPr/>
          </p:nvSpPr>
          <p:spPr bwMode="auto">
            <a:xfrm rot="5094805">
              <a:off x="2408093" y="6803735"/>
              <a:ext cx="47985" cy="22850"/>
            </a:xfrm>
            <a:custGeom>
              <a:avLst/>
              <a:gdLst>
                <a:gd name="T0" fmla="*/ 19 w 20"/>
                <a:gd name="T1" fmla="*/ 1 h 9"/>
                <a:gd name="T2" fmla="*/ 11 w 20"/>
                <a:gd name="T3" fmla="*/ 6 h 9"/>
                <a:gd name="T4" fmla="*/ 1 w 20"/>
                <a:gd name="T5" fmla="*/ 8 h 9"/>
                <a:gd name="T6" fmla="*/ 10 w 20"/>
                <a:gd name="T7" fmla="*/ 2 h 9"/>
                <a:gd name="T8" fmla="*/ 19 w 20"/>
                <a:gd name="T9" fmla="*/ 1 h 9"/>
              </a:gdLst>
              <a:ahLst/>
              <a:cxnLst>
                <a:cxn ang="0">
                  <a:pos x="T0" y="T1"/>
                </a:cxn>
                <a:cxn ang="0">
                  <a:pos x="T2" y="T3"/>
                </a:cxn>
                <a:cxn ang="0">
                  <a:pos x="T4" y="T5"/>
                </a:cxn>
                <a:cxn ang="0">
                  <a:pos x="T6" y="T7"/>
                </a:cxn>
                <a:cxn ang="0">
                  <a:pos x="T8" y="T9"/>
                </a:cxn>
              </a:cxnLst>
              <a:rect l="0" t="0" r="r" b="b"/>
              <a:pathLst>
                <a:path w="20" h="9">
                  <a:moveTo>
                    <a:pt x="19" y="1"/>
                  </a:moveTo>
                  <a:cubicBezTo>
                    <a:pt x="20" y="2"/>
                    <a:pt x="16" y="5"/>
                    <a:pt x="11" y="6"/>
                  </a:cubicBezTo>
                  <a:cubicBezTo>
                    <a:pt x="7" y="8"/>
                    <a:pt x="2" y="9"/>
                    <a:pt x="1" y="8"/>
                  </a:cubicBezTo>
                  <a:cubicBezTo>
                    <a:pt x="0" y="7"/>
                    <a:pt x="4" y="4"/>
                    <a:pt x="10" y="2"/>
                  </a:cubicBezTo>
                  <a:cubicBezTo>
                    <a:pt x="14"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6" name="Freeform 2085">
              <a:extLst>
                <a:ext uri="{FF2B5EF4-FFF2-40B4-BE49-F238E27FC236}">
                  <a16:creationId xmlns:a16="http://schemas.microsoft.com/office/drawing/2014/main" id="{323AC0CF-5287-3C81-EEF2-16F09DF1E3DD}"/>
                </a:ext>
              </a:extLst>
            </p:cNvPr>
            <p:cNvSpPr>
              <a:spLocks/>
            </p:cNvSpPr>
            <p:nvPr/>
          </p:nvSpPr>
          <p:spPr bwMode="auto">
            <a:xfrm rot="5094805">
              <a:off x="835551" y="-73634"/>
              <a:ext cx="47985" cy="41130"/>
            </a:xfrm>
            <a:custGeom>
              <a:avLst/>
              <a:gdLst>
                <a:gd name="T0" fmla="*/ 11 w 19"/>
                <a:gd name="T1" fmla="*/ 15 h 17"/>
                <a:gd name="T2" fmla="*/ 1 w 19"/>
                <a:gd name="T3" fmla="*/ 13 h 17"/>
                <a:gd name="T4" fmla="*/ 9 w 19"/>
                <a:gd name="T5" fmla="*/ 2 h 17"/>
                <a:gd name="T6" fmla="*/ 19 w 19"/>
                <a:gd name="T7" fmla="*/ 5 h 17"/>
                <a:gd name="T8" fmla="*/ 11 w 19"/>
                <a:gd name="T9" fmla="*/ 15 h 17"/>
              </a:gdLst>
              <a:ahLst/>
              <a:cxnLst>
                <a:cxn ang="0">
                  <a:pos x="T0" y="T1"/>
                </a:cxn>
                <a:cxn ang="0">
                  <a:pos x="T2" y="T3"/>
                </a:cxn>
                <a:cxn ang="0">
                  <a:pos x="T4" y="T5"/>
                </a:cxn>
                <a:cxn ang="0">
                  <a:pos x="T6" y="T7"/>
                </a:cxn>
                <a:cxn ang="0">
                  <a:pos x="T8" y="T9"/>
                </a:cxn>
              </a:cxnLst>
              <a:rect l="0" t="0" r="r" b="b"/>
              <a:pathLst>
                <a:path w="19" h="17">
                  <a:moveTo>
                    <a:pt x="11" y="15"/>
                  </a:moveTo>
                  <a:cubicBezTo>
                    <a:pt x="6" y="17"/>
                    <a:pt x="2" y="16"/>
                    <a:pt x="1" y="13"/>
                  </a:cubicBezTo>
                  <a:cubicBezTo>
                    <a:pt x="0" y="9"/>
                    <a:pt x="4" y="4"/>
                    <a:pt x="9" y="2"/>
                  </a:cubicBezTo>
                  <a:cubicBezTo>
                    <a:pt x="14" y="0"/>
                    <a:pt x="18" y="1"/>
                    <a:pt x="19" y="5"/>
                  </a:cubicBezTo>
                  <a:cubicBezTo>
                    <a:pt x="19" y="8"/>
                    <a:pt x="16" y="13"/>
                    <a:pt x="1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7" name="Freeform 2086">
              <a:extLst>
                <a:ext uri="{FF2B5EF4-FFF2-40B4-BE49-F238E27FC236}">
                  <a16:creationId xmlns:a16="http://schemas.microsoft.com/office/drawing/2014/main" id="{FED10045-70BA-B7A4-68CC-86C5A5639C6B}"/>
                </a:ext>
              </a:extLst>
            </p:cNvPr>
            <p:cNvSpPr>
              <a:spLocks/>
            </p:cNvSpPr>
            <p:nvPr/>
          </p:nvSpPr>
          <p:spPr bwMode="auto">
            <a:xfrm rot="5094805">
              <a:off x="918677" y="114055"/>
              <a:ext cx="45700" cy="38845"/>
            </a:xfrm>
            <a:custGeom>
              <a:avLst/>
              <a:gdLst>
                <a:gd name="T0" fmla="*/ 18 w 19"/>
                <a:gd name="T1" fmla="*/ 6 h 16"/>
                <a:gd name="T2" fmla="*/ 10 w 19"/>
                <a:gd name="T3" fmla="*/ 15 h 16"/>
                <a:gd name="T4" fmla="*/ 0 w 19"/>
                <a:gd name="T5" fmla="*/ 10 h 16"/>
                <a:gd name="T6" fmla="*/ 9 w 19"/>
                <a:gd name="T7" fmla="*/ 1 h 16"/>
                <a:gd name="T8" fmla="*/ 18 w 19"/>
                <a:gd name="T9" fmla="*/ 6 h 16"/>
              </a:gdLst>
              <a:ahLst/>
              <a:cxnLst>
                <a:cxn ang="0">
                  <a:pos x="T0" y="T1"/>
                </a:cxn>
                <a:cxn ang="0">
                  <a:pos x="T2" y="T3"/>
                </a:cxn>
                <a:cxn ang="0">
                  <a:pos x="T4" y="T5"/>
                </a:cxn>
                <a:cxn ang="0">
                  <a:pos x="T6" y="T7"/>
                </a:cxn>
                <a:cxn ang="0">
                  <a:pos x="T8" y="T9"/>
                </a:cxn>
              </a:cxnLst>
              <a:rect l="0" t="0" r="r" b="b"/>
              <a:pathLst>
                <a:path w="19" h="16">
                  <a:moveTo>
                    <a:pt x="18" y="6"/>
                  </a:moveTo>
                  <a:cubicBezTo>
                    <a:pt x="19" y="10"/>
                    <a:pt x="15" y="14"/>
                    <a:pt x="10" y="15"/>
                  </a:cubicBezTo>
                  <a:cubicBezTo>
                    <a:pt x="5" y="16"/>
                    <a:pt x="1" y="14"/>
                    <a:pt x="0" y="10"/>
                  </a:cubicBezTo>
                  <a:cubicBezTo>
                    <a:pt x="0" y="6"/>
                    <a:pt x="4" y="1"/>
                    <a:pt x="9" y="1"/>
                  </a:cubicBezTo>
                  <a:cubicBezTo>
                    <a:pt x="14" y="0"/>
                    <a:pt x="18" y="3"/>
                    <a:pt x="1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8" name="Freeform 2087">
              <a:extLst>
                <a:ext uri="{FF2B5EF4-FFF2-40B4-BE49-F238E27FC236}">
                  <a16:creationId xmlns:a16="http://schemas.microsoft.com/office/drawing/2014/main" id="{6767C308-19B6-5A13-C31F-3CF3C4110474}"/>
                </a:ext>
              </a:extLst>
            </p:cNvPr>
            <p:cNvSpPr>
              <a:spLocks/>
            </p:cNvSpPr>
            <p:nvPr/>
          </p:nvSpPr>
          <p:spPr bwMode="auto">
            <a:xfrm rot="5094805">
              <a:off x="962997" y="304889"/>
              <a:ext cx="50269" cy="34275"/>
            </a:xfrm>
            <a:custGeom>
              <a:avLst/>
              <a:gdLst>
                <a:gd name="T0" fmla="*/ 12 w 20"/>
                <a:gd name="T1" fmla="*/ 13 h 14"/>
                <a:gd name="T2" fmla="*/ 1 w 20"/>
                <a:gd name="T3" fmla="*/ 8 h 14"/>
                <a:gd name="T4" fmla="*/ 10 w 20"/>
                <a:gd name="T5" fmla="*/ 0 h 14"/>
                <a:gd name="T6" fmla="*/ 19 w 20"/>
                <a:gd name="T7" fmla="*/ 6 h 14"/>
                <a:gd name="T8" fmla="*/ 12 w 20"/>
                <a:gd name="T9" fmla="*/ 13 h 14"/>
              </a:gdLst>
              <a:ahLst/>
              <a:cxnLst>
                <a:cxn ang="0">
                  <a:pos x="T0" y="T1"/>
                </a:cxn>
                <a:cxn ang="0">
                  <a:pos x="T2" y="T3"/>
                </a:cxn>
                <a:cxn ang="0">
                  <a:pos x="T4" y="T5"/>
                </a:cxn>
                <a:cxn ang="0">
                  <a:pos x="T6" y="T7"/>
                </a:cxn>
                <a:cxn ang="0">
                  <a:pos x="T8" y="T9"/>
                </a:cxn>
              </a:cxnLst>
              <a:rect l="0" t="0" r="r" b="b"/>
              <a:pathLst>
                <a:path w="20" h="14">
                  <a:moveTo>
                    <a:pt x="12" y="13"/>
                  </a:moveTo>
                  <a:cubicBezTo>
                    <a:pt x="7" y="14"/>
                    <a:pt x="2" y="11"/>
                    <a:pt x="1" y="8"/>
                  </a:cubicBezTo>
                  <a:cubicBezTo>
                    <a:pt x="0" y="4"/>
                    <a:pt x="5" y="0"/>
                    <a:pt x="10" y="0"/>
                  </a:cubicBezTo>
                  <a:cubicBezTo>
                    <a:pt x="15" y="0"/>
                    <a:pt x="19" y="3"/>
                    <a:pt x="19" y="6"/>
                  </a:cubicBezTo>
                  <a:cubicBezTo>
                    <a:pt x="20" y="10"/>
                    <a:pt x="17" y="13"/>
                    <a:pt x="1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9" name="Freeform 2088">
              <a:extLst>
                <a:ext uri="{FF2B5EF4-FFF2-40B4-BE49-F238E27FC236}">
                  <a16:creationId xmlns:a16="http://schemas.microsoft.com/office/drawing/2014/main" id="{5E2224CE-2C5E-2E9D-49A2-97D4768E51AF}"/>
                </a:ext>
              </a:extLst>
            </p:cNvPr>
            <p:cNvSpPr>
              <a:spLocks/>
            </p:cNvSpPr>
            <p:nvPr/>
          </p:nvSpPr>
          <p:spPr bwMode="auto">
            <a:xfrm rot="5094805">
              <a:off x="982397" y="495965"/>
              <a:ext cx="47985" cy="36560"/>
            </a:xfrm>
            <a:custGeom>
              <a:avLst/>
              <a:gdLst>
                <a:gd name="T0" fmla="*/ 19 w 19"/>
                <a:gd name="T1" fmla="*/ 9 h 15"/>
                <a:gd name="T2" fmla="*/ 11 w 19"/>
                <a:gd name="T3" fmla="*/ 14 h 15"/>
                <a:gd name="T4" fmla="*/ 1 w 19"/>
                <a:gd name="T5" fmla="*/ 7 h 15"/>
                <a:gd name="T6" fmla="*/ 10 w 19"/>
                <a:gd name="T7" fmla="*/ 1 h 15"/>
                <a:gd name="T8" fmla="*/ 19 w 19"/>
                <a:gd name="T9" fmla="*/ 9 h 15"/>
              </a:gdLst>
              <a:ahLst/>
              <a:cxnLst>
                <a:cxn ang="0">
                  <a:pos x="T0" y="T1"/>
                </a:cxn>
                <a:cxn ang="0">
                  <a:pos x="T2" y="T3"/>
                </a:cxn>
                <a:cxn ang="0">
                  <a:pos x="T4" y="T5"/>
                </a:cxn>
                <a:cxn ang="0">
                  <a:pos x="T6" y="T7"/>
                </a:cxn>
                <a:cxn ang="0">
                  <a:pos x="T8" y="T9"/>
                </a:cxn>
              </a:cxnLst>
              <a:rect l="0" t="0" r="r" b="b"/>
              <a:pathLst>
                <a:path w="19" h="15">
                  <a:moveTo>
                    <a:pt x="19" y="9"/>
                  </a:moveTo>
                  <a:cubicBezTo>
                    <a:pt x="19" y="13"/>
                    <a:pt x="16" y="15"/>
                    <a:pt x="11" y="14"/>
                  </a:cubicBezTo>
                  <a:cubicBezTo>
                    <a:pt x="6" y="14"/>
                    <a:pt x="1" y="11"/>
                    <a:pt x="1" y="7"/>
                  </a:cubicBezTo>
                  <a:cubicBezTo>
                    <a:pt x="0" y="3"/>
                    <a:pt x="5" y="0"/>
                    <a:pt x="10" y="1"/>
                  </a:cubicBezTo>
                  <a:cubicBezTo>
                    <a:pt x="15" y="2"/>
                    <a:pt x="19" y="6"/>
                    <a:pt x="1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0" name="Freeform 2089">
              <a:extLst>
                <a:ext uri="{FF2B5EF4-FFF2-40B4-BE49-F238E27FC236}">
                  <a16:creationId xmlns:a16="http://schemas.microsoft.com/office/drawing/2014/main" id="{D7E6AC6F-2188-3BFA-6B2F-2F5BA71700B4}"/>
                </a:ext>
              </a:extLst>
            </p:cNvPr>
            <p:cNvSpPr>
              <a:spLocks/>
            </p:cNvSpPr>
            <p:nvPr/>
          </p:nvSpPr>
          <p:spPr bwMode="auto">
            <a:xfrm rot="5094805">
              <a:off x="973549" y="692992"/>
              <a:ext cx="45700" cy="36560"/>
            </a:xfrm>
            <a:custGeom>
              <a:avLst/>
              <a:gdLst>
                <a:gd name="T0" fmla="*/ 19 w 19"/>
                <a:gd name="T1" fmla="*/ 10 h 15"/>
                <a:gd name="T2" fmla="*/ 11 w 19"/>
                <a:gd name="T3" fmla="*/ 14 h 15"/>
                <a:gd name="T4" fmla="*/ 1 w 19"/>
                <a:gd name="T5" fmla="*/ 6 h 15"/>
                <a:gd name="T6" fmla="*/ 10 w 19"/>
                <a:gd name="T7" fmla="*/ 2 h 15"/>
                <a:gd name="T8" fmla="*/ 19 w 19"/>
                <a:gd name="T9" fmla="*/ 10 h 15"/>
              </a:gdLst>
              <a:ahLst/>
              <a:cxnLst>
                <a:cxn ang="0">
                  <a:pos x="T0" y="T1"/>
                </a:cxn>
                <a:cxn ang="0">
                  <a:pos x="T2" y="T3"/>
                </a:cxn>
                <a:cxn ang="0">
                  <a:pos x="T4" y="T5"/>
                </a:cxn>
                <a:cxn ang="0">
                  <a:pos x="T6" y="T7"/>
                </a:cxn>
                <a:cxn ang="0">
                  <a:pos x="T8" y="T9"/>
                </a:cxn>
              </a:cxnLst>
              <a:rect l="0" t="0" r="r" b="b"/>
              <a:pathLst>
                <a:path w="19" h="15">
                  <a:moveTo>
                    <a:pt x="19" y="10"/>
                  </a:moveTo>
                  <a:cubicBezTo>
                    <a:pt x="19" y="13"/>
                    <a:pt x="16" y="15"/>
                    <a:pt x="11" y="14"/>
                  </a:cubicBezTo>
                  <a:cubicBezTo>
                    <a:pt x="6" y="13"/>
                    <a:pt x="1" y="9"/>
                    <a:pt x="1" y="6"/>
                  </a:cubicBezTo>
                  <a:cubicBezTo>
                    <a:pt x="0" y="2"/>
                    <a:pt x="5" y="0"/>
                    <a:pt x="10" y="2"/>
                  </a:cubicBezTo>
                  <a:cubicBezTo>
                    <a:pt x="15" y="3"/>
                    <a:pt x="19" y="7"/>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1" name="Freeform 2090">
              <a:extLst>
                <a:ext uri="{FF2B5EF4-FFF2-40B4-BE49-F238E27FC236}">
                  <a16:creationId xmlns:a16="http://schemas.microsoft.com/office/drawing/2014/main" id="{CC3123D8-4A1E-B4A1-D58E-357103E4B973}"/>
                </a:ext>
              </a:extLst>
            </p:cNvPr>
            <p:cNvSpPr>
              <a:spLocks/>
            </p:cNvSpPr>
            <p:nvPr/>
          </p:nvSpPr>
          <p:spPr bwMode="auto">
            <a:xfrm rot="5094805">
              <a:off x="940891" y="892981"/>
              <a:ext cx="50269" cy="36560"/>
            </a:xfrm>
            <a:custGeom>
              <a:avLst/>
              <a:gdLst>
                <a:gd name="T0" fmla="*/ 12 w 20"/>
                <a:gd name="T1" fmla="*/ 13 h 14"/>
                <a:gd name="T2" fmla="*/ 1 w 20"/>
                <a:gd name="T3" fmla="*/ 5 h 14"/>
                <a:gd name="T4" fmla="*/ 9 w 20"/>
                <a:gd name="T5" fmla="*/ 1 h 14"/>
                <a:gd name="T6" fmla="*/ 19 w 20"/>
                <a:gd name="T7" fmla="*/ 10 h 14"/>
                <a:gd name="T8" fmla="*/ 12 w 20"/>
                <a:gd name="T9" fmla="*/ 13 h 14"/>
              </a:gdLst>
              <a:ahLst/>
              <a:cxnLst>
                <a:cxn ang="0">
                  <a:pos x="T0" y="T1"/>
                </a:cxn>
                <a:cxn ang="0">
                  <a:pos x="T2" y="T3"/>
                </a:cxn>
                <a:cxn ang="0">
                  <a:pos x="T4" y="T5"/>
                </a:cxn>
                <a:cxn ang="0">
                  <a:pos x="T6" y="T7"/>
                </a:cxn>
                <a:cxn ang="0">
                  <a:pos x="T8" y="T9"/>
                </a:cxn>
              </a:cxnLst>
              <a:rect l="0" t="0" r="r" b="b"/>
              <a:pathLst>
                <a:path w="20" h="14">
                  <a:moveTo>
                    <a:pt x="12" y="13"/>
                  </a:moveTo>
                  <a:cubicBezTo>
                    <a:pt x="7" y="12"/>
                    <a:pt x="2" y="9"/>
                    <a:pt x="1" y="5"/>
                  </a:cubicBezTo>
                  <a:cubicBezTo>
                    <a:pt x="0" y="2"/>
                    <a:pt x="4" y="0"/>
                    <a:pt x="9" y="1"/>
                  </a:cubicBezTo>
                  <a:cubicBezTo>
                    <a:pt x="14" y="3"/>
                    <a:pt x="19" y="6"/>
                    <a:pt x="19" y="10"/>
                  </a:cubicBezTo>
                  <a:cubicBezTo>
                    <a:pt x="20" y="13"/>
                    <a:pt x="17" y="14"/>
                    <a:pt x="1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2" name="Freeform 2091">
              <a:extLst>
                <a:ext uri="{FF2B5EF4-FFF2-40B4-BE49-F238E27FC236}">
                  <a16:creationId xmlns:a16="http://schemas.microsoft.com/office/drawing/2014/main" id="{628C2374-A6F7-7494-4521-8039864A30E7}"/>
                </a:ext>
              </a:extLst>
            </p:cNvPr>
            <p:cNvSpPr>
              <a:spLocks/>
            </p:cNvSpPr>
            <p:nvPr/>
          </p:nvSpPr>
          <p:spPr bwMode="auto">
            <a:xfrm rot="5094805">
              <a:off x="893448" y="1095631"/>
              <a:ext cx="50269" cy="34275"/>
            </a:xfrm>
            <a:custGeom>
              <a:avLst/>
              <a:gdLst>
                <a:gd name="T0" fmla="*/ 19 w 20"/>
                <a:gd name="T1" fmla="*/ 10 h 14"/>
                <a:gd name="T2" fmla="*/ 12 w 20"/>
                <a:gd name="T3" fmla="*/ 12 h 14"/>
                <a:gd name="T4" fmla="*/ 1 w 20"/>
                <a:gd name="T5" fmla="*/ 4 h 14"/>
                <a:gd name="T6" fmla="*/ 9 w 20"/>
                <a:gd name="T7" fmla="*/ 2 h 14"/>
                <a:gd name="T8" fmla="*/ 19 w 20"/>
                <a:gd name="T9" fmla="*/ 10 h 14"/>
              </a:gdLst>
              <a:ahLst/>
              <a:cxnLst>
                <a:cxn ang="0">
                  <a:pos x="T0" y="T1"/>
                </a:cxn>
                <a:cxn ang="0">
                  <a:pos x="T2" y="T3"/>
                </a:cxn>
                <a:cxn ang="0">
                  <a:pos x="T4" y="T5"/>
                </a:cxn>
                <a:cxn ang="0">
                  <a:pos x="T6" y="T7"/>
                </a:cxn>
                <a:cxn ang="0">
                  <a:pos x="T8" y="T9"/>
                </a:cxn>
              </a:cxnLst>
              <a:rect l="0" t="0" r="r" b="b"/>
              <a:pathLst>
                <a:path w="20" h="14">
                  <a:moveTo>
                    <a:pt x="19" y="10"/>
                  </a:moveTo>
                  <a:cubicBezTo>
                    <a:pt x="20" y="13"/>
                    <a:pt x="17" y="14"/>
                    <a:pt x="12" y="12"/>
                  </a:cubicBezTo>
                  <a:cubicBezTo>
                    <a:pt x="7" y="11"/>
                    <a:pt x="2" y="7"/>
                    <a:pt x="1" y="4"/>
                  </a:cubicBezTo>
                  <a:cubicBezTo>
                    <a:pt x="0" y="1"/>
                    <a:pt x="4" y="0"/>
                    <a:pt x="9" y="2"/>
                  </a:cubicBezTo>
                  <a:cubicBezTo>
                    <a:pt x="14" y="4"/>
                    <a:pt x="19" y="8"/>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3" name="Freeform 2092">
              <a:extLst>
                <a:ext uri="{FF2B5EF4-FFF2-40B4-BE49-F238E27FC236}">
                  <a16:creationId xmlns:a16="http://schemas.microsoft.com/office/drawing/2014/main" id="{9FED34B5-5E81-3E47-6B20-99239690B231}"/>
                </a:ext>
              </a:extLst>
            </p:cNvPr>
            <p:cNvSpPr>
              <a:spLocks/>
            </p:cNvSpPr>
            <p:nvPr/>
          </p:nvSpPr>
          <p:spPr bwMode="auto">
            <a:xfrm rot="5094805">
              <a:off x="836901" y="1299092"/>
              <a:ext cx="50269" cy="31990"/>
            </a:xfrm>
            <a:custGeom>
              <a:avLst/>
              <a:gdLst>
                <a:gd name="T0" fmla="*/ 20 w 21"/>
                <a:gd name="T1" fmla="*/ 10 h 13"/>
                <a:gd name="T2" fmla="*/ 12 w 21"/>
                <a:gd name="T3" fmla="*/ 11 h 13"/>
                <a:gd name="T4" fmla="*/ 2 w 21"/>
                <a:gd name="T5" fmla="*/ 3 h 13"/>
                <a:gd name="T6" fmla="*/ 10 w 21"/>
                <a:gd name="T7" fmla="*/ 2 h 13"/>
                <a:gd name="T8" fmla="*/ 20 w 21"/>
                <a:gd name="T9" fmla="*/ 10 h 13"/>
              </a:gdLst>
              <a:ahLst/>
              <a:cxnLst>
                <a:cxn ang="0">
                  <a:pos x="T0" y="T1"/>
                </a:cxn>
                <a:cxn ang="0">
                  <a:pos x="T2" y="T3"/>
                </a:cxn>
                <a:cxn ang="0">
                  <a:pos x="T4" y="T5"/>
                </a:cxn>
                <a:cxn ang="0">
                  <a:pos x="T6" y="T7"/>
                </a:cxn>
                <a:cxn ang="0">
                  <a:pos x="T8" y="T9"/>
                </a:cxn>
              </a:cxnLst>
              <a:rect l="0" t="0" r="r" b="b"/>
              <a:pathLst>
                <a:path w="21" h="13">
                  <a:moveTo>
                    <a:pt x="20" y="10"/>
                  </a:moveTo>
                  <a:cubicBezTo>
                    <a:pt x="21" y="12"/>
                    <a:pt x="18" y="13"/>
                    <a:pt x="12" y="11"/>
                  </a:cubicBezTo>
                  <a:cubicBezTo>
                    <a:pt x="7" y="9"/>
                    <a:pt x="3" y="5"/>
                    <a:pt x="2" y="3"/>
                  </a:cubicBezTo>
                  <a:cubicBezTo>
                    <a:pt x="0" y="0"/>
                    <a:pt x="5" y="0"/>
                    <a:pt x="10" y="2"/>
                  </a:cubicBezTo>
                  <a:cubicBezTo>
                    <a:pt x="15" y="4"/>
                    <a:pt x="20" y="7"/>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4" name="Freeform 2093">
              <a:extLst>
                <a:ext uri="{FF2B5EF4-FFF2-40B4-BE49-F238E27FC236}">
                  <a16:creationId xmlns:a16="http://schemas.microsoft.com/office/drawing/2014/main" id="{80806F01-5CEB-BB10-9F9D-7EE5C50B3CD0}"/>
                </a:ext>
              </a:extLst>
            </p:cNvPr>
            <p:cNvSpPr>
              <a:spLocks/>
            </p:cNvSpPr>
            <p:nvPr/>
          </p:nvSpPr>
          <p:spPr bwMode="auto">
            <a:xfrm rot="5094805">
              <a:off x="1331179" y="4190463"/>
              <a:ext cx="45700" cy="20565"/>
            </a:xfrm>
            <a:custGeom>
              <a:avLst/>
              <a:gdLst>
                <a:gd name="T0" fmla="*/ 8 w 19"/>
                <a:gd name="T1" fmla="*/ 3 h 9"/>
                <a:gd name="T2" fmla="*/ 18 w 19"/>
                <a:gd name="T3" fmla="*/ 0 h 9"/>
                <a:gd name="T4" fmla="*/ 11 w 19"/>
                <a:gd name="T5" fmla="*/ 5 h 9"/>
                <a:gd name="T6" fmla="*/ 0 w 19"/>
                <a:gd name="T7" fmla="*/ 8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13" y="1"/>
                    <a:pt x="17" y="0"/>
                    <a:pt x="18" y="0"/>
                  </a:cubicBezTo>
                  <a:cubicBezTo>
                    <a:pt x="19" y="1"/>
                    <a:pt x="16" y="3"/>
                    <a:pt x="11" y="5"/>
                  </a:cubicBezTo>
                  <a:cubicBezTo>
                    <a:pt x="5" y="7"/>
                    <a:pt x="0" y="9"/>
                    <a:pt x="0" y="8"/>
                  </a:cubicBezTo>
                  <a:cubicBezTo>
                    <a:pt x="0" y="8"/>
                    <a:pt x="4"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5" name="Freeform 2094">
              <a:extLst>
                <a:ext uri="{FF2B5EF4-FFF2-40B4-BE49-F238E27FC236}">
                  <a16:creationId xmlns:a16="http://schemas.microsoft.com/office/drawing/2014/main" id="{5B8D1042-822A-F4BF-1853-D8AE25EAECA1}"/>
                </a:ext>
              </a:extLst>
            </p:cNvPr>
            <p:cNvSpPr>
              <a:spLocks/>
            </p:cNvSpPr>
            <p:nvPr/>
          </p:nvSpPr>
          <p:spPr bwMode="auto">
            <a:xfrm rot="5094805">
              <a:off x="1227675" y="4004694"/>
              <a:ext cx="45700" cy="25135"/>
            </a:xfrm>
            <a:custGeom>
              <a:avLst/>
              <a:gdLst>
                <a:gd name="T0" fmla="*/ 0 w 19"/>
                <a:gd name="T1" fmla="*/ 9 h 10"/>
                <a:gd name="T2" fmla="*/ 8 w 19"/>
                <a:gd name="T3" fmla="*/ 4 h 10"/>
                <a:gd name="T4" fmla="*/ 19 w 19"/>
                <a:gd name="T5" fmla="*/ 1 h 10"/>
                <a:gd name="T6" fmla="*/ 10 w 19"/>
                <a:gd name="T7" fmla="*/ 6 h 10"/>
                <a:gd name="T8" fmla="*/ 0 w 19"/>
                <a:gd name="T9" fmla="*/ 9 h 10"/>
              </a:gdLst>
              <a:ahLst/>
              <a:cxnLst>
                <a:cxn ang="0">
                  <a:pos x="T0" y="T1"/>
                </a:cxn>
                <a:cxn ang="0">
                  <a:pos x="T2" y="T3"/>
                </a:cxn>
                <a:cxn ang="0">
                  <a:pos x="T4" y="T5"/>
                </a:cxn>
                <a:cxn ang="0">
                  <a:pos x="T6" y="T7"/>
                </a:cxn>
                <a:cxn ang="0">
                  <a:pos x="T8" y="T9"/>
                </a:cxn>
              </a:cxnLst>
              <a:rect l="0" t="0" r="r" b="b"/>
              <a:pathLst>
                <a:path w="19" h="10">
                  <a:moveTo>
                    <a:pt x="0" y="9"/>
                  </a:moveTo>
                  <a:cubicBezTo>
                    <a:pt x="0" y="9"/>
                    <a:pt x="3" y="6"/>
                    <a:pt x="8" y="4"/>
                  </a:cubicBezTo>
                  <a:cubicBezTo>
                    <a:pt x="13" y="2"/>
                    <a:pt x="18" y="0"/>
                    <a:pt x="19" y="1"/>
                  </a:cubicBezTo>
                  <a:cubicBezTo>
                    <a:pt x="19" y="2"/>
                    <a:pt x="15" y="4"/>
                    <a:pt x="10" y="6"/>
                  </a:cubicBezTo>
                  <a:cubicBezTo>
                    <a:pt x="5" y="8"/>
                    <a:pt x="1" y="10"/>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6" name="Freeform 2095">
              <a:extLst>
                <a:ext uri="{FF2B5EF4-FFF2-40B4-BE49-F238E27FC236}">
                  <a16:creationId xmlns:a16="http://schemas.microsoft.com/office/drawing/2014/main" id="{A10A8C32-394E-1A72-0542-093870455C7F}"/>
                </a:ext>
              </a:extLst>
            </p:cNvPr>
            <p:cNvSpPr>
              <a:spLocks/>
            </p:cNvSpPr>
            <p:nvPr/>
          </p:nvSpPr>
          <p:spPr bwMode="auto">
            <a:xfrm rot="5094805">
              <a:off x="1124064" y="3821113"/>
              <a:ext cx="47985" cy="22850"/>
            </a:xfrm>
            <a:custGeom>
              <a:avLst/>
              <a:gdLst>
                <a:gd name="T0" fmla="*/ 19 w 19"/>
                <a:gd name="T1" fmla="*/ 1 h 9"/>
                <a:gd name="T2" fmla="*/ 10 w 19"/>
                <a:gd name="T3" fmla="*/ 6 h 9"/>
                <a:gd name="T4" fmla="*/ 0 w 19"/>
                <a:gd name="T5" fmla="*/ 9 h 9"/>
                <a:gd name="T6" fmla="*/ 10 w 19"/>
                <a:gd name="T7" fmla="*/ 3 h 9"/>
                <a:gd name="T8" fmla="*/ 19 w 19"/>
                <a:gd name="T9" fmla="*/ 1 h 9"/>
              </a:gdLst>
              <a:ahLst/>
              <a:cxnLst>
                <a:cxn ang="0">
                  <a:pos x="T0" y="T1"/>
                </a:cxn>
                <a:cxn ang="0">
                  <a:pos x="T2" y="T3"/>
                </a:cxn>
                <a:cxn ang="0">
                  <a:pos x="T4" y="T5"/>
                </a:cxn>
                <a:cxn ang="0">
                  <a:pos x="T6" y="T7"/>
                </a:cxn>
                <a:cxn ang="0">
                  <a:pos x="T8" y="T9"/>
                </a:cxn>
              </a:cxnLst>
              <a:rect l="0" t="0" r="r" b="b"/>
              <a:pathLst>
                <a:path w="19" h="9">
                  <a:moveTo>
                    <a:pt x="19" y="1"/>
                  </a:moveTo>
                  <a:cubicBezTo>
                    <a:pt x="19" y="1"/>
                    <a:pt x="15" y="3"/>
                    <a:pt x="10" y="6"/>
                  </a:cubicBezTo>
                  <a:cubicBezTo>
                    <a:pt x="5" y="8"/>
                    <a:pt x="1" y="9"/>
                    <a:pt x="0" y="9"/>
                  </a:cubicBezTo>
                  <a:cubicBezTo>
                    <a:pt x="0" y="8"/>
                    <a:pt x="5" y="5"/>
                    <a:pt x="10" y="3"/>
                  </a:cubicBezTo>
                  <a:cubicBezTo>
                    <a:pt x="14"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7" name="Freeform 2096">
              <a:extLst>
                <a:ext uri="{FF2B5EF4-FFF2-40B4-BE49-F238E27FC236}">
                  <a16:creationId xmlns:a16="http://schemas.microsoft.com/office/drawing/2014/main" id="{742C231C-07EE-CA7D-7A0D-740AA907F610}"/>
                </a:ext>
              </a:extLst>
            </p:cNvPr>
            <p:cNvSpPr>
              <a:spLocks/>
            </p:cNvSpPr>
            <p:nvPr/>
          </p:nvSpPr>
          <p:spPr bwMode="auto">
            <a:xfrm rot="5094805">
              <a:off x="1025112" y="3637224"/>
              <a:ext cx="47985" cy="22850"/>
            </a:xfrm>
            <a:custGeom>
              <a:avLst/>
              <a:gdLst>
                <a:gd name="T0" fmla="*/ 19 w 19"/>
                <a:gd name="T1" fmla="*/ 1 h 9"/>
                <a:gd name="T2" fmla="*/ 10 w 19"/>
                <a:gd name="T3" fmla="*/ 6 h 9"/>
                <a:gd name="T4" fmla="*/ 1 w 19"/>
                <a:gd name="T5" fmla="*/ 8 h 9"/>
                <a:gd name="T6" fmla="*/ 10 w 19"/>
                <a:gd name="T7" fmla="*/ 3 h 9"/>
                <a:gd name="T8" fmla="*/ 19 w 19"/>
                <a:gd name="T9" fmla="*/ 1 h 9"/>
              </a:gdLst>
              <a:ahLst/>
              <a:cxnLst>
                <a:cxn ang="0">
                  <a:pos x="T0" y="T1"/>
                </a:cxn>
                <a:cxn ang="0">
                  <a:pos x="T2" y="T3"/>
                </a:cxn>
                <a:cxn ang="0">
                  <a:pos x="T4" y="T5"/>
                </a:cxn>
                <a:cxn ang="0">
                  <a:pos x="T6" y="T7"/>
                </a:cxn>
                <a:cxn ang="0">
                  <a:pos x="T8" y="T9"/>
                </a:cxn>
              </a:cxnLst>
              <a:rect l="0" t="0" r="r" b="b"/>
              <a:pathLst>
                <a:path w="19" h="9">
                  <a:moveTo>
                    <a:pt x="19" y="1"/>
                  </a:moveTo>
                  <a:cubicBezTo>
                    <a:pt x="19" y="1"/>
                    <a:pt x="15" y="3"/>
                    <a:pt x="10" y="6"/>
                  </a:cubicBezTo>
                  <a:cubicBezTo>
                    <a:pt x="5" y="8"/>
                    <a:pt x="1" y="9"/>
                    <a:pt x="1" y="8"/>
                  </a:cubicBezTo>
                  <a:cubicBezTo>
                    <a:pt x="0" y="8"/>
                    <a:pt x="5" y="5"/>
                    <a:pt x="10" y="3"/>
                  </a:cubicBezTo>
                  <a:cubicBezTo>
                    <a:pt x="15"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8" name="Freeform 2097">
              <a:extLst>
                <a:ext uri="{FF2B5EF4-FFF2-40B4-BE49-F238E27FC236}">
                  <a16:creationId xmlns:a16="http://schemas.microsoft.com/office/drawing/2014/main" id="{AE6085C8-BA78-274B-E3BE-1F0009FEB552}"/>
                </a:ext>
              </a:extLst>
            </p:cNvPr>
            <p:cNvSpPr>
              <a:spLocks/>
            </p:cNvSpPr>
            <p:nvPr/>
          </p:nvSpPr>
          <p:spPr bwMode="auto">
            <a:xfrm rot="5094805">
              <a:off x="935166" y="3452631"/>
              <a:ext cx="45700" cy="20565"/>
            </a:xfrm>
            <a:custGeom>
              <a:avLst/>
              <a:gdLst>
                <a:gd name="T0" fmla="*/ 19 w 19"/>
                <a:gd name="T1" fmla="*/ 1 h 8"/>
                <a:gd name="T2" fmla="*/ 11 w 19"/>
                <a:gd name="T3" fmla="*/ 5 h 8"/>
                <a:gd name="T4" fmla="*/ 1 w 19"/>
                <a:gd name="T5" fmla="*/ 7 h 8"/>
                <a:gd name="T6" fmla="*/ 10 w 19"/>
                <a:gd name="T7" fmla="*/ 2 h 8"/>
                <a:gd name="T8" fmla="*/ 19 w 19"/>
                <a:gd name="T9" fmla="*/ 1 h 8"/>
              </a:gdLst>
              <a:ahLst/>
              <a:cxnLst>
                <a:cxn ang="0">
                  <a:pos x="T0" y="T1"/>
                </a:cxn>
                <a:cxn ang="0">
                  <a:pos x="T2" y="T3"/>
                </a:cxn>
                <a:cxn ang="0">
                  <a:pos x="T4" y="T5"/>
                </a:cxn>
                <a:cxn ang="0">
                  <a:pos x="T6" y="T7"/>
                </a:cxn>
                <a:cxn ang="0">
                  <a:pos x="T8" y="T9"/>
                </a:cxn>
              </a:cxnLst>
              <a:rect l="0" t="0" r="r" b="b"/>
              <a:pathLst>
                <a:path w="19" h="8">
                  <a:moveTo>
                    <a:pt x="19" y="1"/>
                  </a:moveTo>
                  <a:cubicBezTo>
                    <a:pt x="19" y="1"/>
                    <a:pt x="16" y="3"/>
                    <a:pt x="11" y="5"/>
                  </a:cubicBezTo>
                  <a:cubicBezTo>
                    <a:pt x="5" y="7"/>
                    <a:pt x="1" y="8"/>
                    <a:pt x="1" y="7"/>
                  </a:cubicBezTo>
                  <a:cubicBezTo>
                    <a:pt x="0" y="7"/>
                    <a:pt x="5" y="4"/>
                    <a:pt x="10" y="2"/>
                  </a:cubicBezTo>
                  <a:cubicBezTo>
                    <a:pt x="15"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9" name="Freeform 2098">
              <a:extLst>
                <a:ext uri="{FF2B5EF4-FFF2-40B4-BE49-F238E27FC236}">
                  <a16:creationId xmlns:a16="http://schemas.microsoft.com/office/drawing/2014/main" id="{50E90848-5657-65F6-8A7E-3F36B9366DF6}"/>
                </a:ext>
              </a:extLst>
            </p:cNvPr>
            <p:cNvSpPr>
              <a:spLocks/>
            </p:cNvSpPr>
            <p:nvPr/>
          </p:nvSpPr>
          <p:spPr bwMode="auto">
            <a:xfrm rot="5094805">
              <a:off x="848828" y="3270949"/>
              <a:ext cx="47985" cy="15995"/>
            </a:xfrm>
            <a:custGeom>
              <a:avLst/>
              <a:gdLst>
                <a:gd name="T0" fmla="*/ 19 w 20"/>
                <a:gd name="T1" fmla="*/ 0 h 7"/>
                <a:gd name="T2" fmla="*/ 11 w 20"/>
                <a:gd name="T3" fmla="*/ 4 h 7"/>
                <a:gd name="T4" fmla="*/ 1 w 20"/>
                <a:gd name="T5" fmla="*/ 6 h 7"/>
                <a:gd name="T6" fmla="*/ 10 w 20"/>
                <a:gd name="T7" fmla="*/ 2 h 7"/>
                <a:gd name="T8" fmla="*/ 19 w 20"/>
                <a:gd name="T9" fmla="*/ 0 h 7"/>
              </a:gdLst>
              <a:ahLst/>
              <a:cxnLst>
                <a:cxn ang="0">
                  <a:pos x="T0" y="T1"/>
                </a:cxn>
                <a:cxn ang="0">
                  <a:pos x="T2" y="T3"/>
                </a:cxn>
                <a:cxn ang="0">
                  <a:pos x="T4" y="T5"/>
                </a:cxn>
                <a:cxn ang="0">
                  <a:pos x="T6" y="T7"/>
                </a:cxn>
                <a:cxn ang="0">
                  <a:pos x="T8" y="T9"/>
                </a:cxn>
              </a:cxnLst>
              <a:rect l="0" t="0" r="r" b="b"/>
              <a:pathLst>
                <a:path w="20" h="7">
                  <a:moveTo>
                    <a:pt x="19" y="0"/>
                  </a:moveTo>
                  <a:cubicBezTo>
                    <a:pt x="20" y="1"/>
                    <a:pt x="16" y="3"/>
                    <a:pt x="11" y="4"/>
                  </a:cubicBezTo>
                  <a:cubicBezTo>
                    <a:pt x="6" y="6"/>
                    <a:pt x="2" y="7"/>
                    <a:pt x="1" y="6"/>
                  </a:cubicBezTo>
                  <a:cubicBezTo>
                    <a:pt x="0" y="6"/>
                    <a:pt x="4" y="4"/>
                    <a:pt x="10" y="2"/>
                  </a:cubicBezTo>
                  <a:cubicBezTo>
                    <a:pt x="14"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0" name="Freeform 2099">
              <a:extLst>
                <a:ext uri="{FF2B5EF4-FFF2-40B4-BE49-F238E27FC236}">
                  <a16:creationId xmlns:a16="http://schemas.microsoft.com/office/drawing/2014/main" id="{A4864E18-7D0B-9F8F-3376-C58D31A6361E}"/>
                </a:ext>
              </a:extLst>
            </p:cNvPr>
            <p:cNvSpPr>
              <a:spLocks/>
            </p:cNvSpPr>
            <p:nvPr/>
          </p:nvSpPr>
          <p:spPr bwMode="auto">
            <a:xfrm rot="5094805">
              <a:off x="773668" y="3083694"/>
              <a:ext cx="50269" cy="15995"/>
            </a:xfrm>
            <a:custGeom>
              <a:avLst/>
              <a:gdLst>
                <a:gd name="T0" fmla="*/ 8 w 20"/>
                <a:gd name="T1" fmla="*/ 2 h 6"/>
                <a:gd name="T2" fmla="*/ 19 w 20"/>
                <a:gd name="T3" fmla="*/ 0 h 6"/>
                <a:gd name="T4" fmla="*/ 12 w 20"/>
                <a:gd name="T5" fmla="*/ 4 h 6"/>
                <a:gd name="T6" fmla="*/ 1 w 20"/>
                <a:gd name="T7" fmla="*/ 6 h 6"/>
                <a:gd name="T8" fmla="*/ 8 w 20"/>
                <a:gd name="T9" fmla="*/ 2 h 6"/>
              </a:gdLst>
              <a:ahLst/>
              <a:cxnLst>
                <a:cxn ang="0">
                  <a:pos x="T0" y="T1"/>
                </a:cxn>
                <a:cxn ang="0">
                  <a:pos x="T2" y="T3"/>
                </a:cxn>
                <a:cxn ang="0">
                  <a:pos x="T4" y="T5"/>
                </a:cxn>
                <a:cxn ang="0">
                  <a:pos x="T6" y="T7"/>
                </a:cxn>
                <a:cxn ang="0">
                  <a:pos x="T8" y="T9"/>
                </a:cxn>
              </a:cxnLst>
              <a:rect l="0" t="0" r="r" b="b"/>
              <a:pathLst>
                <a:path w="20" h="6">
                  <a:moveTo>
                    <a:pt x="8" y="2"/>
                  </a:moveTo>
                  <a:cubicBezTo>
                    <a:pt x="13" y="1"/>
                    <a:pt x="18" y="0"/>
                    <a:pt x="19" y="0"/>
                  </a:cubicBezTo>
                  <a:cubicBezTo>
                    <a:pt x="20" y="1"/>
                    <a:pt x="17" y="2"/>
                    <a:pt x="12" y="4"/>
                  </a:cubicBezTo>
                  <a:cubicBezTo>
                    <a:pt x="7" y="5"/>
                    <a:pt x="1" y="6"/>
                    <a:pt x="1" y="6"/>
                  </a:cubicBezTo>
                  <a:cubicBezTo>
                    <a:pt x="0" y="5"/>
                    <a:pt x="4"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1" name="Freeform 2100">
              <a:extLst>
                <a:ext uri="{FF2B5EF4-FFF2-40B4-BE49-F238E27FC236}">
                  <a16:creationId xmlns:a16="http://schemas.microsoft.com/office/drawing/2014/main" id="{1ECDF64D-C02E-6E30-DB65-A106AA08B423}"/>
                </a:ext>
              </a:extLst>
            </p:cNvPr>
            <p:cNvSpPr>
              <a:spLocks/>
            </p:cNvSpPr>
            <p:nvPr/>
          </p:nvSpPr>
          <p:spPr bwMode="auto">
            <a:xfrm rot="5094805">
              <a:off x="709896" y="2897913"/>
              <a:ext cx="47985" cy="11425"/>
            </a:xfrm>
            <a:custGeom>
              <a:avLst/>
              <a:gdLst>
                <a:gd name="T0" fmla="*/ 19 w 19"/>
                <a:gd name="T1" fmla="*/ 0 h 5"/>
                <a:gd name="T2" fmla="*/ 10 w 19"/>
                <a:gd name="T3" fmla="*/ 3 h 5"/>
                <a:gd name="T4" fmla="*/ 0 w 19"/>
                <a:gd name="T5" fmla="*/ 4 h 5"/>
                <a:gd name="T6" fmla="*/ 10 w 19"/>
                <a:gd name="T7" fmla="*/ 1 h 5"/>
                <a:gd name="T8" fmla="*/ 19 w 19"/>
                <a:gd name="T9" fmla="*/ 0 h 5"/>
              </a:gdLst>
              <a:ahLst/>
              <a:cxnLst>
                <a:cxn ang="0">
                  <a:pos x="T0" y="T1"/>
                </a:cxn>
                <a:cxn ang="0">
                  <a:pos x="T2" y="T3"/>
                </a:cxn>
                <a:cxn ang="0">
                  <a:pos x="T4" y="T5"/>
                </a:cxn>
                <a:cxn ang="0">
                  <a:pos x="T6" y="T7"/>
                </a:cxn>
                <a:cxn ang="0">
                  <a:pos x="T8" y="T9"/>
                </a:cxn>
              </a:cxnLst>
              <a:rect l="0" t="0" r="r" b="b"/>
              <a:pathLst>
                <a:path w="19" h="5">
                  <a:moveTo>
                    <a:pt x="19" y="0"/>
                  </a:moveTo>
                  <a:cubicBezTo>
                    <a:pt x="19" y="1"/>
                    <a:pt x="15" y="2"/>
                    <a:pt x="10" y="3"/>
                  </a:cubicBezTo>
                  <a:cubicBezTo>
                    <a:pt x="5" y="4"/>
                    <a:pt x="1" y="5"/>
                    <a:pt x="0" y="4"/>
                  </a:cubicBezTo>
                  <a:cubicBezTo>
                    <a:pt x="0" y="4"/>
                    <a:pt x="5" y="2"/>
                    <a:pt x="10" y="1"/>
                  </a:cubicBezTo>
                  <a:cubicBezTo>
                    <a:pt x="14" y="0"/>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2" name="Freeform 2101">
              <a:extLst>
                <a:ext uri="{FF2B5EF4-FFF2-40B4-BE49-F238E27FC236}">
                  <a16:creationId xmlns:a16="http://schemas.microsoft.com/office/drawing/2014/main" id="{9EB6C422-5882-EC16-823C-A65CF6E0D205}"/>
                </a:ext>
              </a:extLst>
            </p:cNvPr>
            <p:cNvSpPr>
              <a:spLocks/>
            </p:cNvSpPr>
            <p:nvPr/>
          </p:nvSpPr>
          <p:spPr bwMode="auto">
            <a:xfrm rot="5094805">
              <a:off x="658536" y="2707494"/>
              <a:ext cx="47985" cy="11425"/>
            </a:xfrm>
            <a:custGeom>
              <a:avLst/>
              <a:gdLst>
                <a:gd name="T0" fmla="*/ 19 w 20"/>
                <a:gd name="T1" fmla="*/ 1 h 4"/>
                <a:gd name="T2" fmla="*/ 11 w 20"/>
                <a:gd name="T3" fmla="*/ 3 h 4"/>
                <a:gd name="T4" fmla="*/ 1 w 20"/>
                <a:gd name="T5" fmla="*/ 4 h 4"/>
                <a:gd name="T6" fmla="*/ 9 w 20"/>
                <a:gd name="T7" fmla="*/ 1 h 4"/>
                <a:gd name="T8" fmla="*/ 19 w 20"/>
                <a:gd name="T9" fmla="*/ 1 h 4"/>
              </a:gdLst>
              <a:ahLst/>
              <a:cxnLst>
                <a:cxn ang="0">
                  <a:pos x="T0" y="T1"/>
                </a:cxn>
                <a:cxn ang="0">
                  <a:pos x="T2" y="T3"/>
                </a:cxn>
                <a:cxn ang="0">
                  <a:pos x="T4" y="T5"/>
                </a:cxn>
                <a:cxn ang="0">
                  <a:pos x="T6" y="T7"/>
                </a:cxn>
                <a:cxn ang="0">
                  <a:pos x="T8" y="T9"/>
                </a:cxn>
              </a:cxnLst>
              <a:rect l="0" t="0" r="r" b="b"/>
              <a:pathLst>
                <a:path w="20" h="4">
                  <a:moveTo>
                    <a:pt x="19" y="1"/>
                  </a:moveTo>
                  <a:cubicBezTo>
                    <a:pt x="20" y="2"/>
                    <a:pt x="16" y="3"/>
                    <a:pt x="11" y="3"/>
                  </a:cubicBezTo>
                  <a:cubicBezTo>
                    <a:pt x="7" y="4"/>
                    <a:pt x="2" y="4"/>
                    <a:pt x="1" y="4"/>
                  </a:cubicBezTo>
                  <a:cubicBezTo>
                    <a:pt x="0" y="3"/>
                    <a:pt x="4" y="2"/>
                    <a:pt x="9" y="1"/>
                  </a:cubicBezTo>
                  <a:cubicBezTo>
                    <a:pt x="14"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3" name="Freeform 2102">
              <a:extLst>
                <a:ext uri="{FF2B5EF4-FFF2-40B4-BE49-F238E27FC236}">
                  <a16:creationId xmlns:a16="http://schemas.microsoft.com/office/drawing/2014/main" id="{08A84D20-17F0-B1D2-2AAF-223276A3D3EE}"/>
                </a:ext>
              </a:extLst>
            </p:cNvPr>
            <p:cNvSpPr>
              <a:spLocks/>
            </p:cNvSpPr>
            <p:nvPr/>
          </p:nvSpPr>
          <p:spPr bwMode="auto">
            <a:xfrm rot="5094805">
              <a:off x="619588" y="2517006"/>
              <a:ext cx="50269" cy="6855"/>
            </a:xfrm>
            <a:custGeom>
              <a:avLst/>
              <a:gdLst>
                <a:gd name="T0" fmla="*/ 19 w 20"/>
                <a:gd name="T1" fmla="*/ 1 h 3"/>
                <a:gd name="T2" fmla="*/ 12 w 20"/>
                <a:gd name="T3" fmla="*/ 3 h 3"/>
                <a:gd name="T4" fmla="*/ 1 w 20"/>
                <a:gd name="T5" fmla="*/ 2 h 3"/>
                <a:gd name="T6" fmla="*/ 10 w 20"/>
                <a:gd name="T7" fmla="*/ 1 h 3"/>
                <a:gd name="T8" fmla="*/ 19 w 20"/>
                <a:gd name="T9" fmla="*/ 1 h 3"/>
              </a:gdLst>
              <a:ahLst/>
              <a:cxnLst>
                <a:cxn ang="0">
                  <a:pos x="T0" y="T1"/>
                </a:cxn>
                <a:cxn ang="0">
                  <a:pos x="T2" y="T3"/>
                </a:cxn>
                <a:cxn ang="0">
                  <a:pos x="T4" y="T5"/>
                </a:cxn>
                <a:cxn ang="0">
                  <a:pos x="T6" y="T7"/>
                </a:cxn>
                <a:cxn ang="0">
                  <a:pos x="T8" y="T9"/>
                </a:cxn>
              </a:cxnLst>
              <a:rect l="0" t="0" r="r" b="b"/>
              <a:pathLst>
                <a:path w="20" h="3">
                  <a:moveTo>
                    <a:pt x="19" y="1"/>
                  </a:moveTo>
                  <a:cubicBezTo>
                    <a:pt x="20" y="2"/>
                    <a:pt x="17" y="2"/>
                    <a:pt x="12" y="3"/>
                  </a:cubicBezTo>
                  <a:cubicBezTo>
                    <a:pt x="7" y="3"/>
                    <a:pt x="2" y="3"/>
                    <a:pt x="1" y="2"/>
                  </a:cubicBezTo>
                  <a:cubicBezTo>
                    <a:pt x="0" y="2"/>
                    <a:pt x="4" y="1"/>
                    <a:pt x="10" y="1"/>
                  </a:cubicBezTo>
                  <a:cubicBezTo>
                    <a:pt x="15"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4" name="Freeform 2103">
              <a:extLst>
                <a:ext uri="{FF2B5EF4-FFF2-40B4-BE49-F238E27FC236}">
                  <a16:creationId xmlns:a16="http://schemas.microsoft.com/office/drawing/2014/main" id="{BD1CA65B-B2C1-00C6-AC8F-B535E5F66388}"/>
                </a:ext>
              </a:extLst>
            </p:cNvPr>
            <p:cNvSpPr>
              <a:spLocks/>
            </p:cNvSpPr>
            <p:nvPr/>
          </p:nvSpPr>
          <p:spPr bwMode="auto">
            <a:xfrm rot="5094805">
              <a:off x="608058" y="2321899"/>
              <a:ext cx="50269" cy="9140"/>
            </a:xfrm>
            <a:custGeom>
              <a:avLst/>
              <a:gdLst>
                <a:gd name="T0" fmla="*/ 20 w 20"/>
                <a:gd name="T1" fmla="*/ 3 h 4"/>
                <a:gd name="T2" fmla="*/ 11 w 20"/>
                <a:gd name="T3" fmla="*/ 3 h 4"/>
                <a:gd name="T4" fmla="*/ 1 w 20"/>
                <a:gd name="T5" fmla="*/ 1 h 4"/>
                <a:gd name="T6" fmla="*/ 10 w 20"/>
                <a:gd name="T7" fmla="*/ 1 h 4"/>
                <a:gd name="T8" fmla="*/ 20 w 20"/>
                <a:gd name="T9" fmla="*/ 3 h 4"/>
              </a:gdLst>
              <a:ahLst/>
              <a:cxnLst>
                <a:cxn ang="0">
                  <a:pos x="T0" y="T1"/>
                </a:cxn>
                <a:cxn ang="0">
                  <a:pos x="T2" y="T3"/>
                </a:cxn>
                <a:cxn ang="0">
                  <a:pos x="T4" y="T5"/>
                </a:cxn>
                <a:cxn ang="0">
                  <a:pos x="T6" y="T7"/>
                </a:cxn>
                <a:cxn ang="0">
                  <a:pos x="T8" y="T9"/>
                </a:cxn>
              </a:cxnLst>
              <a:rect l="0" t="0" r="r" b="b"/>
              <a:pathLst>
                <a:path w="20" h="4">
                  <a:moveTo>
                    <a:pt x="20" y="3"/>
                  </a:moveTo>
                  <a:cubicBezTo>
                    <a:pt x="20" y="4"/>
                    <a:pt x="16" y="4"/>
                    <a:pt x="11" y="3"/>
                  </a:cubicBezTo>
                  <a:cubicBezTo>
                    <a:pt x="6" y="3"/>
                    <a:pt x="1" y="2"/>
                    <a:pt x="1" y="1"/>
                  </a:cubicBezTo>
                  <a:cubicBezTo>
                    <a:pt x="0" y="0"/>
                    <a:pt x="5" y="0"/>
                    <a:pt x="10" y="1"/>
                  </a:cubicBezTo>
                  <a:cubicBezTo>
                    <a:pt x="15" y="1"/>
                    <a:pt x="19" y="2"/>
                    <a:pt x="2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5" name="Freeform 2104">
              <a:extLst>
                <a:ext uri="{FF2B5EF4-FFF2-40B4-BE49-F238E27FC236}">
                  <a16:creationId xmlns:a16="http://schemas.microsoft.com/office/drawing/2014/main" id="{D6DC6C11-DEA8-BC4F-4F5F-520763D967BC}"/>
                </a:ext>
              </a:extLst>
            </p:cNvPr>
            <p:cNvSpPr>
              <a:spLocks/>
            </p:cNvSpPr>
            <p:nvPr/>
          </p:nvSpPr>
          <p:spPr bwMode="auto">
            <a:xfrm rot="5094805">
              <a:off x="625808" y="2117215"/>
              <a:ext cx="52554" cy="18280"/>
            </a:xfrm>
            <a:custGeom>
              <a:avLst/>
              <a:gdLst>
                <a:gd name="T0" fmla="*/ 20 w 21"/>
                <a:gd name="T1" fmla="*/ 6 h 7"/>
                <a:gd name="T2" fmla="*/ 12 w 21"/>
                <a:gd name="T3" fmla="*/ 6 h 7"/>
                <a:gd name="T4" fmla="*/ 1 w 21"/>
                <a:gd name="T5" fmla="*/ 2 h 7"/>
                <a:gd name="T6" fmla="*/ 10 w 21"/>
                <a:gd name="T7" fmla="*/ 2 h 7"/>
                <a:gd name="T8" fmla="*/ 20 w 21"/>
                <a:gd name="T9" fmla="*/ 6 h 7"/>
              </a:gdLst>
              <a:ahLst/>
              <a:cxnLst>
                <a:cxn ang="0">
                  <a:pos x="T0" y="T1"/>
                </a:cxn>
                <a:cxn ang="0">
                  <a:pos x="T2" y="T3"/>
                </a:cxn>
                <a:cxn ang="0">
                  <a:pos x="T4" y="T5"/>
                </a:cxn>
                <a:cxn ang="0">
                  <a:pos x="T6" y="T7"/>
                </a:cxn>
                <a:cxn ang="0">
                  <a:pos x="T8" y="T9"/>
                </a:cxn>
              </a:cxnLst>
              <a:rect l="0" t="0" r="r" b="b"/>
              <a:pathLst>
                <a:path w="21" h="7">
                  <a:moveTo>
                    <a:pt x="20" y="6"/>
                  </a:moveTo>
                  <a:cubicBezTo>
                    <a:pt x="21" y="7"/>
                    <a:pt x="17" y="7"/>
                    <a:pt x="12" y="6"/>
                  </a:cubicBezTo>
                  <a:cubicBezTo>
                    <a:pt x="7" y="5"/>
                    <a:pt x="2" y="3"/>
                    <a:pt x="1" y="2"/>
                  </a:cubicBezTo>
                  <a:cubicBezTo>
                    <a:pt x="0" y="0"/>
                    <a:pt x="5" y="1"/>
                    <a:pt x="10" y="2"/>
                  </a:cubicBezTo>
                  <a:cubicBezTo>
                    <a:pt x="15" y="3"/>
                    <a:pt x="19" y="5"/>
                    <a:pt x="2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6" name="Freeform 2105">
              <a:extLst>
                <a:ext uri="{FF2B5EF4-FFF2-40B4-BE49-F238E27FC236}">
                  <a16:creationId xmlns:a16="http://schemas.microsoft.com/office/drawing/2014/main" id="{2712C77F-89D6-F8EE-511C-71BC3591F6ED}"/>
                </a:ext>
              </a:extLst>
            </p:cNvPr>
            <p:cNvSpPr>
              <a:spLocks/>
            </p:cNvSpPr>
            <p:nvPr/>
          </p:nvSpPr>
          <p:spPr bwMode="auto">
            <a:xfrm rot="5094805">
              <a:off x="664252" y="1917757"/>
              <a:ext cx="50269" cy="18280"/>
            </a:xfrm>
            <a:custGeom>
              <a:avLst/>
              <a:gdLst>
                <a:gd name="T0" fmla="*/ 19 w 20"/>
                <a:gd name="T1" fmla="*/ 7 h 8"/>
                <a:gd name="T2" fmla="*/ 11 w 20"/>
                <a:gd name="T3" fmla="*/ 6 h 8"/>
                <a:gd name="T4" fmla="*/ 1 w 20"/>
                <a:gd name="T5" fmla="*/ 1 h 8"/>
                <a:gd name="T6" fmla="*/ 10 w 20"/>
                <a:gd name="T7" fmla="*/ 2 h 8"/>
                <a:gd name="T8" fmla="*/ 19 w 20"/>
                <a:gd name="T9" fmla="*/ 7 h 8"/>
              </a:gdLst>
              <a:ahLst/>
              <a:cxnLst>
                <a:cxn ang="0">
                  <a:pos x="T0" y="T1"/>
                </a:cxn>
                <a:cxn ang="0">
                  <a:pos x="T2" y="T3"/>
                </a:cxn>
                <a:cxn ang="0">
                  <a:pos x="T4" y="T5"/>
                </a:cxn>
                <a:cxn ang="0">
                  <a:pos x="T6" y="T7"/>
                </a:cxn>
                <a:cxn ang="0">
                  <a:pos x="T8" y="T9"/>
                </a:cxn>
              </a:cxnLst>
              <a:rect l="0" t="0" r="r" b="b"/>
              <a:pathLst>
                <a:path w="20" h="8">
                  <a:moveTo>
                    <a:pt x="19" y="7"/>
                  </a:moveTo>
                  <a:cubicBezTo>
                    <a:pt x="20" y="8"/>
                    <a:pt x="16" y="8"/>
                    <a:pt x="11" y="6"/>
                  </a:cubicBezTo>
                  <a:cubicBezTo>
                    <a:pt x="5" y="5"/>
                    <a:pt x="1" y="2"/>
                    <a:pt x="1" y="1"/>
                  </a:cubicBezTo>
                  <a:cubicBezTo>
                    <a:pt x="0" y="0"/>
                    <a:pt x="5" y="0"/>
                    <a:pt x="10" y="2"/>
                  </a:cubicBezTo>
                  <a:cubicBezTo>
                    <a:pt x="15" y="4"/>
                    <a:pt x="19" y="6"/>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7" name="Freeform 2106">
              <a:extLst>
                <a:ext uri="{FF2B5EF4-FFF2-40B4-BE49-F238E27FC236}">
                  <a16:creationId xmlns:a16="http://schemas.microsoft.com/office/drawing/2014/main" id="{C1149A60-EF6B-8167-5A1D-1E1F54E122D3}"/>
                </a:ext>
              </a:extLst>
            </p:cNvPr>
            <p:cNvSpPr>
              <a:spLocks/>
            </p:cNvSpPr>
            <p:nvPr/>
          </p:nvSpPr>
          <p:spPr bwMode="auto">
            <a:xfrm rot="5094805">
              <a:off x="718426" y="1710035"/>
              <a:ext cx="47985" cy="27420"/>
            </a:xfrm>
            <a:custGeom>
              <a:avLst/>
              <a:gdLst>
                <a:gd name="T0" fmla="*/ 9 w 20"/>
                <a:gd name="T1" fmla="*/ 3 h 11"/>
                <a:gd name="T2" fmla="*/ 19 w 20"/>
                <a:gd name="T3" fmla="*/ 9 h 11"/>
                <a:gd name="T4" fmla="*/ 12 w 20"/>
                <a:gd name="T5" fmla="*/ 9 h 11"/>
                <a:gd name="T6" fmla="*/ 1 w 20"/>
                <a:gd name="T7" fmla="*/ 2 h 11"/>
                <a:gd name="T8" fmla="*/ 9 w 20"/>
                <a:gd name="T9" fmla="*/ 3 h 11"/>
              </a:gdLst>
              <a:ahLst/>
              <a:cxnLst>
                <a:cxn ang="0">
                  <a:pos x="T0" y="T1"/>
                </a:cxn>
                <a:cxn ang="0">
                  <a:pos x="T2" y="T3"/>
                </a:cxn>
                <a:cxn ang="0">
                  <a:pos x="T4" y="T5"/>
                </a:cxn>
                <a:cxn ang="0">
                  <a:pos x="T6" y="T7"/>
                </a:cxn>
                <a:cxn ang="0">
                  <a:pos x="T8" y="T9"/>
                </a:cxn>
              </a:cxnLst>
              <a:rect l="0" t="0" r="r" b="b"/>
              <a:pathLst>
                <a:path w="20" h="11">
                  <a:moveTo>
                    <a:pt x="9" y="3"/>
                  </a:moveTo>
                  <a:cubicBezTo>
                    <a:pt x="14" y="5"/>
                    <a:pt x="19" y="7"/>
                    <a:pt x="19" y="9"/>
                  </a:cubicBezTo>
                  <a:cubicBezTo>
                    <a:pt x="20" y="11"/>
                    <a:pt x="17" y="11"/>
                    <a:pt x="12" y="9"/>
                  </a:cubicBezTo>
                  <a:cubicBezTo>
                    <a:pt x="6" y="7"/>
                    <a:pt x="1" y="4"/>
                    <a:pt x="1" y="2"/>
                  </a:cubicBezTo>
                  <a:cubicBezTo>
                    <a:pt x="0" y="0"/>
                    <a:pt x="4" y="1"/>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8" name="Freeform 2107">
              <a:extLst>
                <a:ext uri="{FF2B5EF4-FFF2-40B4-BE49-F238E27FC236}">
                  <a16:creationId xmlns:a16="http://schemas.microsoft.com/office/drawing/2014/main" id="{3747D017-DBAF-F83B-4A18-0DB82A0BE926}"/>
                </a:ext>
              </a:extLst>
            </p:cNvPr>
            <p:cNvSpPr>
              <a:spLocks/>
            </p:cNvSpPr>
            <p:nvPr/>
          </p:nvSpPr>
          <p:spPr bwMode="auto">
            <a:xfrm rot="5094805">
              <a:off x="776005" y="1505234"/>
              <a:ext cx="50269" cy="29705"/>
            </a:xfrm>
            <a:custGeom>
              <a:avLst/>
              <a:gdLst>
                <a:gd name="T0" fmla="*/ 19 w 20"/>
                <a:gd name="T1" fmla="*/ 10 h 12"/>
                <a:gd name="T2" fmla="*/ 11 w 20"/>
                <a:gd name="T3" fmla="*/ 10 h 12"/>
                <a:gd name="T4" fmla="*/ 1 w 20"/>
                <a:gd name="T5" fmla="*/ 2 h 12"/>
                <a:gd name="T6" fmla="*/ 10 w 20"/>
                <a:gd name="T7" fmla="*/ 3 h 12"/>
                <a:gd name="T8" fmla="*/ 19 w 20"/>
                <a:gd name="T9" fmla="*/ 10 h 12"/>
              </a:gdLst>
              <a:ahLst/>
              <a:cxnLst>
                <a:cxn ang="0">
                  <a:pos x="T0" y="T1"/>
                </a:cxn>
                <a:cxn ang="0">
                  <a:pos x="T2" y="T3"/>
                </a:cxn>
                <a:cxn ang="0">
                  <a:pos x="T4" y="T5"/>
                </a:cxn>
                <a:cxn ang="0">
                  <a:pos x="T6" y="T7"/>
                </a:cxn>
                <a:cxn ang="0">
                  <a:pos x="T8" y="T9"/>
                </a:cxn>
              </a:cxnLst>
              <a:rect l="0" t="0" r="r" b="b"/>
              <a:pathLst>
                <a:path w="20" h="12">
                  <a:moveTo>
                    <a:pt x="19" y="10"/>
                  </a:moveTo>
                  <a:cubicBezTo>
                    <a:pt x="20" y="12"/>
                    <a:pt x="16" y="12"/>
                    <a:pt x="11" y="10"/>
                  </a:cubicBezTo>
                  <a:cubicBezTo>
                    <a:pt x="5" y="8"/>
                    <a:pt x="1" y="5"/>
                    <a:pt x="1" y="2"/>
                  </a:cubicBezTo>
                  <a:cubicBezTo>
                    <a:pt x="0" y="0"/>
                    <a:pt x="5" y="0"/>
                    <a:pt x="10" y="3"/>
                  </a:cubicBezTo>
                  <a:cubicBezTo>
                    <a:pt x="15" y="5"/>
                    <a:pt x="19" y="8"/>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9" name="Freeform 2108">
              <a:extLst>
                <a:ext uri="{FF2B5EF4-FFF2-40B4-BE49-F238E27FC236}">
                  <a16:creationId xmlns:a16="http://schemas.microsoft.com/office/drawing/2014/main" id="{8964F295-06B8-7844-CCEF-9A7163B2BC74}"/>
                </a:ext>
              </a:extLst>
            </p:cNvPr>
            <p:cNvSpPr>
              <a:spLocks/>
            </p:cNvSpPr>
            <p:nvPr/>
          </p:nvSpPr>
          <p:spPr bwMode="auto">
            <a:xfrm rot="5094805">
              <a:off x="787264" y="1683368"/>
              <a:ext cx="45700" cy="29705"/>
            </a:xfrm>
            <a:custGeom>
              <a:avLst/>
              <a:gdLst>
                <a:gd name="T0" fmla="*/ 18 w 18"/>
                <a:gd name="T1" fmla="*/ 10 h 12"/>
                <a:gd name="T2" fmla="*/ 10 w 18"/>
                <a:gd name="T3" fmla="*/ 9 h 12"/>
                <a:gd name="T4" fmla="*/ 0 w 18"/>
                <a:gd name="T5" fmla="*/ 2 h 12"/>
                <a:gd name="T6" fmla="*/ 7 w 18"/>
                <a:gd name="T7" fmla="*/ 2 h 12"/>
                <a:gd name="T8" fmla="*/ 18 w 18"/>
                <a:gd name="T9" fmla="*/ 10 h 12"/>
              </a:gdLst>
              <a:ahLst/>
              <a:cxnLst>
                <a:cxn ang="0">
                  <a:pos x="T0" y="T1"/>
                </a:cxn>
                <a:cxn ang="0">
                  <a:pos x="T2" y="T3"/>
                </a:cxn>
                <a:cxn ang="0">
                  <a:pos x="T4" y="T5"/>
                </a:cxn>
                <a:cxn ang="0">
                  <a:pos x="T6" y="T7"/>
                </a:cxn>
                <a:cxn ang="0">
                  <a:pos x="T8" y="T9"/>
                </a:cxn>
              </a:cxnLst>
              <a:rect l="0" t="0" r="r" b="b"/>
              <a:pathLst>
                <a:path w="18" h="12">
                  <a:moveTo>
                    <a:pt x="18" y="10"/>
                  </a:moveTo>
                  <a:cubicBezTo>
                    <a:pt x="18" y="12"/>
                    <a:pt x="15" y="11"/>
                    <a:pt x="10" y="9"/>
                  </a:cubicBezTo>
                  <a:cubicBezTo>
                    <a:pt x="5" y="7"/>
                    <a:pt x="0" y="3"/>
                    <a:pt x="0" y="2"/>
                  </a:cubicBezTo>
                  <a:cubicBezTo>
                    <a:pt x="0" y="0"/>
                    <a:pt x="3" y="0"/>
                    <a:pt x="7" y="2"/>
                  </a:cubicBezTo>
                  <a:cubicBezTo>
                    <a:pt x="12" y="4"/>
                    <a:pt x="17" y="8"/>
                    <a:pt x="1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0" name="Freeform 2109">
              <a:extLst>
                <a:ext uri="{FF2B5EF4-FFF2-40B4-BE49-F238E27FC236}">
                  <a16:creationId xmlns:a16="http://schemas.microsoft.com/office/drawing/2014/main" id="{49AD7285-35FA-1875-5D84-D8D39CE44394}"/>
                </a:ext>
              </a:extLst>
            </p:cNvPr>
            <p:cNvSpPr>
              <a:spLocks/>
            </p:cNvSpPr>
            <p:nvPr/>
          </p:nvSpPr>
          <p:spPr bwMode="auto">
            <a:xfrm rot="5094805">
              <a:off x="722857" y="1891062"/>
              <a:ext cx="43415" cy="22850"/>
            </a:xfrm>
            <a:custGeom>
              <a:avLst/>
              <a:gdLst>
                <a:gd name="T0" fmla="*/ 18 w 18"/>
                <a:gd name="T1" fmla="*/ 8 h 10"/>
                <a:gd name="T2" fmla="*/ 10 w 18"/>
                <a:gd name="T3" fmla="*/ 8 h 10"/>
                <a:gd name="T4" fmla="*/ 0 w 18"/>
                <a:gd name="T5" fmla="*/ 1 h 10"/>
                <a:gd name="T6" fmla="*/ 7 w 18"/>
                <a:gd name="T7" fmla="*/ 1 h 10"/>
                <a:gd name="T8" fmla="*/ 18 w 18"/>
                <a:gd name="T9" fmla="*/ 8 h 10"/>
              </a:gdLst>
              <a:ahLst/>
              <a:cxnLst>
                <a:cxn ang="0">
                  <a:pos x="T0" y="T1"/>
                </a:cxn>
                <a:cxn ang="0">
                  <a:pos x="T2" y="T3"/>
                </a:cxn>
                <a:cxn ang="0">
                  <a:pos x="T4" y="T5"/>
                </a:cxn>
                <a:cxn ang="0">
                  <a:pos x="T6" y="T7"/>
                </a:cxn>
                <a:cxn ang="0">
                  <a:pos x="T8" y="T9"/>
                </a:cxn>
              </a:cxnLst>
              <a:rect l="0" t="0" r="r" b="b"/>
              <a:pathLst>
                <a:path w="18" h="10">
                  <a:moveTo>
                    <a:pt x="18" y="8"/>
                  </a:moveTo>
                  <a:cubicBezTo>
                    <a:pt x="18" y="10"/>
                    <a:pt x="15" y="9"/>
                    <a:pt x="10" y="8"/>
                  </a:cubicBezTo>
                  <a:cubicBezTo>
                    <a:pt x="5" y="6"/>
                    <a:pt x="0" y="3"/>
                    <a:pt x="0" y="1"/>
                  </a:cubicBezTo>
                  <a:cubicBezTo>
                    <a:pt x="0" y="0"/>
                    <a:pt x="3" y="0"/>
                    <a:pt x="7" y="1"/>
                  </a:cubicBezTo>
                  <a:cubicBezTo>
                    <a:pt x="12" y="3"/>
                    <a:pt x="17" y="6"/>
                    <a:pt x="1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1" name="Freeform 2110">
              <a:extLst>
                <a:ext uri="{FF2B5EF4-FFF2-40B4-BE49-F238E27FC236}">
                  <a16:creationId xmlns:a16="http://schemas.microsoft.com/office/drawing/2014/main" id="{A1F38B02-93F2-A784-1086-89F5D0EC9292}"/>
                </a:ext>
              </a:extLst>
            </p:cNvPr>
            <p:cNvSpPr>
              <a:spLocks/>
            </p:cNvSpPr>
            <p:nvPr/>
          </p:nvSpPr>
          <p:spPr bwMode="auto">
            <a:xfrm rot="5094805">
              <a:off x="673139" y="2093915"/>
              <a:ext cx="43415" cy="20565"/>
            </a:xfrm>
            <a:custGeom>
              <a:avLst/>
              <a:gdLst>
                <a:gd name="T0" fmla="*/ 9 w 18"/>
                <a:gd name="T1" fmla="*/ 6 h 8"/>
                <a:gd name="T2" fmla="*/ 0 w 18"/>
                <a:gd name="T3" fmla="*/ 1 h 8"/>
                <a:gd name="T4" fmla="*/ 8 w 18"/>
                <a:gd name="T5" fmla="*/ 2 h 8"/>
                <a:gd name="T6" fmla="*/ 18 w 18"/>
                <a:gd name="T7" fmla="*/ 7 h 8"/>
                <a:gd name="T8" fmla="*/ 9 w 18"/>
                <a:gd name="T9" fmla="*/ 6 h 8"/>
              </a:gdLst>
              <a:ahLst/>
              <a:cxnLst>
                <a:cxn ang="0">
                  <a:pos x="T0" y="T1"/>
                </a:cxn>
                <a:cxn ang="0">
                  <a:pos x="T2" y="T3"/>
                </a:cxn>
                <a:cxn ang="0">
                  <a:pos x="T4" y="T5"/>
                </a:cxn>
                <a:cxn ang="0">
                  <a:pos x="T6" y="T7"/>
                </a:cxn>
                <a:cxn ang="0">
                  <a:pos x="T8" y="T9"/>
                </a:cxn>
              </a:cxnLst>
              <a:rect l="0" t="0" r="r" b="b"/>
              <a:pathLst>
                <a:path w="18" h="8">
                  <a:moveTo>
                    <a:pt x="9" y="6"/>
                  </a:moveTo>
                  <a:cubicBezTo>
                    <a:pt x="4" y="5"/>
                    <a:pt x="0" y="2"/>
                    <a:pt x="0" y="1"/>
                  </a:cubicBezTo>
                  <a:cubicBezTo>
                    <a:pt x="0" y="0"/>
                    <a:pt x="4" y="0"/>
                    <a:pt x="8" y="2"/>
                  </a:cubicBezTo>
                  <a:cubicBezTo>
                    <a:pt x="13" y="3"/>
                    <a:pt x="17" y="5"/>
                    <a:pt x="18" y="7"/>
                  </a:cubicBezTo>
                  <a:cubicBezTo>
                    <a:pt x="18" y="8"/>
                    <a:pt x="14" y="8"/>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2" name="Freeform 2111">
              <a:extLst>
                <a:ext uri="{FF2B5EF4-FFF2-40B4-BE49-F238E27FC236}">
                  <a16:creationId xmlns:a16="http://schemas.microsoft.com/office/drawing/2014/main" id="{3F7F74BA-490B-06E5-8A06-AE56511B1A74}"/>
                </a:ext>
              </a:extLst>
            </p:cNvPr>
            <p:cNvSpPr>
              <a:spLocks/>
            </p:cNvSpPr>
            <p:nvPr/>
          </p:nvSpPr>
          <p:spPr bwMode="auto">
            <a:xfrm rot="5094805">
              <a:off x="645033" y="2295783"/>
              <a:ext cx="47985" cy="15995"/>
            </a:xfrm>
            <a:custGeom>
              <a:avLst/>
              <a:gdLst>
                <a:gd name="T0" fmla="*/ 18 w 19"/>
                <a:gd name="T1" fmla="*/ 4 h 6"/>
                <a:gd name="T2" fmla="*/ 11 w 19"/>
                <a:gd name="T3" fmla="*/ 5 h 6"/>
                <a:gd name="T4" fmla="*/ 1 w 19"/>
                <a:gd name="T5" fmla="*/ 1 h 6"/>
                <a:gd name="T6" fmla="*/ 8 w 19"/>
                <a:gd name="T7" fmla="*/ 1 h 6"/>
                <a:gd name="T8" fmla="*/ 18 w 19"/>
                <a:gd name="T9" fmla="*/ 4 h 6"/>
              </a:gdLst>
              <a:ahLst/>
              <a:cxnLst>
                <a:cxn ang="0">
                  <a:pos x="T0" y="T1"/>
                </a:cxn>
                <a:cxn ang="0">
                  <a:pos x="T2" y="T3"/>
                </a:cxn>
                <a:cxn ang="0">
                  <a:pos x="T4" y="T5"/>
                </a:cxn>
                <a:cxn ang="0">
                  <a:pos x="T6" y="T7"/>
                </a:cxn>
                <a:cxn ang="0">
                  <a:pos x="T8" y="T9"/>
                </a:cxn>
              </a:cxnLst>
              <a:rect l="0" t="0" r="r" b="b"/>
              <a:pathLst>
                <a:path w="19" h="6">
                  <a:moveTo>
                    <a:pt x="18" y="4"/>
                  </a:moveTo>
                  <a:cubicBezTo>
                    <a:pt x="19" y="5"/>
                    <a:pt x="16" y="6"/>
                    <a:pt x="11" y="5"/>
                  </a:cubicBezTo>
                  <a:cubicBezTo>
                    <a:pt x="6" y="4"/>
                    <a:pt x="1" y="3"/>
                    <a:pt x="1" y="1"/>
                  </a:cubicBezTo>
                  <a:cubicBezTo>
                    <a:pt x="0" y="1"/>
                    <a:pt x="4" y="0"/>
                    <a:pt x="8" y="1"/>
                  </a:cubicBezTo>
                  <a:cubicBezTo>
                    <a:pt x="13" y="1"/>
                    <a:pt x="17" y="3"/>
                    <a:pt x="1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3" name="Freeform 2112">
              <a:extLst>
                <a:ext uri="{FF2B5EF4-FFF2-40B4-BE49-F238E27FC236}">
                  <a16:creationId xmlns:a16="http://schemas.microsoft.com/office/drawing/2014/main" id="{8381EDE2-AA21-EF41-8A5F-84DC553E0CC6}"/>
                </a:ext>
              </a:extLst>
            </p:cNvPr>
            <p:cNvSpPr>
              <a:spLocks/>
            </p:cNvSpPr>
            <p:nvPr/>
          </p:nvSpPr>
          <p:spPr bwMode="auto">
            <a:xfrm rot="5094805">
              <a:off x="650978" y="2494921"/>
              <a:ext cx="45700" cy="9140"/>
            </a:xfrm>
            <a:custGeom>
              <a:avLst/>
              <a:gdLst>
                <a:gd name="T0" fmla="*/ 8 w 19"/>
                <a:gd name="T1" fmla="*/ 0 h 4"/>
                <a:gd name="T2" fmla="*/ 18 w 19"/>
                <a:gd name="T3" fmla="*/ 1 h 4"/>
                <a:gd name="T4" fmla="*/ 10 w 19"/>
                <a:gd name="T5" fmla="*/ 4 h 4"/>
                <a:gd name="T6" fmla="*/ 1 w 19"/>
                <a:gd name="T7" fmla="*/ 2 h 4"/>
                <a:gd name="T8" fmla="*/ 8 w 19"/>
                <a:gd name="T9" fmla="*/ 0 h 4"/>
              </a:gdLst>
              <a:ahLst/>
              <a:cxnLst>
                <a:cxn ang="0">
                  <a:pos x="T0" y="T1"/>
                </a:cxn>
                <a:cxn ang="0">
                  <a:pos x="T2" y="T3"/>
                </a:cxn>
                <a:cxn ang="0">
                  <a:pos x="T4" y="T5"/>
                </a:cxn>
                <a:cxn ang="0">
                  <a:pos x="T6" y="T7"/>
                </a:cxn>
                <a:cxn ang="0">
                  <a:pos x="T8" y="T9"/>
                </a:cxn>
              </a:cxnLst>
              <a:rect l="0" t="0" r="r" b="b"/>
              <a:pathLst>
                <a:path w="19" h="4">
                  <a:moveTo>
                    <a:pt x="8" y="0"/>
                  </a:moveTo>
                  <a:cubicBezTo>
                    <a:pt x="13" y="0"/>
                    <a:pt x="18" y="0"/>
                    <a:pt x="18" y="1"/>
                  </a:cubicBezTo>
                  <a:cubicBezTo>
                    <a:pt x="19" y="2"/>
                    <a:pt x="15" y="3"/>
                    <a:pt x="10" y="4"/>
                  </a:cubicBezTo>
                  <a:cubicBezTo>
                    <a:pt x="6" y="4"/>
                    <a:pt x="2" y="3"/>
                    <a:pt x="1" y="2"/>
                  </a:cubicBezTo>
                  <a:cubicBezTo>
                    <a:pt x="0" y="1"/>
                    <a:pt x="3"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4" name="Freeform 2113">
              <a:extLst>
                <a:ext uri="{FF2B5EF4-FFF2-40B4-BE49-F238E27FC236}">
                  <a16:creationId xmlns:a16="http://schemas.microsoft.com/office/drawing/2014/main" id="{0E0AF9C0-1DFF-F5B0-7466-9677BB2ACD7A}"/>
                </a:ext>
              </a:extLst>
            </p:cNvPr>
            <p:cNvSpPr>
              <a:spLocks/>
            </p:cNvSpPr>
            <p:nvPr/>
          </p:nvSpPr>
          <p:spPr bwMode="auto">
            <a:xfrm rot="5094805">
              <a:off x="689926" y="2685409"/>
              <a:ext cx="43415" cy="13710"/>
            </a:xfrm>
            <a:custGeom>
              <a:avLst/>
              <a:gdLst>
                <a:gd name="T0" fmla="*/ 17 w 17"/>
                <a:gd name="T1" fmla="*/ 1 h 5"/>
                <a:gd name="T2" fmla="*/ 8 w 17"/>
                <a:gd name="T3" fmla="*/ 4 h 5"/>
                <a:gd name="T4" fmla="*/ 0 w 17"/>
                <a:gd name="T5" fmla="*/ 4 h 5"/>
                <a:gd name="T6" fmla="*/ 7 w 17"/>
                <a:gd name="T7" fmla="*/ 1 h 5"/>
                <a:gd name="T8" fmla="*/ 17 w 17"/>
                <a:gd name="T9" fmla="*/ 1 h 5"/>
              </a:gdLst>
              <a:ahLst/>
              <a:cxnLst>
                <a:cxn ang="0">
                  <a:pos x="T0" y="T1"/>
                </a:cxn>
                <a:cxn ang="0">
                  <a:pos x="T2" y="T3"/>
                </a:cxn>
                <a:cxn ang="0">
                  <a:pos x="T4" y="T5"/>
                </a:cxn>
                <a:cxn ang="0">
                  <a:pos x="T6" y="T7"/>
                </a:cxn>
                <a:cxn ang="0">
                  <a:pos x="T8" y="T9"/>
                </a:cxn>
              </a:cxnLst>
              <a:rect l="0" t="0" r="r" b="b"/>
              <a:pathLst>
                <a:path w="17" h="5">
                  <a:moveTo>
                    <a:pt x="17" y="1"/>
                  </a:moveTo>
                  <a:cubicBezTo>
                    <a:pt x="17" y="3"/>
                    <a:pt x="13" y="4"/>
                    <a:pt x="8" y="4"/>
                  </a:cubicBezTo>
                  <a:cubicBezTo>
                    <a:pt x="4" y="5"/>
                    <a:pt x="0" y="5"/>
                    <a:pt x="0" y="4"/>
                  </a:cubicBezTo>
                  <a:cubicBezTo>
                    <a:pt x="0" y="3"/>
                    <a:pt x="3" y="2"/>
                    <a:pt x="7" y="1"/>
                  </a:cubicBezTo>
                  <a:cubicBezTo>
                    <a:pt x="12" y="0"/>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5" name="Freeform 2114">
              <a:extLst>
                <a:ext uri="{FF2B5EF4-FFF2-40B4-BE49-F238E27FC236}">
                  <a16:creationId xmlns:a16="http://schemas.microsoft.com/office/drawing/2014/main" id="{53385339-CA6A-DEFF-7912-65234E2B3F5D}"/>
                </a:ext>
              </a:extLst>
            </p:cNvPr>
            <p:cNvSpPr>
              <a:spLocks/>
            </p:cNvSpPr>
            <p:nvPr/>
          </p:nvSpPr>
          <p:spPr bwMode="auto">
            <a:xfrm rot="5094805">
              <a:off x="741180" y="2875731"/>
              <a:ext cx="45700" cy="11425"/>
            </a:xfrm>
            <a:custGeom>
              <a:avLst/>
              <a:gdLst>
                <a:gd name="T0" fmla="*/ 9 w 18"/>
                <a:gd name="T1" fmla="*/ 4 h 5"/>
                <a:gd name="T2" fmla="*/ 0 w 18"/>
                <a:gd name="T3" fmla="*/ 4 h 5"/>
                <a:gd name="T4" fmla="*/ 8 w 18"/>
                <a:gd name="T5" fmla="*/ 1 h 5"/>
                <a:gd name="T6" fmla="*/ 18 w 18"/>
                <a:gd name="T7" fmla="*/ 1 h 5"/>
                <a:gd name="T8" fmla="*/ 9 w 18"/>
                <a:gd name="T9" fmla="*/ 4 h 5"/>
              </a:gdLst>
              <a:ahLst/>
              <a:cxnLst>
                <a:cxn ang="0">
                  <a:pos x="T0" y="T1"/>
                </a:cxn>
                <a:cxn ang="0">
                  <a:pos x="T2" y="T3"/>
                </a:cxn>
                <a:cxn ang="0">
                  <a:pos x="T4" y="T5"/>
                </a:cxn>
                <a:cxn ang="0">
                  <a:pos x="T6" y="T7"/>
                </a:cxn>
                <a:cxn ang="0">
                  <a:pos x="T8" y="T9"/>
                </a:cxn>
              </a:cxnLst>
              <a:rect l="0" t="0" r="r" b="b"/>
              <a:pathLst>
                <a:path w="18" h="5">
                  <a:moveTo>
                    <a:pt x="9" y="4"/>
                  </a:moveTo>
                  <a:cubicBezTo>
                    <a:pt x="4" y="5"/>
                    <a:pt x="0" y="5"/>
                    <a:pt x="0" y="4"/>
                  </a:cubicBezTo>
                  <a:cubicBezTo>
                    <a:pt x="0" y="3"/>
                    <a:pt x="4" y="2"/>
                    <a:pt x="8" y="1"/>
                  </a:cubicBezTo>
                  <a:cubicBezTo>
                    <a:pt x="13" y="0"/>
                    <a:pt x="17" y="0"/>
                    <a:pt x="18" y="1"/>
                  </a:cubicBezTo>
                  <a:cubicBezTo>
                    <a:pt x="18" y="2"/>
                    <a:pt x="14" y="4"/>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6" name="Freeform 2115">
              <a:extLst>
                <a:ext uri="{FF2B5EF4-FFF2-40B4-BE49-F238E27FC236}">
                  <a16:creationId xmlns:a16="http://schemas.microsoft.com/office/drawing/2014/main" id="{CFD61E43-6C44-980B-C4BC-C82135437A40}"/>
                </a:ext>
              </a:extLst>
            </p:cNvPr>
            <p:cNvSpPr>
              <a:spLocks/>
            </p:cNvSpPr>
            <p:nvPr/>
          </p:nvSpPr>
          <p:spPr bwMode="auto">
            <a:xfrm rot="5094805">
              <a:off x="806099" y="3060471"/>
              <a:ext cx="43415" cy="18280"/>
            </a:xfrm>
            <a:custGeom>
              <a:avLst/>
              <a:gdLst>
                <a:gd name="T0" fmla="*/ 8 w 18"/>
                <a:gd name="T1" fmla="*/ 2 h 7"/>
                <a:gd name="T2" fmla="*/ 18 w 18"/>
                <a:gd name="T3" fmla="*/ 1 h 7"/>
                <a:gd name="T4" fmla="*/ 10 w 18"/>
                <a:gd name="T5" fmla="*/ 5 h 7"/>
                <a:gd name="T6" fmla="*/ 1 w 18"/>
                <a:gd name="T7" fmla="*/ 6 h 7"/>
                <a:gd name="T8" fmla="*/ 8 w 18"/>
                <a:gd name="T9" fmla="*/ 2 h 7"/>
              </a:gdLst>
              <a:ahLst/>
              <a:cxnLst>
                <a:cxn ang="0">
                  <a:pos x="T0" y="T1"/>
                </a:cxn>
                <a:cxn ang="0">
                  <a:pos x="T2" y="T3"/>
                </a:cxn>
                <a:cxn ang="0">
                  <a:pos x="T4" y="T5"/>
                </a:cxn>
                <a:cxn ang="0">
                  <a:pos x="T6" y="T7"/>
                </a:cxn>
                <a:cxn ang="0">
                  <a:pos x="T8" y="T9"/>
                </a:cxn>
              </a:cxnLst>
              <a:rect l="0" t="0" r="r" b="b"/>
              <a:pathLst>
                <a:path w="18" h="7">
                  <a:moveTo>
                    <a:pt x="8" y="2"/>
                  </a:moveTo>
                  <a:cubicBezTo>
                    <a:pt x="13" y="0"/>
                    <a:pt x="17" y="0"/>
                    <a:pt x="18" y="1"/>
                  </a:cubicBezTo>
                  <a:cubicBezTo>
                    <a:pt x="18" y="2"/>
                    <a:pt x="15" y="4"/>
                    <a:pt x="10" y="5"/>
                  </a:cubicBezTo>
                  <a:cubicBezTo>
                    <a:pt x="5" y="6"/>
                    <a:pt x="2" y="7"/>
                    <a:pt x="1" y="6"/>
                  </a:cubicBezTo>
                  <a:cubicBezTo>
                    <a:pt x="0" y="5"/>
                    <a:pt x="3"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7" name="Freeform 2116">
              <a:extLst>
                <a:ext uri="{FF2B5EF4-FFF2-40B4-BE49-F238E27FC236}">
                  <a16:creationId xmlns:a16="http://schemas.microsoft.com/office/drawing/2014/main" id="{6E364AF7-7FB2-F507-947A-A3B06087BF71}"/>
                </a:ext>
              </a:extLst>
            </p:cNvPr>
            <p:cNvSpPr>
              <a:spLocks/>
            </p:cNvSpPr>
            <p:nvPr/>
          </p:nvSpPr>
          <p:spPr bwMode="auto">
            <a:xfrm rot="5094805">
              <a:off x="879177" y="3250002"/>
              <a:ext cx="45700" cy="18280"/>
            </a:xfrm>
            <a:custGeom>
              <a:avLst/>
              <a:gdLst>
                <a:gd name="T0" fmla="*/ 17 w 18"/>
                <a:gd name="T1" fmla="*/ 1 h 8"/>
                <a:gd name="T2" fmla="*/ 9 w 18"/>
                <a:gd name="T3" fmla="*/ 6 h 8"/>
                <a:gd name="T4" fmla="*/ 0 w 18"/>
                <a:gd name="T5" fmla="*/ 7 h 8"/>
                <a:gd name="T6" fmla="*/ 7 w 18"/>
                <a:gd name="T7" fmla="*/ 2 h 8"/>
                <a:gd name="T8" fmla="*/ 17 w 18"/>
                <a:gd name="T9" fmla="*/ 1 h 8"/>
              </a:gdLst>
              <a:ahLst/>
              <a:cxnLst>
                <a:cxn ang="0">
                  <a:pos x="T0" y="T1"/>
                </a:cxn>
                <a:cxn ang="0">
                  <a:pos x="T2" y="T3"/>
                </a:cxn>
                <a:cxn ang="0">
                  <a:pos x="T4" y="T5"/>
                </a:cxn>
                <a:cxn ang="0">
                  <a:pos x="T6" y="T7"/>
                </a:cxn>
                <a:cxn ang="0">
                  <a:pos x="T8" y="T9"/>
                </a:cxn>
              </a:cxnLst>
              <a:rect l="0" t="0" r="r" b="b"/>
              <a:pathLst>
                <a:path w="18" h="8">
                  <a:moveTo>
                    <a:pt x="17" y="1"/>
                  </a:moveTo>
                  <a:cubicBezTo>
                    <a:pt x="18" y="2"/>
                    <a:pt x="14" y="4"/>
                    <a:pt x="9" y="6"/>
                  </a:cubicBezTo>
                  <a:cubicBezTo>
                    <a:pt x="4" y="7"/>
                    <a:pt x="0" y="8"/>
                    <a:pt x="0" y="7"/>
                  </a:cubicBezTo>
                  <a:cubicBezTo>
                    <a:pt x="0" y="6"/>
                    <a:pt x="3" y="4"/>
                    <a:pt x="7" y="2"/>
                  </a:cubicBezTo>
                  <a:cubicBezTo>
                    <a:pt x="12" y="1"/>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8" name="Freeform 2117">
              <a:extLst>
                <a:ext uri="{FF2B5EF4-FFF2-40B4-BE49-F238E27FC236}">
                  <a16:creationId xmlns:a16="http://schemas.microsoft.com/office/drawing/2014/main" id="{46BA368B-A0F7-3EC6-0CDD-A811033F800B}"/>
                </a:ext>
              </a:extLst>
            </p:cNvPr>
            <p:cNvSpPr>
              <a:spLocks/>
            </p:cNvSpPr>
            <p:nvPr/>
          </p:nvSpPr>
          <p:spPr bwMode="auto">
            <a:xfrm rot="5094805">
              <a:off x="963230" y="3431684"/>
              <a:ext cx="47985" cy="22850"/>
            </a:xfrm>
            <a:custGeom>
              <a:avLst/>
              <a:gdLst>
                <a:gd name="T0" fmla="*/ 8 w 19"/>
                <a:gd name="T1" fmla="*/ 3 h 9"/>
                <a:gd name="T2" fmla="*/ 18 w 19"/>
                <a:gd name="T3" fmla="*/ 1 h 9"/>
                <a:gd name="T4" fmla="*/ 10 w 19"/>
                <a:gd name="T5" fmla="*/ 6 h 9"/>
                <a:gd name="T6" fmla="*/ 1 w 19"/>
                <a:gd name="T7" fmla="*/ 8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13" y="1"/>
                    <a:pt x="17" y="0"/>
                    <a:pt x="18" y="1"/>
                  </a:cubicBezTo>
                  <a:cubicBezTo>
                    <a:pt x="19" y="2"/>
                    <a:pt x="15" y="4"/>
                    <a:pt x="10" y="6"/>
                  </a:cubicBezTo>
                  <a:cubicBezTo>
                    <a:pt x="6" y="8"/>
                    <a:pt x="2" y="9"/>
                    <a:pt x="1" y="8"/>
                  </a:cubicBezTo>
                  <a:cubicBezTo>
                    <a:pt x="0" y="7"/>
                    <a:pt x="3"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9" name="Freeform 2118">
              <a:extLst>
                <a:ext uri="{FF2B5EF4-FFF2-40B4-BE49-F238E27FC236}">
                  <a16:creationId xmlns:a16="http://schemas.microsoft.com/office/drawing/2014/main" id="{834A6D38-7D9A-5A48-67F1-D2EA2EEEEA2D}"/>
                </a:ext>
              </a:extLst>
            </p:cNvPr>
            <p:cNvSpPr>
              <a:spLocks/>
            </p:cNvSpPr>
            <p:nvPr/>
          </p:nvSpPr>
          <p:spPr bwMode="auto">
            <a:xfrm rot="5094805">
              <a:off x="1057640" y="3618465"/>
              <a:ext cx="43415" cy="18280"/>
            </a:xfrm>
            <a:custGeom>
              <a:avLst/>
              <a:gdLst>
                <a:gd name="T0" fmla="*/ 9 w 18"/>
                <a:gd name="T1" fmla="*/ 2 h 8"/>
                <a:gd name="T2" fmla="*/ 18 w 18"/>
                <a:gd name="T3" fmla="*/ 1 h 8"/>
                <a:gd name="T4" fmla="*/ 9 w 18"/>
                <a:gd name="T5" fmla="*/ 6 h 8"/>
                <a:gd name="T6" fmla="*/ 1 w 18"/>
                <a:gd name="T7" fmla="*/ 8 h 8"/>
                <a:gd name="T8" fmla="*/ 9 w 18"/>
                <a:gd name="T9" fmla="*/ 2 h 8"/>
              </a:gdLst>
              <a:ahLst/>
              <a:cxnLst>
                <a:cxn ang="0">
                  <a:pos x="T0" y="T1"/>
                </a:cxn>
                <a:cxn ang="0">
                  <a:pos x="T2" y="T3"/>
                </a:cxn>
                <a:cxn ang="0">
                  <a:pos x="T4" y="T5"/>
                </a:cxn>
                <a:cxn ang="0">
                  <a:pos x="T6" y="T7"/>
                </a:cxn>
                <a:cxn ang="0">
                  <a:pos x="T8" y="T9"/>
                </a:cxn>
              </a:cxnLst>
              <a:rect l="0" t="0" r="r" b="b"/>
              <a:pathLst>
                <a:path w="18" h="8">
                  <a:moveTo>
                    <a:pt x="9" y="2"/>
                  </a:moveTo>
                  <a:cubicBezTo>
                    <a:pt x="14" y="0"/>
                    <a:pt x="18" y="0"/>
                    <a:pt x="18" y="1"/>
                  </a:cubicBezTo>
                  <a:cubicBezTo>
                    <a:pt x="18" y="2"/>
                    <a:pt x="14" y="4"/>
                    <a:pt x="9" y="6"/>
                  </a:cubicBezTo>
                  <a:cubicBezTo>
                    <a:pt x="5" y="8"/>
                    <a:pt x="1" y="8"/>
                    <a:pt x="1" y="8"/>
                  </a:cubicBezTo>
                  <a:cubicBezTo>
                    <a:pt x="0" y="7"/>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0" name="Freeform 2119">
              <a:extLst>
                <a:ext uri="{FF2B5EF4-FFF2-40B4-BE49-F238E27FC236}">
                  <a16:creationId xmlns:a16="http://schemas.microsoft.com/office/drawing/2014/main" id="{DDD52B6B-EB26-6117-AEA1-92A2416D7A75}"/>
                </a:ext>
              </a:extLst>
            </p:cNvPr>
            <p:cNvSpPr>
              <a:spLocks/>
            </p:cNvSpPr>
            <p:nvPr/>
          </p:nvSpPr>
          <p:spPr bwMode="auto">
            <a:xfrm rot="5094805">
              <a:off x="1154413" y="3800166"/>
              <a:ext cx="45700" cy="25135"/>
            </a:xfrm>
            <a:custGeom>
              <a:avLst/>
              <a:gdLst>
                <a:gd name="T0" fmla="*/ 11 w 19"/>
                <a:gd name="T1" fmla="*/ 7 h 10"/>
                <a:gd name="T2" fmla="*/ 1 w 19"/>
                <a:gd name="T3" fmla="*/ 9 h 10"/>
                <a:gd name="T4" fmla="*/ 7 w 19"/>
                <a:gd name="T5" fmla="*/ 4 h 10"/>
                <a:gd name="T6" fmla="*/ 18 w 19"/>
                <a:gd name="T7" fmla="*/ 1 h 10"/>
                <a:gd name="T8" fmla="*/ 11 w 19"/>
                <a:gd name="T9" fmla="*/ 7 h 10"/>
              </a:gdLst>
              <a:ahLst/>
              <a:cxnLst>
                <a:cxn ang="0">
                  <a:pos x="T0" y="T1"/>
                </a:cxn>
                <a:cxn ang="0">
                  <a:pos x="T2" y="T3"/>
                </a:cxn>
                <a:cxn ang="0">
                  <a:pos x="T4" y="T5"/>
                </a:cxn>
                <a:cxn ang="0">
                  <a:pos x="T6" y="T7"/>
                </a:cxn>
                <a:cxn ang="0">
                  <a:pos x="T8" y="T9"/>
                </a:cxn>
              </a:cxnLst>
              <a:rect l="0" t="0" r="r" b="b"/>
              <a:pathLst>
                <a:path w="19" h="10">
                  <a:moveTo>
                    <a:pt x="11" y="7"/>
                  </a:moveTo>
                  <a:cubicBezTo>
                    <a:pt x="6" y="9"/>
                    <a:pt x="1" y="10"/>
                    <a:pt x="1" y="9"/>
                  </a:cubicBezTo>
                  <a:cubicBezTo>
                    <a:pt x="0" y="8"/>
                    <a:pt x="3" y="6"/>
                    <a:pt x="7" y="4"/>
                  </a:cubicBezTo>
                  <a:cubicBezTo>
                    <a:pt x="12" y="2"/>
                    <a:pt x="17" y="0"/>
                    <a:pt x="18" y="1"/>
                  </a:cubicBezTo>
                  <a:cubicBezTo>
                    <a:pt x="19" y="2"/>
                    <a:pt x="15" y="4"/>
                    <a:pt x="1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1" name="Freeform 2120">
              <a:extLst>
                <a:ext uri="{FF2B5EF4-FFF2-40B4-BE49-F238E27FC236}">
                  <a16:creationId xmlns:a16="http://schemas.microsoft.com/office/drawing/2014/main" id="{143615AD-86C7-38F2-D5B8-7DF6FEA28046}"/>
                </a:ext>
              </a:extLst>
            </p:cNvPr>
            <p:cNvSpPr>
              <a:spLocks/>
            </p:cNvSpPr>
            <p:nvPr/>
          </p:nvSpPr>
          <p:spPr bwMode="auto">
            <a:xfrm rot="5094805">
              <a:off x="1256780" y="3984894"/>
              <a:ext cx="45700" cy="22850"/>
            </a:xfrm>
            <a:custGeom>
              <a:avLst/>
              <a:gdLst>
                <a:gd name="T0" fmla="*/ 10 w 18"/>
                <a:gd name="T1" fmla="*/ 6 h 9"/>
                <a:gd name="T2" fmla="*/ 0 w 18"/>
                <a:gd name="T3" fmla="*/ 8 h 9"/>
                <a:gd name="T4" fmla="*/ 7 w 18"/>
                <a:gd name="T5" fmla="*/ 3 h 9"/>
                <a:gd name="T6" fmla="*/ 18 w 18"/>
                <a:gd name="T7" fmla="*/ 0 h 9"/>
                <a:gd name="T8" fmla="*/ 10 w 18"/>
                <a:gd name="T9" fmla="*/ 6 h 9"/>
              </a:gdLst>
              <a:ahLst/>
              <a:cxnLst>
                <a:cxn ang="0">
                  <a:pos x="T0" y="T1"/>
                </a:cxn>
                <a:cxn ang="0">
                  <a:pos x="T2" y="T3"/>
                </a:cxn>
                <a:cxn ang="0">
                  <a:pos x="T4" y="T5"/>
                </a:cxn>
                <a:cxn ang="0">
                  <a:pos x="T6" y="T7"/>
                </a:cxn>
                <a:cxn ang="0">
                  <a:pos x="T8" y="T9"/>
                </a:cxn>
              </a:cxnLst>
              <a:rect l="0" t="0" r="r" b="b"/>
              <a:pathLst>
                <a:path w="18" h="9">
                  <a:moveTo>
                    <a:pt x="10" y="6"/>
                  </a:moveTo>
                  <a:cubicBezTo>
                    <a:pt x="5" y="8"/>
                    <a:pt x="1" y="9"/>
                    <a:pt x="0" y="8"/>
                  </a:cubicBezTo>
                  <a:cubicBezTo>
                    <a:pt x="0" y="7"/>
                    <a:pt x="3" y="5"/>
                    <a:pt x="7" y="3"/>
                  </a:cubicBezTo>
                  <a:cubicBezTo>
                    <a:pt x="12" y="1"/>
                    <a:pt x="17" y="0"/>
                    <a:pt x="18" y="0"/>
                  </a:cubicBezTo>
                  <a:cubicBezTo>
                    <a:pt x="18" y="1"/>
                    <a:pt x="15"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2" name="Freeform 2121">
              <a:extLst>
                <a:ext uri="{FF2B5EF4-FFF2-40B4-BE49-F238E27FC236}">
                  <a16:creationId xmlns:a16="http://schemas.microsoft.com/office/drawing/2014/main" id="{9390EF32-FE30-F78A-BD95-9F446DF6FBF0}"/>
                </a:ext>
              </a:extLst>
            </p:cNvPr>
            <p:cNvSpPr>
              <a:spLocks/>
            </p:cNvSpPr>
            <p:nvPr/>
          </p:nvSpPr>
          <p:spPr bwMode="auto">
            <a:xfrm rot="5094805">
              <a:off x="1360179" y="4168281"/>
              <a:ext cx="47985" cy="20565"/>
            </a:xfrm>
            <a:custGeom>
              <a:avLst/>
              <a:gdLst>
                <a:gd name="T0" fmla="*/ 8 w 19"/>
                <a:gd name="T1" fmla="*/ 3 h 9"/>
                <a:gd name="T2" fmla="*/ 18 w 19"/>
                <a:gd name="T3" fmla="*/ 1 h 9"/>
                <a:gd name="T4" fmla="*/ 11 w 19"/>
                <a:gd name="T5" fmla="*/ 6 h 9"/>
                <a:gd name="T6" fmla="*/ 1 w 19"/>
                <a:gd name="T7" fmla="*/ 9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13" y="1"/>
                    <a:pt x="18" y="0"/>
                    <a:pt x="18" y="1"/>
                  </a:cubicBezTo>
                  <a:cubicBezTo>
                    <a:pt x="19" y="2"/>
                    <a:pt x="16" y="4"/>
                    <a:pt x="11" y="6"/>
                  </a:cubicBezTo>
                  <a:cubicBezTo>
                    <a:pt x="6" y="8"/>
                    <a:pt x="3" y="9"/>
                    <a:pt x="1" y="9"/>
                  </a:cubicBezTo>
                  <a:cubicBezTo>
                    <a:pt x="0" y="8"/>
                    <a:pt x="3"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3" name="Freeform 2122">
              <a:extLst>
                <a:ext uri="{FF2B5EF4-FFF2-40B4-BE49-F238E27FC236}">
                  <a16:creationId xmlns:a16="http://schemas.microsoft.com/office/drawing/2014/main" id="{7E7CF8EC-0D3E-37FD-FC74-3A2D9BE710C3}"/>
                </a:ext>
              </a:extLst>
            </p:cNvPr>
            <p:cNvSpPr>
              <a:spLocks/>
            </p:cNvSpPr>
            <p:nvPr/>
          </p:nvSpPr>
          <p:spPr bwMode="auto">
            <a:xfrm rot="5094805">
              <a:off x="862857" y="1474872"/>
              <a:ext cx="43415" cy="31990"/>
            </a:xfrm>
            <a:custGeom>
              <a:avLst/>
              <a:gdLst>
                <a:gd name="T0" fmla="*/ 9 w 18"/>
                <a:gd name="T1" fmla="*/ 3 h 13"/>
                <a:gd name="T2" fmla="*/ 18 w 18"/>
                <a:gd name="T3" fmla="*/ 11 h 13"/>
                <a:gd name="T4" fmla="*/ 9 w 18"/>
                <a:gd name="T5" fmla="*/ 10 h 13"/>
                <a:gd name="T6" fmla="*/ 1 w 18"/>
                <a:gd name="T7" fmla="*/ 2 h 13"/>
                <a:gd name="T8" fmla="*/ 9 w 18"/>
                <a:gd name="T9" fmla="*/ 3 h 13"/>
              </a:gdLst>
              <a:ahLst/>
              <a:cxnLst>
                <a:cxn ang="0">
                  <a:pos x="T0" y="T1"/>
                </a:cxn>
                <a:cxn ang="0">
                  <a:pos x="T2" y="T3"/>
                </a:cxn>
                <a:cxn ang="0">
                  <a:pos x="T4" y="T5"/>
                </a:cxn>
                <a:cxn ang="0">
                  <a:pos x="T6" y="T7"/>
                </a:cxn>
                <a:cxn ang="0">
                  <a:pos x="T8" y="T9"/>
                </a:cxn>
              </a:cxnLst>
              <a:rect l="0" t="0" r="r" b="b"/>
              <a:pathLst>
                <a:path w="18" h="13">
                  <a:moveTo>
                    <a:pt x="9" y="3"/>
                  </a:moveTo>
                  <a:cubicBezTo>
                    <a:pt x="14" y="5"/>
                    <a:pt x="18" y="9"/>
                    <a:pt x="18" y="11"/>
                  </a:cubicBezTo>
                  <a:cubicBezTo>
                    <a:pt x="18" y="13"/>
                    <a:pt x="14" y="12"/>
                    <a:pt x="9" y="10"/>
                  </a:cubicBezTo>
                  <a:cubicBezTo>
                    <a:pt x="5" y="8"/>
                    <a:pt x="1" y="4"/>
                    <a:pt x="1" y="2"/>
                  </a:cubicBezTo>
                  <a:cubicBezTo>
                    <a:pt x="0" y="0"/>
                    <a:pt x="4" y="0"/>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4" name="Freeform 2123">
              <a:extLst>
                <a:ext uri="{FF2B5EF4-FFF2-40B4-BE49-F238E27FC236}">
                  <a16:creationId xmlns:a16="http://schemas.microsoft.com/office/drawing/2014/main" id="{5422A2C0-F1DF-4EE4-382F-6AE37927CABC}"/>
                </a:ext>
              </a:extLst>
            </p:cNvPr>
            <p:cNvSpPr>
              <a:spLocks/>
            </p:cNvSpPr>
            <p:nvPr/>
          </p:nvSpPr>
          <p:spPr bwMode="auto">
            <a:xfrm rot="5094805">
              <a:off x="936465" y="1270832"/>
              <a:ext cx="47985" cy="31990"/>
            </a:xfrm>
            <a:custGeom>
              <a:avLst/>
              <a:gdLst>
                <a:gd name="T0" fmla="*/ 11 w 19"/>
                <a:gd name="T1" fmla="*/ 11 h 13"/>
                <a:gd name="T2" fmla="*/ 0 w 19"/>
                <a:gd name="T3" fmla="*/ 2 h 13"/>
                <a:gd name="T4" fmla="*/ 7 w 19"/>
                <a:gd name="T5" fmla="*/ 1 h 13"/>
                <a:gd name="T6" fmla="*/ 18 w 19"/>
                <a:gd name="T7" fmla="*/ 10 h 13"/>
                <a:gd name="T8" fmla="*/ 11 w 19"/>
                <a:gd name="T9" fmla="*/ 11 h 13"/>
              </a:gdLst>
              <a:ahLst/>
              <a:cxnLst>
                <a:cxn ang="0">
                  <a:pos x="T0" y="T1"/>
                </a:cxn>
                <a:cxn ang="0">
                  <a:pos x="T2" y="T3"/>
                </a:cxn>
                <a:cxn ang="0">
                  <a:pos x="T4" y="T5"/>
                </a:cxn>
                <a:cxn ang="0">
                  <a:pos x="T6" y="T7"/>
                </a:cxn>
                <a:cxn ang="0">
                  <a:pos x="T8" y="T9"/>
                </a:cxn>
              </a:cxnLst>
              <a:rect l="0" t="0" r="r" b="b"/>
              <a:pathLst>
                <a:path w="19" h="13">
                  <a:moveTo>
                    <a:pt x="11" y="11"/>
                  </a:moveTo>
                  <a:cubicBezTo>
                    <a:pt x="6" y="9"/>
                    <a:pt x="1" y="5"/>
                    <a:pt x="0" y="2"/>
                  </a:cubicBezTo>
                  <a:cubicBezTo>
                    <a:pt x="0" y="0"/>
                    <a:pt x="3" y="0"/>
                    <a:pt x="7" y="1"/>
                  </a:cubicBezTo>
                  <a:cubicBezTo>
                    <a:pt x="12" y="3"/>
                    <a:pt x="17" y="7"/>
                    <a:pt x="18" y="10"/>
                  </a:cubicBezTo>
                  <a:cubicBezTo>
                    <a:pt x="19" y="13"/>
                    <a:pt x="16" y="13"/>
                    <a:pt x="1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5" name="Freeform 2124">
              <a:extLst>
                <a:ext uri="{FF2B5EF4-FFF2-40B4-BE49-F238E27FC236}">
                  <a16:creationId xmlns:a16="http://schemas.microsoft.com/office/drawing/2014/main" id="{6C74F175-4006-4EA4-3C10-EEB95299A93C}"/>
                </a:ext>
              </a:extLst>
            </p:cNvPr>
            <p:cNvSpPr>
              <a:spLocks/>
            </p:cNvSpPr>
            <p:nvPr/>
          </p:nvSpPr>
          <p:spPr bwMode="auto">
            <a:xfrm rot="5094805">
              <a:off x="1008750" y="1063880"/>
              <a:ext cx="43415" cy="34275"/>
            </a:xfrm>
            <a:custGeom>
              <a:avLst/>
              <a:gdLst>
                <a:gd name="T0" fmla="*/ 9 w 18"/>
                <a:gd name="T1" fmla="*/ 2 h 14"/>
                <a:gd name="T2" fmla="*/ 18 w 18"/>
                <a:gd name="T3" fmla="*/ 11 h 14"/>
                <a:gd name="T4" fmla="*/ 9 w 18"/>
                <a:gd name="T5" fmla="*/ 11 h 14"/>
                <a:gd name="T6" fmla="*/ 0 w 18"/>
                <a:gd name="T7" fmla="*/ 3 h 14"/>
                <a:gd name="T8" fmla="*/ 9 w 18"/>
                <a:gd name="T9" fmla="*/ 2 h 14"/>
              </a:gdLst>
              <a:ahLst/>
              <a:cxnLst>
                <a:cxn ang="0">
                  <a:pos x="T0" y="T1"/>
                </a:cxn>
                <a:cxn ang="0">
                  <a:pos x="T2" y="T3"/>
                </a:cxn>
                <a:cxn ang="0">
                  <a:pos x="T4" y="T5"/>
                </a:cxn>
                <a:cxn ang="0">
                  <a:pos x="T6" y="T7"/>
                </a:cxn>
                <a:cxn ang="0">
                  <a:pos x="T8" y="T9"/>
                </a:cxn>
              </a:cxnLst>
              <a:rect l="0" t="0" r="r" b="b"/>
              <a:pathLst>
                <a:path w="18" h="14">
                  <a:moveTo>
                    <a:pt x="9" y="2"/>
                  </a:moveTo>
                  <a:cubicBezTo>
                    <a:pt x="14" y="4"/>
                    <a:pt x="18" y="8"/>
                    <a:pt x="18" y="11"/>
                  </a:cubicBezTo>
                  <a:cubicBezTo>
                    <a:pt x="18" y="14"/>
                    <a:pt x="14" y="14"/>
                    <a:pt x="9" y="11"/>
                  </a:cubicBezTo>
                  <a:cubicBezTo>
                    <a:pt x="5" y="9"/>
                    <a:pt x="1" y="5"/>
                    <a:pt x="0" y="3"/>
                  </a:cubicBezTo>
                  <a:cubicBezTo>
                    <a:pt x="0" y="0"/>
                    <a:pt x="4" y="0"/>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6" name="Freeform 2125">
              <a:extLst>
                <a:ext uri="{FF2B5EF4-FFF2-40B4-BE49-F238E27FC236}">
                  <a16:creationId xmlns:a16="http://schemas.microsoft.com/office/drawing/2014/main" id="{D63A6B27-C164-47B5-718C-4232891822B0}"/>
                </a:ext>
              </a:extLst>
            </p:cNvPr>
            <p:cNvSpPr>
              <a:spLocks/>
            </p:cNvSpPr>
            <p:nvPr/>
          </p:nvSpPr>
          <p:spPr bwMode="auto">
            <a:xfrm rot="5094805">
              <a:off x="1067467" y="860120"/>
              <a:ext cx="45700" cy="34275"/>
            </a:xfrm>
            <a:custGeom>
              <a:avLst/>
              <a:gdLst>
                <a:gd name="T0" fmla="*/ 18 w 18"/>
                <a:gd name="T1" fmla="*/ 10 h 14"/>
                <a:gd name="T2" fmla="*/ 9 w 18"/>
                <a:gd name="T3" fmla="*/ 12 h 14"/>
                <a:gd name="T4" fmla="*/ 1 w 18"/>
                <a:gd name="T5" fmla="*/ 3 h 14"/>
                <a:gd name="T6" fmla="*/ 9 w 18"/>
                <a:gd name="T7" fmla="*/ 1 h 14"/>
                <a:gd name="T8" fmla="*/ 18 w 18"/>
                <a:gd name="T9" fmla="*/ 10 h 14"/>
              </a:gdLst>
              <a:ahLst/>
              <a:cxnLst>
                <a:cxn ang="0">
                  <a:pos x="T0" y="T1"/>
                </a:cxn>
                <a:cxn ang="0">
                  <a:pos x="T2" y="T3"/>
                </a:cxn>
                <a:cxn ang="0">
                  <a:pos x="T4" y="T5"/>
                </a:cxn>
                <a:cxn ang="0">
                  <a:pos x="T6" y="T7"/>
                </a:cxn>
                <a:cxn ang="0">
                  <a:pos x="T8" y="T9"/>
                </a:cxn>
              </a:cxnLst>
              <a:rect l="0" t="0" r="r" b="b"/>
              <a:pathLst>
                <a:path w="18" h="14">
                  <a:moveTo>
                    <a:pt x="18" y="10"/>
                  </a:moveTo>
                  <a:cubicBezTo>
                    <a:pt x="18" y="13"/>
                    <a:pt x="14" y="14"/>
                    <a:pt x="9" y="12"/>
                  </a:cubicBezTo>
                  <a:cubicBezTo>
                    <a:pt x="4" y="10"/>
                    <a:pt x="0" y="6"/>
                    <a:pt x="1" y="3"/>
                  </a:cubicBezTo>
                  <a:cubicBezTo>
                    <a:pt x="1" y="0"/>
                    <a:pt x="4" y="0"/>
                    <a:pt x="9" y="1"/>
                  </a:cubicBezTo>
                  <a:cubicBezTo>
                    <a:pt x="14" y="3"/>
                    <a:pt x="18" y="7"/>
                    <a:pt x="1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7" name="Freeform 2126">
              <a:extLst>
                <a:ext uri="{FF2B5EF4-FFF2-40B4-BE49-F238E27FC236}">
                  <a16:creationId xmlns:a16="http://schemas.microsoft.com/office/drawing/2014/main" id="{484C661D-DFAD-541F-CD52-0824D3F96B5B}"/>
                </a:ext>
              </a:extLst>
            </p:cNvPr>
            <p:cNvSpPr>
              <a:spLocks/>
            </p:cNvSpPr>
            <p:nvPr/>
          </p:nvSpPr>
          <p:spPr bwMode="auto">
            <a:xfrm rot="5094805">
              <a:off x="1108081" y="658077"/>
              <a:ext cx="45700" cy="36560"/>
            </a:xfrm>
            <a:custGeom>
              <a:avLst/>
              <a:gdLst>
                <a:gd name="T0" fmla="*/ 9 w 19"/>
                <a:gd name="T1" fmla="*/ 1 h 14"/>
                <a:gd name="T2" fmla="*/ 19 w 19"/>
                <a:gd name="T3" fmla="*/ 10 h 14"/>
                <a:gd name="T4" fmla="*/ 10 w 19"/>
                <a:gd name="T5" fmla="*/ 13 h 14"/>
                <a:gd name="T6" fmla="*/ 1 w 19"/>
                <a:gd name="T7" fmla="*/ 5 h 14"/>
                <a:gd name="T8" fmla="*/ 9 w 19"/>
                <a:gd name="T9" fmla="*/ 1 h 14"/>
              </a:gdLst>
              <a:ahLst/>
              <a:cxnLst>
                <a:cxn ang="0">
                  <a:pos x="T0" y="T1"/>
                </a:cxn>
                <a:cxn ang="0">
                  <a:pos x="T2" y="T3"/>
                </a:cxn>
                <a:cxn ang="0">
                  <a:pos x="T4" y="T5"/>
                </a:cxn>
                <a:cxn ang="0">
                  <a:pos x="T6" y="T7"/>
                </a:cxn>
                <a:cxn ang="0">
                  <a:pos x="T8" y="T9"/>
                </a:cxn>
              </a:cxnLst>
              <a:rect l="0" t="0" r="r" b="b"/>
              <a:pathLst>
                <a:path w="19" h="14">
                  <a:moveTo>
                    <a:pt x="9" y="1"/>
                  </a:moveTo>
                  <a:cubicBezTo>
                    <a:pt x="14" y="2"/>
                    <a:pt x="18" y="6"/>
                    <a:pt x="19" y="10"/>
                  </a:cubicBezTo>
                  <a:cubicBezTo>
                    <a:pt x="19" y="13"/>
                    <a:pt x="15" y="14"/>
                    <a:pt x="10" y="13"/>
                  </a:cubicBezTo>
                  <a:cubicBezTo>
                    <a:pt x="6" y="12"/>
                    <a:pt x="2" y="8"/>
                    <a:pt x="1" y="5"/>
                  </a:cubicBezTo>
                  <a:cubicBezTo>
                    <a:pt x="0" y="2"/>
                    <a:pt x="4"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8" name="Freeform 2127">
              <a:extLst>
                <a:ext uri="{FF2B5EF4-FFF2-40B4-BE49-F238E27FC236}">
                  <a16:creationId xmlns:a16="http://schemas.microsoft.com/office/drawing/2014/main" id="{1B753C1E-E686-9AD8-07C1-DD9E3459FB44}"/>
                </a:ext>
              </a:extLst>
            </p:cNvPr>
            <p:cNvSpPr>
              <a:spLocks/>
            </p:cNvSpPr>
            <p:nvPr/>
          </p:nvSpPr>
          <p:spPr bwMode="auto">
            <a:xfrm rot="5094805">
              <a:off x="1126245" y="465003"/>
              <a:ext cx="43415" cy="31990"/>
            </a:xfrm>
            <a:custGeom>
              <a:avLst/>
              <a:gdLst>
                <a:gd name="T0" fmla="*/ 17 w 18"/>
                <a:gd name="T1" fmla="*/ 7 h 13"/>
                <a:gd name="T2" fmla="*/ 10 w 18"/>
                <a:gd name="T3" fmla="*/ 13 h 13"/>
                <a:gd name="T4" fmla="*/ 0 w 18"/>
                <a:gd name="T5" fmla="*/ 5 h 13"/>
                <a:gd name="T6" fmla="*/ 7 w 18"/>
                <a:gd name="T7" fmla="*/ 0 h 13"/>
                <a:gd name="T8" fmla="*/ 17 w 18"/>
                <a:gd name="T9" fmla="*/ 7 h 13"/>
              </a:gdLst>
              <a:ahLst/>
              <a:cxnLst>
                <a:cxn ang="0">
                  <a:pos x="T0" y="T1"/>
                </a:cxn>
                <a:cxn ang="0">
                  <a:pos x="T2" y="T3"/>
                </a:cxn>
                <a:cxn ang="0">
                  <a:pos x="T4" y="T5"/>
                </a:cxn>
                <a:cxn ang="0">
                  <a:pos x="T6" y="T7"/>
                </a:cxn>
                <a:cxn ang="0">
                  <a:pos x="T8" y="T9"/>
                </a:cxn>
              </a:cxnLst>
              <a:rect l="0" t="0" r="r" b="b"/>
              <a:pathLst>
                <a:path w="18" h="13">
                  <a:moveTo>
                    <a:pt x="17" y="7"/>
                  </a:moveTo>
                  <a:cubicBezTo>
                    <a:pt x="18" y="10"/>
                    <a:pt x="15" y="13"/>
                    <a:pt x="10" y="13"/>
                  </a:cubicBezTo>
                  <a:cubicBezTo>
                    <a:pt x="5" y="12"/>
                    <a:pt x="1" y="9"/>
                    <a:pt x="0" y="5"/>
                  </a:cubicBezTo>
                  <a:cubicBezTo>
                    <a:pt x="0" y="3"/>
                    <a:pt x="3" y="0"/>
                    <a:pt x="7" y="0"/>
                  </a:cubicBezTo>
                  <a:cubicBezTo>
                    <a:pt x="12" y="0"/>
                    <a:pt x="16" y="3"/>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9" name="Freeform 2128">
              <a:extLst>
                <a:ext uri="{FF2B5EF4-FFF2-40B4-BE49-F238E27FC236}">
                  <a16:creationId xmlns:a16="http://schemas.microsoft.com/office/drawing/2014/main" id="{3430F67C-9BAB-26B9-C023-FC057FD23E68}"/>
                </a:ext>
              </a:extLst>
            </p:cNvPr>
            <p:cNvSpPr>
              <a:spLocks/>
            </p:cNvSpPr>
            <p:nvPr/>
          </p:nvSpPr>
          <p:spPr bwMode="auto">
            <a:xfrm rot="5094805">
              <a:off x="1111292" y="271140"/>
              <a:ext cx="47985" cy="31990"/>
            </a:xfrm>
            <a:custGeom>
              <a:avLst/>
              <a:gdLst>
                <a:gd name="T0" fmla="*/ 8 w 19"/>
                <a:gd name="T1" fmla="*/ 0 h 13"/>
                <a:gd name="T2" fmla="*/ 18 w 19"/>
                <a:gd name="T3" fmla="*/ 6 h 13"/>
                <a:gd name="T4" fmla="*/ 10 w 19"/>
                <a:gd name="T5" fmla="*/ 13 h 13"/>
                <a:gd name="T6" fmla="*/ 1 w 19"/>
                <a:gd name="T7" fmla="*/ 8 h 13"/>
                <a:gd name="T8" fmla="*/ 8 w 19"/>
                <a:gd name="T9" fmla="*/ 0 h 13"/>
              </a:gdLst>
              <a:ahLst/>
              <a:cxnLst>
                <a:cxn ang="0">
                  <a:pos x="T0" y="T1"/>
                </a:cxn>
                <a:cxn ang="0">
                  <a:pos x="T2" y="T3"/>
                </a:cxn>
                <a:cxn ang="0">
                  <a:pos x="T4" y="T5"/>
                </a:cxn>
                <a:cxn ang="0">
                  <a:pos x="T6" y="T7"/>
                </a:cxn>
                <a:cxn ang="0">
                  <a:pos x="T8" y="T9"/>
                </a:cxn>
              </a:cxnLst>
              <a:rect l="0" t="0" r="r" b="b"/>
              <a:pathLst>
                <a:path w="19" h="13">
                  <a:moveTo>
                    <a:pt x="8" y="0"/>
                  </a:moveTo>
                  <a:cubicBezTo>
                    <a:pt x="13" y="0"/>
                    <a:pt x="17" y="3"/>
                    <a:pt x="18" y="6"/>
                  </a:cubicBezTo>
                  <a:cubicBezTo>
                    <a:pt x="19" y="10"/>
                    <a:pt x="15" y="13"/>
                    <a:pt x="10" y="13"/>
                  </a:cubicBezTo>
                  <a:cubicBezTo>
                    <a:pt x="6" y="13"/>
                    <a:pt x="2" y="11"/>
                    <a:pt x="1" y="8"/>
                  </a:cubicBezTo>
                  <a:cubicBezTo>
                    <a:pt x="0" y="5"/>
                    <a:pt x="3" y="1"/>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0" name="Freeform 2129">
              <a:extLst>
                <a:ext uri="{FF2B5EF4-FFF2-40B4-BE49-F238E27FC236}">
                  <a16:creationId xmlns:a16="http://schemas.microsoft.com/office/drawing/2014/main" id="{39D58BC9-DDC7-F173-FE4E-35401317DE79}"/>
                </a:ext>
              </a:extLst>
            </p:cNvPr>
            <p:cNvSpPr>
              <a:spLocks/>
            </p:cNvSpPr>
            <p:nvPr/>
          </p:nvSpPr>
          <p:spPr bwMode="auto">
            <a:xfrm rot="5094805">
              <a:off x="1063654" y="81647"/>
              <a:ext cx="45700" cy="36560"/>
            </a:xfrm>
            <a:custGeom>
              <a:avLst/>
              <a:gdLst>
                <a:gd name="T0" fmla="*/ 17 w 18"/>
                <a:gd name="T1" fmla="*/ 5 h 15"/>
                <a:gd name="T2" fmla="*/ 9 w 18"/>
                <a:gd name="T3" fmla="*/ 14 h 15"/>
                <a:gd name="T4" fmla="*/ 0 w 18"/>
                <a:gd name="T5" fmla="*/ 10 h 15"/>
                <a:gd name="T6" fmla="*/ 7 w 18"/>
                <a:gd name="T7" fmla="*/ 2 h 15"/>
                <a:gd name="T8" fmla="*/ 17 w 18"/>
                <a:gd name="T9" fmla="*/ 5 h 15"/>
              </a:gdLst>
              <a:ahLst/>
              <a:cxnLst>
                <a:cxn ang="0">
                  <a:pos x="T0" y="T1"/>
                </a:cxn>
                <a:cxn ang="0">
                  <a:pos x="T2" y="T3"/>
                </a:cxn>
                <a:cxn ang="0">
                  <a:pos x="T4" y="T5"/>
                </a:cxn>
                <a:cxn ang="0">
                  <a:pos x="T6" y="T7"/>
                </a:cxn>
                <a:cxn ang="0">
                  <a:pos x="T8" y="T9"/>
                </a:cxn>
              </a:cxnLst>
              <a:rect l="0" t="0" r="r" b="b"/>
              <a:pathLst>
                <a:path w="18" h="15">
                  <a:moveTo>
                    <a:pt x="17" y="5"/>
                  </a:moveTo>
                  <a:cubicBezTo>
                    <a:pt x="18" y="9"/>
                    <a:pt x="14" y="13"/>
                    <a:pt x="9" y="14"/>
                  </a:cubicBezTo>
                  <a:cubicBezTo>
                    <a:pt x="5" y="15"/>
                    <a:pt x="0" y="13"/>
                    <a:pt x="0" y="10"/>
                  </a:cubicBezTo>
                  <a:cubicBezTo>
                    <a:pt x="0" y="7"/>
                    <a:pt x="3" y="3"/>
                    <a:pt x="7" y="2"/>
                  </a:cubicBezTo>
                  <a:cubicBezTo>
                    <a:pt x="12" y="0"/>
                    <a:pt x="16" y="2"/>
                    <a:pt x="1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1" name="Freeform 2150">
              <a:extLst>
                <a:ext uri="{FF2B5EF4-FFF2-40B4-BE49-F238E27FC236}">
                  <a16:creationId xmlns:a16="http://schemas.microsoft.com/office/drawing/2014/main" id="{1D31F3BF-9266-2EF9-A3E7-2524F2043531}"/>
                </a:ext>
              </a:extLst>
            </p:cNvPr>
            <p:cNvSpPr>
              <a:spLocks/>
            </p:cNvSpPr>
            <p:nvPr/>
          </p:nvSpPr>
          <p:spPr bwMode="auto">
            <a:xfrm rot="5094805">
              <a:off x="1470626" y="4351456"/>
              <a:ext cx="41130" cy="22850"/>
            </a:xfrm>
            <a:custGeom>
              <a:avLst/>
              <a:gdLst>
                <a:gd name="T0" fmla="*/ 17 w 17"/>
                <a:gd name="T1" fmla="*/ 1 h 10"/>
                <a:gd name="T2" fmla="*/ 9 w 17"/>
                <a:gd name="T3" fmla="*/ 7 h 10"/>
                <a:gd name="T4" fmla="*/ 0 w 17"/>
                <a:gd name="T5" fmla="*/ 9 h 10"/>
                <a:gd name="T6" fmla="*/ 8 w 17"/>
                <a:gd name="T7" fmla="*/ 3 h 10"/>
                <a:gd name="T8" fmla="*/ 17 w 17"/>
                <a:gd name="T9" fmla="*/ 1 h 10"/>
              </a:gdLst>
              <a:ahLst/>
              <a:cxnLst>
                <a:cxn ang="0">
                  <a:pos x="T0" y="T1"/>
                </a:cxn>
                <a:cxn ang="0">
                  <a:pos x="T2" y="T3"/>
                </a:cxn>
                <a:cxn ang="0">
                  <a:pos x="T4" y="T5"/>
                </a:cxn>
                <a:cxn ang="0">
                  <a:pos x="T6" y="T7"/>
                </a:cxn>
                <a:cxn ang="0">
                  <a:pos x="T8" y="T9"/>
                </a:cxn>
              </a:cxnLst>
              <a:rect l="0" t="0" r="r" b="b"/>
              <a:pathLst>
                <a:path w="17" h="10">
                  <a:moveTo>
                    <a:pt x="17" y="1"/>
                  </a:moveTo>
                  <a:cubicBezTo>
                    <a:pt x="17" y="3"/>
                    <a:pt x="14" y="5"/>
                    <a:pt x="9" y="7"/>
                  </a:cubicBezTo>
                  <a:cubicBezTo>
                    <a:pt x="4" y="10"/>
                    <a:pt x="0" y="10"/>
                    <a:pt x="0" y="9"/>
                  </a:cubicBezTo>
                  <a:cubicBezTo>
                    <a:pt x="0" y="8"/>
                    <a:pt x="3" y="5"/>
                    <a:pt x="8" y="3"/>
                  </a:cubicBezTo>
                  <a:cubicBezTo>
                    <a:pt x="13" y="1"/>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2" name="Freeform 2151">
              <a:extLst>
                <a:ext uri="{FF2B5EF4-FFF2-40B4-BE49-F238E27FC236}">
                  <a16:creationId xmlns:a16="http://schemas.microsoft.com/office/drawing/2014/main" id="{B494F708-C20A-6752-EE3D-C2658CD79EB6}"/>
                </a:ext>
              </a:extLst>
            </p:cNvPr>
            <p:cNvSpPr>
              <a:spLocks/>
            </p:cNvSpPr>
            <p:nvPr/>
          </p:nvSpPr>
          <p:spPr bwMode="auto">
            <a:xfrm rot="5094805">
              <a:off x="1575163" y="4533599"/>
              <a:ext cx="43415" cy="22850"/>
            </a:xfrm>
            <a:custGeom>
              <a:avLst/>
              <a:gdLst>
                <a:gd name="T0" fmla="*/ 18 w 18"/>
                <a:gd name="T1" fmla="*/ 1 h 10"/>
                <a:gd name="T2" fmla="*/ 9 w 18"/>
                <a:gd name="T3" fmla="*/ 8 h 10"/>
                <a:gd name="T4" fmla="*/ 1 w 18"/>
                <a:gd name="T5" fmla="*/ 9 h 10"/>
                <a:gd name="T6" fmla="*/ 9 w 18"/>
                <a:gd name="T7" fmla="*/ 3 h 10"/>
                <a:gd name="T8" fmla="*/ 18 w 18"/>
                <a:gd name="T9" fmla="*/ 1 h 10"/>
              </a:gdLst>
              <a:ahLst/>
              <a:cxnLst>
                <a:cxn ang="0">
                  <a:pos x="T0" y="T1"/>
                </a:cxn>
                <a:cxn ang="0">
                  <a:pos x="T2" y="T3"/>
                </a:cxn>
                <a:cxn ang="0">
                  <a:pos x="T4" y="T5"/>
                </a:cxn>
                <a:cxn ang="0">
                  <a:pos x="T6" y="T7"/>
                </a:cxn>
                <a:cxn ang="0">
                  <a:pos x="T8" y="T9"/>
                </a:cxn>
              </a:cxnLst>
              <a:rect l="0" t="0" r="r" b="b"/>
              <a:pathLst>
                <a:path w="18" h="10">
                  <a:moveTo>
                    <a:pt x="18" y="1"/>
                  </a:moveTo>
                  <a:cubicBezTo>
                    <a:pt x="18" y="3"/>
                    <a:pt x="14" y="5"/>
                    <a:pt x="9" y="8"/>
                  </a:cubicBezTo>
                  <a:cubicBezTo>
                    <a:pt x="4" y="10"/>
                    <a:pt x="0" y="10"/>
                    <a:pt x="1" y="9"/>
                  </a:cubicBezTo>
                  <a:cubicBezTo>
                    <a:pt x="1" y="7"/>
                    <a:pt x="5" y="5"/>
                    <a:pt x="9"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3" name="Freeform 2152">
              <a:extLst>
                <a:ext uri="{FF2B5EF4-FFF2-40B4-BE49-F238E27FC236}">
                  <a16:creationId xmlns:a16="http://schemas.microsoft.com/office/drawing/2014/main" id="{CF0C4F9A-C2E0-D8A7-E0BA-9688F17F4463}"/>
                </a:ext>
              </a:extLst>
            </p:cNvPr>
            <p:cNvSpPr>
              <a:spLocks/>
            </p:cNvSpPr>
            <p:nvPr/>
          </p:nvSpPr>
          <p:spPr bwMode="auto">
            <a:xfrm rot="5094805">
              <a:off x="1677732" y="4718318"/>
              <a:ext cx="43415" cy="25135"/>
            </a:xfrm>
            <a:custGeom>
              <a:avLst/>
              <a:gdLst>
                <a:gd name="T0" fmla="*/ 17 w 17"/>
                <a:gd name="T1" fmla="*/ 1 h 10"/>
                <a:gd name="T2" fmla="*/ 8 w 17"/>
                <a:gd name="T3" fmla="*/ 7 h 10"/>
                <a:gd name="T4" fmla="*/ 0 w 17"/>
                <a:gd name="T5" fmla="*/ 8 h 10"/>
                <a:gd name="T6" fmla="*/ 7 w 17"/>
                <a:gd name="T7" fmla="*/ 3 h 10"/>
                <a:gd name="T8" fmla="*/ 17 w 17"/>
                <a:gd name="T9" fmla="*/ 1 h 10"/>
              </a:gdLst>
              <a:ahLst/>
              <a:cxnLst>
                <a:cxn ang="0">
                  <a:pos x="T0" y="T1"/>
                </a:cxn>
                <a:cxn ang="0">
                  <a:pos x="T2" y="T3"/>
                </a:cxn>
                <a:cxn ang="0">
                  <a:pos x="T4" y="T5"/>
                </a:cxn>
                <a:cxn ang="0">
                  <a:pos x="T6" y="T7"/>
                </a:cxn>
                <a:cxn ang="0">
                  <a:pos x="T8" y="T9"/>
                </a:cxn>
              </a:cxnLst>
              <a:rect l="0" t="0" r="r" b="b"/>
              <a:pathLst>
                <a:path w="17" h="10">
                  <a:moveTo>
                    <a:pt x="17" y="1"/>
                  </a:moveTo>
                  <a:cubicBezTo>
                    <a:pt x="17" y="2"/>
                    <a:pt x="13" y="5"/>
                    <a:pt x="8" y="7"/>
                  </a:cubicBezTo>
                  <a:cubicBezTo>
                    <a:pt x="4" y="9"/>
                    <a:pt x="0" y="10"/>
                    <a:pt x="0" y="8"/>
                  </a:cubicBezTo>
                  <a:cubicBezTo>
                    <a:pt x="0" y="7"/>
                    <a:pt x="3" y="5"/>
                    <a:pt x="7" y="3"/>
                  </a:cubicBezTo>
                  <a:cubicBezTo>
                    <a:pt x="12" y="1"/>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4" name="Freeform 2153">
              <a:extLst>
                <a:ext uri="{FF2B5EF4-FFF2-40B4-BE49-F238E27FC236}">
                  <a16:creationId xmlns:a16="http://schemas.microsoft.com/office/drawing/2014/main" id="{D72511AF-B7CA-3E5B-02ED-3CE904FFF468}"/>
                </a:ext>
              </a:extLst>
            </p:cNvPr>
            <p:cNvSpPr>
              <a:spLocks/>
            </p:cNvSpPr>
            <p:nvPr/>
          </p:nvSpPr>
          <p:spPr bwMode="auto">
            <a:xfrm rot="5094805">
              <a:off x="1777717" y="4900866"/>
              <a:ext cx="45700" cy="25135"/>
            </a:xfrm>
            <a:custGeom>
              <a:avLst/>
              <a:gdLst>
                <a:gd name="T0" fmla="*/ 9 w 18"/>
                <a:gd name="T1" fmla="*/ 7 h 10"/>
                <a:gd name="T2" fmla="*/ 0 w 18"/>
                <a:gd name="T3" fmla="*/ 8 h 10"/>
                <a:gd name="T4" fmla="*/ 10 w 18"/>
                <a:gd name="T5" fmla="*/ 2 h 10"/>
                <a:gd name="T6" fmla="*/ 18 w 18"/>
                <a:gd name="T7" fmla="*/ 1 h 10"/>
                <a:gd name="T8" fmla="*/ 9 w 18"/>
                <a:gd name="T9" fmla="*/ 7 h 10"/>
              </a:gdLst>
              <a:ahLst/>
              <a:cxnLst>
                <a:cxn ang="0">
                  <a:pos x="T0" y="T1"/>
                </a:cxn>
                <a:cxn ang="0">
                  <a:pos x="T2" y="T3"/>
                </a:cxn>
                <a:cxn ang="0">
                  <a:pos x="T4" y="T5"/>
                </a:cxn>
                <a:cxn ang="0">
                  <a:pos x="T6" y="T7"/>
                </a:cxn>
                <a:cxn ang="0">
                  <a:pos x="T8" y="T9"/>
                </a:cxn>
              </a:cxnLst>
              <a:rect l="0" t="0" r="r" b="b"/>
              <a:pathLst>
                <a:path w="18" h="10">
                  <a:moveTo>
                    <a:pt x="9" y="7"/>
                  </a:moveTo>
                  <a:cubicBezTo>
                    <a:pt x="5" y="9"/>
                    <a:pt x="1" y="10"/>
                    <a:pt x="0" y="8"/>
                  </a:cubicBezTo>
                  <a:cubicBezTo>
                    <a:pt x="0" y="7"/>
                    <a:pt x="5" y="4"/>
                    <a:pt x="10" y="2"/>
                  </a:cubicBezTo>
                  <a:cubicBezTo>
                    <a:pt x="14" y="1"/>
                    <a:pt x="17" y="0"/>
                    <a:pt x="18" y="1"/>
                  </a:cubicBezTo>
                  <a:cubicBezTo>
                    <a:pt x="18" y="2"/>
                    <a:pt x="14" y="5"/>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5" name="Freeform 2154">
              <a:extLst>
                <a:ext uri="{FF2B5EF4-FFF2-40B4-BE49-F238E27FC236}">
                  <a16:creationId xmlns:a16="http://schemas.microsoft.com/office/drawing/2014/main" id="{B7C6AA13-F773-2A5B-EEF5-BADA5A38D15E}"/>
                </a:ext>
              </a:extLst>
            </p:cNvPr>
            <p:cNvSpPr>
              <a:spLocks/>
            </p:cNvSpPr>
            <p:nvPr/>
          </p:nvSpPr>
          <p:spPr bwMode="auto">
            <a:xfrm rot="5094805">
              <a:off x="1873361" y="5088583"/>
              <a:ext cx="43415" cy="20565"/>
            </a:xfrm>
            <a:custGeom>
              <a:avLst/>
              <a:gdLst>
                <a:gd name="T0" fmla="*/ 9 w 18"/>
                <a:gd name="T1" fmla="*/ 6 h 9"/>
                <a:gd name="T2" fmla="*/ 0 w 18"/>
                <a:gd name="T3" fmla="*/ 7 h 9"/>
                <a:gd name="T4" fmla="*/ 9 w 18"/>
                <a:gd name="T5" fmla="*/ 1 h 9"/>
                <a:gd name="T6" fmla="*/ 18 w 18"/>
                <a:gd name="T7" fmla="*/ 1 h 9"/>
                <a:gd name="T8" fmla="*/ 9 w 18"/>
                <a:gd name="T9" fmla="*/ 6 h 9"/>
              </a:gdLst>
              <a:ahLst/>
              <a:cxnLst>
                <a:cxn ang="0">
                  <a:pos x="T0" y="T1"/>
                </a:cxn>
                <a:cxn ang="0">
                  <a:pos x="T2" y="T3"/>
                </a:cxn>
                <a:cxn ang="0">
                  <a:pos x="T4" y="T5"/>
                </a:cxn>
                <a:cxn ang="0">
                  <a:pos x="T6" y="T7"/>
                </a:cxn>
                <a:cxn ang="0">
                  <a:pos x="T8" y="T9"/>
                </a:cxn>
              </a:cxnLst>
              <a:rect l="0" t="0" r="r" b="b"/>
              <a:pathLst>
                <a:path w="18" h="9">
                  <a:moveTo>
                    <a:pt x="9" y="6"/>
                  </a:moveTo>
                  <a:cubicBezTo>
                    <a:pt x="4" y="8"/>
                    <a:pt x="0" y="9"/>
                    <a:pt x="0" y="7"/>
                  </a:cubicBezTo>
                  <a:cubicBezTo>
                    <a:pt x="0" y="6"/>
                    <a:pt x="5" y="3"/>
                    <a:pt x="9" y="1"/>
                  </a:cubicBezTo>
                  <a:cubicBezTo>
                    <a:pt x="14" y="0"/>
                    <a:pt x="17" y="0"/>
                    <a:pt x="18" y="1"/>
                  </a:cubicBezTo>
                  <a:cubicBezTo>
                    <a:pt x="18" y="2"/>
                    <a:pt x="14" y="4"/>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6" name="Freeform 2155">
              <a:extLst>
                <a:ext uri="{FF2B5EF4-FFF2-40B4-BE49-F238E27FC236}">
                  <a16:creationId xmlns:a16="http://schemas.microsoft.com/office/drawing/2014/main" id="{5168EF49-6AC9-0E47-3253-423930DD64D4}"/>
                </a:ext>
              </a:extLst>
            </p:cNvPr>
            <p:cNvSpPr>
              <a:spLocks/>
            </p:cNvSpPr>
            <p:nvPr/>
          </p:nvSpPr>
          <p:spPr bwMode="auto">
            <a:xfrm rot="5094805">
              <a:off x="1964348" y="5272039"/>
              <a:ext cx="43415" cy="22850"/>
            </a:xfrm>
            <a:custGeom>
              <a:avLst/>
              <a:gdLst>
                <a:gd name="T0" fmla="*/ 9 w 18"/>
                <a:gd name="T1" fmla="*/ 7 h 9"/>
                <a:gd name="T2" fmla="*/ 1 w 18"/>
                <a:gd name="T3" fmla="*/ 8 h 9"/>
                <a:gd name="T4" fmla="*/ 8 w 18"/>
                <a:gd name="T5" fmla="*/ 2 h 9"/>
                <a:gd name="T6" fmla="*/ 18 w 18"/>
                <a:gd name="T7" fmla="*/ 2 h 9"/>
                <a:gd name="T8" fmla="*/ 9 w 18"/>
                <a:gd name="T9" fmla="*/ 7 h 9"/>
              </a:gdLst>
              <a:ahLst/>
              <a:cxnLst>
                <a:cxn ang="0">
                  <a:pos x="T0" y="T1"/>
                </a:cxn>
                <a:cxn ang="0">
                  <a:pos x="T2" y="T3"/>
                </a:cxn>
                <a:cxn ang="0">
                  <a:pos x="T4" y="T5"/>
                </a:cxn>
                <a:cxn ang="0">
                  <a:pos x="T6" y="T7"/>
                </a:cxn>
                <a:cxn ang="0">
                  <a:pos x="T8" y="T9"/>
                </a:cxn>
              </a:cxnLst>
              <a:rect l="0" t="0" r="r" b="b"/>
              <a:pathLst>
                <a:path w="18" h="9">
                  <a:moveTo>
                    <a:pt x="9" y="7"/>
                  </a:moveTo>
                  <a:cubicBezTo>
                    <a:pt x="4" y="9"/>
                    <a:pt x="0" y="9"/>
                    <a:pt x="1" y="8"/>
                  </a:cubicBezTo>
                  <a:cubicBezTo>
                    <a:pt x="1" y="6"/>
                    <a:pt x="4" y="4"/>
                    <a:pt x="8" y="2"/>
                  </a:cubicBezTo>
                  <a:cubicBezTo>
                    <a:pt x="13" y="1"/>
                    <a:pt x="18" y="0"/>
                    <a:pt x="18" y="2"/>
                  </a:cubicBezTo>
                  <a:cubicBezTo>
                    <a:pt x="18" y="3"/>
                    <a:pt x="14" y="6"/>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7" name="Freeform 2156">
              <a:extLst>
                <a:ext uri="{FF2B5EF4-FFF2-40B4-BE49-F238E27FC236}">
                  <a16:creationId xmlns:a16="http://schemas.microsoft.com/office/drawing/2014/main" id="{CF211476-FF86-0E2F-A262-6925829408D3}"/>
                </a:ext>
              </a:extLst>
            </p:cNvPr>
            <p:cNvSpPr>
              <a:spLocks/>
            </p:cNvSpPr>
            <p:nvPr/>
          </p:nvSpPr>
          <p:spPr bwMode="auto">
            <a:xfrm rot="5094805">
              <a:off x="2044157" y="5461068"/>
              <a:ext cx="43415" cy="20565"/>
            </a:xfrm>
            <a:custGeom>
              <a:avLst/>
              <a:gdLst>
                <a:gd name="T0" fmla="*/ 8 w 17"/>
                <a:gd name="T1" fmla="*/ 6 h 8"/>
                <a:gd name="T2" fmla="*/ 0 w 17"/>
                <a:gd name="T3" fmla="*/ 6 h 8"/>
                <a:gd name="T4" fmla="*/ 8 w 17"/>
                <a:gd name="T5" fmla="*/ 2 h 8"/>
                <a:gd name="T6" fmla="*/ 17 w 17"/>
                <a:gd name="T7" fmla="*/ 1 h 8"/>
                <a:gd name="T8" fmla="*/ 8 w 17"/>
                <a:gd name="T9" fmla="*/ 6 h 8"/>
              </a:gdLst>
              <a:ahLst/>
              <a:cxnLst>
                <a:cxn ang="0">
                  <a:pos x="T0" y="T1"/>
                </a:cxn>
                <a:cxn ang="0">
                  <a:pos x="T2" y="T3"/>
                </a:cxn>
                <a:cxn ang="0">
                  <a:pos x="T4" y="T5"/>
                </a:cxn>
                <a:cxn ang="0">
                  <a:pos x="T6" y="T7"/>
                </a:cxn>
                <a:cxn ang="0">
                  <a:pos x="T8" y="T9"/>
                </a:cxn>
              </a:cxnLst>
              <a:rect l="0" t="0" r="r" b="b"/>
              <a:pathLst>
                <a:path w="17" h="8">
                  <a:moveTo>
                    <a:pt x="8" y="6"/>
                  </a:moveTo>
                  <a:cubicBezTo>
                    <a:pt x="4" y="8"/>
                    <a:pt x="0" y="8"/>
                    <a:pt x="0" y="6"/>
                  </a:cubicBezTo>
                  <a:cubicBezTo>
                    <a:pt x="0" y="5"/>
                    <a:pt x="3" y="3"/>
                    <a:pt x="8" y="2"/>
                  </a:cubicBezTo>
                  <a:cubicBezTo>
                    <a:pt x="13" y="0"/>
                    <a:pt x="17" y="0"/>
                    <a:pt x="17" y="1"/>
                  </a:cubicBezTo>
                  <a:cubicBezTo>
                    <a:pt x="17" y="3"/>
                    <a:pt x="13"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8" name="Freeform 2157">
              <a:extLst>
                <a:ext uri="{FF2B5EF4-FFF2-40B4-BE49-F238E27FC236}">
                  <a16:creationId xmlns:a16="http://schemas.microsoft.com/office/drawing/2014/main" id="{8DCFA8C4-F80F-AF48-8005-50F824BBFACB}"/>
                </a:ext>
              </a:extLst>
            </p:cNvPr>
            <p:cNvSpPr>
              <a:spLocks/>
            </p:cNvSpPr>
            <p:nvPr/>
          </p:nvSpPr>
          <p:spPr bwMode="auto">
            <a:xfrm rot="5094805">
              <a:off x="2116001" y="5649664"/>
              <a:ext cx="43415" cy="20565"/>
            </a:xfrm>
            <a:custGeom>
              <a:avLst/>
              <a:gdLst>
                <a:gd name="T0" fmla="*/ 9 w 18"/>
                <a:gd name="T1" fmla="*/ 7 h 8"/>
                <a:gd name="T2" fmla="*/ 0 w 18"/>
                <a:gd name="T3" fmla="*/ 6 h 8"/>
                <a:gd name="T4" fmla="*/ 9 w 18"/>
                <a:gd name="T5" fmla="*/ 1 h 8"/>
                <a:gd name="T6" fmla="*/ 17 w 18"/>
                <a:gd name="T7" fmla="*/ 2 h 8"/>
                <a:gd name="T8" fmla="*/ 9 w 18"/>
                <a:gd name="T9" fmla="*/ 7 h 8"/>
              </a:gdLst>
              <a:ahLst/>
              <a:cxnLst>
                <a:cxn ang="0">
                  <a:pos x="T0" y="T1"/>
                </a:cxn>
                <a:cxn ang="0">
                  <a:pos x="T2" y="T3"/>
                </a:cxn>
                <a:cxn ang="0">
                  <a:pos x="T4" y="T5"/>
                </a:cxn>
                <a:cxn ang="0">
                  <a:pos x="T6" y="T7"/>
                </a:cxn>
                <a:cxn ang="0">
                  <a:pos x="T8" y="T9"/>
                </a:cxn>
              </a:cxnLst>
              <a:rect l="0" t="0" r="r" b="b"/>
              <a:pathLst>
                <a:path w="18" h="8">
                  <a:moveTo>
                    <a:pt x="9" y="7"/>
                  </a:moveTo>
                  <a:cubicBezTo>
                    <a:pt x="4" y="8"/>
                    <a:pt x="0" y="8"/>
                    <a:pt x="0" y="6"/>
                  </a:cubicBezTo>
                  <a:cubicBezTo>
                    <a:pt x="0" y="5"/>
                    <a:pt x="4" y="2"/>
                    <a:pt x="9" y="1"/>
                  </a:cubicBezTo>
                  <a:cubicBezTo>
                    <a:pt x="13" y="0"/>
                    <a:pt x="17" y="1"/>
                    <a:pt x="17" y="2"/>
                  </a:cubicBezTo>
                  <a:cubicBezTo>
                    <a:pt x="18" y="3"/>
                    <a:pt x="14" y="5"/>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9" name="Freeform 2158">
              <a:extLst>
                <a:ext uri="{FF2B5EF4-FFF2-40B4-BE49-F238E27FC236}">
                  <a16:creationId xmlns:a16="http://schemas.microsoft.com/office/drawing/2014/main" id="{9A1BBD6B-D330-1A42-C4DE-2209BD32A1D2}"/>
                </a:ext>
              </a:extLst>
            </p:cNvPr>
            <p:cNvSpPr>
              <a:spLocks/>
            </p:cNvSpPr>
            <p:nvPr/>
          </p:nvSpPr>
          <p:spPr bwMode="auto">
            <a:xfrm rot="5094805">
              <a:off x="2175124" y="5838241"/>
              <a:ext cx="43415" cy="18280"/>
            </a:xfrm>
            <a:custGeom>
              <a:avLst/>
              <a:gdLst>
                <a:gd name="T0" fmla="*/ 18 w 18"/>
                <a:gd name="T1" fmla="*/ 2 h 7"/>
                <a:gd name="T2" fmla="*/ 9 w 18"/>
                <a:gd name="T3" fmla="*/ 6 h 7"/>
                <a:gd name="T4" fmla="*/ 1 w 18"/>
                <a:gd name="T5" fmla="*/ 5 h 7"/>
                <a:gd name="T6" fmla="*/ 9 w 18"/>
                <a:gd name="T7" fmla="*/ 1 h 7"/>
                <a:gd name="T8" fmla="*/ 18 w 18"/>
                <a:gd name="T9" fmla="*/ 2 h 7"/>
              </a:gdLst>
              <a:ahLst/>
              <a:cxnLst>
                <a:cxn ang="0">
                  <a:pos x="T0" y="T1"/>
                </a:cxn>
                <a:cxn ang="0">
                  <a:pos x="T2" y="T3"/>
                </a:cxn>
                <a:cxn ang="0">
                  <a:pos x="T4" y="T5"/>
                </a:cxn>
                <a:cxn ang="0">
                  <a:pos x="T6" y="T7"/>
                </a:cxn>
                <a:cxn ang="0">
                  <a:pos x="T8" y="T9"/>
                </a:cxn>
              </a:cxnLst>
              <a:rect l="0" t="0" r="r" b="b"/>
              <a:pathLst>
                <a:path w="18" h="7">
                  <a:moveTo>
                    <a:pt x="18" y="2"/>
                  </a:moveTo>
                  <a:cubicBezTo>
                    <a:pt x="18" y="4"/>
                    <a:pt x="14" y="6"/>
                    <a:pt x="9" y="6"/>
                  </a:cubicBezTo>
                  <a:cubicBezTo>
                    <a:pt x="4" y="7"/>
                    <a:pt x="0" y="7"/>
                    <a:pt x="1" y="5"/>
                  </a:cubicBezTo>
                  <a:cubicBezTo>
                    <a:pt x="1" y="3"/>
                    <a:pt x="4" y="2"/>
                    <a:pt x="9" y="1"/>
                  </a:cubicBezTo>
                  <a:cubicBezTo>
                    <a:pt x="14" y="0"/>
                    <a:pt x="18" y="1"/>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0" name="Freeform 2159">
              <a:extLst>
                <a:ext uri="{FF2B5EF4-FFF2-40B4-BE49-F238E27FC236}">
                  <a16:creationId xmlns:a16="http://schemas.microsoft.com/office/drawing/2014/main" id="{51A4E436-007F-4D7B-6C28-403D488597B4}"/>
                </a:ext>
              </a:extLst>
            </p:cNvPr>
            <p:cNvSpPr>
              <a:spLocks/>
            </p:cNvSpPr>
            <p:nvPr/>
          </p:nvSpPr>
          <p:spPr bwMode="auto">
            <a:xfrm rot="5094805">
              <a:off x="2219647" y="6029066"/>
              <a:ext cx="47985" cy="18280"/>
            </a:xfrm>
            <a:custGeom>
              <a:avLst/>
              <a:gdLst>
                <a:gd name="T0" fmla="*/ 9 w 19"/>
                <a:gd name="T1" fmla="*/ 1 h 7"/>
                <a:gd name="T2" fmla="*/ 19 w 19"/>
                <a:gd name="T3" fmla="*/ 3 h 7"/>
                <a:gd name="T4" fmla="*/ 10 w 19"/>
                <a:gd name="T5" fmla="*/ 6 h 7"/>
                <a:gd name="T6" fmla="*/ 1 w 19"/>
                <a:gd name="T7" fmla="*/ 5 h 7"/>
                <a:gd name="T8" fmla="*/ 9 w 19"/>
                <a:gd name="T9" fmla="*/ 1 h 7"/>
              </a:gdLst>
              <a:ahLst/>
              <a:cxnLst>
                <a:cxn ang="0">
                  <a:pos x="T0" y="T1"/>
                </a:cxn>
                <a:cxn ang="0">
                  <a:pos x="T2" y="T3"/>
                </a:cxn>
                <a:cxn ang="0">
                  <a:pos x="T4" y="T5"/>
                </a:cxn>
                <a:cxn ang="0">
                  <a:pos x="T6" y="T7"/>
                </a:cxn>
                <a:cxn ang="0">
                  <a:pos x="T8" y="T9"/>
                </a:cxn>
              </a:cxnLst>
              <a:rect l="0" t="0" r="r" b="b"/>
              <a:pathLst>
                <a:path w="19" h="7">
                  <a:moveTo>
                    <a:pt x="9" y="1"/>
                  </a:moveTo>
                  <a:cubicBezTo>
                    <a:pt x="13" y="0"/>
                    <a:pt x="18" y="1"/>
                    <a:pt x="19" y="3"/>
                  </a:cubicBezTo>
                  <a:cubicBezTo>
                    <a:pt x="19" y="4"/>
                    <a:pt x="15" y="6"/>
                    <a:pt x="10" y="6"/>
                  </a:cubicBezTo>
                  <a:cubicBezTo>
                    <a:pt x="6" y="7"/>
                    <a:pt x="2" y="6"/>
                    <a:pt x="1" y="5"/>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1" name="Freeform 2160">
              <a:extLst>
                <a:ext uri="{FF2B5EF4-FFF2-40B4-BE49-F238E27FC236}">
                  <a16:creationId xmlns:a16="http://schemas.microsoft.com/office/drawing/2014/main" id="{8CB0D945-C336-7D46-9974-226B531F5530}"/>
                </a:ext>
              </a:extLst>
            </p:cNvPr>
            <p:cNvSpPr>
              <a:spLocks/>
            </p:cNvSpPr>
            <p:nvPr/>
          </p:nvSpPr>
          <p:spPr bwMode="auto">
            <a:xfrm rot="5094805">
              <a:off x="2259626" y="6220498"/>
              <a:ext cx="47985" cy="18280"/>
            </a:xfrm>
            <a:custGeom>
              <a:avLst/>
              <a:gdLst>
                <a:gd name="T0" fmla="*/ 8 w 19"/>
                <a:gd name="T1" fmla="*/ 1 h 7"/>
                <a:gd name="T2" fmla="*/ 18 w 19"/>
                <a:gd name="T3" fmla="*/ 2 h 7"/>
                <a:gd name="T4" fmla="*/ 10 w 19"/>
                <a:gd name="T5" fmla="*/ 6 h 7"/>
                <a:gd name="T6" fmla="*/ 1 w 19"/>
                <a:gd name="T7" fmla="*/ 5 h 7"/>
                <a:gd name="T8" fmla="*/ 8 w 19"/>
                <a:gd name="T9" fmla="*/ 1 h 7"/>
              </a:gdLst>
              <a:ahLst/>
              <a:cxnLst>
                <a:cxn ang="0">
                  <a:pos x="T0" y="T1"/>
                </a:cxn>
                <a:cxn ang="0">
                  <a:pos x="T2" y="T3"/>
                </a:cxn>
                <a:cxn ang="0">
                  <a:pos x="T4" y="T5"/>
                </a:cxn>
                <a:cxn ang="0">
                  <a:pos x="T6" y="T7"/>
                </a:cxn>
                <a:cxn ang="0">
                  <a:pos x="T8" y="T9"/>
                </a:cxn>
              </a:cxnLst>
              <a:rect l="0" t="0" r="r" b="b"/>
              <a:pathLst>
                <a:path w="19" h="7">
                  <a:moveTo>
                    <a:pt x="8" y="1"/>
                  </a:moveTo>
                  <a:cubicBezTo>
                    <a:pt x="13" y="0"/>
                    <a:pt x="17" y="0"/>
                    <a:pt x="18" y="2"/>
                  </a:cubicBezTo>
                  <a:cubicBezTo>
                    <a:pt x="19" y="4"/>
                    <a:pt x="15" y="6"/>
                    <a:pt x="10" y="6"/>
                  </a:cubicBezTo>
                  <a:cubicBezTo>
                    <a:pt x="6" y="7"/>
                    <a:pt x="2" y="7"/>
                    <a:pt x="1" y="5"/>
                  </a:cubicBezTo>
                  <a:cubicBezTo>
                    <a:pt x="0" y="4"/>
                    <a:pt x="3"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2" name="Freeform 2161">
              <a:extLst>
                <a:ext uri="{FF2B5EF4-FFF2-40B4-BE49-F238E27FC236}">
                  <a16:creationId xmlns:a16="http://schemas.microsoft.com/office/drawing/2014/main" id="{8CE1A2EE-C155-1AC7-1725-6E0F00D2D109}"/>
                </a:ext>
              </a:extLst>
            </p:cNvPr>
            <p:cNvSpPr>
              <a:spLocks/>
            </p:cNvSpPr>
            <p:nvPr/>
          </p:nvSpPr>
          <p:spPr bwMode="auto">
            <a:xfrm rot="5094805">
              <a:off x="2315441" y="6408333"/>
              <a:ext cx="45700" cy="20565"/>
            </a:xfrm>
            <a:custGeom>
              <a:avLst/>
              <a:gdLst>
                <a:gd name="T0" fmla="*/ 8 w 19"/>
                <a:gd name="T1" fmla="*/ 1 h 8"/>
                <a:gd name="T2" fmla="*/ 18 w 19"/>
                <a:gd name="T3" fmla="*/ 2 h 8"/>
                <a:gd name="T4" fmla="*/ 10 w 19"/>
                <a:gd name="T5" fmla="*/ 7 h 8"/>
                <a:gd name="T6" fmla="*/ 1 w 19"/>
                <a:gd name="T7" fmla="*/ 6 h 8"/>
                <a:gd name="T8" fmla="*/ 8 w 19"/>
                <a:gd name="T9" fmla="*/ 1 h 8"/>
              </a:gdLst>
              <a:ahLst/>
              <a:cxnLst>
                <a:cxn ang="0">
                  <a:pos x="T0" y="T1"/>
                </a:cxn>
                <a:cxn ang="0">
                  <a:pos x="T2" y="T3"/>
                </a:cxn>
                <a:cxn ang="0">
                  <a:pos x="T4" y="T5"/>
                </a:cxn>
                <a:cxn ang="0">
                  <a:pos x="T6" y="T7"/>
                </a:cxn>
                <a:cxn ang="0">
                  <a:pos x="T8" y="T9"/>
                </a:cxn>
              </a:cxnLst>
              <a:rect l="0" t="0" r="r" b="b"/>
              <a:pathLst>
                <a:path w="19" h="8">
                  <a:moveTo>
                    <a:pt x="8" y="1"/>
                  </a:moveTo>
                  <a:cubicBezTo>
                    <a:pt x="13" y="0"/>
                    <a:pt x="18" y="0"/>
                    <a:pt x="18" y="2"/>
                  </a:cubicBezTo>
                  <a:cubicBezTo>
                    <a:pt x="19" y="4"/>
                    <a:pt x="15" y="6"/>
                    <a:pt x="10" y="7"/>
                  </a:cubicBezTo>
                  <a:cubicBezTo>
                    <a:pt x="6" y="8"/>
                    <a:pt x="2" y="8"/>
                    <a:pt x="1" y="6"/>
                  </a:cubicBezTo>
                  <a:cubicBezTo>
                    <a:pt x="0" y="5"/>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3" name="Freeform 2162">
              <a:extLst>
                <a:ext uri="{FF2B5EF4-FFF2-40B4-BE49-F238E27FC236}">
                  <a16:creationId xmlns:a16="http://schemas.microsoft.com/office/drawing/2014/main" id="{4145D666-72FF-C2DB-B8DB-D3D0E5135C76}"/>
                </a:ext>
              </a:extLst>
            </p:cNvPr>
            <p:cNvSpPr>
              <a:spLocks/>
            </p:cNvSpPr>
            <p:nvPr/>
          </p:nvSpPr>
          <p:spPr bwMode="auto">
            <a:xfrm rot="5094805">
              <a:off x="2385009" y="6597132"/>
              <a:ext cx="45700" cy="20565"/>
            </a:xfrm>
            <a:custGeom>
              <a:avLst/>
              <a:gdLst>
                <a:gd name="T0" fmla="*/ 17 w 18"/>
                <a:gd name="T1" fmla="*/ 1 h 8"/>
                <a:gd name="T2" fmla="*/ 10 w 18"/>
                <a:gd name="T3" fmla="*/ 7 h 8"/>
                <a:gd name="T4" fmla="*/ 0 w 18"/>
                <a:gd name="T5" fmla="*/ 6 h 8"/>
                <a:gd name="T6" fmla="*/ 7 w 18"/>
                <a:gd name="T7" fmla="*/ 1 h 8"/>
                <a:gd name="T8" fmla="*/ 17 w 18"/>
                <a:gd name="T9" fmla="*/ 1 h 8"/>
              </a:gdLst>
              <a:ahLst/>
              <a:cxnLst>
                <a:cxn ang="0">
                  <a:pos x="T0" y="T1"/>
                </a:cxn>
                <a:cxn ang="0">
                  <a:pos x="T2" y="T3"/>
                </a:cxn>
                <a:cxn ang="0">
                  <a:pos x="T4" y="T5"/>
                </a:cxn>
                <a:cxn ang="0">
                  <a:pos x="T6" y="T7"/>
                </a:cxn>
                <a:cxn ang="0">
                  <a:pos x="T8" y="T9"/>
                </a:cxn>
              </a:cxnLst>
              <a:rect l="0" t="0" r="r" b="b"/>
              <a:pathLst>
                <a:path w="18" h="8">
                  <a:moveTo>
                    <a:pt x="17" y="1"/>
                  </a:moveTo>
                  <a:cubicBezTo>
                    <a:pt x="18" y="3"/>
                    <a:pt x="14" y="5"/>
                    <a:pt x="10" y="7"/>
                  </a:cubicBezTo>
                  <a:cubicBezTo>
                    <a:pt x="5" y="8"/>
                    <a:pt x="0" y="8"/>
                    <a:pt x="0" y="6"/>
                  </a:cubicBezTo>
                  <a:cubicBezTo>
                    <a:pt x="0" y="5"/>
                    <a:pt x="3" y="3"/>
                    <a:pt x="7" y="1"/>
                  </a:cubicBezTo>
                  <a:cubicBezTo>
                    <a:pt x="12" y="0"/>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4" name="Freeform 2163">
              <a:extLst>
                <a:ext uri="{FF2B5EF4-FFF2-40B4-BE49-F238E27FC236}">
                  <a16:creationId xmlns:a16="http://schemas.microsoft.com/office/drawing/2014/main" id="{6B1D7BC7-2892-0C1A-9A03-E7BD265086D2}"/>
                </a:ext>
              </a:extLst>
            </p:cNvPr>
            <p:cNvSpPr>
              <a:spLocks/>
            </p:cNvSpPr>
            <p:nvPr/>
          </p:nvSpPr>
          <p:spPr bwMode="auto">
            <a:xfrm rot="5094805">
              <a:off x="2465754" y="6780356"/>
              <a:ext cx="45700" cy="25135"/>
            </a:xfrm>
            <a:custGeom>
              <a:avLst/>
              <a:gdLst>
                <a:gd name="T0" fmla="*/ 17 w 18"/>
                <a:gd name="T1" fmla="*/ 1 h 10"/>
                <a:gd name="T2" fmla="*/ 10 w 18"/>
                <a:gd name="T3" fmla="*/ 8 h 10"/>
                <a:gd name="T4" fmla="*/ 0 w 18"/>
                <a:gd name="T5" fmla="*/ 8 h 10"/>
                <a:gd name="T6" fmla="*/ 7 w 18"/>
                <a:gd name="T7" fmla="*/ 2 h 10"/>
                <a:gd name="T8" fmla="*/ 17 w 18"/>
                <a:gd name="T9" fmla="*/ 1 h 10"/>
              </a:gdLst>
              <a:ahLst/>
              <a:cxnLst>
                <a:cxn ang="0">
                  <a:pos x="T0" y="T1"/>
                </a:cxn>
                <a:cxn ang="0">
                  <a:pos x="T2" y="T3"/>
                </a:cxn>
                <a:cxn ang="0">
                  <a:pos x="T4" y="T5"/>
                </a:cxn>
                <a:cxn ang="0">
                  <a:pos x="T6" y="T7"/>
                </a:cxn>
                <a:cxn ang="0">
                  <a:pos x="T8" y="T9"/>
                </a:cxn>
              </a:cxnLst>
              <a:rect l="0" t="0" r="r" b="b"/>
              <a:pathLst>
                <a:path w="18" h="10">
                  <a:moveTo>
                    <a:pt x="17" y="1"/>
                  </a:moveTo>
                  <a:cubicBezTo>
                    <a:pt x="18" y="3"/>
                    <a:pt x="15" y="6"/>
                    <a:pt x="10" y="8"/>
                  </a:cubicBezTo>
                  <a:cubicBezTo>
                    <a:pt x="5" y="9"/>
                    <a:pt x="0" y="10"/>
                    <a:pt x="0" y="8"/>
                  </a:cubicBezTo>
                  <a:cubicBezTo>
                    <a:pt x="0" y="6"/>
                    <a:pt x="3" y="4"/>
                    <a:pt x="7" y="2"/>
                  </a:cubicBezTo>
                  <a:cubicBezTo>
                    <a:pt x="12" y="0"/>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5" name="Freeform 2164">
              <a:extLst>
                <a:ext uri="{FF2B5EF4-FFF2-40B4-BE49-F238E27FC236}">
                  <a16:creationId xmlns:a16="http://schemas.microsoft.com/office/drawing/2014/main" id="{A699D719-03F8-4B19-08AC-71589445DC58}"/>
                </a:ext>
              </a:extLst>
            </p:cNvPr>
            <p:cNvSpPr>
              <a:spLocks/>
            </p:cNvSpPr>
            <p:nvPr/>
          </p:nvSpPr>
          <p:spPr bwMode="auto">
            <a:xfrm rot="5094805">
              <a:off x="868482" y="1563838"/>
              <a:ext cx="43415" cy="31990"/>
            </a:xfrm>
            <a:custGeom>
              <a:avLst/>
              <a:gdLst>
                <a:gd name="T0" fmla="*/ 11 w 18"/>
                <a:gd name="T1" fmla="*/ 11 h 13"/>
                <a:gd name="T2" fmla="*/ 1 w 18"/>
                <a:gd name="T3" fmla="*/ 2 h 13"/>
                <a:gd name="T4" fmla="*/ 8 w 18"/>
                <a:gd name="T5" fmla="*/ 2 h 13"/>
                <a:gd name="T6" fmla="*/ 18 w 18"/>
                <a:gd name="T7" fmla="*/ 11 h 13"/>
                <a:gd name="T8" fmla="*/ 11 w 18"/>
                <a:gd name="T9" fmla="*/ 11 h 13"/>
              </a:gdLst>
              <a:ahLst/>
              <a:cxnLst>
                <a:cxn ang="0">
                  <a:pos x="T0" y="T1"/>
                </a:cxn>
                <a:cxn ang="0">
                  <a:pos x="T2" y="T3"/>
                </a:cxn>
                <a:cxn ang="0">
                  <a:pos x="T4" y="T5"/>
                </a:cxn>
                <a:cxn ang="0">
                  <a:pos x="T6" y="T7"/>
                </a:cxn>
                <a:cxn ang="0">
                  <a:pos x="T8" y="T9"/>
                </a:cxn>
              </a:cxnLst>
              <a:rect l="0" t="0" r="r" b="b"/>
              <a:pathLst>
                <a:path w="18" h="13">
                  <a:moveTo>
                    <a:pt x="11" y="11"/>
                  </a:moveTo>
                  <a:cubicBezTo>
                    <a:pt x="6" y="9"/>
                    <a:pt x="1" y="5"/>
                    <a:pt x="1" y="2"/>
                  </a:cubicBezTo>
                  <a:cubicBezTo>
                    <a:pt x="0" y="0"/>
                    <a:pt x="3" y="0"/>
                    <a:pt x="8" y="2"/>
                  </a:cubicBezTo>
                  <a:cubicBezTo>
                    <a:pt x="12" y="4"/>
                    <a:pt x="17" y="8"/>
                    <a:pt x="18" y="11"/>
                  </a:cubicBezTo>
                  <a:cubicBezTo>
                    <a:pt x="18" y="13"/>
                    <a:pt x="15" y="13"/>
                    <a:pt x="1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6" name="Freeform 2165">
              <a:extLst>
                <a:ext uri="{FF2B5EF4-FFF2-40B4-BE49-F238E27FC236}">
                  <a16:creationId xmlns:a16="http://schemas.microsoft.com/office/drawing/2014/main" id="{848A096E-62C3-AC16-B7C2-B68CE903BEAA}"/>
                </a:ext>
              </a:extLst>
            </p:cNvPr>
            <p:cNvSpPr>
              <a:spLocks/>
            </p:cNvSpPr>
            <p:nvPr/>
          </p:nvSpPr>
          <p:spPr bwMode="auto">
            <a:xfrm rot="5094805">
              <a:off x="791557" y="1771504"/>
              <a:ext cx="41130" cy="27420"/>
            </a:xfrm>
            <a:custGeom>
              <a:avLst/>
              <a:gdLst>
                <a:gd name="T0" fmla="*/ 10 w 17"/>
                <a:gd name="T1" fmla="*/ 9 h 11"/>
                <a:gd name="T2" fmla="*/ 0 w 17"/>
                <a:gd name="T3" fmla="*/ 1 h 11"/>
                <a:gd name="T4" fmla="*/ 8 w 17"/>
                <a:gd name="T5" fmla="*/ 2 h 11"/>
                <a:gd name="T6" fmla="*/ 17 w 17"/>
                <a:gd name="T7" fmla="*/ 9 h 11"/>
                <a:gd name="T8" fmla="*/ 10 w 17"/>
                <a:gd name="T9" fmla="*/ 9 h 11"/>
              </a:gdLst>
              <a:ahLst/>
              <a:cxnLst>
                <a:cxn ang="0">
                  <a:pos x="T0" y="T1"/>
                </a:cxn>
                <a:cxn ang="0">
                  <a:pos x="T2" y="T3"/>
                </a:cxn>
                <a:cxn ang="0">
                  <a:pos x="T4" y="T5"/>
                </a:cxn>
                <a:cxn ang="0">
                  <a:pos x="T6" y="T7"/>
                </a:cxn>
                <a:cxn ang="0">
                  <a:pos x="T8" y="T9"/>
                </a:cxn>
              </a:cxnLst>
              <a:rect l="0" t="0" r="r" b="b"/>
              <a:pathLst>
                <a:path w="17" h="11">
                  <a:moveTo>
                    <a:pt x="10" y="9"/>
                  </a:moveTo>
                  <a:cubicBezTo>
                    <a:pt x="5" y="7"/>
                    <a:pt x="0" y="3"/>
                    <a:pt x="0" y="1"/>
                  </a:cubicBezTo>
                  <a:cubicBezTo>
                    <a:pt x="0" y="0"/>
                    <a:pt x="4" y="0"/>
                    <a:pt x="8" y="2"/>
                  </a:cubicBezTo>
                  <a:cubicBezTo>
                    <a:pt x="12" y="4"/>
                    <a:pt x="17" y="7"/>
                    <a:pt x="17" y="9"/>
                  </a:cubicBezTo>
                  <a:cubicBezTo>
                    <a:pt x="17" y="11"/>
                    <a:pt x="14" y="10"/>
                    <a:pt x="1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7" name="Freeform 2166">
              <a:extLst>
                <a:ext uri="{FF2B5EF4-FFF2-40B4-BE49-F238E27FC236}">
                  <a16:creationId xmlns:a16="http://schemas.microsoft.com/office/drawing/2014/main" id="{F5F4BCD3-8A1A-2BB8-8D83-6DFC6EBCA6B8}"/>
                </a:ext>
              </a:extLst>
            </p:cNvPr>
            <p:cNvSpPr>
              <a:spLocks/>
            </p:cNvSpPr>
            <p:nvPr/>
          </p:nvSpPr>
          <p:spPr bwMode="auto">
            <a:xfrm rot="5094805">
              <a:off x="724962" y="1979092"/>
              <a:ext cx="45700" cy="22850"/>
            </a:xfrm>
            <a:custGeom>
              <a:avLst/>
              <a:gdLst>
                <a:gd name="T0" fmla="*/ 17 w 18"/>
                <a:gd name="T1" fmla="*/ 7 h 9"/>
                <a:gd name="T2" fmla="*/ 11 w 18"/>
                <a:gd name="T3" fmla="*/ 8 h 9"/>
                <a:gd name="T4" fmla="*/ 0 w 18"/>
                <a:gd name="T5" fmla="*/ 2 h 9"/>
                <a:gd name="T6" fmla="*/ 8 w 18"/>
                <a:gd name="T7" fmla="*/ 2 h 9"/>
                <a:gd name="T8" fmla="*/ 17 w 18"/>
                <a:gd name="T9" fmla="*/ 7 h 9"/>
              </a:gdLst>
              <a:ahLst/>
              <a:cxnLst>
                <a:cxn ang="0">
                  <a:pos x="T0" y="T1"/>
                </a:cxn>
                <a:cxn ang="0">
                  <a:pos x="T2" y="T3"/>
                </a:cxn>
                <a:cxn ang="0">
                  <a:pos x="T4" y="T5"/>
                </a:cxn>
                <a:cxn ang="0">
                  <a:pos x="T6" y="T7"/>
                </a:cxn>
                <a:cxn ang="0">
                  <a:pos x="T8" y="T9"/>
                </a:cxn>
              </a:cxnLst>
              <a:rect l="0" t="0" r="r" b="b"/>
              <a:pathLst>
                <a:path w="18" h="9">
                  <a:moveTo>
                    <a:pt x="17" y="7"/>
                  </a:moveTo>
                  <a:cubicBezTo>
                    <a:pt x="18" y="9"/>
                    <a:pt x="15" y="9"/>
                    <a:pt x="11" y="8"/>
                  </a:cubicBezTo>
                  <a:cubicBezTo>
                    <a:pt x="6" y="6"/>
                    <a:pt x="1" y="3"/>
                    <a:pt x="0" y="2"/>
                  </a:cubicBezTo>
                  <a:cubicBezTo>
                    <a:pt x="0" y="0"/>
                    <a:pt x="3" y="0"/>
                    <a:pt x="8" y="2"/>
                  </a:cubicBezTo>
                  <a:cubicBezTo>
                    <a:pt x="12" y="3"/>
                    <a:pt x="16" y="6"/>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8" name="Freeform 2167">
              <a:extLst>
                <a:ext uri="{FF2B5EF4-FFF2-40B4-BE49-F238E27FC236}">
                  <a16:creationId xmlns:a16="http://schemas.microsoft.com/office/drawing/2014/main" id="{0BFA65DD-3F9D-4395-35FF-F5EEB2DBBFF2}"/>
                </a:ext>
              </a:extLst>
            </p:cNvPr>
            <p:cNvSpPr>
              <a:spLocks/>
            </p:cNvSpPr>
            <p:nvPr/>
          </p:nvSpPr>
          <p:spPr bwMode="auto">
            <a:xfrm rot="5094805">
              <a:off x="684357" y="2183622"/>
              <a:ext cx="41130" cy="15995"/>
            </a:xfrm>
            <a:custGeom>
              <a:avLst/>
              <a:gdLst>
                <a:gd name="T0" fmla="*/ 9 w 17"/>
                <a:gd name="T1" fmla="*/ 1 h 7"/>
                <a:gd name="T2" fmla="*/ 17 w 17"/>
                <a:gd name="T3" fmla="*/ 6 h 7"/>
                <a:gd name="T4" fmla="*/ 9 w 17"/>
                <a:gd name="T5" fmla="*/ 6 h 7"/>
                <a:gd name="T6" fmla="*/ 0 w 17"/>
                <a:gd name="T7" fmla="*/ 1 h 7"/>
                <a:gd name="T8" fmla="*/ 9 w 17"/>
                <a:gd name="T9" fmla="*/ 1 h 7"/>
              </a:gdLst>
              <a:ahLst/>
              <a:cxnLst>
                <a:cxn ang="0">
                  <a:pos x="T0" y="T1"/>
                </a:cxn>
                <a:cxn ang="0">
                  <a:pos x="T2" y="T3"/>
                </a:cxn>
                <a:cxn ang="0">
                  <a:pos x="T4" y="T5"/>
                </a:cxn>
                <a:cxn ang="0">
                  <a:pos x="T6" y="T7"/>
                </a:cxn>
                <a:cxn ang="0">
                  <a:pos x="T8" y="T9"/>
                </a:cxn>
              </a:cxnLst>
              <a:rect l="0" t="0" r="r" b="b"/>
              <a:pathLst>
                <a:path w="17" h="7">
                  <a:moveTo>
                    <a:pt x="9" y="1"/>
                  </a:moveTo>
                  <a:cubicBezTo>
                    <a:pt x="13" y="2"/>
                    <a:pt x="17" y="5"/>
                    <a:pt x="17" y="6"/>
                  </a:cubicBezTo>
                  <a:cubicBezTo>
                    <a:pt x="17" y="7"/>
                    <a:pt x="13" y="7"/>
                    <a:pt x="9" y="6"/>
                  </a:cubicBezTo>
                  <a:cubicBezTo>
                    <a:pt x="4" y="4"/>
                    <a:pt x="1" y="3"/>
                    <a:pt x="0" y="1"/>
                  </a:cubicBezTo>
                  <a:cubicBezTo>
                    <a:pt x="0" y="0"/>
                    <a:pt x="4"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9" name="Freeform 2168">
              <a:extLst>
                <a:ext uri="{FF2B5EF4-FFF2-40B4-BE49-F238E27FC236}">
                  <a16:creationId xmlns:a16="http://schemas.microsoft.com/office/drawing/2014/main" id="{A07F53FD-73FA-CCD0-85C5-B188F9FA91B4}"/>
                </a:ext>
              </a:extLst>
            </p:cNvPr>
            <p:cNvSpPr>
              <a:spLocks/>
            </p:cNvSpPr>
            <p:nvPr/>
          </p:nvSpPr>
          <p:spPr bwMode="auto">
            <a:xfrm rot="5094805">
              <a:off x="667631" y="2384477"/>
              <a:ext cx="45700" cy="11425"/>
            </a:xfrm>
            <a:custGeom>
              <a:avLst/>
              <a:gdLst>
                <a:gd name="T0" fmla="*/ 9 w 18"/>
                <a:gd name="T1" fmla="*/ 0 h 5"/>
                <a:gd name="T2" fmla="*/ 17 w 18"/>
                <a:gd name="T3" fmla="*/ 4 h 5"/>
                <a:gd name="T4" fmla="*/ 9 w 18"/>
                <a:gd name="T5" fmla="*/ 5 h 5"/>
                <a:gd name="T6" fmla="*/ 1 w 18"/>
                <a:gd name="T7" fmla="*/ 2 h 5"/>
                <a:gd name="T8" fmla="*/ 9 w 18"/>
                <a:gd name="T9" fmla="*/ 0 h 5"/>
              </a:gdLst>
              <a:ahLst/>
              <a:cxnLst>
                <a:cxn ang="0">
                  <a:pos x="T0" y="T1"/>
                </a:cxn>
                <a:cxn ang="0">
                  <a:pos x="T2" y="T3"/>
                </a:cxn>
                <a:cxn ang="0">
                  <a:pos x="T4" y="T5"/>
                </a:cxn>
                <a:cxn ang="0">
                  <a:pos x="T6" y="T7"/>
                </a:cxn>
                <a:cxn ang="0">
                  <a:pos x="T8" y="T9"/>
                </a:cxn>
              </a:cxnLst>
              <a:rect l="0" t="0" r="r" b="b"/>
              <a:pathLst>
                <a:path w="18" h="5">
                  <a:moveTo>
                    <a:pt x="9" y="0"/>
                  </a:moveTo>
                  <a:cubicBezTo>
                    <a:pt x="14" y="1"/>
                    <a:pt x="18" y="2"/>
                    <a:pt x="17" y="4"/>
                  </a:cubicBezTo>
                  <a:cubicBezTo>
                    <a:pt x="17" y="5"/>
                    <a:pt x="13" y="5"/>
                    <a:pt x="9" y="5"/>
                  </a:cubicBezTo>
                  <a:cubicBezTo>
                    <a:pt x="5" y="4"/>
                    <a:pt x="1" y="3"/>
                    <a:pt x="1" y="2"/>
                  </a:cubicBezTo>
                  <a:cubicBezTo>
                    <a:pt x="0" y="0"/>
                    <a:pt x="4"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0" name="Freeform 2169">
              <a:extLst>
                <a:ext uri="{FF2B5EF4-FFF2-40B4-BE49-F238E27FC236}">
                  <a16:creationId xmlns:a16="http://schemas.microsoft.com/office/drawing/2014/main" id="{65BE5E36-74E1-EB6C-570A-2E9809F8F5CD}"/>
                </a:ext>
              </a:extLst>
            </p:cNvPr>
            <p:cNvSpPr>
              <a:spLocks/>
            </p:cNvSpPr>
            <p:nvPr/>
          </p:nvSpPr>
          <p:spPr bwMode="auto">
            <a:xfrm rot="5094805">
              <a:off x="690646" y="2578668"/>
              <a:ext cx="43415" cy="11425"/>
            </a:xfrm>
            <a:custGeom>
              <a:avLst/>
              <a:gdLst>
                <a:gd name="T0" fmla="*/ 11 w 18"/>
                <a:gd name="T1" fmla="*/ 4 h 5"/>
                <a:gd name="T2" fmla="*/ 1 w 18"/>
                <a:gd name="T3" fmla="*/ 3 h 5"/>
                <a:gd name="T4" fmla="*/ 7 w 18"/>
                <a:gd name="T5" fmla="*/ 0 h 5"/>
                <a:gd name="T6" fmla="*/ 17 w 18"/>
                <a:gd name="T7" fmla="*/ 1 h 5"/>
                <a:gd name="T8" fmla="*/ 11 w 18"/>
                <a:gd name="T9" fmla="*/ 4 h 5"/>
              </a:gdLst>
              <a:ahLst/>
              <a:cxnLst>
                <a:cxn ang="0">
                  <a:pos x="T0" y="T1"/>
                </a:cxn>
                <a:cxn ang="0">
                  <a:pos x="T2" y="T3"/>
                </a:cxn>
                <a:cxn ang="0">
                  <a:pos x="T4" y="T5"/>
                </a:cxn>
                <a:cxn ang="0">
                  <a:pos x="T6" y="T7"/>
                </a:cxn>
                <a:cxn ang="0">
                  <a:pos x="T8" y="T9"/>
                </a:cxn>
              </a:cxnLst>
              <a:rect l="0" t="0" r="r" b="b"/>
              <a:pathLst>
                <a:path w="18" h="5">
                  <a:moveTo>
                    <a:pt x="11" y="4"/>
                  </a:moveTo>
                  <a:cubicBezTo>
                    <a:pt x="6" y="5"/>
                    <a:pt x="1" y="5"/>
                    <a:pt x="1" y="3"/>
                  </a:cubicBezTo>
                  <a:cubicBezTo>
                    <a:pt x="0" y="2"/>
                    <a:pt x="3" y="1"/>
                    <a:pt x="7" y="0"/>
                  </a:cubicBezTo>
                  <a:cubicBezTo>
                    <a:pt x="12" y="0"/>
                    <a:pt x="17" y="0"/>
                    <a:pt x="17" y="1"/>
                  </a:cubicBezTo>
                  <a:cubicBezTo>
                    <a:pt x="18" y="3"/>
                    <a:pt x="15" y="4"/>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1" name="Freeform 2170">
              <a:extLst>
                <a:ext uri="{FF2B5EF4-FFF2-40B4-BE49-F238E27FC236}">
                  <a16:creationId xmlns:a16="http://schemas.microsoft.com/office/drawing/2014/main" id="{497D1894-6316-348E-96AB-036E718CE0BB}"/>
                </a:ext>
              </a:extLst>
            </p:cNvPr>
            <p:cNvSpPr>
              <a:spLocks/>
            </p:cNvSpPr>
            <p:nvPr/>
          </p:nvSpPr>
          <p:spPr bwMode="auto">
            <a:xfrm rot="5094805">
              <a:off x="737357" y="2767314"/>
              <a:ext cx="41130" cy="13710"/>
            </a:xfrm>
            <a:custGeom>
              <a:avLst/>
              <a:gdLst>
                <a:gd name="T0" fmla="*/ 17 w 17"/>
                <a:gd name="T1" fmla="*/ 2 h 6"/>
                <a:gd name="T2" fmla="*/ 10 w 17"/>
                <a:gd name="T3" fmla="*/ 5 h 6"/>
                <a:gd name="T4" fmla="*/ 0 w 17"/>
                <a:gd name="T5" fmla="*/ 4 h 6"/>
                <a:gd name="T6" fmla="*/ 7 w 17"/>
                <a:gd name="T7" fmla="*/ 1 h 6"/>
                <a:gd name="T8" fmla="*/ 17 w 17"/>
                <a:gd name="T9" fmla="*/ 2 h 6"/>
              </a:gdLst>
              <a:ahLst/>
              <a:cxnLst>
                <a:cxn ang="0">
                  <a:pos x="T0" y="T1"/>
                </a:cxn>
                <a:cxn ang="0">
                  <a:pos x="T2" y="T3"/>
                </a:cxn>
                <a:cxn ang="0">
                  <a:pos x="T4" y="T5"/>
                </a:cxn>
                <a:cxn ang="0">
                  <a:pos x="T6" y="T7"/>
                </a:cxn>
                <a:cxn ang="0">
                  <a:pos x="T8" y="T9"/>
                </a:cxn>
              </a:cxnLst>
              <a:rect l="0" t="0" r="r" b="b"/>
              <a:pathLst>
                <a:path w="17" h="6">
                  <a:moveTo>
                    <a:pt x="17" y="2"/>
                  </a:moveTo>
                  <a:cubicBezTo>
                    <a:pt x="17" y="3"/>
                    <a:pt x="14" y="4"/>
                    <a:pt x="10" y="5"/>
                  </a:cubicBezTo>
                  <a:cubicBezTo>
                    <a:pt x="5" y="6"/>
                    <a:pt x="1" y="6"/>
                    <a:pt x="0" y="4"/>
                  </a:cubicBezTo>
                  <a:cubicBezTo>
                    <a:pt x="0" y="3"/>
                    <a:pt x="3" y="2"/>
                    <a:pt x="7"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2" name="Freeform 2171">
              <a:extLst>
                <a:ext uri="{FF2B5EF4-FFF2-40B4-BE49-F238E27FC236}">
                  <a16:creationId xmlns:a16="http://schemas.microsoft.com/office/drawing/2014/main" id="{C1942838-041A-0F6B-5C29-03F5944478D4}"/>
                </a:ext>
              </a:extLst>
            </p:cNvPr>
            <p:cNvSpPr>
              <a:spLocks/>
            </p:cNvSpPr>
            <p:nvPr/>
          </p:nvSpPr>
          <p:spPr bwMode="auto">
            <a:xfrm rot="5094805">
              <a:off x="794407" y="2956084"/>
              <a:ext cx="41130" cy="15995"/>
            </a:xfrm>
            <a:custGeom>
              <a:avLst/>
              <a:gdLst>
                <a:gd name="T0" fmla="*/ 9 w 16"/>
                <a:gd name="T1" fmla="*/ 5 h 7"/>
                <a:gd name="T2" fmla="*/ 0 w 16"/>
                <a:gd name="T3" fmla="*/ 5 h 7"/>
                <a:gd name="T4" fmla="*/ 7 w 16"/>
                <a:gd name="T5" fmla="*/ 1 h 7"/>
                <a:gd name="T6" fmla="*/ 16 w 16"/>
                <a:gd name="T7" fmla="*/ 1 h 7"/>
                <a:gd name="T8" fmla="*/ 9 w 16"/>
                <a:gd name="T9" fmla="*/ 5 h 7"/>
              </a:gdLst>
              <a:ahLst/>
              <a:cxnLst>
                <a:cxn ang="0">
                  <a:pos x="T0" y="T1"/>
                </a:cxn>
                <a:cxn ang="0">
                  <a:pos x="T2" y="T3"/>
                </a:cxn>
                <a:cxn ang="0">
                  <a:pos x="T4" y="T5"/>
                </a:cxn>
                <a:cxn ang="0">
                  <a:pos x="T6" y="T7"/>
                </a:cxn>
                <a:cxn ang="0">
                  <a:pos x="T8" y="T9"/>
                </a:cxn>
              </a:cxnLst>
              <a:rect l="0" t="0" r="r" b="b"/>
              <a:pathLst>
                <a:path w="16" h="7">
                  <a:moveTo>
                    <a:pt x="9" y="5"/>
                  </a:moveTo>
                  <a:cubicBezTo>
                    <a:pt x="5" y="7"/>
                    <a:pt x="0" y="7"/>
                    <a:pt x="0" y="5"/>
                  </a:cubicBezTo>
                  <a:cubicBezTo>
                    <a:pt x="0" y="4"/>
                    <a:pt x="3" y="2"/>
                    <a:pt x="7" y="1"/>
                  </a:cubicBezTo>
                  <a:cubicBezTo>
                    <a:pt x="11" y="0"/>
                    <a:pt x="16" y="0"/>
                    <a:pt x="16" y="1"/>
                  </a:cubicBezTo>
                  <a:cubicBezTo>
                    <a:pt x="16" y="3"/>
                    <a:pt x="13" y="4"/>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3" name="Freeform 2172">
              <a:extLst>
                <a:ext uri="{FF2B5EF4-FFF2-40B4-BE49-F238E27FC236}">
                  <a16:creationId xmlns:a16="http://schemas.microsoft.com/office/drawing/2014/main" id="{28A6F214-5489-19B9-4425-A5EDFAC19616}"/>
                </a:ext>
              </a:extLst>
            </p:cNvPr>
            <p:cNvSpPr>
              <a:spLocks/>
            </p:cNvSpPr>
            <p:nvPr/>
          </p:nvSpPr>
          <p:spPr bwMode="auto">
            <a:xfrm rot="5094805">
              <a:off x="865007" y="3143542"/>
              <a:ext cx="43415" cy="15995"/>
            </a:xfrm>
            <a:custGeom>
              <a:avLst/>
              <a:gdLst>
                <a:gd name="T0" fmla="*/ 8 w 18"/>
                <a:gd name="T1" fmla="*/ 1 h 7"/>
                <a:gd name="T2" fmla="*/ 18 w 18"/>
                <a:gd name="T3" fmla="*/ 2 h 7"/>
                <a:gd name="T4" fmla="*/ 10 w 18"/>
                <a:gd name="T5" fmla="*/ 6 h 7"/>
                <a:gd name="T6" fmla="*/ 1 w 18"/>
                <a:gd name="T7" fmla="*/ 6 h 7"/>
                <a:gd name="T8" fmla="*/ 8 w 18"/>
                <a:gd name="T9" fmla="*/ 1 h 7"/>
              </a:gdLst>
              <a:ahLst/>
              <a:cxnLst>
                <a:cxn ang="0">
                  <a:pos x="T0" y="T1"/>
                </a:cxn>
                <a:cxn ang="0">
                  <a:pos x="T2" y="T3"/>
                </a:cxn>
                <a:cxn ang="0">
                  <a:pos x="T4" y="T5"/>
                </a:cxn>
                <a:cxn ang="0">
                  <a:pos x="T6" y="T7"/>
                </a:cxn>
                <a:cxn ang="0">
                  <a:pos x="T8" y="T9"/>
                </a:cxn>
              </a:cxnLst>
              <a:rect l="0" t="0" r="r" b="b"/>
              <a:pathLst>
                <a:path w="18" h="7">
                  <a:moveTo>
                    <a:pt x="8" y="1"/>
                  </a:moveTo>
                  <a:cubicBezTo>
                    <a:pt x="13" y="0"/>
                    <a:pt x="17" y="0"/>
                    <a:pt x="18" y="2"/>
                  </a:cubicBezTo>
                  <a:cubicBezTo>
                    <a:pt x="18" y="3"/>
                    <a:pt x="14" y="5"/>
                    <a:pt x="10" y="6"/>
                  </a:cubicBezTo>
                  <a:cubicBezTo>
                    <a:pt x="6" y="7"/>
                    <a:pt x="2" y="7"/>
                    <a:pt x="1" y="6"/>
                  </a:cubicBezTo>
                  <a:cubicBezTo>
                    <a:pt x="0" y="5"/>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4" name="Freeform 2173">
              <a:extLst>
                <a:ext uri="{FF2B5EF4-FFF2-40B4-BE49-F238E27FC236}">
                  <a16:creationId xmlns:a16="http://schemas.microsoft.com/office/drawing/2014/main" id="{E296E13F-B5DE-E171-5BD3-86C62B2BD325}"/>
                </a:ext>
              </a:extLst>
            </p:cNvPr>
            <p:cNvSpPr>
              <a:spLocks/>
            </p:cNvSpPr>
            <p:nvPr/>
          </p:nvSpPr>
          <p:spPr bwMode="auto">
            <a:xfrm rot="5094805">
              <a:off x="945857" y="3329149"/>
              <a:ext cx="41130" cy="18280"/>
            </a:xfrm>
            <a:custGeom>
              <a:avLst/>
              <a:gdLst>
                <a:gd name="T0" fmla="*/ 17 w 17"/>
                <a:gd name="T1" fmla="*/ 1 h 8"/>
                <a:gd name="T2" fmla="*/ 11 w 17"/>
                <a:gd name="T3" fmla="*/ 6 h 8"/>
                <a:gd name="T4" fmla="*/ 0 w 17"/>
                <a:gd name="T5" fmla="*/ 7 h 8"/>
                <a:gd name="T6" fmla="*/ 8 w 17"/>
                <a:gd name="T7" fmla="*/ 2 h 8"/>
                <a:gd name="T8" fmla="*/ 17 w 17"/>
                <a:gd name="T9" fmla="*/ 1 h 8"/>
              </a:gdLst>
              <a:ahLst/>
              <a:cxnLst>
                <a:cxn ang="0">
                  <a:pos x="T0" y="T1"/>
                </a:cxn>
                <a:cxn ang="0">
                  <a:pos x="T2" y="T3"/>
                </a:cxn>
                <a:cxn ang="0">
                  <a:pos x="T4" y="T5"/>
                </a:cxn>
                <a:cxn ang="0">
                  <a:pos x="T6" y="T7"/>
                </a:cxn>
                <a:cxn ang="0">
                  <a:pos x="T8" y="T9"/>
                </a:cxn>
              </a:cxnLst>
              <a:rect l="0" t="0" r="r" b="b"/>
              <a:pathLst>
                <a:path w="17" h="8">
                  <a:moveTo>
                    <a:pt x="17" y="1"/>
                  </a:moveTo>
                  <a:cubicBezTo>
                    <a:pt x="17" y="2"/>
                    <a:pt x="15" y="4"/>
                    <a:pt x="11" y="6"/>
                  </a:cubicBezTo>
                  <a:cubicBezTo>
                    <a:pt x="6" y="8"/>
                    <a:pt x="1" y="8"/>
                    <a:pt x="0" y="7"/>
                  </a:cubicBezTo>
                  <a:cubicBezTo>
                    <a:pt x="0" y="6"/>
                    <a:pt x="3" y="3"/>
                    <a:pt x="8" y="2"/>
                  </a:cubicBezTo>
                  <a:cubicBezTo>
                    <a:pt x="12" y="0"/>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5" name="Freeform 2174">
              <a:extLst>
                <a:ext uri="{FF2B5EF4-FFF2-40B4-BE49-F238E27FC236}">
                  <a16:creationId xmlns:a16="http://schemas.microsoft.com/office/drawing/2014/main" id="{8B94A45C-2EFC-1C60-67B2-C97B83FECFCA}"/>
                </a:ext>
              </a:extLst>
            </p:cNvPr>
            <p:cNvSpPr>
              <a:spLocks/>
            </p:cNvSpPr>
            <p:nvPr/>
          </p:nvSpPr>
          <p:spPr bwMode="auto">
            <a:xfrm rot="5094805">
              <a:off x="1032389" y="3512904"/>
              <a:ext cx="43415" cy="22850"/>
            </a:xfrm>
            <a:custGeom>
              <a:avLst/>
              <a:gdLst>
                <a:gd name="T0" fmla="*/ 17 w 17"/>
                <a:gd name="T1" fmla="*/ 1 h 9"/>
                <a:gd name="T2" fmla="*/ 11 w 17"/>
                <a:gd name="T3" fmla="*/ 6 h 9"/>
                <a:gd name="T4" fmla="*/ 0 w 17"/>
                <a:gd name="T5" fmla="*/ 7 h 9"/>
                <a:gd name="T6" fmla="*/ 8 w 17"/>
                <a:gd name="T7" fmla="*/ 2 h 9"/>
                <a:gd name="T8" fmla="*/ 17 w 17"/>
                <a:gd name="T9" fmla="*/ 1 h 9"/>
              </a:gdLst>
              <a:ahLst/>
              <a:cxnLst>
                <a:cxn ang="0">
                  <a:pos x="T0" y="T1"/>
                </a:cxn>
                <a:cxn ang="0">
                  <a:pos x="T2" y="T3"/>
                </a:cxn>
                <a:cxn ang="0">
                  <a:pos x="T4" y="T5"/>
                </a:cxn>
                <a:cxn ang="0">
                  <a:pos x="T6" y="T7"/>
                </a:cxn>
                <a:cxn ang="0">
                  <a:pos x="T8" y="T9"/>
                </a:cxn>
              </a:cxnLst>
              <a:rect l="0" t="0" r="r" b="b"/>
              <a:pathLst>
                <a:path w="17" h="9">
                  <a:moveTo>
                    <a:pt x="17" y="1"/>
                  </a:moveTo>
                  <a:cubicBezTo>
                    <a:pt x="17" y="2"/>
                    <a:pt x="15" y="4"/>
                    <a:pt x="11" y="6"/>
                  </a:cubicBezTo>
                  <a:cubicBezTo>
                    <a:pt x="6" y="8"/>
                    <a:pt x="1" y="9"/>
                    <a:pt x="0" y="7"/>
                  </a:cubicBezTo>
                  <a:cubicBezTo>
                    <a:pt x="0" y="6"/>
                    <a:pt x="3" y="3"/>
                    <a:pt x="8" y="2"/>
                  </a:cubicBezTo>
                  <a:cubicBezTo>
                    <a:pt x="12" y="0"/>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6" name="Freeform 2175">
              <a:extLst>
                <a:ext uri="{FF2B5EF4-FFF2-40B4-BE49-F238E27FC236}">
                  <a16:creationId xmlns:a16="http://schemas.microsoft.com/office/drawing/2014/main" id="{D5B3DD6D-CF5B-945D-F985-B99C52DA28C8}"/>
                </a:ext>
              </a:extLst>
            </p:cNvPr>
            <p:cNvSpPr>
              <a:spLocks/>
            </p:cNvSpPr>
            <p:nvPr/>
          </p:nvSpPr>
          <p:spPr bwMode="auto">
            <a:xfrm rot="5094805">
              <a:off x="1129065" y="3696995"/>
              <a:ext cx="43415" cy="22850"/>
            </a:xfrm>
            <a:custGeom>
              <a:avLst/>
              <a:gdLst>
                <a:gd name="T0" fmla="*/ 8 w 17"/>
                <a:gd name="T1" fmla="*/ 2 h 10"/>
                <a:gd name="T2" fmla="*/ 17 w 17"/>
                <a:gd name="T3" fmla="*/ 2 h 10"/>
                <a:gd name="T4" fmla="*/ 8 w 17"/>
                <a:gd name="T5" fmla="*/ 8 h 10"/>
                <a:gd name="T6" fmla="*/ 0 w 17"/>
                <a:gd name="T7" fmla="*/ 9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13" y="1"/>
                    <a:pt x="17" y="0"/>
                    <a:pt x="17" y="2"/>
                  </a:cubicBezTo>
                  <a:cubicBezTo>
                    <a:pt x="16" y="4"/>
                    <a:pt x="13" y="6"/>
                    <a:pt x="8" y="8"/>
                  </a:cubicBezTo>
                  <a:cubicBezTo>
                    <a:pt x="4" y="9"/>
                    <a:pt x="1" y="10"/>
                    <a:pt x="0" y="9"/>
                  </a:cubicBezTo>
                  <a:cubicBezTo>
                    <a:pt x="0" y="7"/>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7" name="Freeform 2176">
              <a:extLst>
                <a:ext uri="{FF2B5EF4-FFF2-40B4-BE49-F238E27FC236}">
                  <a16:creationId xmlns:a16="http://schemas.microsoft.com/office/drawing/2014/main" id="{D67B2C12-E598-0FAC-FF97-F8CBC21EFC1D}"/>
                </a:ext>
              </a:extLst>
            </p:cNvPr>
            <p:cNvSpPr>
              <a:spLocks/>
            </p:cNvSpPr>
            <p:nvPr/>
          </p:nvSpPr>
          <p:spPr bwMode="auto">
            <a:xfrm rot="5094805">
              <a:off x="1230400" y="3880778"/>
              <a:ext cx="41130" cy="25135"/>
            </a:xfrm>
            <a:custGeom>
              <a:avLst/>
              <a:gdLst>
                <a:gd name="T0" fmla="*/ 16 w 17"/>
                <a:gd name="T1" fmla="*/ 1 h 10"/>
                <a:gd name="T2" fmla="*/ 10 w 17"/>
                <a:gd name="T3" fmla="*/ 7 h 10"/>
                <a:gd name="T4" fmla="*/ 0 w 17"/>
                <a:gd name="T5" fmla="*/ 9 h 10"/>
                <a:gd name="T6" fmla="*/ 8 w 17"/>
                <a:gd name="T7" fmla="*/ 2 h 10"/>
                <a:gd name="T8" fmla="*/ 16 w 17"/>
                <a:gd name="T9" fmla="*/ 1 h 10"/>
              </a:gdLst>
              <a:ahLst/>
              <a:cxnLst>
                <a:cxn ang="0">
                  <a:pos x="T0" y="T1"/>
                </a:cxn>
                <a:cxn ang="0">
                  <a:pos x="T2" y="T3"/>
                </a:cxn>
                <a:cxn ang="0">
                  <a:pos x="T4" y="T5"/>
                </a:cxn>
                <a:cxn ang="0">
                  <a:pos x="T6" y="T7"/>
                </a:cxn>
                <a:cxn ang="0">
                  <a:pos x="T8" y="T9"/>
                </a:cxn>
              </a:cxnLst>
              <a:rect l="0" t="0" r="r" b="b"/>
              <a:pathLst>
                <a:path w="17" h="10">
                  <a:moveTo>
                    <a:pt x="16" y="1"/>
                  </a:moveTo>
                  <a:cubicBezTo>
                    <a:pt x="17" y="3"/>
                    <a:pt x="14" y="5"/>
                    <a:pt x="10" y="7"/>
                  </a:cubicBezTo>
                  <a:cubicBezTo>
                    <a:pt x="5" y="9"/>
                    <a:pt x="1" y="10"/>
                    <a:pt x="0" y="9"/>
                  </a:cubicBezTo>
                  <a:cubicBezTo>
                    <a:pt x="0" y="7"/>
                    <a:pt x="3" y="4"/>
                    <a:pt x="8" y="2"/>
                  </a:cubicBezTo>
                  <a:cubicBezTo>
                    <a:pt x="12" y="1"/>
                    <a:pt x="16" y="0"/>
                    <a:pt x="1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8" name="Freeform 2177">
              <a:extLst>
                <a:ext uri="{FF2B5EF4-FFF2-40B4-BE49-F238E27FC236}">
                  <a16:creationId xmlns:a16="http://schemas.microsoft.com/office/drawing/2014/main" id="{BCCE392A-6D8E-DAA0-AE2E-A592FE716BC7}"/>
                </a:ext>
              </a:extLst>
            </p:cNvPr>
            <p:cNvSpPr>
              <a:spLocks/>
            </p:cNvSpPr>
            <p:nvPr/>
          </p:nvSpPr>
          <p:spPr bwMode="auto">
            <a:xfrm rot="5094805">
              <a:off x="1334946" y="4063124"/>
              <a:ext cx="38845" cy="25135"/>
            </a:xfrm>
            <a:custGeom>
              <a:avLst/>
              <a:gdLst>
                <a:gd name="T0" fmla="*/ 16 w 16"/>
                <a:gd name="T1" fmla="*/ 1 h 10"/>
                <a:gd name="T2" fmla="*/ 9 w 16"/>
                <a:gd name="T3" fmla="*/ 7 h 10"/>
                <a:gd name="T4" fmla="*/ 0 w 16"/>
                <a:gd name="T5" fmla="*/ 8 h 10"/>
                <a:gd name="T6" fmla="*/ 7 w 16"/>
                <a:gd name="T7" fmla="*/ 2 h 10"/>
                <a:gd name="T8" fmla="*/ 16 w 16"/>
                <a:gd name="T9" fmla="*/ 1 h 10"/>
              </a:gdLst>
              <a:ahLst/>
              <a:cxnLst>
                <a:cxn ang="0">
                  <a:pos x="T0" y="T1"/>
                </a:cxn>
                <a:cxn ang="0">
                  <a:pos x="T2" y="T3"/>
                </a:cxn>
                <a:cxn ang="0">
                  <a:pos x="T4" y="T5"/>
                </a:cxn>
                <a:cxn ang="0">
                  <a:pos x="T6" y="T7"/>
                </a:cxn>
                <a:cxn ang="0">
                  <a:pos x="T8" y="T9"/>
                </a:cxn>
              </a:cxnLst>
              <a:rect l="0" t="0" r="r" b="b"/>
              <a:pathLst>
                <a:path w="16" h="10">
                  <a:moveTo>
                    <a:pt x="16" y="1"/>
                  </a:moveTo>
                  <a:cubicBezTo>
                    <a:pt x="16" y="2"/>
                    <a:pt x="13" y="5"/>
                    <a:pt x="9" y="7"/>
                  </a:cubicBezTo>
                  <a:cubicBezTo>
                    <a:pt x="4" y="9"/>
                    <a:pt x="0" y="10"/>
                    <a:pt x="0" y="8"/>
                  </a:cubicBezTo>
                  <a:cubicBezTo>
                    <a:pt x="0" y="7"/>
                    <a:pt x="3" y="4"/>
                    <a:pt x="7" y="2"/>
                  </a:cubicBezTo>
                  <a:cubicBezTo>
                    <a:pt x="12" y="0"/>
                    <a:pt x="16" y="0"/>
                    <a:pt x="1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9" name="Freeform 2178">
              <a:extLst>
                <a:ext uri="{FF2B5EF4-FFF2-40B4-BE49-F238E27FC236}">
                  <a16:creationId xmlns:a16="http://schemas.microsoft.com/office/drawing/2014/main" id="{58C77629-F489-2954-DFAC-276D767F0040}"/>
                </a:ext>
              </a:extLst>
            </p:cNvPr>
            <p:cNvSpPr>
              <a:spLocks/>
            </p:cNvSpPr>
            <p:nvPr/>
          </p:nvSpPr>
          <p:spPr bwMode="auto">
            <a:xfrm rot="5094805">
              <a:off x="950903" y="1354735"/>
              <a:ext cx="41130" cy="34275"/>
            </a:xfrm>
            <a:custGeom>
              <a:avLst/>
              <a:gdLst>
                <a:gd name="T0" fmla="*/ 9 w 17"/>
                <a:gd name="T1" fmla="*/ 11 h 14"/>
                <a:gd name="T2" fmla="*/ 1 w 17"/>
                <a:gd name="T3" fmla="*/ 2 h 14"/>
                <a:gd name="T4" fmla="*/ 9 w 17"/>
                <a:gd name="T5" fmla="*/ 3 h 14"/>
                <a:gd name="T6" fmla="*/ 17 w 17"/>
                <a:gd name="T7" fmla="*/ 12 h 14"/>
                <a:gd name="T8" fmla="*/ 9 w 17"/>
                <a:gd name="T9" fmla="*/ 11 h 14"/>
              </a:gdLst>
              <a:ahLst/>
              <a:cxnLst>
                <a:cxn ang="0">
                  <a:pos x="T0" y="T1"/>
                </a:cxn>
                <a:cxn ang="0">
                  <a:pos x="T2" y="T3"/>
                </a:cxn>
                <a:cxn ang="0">
                  <a:pos x="T4" y="T5"/>
                </a:cxn>
                <a:cxn ang="0">
                  <a:pos x="T6" y="T7"/>
                </a:cxn>
                <a:cxn ang="0">
                  <a:pos x="T8" y="T9"/>
                </a:cxn>
              </a:cxnLst>
              <a:rect l="0" t="0" r="r" b="b"/>
              <a:pathLst>
                <a:path w="17" h="14">
                  <a:moveTo>
                    <a:pt x="9" y="11"/>
                  </a:moveTo>
                  <a:cubicBezTo>
                    <a:pt x="4" y="8"/>
                    <a:pt x="0" y="4"/>
                    <a:pt x="1" y="2"/>
                  </a:cubicBezTo>
                  <a:cubicBezTo>
                    <a:pt x="1" y="0"/>
                    <a:pt x="5" y="0"/>
                    <a:pt x="9" y="3"/>
                  </a:cubicBezTo>
                  <a:cubicBezTo>
                    <a:pt x="13" y="5"/>
                    <a:pt x="17" y="9"/>
                    <a:pt x="17" y="12"/>
                  </a:cubicBezTo>
                  <a:cubicBezTo>
                    <a:pt x="17" y="14"/>
                    <a:pt x="13" y="13"/>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0" name="Freeform 2179">
              <a:extLst>
                <a:ext uri="{FF2B5EF4-FFF2-40B4-BE49-F238E27FC236}">
                  <a16:creationId xmlns:a16="http://schemas.microsoft.com/office/drawing/2014/main" id="{0465F539-76A0-8E5D-0B41-246D21C2D62D}"/>
                </a:ext>
              </a:extLst>
            </p:cNvPr>
            <p:cNvSpPr>
              <a:spLocks/>
            </p:cNvSpPr>
            <p:nvPr/>
          </p:nvSpPr>
          <p:spPr bwMode="auto">
            <a:xfrm rot="5094805">
              <a:off x="1032582" y="1151225"/>
              <a:ext cx="43415" cy="34275"/>
            </a:xfrm>
            <a:custGeom>
              <a:avLst/>
              <a:gdLst>
                <a:gd name="T0" fmla="*/ 17 w 18"/>
                <a:gd name="T1" fmla="*/ 11 h 14"/>
                <a:gd name="T2" fmla="*/ 10 w 18"/>
                <a:gd name="T3" fmla="*/ 12 h 14"/>
                <a:gd name="T4" fmla="*/ 0 w 18"/>
                <a:gd name="T5" fmla="*/ 3 h 14"/>
                <a:gd name="T6" fmla="*/ 9 w 18"/>
                <a:gd name="T7" fmla="*/ 2 h 14"/>
                <a:gd name="T8" fmla="*/ 17 w 18"/>
                <a:gd name="T9" fmla="*/ 11 h 14"/>
              </a:gdLst>
              <a:ahLst/>
              <a:cxnLst>
                <a:cxn ang="0">
                  <a:pos x="T0" y="T1"/>
                </a:cxn>
                <a:cxn ang="0">
                  <a:pos x="T2" y="T3"/>
                </a:cxn>
                <a:cxn ang="0">
                  <a:pos x="T4" y="T5"/>
                </a:cxn>
                <a:cxn ang="0">
                  <a:pos x="T6" y="T7"/>
                </a:cxn>
                <a:cxn ang="0">
                  <a:pos x="T8" y="T9"/>
                </a:cxn>
              </a:cxnLst>
              <a:rect l="0" t="0" r="r" b="b"/>
              <a:pathLst>
                <a:path w="18" h="14">
                  <a:moveTo>
                    <a:pt x="17" y="11"/>
                  </a:moveTo>
                  <a:cubicBezTo>
                    <a:pt x="18" y="14"/>
                    <a:pt x="15" y="14"/>
                    <a:pt x="10" y="12"/>
                  </a:cubicBezTo>
                  <a:cubicBezTo>
                    <a:pt x="6" y="10"/>
                    <a:pt x="1" y="6"/>
                    <a:pt x="0" y="3"/>
                  </a:cubicBezTo>
                  <a:cubicBezTo>
                    <a:pt x="0" y="0"/>
                    <a:pt x="4" y="0"/>
                    <a:pt x="9" y="2"/>
                  </a:cubicBezTo>
                  <a:cubicBezTo>
                    <a:pt x="13" y="4"/>
                    <a:pt x="16" y="8"/>
                    <a:pt x="1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1" name="Freeform 2180">
              <a:extLst>
                <a:ext uri="{FF2B5EF4-FFF2-40B4-BE49-F238E27FC236}">
                  <a16:creationId xmlns:a16="http://schemas.microsoft.com/office/drawing/2014/main" id="{F9F612E5-9662-BAF8-ABFF-E999201121A6}"/>
                </a:ext>
              </a:extLst>
            </p:cNvPr>
            <p:cNvSpPr>
              <a:spLocks/>
            </p:cNvSpPr>
            <p:nvPr/>
          </p:nvSpPr>
          <p:spPr bwMode="auto">
            <a:xfrm rot="5094805">
              <a:off x="1103720" y="943029"/>
              <a:ext cx="43415" cy="38845"/>
            </a:xfrm>
            <a:custGeom>
              <a:avLst/>
              <a:gdLst>
                <a:gd name="T0" fmla="*/ 9 w 17"/>
                <a:gd name="T1" fmla="*/ 13 h 15"/>
                <a:gd name="T2" fmla="*/ 0 w 17"/>
                <a:gd name="T3" fmla="*/ 3 h 15"/>
                <a:gd name="T4" fmla="*/ 8 w 17"/>
                <a:gd name="T5" fmla="*/ 2 h 15"/>
                <a:gd name="T6" fmla="*/ 17 w 17"/>
                <a:gd name="T7" fmla="*/ 12 h 15"/>
                <a:gd name="T8" fmla="*/ 9 w 17"/>
                <a:gd name="T9" fmla="*/ 13 h 15"/>
              </a:gdLst>
              <a:ahLst/>
              <a:cxnLst>
                <a:cxn ang="0">
                  <a:pos x="T0" y="T1"/>
                </a:cxn>
                <a:cxn ang="0">
                  <a:pos x="T2" y="T3"/>
                </a:cxn>
                <a:cxn ang="0">
                  <a:pos x="T4" y="T5"/>
                </a:cxn>
                <a:cxn ang="0">
                  <a:pos x="T6" y="T7"/>
                </a:cxn>
                <a:cxn ang="0">
                  <a:pos x="T8" y="T9"/>
                </a:cxn>
              </a:cxnLst>
              <a:rect l="0" t="0" r="r" b="b"/>
              <a:pathLst>
                <a:path w="17" h="15">
                  <a:moveTo>
                    <a:pt x="9" y="13"/>
                  </a:moveTo>
                  <a:cubicBezTo>
                    <a:pt x="4" y="11"/>
                    <a:pt x="0" y="6"/>
                    <a:pt x="0" y="3"/>
                  </a:cubicBezTo>
                  <a:cubicBezTo>
                    <a:pt x="0" y="1"/>
                    <a:pt x="4" y="0"/>
                    <a:pt x="8" y="2"/>
                  </a:cubicBezTo>
                  <a:cubicBezTo>
                    <a:pt x="13" y="4"/>
                    <a:pt x="17" y="9"/>
                    <a:pt x="17" y="12"/>
                  </a:cubicBezTo>
                  <a:cubicBezTo>
                    <a:pt x="17" y="14"/>
                    <a:pt x="13" y="15"/>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2" name="Freeform 2181">
              <a:extLst>
                <a:ext uri="{FF2B5EF4-FFF2-40B4-BE49-F238E27FC236}">
                  <a16:creationId xmlns:a16="http://schemas.microsoft.com/office/drawing/2014/main" id="{182D5E11-CEFB-F96B-C097-CCEE27905052}"/>
                </a:ext>
              </a:extLst>
            </p:cNvPr>
            <p:cNvSpPr>
              <a:spLocks/>
            </p:cNvSpPr>
            <p:nvPr/>
          </p:nvSpPr>
          <p:spPr bwMode="auto">
            <a:xfrm rot="5094805">
              <a:off x="1159129" y="743097"/>
              <a:ext cx="43415" cy="34275"/>
            </a:xfrm>
            <a:custGeom>
              <a:avLst/>
              <a:gdLst>
                <a:gd name="T0" fmla="*/ 11 w 18"/>
                <a:gd name="T1" fmla="*/ 13 h 14"/>
                <a:gd name="T2" fmla="*/ 1 w 18"/>
                <a:gd name="T3" fmla="*/ 4 h 14"/>
                <a:gd name="T4" fmla="*/ 7 w 18"/>
                <a:gd name="T5" fmla="*/ 1 h 14"/>
                <a:gd name="T6" fmla="*/ 17 w 18"/>
                <a:gd name="T7" fmla="*/ 10 h 14"/>
                <a:gd name="T8" fmla="*/ 11 w 18"/>
                <a:gd name="T9" fmla="*/ 13 h 14"/>
              </a:gdLst>
              <a:ahLst/>
              <a:cxnLst>
                <a:cxn ang="0">
                  <a:pos x="T0" y="T1"/>
                </a:cxn>
                <a:cxn ang="0">
                  <a:pos x="T2" y="T3"/>
                </a:cxn>
                <a:cxn ang="0">
                  <a:pos x="T4" y="T5"/>
                </a:cxn>
                <a:cxn ang="0">
                  <a:pos x="T6" y="T7"/>
                </a:cxn>
                <a:cxn ang="0">
                  <a:pos x="T8" y="T9"/>
                </a:cxn>
              </a:cxnLst>
              <a:rect l="0" t="0" r="r" b="b"/>
              <a:pathLst>
                <a:path w="18" h="14">
                  <a:moveTo>
                    <a:pt x="11" y="13"/>
                  </a:moveTo>
                  <a:cubicBezTo>
                    <a:pt x="6" y="12"/>
                    <a:pt x="1" y="8"/>
                    <a:pt x="1" y="4"/>
                  </a:cubicBezTo>
                  <a:cubicBezTo>
                    <a:pt x="0" y="1"/>
                    <a:pt x="3" y="0"/>
                    <a:pt x="7" y="1"/>
                  </a:cubicBezTo>
                  <a:cubicBezTo>
                    <a:pt x="12" y="2"/>
                    <a:pt x="17" y="6"/>
                    <a:pt x="17" y="10"/>
                  </a:cubicBezTo>
                  <a:cubicBezTo>
                    <a:pt x="18" y="13"/>
                    <a:pt x="15" y="14"/>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3" name="Freeform 2182">
              <a:extLst>
                <a:ext uri="{FF2B5EF4-FFF2-40B4-BE49-F238E27FC236}">
                  <a16:creationId xmlns:a16="http://schemas.microsoft.com/office/drawing/2014/main" id="{57ECA42F-7D3B-1E06-8BA5-A485C0CFAECC}"/>
                </a:ext>
              </a:extLst>
            </p:cNvPr>
            <p:cNvSpPr>
              <a:spLocks/>
            </p:cNvSpPr>
            <p:nvPr/>
          </p:nvSpPr>
          <p:spPr bwMode="auto">
            <a:xfrm rot="5094805">
              <a:off x="1191778" y="540621"/>
              <a:ext cx="43415" cy="38845"/>
            </a:xfrm>
            <a:custGeom>
              <a:avLst/>
              <a:gdLst>
                <a:gd name="T0" fmla="*/ 17 w 17"/>
                <a:gd name="T1" fmla="*/ 9 h 15"/>
                <a:gd name="T2" fmla="*/ 10 w 17"/>
                <a:gd name="T3" fmla="*/ 14 h 15"/>
                <a:gd name="T4" fmla="*/ 0 w 17"/>
                <a:gd name="T5" fmla="*/ 6 h 15"/>
                <a:gd name="T6" fmla="*/ 7 w 17"/>
                <a:gd name="T7" fmla="*/ 1 h 15"/>
                <a:gd name="T8" fmla="*/ 17 w 17"/>
                <a:gd name="T9" fmla="*/ 9 h 15"/>
              </a:gdLst>
              <a:ahLst/>
              <a:cxnLst>
                <a:cxn ang="0">
                  <a:pos x="T0" y="T1"/>
                </a:cxn>
                <a:cxn ang="0">
                  <a:pos x="T2" y="T3"/>
                </a:cxn>
                <a:cxn ang="0">
                  <a:pos x="T4" y="T5"/>
                </a:cxn>
                <a:cxn ang="0">
                  <a:pos x="T6" y="T7"/>
                </a:cxn>
                <a:cxn ang="0">
                  <a:pos x="T8" y="T9"/>
                </a:cxn>
              </a:cxnLst>
              <a:rect l="0" t="0" r="r" b="b"/>
              <a:pathLst>
                <a:path w="17" h="15">
                  <a:moveTo>
                    <a:pt x="17" y="9"/>
                  </a:moveTo>
                  <a:cubicBezTo>
                    <a:pt x="17" y="13"/>
                    <a:pt x="14" y="15"/>
                    <a:pt x="10" y="14"/>
                  </a:cubicBezTo>
                  <a:cubicBezTo>
                    <a:pt x="5" y="13"/>
                    <a:pt x="1" y="9"/>
                    <a:pt x="0" y="6"/>
                  </a:cubicBezTo>
                  <a:cubicBezTo>
                    <a:pt x="0" y="2"/>
                    <a:pt x="3" y="0"/>
                    <a:pt x="7" y="1"/>
                  </a:cubicBezTo>
                  <a:cubicBezTo>
                    <a:pt x="12" y="2"/>
                    <a:pt x="17" y="6"/>
                    <a:pt x="1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4" name="Freeform 2183">
              <a:extLst>
                <a:ext uri="{FF2B5EF4-FFF2-40B4-BE49-F238E27FC236}">
                  <a16:creationId xmlns:a16="http://schemas.microsoft.com/office/drawing/2014/main" id="{5D678785-5801-2935-8C9C-B31CFEC4C50F}"/>
                </a:ext>
              </a:extLst>
            </p:cNvPr>
            <p:cNvSpPr>
              <a:spLocks/>
            </p:cNvSpPr>
            <p:nvPr/>
          </p:nvSpPr>
          <p:spPr bwMode="auto">
            <a:xfrm rot="5094805">
              <a:off x="1196083" y="346486"/>
              <a:ext cx="41130" cy="34275"/>
            </a:xfrm>
            <a:custGeom>
              <a:avLst/>
              <a:gdLst>
                <a:gd name="T0" fmla="*/ 9 w 17"/>
                <a:gd name="T1" fmla="*/ 13 h 14"/>
                <a:gd name="T2" fmla="*/ 1 w 17"/>
                <a:gd name="T3" fmla="*/ 6 h 14"/>
                <a:gd name="T4" fmla="*/ 8 w 17"/>
                <a:gd name="T5" fmla="*/ 0 h 14"/>
                <a:gd name="T6" fmla="*/ 17 w 17"/>
                <a:gd name="T7" fmla="*/ 8 h 14"/>
                <a:gd name="T8" fmla="*/ 9 w 17"/>
                <a:gd name="T9" fmla="*/ 13 h 14"/>
              </a:gdLst>
              <a:ahLst/>
              <a:cxnLst>
                <a:cxn ang="0">
                  <a:pos x="T0" y="T1"/>
                </a:cxn>
                <a:cxn ang="0">
                  <a:pos x="T2" y="T3"/>
                </a:cxn>
                <a:cxn ang="0">
                  <a:pos x="T4" y="T5"/>
                </a:cxn>
                <a:cxn ang="0">
                  <a:pos x="T6" y="T7"/>
                </a:cxn>
                <a:cxn ang="0">
                  <a:pos x="T8" y="T9"/>
                </a:cxn>
              </a:cxnLst>
              <a:rect l="0" t="0" r="r" b="b"/>
              <a:pathLst>
                <a:path w="17" h="14">
                  <a:moveTo>
                    <a:pt x="9" y="13"/>
                  </a:moveTo>
                  <a:cubicBezTo>
                    <a:pt x="4" y="13"/>
                    <a:pt x="0" y="9"/>
                    <a:pt x="1" y="6"/>
                  </a:cubicBezTo>
                  <a:cubicBezTo>
                    <a:pt x="1" y="2"/>
                    <a:pt x="4" y="0"/>
                    <a:pt x="8" y="0"/>
                  </a:cubicBezTo>
                  <a:cubicBezTo>
                    <a:pt x="13" y="1"/>
                    <a:pt x="17" y="4"/>
                    <a:pt x="17" y="8"/>
                  </a:cubicBezTo>
                  <a:cubicBezTo>
                    <a:pt x="17" y="11"/>
                    <a:pt x="13" y="14"/>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5" name="Freeform 2184">
              <a:extLst>
                <a:ext uri="{FF2B5EF4-FFF2-40B4-BE49-F238E27FC236}">
                  <a16:creationId xmlns:a16="http://schemas.microsoft.com/office/drawing/2014/main" id="{F28305A0-EB44-EA0D-A413-6F58BD37286D}"/>
                </a:ext>
              </a:extLst>
            </p:cNvPr>
            <p:cNvSpPr>
              <a:spLocks/>
            </p:cNvSpPr>
            <p:nvPr/>
          </p:nvSpPr>
          <p:spPr bwMode="auto">
            <a:xfrm rot="5094805">
              <a:off x="1166548" y="155276"/>
              <a:ext cx="41130" cy="36560"/>
            </a:xfrm>
            <a:custGeom>
              <a:avLst/>
              <a:gdLst>
                <a:gd name="T0" fmla="*/ 10 w 17"/>
                <a:gd name="T1" fmla="*/ 13 h 15"/>
                <a:gd name="T2" fmla="*/ 1 w 17"/>
                <a:gd name="T3" fmla="*/ 9 h 15"/>
                <a:gd name="T4" fmla="*/ 7 w 17"/>
                <a:gd name="T5" fmla="*/ 1 h 15"/>
                <a:gd name="T6" fmla="*/ 17 w 17"/>
                <a:gd name="T7" fmla="*/ 6 h 15"/>
                <a:gd name="T8" fmla="*/ 10 w 17"/>
                <a:gd name="T9" fmla="*/ 13 h 15"/>
              </a:gdLst>
              <a:ahLst/>
              <a:cxnLst>
                <a:cxn ang="0">
                  <a:pos x="T0" y="T1"/>
                </a:cxn>
                <a:cxn ang="0">
                  <a:pos x="T2" y="T3"/>
                </a:cxn>
                <a:cxn ang="0">
                  <a:pos x="T4" y="T5"/>
                </a:cxn>
                <a:cxn ang="0">
                  <a:pos x="T6" y="T7"/>
                </a:cxn>
                <a:cxn ang="0">
                  <a:pos x="T8" y="T9"/>
                </a:cxn>
              </a:cxnLst>
              <a:rect l="0" t="0" r="r" b="b"/>
              <a:pathLst>
                <a:path w="17" h="15">
                  <a:moveTo>
                    <a:pt x="10" y="13"/>
                  </a:moveTo>
                  <a:cubicBezTo>
                    <a:pt x="6" y="15"/>
                    <a:pt x="1" y="12"/>
                    <a:pt x="1" y="9"/>
                  </a:cubicBezTo>
                  <a:cubicBezTo>
                    <a:pt x="0" y="5"/>
                    <a:pt x="3" y="2"/>
                    <a:pt x="7" y="1"/>
                  </a:cubicBezTo>
                  <a:cubicBezTo>
                    <a:pt x="11" y="0"/>
                    <a:pt x="16" y="2"/>
                    <a:pt x="17" y="6"/>
                  </a:cubicBezTo>
                  <a:cubicBezTo>
                    <a:pt x="17" y="9"/>
                    <a:pt x="15" y="12"/>
                    <a:pt x="1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6" name="Freeform 2185">
              <a:extLst>
                <a:ext uri="{FF2B5EF4-FFF2-40B4-BE49-F238E27FC236}">
                  <a16:creationId xmlns:a16="http://schemas.microsoft.com/office/drawing/2014/main" id="{4F6F6996-8311-FA62-9992-DA581554BE0C}"/>
                </a:ext>
              </a:extLst>
            </p:cNvPr>
            <p:cNvSpPr>
              <a:spLocks/>
            </p:cNvSpPr>
            <p:nvPr/>
          </p:nvSpPr>
          <p:spPr bwMode="auto">
            <a:xfrm rot="5094805">
              <a:off x="1095004" y="-31150"/>
              <a:ext cx="43415" cy="38845"/>
            </a:xfrm>
            <a:custGeom>
              <a:avLst/>
              <a:gdLst>
                <a:gd name="T0" fmla="*/ 8 w 18"/>
                <a:gd name="T1" fmla="*/ 2 h 16"/>
                <a:gd name="T2" fmla="*/ 17 w 18"/>
                <a:gd name="T3" fmla="*/ 4 h 16"/>
                <a:gd name="T4" fmla="*/ 11 w 18"/>
                <a:gd name="T5" fmla="*/ 14 h 16"/>
                <a:gd name="T6" fmla="*/ 1 w 18"/>
                <a:gd name="T7" fmla="*/ 13 h 16"/>
                <a:gd name="T8" fmla="*/ 8 w 18"/>
                <a:gd name="T9" fmla="*/ 2 h 16"/>
              </a:gdLst>
              <a:ahLst/>
              <a:cxnLst>
                <a:cxn ang="0">
                  <a:pos x="T0" y="T1"/>
                </a:cxn>
                <a:cxn ang="0">
                  <a:pos x="T2" y="T3"/>
                </a:cxn>
                <a:cxn ang="0">
                  <a:pos x="T4" y="T5"/>
                </a:cxn>
                <a:cxn ang="0">
                  <a:pos x="T6" y="T7"/>
                </a:cxn>
                <a:cxn ang="0">
                  <a:pos x="T8" y="T9"/>
                </a:cxn>
              </a:cxnLst>
              <a:rect l="0" t="0" r="r" b="b"/>
              <a:pathLst>
                <a:path w="18" h="16">
                  <a:moveTo>
                    <a:pt x="8" y="2"/>
                  </a:moveTo>
                  <a:cubicBezTo>
                    <a:pt x="12" y="0"/>
                    <a:pt x="16" y="1"/>
                    <a:pt x="17" y="4"/>
                  </a:cubicBezTo>
                  <a:cubicBezTo>
                    <a:pt x="18" y="7"/>
                    <a:pt x="15" y="12"/>
                    <a:pt x="11" y="14"/>
                  </a:cubicBezTo>
                  <a:cubicBezTo>
                    <a:pt x="7" y="16"/>
                    <a:pt x="2" y="15"/>
                    <a:pt x="1" y="13"/>
                  </a:cubicBezTo>
                  <a:cubicBezTo>
                    <a:pt x="0" y="9"/>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7" name="Freeform 2206">
              <a:extLst>
                <a:ext uri="{FF2B5EF4-FFF2-40B4-BE49-F238E27FC236}">
                  <a16:creationId xmlns:a16="http://schemas.microsoft.com/office/drawing/2014/main" id="{74036ECE-7BEB-0735-6B1B-3432C77E8D6B}"/>
                </a:ext>
              </a:extLst>
            </p:cNvPr>
            <p:cNvSpPr>
              <a:spLocks/>
            </p:cNvSpPr>
            <p:nvPr/>
          </p:nvSpPr>
          <p:spPr bwMode="auto">
            <a:xfrm rot="5094805">
              <a:off x="1441961" y="4247341"/>
              <a:ext cx="41130" cy="25135"/>
            </a:xfrm>
            <a:custGeom>
              <a:avLst/>
              <a:gdLst>
                <a:gd name="T0" fmla="*/ 16 w 16"/>
                <a:gd name="T1" fmla="*/ 2 h 10"/>
                <a:gd name="T2" fmla="*/ 9 w 16"/>
                <a:gd name="T3" fmla="*/ 8 h 10"/>
                <a:gd name="T4" fmla="*/ 0 w 16"/>
                <a:gd name="T5" fmla="*/ 9 h 10"/>
                <a:gd name="T6" fmla="*/ 7 w 16"/>
                <a:gd name="T7" fmla="*/ 3 h 10"/>
                <a:gd name="T8" fmla="*/ 16 w 16"/>
                <a:gd name="T9" fmla="*/ 2 h 10"/>
              </a:gdLst>
              <a:ahLst/>
              <a:cxnLst>
                <a:cxn ang="0">
                  <a:pos x="T0" y="T1"/>
                </a:cxn>
                <a:cxn ang="0">
                  <a:pos x="T2" y="T3"/>
                </a:cxn>
                <a:cxn ang="0">
                  <a:pos x="T4" y="T5"/>
                </a:cxn>
                <a:cxn ang="0">
                  <a:pos x="T6" y="T7"/>
                </a:cxn>
                <a:cxn ang="0">
                  <a:pos x="T8" y="T9"/>
                </a:cxn>
              </a:cxnLst>
              <a:rect l="0" t="0" r="r" b="b"/>
              <a:pathLst>
                <a:path w="16" h="10">
                  <a:moveTo>
                    <a:pt x="16" y="2"/>
                  </a:moveTo>
                  <a:cubicBezTo>
                    <a:pt x="16" y="3"/>
                    <a:pt x="13" y="6"/>
                    <a:pt x="9" y="8"/>
                  </a:cubicBezTo>
                  <a:cubicBezTo>
                    <a:pt x="5" y="10"/>
                    <a:pt x="0" y="10"/>
                    <a:pt x="0" y="9"/>
                  </a:cubicBezTo>
                  <a:cubicBezTo>
                    <a:pt x="0" y="8"/>
                    <a:pt x="3" y="5"/>
                    <a:pt x="7" y="3"/>
                  </a:cubicBezTo>
                  <a:cubicBezTo>
                    <a:pt x="11" y="1"/>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8" name="Freeform 2207">
              <a:extLst>
                <a:ext uri="{FF2B5EF4-FFF2-40B4-BE49-F238E27FC236}">
                  <a16:creationId xmlns:a16="http://schemas.microsoft.com/office/drawing/2014/main" id="{2CA5AC22-CD86-F202-D667-E2103DFE3AD1}"/>
                </a:ext>
              </a:extLst>
            </p:cNvPr>
            <p:cNvSpPr>
              <a:spLocks/>
            </p:cNvSpPr>
            <p:nvPr/>
          </p:nvSpPr>
          <p:spPr bwMode="auto">
            <a:xfrm rot="5094805">
              <a:off x="1547636" y="4428240"/>
              <a:ext cx="43415" cy="27420"/>
            </a:xfrm>
            <a:custGeom>
              <a:avLst/>
              <a:gdLst>
                <a:gd name="T0" fmla="*/ 17 w 17"/>
                <a:gd name="T1" fmla="*/ 2 h 11"/>
                <a:gd name="T2" fmla="*/ 10 w 17"/>
                <a:gd name="T3" fmla="*/ 8 h 11"/>
                <a:gd name="T4" fmla="*/ 1 w 17"/>
                <a:gd name="T5" fmla="*/ 9 h 11"/>
                <a:gd name="T6" fmla="*/ 7 w 17"/>
                <a:gd name="T7" fmla="*/ 3 h 11"/>
                <a:gd name="T8" fmla="*/ 17 w 17"/>
                <a:gd name="T9" fmla="*/ 2 h 11"/>
              </a:gdLst>
              <a:ahLst/>
              <a:cxnLst>
                <a:cxn ang="0">
                  <a:pos x="T0" y="T1"/>
                </a:cxn>
                <a:cxn ang="0">
                  <a:pos x="T2" y="T3"/>
                </a:cxn>
                <a:cxn ang="0">
                  <a:pos x="T4" y="T5"/>
                </a:cxn>
                <a:cxn ang="0">
                  <a:pos x="T6" y="T7"/>
                </a:cxn>
                <a:cxn ang="0">
                  <a:pos x="T8" y="T9"/>
                </a:cxn>
              </a:cxnLst>
              <a:rect l="0" t="0" r="r" b="b"/>
              <a:pathLst>
                <a:path w="17" h="11">
                  <a:moveTo>
                    <a:pt x="17" y="2"/>
                  </a:moveTo>
                  <a:cubicBezTo>
                    <a:pt x="17" y="3"/>
                    <a:pt x="14" y="6"/>
                    <a:pt x="10" y="8"/>
                  </a:cubicBezTo>
                  <a:cubicBezTo>
                    <a:pt x="5" y="10"/>
                    <a:pt x="1" y="11"/>
                    <a:pt x="1" y="9"/>
                  </a:cubicBezTo>
                  <a:cubicBezTo>
                    <a:pt x="0" y="8"/>
                    <a:pt x="3" y="5"/>
                    <a:pt x="7" y="3"/>
                  </a:cubicBezTo>
                  <a:cubicBezTo>
                    <a:pt x="12" y="1"/>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9" name="Freeform 2208">
              <a:extLst>
                <a:ext uri="{FF2B5EF4-FFF2-40B4-BE49-F238E27FC236}">
                  <a16:creationId xmlns:a16="http://schemas.microsoft.com/office/drawing/2014/main" id="{788FAE6A-A0A9-B117-0728-5C4A3A01D416}"/>
                </a:ext>
              </a:extLst>
            </p:cNvPr>
            <p:cNvSpPr>
              <a:spLocks/>
            </p:cNvSpPr>
            <p:nvPr/>
          </p:nvSpPr>
          <p:spPr bwMode="auto">
            <a:xfrm rot="5094805">
              <a:off x="1654660" y="4612659"/>
              <a:ext cx="41130" cy="27420"/>
            </a:xfrm>
            <a:custGeom>
              <a:avLst/>
              <a:gdLst>
                <a:gd name="T0" fmla="*/ 9 w 17"/>
                <a:gd name="T1" fmla="*/ 8 h 11"/>
                <a:gd name="T2" fmla="*/ 0 w 17"/>
                <a:gd name="T3" fmla="*/ 9 h 11"/>
                <a:gd name="T4" fmla="*/ 8 w 17"/>
                <a:gd name="T5" fmla="*/ 3 h 11"/>
                <a:gd name="T6" fmla="*/ 17 w 17"/>
                <a:gd name="T7" fmla="*/ 2 h 11"/>
                <a:gd name="T8" fmla="*/ 9 w 17"/>
                <a:gd name="T9" fmla="*/ 8 h 11"/>
              </a:gdLst>
              <a:ahLst/>
              <a:cxnLst>
                <a:cxn ang="0">
                  <a:pos x="T0" y="T1"/>
                </a:cxn>
                <a:cxn ang="0">
                  <a:pos x="T2" y="T3"/>
                </a:cxn>
                <a:cxn ang="0">
                  <a:pos x="T4" y="T5"/>
                </a:cxn>
                <a:cxn ang="0">
                  <a:pos x="T6" y="T7"/>
                </a:cxn>
                <a:cxn ang="0">
                  <a:pos x="T8" y="T9"/>
                </a:cxn>
              </a:cxnLst>
              <a:rect l="0" t="0" r="r" b="b"/>
              <a:pathLst>
                <a:path w="17" h="11">
                  <a:moveTo>
                    <a:pt x="9" y="8"/>
                  </a:moveTo>
                  <a:cubicBezTo>
                    <a:pt x="5" y="10"/>
                    <a:pt x="0" y="11"/>
                    <a:pt x="0" y="9"/>
                  </a:cubicBezTo>
                  <a:cubicBezTo>
                    <a:pt x="0" y="8"/>
                    <a:pt x="4" y="5"/>
                    <a:pt x="8" y="3"/>
                  </a:cubicBezTo>
                  <a:cubicBezTo>
                    <a:pt x="12" y="1"/>
                    <a:pt x="16" y="0"/>
                    <a:pt x="17" y="2"/>
                  </a:cubicBezTo>
                  <a:cubicBezTo>
                    <a:pt x="17" y="3"/>
                    <a:pt x="13" y="6"/>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0" name="Freeform 2209">
              <a:extLst>
                <a:ext uri="{FF2B5EF4-FFF2-40B4-BE49-F238E27FC236}">
                  <a16:creationId xmlns:a16="http://schemas.microsoft.com/office/drawing/2014/main" id="{1EF12D1D-7C35-6CFD-C3D7-C7DF7DD0981B}"/>
                </a:ext>
              </a:extLst>
            </p:cNvPr>
            <p:cNvSpPr>
              <a:spLocks/>
            </p:cNvSpPr>
            <p:nvPr/>
          </p:nvSpPr>
          <p:spPr bwMode="auto">
            <a:xfrm rot="5094805">
              <a:off x="1758165" y="4798428"/>
              <a:ext cx="41130" cy="22850"/>
            </a:xfrm>
            <a:custGeom>
              <a:avLst/>
              <a:gdLst>
                <a:gd name="T0" fmla="*/ 8 w 17"/>
                <a:gd name="T1" fmla="*/ 3 h 10"/>
                <a:gd name="T2" fmla="*/ 17 w 17"/>
                <a:gd name="T3" fmla="*/ 2 h 10"/>
                <a:gd name="T4" fmla="*/ 9 w 17"/>
                <a:gd name="T5" fmla="*/ 8 h 10"/>
                <a:gd name="T6" fmla="*/ 0 w 17"/>
                <a:gd name="T7" fmla="*/ 9 h 10"/>
                <a:gd name="T8" fmla="*/ 8 w 17"/>
                <a:gd name="T9" fmla="*/ 3 h 10"/>
              </a:gdLst>
              <a:ahLst/>
              <a:cxnLst>
                <a:cxn ang="0">
                  <a:pos x="T0" y="T1"/>
                </a:cxn>
                <a:cxn ang="0">
                  <a:pos x="T2" y="T3"/>
                </a:cxn>
                <a:cxn ang="0">
                  <a:pos x="T4" y="T5"/>
                </a:cxn>
                <a:cxn ang="0">
                  <a:pos x="T6" y="T7"/>
                </a:cxn>
                <a:cxn ang="0">
                  <a:pos x="T8" y="T9"/>
                </a:cxn>
              </a:cxnLst>
              <a:rect l="0" t="0" r="r" b="b"/>
              <a:pathLst>
                <a:path w="17" h="10">
                  <a:moveTo>
                    <a:pt x="8" y="3"/>
                  </a:moveTo>
                  <a:cubicBezTo>
                    <a:pt x="12" y="1"/>
                    <a:pt x="17" y="0"/>
                    <a:pt x="17" y="2"/>
                  </a:cubicBezTo>
                  <a:cubicBezTo>
                    <a:pt x="17" y="4"/>
                    <a:pt x="13" y="7"/>
                    <a:pt x="9" y="8"/>
                  </a:cubicBezTo>
                  <a:cubicBezTo>
                    <a:pt x="5" y="10"/>
                    <a:pt x="1" y="10"/>
                    <a:pt x="0" y="9"/>
                  </a:cubicBezTo>
                  <a:cubicBezTo>
                    <a:pt x="0" y="8"/>
                    <a:pt x="3" y="4"/>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1" name="Freeform 2210">
              <a:extLst>
                <a:ext uri="{FF2B5EF4-FFF2-40B4-BE49-F238E27FC236}">
                  <a16:creationId xmlns:a16="http://schemas.microsoft.com/office/drawing/2014/main" id="{A615481C-346A-E4FB-0554-8E48A5588086}"/>
                </a:ext>
              </a:extLst>
            </p:cNvPr>
            <p:cNvSpPr>
              <a:spLocks/>
            </p:cNvSpPr>
            <p:nvPr/>
          </p:nvSpPr>
          <p:spPr bwMode="auto">
            <a:xfrm rot="5094805">
              <a:off x="1853694" y="4981276"/>
              <a:ext cx="45700" cy="25135"/>
            </a:xfrm>
            <a:custGeom>
              <a:avLst/>
              <a:gdLst>
                <a:gd name="T0" fmla="*/ 8 w 18"/>
                <a:gd name="T1" fmla="*/ 2 h 10"/>
                <a:gd name="T2" fmla="*/ 17 w 18"/>
                <a:gd name="T3" fmla="*/ 1 h 10"/>
                <a:gd name="T4" fmla="*/ 11 w 18"/>
                <a:gd name="T5" fmla="*/ 8 h 10"/>
                <a:gd name="T6" fmla="*/ 1 w 18"/>
                <a:gd name="T7" fmla="*/ 9 h 10"/>
                <a:gd name="T8" fmla="*/ 8 w 18"/>
                <a:gd name="T9" fmla="*/ 2 h 10"/>
              </a:gdLst>
              <a:ahLst/>
              <a:cxnLst>
                <a:cxn ang="0">
                  <a:pos x="T0" y="T1"/>
                </a:cxn>
                <a:cxn ang="0">
                  <a:pos x="T2" y="T3"/>
                </a:cxn>
                <a:cxn ang="0">
                  <a:pos x="T4" y="T5"/>
                </a:cxn>
                <a:cxn ang="0">
                  <a:pos x="T6" y="T7"/>
                </a:cxn>
                <a:cxn ang="0">
                  <a:pos x="T8" y="T9"/>
                </a:cxn>
              </a:cxnLst>
              <a:rect l="0" t="0" r="r" b="b"/>
              <a:pathLst>
                <a:path w="18" h="10">
                  <a:moveTo>
                    <a:pt x="8" y="2"/>
                  </a:moveTo>
                  <a:cubicBezTo>
                    <a:pt x="12" y="1"/>
                    <a:pt x="16" y="0"/>
                    <a:pt x="17" y="1"/>
                  </a:cubicBezTo>
                  <a:cubicBezTo>
                    <a:pt x="18" y="3"/>
                    <a:pt x="15" y="6"/>
                    <a:pt x="11" y="8"/>
                  </a:cubicBezTo>
                  <a:cubicBezTo>
                    <a:pt x="7" y="9"/>
                    <a:pt x="2" y="10"/>
                    <a:pt x="1" y="9"/>
                  </a:cubicBezTo>
                  <a:cubicBezTo>
                    <a:pt x="0" y="8"/>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2" name="Freeform 2211">
              <a:extLst>
                <a:ext uri="{FF2B5EF4-FFF2-40B4-BE49-F238E27FC236}">
                  <a16:creationId xmlns:a16="http://schemas.microsoft.com/office/drawing/2014/main" id="{98EB3C67-1E25-2926-DA7E-F30BFDA61ACF}"/>
                </a:ext>
              </a:extLst>
            </p:cNvPr>
            <p:cNvSpPr>
              <a:spLocks/>
            </p:cNvSpPr>
            <p:nvPr/>
          </p:nvSpPr>
          <p:spPr bwMode="auto">
            <a:xfrm rot="5094805">
              <a:off x="1950583" y="5167846"/>
              <a:ext cx="41130" cy="25135"/>
            </a:xfrm>
            <a:custGeom>
              <a:avLst/>
              <a:gdLst>
                <a:gd name="T0" fmla="*/ 8 w 17"/>
                <a:gd name="T1" fmla="*/ 2 h 10"/>
                <a:gd name="T2" fmla="*/ 16 w 17"/>
                <a:gd name="T3" fmla="*/ 3 h 10"/>
                <a:gd name="T4" fmla="*/ 8 w 17"/>
                <a:gd name="T5" fmla="*/ 8 h 10"/>
                <a:gd name="T6" fmla="*/ 0 w 17"/>
                <a:gd name="T7" fmla="*/ 8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13" y="0"/>
                    <a:pt x="17" y="1"/>
                    <a:pt x="16" y="3"/>
                  </a:cubicBezTo>
                  <a:cubicBezTo>
                    <a:pt x="16" y="4"/>
                    <a:pt x="13" y="7"/>
                    <a:pt x="8" y="8"/>
                  </a:cubicBezTo>
                  <a:cubicBezTo>
                    <a:pt x="4" y="10"/>
                    <a:pt x="0" y="10"/>
                    <a:pt x="0" y="8"/>
                  </a:cubicBezTo>
                  <a:cubicBezTo>
                    <a:pt x="0" y="6"/>
                    <a:pt x="4"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3" name="Freeform 2212">
              <a:extLst>
                <a:ext uri="{FF2B5EF4-FFF2-40B4-BE49-F238E27FC236}">
                  <a16:creationId xmlns:a16="http://schemas.microsoft.com/office/drawing/2014/main" id="{AD2A9125-CE35-A3BE-28D8-F72C2C3DB3D3}"/>
                </a:ext>
              </a:extLst>
            </p:cNvPr>
            <p:cNvSpPr>
              <a:spLocks/>
            </p:cNvSpPr>
            <p:nvPr/>
          </p:nvSpPr>
          <p:spPr bwMode="auto">
            <a:xfrm rot="5094805">
              <a:off x="2035879" y="5352950"/>
              <a:ext cx="41130" cy="25135"/>
            </a:xfrm>
            <a:custGeom>
              <a:avLst/>
              <a:gdLst>
                <a:gd name="T0" fmla="*/ 9 w 17"/>
                <a:gd name="T1" fmla="*/ 8 h 10"/>
                <a:gd name="T2" fmla="*/ 0 w 17"/>
                <a:gd name="T3" fmla="*/ 7 h 10"/>
                <a:gd name="T4" fmla="*/ 8 w 17"/>
                <a:gd name="T5" fmla="*/ 2 h 10"/>
                <a:gd name="T6" fmla="*/ 17 w 17"/>
                <a:gd name="T7" fmla="*/ 3 h 10"/>
                <a:gd name="T8" fmla="*/ 9 w 17"/>
                <a:gd name="T9" fmla="*/ 8 h 10"/>
              </a:gdLst>
              <a:ahLst/>
              <a:cxnLst>
                <a:cxn ang="0">
                  <a:pos x="T0" y="T1"/>
                </a:cxn>
                <a:cxn ang="0">
                  <a:pos x="T2" y="T3"/>
                </a:cxn>
                <a:cxn ang="0">
                  <a:pos x="T4" y="T5"/>
                </a:cxn>
                <a:cxn ang="0">
                  <a:pos x="T6" y="T7"/>
                </a:cxn>
                <a:cxn ang="0">
                  <a:pos x="T8" y="T9"/>
                </a:cxn>
              </a:cxnLst>
              <a:rect l="0" t="0" r="r" b="b"/>
              <a:pathLst>
                <a:path w="17" h="10">
                  <a:moveTo>
                    <a:pt x="9" y="8"/>
                  </a:moveTo>
                  <a:cubicBezTo>
                    <a:pt x="4" y="10"/>
                    <a:pt x="0" y="9"/>
                    <a:pt x="0" y="7"/>
                  </a:cubicBezTo>
                  <a:cubicBezTo>
                    <a:pt x="1" y="5"/>
                    <a:pt x="4" y="3"/>
                    <a:pt x="8" y="2"/>
                  </a:cubicBezTo>
                  <a:cubicBezTo>
                    <a:pt x="13" y="0"/>
                    <a:pt x="17" y="1"/>
                    <a:pt x="17" y="3"/>
                  </a:cubicBezTo>
                  <a:cubicBezTo>
                    <a:pt x="17" y="4"/>
                    <a:pt x="13"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4" name="Freeform 2213">
              <a:extLst>
                <a:ext uri="{FF2B5EF4-FFF2-40B4-BE49-F238E27FC236}">
                  <a16:creationId xmlns:a16="http://schemas.microsoft.com/office/drawing/2014/main" id="{DD411233-D934-1C8A-68CD-465815DB05E4}"/>
                </a:ext>
              </a:extLst>
            </p:cNvPr>
            <p:cNvSpPr>
              <a:spLocks/>
            </p:cNvSpPr>
            <p:nvPr/>
          </p:nvSpPr>
          <p:spPr bwMode="auto">
            <a:xfrm rot="5094805">
              <a:off x="2113210" y="5539907"/>
              <a:ext cx="41130" cy="22850"/>
            </a:xfrm>
            <a:custGeom>
              <a:avLst/>
              <a:gdLst>
                <a:gd name="T0" fmla="*/ 17 w 17"/>
                <a:gd name="T1" fmla="*/ 2 h 9"/>
                <a:gd name="T2" fmla="*/ 11 w 17"/>
                <a:gd name="T3" fmla="*/ 7 h 9"/>
                <a:gd name="T4" fmla="*/ 1 w 17"/>
                <a:gd name="T5" fmla="*/ 7 h 9"/>
                <a:gd name="T6" fmla="*/ 8 w 17"/>
                <a:gd name="T7" fmla="*/ 1 h 9"/>
                <a:gd name="T8" fmla="*/ 17 w 17"/>
                <a:gd name="T9" fmla="*/ 2 h 9"/>
              </a:gdLst>
              <a:ahLst/>
              <a:cxnLst>
                <a:cxn ang="0">
                  <a:pos x="T0" y="T1"/>
                </a:cxn>
                <a:cxn ang="0">
                  <a:pos x="T2" y="T3"/>
                </a:cxn>
                <a:cxn ang="0">
                  <a:pos x="T4" y="T5"/>
                </a:cxn>
                <a:cxn ang="0">
                  <a:pos x="T6" y="T7"/>
                </a:cxn>
                <a:cxn ang="0">
                  <a:pos x="T8" y="T9"/>
                </a:cxn>
              </a:cxnLst>
              <a:rect l="0" t="0" r="r" b="b"/>
              <a:pathLst>
                <a:path w="17" h="9">
                  <a:moveTo>
                    <a:pt x="17" y="2"/>
                  </a:moveTo>
                  <a:cubicBezTo>
                    <a:pt x="17" y="3"/>
                    <a:pt x="15" y="6"/>
                    <a:pt x="11" y="7"/>
                  </a:cubicBezTo>
                  <a:cubicBezTo>
                    <a:pt x="6" y="9"/>
                    <a:pt x="1" y="9"/>
                    <a:pt x="1" y="7"/>
                  </a:cubicBezTo>
                  <a:cubicBezTo>
                    <a:pt x="0" y="5"/>
                    <a:pt x="4" y="2"/>
                    <a:pt x="8"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5" name="Freeform 2214">
              <a:extLst>
                <a:ext uri="{FF2B5EF4-FFF2-40B4-BE49-F238E27FC236}">
                  <a16:creationId xmlns:a16="http://schemas.microsoft.com/office/drawing/2014/main" id="{BBB33896-F509-7C72-7C7C-9235871F133E}"/>
                </a:ext>
              </a:extLst>
            </p:cNvPr>
            <p:cNvSpPr>
              <a:spLocks/>
            </p:cNvSpPr>
            <p:nvPr/>
          </p:nvSpPr>
          <p:spPr bwMode="auto">
            <a:xfrm rot="5094805">
              <a:off x="2180396" y="5728811"/>
              <a:ext cx="43415" cy="20565"/>
            </a:xfrm>
            <a:custGeom>
              <a:avLst/>
              <a:gdLst>
                <a:gd name="T0" fmla="*/ 8 w 17"/>
                <a:gd name="T1" fmla="*/ 1 h 9"/>
                <a:gd name="T2" fmla="*/ 17 w 17"/>
                <a:gd name="T3" fmla="*/ 4 h 9"/>
                <a:gd name="T4" fmla="*/ 10 w 17"/>
                <a:gd name="T5" fmla="*/ 8 h 9"/>
                <a:gd name="T6" fmla="*/ 1 w 17"/>
                <a:gd name="T7" fmla="*/ 7 h 9"/>
                <a:gd name="T8" fmla="*/ 8 w 17"/>
                <a:gd name="T9" fmla="*/ 1 h 9"/>
              </a:gdLst>
              <a:ahLst/>
              <a:cxnLst>
                <a:cxn ang="0">
                  <a:pos x="T0" y="T1"/>
                </a:cxn>
                <a:cxn ang="0">
                  <a:pos x="T2" y="T3"/>
                </a:cxn>
                <a:cxn ang="0">
                  <a:pos x="T4" y="T5"/>
                </a:cxn>
                <a:cxn ang="0">
                  <a:pos x="T6" y="T7"/>
                </a:cxn>
                <a:cxn ang="0">
                  <a:pos x="T8" y="T9"/>
                </a:cxn>
              </a:cxnLst>
              <a:rect l="0" t="0" r="r" b="b"/>
              <a:pathLst>
                <a:path w="17" h="9">
                  <a:moveTo>
                    <a:pt x="8" y="1"/>
                  </a:moveTo>
                  <a:cubicBezTo>
                    <a:pt x="13" y="0"/>
                    <a:pt x="17" y="1"/>
                    <a:pt x="17" y="4"/>
                  </a:cubicBezTo>
                  <a:cubicBezTo>
                    <a:pt x="17" y="5"/>
                    <a:pt x="14" y="7"/>
                    <a:pt x="10" y="8"/>
                  </a:cubicBezTo>
                  <a:cubicBezTo>
                    <a:pt x="6" y="9"/>
                    <a:pt x="2" y="9"/>
                    <a:pt x="1" y="7"/>
                  </a:cubicBezTo>
                  <a:cubicBezTo>
                    <a:pt x="0" y="5"/>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6" name="Freeform 2216">
              <a:extLst>
                <a:ext uri="{FF2B5EF4-FFF2-40B4-BE49-F238E27FC236}">
                  <a16:creationId xmlns:a16="http://schemas.microsoft.com/office/drawing/2014/main" id="{D6EDA4C8-3875-EC11-B798-7F0695F5F3C2}"/>
                </a:ext>
              </a:extLst>
            </p:cNvPr>
            <p:cNvSpPr>
              <a:spLocks/>
            </p:cNvSpPr>
            <p:nvPr/>
          </p:nvSpPr>
          <p:spPr bwMode="auto">
            <a:xfrm rot="5094805">
              <a:off x="2236413" y="5918922"/>
              <a:ext cx="41130" cy="22850"/>
            </a:xfrm>
            <a:custGeom>
              <a:avLst/>
              <a:gdLst>
                <a:gd name="T0" fmla="*/ 10 w 17"/>
                <a:gd name="T1" fmla="*/ 8 h 9"/>
                <a:gd name="T2" fmla="*/ 0 w 17"/>
                <a:gd name="T3" fmla="*/ 6 h 9"/>
                <a:gd name="T4" fmla="*/ 8 w 17"/>
                <a:gd name="T5" fmla="*/ 1 h 9"/>
                <a:gd name="T6" fmla="*/ 17 w 17"/>
                <a:gd name="T7" fmla="*/ 3 h 9"/>
                <a:gd name="T8" fmla="*/ 10 w 17"/>
                <a:gd name="T9" fmla="*/ 8 h 9"/>
              </a:gdLst>
              <a:ahLst/>
              <a:cxnLst>
                <a:cxn ang="0">
                  <a:pos x="T0" y="T1"/>
                </a:cxn>
                <a:cxn ang="0">
                  <a:pos x="T2" y="T3"/>
                </a:cxn>
                <a:cxn ang="0">
                  <a:pos x="T4" y="T5"/>
                </a:cxn>
                <a:cxn ang="0">
                  <a:pos x="T6" y="T7"/>
                </a:cxn>
                <a:cxn ang="0">
                  <a:pos x="T8" y="T9"/>
                </a:cxn>
              </a:cxnLst>
              <a:rect l="0" t="0" r="r" b="b"/>
              <a:pathLst>
                <a:path w="17" h="9">
                  <a:moveTo>
                    <a:pt x="10" y="8"/>
                  </a:moveTo>
                  <a:cubicBezTo>
                    <a:pt x="5" y="9"/>
                    <a:pt x="0" y="8"/>
                    <a:pt x="0" y="6"/>
                  </a:cubicBezTo>
                  <a:cubicBezTo>
                    <a:pt x="0" y="4"/>
                    <a:pt x="4" y="2"/>
                    <a:pt x="8" y="1"/>
                  </a:cubicBezTo>
                  <a:cubicBezTo>
                    <a:pt x="12" y="0"/>
                    <a:pt x="17" y="1"/>
                    <a:pt x="17" y="3"/>
                  </a:cubicBezTo>
                  <a:cubicBezTo>
                    <a:pt x="17" y="5"/>
                    <a:pt x="14" y="7"/>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7" name="Freeform 2217">
              <a:extLst>
                <a:ext uri="{FF2B5EF4-FFF2-40B4-BE49-F238E27FC236}">
                  <a16:creationId xmlns:a16="http://schemas.microsoft.com/office/drawing/2014/main" id="{66E9C089-D840-89D8-E219-89196D7AE9D8}"/>
                </a:ext>
              </a:extLst>
            </p:cNvPr>
            <p:cNvSpPr>
              <a:spLocks/>
            </p:cNvSpPr>
            <p:nvPr/>
          </p:nvSpPr>
          <p:spPr bwMode="auto">
            <a:xfrm rot="5094805">
              <a:off x="2278669" y="6112437"/>
              <a:ext cx="41130" cy="18280"/>
            </a:xfrm>
            <a:custGeom>
              <a:avLst/>
              <a:gdLst>
                <a:gd name="T0" fmla="*/ 10 w 17"/>
                <a:gd name="T1" fmla="*/ 8 h 8"/>
                <a:gd name="T2" fmla="*/ 0 w 17"/>
                <a:gd name="T3" fmla="*/ 5 h 8"/>
                <a:gd name="T4" fmla="*/ 7 w 17"/>
                <a:gd name="T5" fmla="*/ 1 h 8"/>
                <a:gd name="T6" fmla="*/ 17 w 17"/>
                <a:gd name="T7" fmla="*/ 4 h 8"/>
                <a:gd name="T8" fmla="*/ 10 w 17"/>
                <a:gd name="T9" fmla="*/ 8 h 8"/>
              </a:gdLst>
              <a:ahLst/>
              <a:cxnLst>
                <a:cxn ang="0">
                  <a:pos x="T0" y="T1"/>
                </a:cxn>
                <a:cxn ang="0">
                  <a:pos x="T2" y="T3"/>
                </a:cxn>
                <a:cxn ang="0">
                  <a:pos x="T4" y="T5"/>
                </a:cxn>
                <a:cxn ang="0">
                  <a:pos x="T6" y="T7"/>
                </a:cxn>
                <a:cxn ang="0">
                  <a:pos x="T8" y="T9"/>
                </a:cxn>
              </a:cxnLst>
              <a:rect l="0" t="0" r="r" b="b"/>
              <a:pathLst>
                <a:path w="17" h="8">
                  <a:moveTo>
                    <a:pt x="10" y="8"/>
                  </a:moveTo>
                  <a:cubicBezTo>
                    <a:pt x="5" y="8"/>
                    <a:pt x="1" y="7"/>
                    <a:pt x="0" y="5"/>
                  </a:cubicBezTo>
                  <a:cubicBezTo>
                    <a:pt x="0" y="3"/>
                    <a:pt x="3" y="1"/>
                    <a:pt x="7" y="1"/>
                  </a:cubicBezTo>
                  <a:cubicBezTo>
                    <a:pt x="11" y="0"/>
                    <a:pt x="16" y="1"/>
                    <a:pt x="17" y="4"/>
                  </a:cubicBezTo>
                  <a:cubicBezTo>
                    <a:pt x="17" y="5"/>
                    <a:pt x="14" y="7"/>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8" name="Freeform 2218">
              <a:extLst>
                <a:ext uri="{FF2B5EF4-FFF2-40B4-BE49-F238E27FC236}">
                  <a16:creationId xmlns:a16="http://schemas.microsoft.com/office/drawing/2014/main" id="{29841D8C-6531-C5D3-1228-3945A9C81680}"/>
                </a:ext>
              </a:extLst>
            </p:cNvPr>
            <p:cNvSpPr>
              <a:spLocks/>
            </p:cNvSpPr>
            <p:nvPr/>
          </p:nvSpPr>
          <p:spPr bwMode="auto">
            <a:xfrm rot="5094805">
              <a:off x="2322053" y="6302220"/>
              <a:ext cx="45700" cy="20565"/>
            </a:xfrm>
            <a:custGeom>
              <a:avLst/>
              <a:gdLst>
                <a:gd name="T0" fmla="*/ 17 w 18"/>
                <a:gd name="T1" fmla="*/ 3 h 9"/>
                <a:gd name="T2" fmla="*/ 11 w 18"/>
                <a:gd name="T3" fmla="*/ 8 h 9"/>
                <a:gd name="T4" fmla="*/ 1 w 18"/>
                <a:gd name="T5" fmla="*/ 6 h 9"/>
                <a:gd name="T6" fmla="*/ 8 w 18"/>
                <a:gd name="T7" fmla="*/ 1 h 9"/>
                <a:gd name="T8" fmla="*/ 17 w 18"/>
                <a:gd name="T9" fmla="*/ 3 h 9"/>
              </a:gdLst>
              <a:ahLst/>
              <a:cxnLst>
                <a:cxn ang="0">
                  <a:pos x="T0" y="T1"/>
                </a:cxn>
                <a:cxn ang="0">
                  <a:pos x="T2" y="T3"/>
                </a:cxn>
                <a:cxn ang="0">
                  <a:pos x="T4" y="T5"/>
                </a:cxn>
                <a:cxn ang="0">
                  <a:pos x="T6" y="T7"/>
                </a:cxn>
                <a:cxn ang="0">
                  <a:pos x="T8" y="T9"/>
                </a:cxn>
              </a:cxnLst>
              <a:rect l="0" t="0" r="r" b="b"/>
              <a:pathLst>
                <a:path w="18" h="9">
                  <a:moveTo>
                    <a:pt x="17" y="3"/>
                  </a:moveTo>
                  <a:cubicBezTo>
                    <a:pt x="18" y="4"/>
                    <a:pt x="15" y="7"/>
                    <a:pt x="11" y="8"/>
                  </a:cubicBezTo>
                  <a:cubicBezTo>
                    <a:pt x="6" y="9"/>
                    <a:pt x="1" y="8"/>
                    <a:pt x="1" y="6"/>
                  </a:cubicBezTo>
                  <a:cubicBezTo>
                    <a:pt x="0" y="4"/>
                    <a:pt x="4" y="1"/>
                    <a:pt x="8" y="1"/>
                  </a:cubicBezTo>
                  <a:cubicBezTo>
                    <a:pt x="12" y="0"/>
                    <a:pt x="16" y="1"/>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9" name="Freeform 2219">
              <a:extLst>
                <a:ext uri="{FF2B5EF4-FFF2-40B4-BE49-F238E27FC236}">
                  <a16:creationId xmlns:a16="http://schemas.microsoft.com/office/drawing/2014/main" id="{95DD9F97-AE22-7E72-E2EF-282F55F6B22E}"/>
                </a:ext>
              </a:extLst>
            </p:cNvPr>
            <p:cNvSpPr>
              <a:spLocks/>
            </p:cNvSpPr>
            <p:nvPr/>
          </p:nvSpPr>
          <p:spPr bwMode="auto">
            <a:xfrm rot="5094805">
              <a:off x="2386875" y="6487066"/>
              <a:ext cx="41130" cy="25135"/>
            </a:xfrm>
            <a:custGeom>
              <a:avLst/>
              <a:gdLst>
                <a:gd name="T0" fmla="*/ 9 w 17"/>
                <a:gd name="T1" fmla="*/ 9 h 10"/>
                <a:gd name="T2" fmla="*/ 1 w 17"/>
                <a:gd name="T3" fmla="*/ 7 h 10"/>
                <a:gd name="T4" fmla="*/ 8 w 17"/>
                <a:gd name="T5" fmla="*/ 1 h 10"/>
                <a:gd name="T6" fmla="*/ 17 w 17"/>
                <a:gd name="T7" fmla="*/ 3 h 10"/>
                <a:gd name="T8" fmla="*/ 9 w 17"/>
                <a:gd name="T9" fmla="*/ 9 h 10"/>
              </a:gdLst>
              <a:ahLst/>
              <a:cxnLst>
                <a:cxn ang="0">
                  <a:pos x="T0" y="T1"/>
                </a:cxn>
                <a:cxn ang="0">
                  <a:pos x="T2" y="T3"/>
                </a:cxn>
                <a:cxn ang="0">
                  <a:pos x="T4" y="T5"/>
                </a:cxn>
                <a:cxn ang="0">
                  <a:pos x="T6" y="T7"/>
                </a:cxn>
                <a:cxn ang="0">
                  <a:pos x="T8" y="T9"/>
                </a:cxn>
              </a:cxnLst>
              <a:rect l="0" t="0" r="r" b="b"/>
              <a:pathLst>
                <a:path w="17" h="10">
                  <a:moveTo>
                    <a:pt x="9" y="9"/>
                  </a:moveTo>
                  <a:cubicBezTo>
                    <a:pt x="5" y="10"/>
                    <a:pt x="0" y="9"/>
                    <a:pt x="1" y="7"/>
                  </a:cubicBezTo>
                  <a:cubicBezTo>
                    <a:pt x="1" y="5"/>
                    <a:pt x="5" y="2"/>
                    <a:pt x="8" y="1"/>
                  </a:cubicBezTo>
                  <a:cubicBezTo>
                    <a:pt x="13" y="0"/>
                    <a:pt x="17" y="1"/>
                    <a:pt x="17" y="3"/>
                  </a:cubicBezTo>
                  <a:cubicBezTo>
                    <a:pt x="17" y="5"/>
                    <a:pt x="13" y="8"/>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0" name="Freeform 2220">
              <a:extLst>
                <a:ext uri="{FF2B5EF4-FFF2-40B4-BE49-F238E27FC236}">
                  <a16:creationId xmlns:a16="http://schemas.microsoft.com/office/drawing/2014/main" id="{CA382563-59B9-91D0-9BA2-E49158D4A531}"/>
                </a:ext>
              </a:extLst>
            </p:cNvPr>
            <p:cNvSpPr>
              <a:spLocks/>
            </p:cNvSpPr>
            <p:nvPr/>
          </p:nvSpPr>
          <p:spPr bwMode="auto">
            <a:xfrm rot="5094805">
              <a:off x="2464206" y="6671737"/>
              <a:ext cx="41130" cy="27420"/>
            </a:xfrm>
            <a:custGeom>
              <a:avLst/>
              <a:gdLst>
                <a:gd name="T0" fmla="*/ 17 w 17"/>
                <a:gd name="T1" fmla="*/ 3 h 11"/>
                <a:gd name="T2" fmla="*/ 10 w 17"/>
                <a:gd name="T3" fmla="*/ 9 h 11"/>
                <a:gd name="T4" fmla="*/ 1 w 17"/>
                <a:gd name="T5" fmla="*/ 8 h 11"/>
                <a:gd name="T6" fmla="*/ 9 w 17"/>
                <a:gd name="T7" fmla="*/ 2 h 11"/>
                <a:gd name="T8" fmla="*/ 17 w 17"/>
                <a:gd name="T9" fmla="*/ 3 h 11"/>
              </a:gdLst>
              <a:ahLst/>
              <a:cxnLst>
                <a:cxn ang="0">
                  <a:pos x="T0" y="T1"/>
                </a:cxn>
                <a:cxn ang="0">
                  <a:pos x="T2" y="T3"/>
                </a:cxn>
                <a:cxn ang="0">
                  <a:pos x="T4" y="T5"/>
                </a:cxn>
                <a:cxn ang="0">
                  <a:pos x="T6" y="T7"/>
                </a:cxn>
                <a:cxn ang="0">
                  <a:pos x="T8" y="T9"/>
                </a:cxn>
              </a:cxnLst>
              <a:rect l="0" t="0" r="r" b="b"/>
              <a:pathLst>
                <a:path w="17" h="11">
                  <a:moveTo>
                    <a:pt x="17" y="3"/>
                  </a:moveTo>
                  <a:cubicBezTo>
                    <a:pt x="17" y="5"/>
                    <a:pt x="15" y="7"/>
                    <a:pt x="10" y="9"/>
                  </a:cubicBezTo>
                  <a:cubicBezTo>
                    <a:pt x="6" y="11"/>
                    <a:pt x="1" y="11"/>
                    <a:pt x="1" y="8"/>
                  </a:cubicBezTo>
                  <a:cubicBezTo>
                    <a:pt x="0" y="6"/>
                    <a:pt x="4" y="3"/>
                    <a:pt x="9" y="2"/>
                  </a:cubicBezTo>
                  <a:cubicBezTo>
                    <a:pt x="13" y="0"/>
                    <a:pt x="16" y="1"/>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1" name="Freeform 2221">
              <a:extLst>
                <a:ext uri="{FF2B5EF4-FFF2-40B4-BE49-F238E27FC236}">
                  <a16:creationId xmlns:a16="http://schemas.microsoft.com/office/drawing/2014/main" id="{955906F8-EFB8-F8D1-FBB9-996FA7AD3261}"/>
                </a:ext>
              </a:extLst>
            </p:cNvPr>
            <p:cNvSpPr>
              <a:spLocks/>
            </p:cNvSpPr>
            <p:nvPr/>
          </p:nvSpPr>
          <p:spPr bwMode="auto">
            <a:xfrm rot="5094805">
              <a:off x="2549494" y="6856638"/>
              <a:ext cx="45700" cy="27420"/>
            </a:xfrm>
            <a:custGeom>
              <a:avLst/>
              <a:gdLst>
                <a:gd name="T0" fmla="*/ 8 w 18"/>
                <a:gd name="T1" fmla="*/ 2 h 11"/>
                <a:gd name="T2" fmla="*/ 17 w 18"/>
                <a:gd name="T3" fmla="*/ 2 h 11"/>
                <a:gd name="T4" fmla="*/ 11 w 18"/>
                <a:gd name="T5" fmla="*/ 9 h 11"/>
                <a:gd name="T6" fmla="*/ 1 w 18"/>
                <a:gd name="T7" fmla="*/ 9 h 11"/>
                <a:gd name="T8" fmla="*/ 8 w 18"/>
                <a:gd name="T9" fmla="*/ 2 h 11"/>
              </a:gdLst>
              <a:ahLst/>
              <a:cxnLst>
                <a:cxn ang="0">
                  <a:pos x="T0" y="T1"/>
                </a:cxn>
                <a:cxn ang="0">
                  <a:pos x="T2" y="T3"/>
                </a:cxn>
                <a:cxn ang="0">
                  <a:pos x="T4" y="T5"/>
                </a:cxn>
                <a:cxn ang="0">
                  <a:pos x="T6" y="T7"/>
                </a:cxn>
                <a:cxn ang="0">
                  <a:pos x="T8" y="T9"/>
                </a:cxn>
              </a:cxnLst>
              <a:rect l="0" t="0" r="r" b="b"/>
              <a:pathLst>
                <a:path w="18" h="11">
                  <a:moveTo>
                    <a:pt x="8" y="2"/>
                  </a:moveTo>
                  <a:cubicBezTo>
                    <a:pt x="12" y="0"/>
                    <a:pt x="16" y="0"/>
                    <a:pt x="17" y="2"/>
                  </a:cubicBezTo>
                  <a:cubicBezTo>
                    <a:pt x="18" y="4"/>
                    <a:pt x="15" y="7"/>
                    <a:pt x="11" y="9"/>
                  </a:cubicBezTo>
                  <a:cubicBezTo>
                    <a:pt x="7" y="11"/>
                    <a:pt x="2" y="11"/>
                    <a:pt x="1" y="9"/>
                  </a:cubicBezTo>
                  <a:cubicBezTo>
                    <a:pt x="0" y="8"/>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2" name="Freeform 2222">
              <a:extLst>
                <a:ext uri="{FF2B5EF4-FFF2-40B4-BE49-F238E27FC236}">
                  <a16:creationId xmlns:a16="http://schemas.microsoft.com/office/drawing/2014/main" id="{4D623EE4-4EE5-A92C-F9D7-3CEE36E88203}"/>
                </a:ext>
              </a:extLst>
            </p:cNvPr>
            <p:cNvSpPr>
              <a:spLocks/>
            </p:cNvSpPr>
            <p:nvPr/>
          </p:nvSpPr>
          <p:spPr bwMode="auto">
            <a:xfrm rot="5094805">
              <a:off x="872969" y="1654048"/>
              <a:ext cx="43415" cy="29705"/>
            </a:xfrm>
            <a:custGeom>
              <a:avLst/>
              <a:gdLst>
                <a:gd name="T0" fmla="*/ 7 w 17"/>
                <a:gd name="T1" fmla="*/ 2 h 12"/>
                <a:gd name="T2" fmla="*/ 16 w 17"/>
                <a:gd name="T3" fmla="*/ 10 h 12"/>
                <a:gd name="T4" fmla="*/ 10 w 17"/>
                <a:gd name="T5" fmla="*/ 10 h 12"/>
                <a:gd name="T6" fmla="*/ 0 w 17"/>
                <a:gd name="T7" fmla="*/ 2 h 12"/>
                <a:gd name="T8" fmla="*/ 7 w 17"/>
                <a:gd name="T9" fmla="*/ 2 h 12"/>
              </a:gdLst>
              <a:ahLst/>
              <a:cxnLst>
                <a:cxn ang="0">
                  <a:pos x="T0" y="T1"/>
                </a:cxn>
                <a:cxn ang="0">
                  <a:pos x="T2" y="T3"/>
                </a:cxn>
                <a:cxn ang="0">
                  <a:pos x="T4" y="T5"/>
                </a:cxn>
                <a:cxn ang="0">
                  <a:pos x="T6" y="T7"/>
                </a:cxn>
                <a:cxn ang="0">
                  <a:pos x="T8" y="T9"/>
                </a:cxn>
              </a:cxnLst>
              <a:rect l="0" t="0" r="r" b="b"/>
              <a:pathLst>
                <a:path w="17" h="12">
                  <a:moveTo>
                    <a:pt x="7" y="2"/>
                  </a:moveTo>
                  <a:cubicBezTo>
                    <a:pt x="11" y="4"/>
                    <a:pt x="16" y="8"/>
                    <a:pt x="16" y="10"/>
                  </a:cubicBezTo>
                  <a:cubicBezTo>
                    <a:pt x="17" y="12"/>
                    <a:pt x="14" y="12"/>
                    <a:pt x="10" y="10"/>
                  </a:cubicBezTo>
                  <a:cubicBezTo>
                    <a:pt x="6" y="8"/>
                    <a:pt x="1" y="5"/>
                    <a:pt x="0" y="2"/>
                  </a:cubicBezTo>
                  <a:cubicBezTo>
                    <a:pt x="0" y="0"/>
                    <a:pt x="2"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3" name="Freeform 2223">
              <a:extLst>
                <a:ext uri="{FF2B5EF4-FFF2-40B4-BE49-F238E27FC236}">
                  <a16:creationId xmlns:a16="http://schemas.microsoft.com/office/drawing/2014/main" id="{D19D72CC-3332-56B9-CB30-8969655040F9}"/>
                </a:ext>
              </a:extLst>
            </p:cNvPr>
            <p:cNvSpPr>
              <a:spLocks/>
            </p:cNvSpPr>
            <p:nvPr/>
          </p:nvSpPr>
          <p:spPr bwMode="auto">
            <a:xfrm rot="5094805">
              <a:off x="797182" y="1860470"/>
              <a:ext cx="41130" cy="27420"/>
            </a:xfrm>
            <a:custGeom>
              <a:avLst/>
              <a:gdLst>
                <a:gd name="T0" fmla="*/ 1 w 17"/>
                <a:gd name="T1" fmla="*/ 2 h 11"/>
                <a:gd name="T2" fmla="*/ 8 w 17"/>
                <a:gd name="T3" fmla="*/ 3 h 11"/>
                <a:gd name="T4" fmla="*/ 17 w 17"/>
                <a:gd name="T5" fmla="*/ 10 h 11"/>
                <a:gd name="T6" fmla="*/ 9 w 17"/>
                <a:gd name="T7" fmla="*/ 9 h 11"/>
                <a:gd name="T8" fmla="*/ 1 w 17"/>
                <a:gd name="T9" fmla="*/ 2 h 11"/>
              </a:gdLst>
              <a:ahLst/>
              <a:cxnLst>
                <a:cxn ang="0">
                  <a:pos x="T0" y="T1"/>
                </a:cxn>
                <a:cxn ang="0">
                  <a:pos x="T2" y="T3"/>
                </a:cxn>
                <a:cxn ang="0">
                  <a:pos x="T4" y="T5"/>
                </a:cxn>
                <a:cxn ang="0">
                  <a:pos x="T6" y="T7"/>
                </a:cxn>
                <a:cxn ang="0">
                  <a:pos x="T8" y="T9"/>
                </a:cxn>
              </a:cxnLst>
              <a:rect l="0" t="0" r="r" b="b"/>
              <a:pathLst>
                <a:path w="17" h="11">
                  <a:moveTo>
                    <a:pt x="1" y="2"/>
                  </a:moveTo>
                  <a:cubicBezTo>
                    <a:pt x="0" y="0"/>
                    <a:pt x="4" y="1"/>
                    <a:pt x="8" y="3"/>
                  </a:cubicBezTo>
                  <a:cubicBezTo>
                    <a:pt x="13" y="5"/>
                    <a:pt x="17" y="8"/>
                    <a:pt x="17" y="10"/>
                  </a:cubicBezTo>
                  <a:cubicBezTo>
                    <a:pt x="17" y="11"/>
                    <a:pt x="13" y="11"/>
                    <a:pt x="9" y="9"/>
                  </a:cubicBezTo>
                  <a:cubicBezTo>
                    <a:pt x="5" y="7"/>
                    <a:pt x="1" y="4"/>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4" name="Freeform 2224">
              <a:extLst>
                <a:ext uri="{FF2B5EF4-FFF2-40B4-BE49-F238E27FC236}">
                  <a16:creationId xmlns:a16="http://schemas.microsoft.com/office/drawing/2014/main" id="{DC22DB52-12AE-EE4C-9289-29475A84E83B}"/>
                </a:ext>
              </a:extLst>
            </p:cNvPr>
            <p:cNvSpPr>
              <a:spLocks/>
            </p:cNvSpPr>
            <p:nvPr/>
          </p:nvSpPr>
          <p:spPr bwMode="auto">
            <a:xfrm rot="5094805">
              <a:off x="733904" y="2066718"/>
              <a:ext cx="43415" cy="22850"/>
            </a:xfrm>
            <a:custGeom>
              <a:avLst/>
              <a:gdLst>
                <a:gd name="T0" fmla="*/ 17 w 17"/>
                <a:gd name="T1" fmla="*/ 7 h 9"/>
                <a:gd name="T2" fmla="*/ 10 w 17"/>
                <a:gd name="T3" fmla="*/ 8 h 9"/>
                <a:gd name="T4" fmla="*/ 1 w 17"/>
                <a:gd name="T5" fmla="*/ 2 h 9"/>
                <a:gd name="T6" fmla="*/ 8 w 17"/>
                <a:gd name="T7" fmla="*/ 1 h 9"/>
                <a:gd name="T8" fmla="*/ 17 w 17"/>
                <a:gd name="T9" fmla="*/ 7 h 9"/>
              </a:gdLst>
              <a:ahLst/>
              <a:cxnLst>
                <a:cxn ang="0">
                  <a:pos x="T0" y="T1"/>
                </a:cxn>
                <a:cxn ang="0">
                  <a:pos x="T2" y="T3"/>
                </a:cxn>
                <a:cxn ang="0">
                  <a:pos x="T4" y="T5"/>
                </a:cxn>
                <a:cxn ang="0">
                  <a:pos x="T6" y="T7"/>
                </a:cxn>
                <a:cxn ang="0">
                  <a:pos x="T8" y="T9"/>
                </a:cxn>
              </a:cxnLst>
              <a:rect l="0" t="0" r="r" b="b"/>
              <a:pathLst>
                <a:path w="17" h="9">
                  <a:moveTo>
                    <a:pt x="17" y="7"/>
                  </a:moveTo>
                  <a:cubicBezTo>
                    <a:pt x="17" y="9"/>
                    <a:pt x="14" y="9"/>
                    <a:pt x="10" y="8"/>
                  </a:cubicBezTo>
                  <a:cubicBezTo>
                    <a:pt x="6" y="6"/>
                    <a:pt x="1" y="4"/>
                    <a:pt x="1" y="2"/>
                  </a:cubicBezTo>
                  <a:cubicBezTo>
                    <a:pt x="0" y="0"/>
                    <a:pt x="3" y="0"/>
                    <a:pt x="8" y="1"/>
                  </a:cubicBezTo>
                  <a:cubicBezTo>
                    <a:pt x="12" y="3"/>
                    <a:pt x="16" y="5"/>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5" name="Freeform 2225">
              <a:extLst>
                <a:ext uri="{FF2B5EF4-FFF2-40B4-BE49-F238E27FC236}">
                  <a16:creationId xmlns:a16="http://schemas.microsoft.com/office/drawing/2014/main" id="{2B2935FD-1EB5-0300-8415-5029342D7AC6}"/>
                </a:ext>
              </a:extLst>
            </p:cNvPr>
            <p:cNvSpPr>
              <a:spLocks/>
            </p:cNvSpPr>
            <p:nvPr/>
          </p:nvSpPr>
          <p:spPr bwMode="auto">
            <a:xfrm rot="5094805">
              <a:off x="701361" y="2271576"/>
              <a:ext cx="41130" cy="15995"/>
            </a:xfrm>
            <a:custGeom>
              <a:avLst/>
              <a:gdLst>
                <a:gd name="T0" fmla="*/ 16 w 17"/>
                <a:gd name="T1" fmla="*/ 5 h 7"/>
                <a:gd name="T2" fmla="*/ 9 w 17"/>
                <a:gd name="T3" fmla="*/ 6 h 7"/>
                <a:gd name="T4" fmla="*/ 0 w 17"/>
                <a:gd name="T5" fmla="*/ 2 h 7"/>
                <a:gd name="T6" fmla="*/ 8 w 17"/>
                <a:gd name="T7" fmla="*/ 1 h 7"/>
                <a:gd name="T8" fmla="*/ 16 w 17"/>
                <a:gd name="T9" fmla="*/ 5 h 7"/>
              </a:gdLst>
              <a:ahLst/>
              <a:cxnLst>
                <a:cxn ang="0">
                  <a:pos x="T0" y="T1"/>
                </a:cxn>
                <a:cxn ang="0">
                  <a:pos x="T2" y="T3"/>
                </a:cxn>
                <a:cxn ang="0">
                  <a:pos x="T4" y="T5"/>
                </a:cxn>
                <a:cxn ang="0">
                  <a:pos x="T6" y="T7"/>
                </a:cxn>
                <a:cxn ang="0">
                  <a:pos x="T8" y="T9"/>
                </a:cxn>
              </a:cxnLst>
              <a:rect l="0" t="0" r="r" b="b"/>
              <a:pathLst>
                <a:path w="17" h="7">
                  <a:moveTo>
                    <a:pt x="16" y="5"/>
                  </a:moveTo>
                  <a:cubicBezTo>
                    <a:pt x="16" y="6"/>
                    <a:pt x="13" y="7"/>
                    <a:pt x="9" y="6"/>
                  </a:cubicBezTo>
                  <a:cubicBezTo>
                    <a:pt x="4" y="5"/>
                    <a:pt x="1" y="3"/>
                    <a:pt x="0" y="2"/>
                  </a:cubicBezTo>
                  <a:cubicBezTo>
                    <a:pt x="0" y="0"/>
                    <a:pt x="4" y="0"/>
                    <a:pt x="8" y="1"/>
                  </a:cubicBezTo>
                  <a:cubicBezTo>
                    <a:pt x="13" y="2"/>
                    <a:pt x="17" y="4"/>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6" name="Freeform 2226">
              <a:extLst>
                <a:ext uri="{FF2B5EF4-FFF2-40B4-BE49-F238E27FC236}">
                  <a16:creationId xmlns:a16="http://schemas.microsoft.com/office/drawing/2014/main" id="{489136EB-6E83-ED0E-251F-7C9BE9FC5BEB}"/>
                </a:ext>
              </a:extLst>
            </p:cNvPr>
            <p:cNvSpPr>
              <a:spLocks/>
            </p:cNvSpPr>
            <p:nvPr/>
          </p:nvSpPr>
          <p:spPr bwMode="auto">
            <a:xfrm rot="5094805">
              <a:off x="702852" y="2468728"/>
              <a:ext cx="41130" cy="15995"/>
            </a:xfrm>
            <a:custGeom>
              <a:avLst/>
              <a:gdLst>
                <a:gd name="T0" fmla="*/ 8 w 16"/>
                <a:gd name="T1" fmla="*/ 6 h 6"/>
                <a:gd name="T2" fmla="*/ 0 w 16"/>
                <a:gd name="T3" fmla="*/ 3 h 6"/>
                <a:gd name="T4" fmla="*/ 7 w 16"/>
                <a:gd name="T5" fmla="*/ 0 h 6"/>
                <a:gd name="T6" fmla="*/ 16 w 16"/>
                <a:gd name="T7" fmla="*/ 3 h 6"/>
                <a:gd name="T8" fmla="*/ 8 w 16"/>
                <a:gd name="T9" fmla="*/ 6 h 6"/>
              </a:gdLst>
              <a:ahLst/>
              <a:cxnLst>
                <a:cxn ang="0">
                  <a:pos x="T0" y="T1"/>
                </a:cxn>
                <a:cxn ang="0">
                  <a:pos x="T2" y="T3"/>
                </a:cxn>
                <a:cxn ang="0">
                  <a:pos x="T4" y="T5"/>
                </a:cxn>
                <a:cxn ang="0">
                  <a:pos x="T6" y="T7"/>
                </a:cxn>
                <a:cxn ang="0">
                  <a:pos x="T8" y="T9"/>
                </a:cxn>
              </a:cxnLst>
              <a:rect l="0" t="0" r="r" b="b"/>
              <a:pathLst>
                <a:path w="16" h="6">
                  <a:moveTo>
                    <a:pt x="8" y="6"/>
                  </a:moveTo>
                  <a:cubicBezTo>
                    <a:pt x="4" y="6"/>
                    <a:pt x="0" y="4"/>
                    <a:pt x="0" y="3"/>
                  </a:cubicBezTo>
                  <a:cubicBezTo>
                    <a:pt x="0" y="1"/>
                    <a:pt x="3" y="0"/>
                    <a:pt x="7" y="0"/>
                  </a:cubicBezTo>
                  <a:cubicBezTo>
                    <a:pt x="12" y="0"/>
                    <a:pt x="16" y="2"/>
                    <a:pt x="16" y="3"/>
                  </a:cubicBezTo>
                  <a:cubicBezTo>
                    <a:pt x="16" y="4"/>
                    <a:pt x="12" y="6"/>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7" name="Freeform 2227">
              <a:extLst>
                <a:ext uri="{FF2B5EF4-FFF2-40B4-BE49-F238E27FC236}">
                  <a16:creationId xmlns:a16="http://schemas.microsoft.com/office/drawing/2014/main" id="{3C048790-F2A2-C29A-9328-B1051A5BC6AE}"/>
                </a:ext>
              </a:extLst>
            </p:cNvPr>
            <p:cNvSpPr>
              <a:spLocks/>
            </p:cNvSpPr>
            <p:nvPr/>
          </p:nvSpPr>
          <p:spPr bwMode="auto">
            <a:xfrm rot="5094805">
              <a:off x="740556" y="2660363"/>
              <a:ext cx="41130" cy="15995"/>
            </a:xfrm>
            <a:custGeom>
              <a:avLst/>
              <a:gdLst>
                <a:gd name="T0" fmla="*/ 8 w 17"/>
                <a:gd name="T1" fmla="*/ 0 h 6"/>
                <a:gd name="T2" fmla="*/ 16 w 17"/>
                <a:gd name="T3" fmla="*/ 2 h 6"/>
                <a:gd name="T4" fmla="*/ 9 w 17"/>
                <a:gd name="T5" fmla="*/ 5 h 6"/>
                <a:gd name="T6" fmla="*/ 0 w 17"/>
                <a:gd name="T7" fmla="*/ 4 h 6"/>
                <a:gd name="T8" fmla="*/ 8 w 17"/>
                <a:gd name="T9" fmla="*/ 0 h 6"/>
              </a:gdLst>
              <a:ahLst/>
              <a:cxnLst>
                <a:cxn ang="0">
                  <a:pos x="T0" y="T1"/>
                </a:cxn>
                <a:cxn ang="0">
                  <a:pos x="T2" y="T3"/>
                </a:cxn>
                <a:cxn ang="0">
                  <a:pos x="T4" y="T5"/>
                </a:cxn>
                <a:cxn ang="0">
                  <a:pos x="T6" y="T7"/>
                </a:cxn>
                <a:cxn ang="0">
                  <a:pos x="T8" y="T9"/>
                </a:cxn>
              </a:cxnLst>
              <a:rect l="0" t="0" r="r" b="b"/>
              <a:pathLst>
                <a:path w="17" h="6">
                  <a:moveTo>
                    <a:pt x="8" y="0"/>
                  </a:moveTo>
                  <a:cubicBezTo>
                    <a:pt x="12" y="0"/>
                    <a:pt x="16" y="0"/>
                    <a:pt x="16" y="2"/>
                  </a:cubicBezTo>
                  <a:cubicBezTo>
                    <a:pt x="17" y="3"/>
                    <a:pt x="13" y="5"/>
                    <a:pt x="9" y="5"/>
                  </a:cubicBezTo>
                  <a:cubicBezTo>
                    <a:pt x="5" y="6"/>
                    <a:pt x="1" y="5"/>
                    <a:pt x="0" y="4"/>
                  </a:cubicBezTo>
                  <a:cubicBezTo>
                    <a:pt x="0" y="3"/>
                    <a:pt x="3" y="1"/>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8" name="Freeform 2228">
              <a:extLst>
                <a:ext uri="{FF2B5EF4-FFF2-40B4-BE49-F238E27FC236}">
                  <a16:creationId xmlns:a16="http://schemas.microsoft.com/office/drawing/2014/main" id="{09392A58-5E04-2119-AD5F-5DCCA62D96EF}"/>
                </a:ext>
              </a:extLst>
            </p:cNvPr>
            <p:cNvSpPr>
              <a:spLocks/>
            </p:cNvSpPr>
            <p:nvPr/>
          </p:nvSpPr>
          <p:spPr bwMode="auto">
            <a:xfrm rot="5094805">
              <a:off x="794095" y="2848400"/>
              <a:ext cx="38845" cy="18280"/>
            </a:xfrm>
            <a:custGeom>
              <a:avLst/>
              <a:gdLst>
                <a:gd name="T0" fmla="*/ 9 w 16"/>
                <a:gd name="T1" fmla="*/ 6 h 7"/>
                <a:gd name="T2" fmla="*/ 0 w 16"/>
                <a:gd name="T3" fmla="*/ 5 h 7"/>
                <a:gd name="T4" fmla="*/ 7 w 16"/>
                <a:gd name="T5" fmla="*/ 1 h 7"/>
                <a:gd name="T6" fmla="*/ 16 w 16"/>
                <a:gd name="T7" fmla="*/ 2 h 7"/>
                <a:gd name="T8" fmla="*/ 9 w 16"/>
                <a:gd name="T9" fmla="*/ 6 h 7"/>
              </a:gdLst>
              <a:ahLst/>
              <a:cxnLst>
                <a:cxn ang="0">
                  <a:pos x="T0" y="T1"/>
                </a:cxn>
                <a:cxn ang="0">
                  <a:pos x="T2" y="T3"/>
                </a:cxn>
                <a:cxn ang="0">
                  <a:pos x="T4" y="T5"/>
                </a:cxn>
                <a:cxn ang="0">
                  <a:pos x="T6" y="T7"/>
                </a:cxn>
                <a:cxn ang="0">
                  <a:pos x="T8" y="T9"/>
                </a:cxn>
              </a:cxnLst>
              <a:rect l="0" t="0" r="r" b="b"/>
              <a:pathLst>
                <a:path w="16" h="7">
                  <a:moveTo>
                    <a:pt x="9" y="6"/>
                  </a:moveTo>
                  <a:cubicBezTo>
                    <a:pt x="4" y="7"/>
                    <a:pt x="1" y="7"/>
                    <a:pt x="0" y="5"/>
                  </a:cubicBezTo>
                  <a:cubicBezTo>
                    <a:pt x="0" y="4"/>
                    <a:pt x="3" y="2"/>
                    <a:pt x="7" y="1"/>
                  </a:cubicBezTo>
                  <a:cubicBezTo>
                    <a:pt x="11" y="0"/>
                    <a:pt x="16" y="0"/>
                    <a:pt x="16" y="2"/>
                  </a:cubicBezTo>
                  <a:cubicBezTo>
                    <a:pt x="16" y="3"/>
                    <a:pt x="13" y="5"/>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9" name="Freeform 2229">
              <a:extLst>
                <a:ext uri="{FF2B5EF4-FFF2-40B4-BE49-F238E27FC236}">
                  <a16:creationId xmlns:a16="http://schemas.microsoft.com/office/drawing/2014/main" id="{64D50B25-369D-0087-8622-2BAA0AFFBEDE}"/>
                </a:ext>
              </a:extLst>
            </p:cNvPr>
            <p:cNvSpPr>
              <a:spLocks/>
            </p:cNvSpPr>
            <p:nvPr/>
          </p:nvSpPr>
          <p:spPr bwMode="auto">
            <a:xfrm rot="5094805">
              <a:off x="856825" y="3037604"/>
              <a:ext cx="43415" cy="18280"/>
            </a:xfrm>
            <a:custGeom>
              <a:avLst/>
              <a:gdLst>
                <a:gd name="T0" fmla="*/ 16 w 17"/>
                <a:gd name="T1" fmla="*/ 2 h 8"/>
                <a:gd name="T2" fmla="*/ 10 w 17"/>
                <a:gd name="T3" fmla="*/ 7 h 8"/>
                <a:gd name="T4" fmla="*/ 1 w 17"/>
                <a:gd name="T5" fmla="*/ 7 h 8"/>
                <a:gd name="T6" fmla="*/ 7 w 17"/>
                <a:gd name="T7" fmla="*/ 2 h 8"/>
                <a:gd name="T8" fmla="*/ 16 w 17"/>
                <a:gd name="T9" fmla="*/ 2 h 8"/>
              </a:gdLst>
              <a:ahLst/>
              <a:cxnLst>
                <a:cxn ang="0">
                  <a:pos x="T0" y="T1"/>
                </a:cxn>
                <a:cxn ang="0">
                  <a:pos x="T2" y="T3"/>
                </a:cxn>
                <a:cxn ang="0">
                  <a:pos x="T4" y="T5"/>
                </a:cxn>
                <a:cxn ang="0">
                  <a:pos x="T6" y="T7"/>
                </a:cxn>
                <a:cxn ang="0">
                  <a:pos x="T8" y="T9"/>
                </a:cxn>
              </a:cxnLst>
              <a:rect l="0" t="0" r="r" b="b"/>
              <a:pathLst>
                <a:path w="17" h="8">
                  <a:moveTo>
                    <a:pt x="16" y="2"/>
                  </a:moveTo>
                  <a:cubicBezTo>
                    <a:pt x="17" y="3"/>
                    <a:pt x="14" y="5"/>
                    <a:pt x="10" y="7"/>
                  </a:cubicBezTo>
                  <a:cubicBezTo>
                    <a:pt x="6" y="8"/>
                    <a:pt x="1" y="8"/>
                    <a:pt x="1" y="7"/>
                  </a:cubicBezTo>
                  <a:cubicBezTo>
                    <a:pt x="0" y="5"/>
                    <a:pt x="3" y="3"/>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0" name="Freeform 2230">
              <a:extLst>
                <a:ext uri="{FF2B5EF4-FFF2-40B4-BE49-F238E27FC236}">
                  <a16:creationId xmlns:a16="http://schemas.microsoft.com/office/drawing/2014/main" id="{8603B32E-9609-1104-1679-31DB4BD82D5C}"/>
                </a:ext>
              </a:extLst>
            </p:cNvPr>
            <p:cNvSpPr>
              <a:spLocks/>
            </p:cNvSpPr>
            <p:nvPr/>
          </p:nvSpPr>
          <p:spPr bwMode="auto">
            <a:xfrm rot="5094805">
              <a:off x="933018" y="3223519"/>
              <a:ext cx="43415" cy="18280"/>
            </a:xfrm>
            <a:custGeom>
              <a:avLst/>
              <a:gdLst>
                <a:gd name="T0" fmla="*/ 7 w 17"/>
                <a:gd name="T1" fmla="*/ 2 h 8"/>
                <a:gd name="T2" fmla="*/ 16 w 17"/>
                <a:gd name="T3" fmla="*/ 2 h 8"/>
                <a:gd name="T4" fmla="*/ 10 w 17"/>
                <a:gd name="T5" fmla="*/ 7 h 8"/>
                <a:gd name="T6" fmla="*/ 1 w 17"/>
                <a:gd name="T7" fmla="*/ 7 h 8"/>
                <a:gd name="T8" fmla="*/ 7 w 17"/>
                <a:gd name="T9" fmla="*/ 2 h 8"/>
              </a:gdLst>
              <a:ahLst/>
              <a:cxnLst>
                <a:cxn ang="0">
                  <a:pos x="T0" y="T1"/>
                </a:cxn>
                <a:cxn ang="0">
                  <a:pos x="T2" y="T3"/>
                </a:cxn>
                <a:cxn ang="0">
                  <a:pos x="T4" y="T5"/>
                </a:cxn>
                <a:cxn ang="0">
                  <a:pos x="T6" y="T7"/>
                </a:cxn>
                <a:cxn ang="0">
                  <a:pos x="T8" y="T9"/>
                </a:cxn>
              </a:cxnLst>
              <a:rect l="0" t="0" r="r" b="b"/>
              <a:pathLst>
                <a:path w="17" h="8">
                  <a:moveTo>
                    <a:pt x="7" y="2"/>
                  </a:moveTo>
                  <a:cubicBezTo>
                    <a:pt x="12" y="0"/>
                    <a:pt x="16" y="0"/>
                    <a:pt x="16" y="2"/>
                  </a:cubicBezTo>
                  <a:cubicBezTo>
                    <a:pt x="17" y="3"/>
                    <a:pt x="14" y="5"/>
                    <a:pt x="10" y="7"/>
                  </a:cubicBezTo>
                  <a:cubicBezTo>
                    <a:pt x="6" y="8"/>
                    <a:pt x="2" y="8"/>
                    <a:pt x="1" y="7"/>
                  </a:cubicBezTo>
                  <a:cubicBezTo>
                    <a:pt x="0" y="6"/>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1" name="Freeform 2231">
              <a:extLst>
                <a:ext uri="{FF2B5EF4-FFF2-40B4-BE49-F238E27FC236}">
                  <a16:creationId xmlns:a16="http://schemas.microsoft.com/office/drawing/2014/main" id="{788DA599-C7F8-2460-FAB8-ACC1ABDD4698}"/>
                </a:ext>
              </a:extLst>
            </p:cNvPr>
            <p:cNvSpPr>
              <a:spLocks/>
            </p:cNvSpPr>
            <p:nvPr/>
          </p:nvSpPr>
          <p:spPr bwMode="auto">
            <a:xfrm rot="5094805">
              <a:off x="1019559" y="3407476"/>
              <a:ext cx="41130" cy="22850"/>
            </a:xfrm>
            <a:custGeom>
              <a:avLst/>
              <a:gdLst>
                <a:gd name="T0" fmla="*/ 8 w 17"/>
                <a:gd name="T1" fmla="*/ 2 h 9"/>
                <a:gd name="T2" fmla="*/ 17 w 17"/>
                <a:gd name="T3" fmla="*/ 2 h 9"/>
                <a:gd name="T4" fmla="*/ 9 w 17"/>
                <a:gd name="T5" fmla="*/ 8 h 9"/>
                <a:gd name="T6" fmla="*/ 1 w 17"/>
                <a:gd name="T7" fmla="*/ 8 h 9"/>
                <a:gd name="T8" fmla="*/ 8 w 17"/>
                <a:gd name="T9" fmla="*/ 2 h 9"/>
              </a:gdLst>
              <a:ahLst/>
              <a:cxnLst>
                <a:cxn ang="0">
                  <a:pos x="T0" y="T1"/>
                </a:cxn>
                <a:cxn ang="0">
                  <a:pos x="T2" y="T3"/>
                </a:cxn>
                <a:cxn ang="0">
                  <a:pos x="T4" y="T5"/>
                </a:cxn>
                <a:cxn ang="0">
                  <a:pos x="T6" y="T7"/>
                </a:cxn>
                <a:cxn ang="0">
                  <a:pos x="T8" y="T9"/>
                </a:cxn>
              </a:cxnLst>
              <a:rect l="0" t="0" r="r" b="b"/>
              <a:pathLst>
                <a:path w="17" h="9">
                  <a:moveTo>
                    <a:pt x="8" y="2"/>
                  </a:moveTo>
                  <a:cubicBezTo>
                    <a:pt x="12" y="0"/>
                    <a:pt x="16" y="0"/>
                    <a:pt x="17" y="2"/>
                  </a:cubicBezTo>
                  <a:cubicBezTo>
                    <a:pt x="17" y="3"/>
                    <a:pt x="13" y="6"/>
                    <a:pt x="9" y="8"/>
                  </a:cubicBezTo>
                  <a:cubicBezTo>
                    <a:pt x="5" y="9"/>
                    <a:pt x="1" y="9"/>
                    <a:pt x="1" y="8"/>
                  </a:cubicBezTo>
                  <a:cubicBezTo>
                    <a:pt x="0" y="6"/>
                    <a:pt x="4"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2" name="Freeform 2232">
              <a:extLst>
                <a:ext uri="{FF2B5EF4-FFF2-40B4-BE49-F238E27FC236}">
                  <a16:creationId xmlns:a16="http://schemas.microsoft.com/office/drawing/2014/main" id="{ED435BEC-8054-9820-5FF7-E5D2FCE1465B}"/>
                </a:ext>
              </a:extLst>
            </p:cNvPr>
            <p:cNvSpPr>
              <a:spLocks/>
            </p:cNvSpPr>
            <p:nvPr/>
          </p:nvSpPr>
          <p:spPr bwMode="auto">
            <a:xfrm rot="5094805">
              <a:off x="1110545" y="3590932"/>
              <a:ext cx="41130" cy="25135"/>
            </a:xfrm>
            <a:custGeom>
              <a:avLst/>
              <a:gdLst>
                <a:gd name="T0" fmla="*/ 10 w 17"/>
                <a:gd name="T1" fmla="*/ 8 h 10"/>
                <a:gd name="T2" fmla="*/ 1 w 17"/>
                <a:gd name="T3" fmla="*/ 8 h 10"/>
                <a:gd name="T4" fmla="*/ 8 w 17"/>
                <a:gd name="T5" fmla="*/ 2 h 10"/>
                <a:gd name="T6" fmla="*/ 16 w 17"/>
                <a:gd name="T7" fmla="*/ 2 h 10"/>
                <a:gd name="T8" fmla="*/ 10 w 17"/>
                <a:gd name="T9" fmla="*/ 8 h 10"/>
              </a:gdLst>
              <a:ahLst/>
              <a:cxnLst>
                <a:cxn ang="0">
                  <a:pos x="T0" y="T1"/>
                </a:cxn>
                <a:cxn ang="0">
                  <a:pos x="T2" y="T3"/>
                </a:cxn>
                <a:cxn ang="0">
                  <a:pos x="T4" y="T5"/>
                </a:cxn>
                <a:cxn ang="0">
                  <a:pos x="T6" y="T7"/>
                </a:cxn>
                <a:cxn ang="0">
                  <a:pos x="T8" y="T9"/>
                </a:cxn>
              </a:cxnLst>
              <a:rect l="0" t="0" r="r" b="b"/>
              <a:pathLst>
                <a:path w="17" h="10">
                  <a:moveTo>
                    <a:pt x="10" y="8"/>
                  </a:moveTo>
                  <a:cubicBezTo>
                    <a:pt x="5" y="9"/>
                    <a:pt x="1" y="10"/>
                    <a:pt x="1" y="8"/>
                  </a:cubicBezTo>
                  <a:cubicBezTo>
                    <a:pt x="0" y="7"/>
                    <a:pt x="3" y="4"/>
                    <a:pt x="8" y="2"/>
                  </a:cubicBezTo>
                  <a:cubicBezTo>
                    <a:pt x="12" y="0"/>
                    <a:pt x="16" y="0"/>
                    <a:pt x="16" y="2"/>
                  </a:cubicBezTo>
                  <a:cubicBezTo>
                    <a:pt x="17" y="3"/>
                    <a:pt x="14" y="6"/>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3" name="Freeform 2233">
              <a:extLst>
                <a:ext uri="{FF2B5EF4-FFF2-40B4-BE49-F238E27FC236}">
                  <a16:creationId xmlns:a16="http://schemas.microsoft.com/office/drawing/2014/main" id="{6F60475D-727C-8B96-5297-70D7A49BDAC0}"/>
                </a:ext>
              </a:extLst>
            </p:cNvPr>
            <p:cNvSpPr>
              <a:spLocks/>
            </p:cNvSpPr>
            <p:nvPr/>
          </p:nvSpPr>
          <p:spPr bwMode="auto">
            <a:xfrm rot="5094805">
              <a:off x="1209498" y="3774821"/>
              <a:ext cx="41130" cy="25135"/>
            </a:xfrm>
            <a:custGeom>
              <a:avLst/>
              <a:gdLst>
                <a:gd name="T0" fmla="*/ 1 w 16"/>
                <a:gd name="T1" fmla="*/ 8 h 10"/>
                <a:gd name="T2" fmla="*/ 8 w 16"/>
                <a:gd name="T3" fmla="*/ 2 h 10"/>
                <a:gd name="T4" fmla="*/ 16 w 16"/>
                <a:gd name="T5" fmla="*/ 1 h 10"/>
                <a:gd name="T6" fmla="*/ 9 w 16"/>
                <a:gd name="T7" fmla="*/ 8 h 10"/>
                <a:gd name="T8" fmla="*/ 1 w 16"/>
                <a:gd name="T9" fmla="*/ 8 h 10"/>
              </a:gdLst>
              <a:ahLst/>
              <a:cxnLst>
                <a:cxn ang="0">
                  <a:pos x="T0" y="T1"/>
                </a:cxn>
                <a:cxn ang="0">
                  <a:pos x="T2" y="T3"/>
                </a:cxn>
                <a:cxn ang="0">
                  <a:pos x="T4" y="T5"/>
                </a:cxn>
                <a:cxn ang="0">
                  <a:pos x="T6" y="T7"/>
                </a:cxn>
                <a:cxn ang="0">
                  <a:pos x="T8" y="T9"/>
                </a:cxn>
              </a:cxnLst>
              <a:rect l="0" t="0" r="r" b="b"/>
              <a:pathLst>
                <a:path w="16" h="10">
                  <a:moveTo>
                    <a:pt x="1" y="8"/>
                  </a:moveTo>
                  <a:cubicBezTo>
                    <a:pt x="0" y="6"/>
                    <a:pt x="4" y="3"/>
                    <a:pt x="8" y="2"/>
                  </a:cubicBezTo>
                  <a:cubicBezTo>
                    <a:pt x="12" y="0"/>
                    <a:pt x="16" y="0"/>
                    <a:pt x="16" y="1"/>
                  </a:cubicBezTo>
                  <a:cubicBezTo>
                    <a:pt x="16" y="3"/>
                    <a:pt x="13" y="6"/>
                    <a:pt x="9" y="8"/>
                  </a:cubicBezTo>
                  <a:cubicBezTo>
                    <a:pt x="5" y="9"/>
                    <a:pt x="1" y="10"/>
                    <a:pt x="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4" name="Freeform 2234">
              <a:extLst>
                <a:ext uri="{FF2B5EF4-FFF2-40B4-BE49-F238E27FC236}">
                  <a16:creationId xmlns:a16="http://schemas.microsoft.com/office/drawing/2014/main" id="{4F5A518A-C0AB-1CAC-4009-C13FA6E805FD}"/>
                </a:ext>
              </a:extLst>
            </p:cNvPr>
            <p:cNvSpPr>
              <a:spLocks/>
            </p:cNvSpPr>
            <p:nvPr/>
          </p:nvSpPr>
          <p:spPr bwMode="auto">
            <a:xfrm rot="5094805">
              <a:off x="1314343" y="3959337"/>
              <a:ext cx="41130" cy="27420"/>
            </a:xfrm>
            <a:custGeom>
              <a:avLst/>
              <a:gdLst>
                <a:gd name="T0" fmla="*/ 9 w 17"/>
                <a:gd name="T1" fmla="*/ 8 h 11"/>
                <a:gd name="T2" fmla="*/ 1 w 17"/>
                <a:gd name="T3" fmla="*/ 9 h 11"/>
                <a:gd name="T4" fmla="*/ 8 w 17"/>
                <a:gd name="T5" fmla="*/ 3 h 11"/>
                <a:gd name="T6" fmla="*/ 16 w 17"/>
                <a:gd name="T7" fmla="*/ 2 h 11"/>
                <a:gd name="T8" fmla="*/ 9 w 17"/>
                <a:gd name="T9" fmla="*/ 8 h 11"/>
              </a:gdLst>
              <a:ahLst/>
              <a:cxnLst>
                <a:cxn ang="0">
                  <a:pos x="T0" y="T1"/>
                </a:cxn>
                <a:cxn ang="0">
                  <a:pos x="T2" y="T3"/>
                </a:cxn>
                <a:cxn ang="0">
                  <a:pos x="T4" y="T5"/>
                </a:cxn>
                <a:cxn ang="0">
                  <a:pos x="T6" y="T7"/>
                </a:cxn>
                <a:cxn ang="0">
                  <a:pos x="T8" y="T9"/>
                </a:cxn>
              </a:cxnLst>
              <a:rect l="0" t="0" r="r" b="b"/>
              <a:pathLst>
                <a:path w="17" h="11">
                  <a:moveTo>
                    <a:pt x="9" y="8"/>
                  </a:moveTo>
                  <a:cubicBezTo>
                    <a:pt x="5" y="10"/>
                    <a:pt x="1" y="11"/>
                    <a:pt x="1" y="9"/>
                  </a:cubicBezTo>
                  <a:cubicBezTo>
                    <a:pt x="0" y="8"/>
                    <a:pt x="3" y="5"/>
                    <a:pt x="8" y="3"/>
                  </a:cubicBezTo>
                  <a:cubicBezTo>
                    <a:pt x="12" y="1"/>
                    <a:pt x="16" y="0"/>
                    <a:pt x="16" y="2"/>
                  </a:cubicBezTo>
                  <a:cubicBezTo>
                    <a:pt x="17" y="3"/>
                    <a:pt x="13"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5" name="Freeform 2235">
              <a:extLst>
                <a:ext uri="{FF2B5EF4-FFF2-40B4-BE49-F238E27FC236}">
                  <a16:creationId xmlns:a16="http://schemas.microsoft.com/office/drawing/2014/main" id="{4FFA601C-0A51-E1BD-5C12-EF2CB0F0751A}"/>
                </a:ext>
              </a:extLst>
            </p:cNvPr>
            <p:cNvSpPr>
              <a:spLocks/>
            </p:cNvSpPr>
            <p:nvPr/>
          </p:nvSpPr>
          <p:spPr bwMode="auto">
            <a:xfrm rot="5094805">
              <a:off x="1421165" y="4143765"/>
              <a:ext cx="38845" cy="22850"/>
            </a:xfrm>
            <a:custGeom>
              <a:avLst/>
              <a:gdLst>
                <a:gd name="T0" fmla="*/ 16 w 16"/>
                <a:gd name="T1" fmla="*/ 2 h 10"/>
                <a:gd name="T2" fmla="*/ 8 w 16"/>
                <a:gd name="T3" fmla="*/ 8 h 10"/>
                <a:gd name="T4" fmla="*/ 0 w 16"/>
                <a:gd name="T5" fmla="*/ 9 h 10"/>
                <a:gd name="T6" fmla="*/ 8 w 16"/>
                <a:gd name="T7" fmla="*/ 2 h 10"/>
                <a:gd name="T8" fmla="*/ 16 w 16"/>
                <a:gd name="T9" fmla="*/ 2 h 10"/>
              </a:gdLst>
              <a:ahLst/>
              <a:cxnLst>
                <a:cxn ang="0">
                  <a:pos x="T0" y="T1"/>
                </a:cxn>
                <a:cxn ang="0">
                  <a:pos x="T2" y="T3"/>
                </a:cxn>
                <a:cxn ang="0">
                  <a:pos x="T4" y="T5"/>
                </a:cxn>
                <a:cxn ang="0">
                  <a:pos x="T6" y="T7"/>
                </a:cxn>
                <a:cxn ang="0">
                  <a:pos x="T8" y="T9"/>
                </a:cxn>
              </a:cxnLst>
              <a:rect l="0" t="0" r="r" b="b"/>
              <a:pathLst>
                <a:path w="16" h="10">
                  <a:moveTo>
                    <a:pt x="16" y="2"/>
                  </a:moveTo>
                  <a:cubicBezTo>
                    <a:pt x="16" y="3"/>
                    <a:pt x="13" y="7"/>
                    <a:pt x="8" y="8"/>
                  </a:cubicBezTo>
                  <a:cubicBezTo>
                    <a:pt x="4" y="10"/>
                    <a:pt x="1" y="10"/>
                    <a:pt x="0" y="9"/>
                  </a:cubicBezTo>
                  <a:cubicBezTo>
                    <a:pt x="0" y="7"/>
                    <a:pt x="3" y="4"/>
                    <a:pt x="8" y="2"/>
                  </a:cubicBezTo>
                  <a:cubicBezTo>
                    <a:pt x="12" y="0"/>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6" name="Freeform 2236">
              <a:extLst>
                <a:ext uri="{FF2B5EF4-FFF2-40B4-BE49-F238E27FC236}">
                  <a16:creationId xmlns:a16="http://schemas.microsoft.com/office/drawing/2014/main" id="{B6FB65FD-A413-5969-CA16-99A37FC20C60}"/>
                </a:ext>
              </a:extLst>
            </p:cNvPr>
            <p:cNvSpPr>
              <a:spLocks/>
            </p:cNvSpPr>
            <p:nvPr/>
          </p:nvSpPr>
          <p:spPr bwMode="auto">
            <a:xfrm rot="5094805">
              <a:off x="959942" y="1444540"/>
              <a:ext cx="41130" cy="31990"/>
            </a:xfrm>
            <a:custGeom>
              <a:avLst/>
              <a:gdLst>
                <a:gd name="T0" fmla="*/ 8 w 17"/>
                <a:gd name="T1" fmla="*/ 3 h 13"/>
                <a:gd name="T2" fmla="*/ 17 w 17"/>
                <a:gd name="T3" fmla="*/ 11 h 13"/>
                <a:gd name="T4" fmla="*/ 10 w 17"/>
                <a:gd name="T5" fmla="*/ 11 h 13"/>
                <a:gd name="T6" fmla="*/ 1 w 17"/>
                <a:gd name="T7" fmla="*/ 2 h 13"/>
                <a:gd name="T8" fmla="*/ 8 w 17"/>
                <a:gd name="T9" fmla="*/ 3 h 13"/>
              </a:gdLst>
              <a:ahLst/>
              <a:cxnLst>
                <a:cxn ang="0">
                  <a:pos x="T0" y="T1"/>
                </a:cxn>
                <a:cxn ang="0">
                  <a:pos x="T2" y="T3"/>
                </a:cxn>
                <a:cxn ang="0">
                  <a:pos x="T4" y="T5"/>
                </a:cxn>
                <a:cxn ang="0">
                  <a:pos x="T6" y="T7"/>
                </a:cxn>
                <a:cxn ang="0">
                  <a:pos x="T8" y="T9"/>
                </a:cxn>
              </a:cxnLst>
              <a:rect l="0" t="0" r="r" b="b"/>
              <a:pathLst>
                <a:path w="17" h="13">
                  <a:moveTo>
                    <a:pt x="8" y="3"/>
                  </a:moveTo>
                  <a:cubicBezTo>
                    <a:pt x="12" y="5"/>
                    <a:pt x="17" y="9"/>
                    <a:pt x="17" y="11"/>
                  </a:cubicBezTo>
                  <a:cubicBezTo>
                    <a:pt x="17" y="13"/>
                    <a:pt x="14" y="13"/>
                    <a:pt x="10" y="11"/>
                  </a:cubicBezTo>
                  <a:cubicBezTo>
                    <a:pt x="5" y="9"/>
                    <a:pt x="1" y="5"/>
                    <a:pt x="1" y="2"/>
                  </a:cubicBezTo>
                  <a:cubicBezTo>
                    <a:pt x="0" y="0"/>
                    <a:pt x="3" y="0"/>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7" name="Freeform 2237">
              <a:extLst>
                <a:ext uri="{FF2B5EF4-FFF2-40B4-BE49-F238E27FC236}">
                  <a16:creationId xmlns:a16="http://schemas.microsoft.com/office/drawing/2014/main" id="{FB0F285C-5DA5-997A-2B4F-5D735363931A}"/>
                </a:ext>
              </a:extLst>
            </p:cNvPr>
            <p:cNvSpPr>
              <a:spLocks/>
            </p:cNvSpPr>
            <p:nvPr/>
          </p:nvSpPr>
          <p:spPr bwMode="auto">
            <a:xfrm rot="5094805">
              <a:off x="1050628" y="1238041"/>
              <a:ext cx="41130" cy="34275"/>
            </a:xfrm>
            <a:custGeom>
              <a:avLst/>
              <a:gdLst>
                <a:gd name="T0" fmla="*/ 17 w 17"/>
                <a:gd name="T1" fmla="*/ 12 h 14"/>
                <a:gd name="T2" fmla="*/ 9 w 17"/>
                <a:gd name="T3" fmla="*/ 12 h 14"/>
                <a:gd name="T4" fmla="*/ 0 w 17"/>
                <a:gd name="T5" fmla="*/ 3 h 14"/>
                <a:gd name="T6" fmla="*/ 8 w 17"/>
                <a:gd name="T7" fmla="*/ 3 h 14"/>
                <a:gd name="T8" fmla="*/ 17 w 17"/>
                <a:gd name="T9" fmla="*/ 12 h 14"/>
              </a:gdLst>
              <a:ahLst/>
              <a:cxnLst>
                <a:cxn ang="0">
                  <a:pos x="T0" y="T1"/>
                </a:cxn>
                <a:cxn ang="0">
                  <a:pos x="T2" y="T3"/>
                </a:cxn>
                <a:cxn ang="0">
                  <a:pos x="T4" y="T5"/>
                </a:cxn>
                <a:cxn ang="0">
                  <a:pos x="T6" y="T7"/>
                </a:cxn>
                <a:cxn ang="0">
                  <a:pos x="T8" y="T9"/>
                </a:cxn>
              </a:cxnLst>
              <a:rect l="0" t="0" r="r" b="b"/>
              <a:pathLst>
                <a:path w="17" h="14">
                  <a:moveTo>
                    <a:pt x="17" y="12"/>
                  </a:moveTo>
                  <a:cubicBezTo>
                    <a:pt x="17" y="14"/>
                    <a:pt x="13" y="14"/>
                    <a:pt x="9" y="12"/>
                  </a:cubicBezTo>
                  <a:cubicBezTo>
                    <a:pt x="5" y="10"/>
                    <a:pt x="1" y="6"/>
                    <a:pt x="0" y="3"/>
                  </a:cubicBezTo>
                  <a:cubicBezTo>
                    <a:pt x="0" y="0"/>
                    <a:pt x="4" y="0"/>
                    <a:pt x="8" y="3"/>
                  </a:cubicBezTo>
                  <a:cubicBezTo>
                    <a:pt x="12" y="5"/>
                    <a:pt x="17" y="10"/>
                    <a:pt x="1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8" name="Freeform 2238">
              <a:extLst>
                <a:ext uri="{FF2B5EF4-FFF2-40B4-BE49-F238E27FC236}">
                  <a16:creationId xmlns:a16="http://schemas.microsoft.com/office/drawing/2014/main" id="{C1337370-7CFF-DE89-6329-025ED4B46EFC}"/>
                </a:ext>
              </a:extLst>
            </p:cNvPr>
            <p:cNvSpPr>
              <a:spLocks/>
            </p:cNvSpPr>
            <p:nvPr/>
          </p:nvSpPr>
          <p:spPr bwMode="auto">
            <a:xfrm rot="5094805">
              <a:off x="1132008" y="1030075"/>
              <a:ext cx="41130" cy="36560"/>
            </a:xfrm>
            <a:custGeom>
              <a:avLst/>
              <a:gdLst>
                <a:gd name="T0" fmla="*/ 16 w 17"/>
                <a:gd name="T1" fmla="*/ 11 h 15"/>
                <a:gd name="T2" fmla="*/ 9 w 17"/>
                <a:gd name="T3" fmla="*/ 13 h 15"/>
                <a:gd name="T4" fmla="*/ 0 w 17"/>
                <a:gd name="T5" fmla="*/ 4 h 15"/>
                <a:gd name="T6" fmla="*/ 7 w 17"/>
                <a:gd name="T7" fmla="*/ 2 h 15"/>
                <a:gd name="T8" fmla="*/ 16 w 17"/>
                <a:gd name="T9" fmla="*/ 11 h 15"/>
              </a:gdLst>
              <a:ahLst/>
              <a:cxnLst>
                <a:cxn ang="0">
                  <a:pos x="T0" y="T1"/>
                </a:cxn>
                <a:cxn ang="0">
                  <a:pos x="T2" y="T3"/>
                </a:cxn>
                <a:cxn ang="0">
                  <a:pos x="T4" y="T5"/>
                </a:cxn>
                <a:cxn ang="0">
                  <a:pos x="T6" y="T7"/>
                </a:cxn>
                <a:cxn ang="0">
                  <a:pos x="T8" y="T9"/>
                </a:cxn>
              </a:cxnLst>
              <a:rect l="0" t="0" r="r" b="b"/>
              <a:pathLst>
                <a:path w="17" h="15">
                  <a:moveTo>
                    <a:pt x="16" y="11"/>
                  </a:moveTo>
                  <a:cubicBezTo>
                    <a:pt x="17" y="14"/>
                    <a:pt x="14" y="15"/>
                    <a:pt x="9" y="13"/>
                  </a:cubicBezTo>
                  <a:cubicBezTo>
                    <a:pt x="5" y="11"/>
                    <a:pt x="1" y="7"/>
                    <a:pt x="0" y="4"/>
                  </a:cubicBezTo>
                  <a:cubicBezTo>
                    <a:pt x="0" y="1"/>
                    <a:pt x="3" y="0"/>
                    <a:pt x="7" y="2"/>
                  </a:cubicBezTo>
                  <a:cubicBezTo>
                    <a:pt x="12" y="4"/>
                    <a:pt x="16" y="9"/>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9" name="Freeform 2239">
              <a:extLst>
                <a:ext uri="{FF2B5EF4-FFF2-40B4-BE49-F238E27FC236}">
                  <a16:creationId xmlns:a16="http://schemas.microsoft.com/office/drawing/2014/main" id="{CBC3A9C1-2A0D-AC94-5B60-213DC88244BC}"/>
                </a:ext>
              </a:extLst>
            </p:cNvPr>
            <p:cNvSpPr>
              <a:spLocks/>
            </p:cNvSpPr>
            <p:nvPr/>
          </p:nvSpPr>
          <p:spPr bwMode="auto">
            <a:xfrm rot="5094805">
              <a:off x="1202211" y="827684"/>
              <a:ext cx="41130" cy="34275"/>
            </a:xfrm>
            <a:custGeom>
              <a:avLst/>
              <a:gdLst>
                <a:gd name="T0" fmla="*/ 16 w 17"/>
                <a:gd name="T1" fmla="*/ 11 h 14"/>
                <a:gd name="T2" fmla="*/ 9 w 17"/>
                <a:gd name="T3" fmla="*/ 13 h 14"/>
                <a:gd name="T4" fmla="*/ 0 w 17"/>
                <a:gd name="T5" fmla="*/ 4 h 14"/>
                <a:gd name="T6" fmla="*/ 8 w 17"/>
                <a:gd name="T7" fmla="*/ 2 h 14"/>
                <a:gd name="T8" fmla="*/ 16 w 17"/>
                <a:gd name="T9" fmla="*/ 11 h 14"/>
              </a:gdLst>
              <a:ahLst/>
              <a:cxnLst>
                <a:cxn ang="0">
                  <a:pos x="T0" y="T1"/>
                </a:cxn>
                <a:cxn ang="0">
                  <a:pos x="T2" y="T3"/>
                </a:cxn>
                <a:cxn ang="0">
                  <a:pos x="T4" y="T5"/>
                </a:cxn>
                <a:cxn ang="0">
                  <a:pos x="T6" y="T7"/>
                </a:cxn>
                <a:cxn ang="0">
                  <a:pos x="T8" y="T9"/>
                </a:cxn>
              </a:cxnLst>
              <a:rect l="0" t="0" r="r" b="b"/>
              <a:pathLst>
                <a:path w="17" h="14">
                  <a:moveTo>
                    <a:pt x="16" y="11"/>
                  </a:moveTo>
                  <a:cubicBezTo>
                    <a:pt x="17" y="14"/>
                    <a:pt x="13" y="14"/>
                    <a:pt x="9" y="13"/>
                  </a:cubicBezTo>
                  <a:cubicBezTo>
                    <a:pt x="4" y="11"/>
                    <a:pt x="1" y="7"/>
                    <a:pt x="0" y="4"/>
                  </a:cubicBezTo>
                  <a:cubicBezTo>
                    <a:pt x="0" y="1"/>
                    <a:pt x="3" y="0"/>
                    <a:pt x="8" y="2"/>
                  </a:cubicBezTo>
                  <a:cubicBezTo>
                    <a:pt x="12" y="4"/>
                    <a:pt x="16" y="8"/>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0" name="Freeform 2240">
              <a:extLst>
                <a:ext uri="{FF2B5EF4-FFF2-40B4-BE49-F238E27FC236}">
                  <a16:creationId xmlns:a16="http://schemas.microsoft.com/office/drawing/2014/main" id="{C7B3EB09-3BB4-1320-7A26-279ABC6DA627}"/>
                </a:ext>
              </a:extLst>
            </p:cNvPr>
            <p:cNvSpPr>
              <a:spLocks/>
            </p:cNvSpPr>
            <p:nvPr/>
          </p:nvSpPr>
          <p:spPr bwMode="auto">
            <a:xfrm rot="5094805">
              <a:off x="1250791" y="626075"/>
              <a:ext cx="41130" cy="34275"/>
            </a:xfrm>
            <a:custGeom>
              <a:avLst/>
              <a:gdLst>
                <a:gd name="T0" fmla="*/ 16 w 16"/>
                <a:gd name="T1" fmla="*/ 10 h 14"/>
                <a:gd name="T2" fmla="*/ 8 w 16"/>
                <a:gd name="T3" fmla="*/ 13 h 14"/>
                <a:gd name="T4" fmla="*/ 0 w 16"/>
                <a:gd name="T5" fmla="*/ 5 h 14"/>
                <a:gd name="T6" fmla="*/ 7 w 16"/>
                <a:gd name="T7" fmla="*/ 1 h 14"/>
                <a:gd name="T8" fmla="*/ 16 w 16"/>
                <a:gd name="T9" fmla="*/ 10 h 14"/>
              </a:gdLst>
              <a:ahLst/>
              <a:cxnLst>
                <a:cxn ang="0">
                  <a:pos x="T0" y="T1"/>
                </a:cxn>
                <a:cxn ang="0">
                  <a:pos x="T2" y="T3"/>
                </a:cxn>
                <a:cxn ang="0">
                  <a:pos x="T4" y="T5"/>
                </a:cxn>
                <a:cxn ang="0">
                  <a:pos x="T6" y="T7"/>
                </a:cxn>
                <a:cxn ang="0">
                  <a:pos x="T8" y="T9"/>
                </a:cxn>
              </a:cxnLst>
              <a:rect l="0" t="0" r="r" b="b"/>
              <a:pathLst>
                <a:path w="16" h="14">
                  <a:moveTo>
                    <a:pt x="16" y="10"/>
                  </a:moveTo>
                  <a:cubicBezTo>
                    <a:pt x="16" y="13"/>
                    <a:pt x="12" y="14"/>
                    <a:pt x="8" y="13"/>
                  </a:cubicBezTo>
                  <a:cubicBezTo>
                    <a:pt x="4" y="11"/>
                    <a:pt x="0" y="8"/>
                    <a:pt x="0" y="5"/>
                  </a:cubicBezTo>
                  <a:cubicBezTo>
                    <a:pt x="0" y="1"/>
                    <a:pt x="3" y="0"/>
                    <a:pt x="7" y="1"/>
                  </a:cubicBezTo>
                  <a:cubicBezTo>
                    <a:pt x="12" y="3"/>
                    <a:pt x="16" y="7"/>
                    <a:pt x="1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1" name="Freeform 2241">
              <a:extLst>
                <a:ext uri="{FF2B5EF4-FFF2-40B4-BE49-F238E27FC236}">
                  <a16:creationId xmlns:a16="http://schemas.microsoft.com/office/drawing/2014/main" id="{9867C07F-4476-81C2-C770-ED336E9CD9B2}"/>
                </a:ext>
              </a:extLst>
            </p:cNvPr>
            <p:cNvSpPr>
              <a:spLocks/>
            </p:cNvSpPr>
            <p:nvPr/>
          </p:nvSpPr>
          <p:spPr bwMode="auto">
            <a:xfrm rot="5094805">
              <a:off x="1273198" y="425653"/>
              <a:ext cx="41130" cy="36560"/>
            </a:xfrm>
            <a:custGeom>
              <a:avLst/>
              <a:gdLst>
                <a:gd name="T0" fmla="*/ 17 w 17"/>
                <a:gd name="T1" fmla="*/ 8 h 14"/>
                <a:gd name="T2" fmla="*/ 9 w 17"/>
                <a:gd name="T3" fmla="*/ 13 h 14"/>
                <a:gd name="T4" fmla="*/ 1 w 17"/>
                <a:gd name="T5" fmla="*/ 6 h 14"/>
                <a:gd name="T6" fmla="*/ 8 w 17"/>
                <a:gd name="T7" fmla="*/ 1 h 14"/>
                <a:gd name="T8" fmla="*/ 17 w 17"/>
                <a:gd name="T9" fmla="*/ 8 h 14"/>
              </a:gdLst>
              <a:ahLst/>
              <a:cxnLst>
                <a:cxn ang="0">
                  <a:pos x="T0" y="T1"/>
                </a:cxn>
                <a:cxn ang="0">
                  <a:pos x="T2" y="T3"/>
                </a:cxn>
                <a:cxn ang="0">
                  <a:pos x="T4" y="T5"/>
                </a:cxn>
                <a:cxn ang="0">
                  <a:pos x="T6" y="T7"/>
                </a:cxn>
                <a:cxn ang="0">
                  <a:pos x="T8" y="T9"/>
                </a:cxn>
              </a:cxnLst>
              <a:rect l="0" t="0" r="r" b="b"/>
              <a:pathLst>
                <a:path w="17" h="14">
                  <a:moveTo>
                    <a:pt x="17" y="8"/>
                  </a:moveTo>
                  <a:cubicBezTo>
                    <a:pt x="17" y="12"/>
                    <a:pt x="13" y="14"/>
                    <a:pt x="9" y="13"/>
                  </a:cubicBezTo>
                  <a:cubicBezTo>
                    <a:pt x="5" y="13"/>
                    <a:pt x="1" y="9"/>
                    <a:pt x="1" y="6"/>
                  </a:cubicBezTo>
                  <a:cubicBezTo>
                    <a:pt x="0" y="3"/>
                    <a:pt x="4" y="0"/>
                    <a:pt x="8" y="1"/>
                  </a:cubicBezTo>
                  <a:cubicBezTo>
                    <a:pt x="12" y="2"/>
                    <a:pt x="17" y="5"/>
                    <a:pt x="1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2" name="Freeform 2242">
              <a:extLst>
                <a:ext uri="{FF2B5EF4-FFF2-40B4-BE49-F238E27FC236}">
                  <a16:creationId xmlns:a16="http://schemas.microsoft.com/office/drawing/2014/main" id="{79D4A402-1D24-56E0-BB3E-DF026A07B992}"/>
                </a:ext>
              </a:extLst>
            </p:cNvPr>
            <p:cNvSpPr>
              <a:spLocks/>
            </p:cNvSpPr>
            <p:nvPr/>
          </p:nvSpPr>
          <p:spPr bwMode="auto">
            <a:xfrm rot="5094805">
              <a:off x="1260733" y="236351"/>
              <a:ext cx="41130" cy="31990"/>
            </a:xfrm>
            <a:custGeom>
              <a:avLst/>
              <a:gdLst>
                <a:gd name="T0" fmla="*/ 9 w 17"/>
                <a:gd name="T1" fmla="*/ 12 h 13"/>
                <a:gd name="T2" fmla="*/ 0 w 17"/>
                <a:gd name="T3" fmla="*/ 7 h 13"/>
                <a:gd name="T4" fmla="*/ 7 w 17"/>
                <a:gd name="T5" fmla="*/ 0 h 13"/>
                <a:gd name="T6" fmla="*/ 16 w 17"/>
                <a:gd name="T7" fmla="*/ 5 h 13"/>
                <a:gd name="T8" fmla="*/ 9 w 17"/>
                <a:gd name="T9" fmla="*/ 12 h 13"/>
              </a:gdLst>
              <a:ahLst/>
              <a:cxnLst>
                <a:cxn ang="0">
                  <a:pos x="T0" y="T1"/>
                </a:cxn>
                <a:cxn ang="0">
                  <a:pos x="T2" y="T3"/>
                </a:cxn>
                <a:cxn ang="0">
                  <a:pos x="T4" y="T5"/>
                </a:cxn>
                <a:cxn ang="0">
                  <a:pos x="T6" y="T7"/>
                </a:cxn>
                <a:cxn ang="0">
                  <a:pos x="T8" y="T9"/>
                </a:cxn>
              </a:cxnLst>
              <a:rect l="0" t="0" r="r" b="b"/>
              <a:pathLst>
                <a:path w="17" h="13">
                  <a:moveTo>
                    <a:pt x="9" y="12"/>
                  </a:moveTo>
                  <a:cubicBezTo>
                    <a:pt x="5" y="13"/>
                    <a:pt x="1" y="10"/>
                    <a:pt x="0" y="7"/>
                  </a:cubicBezTo>
                  <a:cubicBezTo>
                    <a:pt x="0" y="3"/>
                    <a:pt x="3" y="0"/>
                    <a:pt x="7" y="0"/>
                  </a:cubicBezTo>
                  <a:cubicBezTo>
                    <a:pt x="11" y="0"/>
                    <a:pt x="16" y="2"/>
                    <a:pt x="16" y="5"/>
                  </a:cubicBezTo>
                  <a:cubicBezTo>
                    <a:pt x="17" y="9"/>
                    <a:pt x="13" y="12"/>
                    <a:pt x="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3" name="Freeform 2243">
              <a:extLst>
                <a:ext uri="{FF2B5EF4-FFF2-40B4-BE49-F238E27FC236}">
                  <a16:creationId xmlns:a16="http://schemas.microsoft.com/office/drawing/2014/main" id="{3B716848-3036-C116-2201-A7C008196241}"/>
                </a:ext>
              </a:extLst>
            </p:cNvPr>
            <p:cNvSpPr>
              <a:spLocks/>
            </p:cNvSpPr>
            <p:nvPr/>
          </p:nvSpPr>
          <p:spPr bwMode="auto">
            <a:xfrm rot="5094805">
              <a:off x="1208332" y="44784"/>
              <a:ext cx="43415" cy="36560"/>
            </a:xfrm>
            <a:custGeom>
              <a:avLst/>
              <a:gdLst>
                <a:gd name="T0" fmla="*/ 16 w 17"/>
                <a:gd name="T1" fmla="*/ 5 h 14"/>
                <a:gd name="T2" fmla="*/ 9 w 17"/>
                <a:gd name="T3" fmla="*/ 13 h 14"/>
                <a:gd name="T4" fmla="*/ 1 w 17"/>
                <a:gd name="T5" fmla="*/ 9 h 14"/>
                <a:gd name="T6" fmla="*/ 8 w 17"/>
                <a:gd name="T7" fmla="*/ 1 h 14"/>
                <a:gd name="T8" fmla="*/ 16 w 17"/>
                <a:gd name="T9" fmla="*/ 5 h 14"/>
              </a:gdLst>
              <a:ahLst/>
              <a:cxnLst>
                <a:cxn ang="0">
                  <a:pos x="T0" y="T1"/>
                </a:cxn>
                <a:cxn ang="0">
                  <a:pos x="T2" y="T3"/>
                </a:cxn>
                <a:cxn ang="0">
                  <a:pos x="T4" y="T5"/>
                </a:cxn>
                <a:cxn ang="0">
                  <a:pos x="T6" y="T7"/>
                </a:cxn>
                <a:cxn ang="0">
                  <a:pos x="T8" y="T9"/>
                </a:cxn>
              </a:cxnLst>
              <a:rect l="0" t="0" r="r" b="b"/>
              <a:pathLst>
                <a:path w="17" h="14">
                  <a:moveTo>
                    <a:pt x="16" y="5"/>
                  </a:moveTo>
                  <a:cubicBezTo>
                    <a:pt x="17" y="9"/>
                    <a:pt x="13" y="12"/>
                    <a:pt x="9" y="13"/>
                  </a:cubicBezTo>
                  <a:cubicBezTo>
                    <a:pt x="5" y="14"/>
                    <a:pt x="1" y="13"/>
                    <a:pt x="1" y="9"/>
                  </a:cubicBezTo>
                  <a:cubicBezTo>
                    <a:pt x="0" y="6"/>
                    <a:pt x="4" y="2"/>
                    <a:pt x="8" y="1"/>
                  </a:cubicBezTo>
                  <a:cubicBezTo>
                    <a:pt x="12" y="0"/>
                    <a:pt x="16" y="2"/>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4" name="Freeform 2264">
              <a:extLst>
                <a:ext uri="{FF2B5EF4-FFF2-40B4-BE49-F238E27FC236}">
                  <a16:creationId xmlns:a16="http://schemas.microsoft.com/office/drawing/2014/main" id="{D55BB5B5-547D-079E-CBC2-6D05649B2DAB}"/>
                </a:ext>
              </a:extLst>
            </p:cNvPr>
            <p:cNvSpPr>
              <a:spLocks/>
            </p:cNvSpPr>
            <p:nvPr/>
          </p:nvSpPr>
          <p:spPr bwMode="auto">
            <a:xfrm rot="5094805">
              <a:off x="1528083" y="4325802"/>
              <a:ext cx="38845" cy="25135"/>
            </a:xfrm>
            <a:custGeom>
              <a:avLst/>
              <a:gdLst>
                <a:gd name="T0" fmla="*/ 8 w 16"/>
                <a:gd name="T1" fmla="*/ 9 h 11"/>
                <a:gd name="T2" fmla="*/ 0 w 16"/>
                <a:gd name="T3" fmla="*/ 9 h 11"/>
                <a:gd name="T4" fmla="*/ 8 w 16"/>
                <a:gd name="T5" fmla="*/ 2 h 11"/>
                <a:gd name="T6" fmla="*/ 16 w 16"/>
                <a:gd name="T7" fmla="*/ 2 h 11"/>
                <a:gd name="T8" fmla="*/ 8 w 16"/>
                <a:gd name="T9" fmla="*/ 9 h 11"/>
              </a:gdLst>
              <a:ahLst/>
              <a:cxnLst>
                <a:cxn ang="0">
                  <a:pos x="T0" y="T1"/>
                </a:cxn>
                <a:cxn ang="0">
                  <a:pos x="T2" y="T3"/>
                </a:cxn>
                <a:cxn ang="0">
                  <a:pos x="T4" y="T5"/>
                </a:cxn>
                <a:cxn ang="0">
                  <a:pos x="T6" y="T7"/>
                </a:cxn>
                <a:cxn ang="0">
                  <a:pos x="T8" y="T9"/>
                </a:cxn>
              </a:cxnLst>
              <a:rect l="0" t="0" r="r" b="b"/>
              <a:pathLst>
                <a:path w="16" h="11">
                  <a:moveTo>
                    <a:pt x="8" y="9"/>
                  </a:moveTo>
                  <a:cubicBezTo>
                    <a:pt x="4" y="11"/>
                    <a:pt x="0" y="11"/>
                    <a:pt x="0" y="9"/>
                  </a:cubicBezTo>
                  <a:cubicBezTo>
                    <a:pt x="0" y="7"/>
                    <a:pt x="3" y="4"/>
                    <a:pt x="8" y="2"/>
                  </a:cubicBezTo>
                  <a:cubicBezTo>
                    <a:pt x="12" y="0"/>
                    <a:pt x="16" y="0"/>
                    <a:pt x="16" y="2"/>
                  </a:cubicBezTo>
                  <a:cubicBezTo>
                    <a:pt x="16" y="4"/>
                    <a:pt x="12" y="7"/>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5" name="Freeform 2265">
              <a:extLst>
                <a:ext uri="{FF2B5EF4-FFF2-40B4-BE49-F238E27FC236}">
                  <a16:creationId xmlns:a16="http://schemas.microsoft.com/office/drawing/2014/main" id="{93BFA73B-EBC5-599A-90B8-94CC949B4BF6}"/>
                </a:ext>
              </a:extLst>
            </p:cNvPr>
            <p:cNvSpPr>
              <a:spLocks/>
            </p:cNvSpPr>
            <p:nvPr/>
          </p:nvSpPr>
          <p:spPr bwMode="auto">
            <a:xfrm rot="5094805">
              <a:off x="1632717" y="4507840"/>
              <a:ext cx="43415" cy="27420"/>
            </a:xfrm>
            <a:custGeom>
              <a:avLst/>
              <a:gdLst>
                <a:gd name="T0" fmla="*/ 8 w 17"/>
                <a:gd name="T1" fmla="*/ 3 h 11"/>
                <a:gd name="T2" fmla="*/ 17 w 17"/>
                <a:gd name="T3" fmla="*/ 2 h 11"/>
                <a:gd name="T4" fmla="*/ 10 w 17"/>
                <a:gd name="T5" fmla="*/ 9 h 11"/>
                <a:gd name="T6" fmla="*/ 1 w 17"/>
                <a:gd name="T7" fmla="*/ 9 h 11"/>
                <a:gd name="T8" fmla="*/ 8 w 17"/>
                <a:gd name="T9" fmla="*/ 3 h 11"/>
              </a:gdLst>
              <a:ahLst/>
              <a:cxnLst>
                <a:cxn ang="0">
                  <a:pos x="T0" y="T1"/>
                </a:cxn>
                <a:cxn ang="0">
                  <a:pos x="T2" y="T3"/>
                </a:cxn>
                <a:cxn ang="0">
                  <a:pos x="T4" y="T5"/>
                </a:cxn>
                <a:cxn ang="0">
                  <a:pos x="T6" y="T7"/>
                </a:cxn>
                <a:cxn ang="0">
                  <a:pos x="T8" y="T9"/>
                </a:cxn>
              </a:cxnLst>
              <a:rect l="0" t="0" r="r" b="b"/>
              <a:pathLst>
                <a:path w="17" h="11">
                  <a:moveTo>
                    <a:pt x="8" y="3"/>
                  </a:moveTo>
                  <a:cubicBezTo>
                    <a:pt x="12" y="1"/>
                    <a:pt x="16" y="0"/>
                    <a:pt x="17" y="2"/>
                  </a:cubicBezTo>
                  <a:cubicBezTo>
                    <a:pt x="17" y="3"/>
                    <a:pt x="14" y="7"/>
                    <a:pt x="10" y="9"/>
                  </a:cubicBezTo>
                  <a:cubicBezTo>
                    <a:pt x="6" y="11"/>
                    <a:pt x="2" y="11"/>
                    <a:pt x="1" y="9"/>
                  </a:cubicBezTo>
                  <a:cubicBezTo>
                    <a:pt x="0" y="8"/>
                    <a:pt x="3"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6" name="Freeform 2266">
              <a:extLst>
                <a:ext uri="{FF2B5EF4-FFF2-40B4-BE49-F238E27FC236}">
                  <a16:creationId xmlns:a16="http://schemas.microsoft.com/office/drawing/2014/main" id="{8607A4B2-1BF3-6EC9-EA2E-3C18C9F6516E}"/>
                </a:ext>
              </a:extLst>
            </p:cNvPr>
            <p:cNvSpPr>
              <a:spLocks/>
            </p:cNvSpPr>
            <p:nvPr/>
          </p:nvSpPr>
          <p:spPr bwMode="auto">
            <a:xfrm rot="5094805">
              <a:off x="1739741" y="4692259"/>
              <a:ext cx="41130" cy="27420"/>
            </a:xfrm>
            <a:custGeom>
              <a:avLst/>
              <a:gdLst>
                <a:gd name="T0" fmla="*/ 8 w 17"/>
                <a:gd name="T1" fmla="*/ 2 h 11"/>
                <a:gd name="T2" fmla="*/ 17 w 17"/>
                <a:gd name="T3" fmla="*/ 2 h 11"/>
                <a:gd name="T4" fmla="*/ 9 w 17"/>
                <a:gd name="T5" fmla="*/ 9 h 11"/>
                <a:gd name="T6" fmla="*/ 1 w 17"/>
                <a:gd name="T7" fmla="*/ 9 h 11"/>
                <a:gd name="T8" fmla="*/ 8 w 17"/>
                <a:gd name="T9" fmla="*/ 2 h 11"/>
              </a:gdLst>
              <a:ahLst/>
              <a:cxnLst>
                <a:cxn ang="0">
                  <a:pos x="T0" y="T1"/>
                </a:cxn>
                <a:cxn ang="0">
                  <a:pos x="T2" y="T3"/>
                </a:cxn>
                <a:cxn ang="0">
                  <a:pos x="T4" y="T5"/>
                </a:cxn>
                <a:cxn ang="0">
                  <a:pos x="T6" y="T7"/>
                </a:cxn>
                <a:cxn ang="0">
                  <a:pos x="T8" y="T9"/>
                </a:cxn>
              </a:cxnLst>
              <a:rect l="0" t="0" r="r" b="b"/>
              <a:pathLst>
                <a:path w="17" h="11">
                  <a:moveTo>
                    <a:pt x="8" y="2"/>
                  </a:moveTo>
                  <a:cubicBezTo>
                    <a:pt x="12" y="0"/>
                    <a:pt x="16" y="0"/>
                    <a:pt x="17" y="2"/>
                  </a:cubicBezTo>
                  <a:cubicBezTo>
                    <a:pt x="17" y="4"/>
                    <a:pt x="13" y="7"/>
                    <a:pt x="9" y="9"/>
                  </a:cubicBezTo>
                  <a:cubicBezTo>
                    <a:pt x="5" y="11"/>
                    <a:pt x="1" y="11"/>
                    <a:pt x="1" y="9"/>
                  </a:cubicBezTo>
                  <a:cubicBezTo>
                    <a:pt x="0" y="7"/>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7" name="Freeform 2267">
              <a:extLst>
                <a:ext uri="{FF2B5EF4-FFF2-40B4-BE49-F238E27FC236}">
                  <a16:creationId xmlns:a16="http://schemas.microsoft.com/office/drawing/2014/main" id="{68A1D435-4113-C64F-D572-666DB32971ED}"/>
                </a:ext>
              </a:extLst>
            </p:cNvPr>
            <p:cNvSpPr>
              <a:spLocks/>
            </p:cNvSpPr>
            <p:nvPr/>
          </p:nvSpPr>
          <p:spPr bwMode="auto">
            <a:xfrm rot="5094805">
              <a:off x="1843246" y="4875743"/>
              <a:ext cx="41130" cy="27420"/>
            </a:xfrm>
            <a:custGeom>
              <a:avLst/>
              <a:gdLst>
                <a:gd name="T0" fmla="*/ 7 w 17"/>
                <a:gd name="T1" fmla="*/ 3 h 11"/>
                <a:gd name="T2" fmla="*/ 16 w 17"/>
                <a:gd name="T3" fmla="*/ 2 h 11"/>
                <a:gd name="T4" fmla="*/ 10 w 17"/>
                <a:gd name="T5" fmla="*/ 9 h 11"/>
                <a:gd name="T6" fmla="*/ 1 w 17"/>
                <a:gd name="T7" fmla="*/ 9 h 11"/>
                <a:gd name="T8" fmla="*/ 7 w 17"/>
                <a:gd name="T9" fmla="*/ 3 h 11"/>
              </a:gdLst>
              <a:ahLst/>
              <a:cxnLst>
                <a:cxn ang="0">
                  <a:pos x="T0" y="T1"/>
                </a:cxn>
                <a:cxn ang="0">
                  <a:pos x="T2" y="T3"/>
                </a:cxn>
                <a:cxn ang="0">
                  <a:pos x="T4" y="T5"/>
                </a:cxn>
                <a:cxn ang="0">
                  <a:pos x="T6" y="T7"/>
                </a:cxn>
                <a:cxn ang="0">
                  <a:pos x="T8" y="T9"/>
                </a:cxn>
              </a:cxnLst>
              <a:rect l="0" t="0" r="r" b="b"/>
              <a:pathLst>
                <a:path w="17" h="11">
                  <a:moveTo>
                    <a:pt x="7" y="3"/>
                  </a:moveTo>
                  <a:cubicBezTo>
                    <a:pt x="11" y="1"/>
                    <a:pt x="15" y="0"/>
                    <a:pt x="16" y="2"/>
                  </a:cubicBezTo>
                  <a:cubicBezTo>
                    <a:pt x="17" y="4"/>
                    <a:pt x="14" y="7"/>
                    <a:pt x="10" y="9"/>
                  </a:cubicBezTo>
                  <a:cubicBezTo>
                    <a:pt x="6" y="11"/>
                    <a:pt x="2" y="11"/>
                    <a:pt x="1" y="9"/>
                  </a:cubicBezTo>
                  <a:cubicBezTo>
                    <a:pt x="0" y="8"/>
                    <a:pt x="3" y="5"/>
                    <a:pt x="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8" name="Freeform 2268">
              <a:extLst>
                <a:ext uri="{FF2B5EF4-FFF2-40B4-BE49-F238E27FC236}">
                  <a16:creationId xmlns:a16="http://schemas.microsoft.com/office/drawing/2014/main" id="{558C6EF1-E5E5-BABB-4CF0-73DBF7D6D5EE}"/>
                </a:ext>
              </a:extLst>
            </p:cNvPr>
            <p:cNvSpPr>
              <a:spLocks/>
            </p:cNvSpPr>
            <p:nvPr/>
          </p:nvSpPr>
          <p:spPr bwMode="auto">
            <a:xfrm rot="5094805">
              <a:off x="1941061" y="5060876"/>
              <a:ext cx="41130" cy="25135"/>
            </a:xfrm>
            <a:custGeom>
              <a:avLst/>
              <a:gdLst>
                <a:gd name="T0" fmla="*/ 8 w 17"/>
                <a:gd name="T1" fmla="*/ 2 h 10"/>
                <a:gd name="T2" fmla="*/ 16 w 17"/>
                <a:gd name="T3" fmla="*/ 2 h 10"/>
                <a:gd name="T4" fmla="*/ 9 w 17"/>
                <a:gd name="T5" fmla="*/ 8 h 10"/>
                <a:gd name="T6" fmla="*/ 1 w 17"/>
                <a:gd name="T7" fmla="*/ 8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12" y="0"/>
                    <a:pt x="16" y="0"/>
                    <a:pt x="16" y="2"/>
                  </a:cubicBezTo>
                  <a:cubicBezTo>
                    <a:pt x="17" y="3"/>
                    <a:pt x="13" y="7"/>
                    <a:pt x="9" y="8"/>
                  </a:cubicBezTo>
                  <a:cubicBezTo>
                    <a:pt x="5" y="10"/>
                    <a:pt x="1" y="10"/>
                    <a:pt x="1" y="8"/>
                  </a:cubicBezTo>
                  <a:cubicBezTo>
                    <a:pt x="0" y="6"/>
                    <a:pt x="3"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9" name="Freeform 2269">
              <a:extLst>
                <a:ext uri="{FF2B5EF4-FFF2-40B4-BE49-F238E27FC236}">
                  <a16:creationId xmlns:a16="http://schemas.microsoft.com/office/drawing/2014/main" id="{9703321D-DE6A-6B7F-3402-646C601F4244}"/>
                </a:ext>
              </a:extLst>
            </p:cNvPr>
            <p:cNvSpPr>
              <a:spLocks/>
            </p:cNvSpPr>
            <p:nvPr/>
          </p:nvSpPr>
          <p:spPr bwMode="auto">
            <a:xfrm rot="5094805">
              <a:off x="2029868" y="5246713"/>
              <a:ext cx="43415" cy="25135"/>
            </a:xfrm>
            <a:custGeom>
              <a:avLst/>
              <a:gdLst>
                <a:gd name="T0" fmla="*/ 9 w 17"/>
                <a:gd name="T1" fmla="*/ 8 h 10"/>
                <a:gd name="T2" fmla="*/ 1 w 17"/>
                <a:gd name="T3" fmla="*/ 8 h 10"/>
                <a:gd name="T4" fmla="*/ 8 w 17"/>
                <a:gd name="T5" fmla="*/ 1 h 10"/>
                <a:gd name="T6" fmla="*/ 17 w 17"/>
                <a:gd name="T7" fmla="*/ 2 h 10"/>
                <a:gd name="T8" fmla="*/ 9 w 17"/>
                <a:gd name="T9" fmla="*/ 8 h 10"/>
              </a:gdLst>
              <a:ahLst/>
              <a:cxnLst>
                <a:cxn ang="0">
                  <a:pos x="T0" y="T1"/>
                </a:cxn>
                <a:cxn ang="0">
                  <a:pos x="T2" y="T3"/>
                </a:cxn>
                <a:cxn ang="0">
                  <a:pos x="T4" y="T5"/>
                </a:cxn>
                <a:cxn ang="0">
                  <a:pos x="T6" y="T7"/>
                </a:cxn>
                <a:cxn ang="0">
                  <a:pos x="T8" y="T9"/>
                </a:cxn>
              </a:cxnLst>
              <a:rect l="0" t="0" r="r" b="b"/>
              <a:pathLst>
                <a:path w="17" h="10">
                  <a:moveTo>
                    <a:pt x="9" y="8"/>
                  </a:moveTo>
                  <a:cubicBezTo>
                    <a:pt x="5" y="10"/>
                    <a:pt x="1" y="10"/>
                    <a:pt x="1" y="8"/>
                  </a:cubicBezTo>
                  <a:cubicBezTo>
                    <a:pt x="0" y="6"/>
                    <a:pt x="3" y="3"/>
                    <a:pt x="8" y="1"/>
                  </a:cubicBezTo>
                  <a:cubicBezTo>
                    <a:pt x="12" y="0"/>
                    <a:pt x="16" y="0"/>
                    <a:pt x="17" y="2"/>
                  </a:cubicBezTo>
                  <a:cubicBezTo>
                    <a:pt x="17" y="4"/>
                    <a:pt x="13"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0" name="Freeform 2270">
              <a:extLst>
                <a:ext uri="{FF2B5EF4-FFF2-40B4-BE49-F238E27FC236}">
                  <a16:creationId xmlns:a16="http://schemas.microsoft.com/office/drawing/2014/main" id="{7E3C348C-4E8A-8B42-6ABB-EB25F4AC1719}"/>
                </a:ext>
              </a:extLst>
            </p:cNvPr>
            <p:cNvSpPr>
              <a:spLocks/>
            </p:cNvSpPr>
            <p:nvPr/>
          </p:nvSpPr>
          <p:spPr bwMode="auto">
            <a:xfrm rot="5094805">
              <a:off x="2114133" y="5433158"/>
              <a:ext cx="41130" cy="25135"/>
            </a:xfrm>
            <a:custGeom>
              <a:avLst/>
              <a:gdLst>
                <a:gd name="T0" fmla="*/ 17 w 17"/>
                <a:gd name="T1" fmla="*/ 2 h 10"/>
                <a:gd name="T2" fmla="*/ 9 w 17"/>
                <a:gd name="T3" fmla="*/ 8 h 10"/>
                <a:gd name="T4" fmla="*/ 1 w 17"/>
                <a:gd name="T5" fmla="*/ 7 h 10"/>
                <a:gd name="T6" fmla="*/ 8 w 17"/>
                <a:gd name="T7" fmla="*/ 1 h 10"/>
                <a:gd name="T8" fmla="*/ 17 w 17"/>
                <a:gd name="T9" fmla="*/ 2 h 10"/>
              </a:gdLst>
              <a:ahLst/>
              <a:cxnLst>
                <a:cxn ang="0">
                  <a:pos x="T0" y="T1"/>
                </a:cxn>
                <a:cxn ang="0">
                  <a:pos x="T2" y="T3"/>
                </a:cxn>
                <a:cxn ang="0">
                  <a:pos x="T4" y="T5"/>
                </a:cxn>
                <a:cxn ang="0">
                  <a:pos x="T6" y="T7"/>
                </a:cxn>
                <a:cxn ang="0">
                  <a:pos x="T8" y="T9"/>
                </a:cxn>
              </a:cxnLst>
              <a:rect l="0" t="0" r="r" b="b"/>
              <a:pathLst>
                <a:path w="17" h="10">
                  <a:moveTo>
                    <a:pt x="17" y="2"/>
                  </a:moveTo>
                  <a:cubicBezTo>
                    <a:pt x="17" y="4"/>
                    <a:pt x="13" y="7"/>
                    <a:pt x="9" y="8"/>
                  </a:cubicBezTo>
                  <a:cubicBezTo>
                    <a:pt x="5" y="10"/>
                    <a:pt x="1" y="9"/>
                    <a:pt x="1" y="7"/>
                  </a:cubicBezTo>
                  <a:cubicBezTo>
                    <a:pt x="0" y="5"/>
                    <a:pt x="3" y="2"/>
                    <a:pt x="8"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1" name="Freeform 2271">
              <a:extLst>
                <a:ext uri="{FF2B5EF4-FFF2-40B4-BE49-F238E27FC236}">
                  <a16:creationId xmlns:a16="http://schemas.microsoft.com/office/drawing/2014/main" id="{A22ED5D9-C7C5-EE7E-3749-17B7874FF728}"/>
                </a:ext>
              </a:extLst>
            </p:cNvPr>
            <p:cNvSpPr>
              <a:spLocks/>
            </p:cNvSpPr>
            <p:nvPr/>
          </p:nvSpPr>
          <p:spPr bwMode="auto">
            <a:xfrm rot="5094805">
              <a:off x="2191569" y="5620211"/>
              <a:ext cx="38845" cy="25135"/>
            </a:xfrm>
            <a:custGeom>
              <a:avLst/>
              <a:gdLst>
                <a:gd name="T0" fmla="*/ 16 w 16"/>
                <a:gd name="T1" fmla="*/ 4 h 10"/>
                <a:gd name="T2" fmla="*/ 8 w 16"/>
                <a:gd name="T3" fmla="*/ 9 h 10"/>
                <a:gd name="T4" fmla="*/ 0 w 16"/>
                <a:gd name="T5" fmla="*/ 7 h 10"/>
                <a:gd name="T6" fmla="*/ 8 w 16"/>
                <a:gd name="T7" fmla="*/ 1 h 10"/>
                <a:gd name="T8" fmla="*/ 16 w 16"/>
                <a:gd name="T9" fmla="*/ 4 h 10"/>
              </a:gdLst>
              <a:ahLst/>
              <a:cxnLst>
                <a:cxn ang="0">
                  <a:pos x="T0" y="T1"/>
                </a:cxn>
                <a:cxn ang="0">
                  <a:pos x="T2" y="T3"/>
                </a:cxn>
                <a:cxn ang="0">
                  <a:pos x="T4" y="T5"/>
                </a:cxn>
                <a:cxn ang="0">
                  <a:pos x="T6" y="T7"/>
                </a:cxn>
                <a:cxn ang="0">
                  <a:pos x="T8" y="T9"/>
                </a:cxn>
              </a:cxnLst>
              <a:rect l="0" t="0" r="r" b="b"/>
              <a:pathLst>
                <a:path w="16" h="10">
                  <a:moveTo>
                    <a:pt x="16" y="4"/>
                  </a:moveTo>
                  <a:cubicBezTo>
                    <a:pt x="16" y="6"/>
                    <a:pt x="12" y="8"/>
                    <a:pt x="8" y="9"/>
                  </a:cubicBezTo>
                  <a:cubicBezTo>
                    <a:pt x="4" y="10"/>
                    <a:pt x="0" y="10"/>
                    <a:pt x="0" y="7"/>
                  </a:cubicBezTo>
                  <a:cubicBezTo>
                    <a:pt x="0" y="5"/>
                    <a:pt x="3" y="2"/>
                    <a:pt x="8" y="1"/>
                  </a:cubicBezTo>
                  <a:cubicBezTo>
                    <a:pt x="12" y="0"/>
                    <a:pt x="16" y="1"/>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2" name="Freeform 2272">
              <a:extLst>
                <a:ext uri="{FF2B5EF4-FFF2-40B4-BE49-F238E27FC236}">
                  <a16:creationId xmlns:a16="http://schemas.microsoft.com/office/drawing/2014/main" id="{2CDD0606-556B-1F6D-F2EC-5DEA759FA617}"/>
                </a:ext>
              </a:extLst>
            </p:cNvPr>
            <p:cNvSpPr>
              <a:spLocks/>
            </p:cNvSpPr>
            <p:nvPr/>
          </p:nvSpPr>
          <p:spPr bwMode="auto">
            <a:xfrm rot="5094805">
              <a:off x="2253162" y="5810658"/>
              <a:ext cx="43415" cy="22850"/>
            </a:xfrm>
            <a:custGeom>
              <a:avLst/>
              <a:gdLst>
                <a:gd name="T0" fmla="*/ 16 w 17"/>
                <a:gd name="T1" fmla="*/ 3 h 9"/>
                <a:gd name="T2" fmla="*/ 9 w 17"/>
                <a:gd name="T3" fmla="*/ 9 h 9"/>
                <a:gd name="T4" fmla="*/ 1 w 17"/>
                <a:gd name="T5" fmla="*/ 6 h 9"/>
                <a:gd name="T6" fmla="*/ 8 w 17"/>
                <a:gd name="T7" fmla="*/ 1 h 9"/>
                <a:gd name="T8" fmla="*/ 16 w 17"/>
                <a:gd name="T9" fmla="*/ 3 h 9"/>
              </a:gdLst>
              <a:ahLst/>
              <a:cxnLst>
                <a:cxn ang="0">
                  <a:pos x="T0" y="T1"/>
                </a:cxn>
                <a:cxn ang="0">
                  <a:pos x="T2" y="T3"/>
                </a:cxn>
                <a:cxn ang="0">
                  <a:pos x="T4" y="T5"/>
                </a:cxn>
                <a:cxn ang="0">
                  <a:pos x="T6" y="T7"/>
                </a:cxn>
                <a:cxn ang="0">
                  <a:pos x="T8" y="T9"/>
                </a:cxn>
              </a:cxnLst>
              <a:rect l="0" t="0" r="r" b="b"/>
              <a:pathLst>
                <a:path w="17" h="9">
                  <a:moveTo>
                    <a:pt x="16" y="3"/>
                  </a:moveTo>
                  <a:cubicBezTo>
                    <a:pt x="17" y="5"/>
                    <a:pt x="13" y="8"/>
                    <a:pt x="9" y="9"/>
                  </a:cubicBezTo>
                  <a:cubicBezTo>
                    <a:pt x="5" y="9"/>
                    <a:pt x="1" y="8"/>
                    <a:pt x="1" y="6"/>
                  </a:cubicBezTo>
                  <a:cubicBezTo>
                    <a:pt x="0" y="4"/>
                    <a:pt x="3" y="1"/>
                    <a:pt x="8" y="1"/>
                  </a:cubicBezTo>
                  <a:cubicBezTo>
                    <a:pt x="12" y="0"/>
                    <a:pt x="16"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3" name="Freeform 2273">
              <a:extLst>
                <a:ext uri="{FF2B5EF4-FFF2-40B4-BE49-F238E27FC236}">
                  <a16:creationId xmlns:a16="http://schemas.microsoft.com/office/drawing/2014/main" id="{995DB683-66B4-9325-C677-20A9FA2CC1AE}"/>
                </a:ext>
              </a:extLst>
            </p:cNvPr>
            <p:cNvSpPr>
              <a:spLocks/>
            </p:cNvSpPr>
            <p:nvPr/>
          </p:nvSpPr>
          <p:spPr bwMode="auto">
            <a:xfrm rot="5094805">
              <a:off x="2306806" y="6001078"/>
              <a:ext cx="38845" cy="22850"/>
            </a:xfrm>
            <a:custGeom>
              <a:avLst/>
              <a:gdLst>
                <a:gd name="T0" fmla="*/ 16 w 16"/>
                <a:gd name="T1" fmla="*/ 4 h 9"/>
                <a:gd name="T2" fmla="*/ 8 w 16"/>
                <a:gd name="T3" fmla="*/ 9 h 9"/>
                <a:gd name="T4" fmla="*/ 0 w 16"/>
                <a:gd name="T5" fmla="*/ 6 h 9"/>
                <a:gd name="T6" fmla="*/ 8 w 16"/>
                <a:gd name="T7" fmla="*/ 1 h 9"/>
                <a:gd name="T8" fmla="*/ 16 w 16"/>
                <a:gd name="T9" fmla="*/ 4 h 9"/>
              </a:gdLst>
              <a:ahLst/>
              <a:cxnLst>
                <a:cxn ang="0">
                  <a:pos x="T0" y="T1"/>
                </a:cxn>
                <a:cxn ang="0">
                  <a:pos x="T2" y="T3"/>
                </a:cxn>
                <a:cxn ang="0">
                  <a:pos x="T4" y="T5"/>
                </a:cxn>
                <a:cxn ang="0">
                  <a:pos x="T6" y="T7"/>
                </a:cxn>
                <a:cxn ang="0">
                  <a:pos x="T8" y="T9"/>
                </a:cxn>
              </a:cxnLst>
              <a:rect l="0" t="0" r="r" b="b"/>
              <a:pathLst>
                <a:path w="16" h="9">
                  <a:moveTo>
                    <a:pt x="16" y="4"/>
                  </a:moveTo>
                  <a:cubicBezTo>
                    <a:pt x="16" y="6"/>
                    <a:pt x="13" y="9"/>
                    <a:pt x="8" y="9"/>
                  </a:cubicBezTo>
                  <a:cubicBezTo>
                    <a:pt x="4" y="9"/>
                    <a:pt x="1" y="8"/>
                    <a:pt x="0" y="6"/>
                  </a:cubicBezTo>
                  <a:cubicBezTo>
                    <a:pt x="0" y="3"/>
                    <a:pt x="3" y="1"/>
                    <a:pt x="8" y="1"/>
                  </a:cubicBezTo>
                  <a:cubicBezTo>
                    <a:pt x="12" y="0"/>
                    <a:pt x="16" y="2"/>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4" name="Freeform 2274">
              <a:extLst>
                <a:ext uri="{FF2B5EF4-FFF2-40B4-BE49-F238E27FC236}">
                  <a16:creationId xmlns:a16="http://schemas.microsoft.com/office/drawing/2014/main" id="{943759FD-D706-CE53-31EC-1EEAB2B7447C}"/>
                </a:ext>
              </a:extLst>
            </p:cNvPr>
            <p:cNvSpPr>
              <a:spLocks/>
            </p:cNvSpPr>
            <p:nvPr/>
          </p:nvSpPr>
          <p:spPr bwMode="auto">
            <a:xfrm rot="5094805">
              <a:off x="2347924" y="6191266"/>
              <a:ext cx="38845" cy="25135"/>
            </a:xfrm>
            <a:custGeom>
              <a:avLst/>
              <a:gdLst>
                <a:gd name="T0" fmla="*/ 0 w 16"/>
                <a:gd name="T1" fmla="*/ 6 h 10"/>
                <a:gd name="T2" fmla="*/ 7 w 16"/>
                <a:gd name="T3" fmla="*/ 1 h 10"/>
                <a:gd name="T4" fmla="*/ 16 w 16"/>
                <a:gd name="T5" fmla="*/ 4 h 10"/>
                <a:gd name="T6" fmla="*/ 8 w 16"/>
                <a:gd name="T7" fmla="*/ 9 h 10"/>
                <a:gd name="T8" fmla="*/ 0 w 16"/>
                <a:gd name="T9" fmla="*/ 6 h 10"/>
              </a:gdLst>
              <a:ahLst/>
              <a:cxnLst>
                <a:cxn ang="0">
                  <a:pos x="T0" y="T1"/>
                </a:cxn>
                <a:cxn ang="0">
                  <a:pos x="T2" y="T3"/>
                </a:cxn>
                <a:cxn ang="0">
                  <a:pos x="T4" y="T5"/>
                </a:cxn>
                <a:cxn ang="0">
                  <a:pos x="T6" y="T7"/>
                </a:cxn>
                <a:cxn ang="0">
                  <a:pos x="T8" y="T9"/>
                </a:cxn>
              </a:cxnLst>
              <a:rect l="0" t="0" r="r" b="b"/>
              <a:pathLst>
                <a:path w="16" h="10">
                  <a:moveTo>
                    <a:pt x="0" y="6"/>
                  </a:moveTo>
                  <a:cubicBezTo>
                    <a:pt x="0" y="4"/>
                    <a:pt x="3" y="1"/>
                    <a:pt x="7" y="1"/>
                  </a:cubicBezTo>
                  <a:cubicBezTo>
                    <a:pt x="12" y="0"/>
                    <a:pt x="16" y="2"/>
                    <a:pt x="16" y="4"/>
                  </a:cubicBezTo>
                  <a:cubicBezTo>
                    <a:pt x="16" y="6"/>
                    <a:pt x="12" y="9"/>
                    <a:pt x="8" y="9"/>
                  </a:cubicBezTo>
                  <a:cubicBezTo>
                    <a:pt x="4" y="10"/>
                    <a:pt x="0"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5" name="Freeform 2275">
              <a:extLst>
                <a:ext uri="{FF2B5EF4-FFF2-40B4-BE49-F238E27FC236}">
                  <a16:creationId xmlns:a16="http://schemas.microsoft.com/office/drawing/2014/main" id="{7AA27647-74B3-31F3-71A3-8B839E54D3B8}"/>
                </a:ext>
              </a:extLst>
            </p:cNvPr>
            <p:cNvSpPr>
              <a:spLocks/>
            </p:cNvSpPr>
            <p:nvPr/>
          </p:nvSpPr>
          <p:spPr bwMode="auto">
            <a:xfrm rot="5094805">
              <a:off x="2400316" y="6380345"/>
              <a:ext cx="41130" cy="25135"/>
            </a:xfrm>
            <a:custGeom>
              <a:avLst/>
              <a:gdLst>
                <a:gd name="T0" fmla="*/ 9 w 16"/>
                <a:gd name="T1" fmla="*/ 9 h 10"/>
                <a:gd name="T2" fmla="*/ 0 w 16"/>
                <a:gd name="T3" fmla="*/ 7 h 10"/>
                <a:gd name="T4" fmla="*/ 7 w 16"/>
                <a:gd name="T5" fmla="*/ 1 h 10"/>
                <a:gd name="T6" fmla="*/ 16 w 16"/>
                <a:gd name="T7" fmla="*/ 3 h 10"/>
                <a:gd name="T8" fmla="*/ 9 w 16"/>
                <a:gd name="T9" fmla="*/ 9 h 10"/>
              </a:gdLst>
              <a:ahLst/>
              <a:cxnLst>
                <a:cxn ang="0">
                  <a:pos x="T0" y="T1"/>
                </a:cxn>
                <a:cxn ang="0">
                  <a:pos x="T2" y="T3"/>
                </a:cxn>
                <a:cxn ang="0">
                  <a:pos x="T4" y="T5"/>
                </a:cxn>
                <a:cxn ang="0">
                  <a:pos x="T6" y="T7"/>
                </a:cxn>
                <a:cxn ang="0">
                  <a:pos x="T8" y="T9"/>
                </a:cxn>
              </a:cxnLst>
              <a:rect l="0" t="0" r="r" b="b"/>
              <a:pathLst>
                <a:path w="16" h="10">
                  <a:moveTo>
                    <a:pt x="9" y="9"/>
                  </a:moveTo>
                  <a:cubicBezTo>
                    <a:pt x="5" y="10"/>
                    <a:pt x="1" y="9"/>
                    <a:pt x="0" y="7"/>
                  </a:cubicBezTo>
                  <a:cubicBezTo>
                    <a:pt x="0" y="4"/>
                    <a:pt x="3" y="2"/>
                    <a:pt x="7" y="1"/>
                  </a:cubicBezTo>
                  <a:cubicBezTo>
                    <a:pt x="11" y="0"/>
                    <a:pt x="15" y="1"/>
                    <a:pt x="16" y="3"/>
                  </a:cubicBezTo>
                  <a:cubicBezTo>
                    <a:pt x="16" y="5"/>
                    <a:pt x="13" y="8"/>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6" name="Freeform 2276">
              <a:extLst>
                <a:ext uri="{FF2B5EF4-FFF2-40B4-BE49-F238E27FC236}">
                  <a16:creationId xmlns:a16="http://schemas.microsoft.com/office/drawing/2014/main" id="{975A35F1-DBC5-F682-F787-619F979993E6}"/>
                </a:ext>
              </a:extLst>
            </p:cNvPr>
            <p:cNvSpPr>
              <a:spLocks/>
            </p:cNvSpPr>
            <p:nvPr/>
          </p:nvSpPr>
          <p:spPr bwMode="auto">
            <a:xfrm rot="5094805">
              <a:off x="2470925" y="6568005"/>
              <a:ext cx="38845" cy="25135"/>
            </a:xfrm>
            <a:custGeom>
              <a:avLst/>
              <a:gdLst>
                <a:gd name="T0" fmla="*/ 16 w 16"/>
                <a:gd name="T1" fmla="*/ 3 h 11"/>
                <a:gd name="T2" fmla="*/ 9 w 16"/>
                <a:gd name="T3" fmla="*/ 9 h 11"/>
                <a:gd name="T4" fmla="*/ 0 w 16"/>
                <a:gd name="T5" fmla="*/ 8 h 11"/>
                <a:gd name="T6" fmla="*/ 7 w 16"/>
                <a:gd name="T7" fmla="*/ 1 h 11"/>
                <a:gd name="T8" fmla="*/ 16 w 16"/>
                <a:gd name="T9" fmla="*/ 3 h 11"/>
              </a:gdLst>
              <a:ahLst/>
              <a:cxnLst>
                <a:cxn ang="0">
                  <a:pos x="T0" y="T1"/>
                </a:cxn>
                <a:cxn ang="0">
                  <a:pos x="T2" y="T3"/>
                </a:cxn>
                <a:cxn ang="0">
                  <a:pos x="T4" y="T5"/>
                </a:cxn>
                <a:cxn ang="0">
                  <a:pos x="T6" y="T7"/>
                </a:cxn>
                <a:cxn ang="0">
                  <a:pos x="T8" y="T9"/>
                </a:cxn>
              </a:cxnLst>
              <a:rect l="0" t="0" r="r" b="b"/>
              <a:pathLst>
                <a:path w="16" h="11">
                  <a:moveTo>
                    <a:pt x="16" y="3"/>
                  </a:moveTo>
                  <a:cubicBezTo>
                    <a:pt x="16" y="5"/>
                    <a:pt x="13" y="8"/>
                    <a:pt x="9" y="9"/>
                  </a:cubicBezTo>
                  <a:cubicBezTo>
                    <a:pt x="5" y="11"/>
                    <a:pt x="1" y="10"/>
                    <a:pt x="0" y="8"/>
                  </a:cubicBezTo>
                  <a:cubicBezTo>
                    <a:pt x="0" y="6"/>
                    <a:pt x="2" y="3"/>
                    <a:pt x="7" y="1"/>
                  </a:cubicBezTo>
                  <a:cubicBezTo>
                    <a:pt x="11" y="0"/>
                    <a:pt x="15" y="0"/>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7" name="Freeform 2277">
              <a:extLst>
                <a:ext uri="{FF2B5EF4-FFF2-40B4-BE49-F238E27FC236}">
                  <a16:creationId xmlns:a16="http://schemas.microsoft.com/office/drawing/2014/main" id="{B4BF5891-8174-61F4-BA3C-2DC46426A57F}"/>
                </a:ext>
              </a:extLst>
            </p:cNvPr>
            <p:cNvSpPr>
              <a:spLocks/>
            </p:cNvSpPr>
            <p:nvPr/>
          </p:nvSpPr>
          <p:spPr bwMode="auto">
            <a:xfrm rot="5094805">
              <a:off x="2553840" y="6750931"/>
              <a:ext cx="41130" cy="27420"/>
            </a:xfrm>
            <a:custGeom>
              <a:avLst/>
              <a:gdLst>
                <a:gd name="T0" fmla="*/ 17 w 17"/>
                <a:gd name="T1" fmla="*/ 2 h 11"/>
                <a:gd name="T2" fmla="*/ 10 w 17"/>
                <a:gd name="T3" fmla="*/ 9 h 11"/>
                <a:gd name="T4" fmla="*/ 1 w 17"/>
                <a:gd name="T5" fmla="*/ 8 h 11"/>
                <a:gd name="T6" fmla="*/ 8 w 17"/>
                <a:gd name="T7" fmla="*/ 1 h 11"/>
                <a:gd name="T8" fmla="*/ 17 w 17"/>
                <a:gd name="T9" fmla="*/ 2 h 11"/>
              </a:gdLst>
              <a:ahLst/>
              <a:cxnLst>
                <a:cxn ang="0">
                  <a:pos x="T0" y="T1"/>
                </a:cxn>
                <a:cxn ang="0">
                  <a:pos x="T2" y="T3"/>
                </a:cxn>
                <a:cxn ang="0">
                  <a:pos x="T4" y="T5"/>
                </a:cxn>
                <a:cxn ang="0">
                  <a:pos x="T6" y="T7"/>
                </a:cxn>
                <a:cxn ang="0">
                  <a:pos x="T8" y="T9"/>
                </a:cxn>
              </a:cxnLst>
              <a:rect l="0" t="0" r="r" b="b"/>
              <a:pathLst>
                <a:path w="17" h="11">
                  <a:moveTo>
                    <a:pt x="17" y="2"/>
                  </a:moveTo>
                  <a:cubicBezTo>
                    <a:pt x="17" y="4"/>
                    <a:pt x="14" y="8"/>
                    <a:pt x="10" y="9"/>
                  </a:cubicBezTo>
                  <a:cubicBezTo>
                    <a:pt x="5" y="11"/>
                    <a:pt x="2" y="11"/>
                    <a:pt x="1" y="8"/>
                  </a:cubicBezTo>
                  <a:cubicBezTo>
                    <a:pt x="0" y="6"/>
                    <a:pt x="3" y="3"/>
                    <a:pt x="8"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8" name="Freeform 2278">
              <a:extLst>
                <a:ext uri="{FF2B5EF4-FFF2-40B4-BE49-F238E27FC236}">
                  <a16:creationId xmlns:a16="http://schemas.microsoft.com/office/drawing/2014/main" id="{3C125E10-1F8B-A16F-0625-0D119BA9CBB2}"/>
                </a:ext>
              </a:extLst>
            </p:cNvPr>
            <p:cNvSpPr>
              <a:spLocks/>
            </p:cNvSpPr>
            <p:nvPr/>
          </p:nvSpPr>
          <p:spPr bwMode="auto">
            <a:xfrm rot="5094805">
              <a:off x="966705" y="1532262"/>
              <a:ext cx="41130" cy="34275"/>
            </a:xfrm>
            <a:custGeom>
              <a:avLst/>
              <a:gdLst>
                <a:gd name="T0" fmla="*/ 16 w 17"/>
                <a:gd name="T1" fmla="*/ 12 h 14"/>
                <a:gd name="T2" fmla="*/ 9 w 17"/>
                <a:gd name="T3" fmla="*/ 11 h 14"/>
                <a:gd name="T4" fmla="*/ 1 w 17"/>
                <a:gd name="T5" fmla="*/ 3 h 14"/>
                <a:gd name="T6" fmla="*/ 8 w 17"/>
                <a:gd name="T7" fmla="*/ 3 h 14"/>
                <a:gd name="T8" fmla="*/ 16 w 17"/>
                <a:gd name="T9" fmla="*/ 12 h 14"/>
              </a:gdLst>
              <a:ahLst/>
              <a:cxnLst>
                <a:cxn ang="0">
                  <a:pos x="T0" y="T1"/>
                </a:cxn>
                <a:cxn ang="0">
                  <a:pos x="T2" y="T3"/>
                </a:cxn>
                <a:cxn ang="0">
                  <a:pos x="T4" y="T5"/>
                </a:cxn>
                <a:cxn ang="0">
                  <a:pos x="T6" y="T7"/>
                </a:cxn>
                <a:cxn ang="0">
                  <a:pos x="T8" y="T9"/>
                </a:cxn>
              </a:cxnLst>
              <a:rect l="0" t="0" r="r" b="b"/>
              <a:pathLst>
                <a:path w="17" h="14">
                  <a:moveTo>
                    <a:pt x="16" y="12"/>
                  </a:moveTo>
                  <a:cubicBezTo>
                    <a:pt x="17" y="14"/>
                    <a:pt x="13" y="14"/>
                    <a:pt x="9" y="11"/>
                  </a:cubicBezTo>
                  <a:cubicBezTo>
                    <a:pt x="5" y="8"/>
                    <a:pt x="1" y="5"/>
                    <a:pt x="1" y="3"/>
                  </a:cubicBezTo>
                  <a:cubicBezTo>
                    <a:pt x="0" y="0"/>
                    <a:pt x="4" y="0"/>
                    <a:pt x="8" y="3"/>
                  </a:cubicBezTo>
                  <a:cubicBezTo>
                    <a:pt x="12" y="5"/>
                    <a:pt x="16" y="9"/>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9" name="Freeform 2279">
              <a:extLst>
                <a:ext uri="{FF2B5EF4-FFF2-40B4-BE49-F238E27FC236}">
                  <a16:creationId xmlns:a16="http://schemas.microsoft.com/office/drawing/2014/main" id="{60A79591-0AAE-9313-B14D-5AC389B6B03D}"/>
                </a:ext>
              </a:extLst>
            </p:cNvPr>
            <p:cNvSpPr>
              <a:spLocks/>
            </p:cNvSpPr>
            <p:nvPr/>
          </p:nvSpPr>
          <p:spPr bwMode="auto">
            <a:xfrm rot="5094805">
              <a:off x="878391" y="1740738"/>
              <a:ext cx="43415" cy="29705"/>
            </a:xfrm>
            <a:custGeom>
              <a:avLst/>
              <a:gdLst>
                <a:gd name="T0" fmla="*/ 17 w 17"/>
                <a:gd name="T1" fmla="*/ 10 h 12"/>
                <a:gd name="T2" fmla="*/ 10 w 17"/>
                <a:gd name="T3" fmla="*/ 10 h 12"/>
                <a:gd name="T4" fmla="*/ 1 w 17"/>
                <a:gd name="T5" fmla="*/ 3 h 12"/>
                <a:gd name="T6" fmla="*/ 8 w 17"/>
                <a:gd name="T7" fmla="*/ 2 h 12"/>
                <a:gd name="T8" fmla="*/ 17 w 17"/>
                <a:gd name="T9" fmla="*/ 10 h 12"/>
              </a:gdLst>
              <a:ahLst/>
              <a:cxnLst>
                <a:cxn ang="0">
                  <a:pos x="T0" y="T1"/>
                </a:cxn>
                <a:cxn ang="0">
                  <a:pos x="T2" y="T3"/>
                </a:cxn>
                <a:cxn ang="0">
                  <a:pos x="T4" y="T5"/>
                </a:cxn>
                <a:cxn ang="0">
                  <a:pos x="T6" y="T7"/>
                </a:cxn>
                <a:cxn ang="0">
                  <a:pos x="T8" y="T9"/>
                </a:cxn>
              </a:cxnLst>
              <a:rect l="0" t="0" r="r" b="b"/>
              <a:pathLst>
                <a:path w="17" h="12">
                  <a:moveTo>
                    <a:pt x="17" y="10"/>
                  </a:moveTo>
                  <a:cubicBezTo>
                    <a:pt x="17" y="12"/>
                    <a:pt x="14" y="12"/>
                    <a:pt x="10" y="10"/>
                  </a:cubicBezTo>
                  <a:cubicBezTo>
                    <a:pt x="6" y="8"/>
                    <a:pt x="2" y="5"/>
                    <a:pt x="1" y="3"/>
                  </a:cubicBezTo>
                  <a:cubicBezTo>
                    <a:pt x="0" y="1"/>
                    <a:pt x="3" y="0"/>
                    <a:pt x="8" y="2"/>
                  </a:cubicBezTo>
                  <a:cubicBezTo>
                    <a:pt x="12" y="4"/>
                    <a:pt x="16" y="8"/>
                    <a:pt x="1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0" name="Freeform 2280">
              <a:extLst>
                <a:ext uri="{FF2B5EF4-FFF2-40B4-BE49-F238E27FC236}">
                  <a16:creationId xmlns:a16="http://schemas.microsoft.com/office/drawing/2014/main" id="{6FD955CC-E54F-0FDB-CB5F-462E16FDABC0}"/>
                </a:ext>
              </a:extLst>
            </p:cNvPr>
            <p:cNvSpPr>
              <a:spLocks/>
            </p:cNvSpPr>
            <p:nvPr/>
          </p:nvSpPr>
          <p:spPr bwMode="auto">
            <a:xfrm rot="5094805">
              <a:off x="804986" y="1949339"/>
              <a:ext cx="38845" cy="25135"/>
            </a:xfrm>
            <a:custGeom>
              <a:avLst/>
              <a:gdLst>
                <a:gd name="T0" fmla="*/ 8 w 16"/>
                <a:gd name="T1" fmla="*/ 2 h 10"/>
                <a:gd name="T2" fmla="*/ 16 w 16"/>
                <a:gd name="T3" fmla="*/ 8 h 10"/>
                <a:gd name="T4" fmla="*/ 9 w 16"/>
                <a:gd name="T5" fmla="*/ 8 h 10"/>
                <a:gd name="T6" fmla="*/ 0 w 16"/>
                <a:gd name="T7" fmla="*/ 1 h 10"/>
                <a:gd name="T8" fmla="*/ 8 w 16"/>
                <a:gd name="T9" fmla="*/ 2 h 10"/>
              </a:gdLst>
              <a:ahLst/>
              <a:cxnLst>
                <a:cxn ang="0">
                  <a:pos x="T0" y="T1"/>
                </a:cxn>
                <a:cxn ang="0">
                  <a:pos x="T2" y="T3"/>
                </a:cxn>
                <a:cxn ang="0">
                  <a:pos x="T4" y="T5"/>
                </a:cxn>
                <a:cxn ang="0">
                  <a:pos x="T6" y="T7"/>
                </a:cxn>
                <a:cxn ang="0">
                  <a:pos x="T8" y="T9"/>
                </a:cxn>
              </a:cxnLst>
              <a:rect l="0" t="0" r="r" b="b"/>
              <a:pathLst>
                <a:path w="16" h="10">
                  <a:moveTo>
                    <a:pt x="8" y="2"/>
                  </a:moveTo>
                  <a:cubicBezTo>
                    <a:pt x="13" y="4"/>
                    <a:pt x="16" y="7"/>
                    <a:pt x="16" y="8"/>
                  </a:cubicBezTo>
                  <a:cubicBezTo>
                    <a:pt x="16" y="10"/>
                    <a:pt x="13" y="10"/>
                    <a:pt x="9" y="8"/>
                  </a:cubicBezTo>
                  <a:cubicBezTo>
                    <a:pt x="5" y="6"/>
                    <a:pt x="1" y="3"/>
                    <a:pt x="0" y="1"/>
                  </a:cubicBezTo>
                  <a:cubicBezTo>
                    <a:pt x="0" y="0"/>
                    <a:pt x="4"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1" name="Freeform 2281">
              <a:extLst>
                <a:ext uri="{FF2B5EF4-FFF2-40B4-BE49-F238E27FC236}">
                  <a16:creationId xmlns:a16="http://schemas.microsoft.com/office/drawing/2014/main" id="{1E816F6F-721C-BF37-A2CD-16FB814DB491}"/>
                </a:ext>
              </a:extLst>
            </p:cNvPr>
            <p:cNvSpPr>
              <a:spLocks/>
            </p:cNvSpPr>
            <p:nvPr/>
          </p:nvSpPr>
          <p:spPr bwMode="auto">
            <a:xfrm rot="5094805">
              <a:off x="750909" y="2156956"/>
              <a:ext cx="43415" cy="18280"/>
            </a:xfrm>
            <a:custGeom>
              <a:avLst/>
              <a:gdLst>
                <a:gd name="T0" fmla="*/ 10 w 17"/>
                <a:gd name="T1" fmla="*/ 7 h 8"/>
                <a:gd name="T2" fmla="*/ 1 w 17"/>
                <a:gd name="T3" fmla="*/ 2 h 8"/>
                <a:gd name="T4" fmla="*/ 8 w 17"/>
                <a:gd name="T5" fmla="*/ 1 h 8"/>
                <a:gd name="T6" fmla="*/ 16 w 17"/>
                <a:gd name="T7" fmla="*/ 6 h 8"/>
                <a:gd name="T8" fmla="*/ 10 w 17"/>
                <a:gd name="T9" fmla="*/ 7 h 8"/>
              </a:gdLst>
              <a:ahLst/>
              <a:cxnLst>
                <a:cxn ang="0">
                  <a:pos x="T0" y="T1"/>
                </a:cxn>
                <a:cxn ang="0">
                  <a:pos x="T2" y="T3"/>
                </a:cxn>
                <a:cxn ang="0">
                  <a:pos x="T4" y="T5"/>
                </a:cxn>
                <a:cxn ang="0">
                  <a:pos x="T6" y="T7"/>
                </a:cxn>
                <a:cxn ang="0">
                  <a:pos x="T8" y="T9"/>
                </a:cxn>
              </a:cxnLst>
              <a:rect l="0" t="0" r="r" b="b"/>
              <a:pathLst>
                <a:path w="17" h="8">
                  <a:moveTo>
                    <a:pt x="10" y="7"/>
                  </a:moveTo>
                  <a:cubicBezTo>
                    <a:pt x="5" y="6"/>
                    <a:pt x="1" y="4"/>
                    <a:pt x="1" y="2"/>
                  </a:cubicBezTo>
                  <a:cubicBezTo>
                    <a:pt x="0" y="0"/>
                    <a:pt x="4" y="0"/>
                    <a:pt x="8" y="1"/>
                  </a:cubicBezTo>
                  <a:cubicBezTo>
                    <a:pt x="11" y="2"/>
                    <a:pt x="15" y="4"/>
                    <a:pt x="16" y="6"/>
                  </a:cubicBezTo>
                  <a:cubicBezTo>
                    <a:pt x="17" y="8"/>
                    <a:pt x="14" y="8"/>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2" name="Freeform 2282">
              <a:extLst>
                <a:ext uri="{FF2B5EF4-FFF2-40B4-BE49-F238E27FC236}">
                  <a16:creationId xmlns:a16="http://schemas.microsoft.com/office/drawing/2014/main" id="{E17262B1-0329-D3C9-621B-02F1623880D5}"/>
                </a:ext>
              </a:extLst>
            </p:cNvPr>
            <p:cNvSpPr>
              <a:spLocks/>
            </p:cNvSpPr>
            <p:nvPr/>
          </p:nvSpPr>
          <p:spPr bwMode="auto">
            <a:xfrm rot="5094805">
              <a:off x="732957" y="2357078"/>
              <a:ext cx="41130" cy="13710"/>
            </a:xfrm>
            <a:custGeom>
              <a:avLst/>
              <a:gdLst>
                <a:gd name="T0" fmla="*/ 7 w 17"/>
                <a:gd name="T1" fmla="*/ 0 h 6"/>
                <a:gd name="T2" fmla="*/ 16 w 17"/>
                <a:gd name="T3" fmla="*/ 4 h 6"/>
                <a:gd name="T4" fmla="*/ 11 w 17"/>
                <a:gd name="T5" fmla="*/ 6 h 6"/>
                <a:gd name="T6" fmla="*/ 1 w 17"/>
                <a:gd name="T7" fmla="*/ 3 h 6"/>
                <a:gd name="T8" fmla="*/ 7 w 17"/>
                <a:gd name="T9" fmla="*/ 0 h 6"/>
              </a:gdLst>
              <a:ahLst/>
              <a:cxnLst>
                <a:cxn ang="0">
                  <a:pos x="T0" y="T1"/>
                </a:cxn>
                <a:cxn ang="0">
                  <a:pos x="T2" y="T3"/>
                </a:cxn>
                <a:cxn ang="0">
                  <a:pos x="T4" y="T5"/>
                </a:cxn>
                <a:cxn ang="0">
                  <a:pos x="T6" y="T7"/>
                </a:cxn>
                <a:cxn ang="0">
                  <a:pos x="T8" y="T9"/>
                </a:cxn>
              </a:cxnLst>
              <a:rect l="0" t="0" r="r" b="b"/>
              <a:pathLst>
                <a:path w="17" h="6">
                  <a:moveTo>
                    <a:pt x="7" y="0"/>
                  </a:moveTo>
                  <a:cubicBezTo>
                    <a:pt x="11" y="0"/>
                    <a:pt x="16" y="2"/>
                    <a:pt x="16" y="4"/>
                  </a:cubicBezTo>
                  <a:cubicBezTo>
                    <a:pt x="17" y="5"/>
                    <a:pt x="15" y="6"/>
                    <a:pt x="11" y="6"/>
                  </a:cubicBezTo>
                  <a:cubicBezTo>
                    <a:pt x="7" y="6"/>
                    <a:pt x="2" y="4"/>
                    <a:pt x="1" y="3"/>
                  </a:cubicBezTo>
                  <a:cubicBezTo>
                    <a:pt x="0" y="1"/>
                    <a:pt x="3"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3" name="Freeform 2283">
              <a:extLst>
                <a:ext uri="{FF2B5EF4-FFF2-40B4-BE49-F238E27FC236}">
                  <a16:creationId xmlns:a16="http://schemas.microsoft.com/office/drawing/2014/main" id="{725BE41D-75B5-F4C4-5264-8327AFDA1847}"/>
                </a:ext>
              </a:extLst>
            </p:cNvPr>
            <p:cNvSpPr>
              <a:spLocks/>
            </p:cNvSpPr>
            <p:nvPr/>
          </p:nvSpPr>
          <p:spPr bwMode="auto">
            <a:xfrm rot="5094805">
              <a:off x="753591" y="2549090"/>
              <a:ext cx="41130" cy="15995"/>
            </a:xfrm>
            <a:custGeom>
              <a:avLst/>
              <a:gdLst>
                <a:gd name="T0" fmla="*/ 16 w 17"/>
                <a:gd name="T1" fmla="*/ 2 h 7"/>
                <a:gd name="T2" fmla="*/ 10 w 17"/>
                <a:gd name="T3" fmla="*/ 6 h 7"/>
                <a:gd name="T4" fmla="*/ 1 w 17"/>
                <a:gd name="T5" fmla="*/ 5 h 7"/>
                <a:gd name="T6" fmla="*/ 7 w 17"/>
                <a:gd name="T7" fmla="*/ 1 h 7"/>
                <a:gd name="T8" fmla="*/ 16 w 17"/>
                <a:gd name="T9" fmla="*/ 2 h 7"/>
              </a:gdLst>
              <a:ahLst/>
              <a:cxnLst>
                <a:cxn ang="0">
                  <a:pos x="T0" y="T1"/>
                </a:cxn>
                <a:cxn ang="0">
                  <a:pos x="T2" y="T3"/>
                </a:cxn>
                <a:cxn ang="0">
                  <a:pos x="T4" y="T5"/>
                </a:cxn>
                <a:cxn ang="0">
                  <a:pos x="T6" y="T7"/>
                </a:cxn>
                <a:cxn ang="0">
                  <a:pos x="T8" y="T9"/>
                </a:cxn>
              </a:cxnLst>
              <a:rect l="0" t="0" r="r" b="b"/>
              <a:pathLst>
                <a:path w="17" h="7">
                  <a:moveTo>
                    <a:pt x="16" y="2"/>
                  </a:moveTo>
                  <a:cubicBezTo>
                    <a:pt x="17" y="4"/>
                    <a:pt x="14" y="6"/>
                    <a:pt x="10" y="6"/>
                  </a:cubicBezTo>
                  <a:cubicBezTo>
                    <a:pt x="6" y="7"/>
                    <a:pt x="2" y="6"/>
                    <a:pt x="1" y="5"/>
                  </a:cubicBezTo>
                  <a:cubicBezTo>
                    <a:pt x="0" y="3"/>
                    <a:pt x="3" y="1"/>
                    <a:pt x="7" y="1"/>
                  </a:cubicBezTo>
                  <a:cubicBezTo>
                    <a:pt x="11" y="0"/>
                    <a:pt x="15" y="1"/>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4" name="Freeform 2284">
              <a:extLst>
                <a:ext uri="{FF2B5EF4-FFF2-40B4-BE49-F238E27FC236}">
                  <a16:creationId xmlns:a16="http://schemas.microsoft.com/office/drawing/2014/main" id="{FA9EB91A-A8E9-4E57-9A4D-F23235CEA504}"/>
                </a:ext>
              </a:extLst>
            </p:cNvPr>
            <p:cNvSpPr>
              <a:spLocks/>
            </p:cNvSpPr>
            <p:nvPr/>
          </p:nvSpPr>
          <p:spPr bwMode="auto">
            <a:xfrm rot="5094805">
              <a:off x="798220" y="2740011"/>
              <a:ext cx="43415" cy="18280"/>
            </a:xfrm>
            <a:custGeom>
              <a:avLst/>
              <a:gdLst>
                <a:gd name="T0" fmla="*/ 10 w 17"/>
                <a:gd name="T1" fmla="*/ 7 h 8"/>
                <a:gd name="T2" fmla="*/ 1 w 17"/>
                <a:gd name="T3" fmla="*/ 5 h 8"/>
                <a:gd name="T4" fmla="*/ 8 w 17"/>
                <a:gd name="T5" fmla="*/ 1 h 8"/>
                <a:gd name="T6" fmla="*/ 16 w 17"/>
                <a:gd name="T7" fmla="*/ 2 h 8"/>
                <a:gd name="T8" fmla="*/ 10 w 17"/>
                <a:gd name="T9" fmla="*/ 7 h 8"/>
              </a:gdLst>
              <a:ahLst/>
              <a:cxnLst>
                <a:cxn ang="0">
                  <a:pos x="T0" y="T1"/>
                </a:cxn>
                <a:cxn ang="0">
                  <a:pos x="T2" y="T3"/>
                </a:cxn>
                <a:cxn ang="0">
                  <a:pos x="T4" y="T5"/>
                </a:cxn>
                <a:cxn ang="0">
                  <a:pos x="T6" y="T7"/>
                </a:cxn>
                <a:cxn ang="0">
                  <a:pos x="T8" y="T9"/>
                </a:cxn>
              </a:cxnLst>
              <a:rect l="0" t="0" r="r" b="b"/>
              <a:pathLst>
                <a:path w="17" h="8">
                  <a:moveTo>
                    <a:pt x="10" y="7"/>
                  </a:moveTo>
                  <a:cubicBezTo>
                    <a:pt x="5" y="8"/>
                    <a:pt x="1" y="7"/>
                    <a:pt x="1" y="5"/>
                  </a:cubicBezTo>
                  <a:cubicBezTo>
                    <a:pt x="0" y="4"/>
                    <a:pt x="4" y="1"/>
                    <a:pt x="8" y="1"/>
                  </a:cubicBezTo>
                  <a:cubicBezTo>
                    <a:pt x="11" y="0"/>
                    <a:pt x="15" y="1"/>
                    <a:pt x="16" y="2"/>
                  </a:cubicBezTo>
                  <a:cubicBezTo>
                    <a:pt x="17" y="4"/>
                    <a:pt x="14" y="6"/>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5" name="Freeform 2285">
              <a:extLst>
                <a:ext uri="{FF2B5EF4-FFF2-40B4-BE49-F238E27FC236}">
                  <a16:creationId xmlns:a16="http://schemas.microsoft.com/office/drawing/2014/main" id="{51F127BC-47DE-17BD-D8D0-C6C3CABD57E1}"/>
                </a:ext>
              </a:extLst>
            </p:cNvPr>
            <p:cNvSpPr>
              <a:spLocks/>
            </p:cNvSpPr>
            <p:nvPr/>
          </p:nvSpPr>
          <p:spPr bwMode="auto">
            <a:xfrm rot="5094805">
              <a:off x="859725" y="2926197"/>
              <a:ext cx="41130" cy="22850"/>
            </a:xfrm>
            <a:custGeom>
              <a:avLst/>
              <a:gdLst>
                <a:gd name="T0" fmla="*/ 16 w 17"/>
                <a:gd name="T1" fmla="*/ 3 h 9"/>
                <a:gd name="T2" fmla="*/ 10 w 17"/>
                <a:gd name="T3" fmla="*/ 8 h 9"/>
                <a:gd name="T4" fmla="*/ 1 w 17"/>
                <a:gd name="T5" fmla="*/ 7 h 9"/>
                <a:gd name="T6" fmla="*/ 7 w 17"/>
                <a:gd name="T7" fmla="*/ 2 h 9"/>
                <a:gd name="T8" fmla="*/ 16 w 17"/>
                <a:gd name="T9" fmla="*/ 3 h 9"/>
              </a:gdLst>
              <a:ahLst/>
              <a:cxnLst>
                <a:cxn ang="0">
                  <a:pos x="T0" y="T1"/>
                </a:cxn>
                <a:cxn ang="0">
                  <a:pos x="T2" y="T3"/>
                </a:cxn>
                <a:cxn ang="0">
                  <a:pos x="T4" y="T5"/>
                </a:cxn>
                <a:cxn ang="0">
                  <a:pos x="T6" y="T7"/>
                </a:cxn>
                <a:cxn ang="0">
                  <a:pos x="T8" y="T9"/>
                </a:cxn>
              </a:cxnLst>
              <a:rect l="0" t="0" r="r" b="b"/>
              <a:pathLst>
                <a:path w="17" h="9">
                  <a:moveTo>
                    <a:pt x="16" y="3"/>
                  </a:moveTo>
                  <a:cubicBezTo>
                    <a:pt x="17" y="4"/>
                    <a:pt x="14" y="7"/>
                    <a:pt x="10" y="8"/>
                  </a:cubicBezTo>
                  <a:cubicBezTo>
                    <a:pt x="6" y="9"/>
                    <a:pt x="2" y="8"/>
                    <a:pt x="1" y="7"/>
                  </a:cubicBezTo>
                  <a:cubicBezTo>
                    <a:pt x="0" y="6"/>
                    <a:pt x="3" y="3"/>
                    <a:pt x="7" y="2"/>
                  </a:cubicBezTo>
                  <a:cubicBezTo>
                    <a:pt x="11" y="0"/>
                    <a:pt x="16"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6" name="Freeform 2286">
              <a:extLst>
                <a:ext uri="{FF2B5EF4-FFF2-40B4-BE49-F238E27FC236}">
                  <a16:creationId xmlns:a16="http://schemas.microsoft.com/office/drawing/2014/main" id="{CE09A008-0FC6-5764-DE65-FFE4025A088F}"/>
                </a:ext>
              </a:extLst>
            </p:cNvPr>
            <p:cNvSpPr>
              <a:spLocks/>
            </p:cNvSpPr>
            <p:nvPr/>
          </p:nvSpPr>
          <p:spPr bwMode="auto">
            <a:xfrm rot="5094805">
              <a:off x="931471" y="3114899"/>
              <a:ext cx="38845" cy="20565"/>
            </a:xfrm>
            <a:custGeom>
              <a:avLst/>
              <a:gdLst>
                <a:gd name="T0" fmla="*/ 16 w 16"/>
                <a:gd name="T1" fmla="*/ 2 h 9"/>
                <a:gd name="T2" fmla="*/ 9 w 16"/>
                <a:gd name="T3" fmla="*/ 8 h 9"/>
                <a:gd name="T4" fmla="*/ 1 w 16"/>
                <a:gd name="T5" fmla="*/ 8 h 9"/>
                <a:gd name="T6" fmla="*/ 7 w 16"/>
                <a:gd name="T7" fmla="*/ 2 h 9"/>
                <a:gd name="T8" fmla="*/ 16 w 16"/>
                <a:gd name="T9" fmla="*/ 2 h 9"/>
              </a:gdLst>
              <a:ahLst/>
              <a:cxnLst>
                <a:cxn ang="0">
                  <a:pos x="T0" y="T1"/>
                </a:cxn>
                <a:cxn ang="0">
                  <a:pos x="T2" y="T3"/>
                </a:cxn>
                <a:cxn ang="0">
                  <a:pos x="T4" y="T5"/>
                </a:cxn>
                <a:cxn ang="0">
                  <a:pos x="T6" y="T7"/>
                </a:cxn>
                <a:cxn ang="0">
                  <a:pos x="T8" y="T9"/>
                </a:cxn>
              </a:cxnLst>
              <a:rect l="0" t="0" r="r" b="b"/>
              <a:pathLst>
                <a:path w="16" h="9">
                  <a:moveTo>
                    <a:pt x="16" y="2"/>
                  </a:moveTo>
                  <a:cubicBezTo>
                    <a:pt x="16" y="4"/>
                    <a:pt x="13" y="7"/>
                    <a:pt x="9" y="8"/>
                  </a:cubicBezTo>
                  <a:cubicBezTo>
                    <a:pt x="5" y="9"/>
                    <a:pt x="2" y="9"/>
                    <a:pt x="1" y="8"/>
                  </a:cubicBezTo>
                  <a:cubicBezTo>
                    <a:pt x="0" y="6"/>
                    <a:pt x="2" y="3"/>
                    <a:pt x="7" y="2"/>
                  </a:cubicBezTo>
                  <a:cubicBezTo>
                    <a:pt x="11" y="0"/>
                    <a:pt x="15" y="1"/>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7" name="Freeform 2287">
              <a:extLst>
                <a:ext uri="{FF2B5EF4-FFF2-40B4-BE49-F238E27FC236}">
                  <a16:creationId xmlns:a16="http://schemas.microsoft.com/office/drawing/2014/main" id="{CFF3665E-0A52-3A8E-FE7E-6836A2C70F4B}"/>
                </a:ext>
              </a:extLst>
            </p:cNvPr>
            <p:cNvSpPr>
              <a:spLocks/>
            </p:cNvSpPr>
            <p:nvPr/>
          </p:nvSpPr>
          <p:spPr bwMode="auto">
            <a:xfrm rot="5094805">
              <a:off x="1012313" y="3300303"/>
              <a:ext cx="41130" cy="22850"/>
            </a:xfrm>
            <a:custGeom>
              <a:avLst/>
              <a:gdLst>
                <a:gd name="T0" fmla="*/ 16 w 16"/>
                <a:gd name="T1" fmla="*/ 2 h 9"/>
                <a:gd name="T2" fmla="*/ 9 w 16"/>
                <a:gd name="T3" fmla="*/ 8 h 9"/>
                <a:gd name="T4" fmla="*/ 1 w 16"/>
                <a:gd name="T5" fmla="*/ 8 h 9"/>
                <a:gd name="T6" fmla="*/ 7 w 16"/>
                <a:gd name="T7" fmla="*/ 2 h 9"/>
                <a:gd name="T8" fmla="*/ 16 w 16"/>
                <a:gd name="T9" fmla="*/ 2 h 9"/>
              </a:gdLst>
              <a:ahLst/>
              <a:cxnLst>
                <a:cxn ang="0">
                  <a:pos x="T0" y="T1"/>
                </a:cxn>
                <a:cxn ang="0">
                  <a:pos x="T2" y="T3"/>
                </a:cxn>
                <a:cxn ang="0">
                  <a:pos x="T4" y="T5"/>
                </a:cxn>
                <a:cxn ang="0">
                  <a:pos x="T6" y="T7"/>
                </a:cxn>
                <a:cxn ang="0">
                  <a:pos x="T8" y="T9"/>
                </a:cxn>
              </a:cxnLst>
              <a:rect l="0" t="0" r="r" b="b"/>
              <a:pathLst>
                <a:path w="16" h="9">
                  <a:moveTo>
                    <a:pt x="16" y="2"/>
                  </a:moveTo>
                  <a:cubicBezTo>
                    <a:pt x="16" y="4"/>
                    <a:pt x="14" y="6"/>
                    <a:pt x="9" y="8"/>
                  </a:cubicBezTo>
                  <a:cubicBezTo>
                    <a:pt x="6" y="9"/>
                    <a:pt x="2" y="9"/>
                    <a:pt x="1" y="8"/>
                  </a:cubicBezTo>
                  <a:cubicBezTo>
                    <a:pt x="0" y="7"/>
                    <a:pt x="2" y="4"/>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8" name="Freeform 2288">
              <a:extLst>
                <a:ext uri="{FF2B5EF4-FFF2-40B4-BE49-F238E27FC236}">
                  <a16:creationId xmlns:a16="http://schemas.microsoft.com/office/drawing/2014/main" id="{D71A36C6-AA33-22FD-439B-12399006C599}"/>
                </a:ext>
              </a:extLst>
            </p:cNvPr>
            <p:cNvSpPr>
              <a:spLocks/>
            </p:cNvSpPr>
            <p:nvPr/>
          </p:nvSpPr>
          <p:spPr bwMode="auto">
            <a:xfrm rot="5094805">
              <a:off x="1101226" y="3486237"/>
              <a:ext cx="41130" cy="25135"/>
            </a:xfrm>
            <a:custGeom>
              <a:avLst/>
              <a:gdLst>
                <a:gd name="T0" fmla="*/ 16 w 17"/>
                <a:gd name="T1" fmla="*/ 2 h 10"/>
                <a:gd name="T2" fmla="*/ 9 w 17"/>
                <a:gd name="T3" fmla="*/ 8 h 10"/>
                <a:gd name="T4" fmla="*/ 1 w 17"/>
                <a:gd name="T5" fmla="*/ 9 h 10"/>
                <a:gd name="T6" fmla="*/ 7 w 17"/>
                <a:gd name="T7" fmla="*/ 2 h 10"/>
                <a:gd name="T8" fmla="*/ 16 w 17"/>
                <a:gd name="T9" fmla="*/ 2 h 10"/>
              </a:gdLst>
              <a:ahLst/>
              <a:cxnLst>
                <a:cxn ang="0">
                  <a:pos x="T0" y="T1"/>
                </a:cxn>
                <a:cxn ang="0">
                  <a:pos x="T2" y="T3"/>
                </a:cxn>
                <a:cxn ang="0">
                  <a:pos x="T4" y="T5"/>
                </a:cxn>
                <a:cxn ang="0">
                  <a:pos x="T6" y="T7"/>
                </a:cxn>
                <a:cxn ang="0">
                  <a:pos x="T8" y="T9"/>
                </a:cxn>
              </a:cxnLst>
              <a:rect l="0" t="0" r="r" b="b"/>
              <a:pathLst>
                <a:path w="17" h="10">
                  <a:moveTo>
                    <a:pt x="16" y="2"/>
                  </a:moveTo>
                  <a:cubicBezTo>
                    <a:pt x="17" y="4"/>
                    <a:pt x="14" y="7"/>
                    <a:pt x="9" y="8"/>
                  </a:cubicBezTo>
                  <a:cubicBezTo>
                    <a:pt x="6" y="10"/>
                    <a:pt x="2" y="10"/>
                    <a:pt x="1" y="9"/>
                  </a:cubicBezTo>
                  <a:cubicBezTo>
                    <a:pt x="0" y="7"/>
                    <a:pt x="2" y="4"/>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9" name="Freeform 2289">
              <a:extLst>
                <a:ext uri="{FF2B5EF4-FFF2-40B4-BE49-F238E27FC236}">
                  <a16:creationId xmlns:a16="http://schemas.microsoft.com/office/drawing/2014/main" id="{E6A8BD8C-4F34-F11C-687E-A7E86FE5DF20}"/>
                </a:ext>
              </a:extLst>
            </p:cNvPr>
            <p:cNvSpPr>
              <a:spLocks/>
            </p:cNvSpPr>
            <p:nvPr/>
          </p:nvSpPr>
          <p:spPr bwMode="auto">
            <a:xfrm rot="5094805">
              <a:off x="1198944" y="3669191"/>
              <a:ext cx="38845" cy="25135"/>
            </a:xfrm>
            <a:custGeom>
              <a:avLst/>
              <a:gdLst>
                <a:gd name="T0" fmla="*/ 16 w 16"/>
                <a:gd name="T1" fmla="*/ 2 h 10"/>
                <a:gd name="T2" fmla="*/ 8 w 16"/>
                <a:gd name="T3" fmla="*/ 8 h 10"/>
                <a:gd name="T4" fmla="*/ 1 w 16"/>
                <a:gd name="T5" fmla="*/ 8 h 10"/>
                <a:gd name="T6" fmla="*/ 8 w 16"/>
                <a:gd name="T7" fmla="*/ 1 h 10"/>
                <a:gd name="T8" fmla="*/ 16 w 16"/>
                <a:gd name="T9" fmla="*/ 2 h 10"/>
              </a:gdLst>
              <a:ahLst/>
              <a:cxnLst>
                <a:cxn ang="0">
                  <a:pos x="T0" y="T1"/>
                </a:cxn>
                <a:cxn ang="0">
                  <a:pos x="T2" y="T3"/>
                </a:cxn>
                <a:cxn ang="0">
                  <a:pos x="T4" y="T5"/>
                </a:cxn>
                <a:cxn ang="0">
                  <a:pos x="T6" y="T7"/>
                </a:cxn>
                <a:cxn ang="0">
                  <a:pos x="T8" y="T9"/>
                </a:cxn>
              </a:cxnLst>
              <a:rect l="0" t="0" r="r" b="b"/>
              <a:pathLst>
                <a:path w="16" h="10">
                  <a:moveTo>
                    <a:pt x="16" y="2"/>
                  </a:moveTo>
                  <a:cubicBezTo>
                    <a:pt x="16" y="4"/>
                    <a:pt x="13" y="7"/>
                    <a:pt x="8" y="8"/>
                  </a:cubicBezTo>
                  <a:cubicBezTo>
                    <a:pt x="4" y="10"/>
                    <a:pt x="1" y="10"/>
                    <a:pt x="1" y="8"/>
                  </a:cubicBezTo>
                  <a:cubicBezTo>
                    <a:pt x="0" y="6"/>
                    <a:pt x="4" y="3"/>
                    <a:pt x="8" y="1"/>
                  </a:cubicBezTo>
                  <a:cubicBezTo>
                    <a:pt x="12" y="0"/>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0" name="Freeform 2290">
              <a:extLst>
                <a:ext uri="{FF2B5EF4-FFF2-40B4-BE49-F238E27FC236}">
                  <a16:creationId xmlns:a16="http://schemas.microsoft.com/office/drawing/2014/main" id="{DDC7786A-594A-87E6-9796-74797F27810A}"/>
                </a:ext>
              </a:extLst>
            </p:cNvPr>
            <p:cNvSpPr>
              <a:spLocks/>
            </p:cNvSpPr>
            <p:nvPr/>
          </p:nvSpPr>
          <p:spPr bwMode="auto">
            <a:xfrm rot="5094805">
              <a:off x="1299035" y="3851836"/>
              <a:ext cx="38845" cy="27420"/>
            </a:xfrm>
            <a:custGeom>
              <a:avLst/>
              <a:gdLst>
                <a:gd name="T0" fmla="*/ 9 w 16"/>
                <a:gd name="T1" fmla="*/ 8 h 11"/>
                <a:gd name="T2" fmla="*/ 1 w 16"/>
                <a:gd name="T3" fmla="*/ 9 h 11"/>
                <a:gd name="T4" fmla="*/ 8 w 16"/>
                <a:gd name="T5" fmla="*/ 2 h 11"/>
                <a:gd name="T6" fmla="*/ 15 w 16"/>
                <a:gd name="T7" fmla="*/ 1 h 11"/>
                <a:gd name="T8" fmla="*/ 9 w 16"/>
                <a:gd name="T9" fmla="*/ 8 h 11"/>
              </a:gdLst>
              <a:ahLst/>
              <a:cxnLst>
                <a:cxn ang="0">
                  <a:pos x="T0" y="T1"/>
                </a:cxn>
                <a:cxn ang="0">
                  <a:pos x="T2" y="T3"/>
                </a:cxn>
                <a:cxn ang="0">
                  <a:pos x="T4" y="T5"/>
                </a:cxn>
                <a:cxn ang="0">
                  <a:pos x="T6" y="T7"/>
                </a:cxn>
                <a:cxn ang="0">
                  <a:pos x="T8" y="T9"/>
                </a:cxn>
              </a:cxnLst>
              <a:rect l="0" t="0" r="r" b="b"/>
              <a:pathLst>
                <a:path w="16" h="11">
                  <a:moveTo>
                    <a:pt x="9" y="8"/>
                  </a:moveTo>
                  <a:cubicBezTo>
                    <a:pt x="5" y="10"/>
                    <a:pt x="1" y="11"/>
                    <a:pt x="1" y="9"/>
                  </a:cubicBezTo>
                  <a:cubicBezTo>
                    <a:pt x="0" y="7"/>
                    <a:pt x="4" y="3"/>
                    <a:pt x="8" y="2"/>
                  </a:cubicBezTo>
                  <a:cubicBezTo>
                    <a:pt x="11" y="0"/>
                    <a:pt x="15" y="0"/>
                    <a:pt x="15" y="1"/>
                  </a:cubicBezTo>
                  <a:cubicBezTo>
                    <a:pt x="16" y="3"/>
                    <a:pt x="14" y="6"/>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1" name="Freeform 2291">
              <a:extLst>
                <a:ext uri="{FF2B5EF4-FFF2-40B4-BE49-F238E27FC236}">
                  <a16:creationId xmlns:a16="http://schemas.microsoft.com/office/drawing/2014/main" id="{4A987277-F579-254F-0527-6DDFEF5968CA}"/>
                </a:ext>
              </a:extLst>
            </p:cNvPr>
            <p:cNvSpPr>
              <a:spLocks/>
            </p:cNvSpPr>
            <p:nvPr/>
          </p:nvSpPr>
          <p:spPr bwMode="auto">
            <a:xfrm rot="5094805">
              <a:off x="1403774" y="4036255"/>
              <a:ext cx="41130" cy="27420"/>
            </a:xfrm>
            <a:custGeom>
              <a:avLst/>
              <a:gdLst>
                <a:gd name="T0" fmla="*/ 15 w 16"/>
                <a:gd name="T1" fmla="*/ 1 h 11"/>
                <a:gd name="T2" fmla="*/ 9 w 16"/>
                <a:gd name="T3" fmla="*/ 8 h 11"/>
                <a:gd name="T4" fmla="*/ 1 w 16"/>
                <a:gd name="T5" fmla="*/ 9 h 11"/>
                <a:gd name="T6" fmla="*/ 6 w 16"/>
                <a:gd name="T7" fmla="*/ 2 h 11"/>
                <a:gd name="T8" fmla="*/ 15 w 16"/>
                <a:gd name="T9" fmla="*/ 1 h 11"/>
              </a:gdLst>
              <a:ahLst/>
              <a:cxnLst>
                <a:cxn ang="0">
                  <a:pos x="T0" y="T1"/>
                </a:cxn>
                <a:cxn ang="0">
                  <a:pos x="T2" y="T3"/>
                </a:cxn>
                <a:cxn ang="0">
                  <a:pos x="T4" y="T5"/>
                </a:cxn>
                <a:cxn ang="0">
                  <a:pos x="T6" y="T7"/>
                </a:cxn>
                <a:cxn ang="0">
                  <a:pos x="T8" y="T9"/>
                </a:cxn>
              </a:cxnLst>
              <a:rect l="0" t="0" r="r" b="b"/>
              <a:pathLst>
                <a:path w="16" h="11">
                  <a:moveTo>
                    <a:pt x="15" y="1"/>
                  </a:moveTo>
                  <a:cubicBezTo>
                    <a:pt x="16" y="3"/>
                    <a:pt x="13" y="6"/>
                    <a:pt x="9" y="8"/>
                  </a:cubicBezTo>
                  <a:cubicBezTo>
                    <a:pt x="5" y="10"/>
                    <a:pt x="2" y="11"/>
                    <a:pt x="1" y="9"/>
                  </a:cubicBezTo>
                  <a:cubicBezTo>
                    <a:pt x="0" y="8"/>
                    <a:pt x="2" y="4"/>
                    <a:pt x="6" y="2"/>
                  </a:cubicBezTo>
                  <a:cubicBezTo>
                    <a:pt x="10" y="0"/>
                    <a:pt x="15" y="0"/>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2" name="Freeform 2292">
              <a:extLst>
                <a:ext uri="{FF2B5EF4-FFF2-40B4-BE49-F238E27FC236}">
                  <a16:creationId xmlns:a16="http://schemas.microsoft.com/office/drawing/2014/main" id="{AA5DB7C2-6C9E-8231-BAE8-340F301D0301}"/>
                </a:ext>
              </a:extLst>
            </p:cNvPr>
            <p:cNvSpPr>
              <a:spLocks/>
            </p:cNvSpPr>
            <p:nvPr/>
          </p:nvSpPr>
          <p:spPr bwMode="auto">
            <a:xfrm rot="5094805">
              <a:off x="1059455" y="1323081"/>
              <a:ext cx="45700" cy="36560"/>
            </a:xfrm>
            <a:custGeom>
              <a:avLst/>
              <a:gdLst>
                <a:gd name="T0" fmla="*/ 17 w 18"/>
                <a:gd name="T1" fmla="*/ 11 h 15"/>
                <a:gd name="T2" fmla="*/ 10 w 18"/>
                <a:gd name="T3" fmla="*/ 12 h 15"/>
                <a:gd name="T4" fmla="*/ 2 w 18"/>
                <a:gd name="T5" fmla="*/ 4 h 15"/>
                <a:gd name="T6" fmla="*/ 7 w 18"/>
                <a:gd name="T7" fmla="*/ 2 h 15"/>
                <a:gd name="T8" fmla="*/ 17 w 18"/>
                <a:gd name="T9" fmla="*/ 11 h 15"/>
              </a:gdLst>
              <a:ahLst/>
              <a:cxnLst>
                <a:cxn ang="0">
                  <a:pos x="T0" y="T1"/>
                </a:cxn>
                <a:cxn ang="0">
                  <a:pos x="T2" y="T3"/>
                </a:cxn>
                <a:cxn ang="0">
                  <a:pos x="T4" y="T5"/>
                </a:cxn>
                <a:cxn ang="0">
                  <a:pos x="T6" y="T7"/>
                </a:cxn>
                <a:cxn ang="0">
                  <a:pos x="T8" y="T9"/>
                </a:cxn>
              </a:cxnLst>
              <a:rect l="0" t="0" r="r" b="b"/>
              <a:pathLst>
                <a:path w="18" h="15">
                  <a:moveTo>
                    <a:pt x="17" y="11"/>
                  </a:moveTo>
                  <a:cubicBezTo>
                    <a:pt x="18" y="14"/>
                    <a:pt x="15" y="15"/>
                    <a:pt x="10" y="12"/>
                  </a:cubicBezTo>
                  <a:cubicBezTo>
                    <a:pt x="6" y="10"/>
                    <a:pt x="3" y="6"/>
                    <a:pt x="2" y="4"/>
                  </a:cubicBezTo>
                  <a:cubicBezTo>
                    <a:pt x="0" y="1"/>
                    <a:pt x="3" y="0"/>
                    <a:pt x="7" y="2"/>
                  </a:cubicBezTo>
                  <a:cubicBezTo>
                    <a:pt x="12" y="4"/>
                    <a:pt x="16" y="9"/>
                    <a:pt x="1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3" name="Freeform 2293">
              <a:extLst>
                <a:ext uri="{FF2B5EF4-FFF2-40B4-BE49-F238E27FC236}">
                  <a16:creationId xmlns:a16="http://schemas.microsoft.com/office/drawing/2014/main" id="{786D3529-9F67-CA64-C647-BB030952762A}"/>
                </a:ext>
              </a:extLst>
            </p:cNvPr>
            <p:cNvSpPr>
              <a:spLocks/>
            </p:cNvSpPr>
            <p:nvPr/>
          </p:nvSpPr>
          <p:spPr bwMode="auto">
            <a:xfrm rot="5094805">
              <a:off x="1155638" y="1115144"/>
              <a:ext cx="41130" cy="36560"/>
            </a:xfrm>
            <a:custGeom>
              <a:avLst/>
              <a:gdLst>
                <a:gd name="T0" fmla="*/ 16 w 17"/>
                <a:gd name="T1" fmla="*/ 11 h 15"/>
                <a:gd name="T2" fmla="*/ 10 w 17"/>
                <a:gd name="T3" fmla="*/ 13 h 15"/>
                <a:gd name="T4" fmla="*/ 1 w 17"/>
                <a:gd name="T5" fmla="*/ 4 h 15"/>
                <a:gd name="T6" fmla="*/ 7 w 17"/>
                <a:gd name="T7" fmla="*/ 2 h 15"/>
                <a:gd name="T8" fmla="*/ 16 w 17"/>
                <a:gd name="T9" fmla="*/ 11 h 15"/>
              </a:gdLst>
              <a:ahLst/>
              <a:cxnLst>
                <a:cxn ang="0">
                  <a:pos x="T0" y="T1"/>
                </a:cxn>
                <a:cxn ang="0">
                  <a:pos x="T2" y="T3"/>
                </a:cxn>
                <a:cxn ang="0">
                  <a:pos x="T4" y="T5"/>
                </a:cxn>
                <a:cxn ang="0">
                  <a:pos x="T6" y="T7"/>
                </a:cxn>
                <a:cxn ang="0">
                  <a:pos x="T8" y="T9"/>
                </a:cxn>
              </a:cxnLst>
              <a:rect l="0" t="0" r="r" b="b"/>
              <a:pathLst>
                <a:path w="17" h="15">
                  <a:moveTo>
                    <a:pt x="16" y="11"/>
                  </a:moveTo>
                  <a:cubicBezTo>
                    <a:pt x="17" y="15"/>
                    <a:pt x="14" y="15"/>
                    <a:pt x="10" y="13"/>
                  </a:cubicBezTo>
                  <a:cubicBezTo>
                    <a:pt x="6" y="11"/>
                    <a:pt x="2" y="7"/>
                    <a:pt x="1" y="4"/>
                  </a:cubicBezTo>
                  <a:cubicBezTo>
                    <a:pt x="0" y="1"/>
                    <a:pt x="3" y="0"/>
                    <a:pt x="7" y="2"/>
                  </a:cubicBezTo>
                  <a:cubicBezTo>
                    <a:pt x="11" y="4"/>
                    <a:pt x="15" y="8"/>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4" name="Freeform 2294">
              <a:extLst>
                <a:ext uri="{FF2B5EF4-FFF2-40B4-BE49-F238E27FC236}">
                  <a16:creationId xmlns:a16="http://schemas.microsoft.com/office/drawing/2014/main" id="{31121C7C-A220-03BB-8D85-7B9ECE9EA055}"/>
                </a:ext>
              </a:extLst>
            </p:cNvPr>
            <p:cNvSpPr>
              <a:spLocks/>
            </p:cNvSpPr>
            <p:nvPr/>
          </p:nvSpPr>
          <p:spPr bwMode="auto">
            <a:xfrm rot="5094805">
              <a:off x="1234839" y="909561"/>
              <a:ext cx="43415" cy="36560"/>
            </a:xfrm>
            <a:custGeom>
              <a:avLst/>
              <a:gdLst>
                <a:gd name="T0" fmla="*/ 10 w 17"/>
                <a:gd name="T1" fmla="*/ 13 h 15"/>
                <a:gd name="T2" fmla="*/ 1 w 17"/>
                <a:gd name="T3" fmla="*/ 4 h 15"/>
                <a:gd name="T4" fmla="*/ 8 w 17"/>
                <a:gd name="T5" fmla="*/ 2 h 15"/>
                <a:gd name="T6" fmla="*/ 16 w 17"/>
                <a:gd name="T7" fmla="*/ 10 h 15"/>
                <a:gd name="T8" fmla="*/ 10 w 17"/>
                <a:gd name="T9" fmla="*/ 13 h 15"/>
              </a:gdLst>
              <a:ahLst/>
              <a:cxnLst>
                <a:cxn ang="0">
                  <a:pos x="T0" y="T1"/>
                </a:cxn>
                <a:cxn ang="0">
                  <a:pos x="T2" y="T3"/>
                </a:cxn>
                <a:cxn ang="0">
                  <a:pos x="T4" y="T5"/>
                </a:cxn>
                <a:cxn ang="0">
                  <a:pos x="T6" y="T7"/>
                </a:cxn>
                <a:cxn ang="0">
                  <a:pos x="T8" y="T9"/>
                </a:cxn>
              </a:cxnLst>
              <a:rect l="0" t="0" r="r" b="b"/>
              <a:pathLst>
                <a:path w="17" h="15">
                  <a:moveTo>
                    <a:pt x="10" y="13"/>
                  </a:moveTo>
                  <a:cubicBezTo>
                    <a:pt x="5" y="11"/>
                    <a:pt x="1" y="7"/>
                    <a:pt x="1" y="4"/>
                  </a:cubicBezTo>
                  <a:cubicBezTo>
                    <a:pt x="0" y="1"/>
                    <a:pt x="4" y="0"/>
                    <a:pt x="8" y="2"/>
                  </a:cubicBezTo>
                  <a:cubicBezTo>
                    <a:pt x="11" y="3"/>
                    <a:pt x="15" y="7"/>
                    <a:pt x="16" y="10"/>
                  </a:cubicBezTo>
                  <a:cubicBezTo>
                    <a:pt x="17" y="14"/>
                    <a:pt x="14" y="15"/>
                    <a:pt x="1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5" name="Freeform 2295">
              <a:extLst>
                <a:ext uri="{FF2B5EF4-FFF2-40B4-BE49-F238E27FC236}">
                  <a16:creationId xmlns:a16="http://schemas.microsoft.com/office/drawing/2014/main" id="{00E8FF24-9113-0D89-C242-054DB13F7811}"/>
                </a:ext>
              </a:extLst>
            </p:cNvPr>
            <p:cNvSpPr>
              <a:spLocks/>
            </p:cNvSpPr>
            <p:nvPr/>
          </p:nvSpPr>
          <p:spPr bwMode="auto">
            <a:xfrm rot="5094805">
              <a:off x="1300393" y="705396"/>
              <a:ext cx="41130" cy="36560"/>
            </a:xfrm>
            <a:custGeom>
              <a:avLst/>
              <a:gdLst>
                <a:gd name="T0" fmla="*/ 16 w 17"/>
                <a:gd name="T1" fmla="*/ 9 h 14"/>
                <a:gd name="T2" fmla="*/ 10 w 17"/>
                <a:gd name="T3" fmla="*/ 13 h 14"/>
                <a:gd name="T4" fmla="*/ 1 w 17"/>
                <a:gd name="T5" fmla="*/ 5 h 14"/>
                <a:gd name="T6" fmla="*/ 7 w 17"/>
                <a:gd name="T7" fmla="*/ 1 h 14"/>
                <a:gd name="T8" fmla="*/ 16 w 17"/>
                <a:gd name="T9" fmla="*/ 9 h 14"/>
              </a:gdLst>
              <a:ahLst/>
              <a:cxnLst>
                <a:cxn ang="0">
                  <a:pos x="T0" y="T1"/>
                </a:cxn>
                <a:cxn ang="0">
                  <a:pos x="T2" y="T3"/>
                </a:cxn>
                <a:cxn ang="0">
                  <a:pos x="T4" y="T5"/>
                </a:cxn>
                <a:cxn ang="0">
                  <a:pos x="T6" y="T7"/>
                </a:cxn>
                <a:cxn ang="0">
                  <a:pos x="T8" y="T9"/>
                </a:cxn>
              </a:cxnLst>
              <a:rect l="0" t="0" r="r" b="b"/>
              <a:pathLst>
                <a:path w="17" h="14">
                  <a:moveTo>
                    <a:pt x="16" y="9"/>
                  </a:moveTo>
                  <a:cubicBezTo>
                    <a:pt x="17" y="13"/>
                    <a:pt x="14" y="14"/>
                    <a:pt x="10" y="13"/>
                  </a:cubicBezTo>
                  <a:cubicBezTo>
                    <a:pt x="6" y="11"/>
                    <a:pt x="2" y="8"/>
                    <a:pt x="1" y="5"/>
                  </a:cubicBezTo>
                  <a:cubicBezTo>
                    <a:pt x="0" y="2"/>
                    <a:pt x="3" y="0"/>
                    <a:pt x="7" y="1"/>
                  </a:cubicBezTo>
                  <a:cubicBezTo>
                    <a:pt x="11" y="2"/>
                    <a:pt x="15" y="6"/>
                    <a:pt x="1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6" name="Freeform 2296">
              <a:extLst>
                <a:ext uri="{FF2B5EF4-FFF2-40B4-BE49-F238E27FC236}">
                  <a16:creationId xmlns:a16="http://schemas.microsoft.com/office/drawing/2014/main" id="{0939377F-A3BA-631C-B870-BAC258364254}"/>
                </a:ext>
              </a:extLst>
            </p:cNvPr>
            <p:cNvSpPr>
              <a:spLocks/>
            </p:cNvSpPr>
            <p:nvPr/>
          </p:nvSpPr>
          <p:spPr bwMode="auto">
            <a:xfrm rot="5094805">
              <a:off x="1341219" y="508117"/>
              <a:ext cx="36560" cy="34275"/>
            </a:xfrm>
            <a:custGeom>
              <a:avLst/>
              <a:gdLst>
                <a:gd name="T0" fmla="*/ 15 w 15"/>
                <a:gd name="T1" fmla="*/ 10 h 14"/>
                <a:gd name="T2" fmla="*/ 7 w 15"/>
                <a:gd name="T3" fmla="*/ 12 h 14"/>
                <a:gd name="T4" fmla="*/ 0 w 15"/>
                <a:gd name="T5" fmla="*/ 5 h 14"/>
                <a:gd name="T6" fmla="*/ 7 w 15"/>
                <a:gd name="T7" fmla="*/ 1 h 14"/>
                <a:gd name="T8" fmla="*/ 15 w 15"/>
                <a:gd name="T9" fmla="*/ 10 h 14"/>
              </a:gdLst>
              <a:ahLst/>
              <a:cxnLst>
                <a:cxn ang="0">
                  <a:pos x="T0" y="T1"/>
                </a:cxn>
                <a:cxn ang="0">
                  <a:pos x="T2" y="T3"/>
                </a:cxn>
                <a:cxn ang="0">
                  <a:pos x="T4" y="T5"/>
                </a:cxn>
                <a:cxn ang="0">
                  <a:pos x="T6" y="T7"/>
                </a:cxn>
                <a:cxn ang="0">
                  <a:pos x="T8" y="T9"/>
                </a:cxn>
              </a:cxnLst>
              <a:rect l="0" t="0" r="r" b="b"/>
              <a:pathLst>
                <a:path w="15" h="14">
                  <a:moveTo>
                    <a:pt x="15" y="10"/>
                  </a:moveTo>
                  <a:cubicBezTo>
                    <a:pt x="15" y="13"/>
                    <a:pt x="11" y="14"/>
                    <a:pt x="7" y="12"/>
                  </a:cubicBezTo>
                  <a:cubicBezTo>
                    <a:pt x="3" y="11"/>
                    <a:pt x="0" y="8"/>
                    <a:pt x="0" y="5"/>
                  </a:cubicBezTo>
                  <a:cubicBezTo>
                    <a:pt x="0" y="2"/>
                    <a:pt x="3" y="0"/>
                    <a:pt x="7" y="1"/>
                  </a:cubicBezTo>
                  <a:cubicBezTo>
                    <a:pt x="12" y="3"/>
                    <a:pt x="15" y="6"/>
                    <a:pt x="1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7" name="Freeform 2297">
              <a:extLst>
                <a:ext uri="{FF2B5EF4-FFF2-40B4-BE49-F238E27FC236}">
                  <a16:creationId xmlns:a16="http://schemas.microsoft.com/office/drawing/2014/main" id="{6E6AEA9D-C251-6AB3-A2ED-FDE6E75A704F}"/>
                </a:ext>
              </a:extLst>
            </p:cNvPr>
            <p:cNvSpPr>
              <a:spLocks/>
            </p:cNvSpPr>
            <p:nvPr/>
          </p:nvSpPr>
          <p:spPr bwMode="auto">
            <a:xfrm rot="5094805">
              <a:off x="1345506" y="313577"/>
              <a:ext cx="43415" cy="29705"/>
            </a:xfrm>
            <a:custGeom>
              <a:avLst/>
              <a:gdLst>
                <a:gd name="T0" fmla="*/ 16 w 17"/>
                <a:gd name="T1" fmla="*/ 6 h 12"/>
                <a:gd name="T2" fmla="*/ 10 w 17"/>
                <a:gd name="T3" fmla="*/ 12 h 12"/>
                <a:gd name="T4" fmla="*/ 1 w 17"/>
                <a:gd name="T5" fmla="*/ 7 h 12"/>
                <a:gd name="T6" fmla="*/ 7 w 17"/>
                <a:gd name="T7" fmla="*/ 0 h 12"/>
                <a:gd name="T8" fmla="*/ 16 w 17"/>
                <a:gd name="T9" fmla="*/ 6 h 12"/>
              </a:gdLst>
              <a:ahLst/>
              <a:cxnLst>
                <a:cxn ang="0">
                  <a:pos x="T0" y="T1"/>
                </a:cxn>
                <a:cxn ang="0">
                  <a:pos x="T2" y="T3"/>
                </a:cxn>
                <a:cxn ang="0">
                  <a:pos x="T4" y="T5"/>
                </a:cxn>
                <a:cxn ang="0">
                  <a:pos x="T6" y="T7"/>
                </a:cxn>
                <a:cxn ang="0">
                  <a:pos x="T8" y="T9"/>
                </a:cxn>
              </a:cxnLst>
              <a:rect l="0" t="0" r="r" b="b"/>
              <a:pathLst>
                <a:path w="17" h="12">
                  <a:moveTo>
                    <a:pt x="16" y="6"/>
                  </a:moveTo>
                  <a:cubicBezTo>
                    <a:pt x="17" y="10"/>
                    <a:pt x="14" y="12"/>
                    <a:pt x="10" y="12"/>
                  </a:cubicBezTo>
                  <a:cubicBezTo>
                    <a:pt x="6" y="12"/>
                    <a:pt x="2" y="10"/>
                    <a:pt x="1" y="7"/>
                  </a:cubicBezTo>
                  <a:cubicBezTo>
                    <a:pt x="0" y="4"/>
                    <a:pt x="3" y="1"/>
                    <a:pt x="7" y="0"/>
                  </a:cubicBezTo>
                  <a:cubicBezTo>
                    <a:pt x="11" y="0"/>
                    <a:pt x="15" y="3"/>
                    <a:pt x="1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8" name="Freeform 2298">
              <a:extLst>
                <a:ext uri="{FF2B5EF4-FFF2-40B4-BE49-F238E27FC236}">
                  <a16:creationId xmlns:a16="http://schemas.microsoft.com/office/drawing/2014/main" id="{1A096D30-2C7C-8C09-D495-E66C36CB6B66}"/>
                </a:ext>
              </a:extLst>
            </p:cNvPr>
            <p:cNvSpPr>
              <a:spLocks/>
            </p:cNvSpPr>
            <p:nvPr/>
          </p:nvSpPr>
          <p:spPr bwMode="auto">
            <a:xfrm rot="5094805">
              <a:off x="1314736" y="121431"/>
              <a:ext cx="41130" cy="31990"/>
            </a:xfrm>
            <a:custGeom>
              <a:avLst/>
              <a:gdLst>
                <a:gd name="T0" fmla="*/ 7 w 17"/>
                <a:gd name="T1" fmla="*/ 1 h 13"/>
                <a:gd name="T2" fmla="*/ 16 w 17"/>
                <a:gd name="T3" fmla="*/ 5 h 13"/>
                <a:gd name="T4" fmla="*/ 11 w 17"/>
                <a:gd name="T5" fmla="*/ 12 h 13"/>
                <a:gd name="T6" fmla="*/ 1 w 17"/>
                <a:gd name="T7" fmla="*/ 9 h 13"/>
                <a:gd name="T8" fmla="*/ 7 w 17"/>
                <a:gd name="T9" fmla="*/ 1 h 13"/>
              </a:gdLst>
              <a:ahLst/>
              <a:cxnLst>
                <a:cxn ang="0">
                  <a:pos x="T0" y="T1"/>
                </a:cxn>
                <a:cxn ang="0">
                  <a:pos x="T2" y="T3"/>
                </a:cxn>
                <a:cxn ang="0">
                  <a:pos x="T4" y="T5"/>
                </a:cxn>
                <a:cxn ang="0">
                  <a:pos x="T6" y="T7"/>
                </a:cxn>
                <a:cxn ang="0">
                  <a:pos x="T8" y="T9"/>
                </a:cxn>
              </a:cxnLst>
              <a:rect l="0" t="0" r="r" b="b"/>
              <a:pathLst>
                <a:path w="17" h="13">
                  <a:moveTo>
                    <a:pt x="7" y="1"/>
                  </a:moveTo>
                  <a:cubicBezTo>
                    <a:pt x="11" y="0"/>
                    <a:pt x="15" y="2"/>
                    <a:pt x="16" y="5"/>
                  </a:cubicBezTo>
                  <a:cubicBezTo>
                    <a:pt x="17" y="8"/>
                    <a:pt x="14" y="11"/>
                    <a:pt x="11" y="12"/>
                  </a:cubicBezTo>
                  <a:cubicBezTo>
                    <a:pt x="7" y="13"/>
                    <a:pt x="2" y="12"/>
                    <a:pt x="1" y="9"/>
                  </a:cubicBezTo>
                  <a:cubicBezTo>
                    <a:pt x="0" y="6"/>
                    <a:pt x="3"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9" name="Freeform 2299">
              <a:extLst>
                <a:ext uri="{FF2B5EF4-FFF2-40B4-BE49-F238E27FC236}">
                  <a16:creationId xmlns:a16="http://schemas.microsoft.com/office/drawing/2014/main" id="{70A0D57D-F4DD-C788-8DAD-3536CCEF8073}"/>
                </a:ext>
              </a:extLst>
            </p:cNvPr>
            <p:cNvSpPr>
              <a:spLocks/>
            </p:cNvSpPr>
            <p:nvPr/>
          </p:nvSpPr>
          <p:spPr bwMode="auto">
            <a:xfrm rot="5094805">
              <a:off x="1237511" y="-65428"/>
              <a:ext cx="38845" cy="36560"/>
            </a:xfrm>
            <a:custGeom>
              <a:avLst/>
              <a:gdLst>
                <a:gd name="T0" fmla="*/ 8 w 16"/>
                <a:gd name="T1" fmla="*/ 2 h 15"/>
                <a:gd name="T2" fmla="*/ 16 w 16"/>
                <a:gd name="T3" fmla="*/ 5 h 15"/>
                <a:gd name="T4" fmla="*/ 10 w 16"/>
                <a:gd name="T5" fmla="*/ 13 h 15"/>
                <a:gd name="T6" fmla="*/ 1 w 16"/>
                <a:gd name="T7" fmla="*/ 11 h 15"/>
                <a:gd name="T8" fmla="*/ 8 w 16"/>
                <a:gd name="T9" fmla="*/ 2 h 15"/>
              </a:gdLst>
              <a:ahLst/>
              <a:cxnLst>
                <a:cxn ang="0">
                  <a:pos x="T0" y="T1"/>
                </a:cxn>
                <a:cxn ang="0">
                  <a:pos x="T2" y="T3"/>
                </a:cxn>
                <a:cxn ang="0">
                  <a:pos x="T4" y="T5"/>
                </a:cxn>
                <a:cxn ang="0">
                  <a:pos x="T6" y="T7"/>
                </a:cxn>
                <a:cxn ang="0">
                  <a:pos x="T8" y="T9"/>
                </a:cxn>
              </a:cxnLst>
              <a:rect l="0" t="0" r="r" b="b"/>
              <a:pathLst>
                <a:path w="16" h="15">
                  <a:moveTo>
                    <a:pt x="8" y="2"/>
                  </a:moveTo>
                  <a:cubicBezTo>
                    <a:pt x="12" y="0"/>
                    <a:pt x="16" y="2"/>
                    <a:pt x="16" y="5"/>
                  </a:cubicBezTo>
                  <a:cubicBezTo>
                    <a:pt x="16" y="8"/>
                    <a:pt x="13" y="11"/>
                    <a:pt x="10" y="13"/>
                  </a:cubicBezTo>
                  <a:cubicBezTo>
                    <a:pt x="5" y="15"/>
                    <a:pt x="1" y="14"/>
                    <a:pt x="1" y="11"/>
                  </a:cubicBezTo>
                  <a:cubicBezTo>
                    <a:pt x="0" y="8"/>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0" name="Freeform 2320">
              <a:extLst>
                <a:ext uri="{FF2B5EF4-FFF2-40B4-BE49-F238E27FC236}">
                  <a16:creationId xmlns:a16="http://schemas.microsoft.com/office/drawing/2014/main" id="{EA54622D-7535-9835-C779-460E3ABD2D56}"/>
                </a:ext>
              </a:extLst>
            </p:cNvPr>
            <p:cNvSpPr>
              <a:spLocks/>
            </p:cNvSpPr>
            <p:nvPr/>
          </p:nvSpPr>
          <p:spPr bwMode="auto">
            <a:xfrm rot="5094805">
              <a:off x="1512969" y="4218090"/>
              <a:ext cx="41130" cy="29705"/>
            </a:xfrm>
            <a:custGeom>
              <a:avLst/>
              <a:gdLst>
                <a:gd name="T0" fmla="*/ 16 w 17"/>
                <a:gd name="T1" fmla="*/ 2 h 12"/>
                <a:gd name="T2" fmla="*/ 10 w 17"/>
                <a:gd name="T3" fmla="*/ 10 h 12"/>
                <a:gd name="T4" fmla="*/ 1 w 17"/>
                <a:gd name="T5" fmla="*/ 10 h 12"/>
                <a:gd name="T6" fmla="*/ 7 w 17"/>
                <a:gd name="T7" fmla="*/ 3 h 12"/>
                <a:gd name="T8" fmla="*/ 16 w 17"/>
                <a:gd name="T9" fmla="*/ 2 h 12"/>
              </a:gdLst>
              <a:ahLst/>
              <a:cxnLst>
                <a:cxn ang="0">
                  <a:pos x="T0" y="T1"/>
                </a:cxn>
                <a:cxn ang="0">
                  <a:pos x="T2" y="T3"/>
                </a:cxn>
                <a:cxn ang="0">
                  <a:pos x="T4" y="T5"/>
                </a:cxn>
                <a:cxn ang="0">
                  <a:pos x="T6" y="T7"/>
                </a:cxn>
                <a:cxn ang="0">
                  <a:pos x="T8" y="T9"/>
                </a:cxn>
              </a:cxnLst>
              <a:rect l="0" t="0" r="r" b="b"/>
              <a:pathLst>
                <a:path w="17" h="12">
                  <a:moveTo>
                    <a:pt x="16" y="2"/>
                  </a:moveTo>
                  <a:cubicBezTo>
                    <a:pt x="17" y="4"/>
                    <a:pt x="14" y="8"/>
                    <a:pt x="10" y="10"/>
                  </a:cubicBezTo>
                  <a:cubicBezTo>
                    <a:pt x="6" y="11"/>
                    <a:pt x="2" y="12"/>
                    <a:pt x="1" y="10"/>
                  </a:cubicBezTo>
                  <a:cubicBezTo>
                    <a:pt x="0" y="9"/>
                    <a:pt x="3" y="5"/>
                    <a:pt x="7" y="3"/>
                  </a:cubicBezTo>
                  <a:cubicBezTo>
                    <a:pt x="11" y="1"/>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1" name="Freeform 2321">
              <a:extLst>
                <a:ext uri="{FF2B5EF4-FFF2-40B4-BE49-F238E27FC236}">
                  <a16:creationId xmlns:a16="http://schemas.microsoft.com/office/drawing/2014/main" id="{8E4EBB8E-7036-04E7-9871-09A81B97BCED}"/>
                </a:ext>
              </a:extLst>
            </p:cNvPr>
            <p:cNvSpPr>
              <a:spLocks/>
            </p:cNvSpPr>
            <p:nvPr/>
          </p:nvSpPr>
          <p:spPr bwMode="auto">
            <a:xfrm rot="5094805">
              <a:off x="1622163" y="4402209"/>
              <a:ext cx="41130" cy="27420"/>
            </a:xfrm>
            <a:custGeom>
              <a:avLst/>
              <a:gdLst>
                <a:gd name="T0" fmla="*/ 16 w 17"/>
                <a:gd name="T1" fmla="*/ 2 h 11"/>
                <a:gd name="T2" fmla="*/ 9 w 17"/>
                <a:gd name="T3" fmla="*/ 9 h 11"/>
                <a:gd name="T4" fmla="*/ 1 w 17"/>
                <a:gd name="T5" fmla="*/ 10 h 11"/>
                <a:gd name="T6" fmla="*/ 7 w 17"/>
                <a:gd name="T7" fmla="*/ 2 h 11"/>
                <a:gd name="T8" fmla="*/ 16 w 17"/>
                <a:gd name="T9" fmla="*/ 2 h 11"/>
              </a:gdLst>
              <a:ahLst/>
              <a:cxnLst>
                <a:cxn ang="0">
                  <a:pos x="T0" y="T1"/>
                </a:cxn>
                <a:cxn ang="0">
                  <a:pos x="T2" y="T3"/>
                </a:cxn>
                <a:cxn ang="0">
                  <a:pos x="T4" y="T5"/>
                </a:cxn>
                <a:cxn ang="0">
                  <a:pos x="T6" y="T7"/>
                </a:cxn>
                <a:cxn ang="0">
                  <a:pos x="T8" y="T9"/>
                </a:cxn>
              </a:cxnLst>
              <a:rect l="0" t="0" r="r" b="b"/>
              <a:pathLst>
                <a:path w="17" h="11">
                  <a:moveTo>
                    <a:pt x="16" y="2"/>
                  </a:moveTo>
                  <a:cubicBezTo>
                    <a:pt x="17" y="4"/>
                    <a:pt x="14" y="7"/>
                    <a:pt x="9" y="9"/>
                  </a:cubicBezTo>
                  <a:cubicBezTo>
                    <a:pt x="6" y="11"/>
                    <a:pt x="2" y="11"/>
                    <a:pt x="1" y="10"/>
                  </a:cubicBezTo>
                  <a:cubicBezTo>
                    <a:pt x="0" y="8"/>
                    <a:pt x="3" y="5"/>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2" name="Freeform 2322">
              <a:extLst>
                <a:ext uri="{FF2B5EF4-FFF2-40B4-BE49-F238E27FC236}">
                  <a16:creationId xmlns:a16="http://schemas.microsoft.com/office/drawing/2014/main" id="{42A6C103-22E1-C47D-3DDB-5DF737F14D81}"/>
                </a:ext>
              </a:extLst>
            </p:cNvPr>
            <p:cNvSpPr>
              <a:spLocks/>
            </p:cNvSpPr>
            <p:nvPr/>
          </p:nvSpPr>
          <p:spPr bwMode="auto">
            <a:xfrm rot="5094805">
              <a:off x="1731463" y="4586426"/>
              <a:ext cx="38845" cy="27420"/>
            </a:xfrm>
            <a:custGeom>
              <a:avLst/>
              <a:gdLst>
                <a:gd name="T0" fmla="*/ 9 w 16"/>
                <a:gd name="T1" fmla="*/ 9 h 11"/>
                <a:gd name="T2" fmla="*/ 0 w 16"/>
                <a:gd name="T3" fmla="*/ 9 h 11"/>
                <a:gd name="T4" fmla="*/ 7 w 16"/>
                <a:gd name="T5" fmla="*/ 2 h 11"/>
                <a:gd name="T6" fmla="*/ 15 w 16"/>
                <a:gd name="T7" fmla="*/ 2 h 11"/>
                <a:gd name="T8" fmla="*/ 9 w 16"/>
                <a:gd name="T9" fmla="*/ 9 h 11"/>
              </a:gdLst>
              <a:ahLst/>
              <a:cxnLst>
                <a:cxn ang="0">
                  <a:pos x="T0" y="T1"/>
                </a:cxn>
                <a:cxn ang="0">
                  <a:pos x="T2" y="T3"/>
                </a:cxn>
                <a:cxn ang="0">
                  <a:pos x="T4" y="T5"/>
                </a:cxn>
                <a:cxn ang="0">
                  <a:pos x="T6" y="T7"/>
                </a:cxn>
                <a:cxn ang="0">
                  <a:pos x="T8" y="T9"/>
                </a:cxn>
              </a:cxnLst>
              <a:rect l="0" t="0" r="r" b="b"/>
              <a:pathLst>
                <a:path w="16" h="11">
                  <a:moveTo>
                    <a:pt x="9" y="9"/>
                  </a:moveTo>
                  <a:cubicBezTo>
                    <a:pt x="4" y="11"/>
                    <a:pt x="0" y="11"/>
                    <a:pt x="0" y="9"/>
                  </a:cubicBezTo>
                  <a:cubicBezTo>
                    <a:pt x="0" y="7"/>
                    <a:pt x="3" y="3"/>
                    <a:pt x="7" y="2"/>
                  </a:cubicBezTo>
                  <a:cubicBezTo>
                    <a:pt x="11" y="0"/>
                    <a:pt x="14" y="0"/>
                    <a:pt x="15" y="2"/>
                  </a:cubicBezTo>
                  <a:cubicBezTo>
                    <a:pt x="16" y="4"/>
                    <a:pt x="13" y="7"/>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3" name="Freeform 2323">
              <a:extLst>
                <a:ext uri="{FF2B5EF4-FFF2-40B4-BE49-F238E27FC236}">
                  <a16:creationId xmlns:a16="http://schemas.microsoft.com/office/drawing/2014/main" id="{036A490B-43B4-7DE8-AA8B-0E3AF448FE03}"/>
                </a:ext>
              </a:extLst>
            </p:cNvPr>
            <p:cNvSpPr>
              <a:spLocks/>
            </p:cNvSpPr>
            <p:nvPr/>
          </p:nvSpPr>
          <p:spPr bwMode="auto">
            <a:xfrm rot="5094805">
              <a:off x="1836000" y="4768569"/>
              <a:ext cx="41130" cy="27420"/>
            </a:xfrm>
            <a:custGeom>
              <a:avLst/>
              <a:gdLst>
                <a:gd name="T0" fmla="*/ 16 w 16"/>
                <a:gd name="T1" fmla="*/ 2 h 11"/>
                <a:gd name="T2" fmla="*/ 9 w 16"/>
                <a:gd name="T3" fmla="*/ 10 h 11"/>
                <a:gd name="T4" fmla="*/ 1 w 16"/>
                <a:gd name="T5" fmla="*/ 10 h 11"/>
                <a:gd name="T6" fmla="*/ 7 w 16"/>
                <a:gd name="T7" fmla="*/ 2 h 11"/>
                <a:gd name="T8" fmla="*/ 16 w 16"/>
                <a:gd name="T9" fmla="*/ 2 h 11"/>
              </a:gdLst>
              <a:ahLst/>
              <a:cxnLst>
                <a:cxn ang="0">
                  <a:pos x="T0" y="T1"/>
                </a:cxn>
                <a:cxn ang="0">
                  <a:pos x="T2" y="T3"/>
                </a:cxn>
                <a:cxn ang="0">
                  <a:pos x="T4" y="T5"/>
                </a:cxn>
                <a:cxn ang="0">
                  <a:pos x="T6" y="T7"/>
                </a:cxn>
                <a:cxn ang="0">
                  <a:pos x="T8" y="T9"/>
                </a:cxn>
              </a:cxnLst>
              <a:rect l="0" t="0" r="r" b="b"/>
              <a:pathLst>
                <a:path w="16" h="11">
                  <a:moveTo>
                    <a:pt x="16" y="2"/>
                  </a:moveTo>
                  <a:cubicBezTo>
                    <a:pt x="16" y="4"/>
                    <a:pt x="13" y="8"/>
                    <a:pt x="9" y="10"/>
                  </a:cubicBezTo>
                  <a:cubicBezTo>
                    <a:pt x="5" y="11"/>
                    <a:pt x="2" y="11"/>
                    <a:pt x="1" y="10"/>
                  </a:cubicBezTo>
                  <a:cubicBezTo>
                    <a:pt x="0" y="8"/>
                    <a:pt x="3" y="4"/>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4" name="Freeform 2324">
              <a:extLst>
                <a:ext uri="{FF2B5EF4-FFF2-40B4-BE49-F238E27FC236}">
                  <a16:creationId xmlns:a16="http://schemas.microsoft.com/office/drawing/2014/main" id="{EEA7CBCF-0658-056E-CFEB-E46537860109}"/>
                </a:ext>
              </a:extLst>
            </p:cNvPr>
            <p:cNvSpPr>
              <a:spLocks/>
            </p:cNvSpPr>
            <p:nvPr/>
          </p:nvSpPr>
          <p:spPr bwMode="auto">
            <a:xfrm rot="5094805">
              <a:off x="1939611" y="4952150"/>
              <a:ext cx="38845" cy="29705"/>
            </a:xfrm>
            <a:custGeom>
              <a:avLst/>
              <a:gdLst>
                <a:gd name="T0" fmla="*/ 16 w 16"/>
                <a:gd name="T1" fmla="*/ 3 h 12"/>
                <a:gd name="T2" fmla="*/ 9 w 16"/>
                <a:gd name="T3" fmla="*/ 10 h 12"/>
                <a:gd name="T4" fmla="*/ 1 w 16"/>
                <a:gd name="T5" fmla="*/ 10 h 12"/>
                <a:gd name="T6" fmla="*/ 7 w 16"/>
                <a:gd name="T7" fmla="*/ 3 h 12"/>
                <a:gd name="T8" fmla="*/ 16 w 16"/>
                <a:gd name="T9" fmla="*/ 3 h 12"/>
              </a:gdLst>
              <a:ahLst/>
              <a:cxnLst>
                <a:cxn ang="0">
                  <a:pos x="T0" y="T1"/>
                </a:cxn>
                <a:cxn ang="0">
                  <a:pos x="T2" y="T3"/>
                </a:cxn>
                <a:cxn ang="0">
                  <a:pos x="T4" y="T5"/>
                </a:cxn>
                <a:cxn ang="0">
                  <a:pos x="T6" y="T7"/>
                </a:cxn>
                <a:cxn ang="0">
                  <a:pos x="T8" y="T9"/>
                </a:cxn>
              </a:cxnLst>
              <a:rect l="0" t="0" r="r" b="b"/>
              <a:pathLst>
                <a:path w="16" h="12">
                  <a:moveTo>
                    <a:pt x="16" y="3"/>
                  </a:moveTo>
                  <a:cubicBezTo>
                    <a:pt x="16" y="5"/>
                    <a:pt x="13" y="8"/>
                    <a:pt x="9" y="10"/>
                  </a:cubicBezTo>
                  <a:cubicBezTo>
                    <a:pt x="5" y="12"/>
                    <a:pt x="2" y="12"/>
                    <a:pt x="1" y="10"/>
                  </a:cubicBezTo>
                  <a:cubicBezTo>
                    <a:pt x="0" y="8"/>
                    <a:pt x="3" y="5"/>
                    <a:pt x="7" y="3"/>
                  </a:cubicBezTo>
                  <a:cubicBezTo>
                    <a:pt x="11" y="0"/>
                    <a:pt x="15"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5" name="Freeform 2325">
              <a:extLst>
                <a:ext uri="{FF2B5EF4-FFF2-40B4-BE49-F238E27FC236}">
                  <a16:creationId xmlns:a16="http://schemas.microsoft.com/office/drawing/2014/main" id="{515A5320-01AE-F0C4-D803-6A7BED96126D}"/>
                </a:ext>
              </a:extLst>
            </p:cNvPr>
            <p:cNvSpPr>
              <a:spLocks/>
            </p:cNvSpPr>
            <p:nvPr/>
          </p:nvSpPr>
          <p:spPr bwMode="auto">
            <a:xfrm rot="5094805">
              <a:off x="2036287" y="5136241"/>
              <a:ext cx="38845" cy="29705"/>
            </a:xfrm>
            <a:custGeom>
              <a:avLst/>
              <a:gdLst>
                <a:gd name="T0" fmla="*/ 16 w 16"/>
                <a:gd name="T1" fmla="*/ 3 h 12"/>
                <a:gd name="T2" fmla="*/ 8 w 16"/>
                <a:gd name="T3" fmla="*/ 10 h 12"/>
                <a:gd name="T4" fmla="*/ 1 w 16"/>
                <a:gd name="T5" fmla="*/ 9 h 12"/>
                <a:gd name="T6" fmla="*/ 7 w 16"/>
                <a:gd name="T7" fmla="*/ 2 h 12"/>
                <a:gd name="T8" fmla="*/ 16 w 16"/>
                <a:gd name="T9" fmla="*/ 3 h 12"/>
              </a:gdLst>
              <a:ahLst/>
              <a:cxnLst>
                <a:cxn ang="0">
                  <a:pos x="T0" y="T1"/>
                </a:cxn>
                <a:cxn ang="0">
                  <a:pos x="T2" y="T3"/>
                </a:cxn>
                <a:cxn ang="0">
                  <a:pos x="T4" y="T5"/>
                </a:cxn>
                <a:cxn ang="0">
                  <a:pos x="T6" y="T7"/>
                </a:cxn>
                <a:cxn ang="0">
                  <a:pos x="T8" y="T9"/>
                </a:cxn>
              </a:cxnLst>
              <a:rect l="0" t="0" r="r" b="b"/>
              <a:pathLst>
                <a:path w="16" h="12">
                  <a:moveTo>
                    <a:pt x="16" y="3"/>
                  </a:moveTo>
                  <a:cubicBezTo>
                    <a:pt x="16" y="6"/>
                    <a:pt x="13" y="9"/>
                    <a:pt x="8" y="10"/>
                  </a:cubicBezTo>
                  <a:cubicBezTo>
                    <a:pt x="5" y="12"/>
                    <a:pt x="1" y="11"/>
                    <a:pt x="1" y="9"/>
                  </a:cubicBezTo>
                  <a:cubicBezTo>
                    <a:pt x="0" y="7"/>
                    <a:pt x="3" y="3"/>
                    <a:pt x="7" y="2"/>
                  </a:cubicBezTo>
                  <a:cubicBezTo>
                    <a:pt x="11" y="0"/>
                    <a:pt x="15"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6" name="Freeform 2326">
              <a:extLst>
                <a:ext uri="{FF2B5EF4-FFF2-40B4-BE49-F238E27FC236}">
                  <a16:creationId xmlns:a16="http://schemas.microsoft.com/office/drawing/2014/main" id="{EA7ED388-EC4E-A80C-A7C8-AF07ADE3FD29}"/>
                </a:ext>
              </a:extLst>
            </p:cNvPr>
            <p:cNvSpPr>
              <a:spLocks/>
            </p:cNvSpPr>
            <p:nvPr/>
          </p:nvSpPr>
          <p:spPr bwMode="auto">
            <a:xfrm rot="5094805">
              <a:off x="2124998" y="5322184"/>
              <a:ext cx="38845" cy="27420"/>
            </a:xfrm>
            <a:custGeom>
              <a:avLst/>
              <a:gdLst>
                <a:gd name="T0" fmla="*/ 8 w 16"/>
                <a:gd name="T1" fmla="*/ 1 h 11"/>
                <a:gd name="T2" fmla="*/ 16 w 16"/>
                <a:gd name="T3" fmla="*/ 3 h 11"/>
                <a:gd name="T4" fmla="*/ 10 w 16"/>
                <a:gd name="T5" fmla="*/ 10 h 11"/>
                <a:gd name="T6" fmla="*/ 1 w 16"/>
                <a:gd name="T7" fmla="*/ 8 h 11"/>
                <a:gd name="T8" fmla="*/ 8 w 16"/>
                <a:gd name="T9" fmla="*/ 1 h 11"/>
              </a:gdLst>
              <a:ahLst/>
              <a:cxnLst>
                <a:cxn ang="0">
                  <a:pos x="T0" y="T1"/>
                </a:cxn>
                <a:cxn ang="0">
                  <a:pos x="T2" y="T3"/>
                </a:cxn>
                <a:cxn ang="0">
                  <a:pos x="T4" y="T5"/>
                </a:cxn>
                <a:cxn ang="0">
                  <a:pos x="T6" y="T7"/>
                </a:cxn>
                <a:cxn ang="0">
                  <a:pos x="T8" y="T9"/>
                </a:cxn>
              </a:cxnLst>
              <a:rect l="0" t="0" r="r" b="b"/>
              <a:pathLst>
                <a:path w="16" h="11">
                  <a:moveTo>
                    <a:pt x="8" y="1"/>
                  </a:moveTo>
                  <a:cubicBezTo>
                    <a:pt x="12" y="0"/>
                    <a:pt x="16" y="1"/>
                    <a:pt x="16" y="3"/>
                  </a:cubicBezTo>
                  <a:cubicBezTo>
                    <a:pt x="16" y="6"/>
                    <a:pt x="13" y="8"/>
                    <a:pt x="10" y="10"/>
                  </a:cubicBezTo>
                  <a:cubicBezTo>
                    <a:pt x="5" y="11"/>
                    <a:pt x="1" y="11"/>
                    <a:pt x="1" y="8"/>
                  </a:cubicBezTo>
                  <a:cubicBezTo>
                    <a:pt x="0" y="6"/>
                    <a:pt x="4"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7" name="Freeform 2327">
              <a:extLst>
                <a:ext uri="{FF2B5EF4-FFF2-40B4-BE49-F238E27FC236}">
                  <a16:creationId xmlns:a16="http://schemas.microsoft.com/office/drawing/2014/main" id="{5960792C-1C8C-1B3D-9E4C-5337A4F2C448}"/>
                </a:ext>
              </a:extLst>
            </p:cNvPr>
            <p:cNvSpPr>
              <a:spLocks/>
            </p:cNvSpPr>
            <p:nvPr/>
          </p:nvSpPr>
          <p:spPr bwMode="auto">
            <a:xfrm rot="5094805">
              <a:off x="2204702" y="5508832"/>
              <a:ext cx="41130" cy="27420"/>
            </a:xfrm>
            <a:custGeom>
              <a:avLst/>
              <a:gdLst>
                <a:gd name="T0" fmla="*/ 16 w 16"/>
                <a:gd name="T1" fmla="*/ 4 h 11"/>
                <a:gd name="T2" fmla="*/ 8 w 16"/>
                <a:gd name="T3" fmla="*/ 10 h 11"/>
                <a:gd name="T4" fmla="*/ 1 w 16"/>
                <a:gd name="T5" fmla="*/ 8 h 11"/>
                <a:gd name="T6" fmla="*/ 8 w 16"/>
                <a:gd name="T7" fmla="*/ 1 h 11"/>
                <a:gd name="T8" fmla="*/ 16 w 16"/>
                <a:gd name="T9" fmla="*/ 4 h 11"/>
              </a:gdLst>
              <a:ahLst/>
              <a:cxnLst>
                <a:cxn ang="0">
                  <a:pos x="T0" y="T1"/>
                </a:cxn>
                <a:cxn ang="0">
                  <a:pos x="T2" y="T3"/>
                </a:cxn>
                <a:cxn ang="0">
                  <a:pos x="T4" y="T5"/>
                </a:cxn>
                <a:cxn ang="0">
                  <a:pos x="T6" y="T7"/>
                </a:cxn>
                <a:cxn ang="0">
                  <a:pos x="T8" y="T9"/>
                </a:cxn>
              </a:cxnLst>
              <a:rect l="0" t="0" r="r" b="b"/>
              <a:pathLst>
                <a:path w="16" h="11">
                  <a:moveTo>
                    <a:pt x="16" y="4"/>
                  </a:moveTo>
                  <a:cubicBezTo>
                    <a:pt x="16" y="6"/>
                    <a:pt x="13" y="9"/>
                    <a:pt x="8" y="10"/>
                  </a:cubicBezTo>
                  <a:cubicBezTo>
                    <a:pt x="5" y="11"/>
                    <a:pt x="1" y="10"/>
                    <a:pt x="1" y="8"/>
                  </a:cubicBezTo>
                  <a:cubicBezTo>
                    <a:pt x="0" y="6"/>
                    <a:pt x="4" y="2"/>
                    <a:pt x="8" y="1"/>
                  </a:cubicBezTo>
                  <a:cubicBezTo>
                    <a:pt x="12" y="0"/>
                    <a:pt x="16" y="1"/>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8" name="Freeform 2328">
              <a:extLst>
                <a:ext uri="{FF2B5EF4-FFF2-40B4-BE49-F238E27FC236}">
                  <a16:creationId xmlns:a16="http://schemas.microsoft.com/office/drawing/2014/main" id="{47E4DEC8-176C-D458-05BC-6F99E2B6B59E}"/>
                </a:ext>
              </a:extLst>
            </p:cNvPr>
            <p:cNvSpPr>
              <a:spLocks/>
            </p:cNvSpPr>
            <p:nvPr/>
          </p:nvSpPr>
          <p:spPr bwMode="auto">
            <a:xfrm rot="5094805">
              <a:off x="2277789" y="5698566"/>
              <a:ext cx="38845" cy="27420"/>
            </a:xfrm>
            <a:custGeom>
              <a:avLst/>
              <a:gdLst>
                <a:gd name="T0" fmla="*/ 15 w 16"/>
                <a:gd name="T1" fmla="*/ 4 h 11"/>
                <a:gd name="T2" fmla="*/ 8 w 16"/>
                <a:gd name="T3" fmla="*/ 10 h 11"/>
                <a:gd name="T4" fmla="*/ 0 w 16"/>
                <a:gd name="T5" fmla="*/ 8 h 11"/>
                <a:gd name="T6" fmla="*/ 7 w 16"/>
                <a:gd name="T7" fmla="*/ 1 h 11"/>
                <a:gd name="T8" fmla="*/ 15 w 16"/>
                <a:gd name="T9" fmla="*/ 4 h 11"/>
              </a:gdLst>
              <a:ahLst/>
              <a:cxnLst>
                <a:cxn ang="0">
                  <a:pos x="T0" y="T1"/>
                </a:cxn>
                <a:cxn ang="0">
                  <a:pos x="T2" y="T3"/>
                </a:cxn>
                <a:cxn ang="0">
                  <a:pos x="T4" y="T5"/>
                </a:cxn>
                <a:cxn ang="0">
                  <a:pos x="T6" y="T7"/>
                </a:cxn>
                <a:cxn ang="0">
                  <a:pos x="T8" y="T9"/>
                </a:cxn>
              </a:cxnLst>
              <a:rect l="0" t="0" r="r" b="b"/>
              <a:pathLst>
                <a:path w="16" h="11">
                  <a:moveTo>
                    <a:pt x="15" y="4"/>
                  </a:moveTo>
                  <a:cubicBezTo>
                    <a:pt x="16" y="6"/>
                    <a:pt x="13" y="9"/>
                    <a:pt x="8" y="10"/>
                  </a:cubicBezTo>
                  <a:cubicBezTo>
                    <a:pt x="4" y="11"/>
                    <a:pt x="1" y="10"/>
                    <a:pt x="0" y="8"/>
                  </a:cubicBezTo>
                  <a:cubicBezTo>
                    <a:pt x="0" y="6"/>
                    <a:pt x="3" y="2"/>
                    <a:pt x="7" y="1"/>
                  </a:cubicBezTo>
                  <a:cubicBezTo>
                    <a:pt x="11" y="0"/>
                    <a:pt x="15" y="1"/>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9" name="Freeform 2329">
              <a:extLst>
                <a:ext uri="{FF2B5EF4-FFF2-40B4-BE49-F238E27FC236}">
                  <a16:creationId xmlns:a16="http://schemas.microsoft.com/office/drawing/2014/main" id="{86EE056F-EDAD-0114-5A85-B35B5D7858E6}"/>
                </a:ext>
              </a:extLst>
            </p:cNvPr>
            <p:cNvSpPr>
              <a:spLocks/>
            </p:cNvSpPr>
            <p:nvPr/>
          </p:nvSpPr>
          <p:spPr bwMode="auto">
            <a:xfrm rot="5094805">
              <a:off x="2335871" y="5885996"/>
              <a:ext cx="41130" cy="29705"/>
            </a:xfrm>
            <a:custGeom>
              <a:avLst/>
              <a:gdLst>
                <a:gd name="T0" fmla="*/ 16 w 17"/>
                <a:gd name="T1" fmla="*/ 5 h 12"/>
                <a:gd name="T2" fmla="*/ 9 w 17"/>
                <a:gd name="T3" fmla="*/ 11 h 12"/>
                <a:gd name="T4" fmla="*/ 1 w 17"/>
                <a:gd name="T5" fmla="*/ 9 h 12"/>
                <a:gd name="T6" fmla="*/ 7 w 17"/>
                <a:gd name="T7" fmla="*/ 2 h 12"/>
                <a:gd name="T8" fmla="*/ 16 w 17"/>
                <a:gd name="T9" fmla="*/ 5 h 12"/>
              </a:gdLst>
              <a:ahLst/>
              <a:cxnLst>
                <a:cxn ang="0">
                  <a:pos x="T0" y="T1"/>
                </a:cxn>
                <a:cxn ang="0">
                  <a:pos x="T2" y="T3"/>
                </a:cxn>
                <a:cxn ang="0">
                  <a:pos x="T4" y="T5"/>
                </a:cxn>
                <a:cxn ang="0">
                  <a:pos x="T6" y="T7"/>
                </a:cxn>
                <a:cxn ang="0">
                  <a:pos x="T8" y="T9"/>
                </a:cxn>
              </a:cxnLst>
              <a:rect l="0" t="0" r="r" b="b"/>
              <a:pathLst>
                <a:path w="17" h="12">
                  <a:moveTo>
                    <a:pt x="16" y="5"/>
                  </a:moveTo>
                  <a:cubicBezTo>
                    <a:pt x="17" y="7"/>
                    <a:pt x="14" y="10"/>
                    <a:pt x="9" y="11"/>
                  </a:cubicBezTo>
                  <a:cubicBezTo>
                    <a:pt x="6" y="12"/>
                    <a:pt x="2" y="11"/>
                    <a:pt x="1" y="9"/>
                  </a:cubicBezTo>
                  <a:cubicBezTo>
                    <a:pt x="0" y="6"/>
                    <a:pt x="2" y="3"/>
                    <a:pt x="7" y="2"/>
                  </a:cubicBezTo>
                  <a:cubicBezTo>
                    <a:pt x="11" y="0"/>
                    <a:pt x="15" y="2"/>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0" name="Freeform 2330">
              <a:extLst>
                <a:ext uri="{FF2B5EF4-FFF2-40B4-BE49-F238E27FC236}">
                  <a16:creationId xmlns:a16="http://schemas.microsoft.com/office/drawing/2014/main" id="{0FE06232-0D74-E787-2916-DF1FE43BF09B}"/>
                </a:ext>
              </a:extLst>
            </p:cNvPr>
            <p:cNvSpPr>
              <a:spLocks/>
            </p:cNvSpPr>
            <p:nvPr/>
          </p:nvSpPr>
          <p:spPr bwMode="auto">
            <a:xfrm rot="5094805">
              <a:off x="2381540" y="6078064"/>
              <a:ext cx="41130" cy="27420"/>
            </a:xfrm>
            <a:custGeom>
              <a:avLst/>
              <a:gdLst>
                <a:gd name="T0" fmla="*/ 7 w 16"/>
                <a:gd name="T1" fmla="*/ 0 h 11"/>
                <a:gd name="T2" fmla="*/ 16 w 16"/>
                <a:gd name="T3" fmla="*/ 5 h 11"/>
                <a:gd name="T4" fmla="*/ 9 w 16"/>
                <a:gd name="T5" fmla="*/ 10 h 11"/>
                <a:gd name="T6" fmla="*/ 0 w 16"/>
                <a:gd name="T7" fmla="*/ 6 h 11"/>
                <a:gd name="T8" fmla="*/ 7 w 16"/>
                <a:gd name="T9" fmla="*/ 0 h 11"/>
              </a:gdLst>
              <a:ahLst/>
              <a:cxnLst>
                <a:cxn ang="0">
                  <a:pos x="T0" y="T1"/>
                </a:cxn>
                <a:cxn ang="0">
                  <a:pos x="T2" y="T3"/>
                </a:cxn>
                <a:cxn ang="0">
                  <a:pos x="T4" y="T5"/>
                </a:cxn>
                <a:cxn ang="0">
                  <a:pos x="T6" y="T7"/>
                </a:cxn>
                <a:cxn ang="0">
                  <a:pos x="T8" y="T9"/>
                </a:cxn>
              </a:cxnLst>
              <a:rect l="0" t="0" r="r" b="b"/>
              <a:pathLst>
                <a:path w="16" h="11">
                  <a:moveTo>
                    <a:pt x="7" y="0"/>
                  </a:moveTo>
                  <a:cubicBezTo>
                    <a:pt x="11" y="0"/>
                    <a:pt x="15" y="2"/>
                    <a:pt x="16" y="5"/>
                  </a:cubicBezTo>
                  <a:cubicBezTo>
                    <a:pt x="16" y="7"/>
                    <a:pt x="13" y="9"/>
                    <a:pt x="9" y="10"/>
                  </a:cubicBezTo>
                  <a:cubicBezTo>
                    <a:pt x="5" y="11"/>
                    <a:pt x="1" y="9"/>
                    <a:pt x="0" y="6"/>
                  </a:cubicBezTo>
                  <a:cubicBezTo>
                    <a:pt x="0" y="4"/>
                    <a:pt x="3"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1" name="Freeform 2331">
              <a:extLst>
                <a:ext uri="{FF2B5EF4-FFF2-40B4-BE49-F238E27FC236}">
                  <a16:creationId xmlns:a16="http://schemas.microsoft.com/office/drawing/2014/main" id="{EB4FD92A-FC8A-277C-9B4A-806954DBBDFF}"/>
                </a:ext>
              </a:extLst>
            </p:cNvPr>
            <p:cNvSpPr>
              <a:spLocks/>
            </p:cNvSpPr>
            <p:nvPr/>
          </p:nvSpPr>
          <p:spPr bwMode="auto">
            <a:xfrm rot="5094805">
              <a:off x="2430633" y="6268889"/>
              <a:ext cx="36560" cy="27420"/>
            </a:xfrm>
            <a:custGeom>
              <a:avLst/>
              <a:gdLst>
                <a:gd name="T0" fmla="*/ 15 w 15"/>
                <a:gd name="T1" fmla="*/ 5 h 11"/>
                <a:gd name="T2" fmla="*/ 7 w 15"/>
                <a:gd name="T3" fmla="*/ 11 h 11"/>
                <a:gd name="T4" fmla="*/ 0 w 15"/>
                <a:gd name="T5" fmla="*/ 7 h 11"/>
                <a:gd name="T6" fmla="*/ 8 w 15"/>
                <a:gd name="T7" fmla="*/ 1 h 11"/>
                <a:gd name="T8" fmla="*/ 15 w 15"/>
                <a:gd name="T9" fmla="*/ 5 h 11"/>
              </a:gdLst>
              <a:ahLst/>
              <a:cxnLst>
                <a:cxn ang="0">
                  <a:pos x="T0" y="T1"/>
                </a:cxn>
                <a:cxn ang="0">
                  <a:pos x="T2" y="T3"/>
                </a:cxn>
                <a:cxn ang="0">
                  <a:pos x="T4" y="T5"/>
                </a:cxn>
                <a:cxn ang="0">
                  <a:pos x="T6" y="T7"/>
                </a:cxn>
                <a:cxn ang="0">
                  <a:pos x="T8" y="T9"/>
                </a:cxn>
              </a:cxnLst>
              <a:rect l="0" t="0" r="r" b="b"/>
              <a:pathLst>
                <a:path w="15" h="11">
                  <a:moveTo>
                    <a:pt x="15" y="5"/>
                  </a:moveTo>
                  <a:cubicBezTo>
                    <a:pt x="15" y="8"/>
                    <a:pt x="11" y="11"/>
                    <a:pt x="7" y="11"/>
                  </a:cubicBezTo>
                  <a:cubicBezTo>
                    <a:pt x="3" y="11"/>
                    <a:pt x="0" y="9"/>
                    <a:pt x="0" y="7"/>
                  </a:cubicBezTo>
                  <a:cubicBezTo>
                    <a:pt x="0" y="4"/>
                    <a:pt x="3" y="1"/>
                    <a:pt x="8" y="1"/>
                  </a:cubicBezTo>
                  <a:cubicBezTo>
                    <a:pt x="12" y="0"/>
                    <a:pt x="15" y="2"/>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2" name="Freeform 2332">
              <a:extLst>
                <a:ext uri="{FF2B5EF4-FFF2-40B4-BE49-F238E27FC236}">
                  <a16:creationId xmlns:a16="http://schemas.microsoft.com/office/drawing/2014/main" id="{4731A02D-91D4-A85A-BC9D-EAB2105F9E95}"/>
                </a:ext>
              </a:extLst>
            </p:cNvPr>
            <p:cNvSpPr>
              <a:spLocks/>
            </p:cNvSpPr>
            <p:nvPr/>
          </p:nvSpPr>
          <p:spPr bwMode="auto">
            <a:xfrm rot="5094805">
              <a:off x="2492023" y="6454775"/>
              <a:ext cx="41130" cy="29705"/>
            </a:xfrm>
            <a:custGeom>
              <a:avLst/>
              <a:gdLst>
                <a:gd name="T0" fmla="*/ 16 w 17"/>
                <a:gd name="T1" fmla="*/ 4 h 12"/>
                <a:gd name="T2" fmla="*/ 10 w 17"/>
                <a:gd name="T3" fmla="*/ 11 h 12"/>
                <a:gd name="T4" fmla="*/ 1 w 17"/>
                <a:gd name="T5" fmla="*/ 9 h 12"/>
                <a:gd name="T6" fmla="*/ 7 w 17"/>
                <a:gd name="T7" fmla="*/ 2 h 12"/>
                <a:gd name="T8" fmla="*/ 16 w 17"/>
                <a:gd name="T9" fmla="*/ 4 h 12"/>
              </a:gdLst>
              <a:ahLst/>
              <a:cxnLst>
                <a:cxn ang="0">
                  <a:pos x="T0" y="T1"/>
                </a:cxn>
                <a:cxn ang="0">
                  <a:pos x="T2" y="T3"/>
                </a:cxn>
                <a:cxn ang="0">
                  <a:pos x="T4" y="T5"/>
                </a:cxn>
                <a:cxn ang="0">
                  <a:pos x="T6" y="T7"/>
                </a:cxn>
                <a:cxn ang="0">
                  <a:pos x="T8" y="T9"/>
                </a:cxn>
              </a:cxnLst>
              <a:rect l="0" t="0" r="r" b="b"/>
              <a:pathLst>
                <a:path w="17" h="12">
                  <a:moveTo>
                    <a:pt x="16" y="4"/>
                  </a:moveTo>
                  <a:cubicBezTo>
                    <a:pt x="17" y="7"/>
                    <a:pt x="14" y="10"/>
                    <a:pt x="10" y="11"/>
                  </a:cubicBezTo>
                  <a:cubicBezTo>
                    <a:pt x="6" y="12"/>
                    <a:pt x="2" y="12"/>
                    <a:pt x="1" y="9"/>
                  </a:cubicBezTo>
                  <a:cubicBezTo>
                    <a:pt x="0" y="7"/>
                    <a:pt x="3" y="3"/>
                    <a:pt x="7" y="2"/>
                  </a:cubicBezTo>
                  <a:cubicBezTo>
                    <a:pt x="11" y="0"/>
                    <a:pt x="15" y="2"/>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3" name="Freeform 2333">
              <a:extLst>
                <a:ext uri="{FF2B5EF4-FFF2-40B4-BE49-F238E27FC236}">
                  <a16:creationId xmlns:a16="http://schemas.microsoft.com/office/drawing/2014/main" id="{0E2CEE0B-F66B-C328-B80A-3BE4507F5AC7}"/>
                </a:ext>
              </a:extLst>
            </p:cNvPr>
            <p:cNvSpPr>
              <a:spLocks/>
            </p:cNvSpPr>
            <p:nvPr/>
          </p:nvSpPr>
          <p:spPr bwMode="auto">
            <a:xfrm rot="5094805">
              <a:off x="2564899" y="6642031"/>
              <a:ext cx="43415" cy="29705"/>
            </a:xfrm>
            <a:custGeom>
              <a:avLst/>
              <a:gdLst>
                <a:gd name="T0" fmla="*/ 16 w 17"/>
                <a:gd name="T1" fmla="*/ 3 h 12"/>
                <a:gd name="T2" fmla="*/ 10 w 17"/>
                <a:gd name="T3" fmla="*/ 11 h 12"/>
                <a:gd name="T4" fmla="*/ 1 w 17"/>
                <a:gd name="T5" fmla="*/ 10 h 12"/>
                <a:gd name="T6" fmla="*/ 7 w 17"/>
                <a:gd name="T7" fmla="*/ 1 h 12"/>
                <a:gd name="T8" fmla="*/ 16 w 17"/>
                <a:gd name="T9" fmla="*/ 3 h 12"/>
              </a:gdLst>
              <a:ahLst/>
              <a:cxnLst>
                <a:cxn ang="0">
                  <a:pos x="T0" y="T1"/>
                </a:cxn>
                <a:cxn ang="0">
                  <a:pos x="T2" y="T3"/>
                </a:cxn>
                <a:cxn ang="0">
                  <a:pos x="T4" y="T5"/>
                </a:cxn>
                <a:cxn ang="0">
                  <a:pos x="T6" y="T7"/>
                </a:cxn>
                <a:cxn ang="0">
                  <a:pos x="T8" y="T9"/>
                </a:cxn>
              </a:cxnLst>
              <a:rect l="0" t="0" r="r" b="b"/>
              <a:pathLst>
                <a:path w="17" h="12">
                  <a:moveTo>
                    <a:pt x="16" y="3"/>
                  </a:moveTo>
                  <a:cubicBezTo>
                    <a:pt x="17" y="6"/>
                    <a:pt x="14" y="10"/>
                    <a:pt x="10" y="11"/>
                  </a:cubicBezTo>
                  <a:cubicBezTo>
                    <a:pt x="6" y="12"/>
                    <a:pt x="2" y="12"/>
                    <a:pt x="1" y="10"/>
                  </a:cubicBezTo>
                  <a:cubicBezTo>
                    <a:pt x="0" y="8"/>
                    <a:pt x="3" y="3"/>
                    <a:pt x="7" y="1"/>
                  </a:cubicBezTo>
                  <a:cubicBezTo>
                    <a:pt x="11" y="0"/>
                    <a:pt x="15" y="0"/>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4" name="Freeform 2334">
              <a:extLst>
                <a:ext uri="{FF2B5EF4-FFF2-40B4-BE49-F238E27FC236}">
                  <a16:creationId xmlns:a16="http://schemas.microsoft.com/office/drawing/2014/main" id="{3322127F-A0A0-B3B4-EFCE-D25BFF1ECFEE}"/>
                </a:ext>
              </a:extLst>
            </p:cNvPr>
            <p:cNvSpPr>
              <a:spLocks/>
            </p:cNvSpPr>
            <p:nvPr/>
          </p:nvSpPr>
          <p:spPr bwMode="auto">
            <a:xfrm rot="5094805">
              <a:off x="2658170" y="6825486"/>
              <a:ext cx="38845" cy="31990"/>
            </a:xfrm>
            <a:custGeom>
              <a:avLst/>
              <a:gdLst>
                <a:gd name="T0" fmla="*/ 16 w 16"/>
                <a:gd name="T1" fmla="*/ 4 h 13"/>
                <a:gd name="T2" fmla="*/ 7 w 16"/>
                <a:gd name="T3" fmla="*/ 12 h 13"/>
                <a:gd name="T4" fmla="*/ 0 w 16"/>
                <a:gd name="T5" fmla="*/ 9 h 13"/>
                <a:gd name="T6" fmla="*/ 8 w 16"/>
                <a:gd name="T7" fmla="*/ 1 h 13"/>
                <a:gd name="T8" fmla="*/ 16 w 16"/>
                <a:gd name="T9" fmla="*/ 4 h 13"/>
              </a:gdLst>
              <a:ahLst/>
              <a:cxnLst>
                <a:cxn ang="0">
                  <a:pos x="T0" y="T1"/>
                </a:cxn>
                <a:cxn ang="0">
                  <a:pos x="T2" y="T3"/>
                </a:cxn>
                <a:cxn ang="0">
                  <a:pos x="T4" y="T5"/>
                </a:cxn>
                <a:cxn ang="0">
                  <a:pos x="T6" y="T7"/>
                </a:cxn>
                <a:cxn ang="0">
                  <a:pos x="T8" y="T9"/>
                </a:cxn>
              </a:cxnLst>
              <a:rect l="0" t="0" r="r" b="b"/>
              <a:pathLst>
                <a:path w="16" h="13">
                  <a:moveTo>
                    <a:pt x="16" y="4"/>
                  </a:moveTo>
                  <a:cubicBezTo>
                    <a:pt x="15" y="8"/>
                    <a:pt x="12" y="11"/>
                    <a:pt x="7" y="12"/>
                  </a:cubicBezTo>
                  <a:cubicBezTo>
                    <a:pt x="3" y="13"/>
                    <a:pt x="0" y="12"/>
                    <a:pt x="0" y="9"/>
                  </a:cubicBezTo>
                  <a:cubicBezTo>
                    <a:pt x="0" y="6"/>
                    <a:pt x="4" y="2"/>
                    <a:pt x="8" y="1"/>
                  </a:cubicBezTo>
                  <a:cubicBezTo>
                    <a:pt x="12" y="0"/>
                    <a:pt x="16" y="1"/>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5" name="Freeform 2335">
              <a:extLst>
                <a:ext uri="{FF2B5EF4-FFF2-40B4-BE49-F238E27FC236}">
                  <a16:creationId xmlns:a16="http://schemas.microsoft.com/office/drawing/2014/main" id="{EE7B4F5E-5C77-3A6C-9DDE-ACD986418A26}"/>
                </a:ext>
              </a:extLst>
            </p:cNvPr>
            <p:cNvSpPr>
              <a:spLocks/>
            </p:cNvSpPr>
            <p:nvPr/>
          </p:nvSpPr>
          <p:spPr bwMode="auto">
            <a:xfrm rot="5094805">
              <a:off x="974606" y="1621025"/>
              <a:ext cx="41130" cy="34275"/>
            </a:xfrm>
            <a:custGeom>
              <a:avLst/>
              <a:gdLst>
                <a:gd name="T0" fmla="*/ 16 w 17"/>
                <a:gd name="T1" fmla="*/ 11 h 14"/>
                <a:gd name="T2" fmla="*/ 9 w 17"/>
                <a:gd name="T3" fmla="*/ 12 h 14"/>
                <a:gd name="T4" fmla="*/ 1 w 17"/>
                <a:gd name="T5" fmla="*/ 3 h 14"/>
                <a:gd name="T6" fmla="*/ 8 w 17"/>
                <a:gd name="T7" fmla="*/ 3 h 14"/>
                <a:gd name="T8" fmla="*/ 16 w 17"/>
                <a:gd name="T9" fmla="*/ 11 h 14"/>
              </a:gdLst>
              <a:ahLst/>
              <a:cxnLst>
                <a:cxn ang="0">
                  <a:pos x="T0" y="T1"/>
                </a:cxn>
                <a:cxn ang="0">
                  <a:pos x="T2" y="T3"/>
                </a:cxn>
                <a:cxn ang="0">
                  <a:pos x="T4" y="T5"/>
                </a:cxn>
                <a:cxn ang="0">
                  <a:pos x="T6" y="T7"/>
                </a:cxn>
                <a:cxn ang="0">
                  <a:pos x="T8" y="T9"/>
                </a:cxn>
              </a:cxnLst>
              <a:rect l="0" t="0" r="r" b="b"/>
              <a:pathLst>
                <a:path w="17" h="14">
                  <a:moveTo>
                    <a:pt x="16" y="11"/>
                  </a:moveTo>
                  <a:cubicBezTo>
                    <a:pt x="17" y="14"/>
                    <a:pt x="13" y="14"/>
                    <a:pt x="9" y="12"/>
                  </a:cubicBezTo>
                  <a:cubicBezTo>
                    <a:pt x="6" y="10"/>
                    <a:pt x="2" y="6"/>
                    <a:pt x="1" y="3"/>
                  </a:cubicBezTo>
                  <a:cubicBezTo>
                    <a:pt x="0" y="1"/>
                    <a:pt x="3" y="0"/>
                    <a:pt x="8" y="3"/>
                  </a:cubicBezTo>
                  <a:cubicBezTo>
                    <a:pt x="11" y="5"/>
                    <a:pt x="15" y="9"/>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6" name="Freeform 2336">
              <a:extLst>
                <a:ext uri="{FF2B5EF4-FFF2-40B4-BE49-F238E27FC236}">
                  <a16:creationId xmlns:a16="http://schemas.microsoft.com/office/drawing/2014/main" id="{94DA27B1-BECF-F7CF-61F2-4B0FD30054FC}"/>
                </a:ext>
              </a:extLst>
            </p:cNvPr>
            <p:cNvSpPr>
              <a:spLocks/>
            </p:cNvSpPr>
            <p:nvPr/>
          </p:nvSpPr>
          <p:spPr bwMode="auto">
            <a:xfrm rot="5094805">
              <a:off x="887536" y="1830639"/>
              <a:ext cx="41130" cy="29705"/>
            </a:xfrm>
            <a:custGeom>
              <a:avLst/>
              <a:gdLst>
                <a:gd name="T0" fmla="*/ 8 w 16"/>
                <a:gd name="T1" fmla="*/ 10 h 12"/>
                <a:gd name="T2" fmla="*/ 1 w 16"/>
                <a:gd name="T3" fmla="*/ 2 h 12"/>
                <a:gd name="T4" fmla="*/ 8 w 16"/>
                <a:gd name="T5" fmla="*/ 2 h 12"/>
                <a:gd name="T6" fmla="*/ 16 w 16"/>
                <a:gd name="T7" fmla="*/ 10 h 12"/>
                <a:gd name="T8" fmla="*/ 8 w 16"/>
                <a:gd name="T9" fmla="*/ 10 h 12"/>
              </a:gdLst>
              <a:ahLst/>
              <a:cxnLst>
                <a:cxn ang="0">
                  <a:pos x="T0" y="T1"/>
                </a:cxn>
                <a:cxn ang="0">
                  <a:pos x="T2" y="T3"/>
                </a:cxn>
                <a:cxn ang="0">
                  <a:pos x="T4" y="T5"/>
                </a:cxn>
                <a:cxn ang="0">
                  <a:pos x="T6" y="T7"/>
                </a:cxn>
                <a:cxn ang="0">
                  <a:pos x="T8" y="T9"/>
                </a:cxn>
              </a:cxnLst>
              <a:rect l="0" t="0" r="r" b="b"/>
              <a:pathLst>
                <a:path w="16" h="12">
                  <a:moveTo>
                    <a:pt x="8" y="10"/>
                  </a:moveTo>
                  <a:cubicBezTo>
                    <a:pt x="4" y="7"/>
                    <a:pt x="0" y="3"/>
                    <a:pt x="1" y="2"/>
                  </a:cubicBezTo>
                  <a:cubicBezTo>
                    <a:pt x="1" y="0"/>
                    <a:pt x="4" y="0"/>
                    <a:pt x="8" y="2"/>
                  </a:cubicBezTo>
                  <a:cubicBezTo>
                    <a:pt x="12" y="4"/>
                    <a:pt x="15" y="8"/>
                    <a:pt x="16" y="10"/>
                  </a:cubicBezTo>
                  <a:cubicBezTo>
                    <a:pt x="16" y="12"/>
                    <a:pt x="12" y="12"/>
                    <a:pt x="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7" name="Freeform 2337">
              <a:extLst>
                <a:ext uri="{FF2B5EF4-FFF2-40B4-BE49-F238E27FC236}">
                  <a16:creationId xmlns:a16="http://schemas.microsoft.com/office/drawing/2014/main" id="{D28A0F56-0A18-64D9-84F3-018C3E897D56}"/>
                </a:ext>
              </a:extLst>
            </p:cNvPr>
            <p:cNvSpPr>
              <a:spLocks/>
            </p:cNvSpPr>
            <p:nvPr/>
          </p:nvSpPr>
          <p:spPr bwMode="auto">
            <a:xfrm rot="5094805">
              <a:off x="822097" y="2037389"/>
              <a:ext cx="36560" cy="27420"/>
            </a:xfrm>
            <a:custGeom>
              <a:avLst/>
              <a:gdLst>
                <a:gd name="T0" fmla="*/ 6 w 15"/>
                <a:gd name="T1" fmla="*/ 2 h 11"/>
                <a:gd name="T2" fmla="*/ 15 w 15"/>
                <a:gd name="T3" fmla="*/ 9 h 11"/>
                <a:gd name="T4" fmla="*/ 8 w 15"/>
                <a:gd name="T5" fmla="*/ 9 h 11"/>
                <a:gd name="T6" fmla="*/ 0 w 15"/>
                <a:gd name="T7" fmla="*/ 3 h 11"/>
                <a:gd name="T8" fmla="*/ 6 w 15"/>
                <a:gd name="T9" fmla="*/ 2 h 11"/>
              </a:gdLst>
              <a:ahLst/>
              <a:cxnLst>
                <a:cxn ang="0">
                  <a:pos x="T0" y="T1"/>
                </a:cxn>
                <a:cxn ang="0">
                  <a:pos x="T2" y="T3"/>
                </a:cxn>
                <a:cxn ang="0">
                  <a:pos x="T4" y="T5"/>
                </a:cxn>
                <a:cxn ang="0">
                  <a:pos x="T6" y="T7"/>
                </a:cxn>
                <a:cxn ang="0">
                  <a:pos x="T8" y="T9"/>
                </a:cxn>
              </a:cxnLst>
              <a:rect l="0" t="0" r="r" b="b"/>
              <a:pathLst>
                <a:path w="15" h="11">
                  <a:moveTo>
                    <a:pt x="6" y="2"/>
                  </a:moveTo>
                  <a:cubicBezTo>
                    <a:pt x="11" y="3"/>
                    <a:pt x="15" y="7"/>
                    <a:pt x="15" y="9"/>
                  </a:cubicBezTo>
                  <a:cubicBezTo>
                    <a:pt x="15" y="10"/>
                    <a:pt x="11" y="11"/>
                    <a:pt x="8" y="9"/>
                  </a:cubicBezTo>
                  <a:cubicBezTo>
                    <a:pt x="4" y="8"/>
                    <a:pt x="0" y="5"/>
                    <a:pt x="0" y="3"/>
                  </a:cubicBezTo>
                  <a:cubicBezTo>
                    <a:pt x="0" y="1"/>
                    <a:pt x="3" y="0"/>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8" name="Freeform 2338">
              <a:extLst>
                <a:ext uri="{FF2B5EF4-FFF2-40B4-BE49-F238E27FC236}">
                  <a16:creationId xmlns:a16="http://schemas.microsoft.com/office/drawing/2014/main" id="{D323A23E-D529-3C5F-6F7C-B63343F1E09F}"/>
                </a:ext>
              </a:extLst>
            </p:cNvPr>
            <p:cNvSpPr>
              <a:spLocks/>
            </p:cNvSpPr>
            <p:nvPr/>
          </p:nvSpPr>
          <p:spPr bwMode="auto">
            <a:xfrm rot="5094805">
              <a:off x="781376" y="2239335"/>
              <a:ext cx="38845" cy="22850"/>
            </a:xfrm>
            <a:custGeom>
              <a:avLst/>
              <a:gdLst>
                <a:gd name="T0" fmla="*/ 9 w 16"/>
                <a:gd name="T1" fmla="*/ 8 h 9"/>
                <a:gd name="T2" fmla="*/ 1 w 16"/>
                <a:gd name="T3" fmla="*/ 4 h 9"/>
                <a:gd name="T4" fmla="*/ 7 w 16"/>
                <a:gd name="T5" fmla="*/ 1 h 9"/>
                <a:gd name="T6" fmla="*/ 15 w 16"/>
                <a:gd name="T7" fmla="*/ 6 h 9"/>
                <a:gd name="T8" fmla="*/ 9 w 16"/>
                <a:gd name="T9" fmla="*/ 8 h 9"/>
              </a:gdLst>
              <a:ahLst/>
              <a:cxnLst>
                <a:cxn ang="0">
                  <a:pos x="T0" y="T1"/>
                </a:cxn>
                <a:cxn ang="0">
                  <a:pos x="T2" y="T3"/>
                </a:cxn>
                <a:cxn ang="0">
                  <a:pos x="T4" y="T5"/>
                </a:cxn>
                <a:cxn ang="0">
                  <a:pos x="T6" y="T7"/>
                </a:cxn>
                <a:cxn ang="0">
                  <a:pos x="T8" y="T9"/>
                </a:cxn>
              </a:cxnLst>
              <a:rect l="0" t="0" r="r" b="b"/>
              <a:pathLst>
                <a:path w="16" h="9">
                  <a:moveTo>
                    <a:pt x="9" y="8"/>
                  </a:moveTo>
                  <a:cubicBezTo>
                    <a:pt x="5" y="8"/>
                    <a:pt x="2" y="6"/>
                    <a:pt x="1" y="4"/>
                  </a:cubicBezTo>
                  <a:cubicBezTo>
                    <a:pt x="0" y="1"/>
                    <a:pt x="3" y="0"/>
                    <a:pt x="7" y="1"/>
                  </a:cubicBezTo>
                  <a:cubicBezTo>
                    <a:pt x="11" y="2"/>
                    <a:pt x="15" y="4"/>
                    <a:pt x="15" y="6"/>
                  </a:cubicBezTo>
                  <a:cubicBezTo>
                    <a:pt x="16" y="8"/>
                    <a:pt x="13" y="9"/>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9" name="Freeform 2339">
              <a:extLst>
                <a:ext uri="{FF2B5EF4-FFF2-40B4-BE49-F238E27FC236}">
                  <a16:creationId xmlns:a16="http://schemas.microsoft.com/office/drawing/2014/main" id="{427E4C65-DD2A-303F-C841-EE41626FCF13}"/>
                </a:ext>
              </a:extLst>
            </p:cNvPr>
            <p:cNvSpPr>
              <a:spLocks/>
            </p:cNvSpPr>
            <p:nvPr/>
          </p:nvSpPr>
          <p:spPr bwMode="auto">
            <a:xfrm rot="5094805">
              <a:off x="782973" y="2438869"/>
              <a:ext cx="36560" cy="20565"/>
            </a:xfrm>
            <a:custGeom>
              <a:avLst/>
              <a:gdLst>
                <a:gd name="T0" fmla="*/ 15 w 15"/>
                <a:gd name="T1" fmla="*/ 4 h 8"/>
                <a:gd name="T2" fmla="*/ 7 w 15"/>
                <a:gd name="T3" fmla="*/ 8 h 8"/>
                <a:gd name="T4" fmla="*/ 0 w 15"/>
                <a:gd name="T5" fmla="*/ 4 h 8"/>
                <a:gd name="T6" fmla="*/ 6 w 15"/>
                <a:gd name="T7" fmla="*/ 1 h 8"/>
                <a:gd name="T8" fmla="*/ 15 w 15"/>
                <a:gd name="T9" fmla="*/ 4 h 8"/>
              </a:gdLst>
              <a:ahLst/>
              <a:cxnLst>
                <a:cxn ang="0">
                  <a:pos x="T0" y="T1"/>
                </a:cxn>
                <a:cxn ang="0">
                  <a:pos x="T2" y="T3"/>
                </a:cxn>
                <a:cxn ang="0">
                  <a:pos x="T4" y="T5"/>
                </a:cxn>
                <a:cxn ang="0">
                  <a:pos x="T6" y="T7"/>
                </a:cxn>
                <a:cxn ang="0">
                  <a:pos x="T8" y="T9"/>
                </a:cxn>
              </a:cxnLst>
              <a:rect l="0" t="0" r="r" b="b"/>
              <a:pathLst>
                <a:path w="15" h="8">
                  <a:moveTo>
                    <a:pt x="15" y="4"/>
                  </a:moveTo>
                  <a:cubicBezTo>
                    <a:pt x="15" y="6"/>
                    <a:pt x="11" y="8"/>
                    <a:pt x="7" y="8"/>
                  </a:cubicBezTo>
                  <a:cubicBezTo>
                    <a:pt x="4" y="8"/>
                    <a:pt x="0" y="6"/>
                    <a:pt x="0" y="4"/>
                  </a:cubicBezTo>
                  <a:cubicBezTo>
                    <a:pt x="0" y="2"/>
                    <a:pt x="2" y="1"/>
                    <a:pt x="6" y="1"/>
                  </a:cubicBezTo>
                  <a:cubicBezTo>
                    <a:pt x="10" y="0"/>
                    <a:pt x="14" y="2"/>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0" name="Freeform 2340">
              <a:extLst>
                <a:ext uri="{FF2B5EF4-FFF2-40B4-BE49-F238E27FC236}">
                  <a16:creationId xmlns:a16="http://schemas.microsoft.com/office/drawing/2014/main" id="{CCF0549E-93A1-453B-53C9-23178CDA119F}"/>
                </a:ext>
              </a:extLst>
            </p:cNvPr>
            <p:cNvSpPr>
              <a:spLocks/>
            </p:cNvSpPr>
            <p:nvPr/>
          </p:nvSpPr>
          <p:spPr bwMode="auto">
            <a:xfrm rot="5094805">
              <a:off x="820580" y="2630609"/>
              <a:ext cx="34275" cy="18280"/>
            </a:xfrm>
            <a:custGeom>
              <a:avLst/>
              <a:gdLst>
                <a:gd name="T0" fmla="*/ 6 w 14"/>
                <a:gd name="T1" fmla="*/ 0 h 8"/>
                <a:gd name="T2" fmla="*/ 14 w 14"/>
                <a:gd name="T3" fmla="*/ 3 h 8"/>
                <a:gd name="T4" fmla="*/ 8 w 14"/>
                <a:gd name="T5" fmla="*/ 7 h 8"/>
                <a:gd name="T6" fmla="*/ 0 w 14"/>
                <a:gd name="T7" fmla="*/ 5 h 8"/>
                <a:gd name="T8" fmla="*/ 6 w 14"/>
                <a:gd name="T9" fmla="*/ 0 h 8"/>
              </a:gdLst>
              <a:ahLst/>
              <a:cxnLst>
                <a:cxn ang="0">
                  <a:pos x="T0" y="T1"/>
                </a:cxn>
                <a:cxn ang="0">
                  <a:pos x="T2" y="T3"/>
                </a:cxn>
                <a:cxn ang="0">
                  <a:pos x="T4" y="T5"/>
                </a:cxn>
                <a:cxn ang="0">
                  <a:pos x="T6" y="T7"/>
                </a:cxn>
                <a:cxn ang="0">
                  <a:pos x="T8" y="T9"/>
                </a:cxn>
              </a:cxnLst>
              <a:rect l="0" t="0" r="r" b="b"/>
              <a:pathLst>
                <a:path w="14" h="8">
                  <a:moveTo>
                    <a:pt x="6" y="0"/>
                  </a:moveTo>
                  <a:cubicBezTo>
                    <a:pt x="10" y="0"/>
                    <a:pt x="14" y="1"/>
                    <a:pt x="14" y="3"/>
                  </a:cubicBezTo>
                  <a:cubicBezTo>
                    <a:pt x="14" y="5"/>
                    <a:pt x="11" y="7"/>
                    <a:pt x="8" y="7"/>
                  </a:cubicBezTo>
                  <a:cubicBezTo>
                    <a:pt x="4" y="8"/>
                    <a:pt x="0" y="7"/>
                    <a:pt x="0" y="5"/>
                  </a:cubicBezTo>
                  <a:cubicBezTo>
                    <a:pt x="0" y="3"/>
                    <a:pt x="2"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1" name="Freeform 2341">
              <a:extLst>
                <a:ext uri="{FF2B5EF4-FFF2-40B4-BE49-F238E27FC236}">
                  <a16:creationId xmlns:a16="http://schemas.microsoft.com/office/drawing/2014/main" id="{5784C303-4E16-FC68-ABBD-65F073F63168}"/>
                </a:ext>
              </a:extLst>
            </p:cNvPr>
            <p:cNvSpPr>
              <a:spLocks/>
            </p:cNvSpPr>
            <p:nvPr/>
          </p:nvSpPr>
          <p:spPr bwMode="auto">
            <a:xfrm rot="5094805">
              <a:off x="872972" y="2817403"/>
              <a:ext cx="36560" cy="22850"/>
            </a:xfrm>
            <a:custGeom>
              <a:avLst/>
              <a:gdLst>
                <a:gd name="T0" fmla="*/ 0 w 15"/>
                <a:gd name="T1" fmla="*/ 6 h 10"/>
                <a:gd name="T2" fmla="*/ 7 w 15"/>
                <a:gd name="T3" fmla="*/ 1 h 10"/>
                <a:gd name="T4" fmla="*/ 15 w 15"/>
                <a:gd name="T5" fmla="*/ 4 h 10"/>
                <a:gd name="T6" fmla="*/ 8 w 15"/>
                <a:gd name="T7" fmla="*/ 9 h 10"/>
                <a:gd name="T8" fmla="*/ 0 w 15"/>
                <a:gd name="T9" fmla="*/ 6 h 10"/>
              </a:gdLst>
              <a:ahLst/>
              <a:cxnLst>
                <a:cxn ang="0">
                  <a:pos x="T0" y="T1"/>
                </a:cxn>
                <a:cxn ang="0">
                  <a:pos x="T2" y="T3"/>
                </a:cxn>
                <a:cxn ang="0">
                  <a:pos x="T4" y="T5"/>
                </a:cxn>
                <a:cxn ang="0">
                  <a:pos x="T6" y="T7"/>
                </a:cxn>
                <a:cxn ang="0">
                  <a:pos x="T8" y="T9"/>
                </a:cxn>
              </a:cxnLst>
              <a:rect l="0" t="0" r="r" b="b"/>
              <a:pathLst>
                <a:path w="15" h="10">
                  <a:moveTo>
                    <a:pt x="0" y="6"/>
                  </a:moveTo>
                  <a:cubicBezTo>
                    <a:pt x="0" y="4"/>
                    <a:pt x="3" y="2"/>
                    <a:pt x="7" y="1"/>
                  </a:cubicBezTo>
                  <a:cubicBezTo>
                    <a:pt x="11" y="0"/>
                    <a:pt x="15" y="2"/>
                    <a:pt x="15" y="4"/>
                  </a:cubicBezTo>
                  <a:cubicBezTo>
                    <a:pt x="15" y="6"/>
                    <a:pt x="12" y="8"/>
                    <a:pt x="8" y="9"/>
                  </a:cubicBezTo>
                  <a:cubicBezTo>
                    <a:pt x="4" y="10"/>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2" name="Freeform 2342">
              <a:extLst>
                <a:ext uri="{FF2B5EF4-FFF2-40B4-BE49-F238E27FC236}">
                  <a16:creationId xmlns:a16="http://schemas.microsoft.com/office/drawing/2014/main" id="{FA3FA4B8-09A7-5B0A-CE99-0DEE22840D37}"/>
                </a:ext>
              </a:extLst>
            </p:cNvPr>
            <p:cNvSpPr>
              <a:spLocks/>
            </p:cNvSpPr>
            <p:nvPr/>
          </p:nvSpPr>
          <p:spPr bwMode="auto">
            <a:xfrm rot="5094805">
              <a:off x="936840" y="3005363"/>
              <a:ext cx="41130" cy="25135"/>
            </a:xfrm>
            <a:custGeom>
              <a:avLst/>
              <a:gdLst>
                <a:gd name="T0" fmla="*/ 15 w 16"/>
                <a:gd name="T1" fmla="*/ 3 h 10"/>
                <a:gd name="T2" fmla="*/ 8 w 16"/>
                <a:gd name="T3" fmla="*/ 9 h 10"/>
                <a:gd name="T4" fmla="*/ 1 w 16"/>
                <a:gd name="T5" fmla="*/ 7 h 10"/>
                <a:gd name="T6" fmla="*/ 6 w 16"/>
                <a:gd name="T7" fmla="*/ 2 h 10"/>
                <a:gd name="T8" fmla="*/ 15 w 16"/>
                <a:gd name="T9" fmla="*/ 3 h 10"/>
              </a:gdLst>
              <a:ahLst/>
              <a:cxnLst>
                <a:cxn ang="0">
                  <a:pos x="T0" y="T1"/>
                </a:cxn>
                <a:cxn ang="0">
                  <a:pos x="T2" y="T3"/>
                </a:cxn>
                <a:cxn ang="0">
                  <a:pos x="T4" y="T5"/>
                </a:cxn>
                <a:cxn ang="0">
                  <a:pos x="T6" y="T7"/>
                </a:cxn>
                <a:cxn ang="0">
                  <a:pos x="T8" y="T9"/>
                </a:cxn>
              </a:cxnLst>
              <a:rect l="0" t="0" r="r" b="b"/>
              <a:pathLst>
                <a:path w="16" h="10">
                  <a:moveTo>
                    <a:pt x="15" y="3"/>
                  </a:moveTo>
                  <a:cubicBezTo>
                    <a:pt x="16" y="5"/>
                    <a:pt x="12" y="8"/>
                    <a:pt x="8" y="9"/>
                  </a:cubicBezTo>
                  <a:cubicBezTo>
                    <a:pt x="4" y="10"/>
                    <a:pt x="1" y="9"/>
                    <a:pt x="1" y="7"/>
                  </a:cubicBezTo>
                  <a:cubicBezTo>
                    <a:pt x="0" y="5"/>
                    <a:pt x="3" y="3"/>
                    <a:pt x="6" y="2"/>
                  </a:cubicBezTo>
                  <a:cubicBezTo>
                    <a:pt x="11" y="0"/>
                    <a:pt x="15"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3" name="Freeform 2343">
              <a:extLst>
                <a:ext uri="{FF2B5EF4-FFF2-40B4-BE49-F238E27FC236}">
                  <a16:creationId xmlns:a16="http://schemas.microsoft.com/office/drawing/2014/main" id="{F672F39A-FC7C-D4C5-396A-00D823B67089}"/>
                </a:ext>
              </a:extLst>
            </p:cNvPr>
            <p:cNvSpPr>
              <a:spLocks/>
            </p:cNvSpPr>
            <p:nvPr/>
          </p:nvSpPr>
          <p:spPr bwMode="auto">
            <a:xfrm rot="5094805">
              <a:off x="1017700" y="3191172"/>
              <a:ext cx="34275" cy="27420"/>
            </a:xfrm>
            <a:custGeom>
              <a:avLst/>
              <a:gdLst>
                <a:gd name="T0" fmla="*/ 6 w 14"/>
                <a:gd name="T1" fmla="*/ 2 h 11"/>
                <a:gd name="T2" fmla="*/ 14 w 14"/>
                <a:gd name="T3" fmla="*/ 4 h 11"/>
                <a:gd name="T4" fmla="*/ 8 w 14"/>
                <a:gd name="T5" fmla="*/ 10 h 11"/>
                <a:gd name="T6" fmla="*/ 0 w 14"/>
                <a:gd name="T7" fmla="*/ 8 h 11"/>
                <a:gd name="T8" fmla="*/ 6 w 14"/>
                <a:gd name="T9" fmla="*/ 2 h 11"/>
              </a:gdLst>
              <a:ahLst/>
              <a:cxnLst>
                <a:cxn ang="0">
                  <a:pos x="T0" y="T1"/>
                </a:cxn>
                <a:cxn ang="0">
                  <a:pos x="T2" y="T3"/>
                </a:cxn>
                <a:cxn ang="0">
                  <a:pos x="T4" y="T5"/>
                </a:cxn>
                <a:cxn ang="0">
                  <a:pos x="T6" y="T7"/>
                </a:cxn>
                <a:cxn ang="0">
                  <a:pos x="T8" y="T9"/>
                </a:cxn>
              </a:cxnLst>
              <a:rect l="0" t="0" r="r" b="b"/>
              <a:pathLst>
                <a:path w="14" h="11">
                  <a:moveTo>
                    <a:pt x="6" y="2"/>
                  </a:moveTo>
                  <a:cubicBezTo>
                    <a:pt x="10" y="0"/>
                    <a:pt x="14" y="1"/>
                    <a:pt x="14" y="4"/>
                  </a:cubicBezTo>
                  <a:cubicBezTo>
                    <a:pt x="14" y="6"/>
                    <a:pt x="11" y="8"/>
                    <a:pt x="8" y="10"/>
                  </a:cubicBezTo>
                  <a:cubicBezTo>
                    <a:pt x="4" y="11"/>
                    <a:pt x="0" y="10"/>
                    <a:pt x="0" y="8"/>
                  </a:cubicBezTo>
                  <a:cubicBezTo>
                    <a:pt x="0" y="6"/>
                    <a:pt x="3"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4" name="Freeform 2344">
              <a:extLst>
                <a:ext uri="{FF2B5EF4-FFF2-40B4-BE49-F238E27FC236}">
                  <a16:creationId xmlns:a16="http://schemas.microsoft.com/office/drawing/2014/main" id="{32EBE63B-6815-425D-F3F7-7610A1511119}"/>
                </a:ext>
              </a:extLst>
            </p:cNvPr>
            <p:cNvSpPr>
              <a:spLocks/>
            </p:cNvSpPr>
            <p:nvPr/>
          </p:nvSpPr>
          <p:spPr bwMode="auto">
            <a:xfrm rot="5094805">
              <a:off x="1101955" y="3377414"/>
              <a:ext cx="36560" cy="27420"/>
            </a:xfrm>
            <a:custGeom>
              <a:avLst/>
              <a:gdLst>
                <a:gd name="T0" fmla="*/ 15 w 15"/>
                <a:gd name="T1" fmla="*/ 3 h 11"/>
                <a:gd name="T2" fmla="*/ 7 w 15"/>
                <a:gd name="T3" fmla="*/ 10 h 11"/>
                <a:gd name="T4" fmla="*/ 0 w 15"/>
                <a:gd name="T5" fmla="*/ 8 h 11"/>
                <a:gd name="T6" fmla="*/ 6 w 15"/>
                <a:gd name="T7" fmla="*/ 2 h 11"/>
                <a:gd name="T8" fmla="*/ 15 w 15"/>
                <a:gd name="T9" fmla="*/ 3 h 11"/>
              </a:gdLst>
              <a:ahLst/>
              <a:cxnLst>
                <a:cxn ang="0">
                  <a:pos x="T0" y="T1"/>
                </a:cxn>
                <a:cxn ang="0">
                  <a:pos x="T2" y="T3"/>
                </a:cxn>
                <a:cxn ang="0">
                  <a:pos x="T4" y="T5"/>
                </a:cxn>
                <a:cxn ang="0">
                  <a:pos x="T6" y="T7"/>
                </a:cxn>
                <a:cxn ang="0">
                  <a:pos x="T8" y="T9"/>
                </a:cxn>
              </a:cxnLst>
              <a:rect l="0" t="0" r="r" b="b"/>
              <a:pathLst>
                <a:path w="15" h="11">
                  <a:moveTo>
                    <a:pt x="15" y="3"/>
                  </a:moveTo>
                  <a:cubicBezTo>
                    <a:pt x="15" y="5"/>
                    <a:pt x="11" y="8"/>
                    <a:pt x="7" y="10"/>
                  </a:cubicBezTo>
                  <a:cubicBezTo>
                    <a:pt x="4" y="11"/>
                    <a:pt x="0" y="10"/>
                    <a:pt x="0" y="8"/>
                  </a:cubicBezTo>
                  <a:cubicBezTo>
                    <a:pt x="0" y="6"/>
                    <a:pt x="2" y="3"/>
                    <a:pt x="6" y="2"/>
                  </a:cubicBezTo>
                  <a:cubicBezTo>
                    <a:pt x="10"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5" name="Freeform 2345">
              <a:extLst>
                <a:ext uri="{FF2B5EF4-FFF2-40B4-BE49-F238E27FC236}">
                  <a16:creationId xmlns:a16="http://schemas.microsoft.com/office/drawing/2014/main" id="{D3F5A60D-AACF-9241-ECD2-B086C2A35326}"/>
                </a:ext>
              </a:extLst>
            </p:cNvPr>
            <p:cNvSpPr>
              <a:spLocks/>
            </p:cNvSpPr>
            <p:nvPr/>
          </p:nvSpPr>
          <p:spPr bwMode="auto">
            <a:xfrm rot="5094805">
              <a:off x="1194071" y="3561709"/>
              <a:ext cx="41130" cy="27420"/>
            </a:xfrm>
            <a:custGeom>
              <a:avLst/>
              <a:gdLst>
                <a:gd name="T0" fmla="*/ 15 w 16"/>
                <a:gd name="T1" fmla="*/ 2 h 11"/>
                <a:gd name="T2" fmla="*/ 9 w 16"/>
                <a:gd name="T3" fmla="*/ 9 h 11"/>
                <a:gd name="T4" fmla="*/ 1 w 16"/>
                <a:gd name="T5" fmla="*/ 8 h 11"/>
                <a:gd name="T6" fmla="*/ 7 w 16"/>
                <a:gd name="T7" fmla="*/ 1 h 11"/>
                <a:gd name="T8" fmla="*/ 15 w 16"/>
                <a:gd name="T9" fmla="*/ 2 h 11"/>
              </a:gdLst>
              <a:ahLst/>
              <a:cxnLst>
                <a:cxn ang="0">
                  <a:pos x="T0" y="T1"/>
                </a:cxn>
                <a:cxn ang="0">
                  <a:pos x="T2" y="T3"/>
                </a:cxn>
                <a:cxn ang="0">
                  <a:pos x="T4" y="T5"/>
                </a:cxn>
                <a:cxn ang="0">
                  <a:pos x="T6" y="T7"/>
                </a:cxn>
                <a:cxn ang="0">
                  <a:pos x="T8" y="T9"/>
                </a:cxn>
              </a:cxnLst>
              <a:rect l="0" t="0" r="r" b="b"/>
              <a:pathLst>
                <a:path w="16" h="11">
                  <a:moveTo>
                    <a:pt x="15" y="2"/>
                  </a:moveTo>
                  <a:cubicBezTo>
                    <a:pt x="16" y="4"/>
                    <a:pt x="13" y="7"/>
                    <a:pt x="9" y="9"/>
                  </a:cubicBezTo>
                  <a:cubicBezTo>
                    <a:pt x="5" y="11"/>
                    <a:pt x="2" y="10"/>
                    <a:pt x="1" y="8"/>
                  </a:cubicBezTo>
                  <a:cubicBezTo>
                    <a:pt x="0" y="6"/>
                    <a:pt x="3" y="3"/>
                    <a:pt x="7" y="1"/>
                  </a:cubicBezTo>
                  <a:cubicBezTo>
                    <a:pt x="11" y="0"/>
                    <a:pt x="15" y="0"/>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6" name="Freeform 2346">
              <a:extLst>
                <a:ext uri="{FF2B5EF4-FFF2-40B4-BE49-F238E27FC236}">
                  <a16:creationId xmlns:a16="http://schemas.microsoft.com/office/drawing/2014/main" id="{8820F6B5-BBFF-0AC5-FFF2-86ADE310053E}"/>
                </a:ext>
              </a:extLst>
            </p:cNvPr>
            <p:cNvSpPr>
              <a:spLocks/>
            </p:cNvSpPr>
            <p:nvPr/>
          </p:nvSpPr>
          <p:spPr bwMode="auto">
            <a:xfrm rot="5094805">
              <a:off x="1298925" y="3746427"/>
              <a:ext cx="36560" cy="29705"/>
            </a:xfrm>
            <a:custGeom>
              <a:avLst/>
              <a:gdLst>
                <a:gd name="T0" fmla="*/ 7 w 15"/>
                <a:gd name="T1" fmla="*/ 11 h 12"/>
                <a:gd name="T2" fmla="*/ 0 w 15"/>
                <a:gd name="T3" fmla="*/ 9 h 12"/>
                <a:gd name="T4" fmla="*/ 7 w 15"/>
                <a:gd name="T5" fmla="*/ 2 h 12"/>
                <a:gd name="T6" fmla="*/ 14 w 15"/>
                <a:gd name="T7" fmla="*/ 3 h 12"/>
                <a:gd name="T8" fmla="*/ 7 w 15"/>
                <a:gd name="T9" fmla="*/ 11 h 12"/>
              </a:gdLst>
              <a:ahLst/>
              <a:cxnLst>
                <a:cxn ang="0">
                  <a:pos x="T0" y="T1"/>
                </a:cxn>
                <a:cxn ang="0">
                  <a:pos x="T2" y="T3"/>
                </a:cxn>
                <a:cxn ang="0">
                  <a:pos x="T4" y="T5"/>
                </a:cxn>
                <a:cxn ang="0">
                  <a:pos x="T6" y="T7"/>
                </a:cxn>
                <a:cxn ang="0">
                  <a:pos x="T8" y="T9"/>
                </a:cxn>
              </a:cxnLst>
              <a:rect l="0" t="0" r="r" b="b"/>
              <a:pathLst>
                <a:path w="15" h="12">
                  <a:moveTo>
                    <a:pt x="7" y="11"/>
                  </a:moveTo>
                  <a:cubicBezTo>
                    <a:pt x="3" y="12"/>
                    <a:pt x="0" y="11"/>
                    <a:pt x="0" y="9"/>
                  </a:cubicBezTo>
                  <a:cubicBezTo>
                    <a:pt x="0" y="6"/>
                    <a:pt x="3" y="3"/>
                    <a:pt x="7" y="2"/>
                  </a:cubicBezTo>
                  <a:cubicBezTo>
                    <a:pt x="11" y="0"/>
                    <a:pt x="14" y="1"/>
                    <a:pt x="14" y="3"/>
                  </a:cubicBezTo>
                  <a:cubicBezTo>
                    <a:pt x="15" y="5"/>
                    <a:pt x="11" y="9"/>
                    <a:pt x="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7" name="Freeform 2347">
              <a:extLst>
                <a:ext uri="{FF2B5EF4-FFF2-40B4-BE49-F238E27FC236}">
                  <a16:creationId xmlns:a16="http://schemas.microsoft.com/office/drawing/2014/main" id="{AA79EDCA-6279-A5D5-38A4-F79124F5024B}"/>
                </a:ext>
              </a:extLst>
            </p:cNvPr>
            <p:cNvSpPr>
              <a:spLocks/>
            </p:cNvSpPr>
            <p:nvPr/>
          </p:nvSpPr>
          <p:spPr bwMode="auto">
            <a:xfrm rot="5094805">
              <a:off x="1401186" y="3926488"/>
              <a:ext cx="38845" cy="34275"/>
            </a:xfrm>
            <a:custGeom>
              <a:avLst/>
              <a:gdLst>
                <a:gd name="T0" fmla="*/ 8 w 16"/>
                <a:gd name="T1" fmla="*/ 11 h 13"/>
                <a:gd name="T2" fmla="*/ 1 w 16"/>
                <a:gd name="T3" fmla="*/ 9 h 13"/>
                <a:gd name="T4" fmla="*/ 8 w 16"/>
                <a:gd name="T5" fmla="*/ 2 h 13"/>
                <a:gd name="T6" fmla="*/ 15 w 16"/>
                <a:gd name="T7" fmla="*/ 3 h 13"/>
                <a:gd name="T8" fmla="*/ 8 w 16"/>
                <a:gd name="T9" fmla="*/ 11 h 13"/>
              </a:gdLst>
              <a:ahLst/>
              <a:cxnLst>
                <a:cxn ang="0">
                  <a:pos x="T0" y="T1"/>
                </a:cxn>
                <a:cxn ang="0">
                  <a:pos x="T2" y="T3"/>
                </a:cxn>
                <a:cxn ang="0">
                  <a:pos x="T4" y="T5"/>
                </a:cxn>
                <a:cxn ang="0">
                  <a:pos x="T6" y="T7"/>
                </a:cxn>
                <a:cxn ang="0">
                  <a:pos x="T8" y="T9"/>
                </a:cxn>
              </a:cxnLst>
              <a:rect l="0" t="0" r="r" b="b"/>
              <a:pathLst>
                <a:path w="16" h="13">
                  <a:moveTo>
                    <a:pt x="8" y="11"/>
                  </a:moveTo>
                  <a:cubicBezTo>
                    <a:pt x="4" y="13"/>
                    <a:pt x="0" y="12"/>
                    <a:pt x="1" y="9"/>
                  </a:cubicBezTo>
                  <a:cubicBezTo>
                    <a:pt x="1" y="6"/>
                    <a:pt x="4" y="3"/>
                    <a:pt x="8" y="2"/>
                  </a:cubicBezTo>
                  <a:cubicBezTo>
                    <a:pt x="11" y="0"/>
                    <a:pt x="15" y="1"/>
                    <a:pt x="15" y="3"/>
                  </a:cubicBezTo>
                  <a:cubicBezTo>
                    <a:pt x="16" y="5"/>
                    <a:pt x="12" y="9"/>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8" name="Freeform 2348">
              <a:extLst>
                <a:ext uri="{FF2B5EF4-FFF2-40B4-BE49-F238E27FC236}">
                  <a16:creationId xmlns:a16="http://schemas.microsoft.com/office/drawing/2014/main" id="{152FF6B2-FF61-FCEA-4AB7-C67B2E3CF5F0}"/>
                </a:ext>
              </a:extLst>
            </p:cNvPr>
            <p:cNvSpPr>
              <a:spLocks/>
            </p:cNvSpPr>
            <p:nvPr/>
          </p:nvSpPr>
          <p:spPr bwMode="auto">
            <a:xfrm rot="5094805">
              <a:off x="1511422" y="4111755"/>
              <a:ext cx="36560" cy="27420"/>
            </a:xfrm>
            <a:custGeom>
              <a:avLst/>
              <a:gdLst>
                <a:gd name="T0" fmla="*/ 15 w 15"/>
                <a:gd name="T1" fmla="*/ 3 h 12"/>
                <a:gd name="T2" fmla="*/ 8 w 15"/>
                <a:gd name="T3" fmla="*/ 11 h 12"/>
                <a:gd name="T4" fmla="*/ 1 w 15"/>
                <a:gd name="T5" fmla="*/ 10 h 12"/>
                <a:gd name="T6" fmla="*/ 6 w 15"/>
                <a:gd name="T7" fmla="*/ 2 h 12"/>
                <a:gd name="T8" fmla="*/ 15 w 15"/>
                <a:gd name="T9" fmla="*/ 3 h 12"/>
              </a:gdLst>
              <a:ahLst/>
              <a:cxnLst>
                <a:cxn ang="0">
                  <a:pos x="T0" y="T1"/>
                </a:cxn>
                <a:cxn ang="0">
                  <a:pos x="T2" y="T3"/>
                </a:cxn>
                <a:cxn ang="0">
                  <a:pos x="T4" y="T5"/>
                </a:cxn>
                <a:cxn ang="0">
                  <a:pos x="T6" y="T7"/>
                </a:cxn>
                <a:cxn ang="0">
                  <a:pos x="T8" y="T9"/>
                </a:cxn>
              </a:cxnLst>
              <a:rect l="0" t="0" r="r" b="b"/>
              <a:pathLst>
                <a:path w="15" h="12">
                  <a:moveTo>
                    <a:pt x="15" y="3"/>
                  </a:moveTo>
                  <a:cubicBezTo>
                    <a:pt x="15" y="5"/>
                    <a:pt x="12" y="9"/>
                    <a:pt x="8" y="11"/>
                  </a:cubicBezTo>
                  <a:cubicBezTo>
                    <a:pt x="4" y="12"/>
                    <a:pt x="1" y="12"/>
                    <a:pt x="1" y="10"/>
                  </a:cubicBezTo>
                  <a:cubicBezTo>
                    <a:pt x="0" y="7"/>
                    <a:pt x="3" y="4"/>
                    <a:pt x="6" y="2"/>
                  </a:cubicBezTo>
                  <a:cubicBezTo>
                    <a:pt x="11" y="0"/>
                    <a:pt x="15"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9" name="Freeform 2349">
              <a:extLst>
                <a:ext uri="{FF2B5EF4-FFF2-40B4-BE49-F238E27FC236}">
                  <a16:creationId xmlns:a16="http://schemas.microsoft.com/office/drawing/2014/main" id="{B07F4BB3-A48F-98F4-B255-E802041F3F7D}"/>
                </a:ext>
              </a:extLst>
            </p:cNvPr>
            <p:cNvSpPr>
              <a:spLocks/>
            </p:cNvSpPr>
            <p:nvPr/>
          </p:nvSpPr>
          <p:spPr bwMode="auto">
            <a:xfrm rot="5094805">
              <a:off x="1073055" y="1412683"/>
              <a:ext cx="41130" cy="34275"/>
            </a:xfrm>
            <a:custGeom>
              <a:avLst/>
              <a:gdLst>
                <a:gd name="T0" fmla="*/ 9 w 16"/>
                <a:gd name="T1" fmla="*/ 12 h 14"/>
                <a:gd name="T2" fmla="*/ 1 w 16"/>
                <a:gd name="T3" fmla="*/ 3 h 14"/>
                <a:gd name="T4" fmla="*/ 7 w 16"/>
                <a:gd name="T5" fmla="*/ 3 h 14"/>
                <a:gd name="T6" fmla="*/ 15 w 16"/>
                <a:gd name="T7" fmla="*/ 11 h 14"/>
                <a:gd name="T8" fmla="*/ 9 w 16"/>
                <a:gd name="T9" fmla="*/ 12 h 14"/>
              </a:gdLst>
              <a:ahLst/>
              <a:cxnLst>
                <a:cxn ang="0">
                  <a:pos x="T0" y="T1"/>
                </a:cxn>
                <a:cxn ang="0">
                  <a:pos x="T2" y="T3"/>
                </a:cxn>
                <a:cxn ang="0">
                  <a:pos x="T4" y="T5"/>
                </a:cxn>
                <a:cxn ang="0">
                  <a:pos x="T6" y="T7"/>
                </a:cxn>
                <a:cxn ang="0">
                  <a:pos x="T8" y="T9"/>
                </a:cxn>
              </a:cxnLst>
              <a:rect l="0" t="0" r="r" b="b"/>
              <a:pathLst>
                <a:path w="16" h="14">
                  <a:moveTo>
                    <a:pt x="9" y="12"/>
                  </a:moveTo>
                  <a:cubicBezTo>
                    <a:pt x="5" y="10"/>
                    <a:pt x="1" y="6"/>
                    <a:pt x="1" y="3"/>
                  </a:cubicBezTo>
                  <a:cubicBezTo>
                    <a:pt x="0" y="0"/>
                    <a:pt x="3" y="0"/>
                    <a:pt x="7" y="3"/>
                  </a:cubicBezTo>
                  <a:cubicBezTo>
                    <a:pt x="11" y="5"/>
                    <a:pt x="15" y="9"/>
                    <a:pt x="15" y="11"/>
                  </a:cubicBezTo>
                  <a:cubicBezTo>
                    <a:pt x="16" y="14"/>
                    <a:pt x="13" y="14"/>
                    <a:pt x="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0" name="Freeform 2350">
              <a:extLst>
                <a:ext uri="{FF2B5EF4-FFF2-40B4-BE49-F238E27FC236}">
                  <a16:creationId xmlns:a16="http://schemas.microsoft.com/office/drawing/2014/main" id="{6B9CCD4E-4AB8-EE5C-8090-226AADE14C67}"/>
                </a:ext>
              </a:extLst>
            </p:cNvPr>
            <p:cNvSpPr>
              <a:spLocks/>
            </p:cNvSpPr>
            <p:nvPr/>
          </p:nvSpPr>
          <p:spPr bwMode="auto">
            <a:xfrm rot="5094805">
              <a:off x="1174928" y="1203097"/>
              <a:ext cx="36560" cy="36560"/>
            </a:xfrm>
            <a:custGeom>
              <a:avLst/>
              <a:gdLst>
                <a:gd name="T0" fmla="*/ 15 w 15"/>
                <a:gd name="T1" fmla="*/ 12 h 15"/>
                <a:gd name="T2" fmla="*/ 7 w 15"/>
                <a:gd name="T3" fmla="*/ 12 h 15"/>
                <a:gd name="T4" fmla="*/ 0 w 15"/>
                <a:gd name="T5" fmla="*/ 3 h 15"/>
                <a:gd name="T6" fmla="*/ 6 w 15"/>
                <a:gd name="T7" fmla="*/ 2 h 15"/>
                <a:gd name="T8" fmla="*/ 15 w 15"/>
                <a:gd name="T9" fmla="*/ 12 h 15"/>
              </a:gdLst>
              <a:ahLst/>
              <a:cxnLst>
                <a:cxn ang="0">
                  <a:pos x="T0" y="T1"/>
                </a:cxn>
                <a:cxn ang="0">
                  <a:pos x="T2" y="T3"/>
                </a:cxn>
                <a:cxn ang="0">
                  <a:pos x="T4" y="T5"/>
                </a:cxn>
                <a:cxn ang="0">
                  <a:pos x="T6" y="T7"/>
                </a:cxn>
                <a:cxn ang="0">
                  <a:pos x="T8" y="T9"/>
                </a:cxn>
              </a:cxnLst>
              <a:rect l="0" t="0" r="r" b="b"/>
              <a:pathLst>
                <a:path w="15" h="15">
                  <a:moveTo>
                    <a:pt x="15" y="12"/>
                  </a:moveTo>
                  <a:cubicBezTo>
                    <a:pt x="15" y="15"/>
                    <a:pt x="11" y="15"/>
                    <a:pt x="7" y="12"/>
                  </a:cubicBezTo>
                  <a:cubicBezTo>
                    <a:pt x="4" y="10"/>
                    <a:pt x="0" y="6"/>
                    <a:pt x="0" y="3"/>
                  </a:cubicBezTo>
                  <a:cubicBezTo>
                    <a:pt x="0" y="1"/>
                    <a:pt x="2" y="0"/>
                    <a:pt x="6" y="2"/>
                  </a:cubicBezTo>
                  <a:cubicBezTo>
                    <a:pt x="10" y="5"/>
                    <a:pt x="15" y="9"/>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1" name="Freeform 2351">
              <a:extLst>
                <a:ext uri="{FF2B5EF4-FFF2-40B4-BE49-F238E27FC236}">
                  <a16:creationId xmlns:a16="http://schemas.microsoft.com/office/drawing/2014/main" id="{3E68F6A9-F984-8B52-156C-529B92159E6C}"/>
                </a:ext>
              </a:extLst>
            </p:cNvPr>
            <p:cNvSpPr>
              <a:spLocks/>
            </p:cNvSpPr>
            <p:nvPr/>
          </p:nvSpPr>
          <p:spPr bwMode="auto">
            <a:xfrm rot="5094805">
              <a:off x="1265403" y="994119"/>
              <a:ext cx="41130" cy="38845"/>
            </a:xfrm>
            <a:custGeom>
              <a:avLst/>
              <a:gdLst>
                <a:gd name="T0" fmla="*/ 6 w 16"/>
                <a:gd name="T1" fmla="*/ 2 h 15"/>
                <a:gd name="T2" fmla="*/ 16 w 16"/>
                <a:gd name="T3" fmla="*/ 12 h 15"/>
                <a:gd name="T4" fmla="*/ 10 w 16"/>
                <a:gd name="T5" fmla="*/ 13 h 15"/>
                <a:gd name="T6" fmla="*/ 1 w 16"/>
                <a:gd name="T7" fmla="*/ 4 h 15"/>
                <a:gd name="T8" fmla="*/ 6 w 16"/>
                <a:gd name="T9" fmla="*/ 2 h 15"/>
              </a:gdLst>
              <a:ahLst/>
              <a:cxnLst>
                <a:cxn ang="0">
                  <a:pos x="T0" y="T1"/>
                </a:cxn>
                <a:cxn ang="0">
                  <a:pos x="T2" y="T3"/>
                </a:cxn>
                <a:cxn ang="0">
                  <a:pos x="T4" y="T5"/>
                </a:cxn>
                <a:cxn ang="0">
                  <a:pos x="T6" y="T7"/>
                </a:cxn>
                <a:cxn ang="0">
                  <a:pos x="T8" y="T9"/>
                </a:cxn>
              </a:cxnLst>
              <a:rect l="0" t="0" r="r" b="b"/>
              <a:pathLst>
                <a:path w="16" h="15">
                  <a:moveTo>
                    <a:pt x="6" y="2"/>
                  </a:moveTo>
                  <a:cubicBezTo>
                    <a:pt x="11" y="4"/>
                    <a:pt x="15" y="9"/>
                    <a:pt x="16" y="12"/>
                  </a:cubicBezTo>
                  <a:cubicBezTo>
                    <a:pt x="16" y="14"/>
                    <a:pt x="13" y="15"/>
                    <a:pt x="10" y="13"/>
                  </a:cubicBezTo>
                  <a:cubicBezTo>
                    <a:pt x="6" y="12"/>
                    <a:pt x="1" y="7"/>
                    <a:pt x="1" y="4"/>
                  </a:cubicBezTo>
                  <a:cubicBezTo>
                    <a:pt x="0" y="1"/>
                    <a:pt x="3" y="0"/>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2" name="Freeform 2352">
              <a:extLst>
                <a:ext uri="{FF2B5EF4-FFF2-40B4-BE49-F238E27FC236}">
                  <a16:creationId xmlns:a16="http://schemas.microsoft.com/office/drawing/2014/main" id="{0B63B2EE-D888-9DD9-7359-25CDB36130D0}"/>
                </a:ext>
              </a:extLst>
            </p:cNvPr>
            <p:cNvSpPr>
              <a:spLocks/>
            </p:cNvSpPr>
            <p:nvPr/>
          </p:nvSpPr>
          <p:spPr bwMode="auto">
            <a:xfrm rot="5094805">
              <a:off x="1345750" y="789780"/>
              <a:ext cx="38845" cy="36560"/>
            </a:xfrm>
            <a:custGeom>
              <a:avLst/>
              <a:gdLst>
                <a:gd name="T0" fmla="*/ 16 w 16"/>
                <a:gd name="T1" fmla="*/ 11 h 15"/>
                <a:gd name="T2" fmla="*/ 8 w 16"/>
                <a:gd name="T3" fmla="*/ 13 h 15"/>
                <a:gd name="T4" fmla="*/ 1 w 16"/>
                <a:gd name="T5" fmla="*/ 4 h 15"/>
                <a:gd name="T6" fmla="*/ 7 w 16"/>
                <a:gd name="T7" fmla="*/ 2 h 15"/>
                <a:gd name="T8" fmla="*/ 16 w 16"/>
                <a:gd name="T9" fmla="*/ 11 h 15"/>
              </a:gdLst>
              <a:ahLst/>
              <a:cxnLst>
                <a:cxn ang="0">
                  <a:pos x="T0" y="T1"/>
                </a:cxn>
                <a:cxn ang="0">
                  <a:pos x="T2" y="T3"/>
                </a:cxn>
                <a:cxn ang="0">
                  <a:pos x="T4" y="T5"/>
                </a:cxn>
                <a:cxn ang="0">
                  <a:pos x="T6" y="T7"/>
                </a:cxn>
                <a:cxn ang="0">
                  <a:pos x="T8" y="T9"/>
                </a:cxn>
              </a:cxnLst>
              <a:rect l="0" t="0" r="r" b="b"/>
              <a:pathLst>
                <a:path w="16" h="15">
                  <a:moveTo>
                    <a:pt x="16" y="11"/>
                  </a:moveTo>
                  <a:cubicBezTo>
                    <a:pt x="16" y="14"/>
                    <a:pt x="12" y="15"/>
                    <a:pt x="8" y="13"/>
                  </a:cubicBezTo>
                  <a:cubicBezTo>
                    <a:pt x="4" y="11"/>
                    <a:pt x="1" y="7"/>
                    <a:pt x="1" y="4"/>
                  </a:cubicBezTo>
                  <a:cubicBezTo>
                    <a:pt x="0" y="1"/>
                    <a:pt x="3" y="0"/>
                    <a:pt x="7" y="2"/>
                  </a:cubicBezTo>
                  <a:cubicBezTo>
                    <a:pt x="11" y="3"/>
                    <a:pt x="15" y="8"/>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3" name="Freeform 2353">
              <a:extLst>
                <a:ext uri="{FF2B5EF4-FFF2-40B4-BE49-F238E27FC236}">
                  <a16:creationId xmlns:a16="http://schemas.microsoft.com/office/drawing/2014/main" id="{736B5D25-CF7D-9916-B477-19B5A99092C8}"/>
                </a:ext>
              </a:extLst>
            </p:cNvPr>
            <p:cNvSpPr>
              <a:spLocks/>
            </p:cNvSpPr>
            <p:nvPr/>
          </p:nvSpPr>
          <p:spPr bwMode="auto">
            <a:xfrm rot="5094805">
              <a:off x="1398980" y="589944"/>
              <a:ext cx="41130" cy="34275"/>
            </a:xfrm>
            <a:custGeom>
              <a:avLst/>
              <a:gdLst>
                <a:gd name="T0" fmla="*/ 16 w 17"/>
                <a:gd name="T1" fmla="*/ 9 h 14"/>
                <a:gd name="T2" fmla="*/ 9 w 17"/>
                <a:gd name="T3" fmla="*/ 13 h 14"/>
                <a:gd name="T4" fmla="*/ 1 w 17"/>
                <a:gd name="T5" fmla="*/ 5 h 14"/>
                <a:gd name="T6" fmla="*/ 8 w 17"/>
                <a:gd name="T7" fmla="*/ 1 h 14"/>
                <a:gd name="T8" fmla="*/ 16 w 17"/>
                <a:gd name="T9" fmla="*/ 9 h 14"/>
              </a:gdLst>
              <a:ahLst/>
              <a:cxnLst>
                <a:cxn ang="0">
                  <a:pos x="T0" y="T1"/>
                </a:cxn>
                <a:cxn ang="0">
                  <a:pos x="T2" y="T3"/>
                </a:cxn>
                <a:cxn ang="0">
                  <a:pos x="T4" y="T5"/>
                </a:cxn>
                <a:cxn ang="0">
                  <a:pos x="T6" y="T7"/>
                </a:cxn>
                <a:cxn ang="0">
                  <a:pos x="T8" y="T9"/>
                </a:cxn>
              </a:cxnLst>
              <a:rect l="0" t="0" r="r" b="b"/>
              <a:pathLst>
                <a:path w="17" h="14">
                  <a:moveTo>
                    <a:pt x="16" y="9"/>
                  </a:moveTo>
                  <a:cubicBezTo>
                    <a:pt x="17" y="12"/>
                    <a:pt x="13" y="14"/>
                    <a:pt x="9" y="13"/>
                  </a:cubicBezTo>
                  <a:cubicBezTo>
                    <a:pt x="6" y="12"/>
                    <a:pt x="2" y="9"/>
                    <a:pt x="1" y="5"/>
                  </a:cubicBezTo>
                  <a:cubicBezTo>
                    <a:pt x="0" y="2"/>
                    <a:pt x="3" y="0"/>
                    <a:pt x="8" y="1"/>
                  </a:cubicBezTo>
                  <a:cubicBezTo>
                    <a:pt x="11" y="2"/>
                    <a:pt x="15" y="6"/>
                    <a:pt x="1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4" name="Freeform 2354">
              <a:extLst>
                <a:ext uri="{FF2B5EF4-FFF2-40B4-BE49-F238E27FC236}">
                  <a16:creationId xmlns:a16="http://schemas.microsoft.com/office/drawing/2014/main" id="{EF6AA7E6-D8D7-289F-35C4-5050475ECA54}"/>
                </a:ext>
              </a:extLst>
            </p:cNvPr>
            <p:cNvSpPr>
              <a:spLocks/>
            </p:cNvSpPr>
            <p:nvPr/>
          </p:nvSpPr>
          <p:spPr bwMode="auto">
            <a:xfrm rot="5094805">
              <a:off x="1425842" y="389223"/>
              <a:ext cx="38845" cy="34275"/>
            </a:xfrm>
            <a:custGeom>
              <a:avLst/>
              <a:gdLst>
                <a:gd name="T0" fmla="*/ 16 w 16"/>
                <a:gd name="T1" fmla="*/ 7 h 13"/>
                <a:gd name="T2" fmla="*/ 9 w 16"/>
                <a:gd name="T3" fmla="*/ 13 h 13"/>
                <a:gd name="T4" fmla="*/ 1 w 16"/>
                <a:gd name="T5" fmla="*/ 7 h 13"/>
                <a:gd name="T6" fmla="*/ 8 w 16"/>
                <a:gd name="T7" fmla="*/ 1 h 13"/>
                <a:gd name="T8" fmla="*/ 16 w 16"/>
                <a:gd name="T9" fmla="*/ 7 h 13"/>
              </a:gdLst>
              <a:ahLst/>
              <a:cxnLst>
                <a:cxn ang="0">
                  <a:pos x="T0" y="T1"/>
                </a:cxn>
                <a:cxn ang="0">
                  <a:pos x="T2" y="T3"/>
                </a:cxn>
                <a:cxn ang="0">
                  <a:pos x="T4" y="T5"/>
                </a:cxn>
                <a:cxn ang="0">
                  <a:pos x="T6" y="T7"/>
                </a:cxn>
                <a:cxn ang="0">
                  <a:pos x="T8" y="T9"/>
                </a:cxn>
              </a:cxnLst>
              <a:rect l="0" t="0" r="r" b="b"/>
              <a:pathLst>
                <a:path w="16" h="13">
                  <a:moveTo>
                    <a:pt x="16" y="7"/>
                  </a:moveTo>
                  <a:cubicBezTo>
                    <a:pt x="16" y="11"/>
                    <a:pt x="13" y="13"/>
                    <a:pt x="9" y="13"/>
                  </a:cubicBezTo>
                  <a:cubicBezTo>
                    <a:pt x="6" y="13"/>
                    <a:pt x="2" y="10"/>
                    <a:pt x="1" y="7"/>
                  </a:cubicBezTo>
                  <a:cubicBezTo>
                    <a:pt x="0" y="3"/>
                    <a:pt x="3" y="0"/>
                    <a:pt x="8" y="1"/>
                  </a:cubicBezTo>
                  <a:cubicBezTo>
                    <a:pt x="11" y="1"/>
                    <a:pt x="15" y="5"/>
                    <a:pt x="1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5" name="Freeform 2355">
              <a:extLst>
                <a:ext uri="{FF2B5EF4-FFF2-40B4-BE49-F238E27FC236}">
                  <a16:creationId xmlns:a16="http://schemas.microsoft.com/office/drawing/2014/main" id="{8439883E-2655-F286-C31C-768D33458524}"/>
                </a:ext>
              </a:extLst>
            </p:cNvPr>
            <p:cNvSpPr>
              <a:spLocks/>
            </p:cNvSpPr>
            <p:nvPr/>
          </p:nvSpPr>
          <p:spPr bwMode="auto">
            <a:xfrm rot="5094805">
              <a:off x="1414524" y="198880"/>
              <a:ext cx="34275" cy="31990"/>
            </a:xfrm>
            <a:custGeom>
              <a:avLst/>
              <a:gdLst>
                <a:gd name="T0" fmla="*/ 6 w 14"/>
                <a:gd name="T1" fmla="*/ 0 h 13"/>
                <a:gd name="T2" fmla="*/ 14 w 14"/>
                <a:gd name="T3" fmla="*/ 6 h 13"/>
                <a:gd name="T4" fmla="*/ 8 w 14"/>
                <a:gd name="T5" fmla="*/ 12 h 13"/>
                <a:gd name="T6" fmla="*/ 0 w 14"/>
                <a:gd name="T7" fmla="*/ 6 h 13"/>
                <a:gd name="T8" fmla="*/ 6 w 14"/>
                <a:gd name="T9" fmla="*/ 0 h 13"/>
              </a:gdLst>
              <a:ahLst/>
              <a:cxnLst>
                <a:cxn ang="0">
                  <a:pos x="T0" y="T1"/>
                </a:cxn>
                <a:cxn ang="0">
                  <a:pos x="T2" y="T3"/>
                </a:cxn>
                <a:cxn ang="0">
                  <a:pos x="T4" y="T5"/>
                </a:cxn>
                <a:cxn ang="0">
                  <a:pos x="T6" y="T7"/>
                </a:cxn>
                <a:cxn ang="0">
                  <a:pos x="T8" y="T9"/>
                </a:cxn>
              </a:cxnLst>
              <a:rect l="0" t="0" r="r" b="b"/>
              <a:pathLst>
                <a:path w="14" h="13">
                  <a:moveTo>
                    <a:pt x="6" y="0"/>
                  </a:moveTo>
                  <a:cubicBezTo>
                    <a:pt x="10" y="0"/>
                    <a:pt x="14" y="3"/>
                    <a:pt x="14" y="6"/>
                  </a:cubicBezTo>
                  <a:cubicBezTo>
                    <a:pt x="14" y="9"/>
                    <a:pt x="11" y="12"/>
                    <a:pt x="8" y="12"/>
                  </a:cubicBezTo>
                  <a:cubicBezTo>
                    <a:pt x="4" y="13"/>
                    <a:pt x="0" y="10"/>
                    <a:pt x="0" y="6"/>
                  </a:cubicBezTo>
                  <a:cubicBezTo>
                    <a:pt x="0" y="3"/>
                    <a:pt x="2"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6" name="Freeform 2356">
              <a:extLst>
                <a:ext uri="{FF2B5EF4-FFF2-40B4-BE49-F238E27FC236}">
                  <a16:creationId xmlns:a16="http://schemas.microsoft.com/office/drawing/2014/main" id="{EAEBCD37-FCF1-8200-5A5C-030813879C5B}"/>
                </a:ext>
              </a:extLst>
            </p:cNvPr>
            <p:cNvSpPr>
              <a:spLocks/>
            </p:cNvSpPr>
            <p:nvPr/>
          </p:nvSpPr>
          <p:spPr bwMode="auto">
            <a:xfrm rot="5094805">
              <a:off x="1354359" y="11441"/>
              <a:ext cx="36560" cy="34275"/>
            </a:xfrm>
            <a:custGeom>
              <a:avLst/>
              <a:gdLst>
                <a:gd name="T0" fmla="*/ 6 w 15"/>
                <a:gd name="T1" fmla="*/ 1 h 14"/>
                <a:gd name="T2" fmla="*/ 15 w 15"/>
                <a:gd name="T3" fmla="*/ 5 h 14"/>
                <a:gd name="T4" fmla="*/ 8 w 15"/>
                <a:gd name="T5" fmla="*/ 13 h 14"/>
                <a:gd name="T6" fmla="*/ 0 w 15"/>
                <a:gd name="T7" fmla="*/ 9 h 14"/>
                <a:gd name="T8" fmla="*/ 6 w 15"/>
                <a:gd name="T9" fmla="*/ 1 h 14"/>
              </a:gdLst>
              <a:ahLst/>
              <a:cxnLst>
                <a:cxn ang="0">
                  <a:pos x="T0" y="T1"/>
                </a:cxn>
                <a:cxn ang="0">
                  <a:pos x="T2" y="T3"/>
                </a:cxn>
                <a:cxn ang="0">
                  <a:pos x="T4" y="T5"/>
                </a:cxn>
                <a:cxn ang="0">
                  <a:pos x="T6" y="T7"/>
                </a:cxn>
                <a:cxn ang="0">
                  <a:pos x="T8" y="T9"/>
                </a:cxn>
              </a:cxnLst>
              <a:rect l="0" t="0" r="r" b="b"/>
              <a:pathLst>
                <a:path w="15" h="14">
                  <a:moveTo>
                    <a:pt x="6" y="1"/>
                  </a:moveTo>
                  <a:cubicBezTo>
                    <a:pt x="11" y="0"/>
                    <a:pt x="15" y="2"/>
                    <a:pt x="15" y="5"/>
                  </a:cubicBezTo>
                  <a:cubicBezTo>
                    <a:pt x="15" y="8"/>
                    <a:pt x="12" y="11"/>
                    <a:pt x="8" y="13"/>
                  </a:cubicBezTo>
                  <a:cubicBezTo>
                    <a:pt x="4" y="14"/>
                    <a:pt x="0" y="12"/>
                    <a:pt x="0" y="9"/>
                  </a:cubicBezTo>
                  <a:cubicBezTo>
                    <a:pt x="0" y="6"/>
                    <a:pt x="3"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7" name="Freeform 2376">
              <a:extLst>
                <a:ext uri="{FF2B5EF4-FFF2-40B4-BE49-F238E27FC236}">
                  <a16:creationId xmlns:a16="http://schemas.microsoft.com/office/drawing/2014/main" id="{8237CE48-C528-ACA0-CA05-94B2DABFEDE6}"/>
                </a:ext>
              </a:extLst>
            </p:cNvPr>
            <p:cNvSpPr>
              <a:spLocks/>
            </p:cNvSpPr>
            <p:nvPr/>
          </p:nvSpPr>
          <p:spPr bwMode="auto">
            <a:xfrm rot="5094805">
              <a:off x="2766947" y="6901825"/>
              <a:ext cx="38845" cy="29705"/>
            </a:xfrm>
            <a:custGeom>
              <a:avLst/>
              <a:gdLst>
                <a:gd name="T0" fmla="*/ 0 w 15"/>
                <a:gd name="T1" fmla="*/ 9 h 12"/>
                <a:gd name="T2" fmla="*/ 7 w 15"/>
                <a:gd name="T3" fmla="*/ 2 h 12"/>
                <a:gd name="T4" fmla="*/ 15 w 15"/>
                <a:gd name="T5" fmla="*/ 4 h 12"/>
                <a:gd name="T6" fmla="*/ 8 w 15"/>
                <a:gd name="T7" fmla="*/ 11 h 12"/>
                <a:gd name="T8" fmla="*/ 0 w 15"/>
                <a:gd name="T9" fmla="*/ 9 h 12"/>
              </a:gdLst>
              <a:ahLst/>
              <a:cxnLst>
                <a:cxn ang="0">
                  <a:pos x="T0" y="T1"/>
                </a:cxn>
                <a:cxn ang="0">
                  <a:pos x="T2" y="T3"/>
                </a:cxn>
                <a:cxn ang="0">
                  <a:pos x="T4" y="T5"/>
                </a:cxn>
                <a:cxn ang="0">
                  <a:pos x="T6" y="T7"/>
                </a:cxn>
                <a:cxn ang="0">
                  <a:pos x="T8" y="T9"/>
                </a:cxn>
              </a:cxnLst>
              <a:rect l="0" t="0" r="r" b="b"/>
              <a:pathLst>
                <a:path w="15" h="12">
                  <a:moveTo>
                    <a:pt x="0" y="9"/>
                  </a:moveTo>
                  <a:cubicBezTo>
                    <a:pt x="0" y="6"/>
                    <a:pt x="3" y="4"/>
                    <a:pt x="7" y="2"/>
                  </a:cubicBezTo>
                  <a:cubicBezTo>
                    <a:pt x="11" y="0"/>
                    <a:pt x="15" y="1"/>
                    <a:pt x="15" y="4"/>
                  </a:cubicBezTo>
                  <a:cubicBezTo>
                    <a:pt x="15" y="6"/>
                    <a:pt x="12" y="9"/>
                    <a:pt x="8" y="11"/>
                  </a:cubicBezTo>
                  <a:cubicBezTo>
                    <a:pt x="4" y="12"/>
                    <a:pt x="0" y="11"/>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8" name="Freeform 2377">
              <a:extLst>
                <a:ext uri="{FF2B5EF4-FFF2-40B4-BE49-F238E27FC236}">
                  <a16:creationId xmlns:a16="http://schemas.microsoft.com/office/drawing/2014/main" id="{7A924100-CCBA-4FF0-D975-23368E0C22A5}"/>
                </a:ext>
              </a:extLst>
            </p:cNvPr>
            <p:cNvSpPr>
              <a:spLocks/>
            </p:cNvSpPr>
            <p:nvPr/>
          </p:nvSpPr>
          <p:spPr bwMode="auto">
            <a:xfrm rot="5094805">
              <a:off x="1618534" y="4293581"/>
              <a:ext cx="41130" cy="34275"/>
            </a:xfrm>
            <a:custGeom>
              <a:avLst/>
              <a:gdLst>
                <a:gd name="T0" fmla="*/ 15 w 16"/>
                <a:gd name="T1" fmla="*/ 3 h 13"/>
                <a:gd name="T2" fmla="*/ 8 w 16"/>
                <a:gd name="T3" fmla="*/ 11 h 13"/>
                <a:gd name="T4" fmla="*/ 1 w 16"/>
                <a:gd name="T5" fmla="*/ 10 h 13"/>
                <a:gd name="T6" fmla="*/ 7 w 16"/>
                <a:gd name="T7" fmla="*/ 2 h 13"/>
                <a:gd name="T8" fmla="*/ 15 w 16"/>
                <a:gd name="T9" fmla="*/ 3 h 13"/>
              </a:gdLst>
              <a:ahLst/>
              <a:cxnLst>
                <a:cxn ang="0">
                  <a:pos x="T0" y="T1"/>
                </a:cxn>
                <a:cxn ang="0">
                  <a:pos x="T2" y="T3"/>
                </a:cxn>
                <a:cxn ang="0">
                  <a:pos x="T4" y="T5"/>
                </a:cxn>
                <a:cxn ang="0">
                  <a:pos x="T6" y="T7"/>
                </a:cxn>
                <a:cxn ang="0">
                  <a:pos x="T8" y="T9"/>
                </a:cxn>
              </a:cxnLst>
              <a:rect l="0" t="0" r="r" b="b"/>
              <a:pathLst>
                <a:path w="16" h="13">
                  <a:moveTo>
                    <a:pt x="15" y="3"/>
                  </a:moveTo>
                  <a:cubicBezTo>
                    <a:pt x="16" y="5"/>
                    <a:pt x="12" y="9"/>
                    <a:pt x="8" y="11"/>
                  </a:cubicBezTo>
                  <a:cubicBezTo>
                    <a:pt x="5" y="13"/>
                    <a:pt x="1" y="12"/>
                    <a:pt x="1" y="10"/>
                  </a:cubicBezTo>
                  <a:cubicBezTo>
                    <a:pt x="0" y="8"/>
                    <a:pt x="3" y="4"/>
                    <a:pt x="7" y="2"/>
                  </a:cubicBezTo>
                  <a:cubicBezTo>
                    <a:pt x="10"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9" name="Freeform 2378">
              <a:extLst>
                <a:ext uri="{FF2B5EF4-FFF2-40B4-BE49-F238E27FC236}">
                  <a16:creationId xmlns:a16="http://schemas.microsoft.com/office/drawing/2014/main" id="{7D73BAB8-7064-7030-BA63-34C1FC236E24}"/>
                </a:ext>
              </a:extLst>
            </p:cNvPr>
            <p:cNvSpPr>
              <a:spLocks/>
            </p:cNvSpPr>
            <p:nvPr/>
          </p:nvSpPr>
          <p:spPr bwMode="auto">
            <a:xfrm rot="5094805">
              <a:off x="1728770" y="4478847"/>
              <a:ext cx="38845" cy="27420"/>
            </a:xfrm>
            <a:custGeom>
              <a:avLst/>
              <a:gdLst>
                <a:gd name="T0" fmla="*/ 9 w 16"/>
                <a:gd name="T1" fmla="*/ 10 h 12"/>
                <a:gd name="T2" fmla="*/ 1 w 16"/>
                <a:gd name="T3" fmla="*/ 10 h 12"/>
                <a:gd name="T4" fmla="*/ 8 w 16"/>
                <a:gd name="T5" fmla="*/ 1 h 12"/>
                <a:gd name="T6" fmla="*/ 16 w 16"/>
                <a:gd name="T7" fmla="*/ 2 h 12"/>
                <a:gd name="T8" fmla="*/ 9 w 16"/>
                <a:gd name="T9" fmla="*/ 10 h 12"/>
              </a:gdLst>
              <a:ahLst/>
              <a:cxnLst>
                <a:cxn ang="0">
                  <a:pos x="T0" y="T1"/>
                </a:cxn>
                <a:cxn ang="0">
                  <a:pos x="T2" y="T3"/>
                </a:cxn>
                <a:cxn ang="0">
                  <a:pos x="T4" y="T5"/>
                </a:cxn>
                <a:cxn ang="0">
                  <a:pos x="T6" y="T7"/>
                </a:cxn>
                <a:cxn ang="0">
                  <a:pos x="T8" y="T9"/>
                </a:cxn>
              </a:cxnLst>
              <a:rect l="0" t="0" r="r" b="b"/>
              <a:pathLst>
                <a:path w="16" h="12">
                  <a:moveTo>
                    <a:pt x="9" y="10"/>
                  </a:moveTo>
                  <a:cubicBezTo>
                    <a:pt x="6" y="12"/>
                    <a:pt x="2" y="12"/>
                    <a:pt x="1" y="10"/>
                  </a:cubicBezTo>
                  <a:cubicBezTo>
                    <a:pt x="0" y="7"/>
                    <a:pt x="3" y="3"/>
                    <a:pt x="8" y="1"/>
                  </a:cubicBezTo>
                  <a:cubicBezTo>
                    <a:pt x="11" y="0"/>
                    <a:pt x="15" y="0"/>
                    <a:pt x="16" y="2"/>
                  </a:cubicBezTo>
                  <a:cubicBezTo>
                    <a:pt x="16" y="4"/>
                    <a:pt x="13" y="8"/>
                    <a:pt x="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0" name="Freeform 2379">
              <a:extLst>
                <a:ext uri="{FF2B5EF4-FFF2-40B4-BE49-F238E27FC236}">
                  <a16:creationId xmlns:a16="http://schemas.microsoft.com/office/drawing/2014/main" id="{A4053BAD-3F71-1F7F-5FA7-76D909DE2E62}"/>
                </a:ext>
              </a:extLst>
            </p:cNvPr>
            <p:cNvSpPr>
              <a:spLocks/>
            </p:cNvSpPr>
            <p:nvPr/>
          </p:nvSpPr>
          <p:spPr bwMode="auto">
            <a:xfrm rot="5094805">
              <a:off x="1839102" y="4659438"/>
              <a:ext cx="38845" cy="31990"/>
            </a:xfrm>
            <a:custGeom>
              <a:avLst/>
              <a:gdLst>
                <a:gd name="T0" fmla="*/ 9 w 16"/>
                <a:gd name="T1" fmla="*/ 11 h 13"/>
                <a:gd name="T2" fmla="*/ 1 w 16"/>
                <a:gd name="T3" fmla="*/ 10 h 13"/>
                <a:gd name="T4" fmla="*/ 7 w 16"/>
                <a:gd name="T5" fmla="*/ 2 h 13"/>
                <a:gd name="T6" fmla="*/ 15 w 16"/>
                <a:gd name="T7" fmla="*/ 3 h 13"/>
                <a:gd name="T8" fmla="*/ 9 w 16"/>
                <a:gd name="T9" fmla="*/ 11 h 13"/>
              </a:gdLst>
              <a:ahLst/>
              <a:cxnLst>
                <a:cxn ang="0">
                  <a:pos x="T0" y="T1"/>
                </a:cxn>
                <a:cxn ang="0">
                  <a:pos x="T2" y="T3"/>
                </a:cxn>
                <a:cxn ang="0">
                  <a:pos x="T4" y="T5"/>
                </a:cxn>
                <a:cxn ang="0">
                  <a:pos x="T6" y="T7"/>
                </a:cxn>
                <a:cxn ang="0">
                  <a:pos x="T8" y="T9"/>
                </a:cxn>
              </a:cxnLst>
              <a:rect l="0" t="0" r="r" b="b"/>
              <a:pathLst>
                <a:path w="16" h="13">
                  <a:moveTo>
                    <a:pt x="9" y="11"/>
                  </a:moveTo>
                  <a:cubicBezTo>
                    <a:pt x="6" y="13"/>
                    <a:pt x="2" y="12"/>
                    <a:pt x="1" y="10"/>
                  </a:cubicBezTo>
                  <a:cubicBezTo>
                    <a:pt x="0" y="8"/>
                    <a:pt x="3" y="4"/>
                    <a:pt x="7" y="2"/>
                  </a:cubicBezTo>
                  <a:cubicBezTo>
                    <a:pt x="11" y="0"/>
                    <a:pt x="15" y="1"/>
                    <a:pt x="15" y="3"/>
                  </a:cubicBezTo>
                  <a:cubicBezTo>
                    <a:pt x="16" y="5"/>
                    <a:pt x="13" y="9"/>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1" name="Freeform 2380">
              <a:extLst>
                <a:ext uri="{FF2B5EF4-FFF2-40B4-BE49-F238E27FC236}">
                  <a16:creationId xmlns:a16="http://schemas.microsoft.com/office/drawing/2014/main" id="{C9D91A8C-42ED-3CEF-713C-C26F65FA821B}"/>
                </a:ext>
              </a:extLst>
            </p:cNvPr>
            <p:cNvSpPr>
              <a:spLocks/>
            </p:cNvSpPr>
            <p:nvPr/>
          </p:nvSpPr>
          <p:spPr bwMode="auto">
            <a:xfrm rot="5094805">
              <a:off x="1942607" y="4842922"/>
              <a:ext cx="38845" cy="31990"/>
            </a:xfrm>
            <a:custGeom>
              <a:avLst/>
              <a:gdLst>
                <a:gd name="T0" fmla="*/ 9 w 16"/>
                <a:gd name="T1" fmla="*/ 11 h 13"/>
                <a:gd name="T2" fmla="*/ 1 w 16"/>
                <a:gd name="T3" fmla="*/ 10 h 13"/>
                <a:gd name="T4" fmla="*/ 7 w 16"/>
                <a:gd name="T5" fmla="*/ 2 h 13"/>
                <a:gd name="T6" fmla="*/ 15 w 16"/>
                <a:gd name="T7" fmla="*/ 3 h 13"/>
                <a:gd name="T8" fmla="*/ 9 w 16"/>
                <a:gd name="T9" fmla="*/ 11 h 13"/>
              </a:gdLst>
              <a:ahLst/>
              <a:cxnLst>
                <a:cxn ang="0">
                  <a:pos x="T0" y="T1"/>
                </a:cxn>
                <a:cxn ang="0">
                  <a:pos x="T2" y="T3"/>
                </a:cxn>
                <a:cxn ang="0">
                  <a:pos x="T4" y="T5"/>
                </a:cxn>
                <a:cxn ang="0">
                  <a:pos x="T6" y="T7"/>
                </a:cxn>
                <a:cxn ang="0">
                  <a:pos x="T8" y="T9"/>
                </a:cxn>
              </a:cxnLst>
              <a:rect l="0" t="0" r="r" b="b"/>
              <a:pathLst>
                <a:path w="16" h="13">
                  <a:moveTo>
                    <a:pt x="9" y="11"/>
                  </a:moveTo>
                  <a:cubicBezTo>
                    <a:pt x="6" y="13"/>
                    <a:pt x="2" y="12"/>
                    <a:pt x="1" y="10"/>
                  </a:cubicBezTo>
                  <a:cubicBezTo>
                    <a:pt x="0" y="8"/>
                    <a:pt x="3" y="4"/>
                    <a:pt x="7" y="2"/>
                  </a:cubicBezTo>
                  <a:cubicBezTo>
                    <a:pt x="11" y="0"/>
                    <a:pt x="14" y="1"/>
                    <a:pt x="15" y="3"/>
                  </a:cubicBezTo>
                  <a:cubicBezTo>
                    <a:pt x="16" y="5"/>
                    <a:pt x="13" y="9"/>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2" name="Freeform 2381">
              <a:extLst>
                <a:ext uri="{FF2B5EF4-FFF2-40B4-BE49-F238E27FC236}">
                  <a16:creationId xmlns:a16="http://schemas.microsoft.com/office/drawing/2014/main" id="{BCE101B4-5189-3F7B-A87B-1ACD2FCCF828}"/>
                </a:ext>
              </a:extLst>
            </p:cNvPr>
            <p:cNvSpPr>
              <a:spLocks/>
            </p:cNvSpPr>
            <p:nvPr/>
          </p:nvSpPr>
          <p:spPr bwMode="auto">
            <a:xfrm rot="5094805">
              <a:off x="2046323" y="5028884"/>
              <a:ext cx="34275" cy="31990"/>
            </a:xfrm>
            <a:custGeom>
              <a:avLst/>
              <a:gdLst>
                <a:gd name="T0" fmla="*/ 0 w 14"/>
                <a:gd name="T1" fmla="*/ 9 h 13"/>
                <a:gd name="T2" fmla="*/ 6 w 14"/>
                <a:gd name="T3" fmla="*/ 2 h 13"/>
                <a:gd name="T4" fmla="*/ 14 w 14"/>
                <a:gd name="T5" fmla="*/ 4 h 13"/>
                <a:gd name="T6" fmla="*/ 8 w 14"/>
                <a:gd name="T7" fmla="*/ 11 h 13"/>
                <a:gd name="T8" fmla="*/ 0 w 14"/>
                <a:gd name="T9" fmla="*/ 9 h 13"/>
              </a:gdLst>
              <a:ahLst/>
              <a:cxnLst>
                <a:cxn ang="0">
                  <a:pos x="T0" y="T1"/>
                </a:cxn>
                <a:cxn ang="0">
                  <a:pos x="T2" y="T3"/>
                </a:cxn>
                <a:cxn ang="0">
                  <a:pos x="T4" y="T5"/>
                </a:cxn>
                <a:cxn ang="0">
                  <a:pos x="T6" y="T7"/>
                </a:cxn>
                <a:cxn ang="0">
                  <a:pos x="T8" y="T9"/>
                </a:cxn>
              </a:cxnLst>
              <a:rect l="0" t="0" r="r" b="b"/>
              <a:pathLst>
                <a:path w="14" h="13">
                  <a:moveTo>
                    <a:pt x="0" y="9"/>
                  </a:moveTo>
                  <a:cubicBezTo>
                    <a:pt x="0" y="6"/>
                    <a:pt x="2" y="3"/>
                    <a:pt x="6" y="2"/>
                  </a:cubicBezTo>
                  <a:cubicBezTo>
                    <a:pt x="10" y="0"/>
                    <a:pt x="14" y="1"/>
                    <a:pt x="14" y="4"/>
                  </a:cubicBezTo>
                  <a:cubicBezTo>
                    <a:pt x="14" y="6"/>
                    <a:pt x="11" y="10"/>
                    <a:pt x="8" y="11"/>
                  </a:cubicBezTo>
                  <a:cubicBezTo>
                    <a:pt x="4" y="13"/>
                    <a:pt x="0" y="12"/>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3" name="Freeform 2382">
              <a:extLst>
                <a:ext uri="{FF2B5EF4-FFF2-40B4-BE49-F238E27FC236}">
                  <a16:creationId xmlns:a16="http://schemas.microsoft.com/office/drawing/2014/main" id="{D70D608E-EA8C-CC96-69F6-01011593185C}"/>
                </a:ext>
              </a:extLst>
            </p:cNvPr>
            <p:cNvSpPr>
              <a:spLocks/>
            </p:cNvSpPr>
            <p:nvPr/>
          </p:nvSpPr>
          <p:spPr bwMode="auto">
            <a:xfrm rot="5094805">
              <a:off x="2139577" y="5214220"/>
              <a:ext cx="38845" cy="29705"/>
            </a:xfrm>
            <a:custGeom>
              <a:avLst/>
              <a:gdLst>
                <a:gd name="T0" fmla="*/ 15 w 16"/>
                <a:gd name="T1" fmla="*/ 3 h 12"/>
                <a:gd name="T2" fmla="*/ 9 w 16"/>
                <a:gd name="T3" fmla="*/ 11 h 12"/>
                <a:gd name="T4" fmla="*/ 1 w 16"/>
                <a:gd name="T5" fmla="*/ 9 h 12"/>
                <a:gd name="T6" fmla="*/ 7 w 16"/>
                <a:gd name="T7" fmla="*/ 1 h 12"/>
                <a:gd name="T8" fmla="*/ 15 w 16"/>
                <a:gd name="T9" fmla="*/ 3 h 12"/>
              </a:gdLst>
              <a:ahLst/>
              <a:cxnLst>
                <a:cxn ang="0">
                  <a:pos x="T0" y="T1"/>
                </a:cxn>
                <a:cxn ang="0">
                  <a:pos x="T2" y="T3"/>
                </a:cxn>
                <a:cxn ang="0">
                  <a:pos x="T4" y="T5"/>
                </a:cxn>
                <a:cxn ang="0">
                  <a:pos x="T6" y="T7"/>
                </a:cxn>
                <a:cxn ang="0">
                  <a:pos x="T8" y="T9"/>
                </a:cxn>
              </a:cxnLst>
              <a:rect l="0" t="0" r="r" b="b"/>
              <a:pathLst>
                <a:path w="16" h="12">
                  <a:moveTo>
                    <a:pt x="15" y="3"/>
                  </a:moveTo>
                  <a:cubicBezTo>
                    <a:pt x="16" y="5"/>
                    <a:pt x="13" y="9"/>
                    <a:pt x="9" y="11"/>
                  </a:cubicBezTo>
                  <a:cubicBezTo>
                    <a:pt x="5" y="12"/>
                    <a:pt x="2" y="11"/>
                    <a:pt x="1" y="9"/>
                  </a:cubicBezTo>
                  <a:cubicBezTo>
                    <a:pt x="0" y="6"/>
                    <a:pt x="3" y="2"/>
                    <a:pt x="7" y="1"/>
                  </a:cubicBezTo>
                  <a:cubicBezTo>
                    <a:pt x="11" y="0"/>
                    <a:pt x="15"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4" name="Freeform 2383">
              <a:extLst>
                <a:ext uri="{FF2B5EF4-FFF2-40B4-BE49-F238E27FC236}">
                  <a16:creationId xmlns:a16="http://schemas.microsoft.com/office/drawing/2014/main" id="{16C6ADC1-DE0D-3B5F-FDAB-2B83C20B6B2A}"/>
                </a:ext>
              </a:extLst>
            </p:cNvPr>
            <p:cNvSpPr>
              <a:spLocks/>
            </p:cNvSpPr>
            <p:nvPr/>
          </p:nvSpPr>
          <p:spPr bwMode="auto">
            <a:xfrm rot="5094805">
              <a:off x="2227255" y="5399218"/>
              <a:ext cx="36560" cy="31990"/>
            </a:xfrm>
            <a:custGeom>
              <a:avLst/>
              <a:gdLst>
                <a:gd name="T0" fmla="*/ 6 w 15"/>
                <a:gd name="T1" fmla="*/ 1 h 13"/>
                <a:gd name="T2" fmla="*/ 15 w 15"/>
                <a:gd name="T3" fmla="*/ 4 h 13"/>
                <a:gd name="T4" fmla="*/ 8 w 15"/>
                <a:gd name="T5" fmla="*/ 11 h 13"/>
                <a:gd name="T6" fmla="*/ 0 w 15"/>
                <a:gd name="T7" fmla="*/ 8 h 13"/>
                <a:gd name="T8" fmla="*/ 6 w 15"/>
                <a:gd name="T9" fmla="*/ 1 h 13"/>
              </a:gdLst>
              <a:ahLst/>
              <a:cxnLst>
                <a:cxn ang="0">
                  <a:pos x="T0" y="T1"/>
                </a:cxn>
                <a:cxn ang="0">
                  <a:pos x="T2" y="T3"/>
                </a:cxn>
                <a:cxn ang="0">
                  <a:pos x="T4" y="T5"/>
                </a:cxn>
                <a:cxn ang="0">
                  <a:pos x="T6" y="T7"/>
                </a:cxn>
                <a:cxn ang="0">
                  <a:pos x="T8" y="T9"/>
                </a:cxn>
              </a:cxnLst>
              <a:rect l="0" t="0" r="r" b="b"/>
              <a:pathLst>
                <a:path w="15" h="13">
                  <a:moveTo>
                    <a:pt x="6" y="1"/>
                  </a:moveTo>
                  <a:cubicBezTo>
                    <a:pt x="10" y="0"/>
                    <a:pt x="14" y="1"/>
                    <a:pt x="15" y="4"/>
                  </a:cubicBezTo>
                  <a:cubicBezTo>
                    <a:pt x="15" y="7"/>
                    <a:pt x="11" y="10"/>
                    <a:pt x="8" y="11"/>
                  </a:cubicBezTo>
                  <a:cubicBezTo>
                    <a:pt x="4" y="13"/>
                    <a:pt x="0" y="11"/>
                    <a:pt x="0" y="8"/>
                  </a:cubicBezTo>
                  <a:cubicBezTo>
                    <a:pt x="0" y="6"/>
                    <a:pt x="2"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5" name="Freeform 2384">
              <a:extLst>
                <a:ext uri="{FF2B5EF4-FFF2-40B4-BE49-F238E27FC236}">
                  <a16:creationId xmlns:a16="http://schemas.microsoft.com/office/drawing/2014/main" id="{4BFB447E-044A-1382-4DEF-2784CF70A0CF}"/>
                </a:ext>
              </a:extLst>
            </p:cNvPr>
            <p:cNvSpPr>
              <a:spLocks/>
            </p:cNvSpPr>
            <p:nvPr/>
          </p:nvSpPr>
          <p:spPr bwMode="auto">
            <a:xfrm rot="5094805">
              <a:off x="2304683" y="5586069"/>
              <a:ext cx="38845" cy="31990"/>
            </a:xfrm>
            <a:custGeom>
              <a:avLst/>
              <a:gdLst>
                <a:gd name="T0" fmla="*/ 6 w 15"/>
                <a:gd name="T1" fmla="*/ 2 h 13"/>
                <a:gd name="T2" fmla="*/ 15 w 15"/>
                <a:gd name="T3" fmla="*/ 5 h 13"/>
                <a:gd name="T4" fmla="*/ 8 w 15"/>
                <a:gd name="T5" fmla="*/ 11 h 13"/>
                <a:gd name="T6" fmla="*/ 0 w 15"/>
                <a:gd name="T7" fmla="*/ 8 h 13"/>
                <a:gd name="T8" fmla="*/ 6 w 15"/>
                <a:gd name="T9" fmla="*/ 2 h 13"/>
              </a:gdLst>
              <a:ahLst/>
              <a:cxnLst>
                <a:cxn ang="0">
                  <a:pos x="T0" y="T1"/>
                </a:cxn>
                <a:cxn ang="0">
                  <a:pos x="T2" y="T3"/>
                </a:cxn>
                <a:cxn ang="0">
                  <a:pos x="T4" y="T5"/>
                </a:cxn>
                <a:cxn ang="0">
                  <a:pos x="T6" y="T7"/>
                </a:cxn>
                <a:cxn ang="0">
                  <a:pos x="T8" y="T9"/>
                </a:cxn>
              </a:cxnLst>
              <a:rect l="0" t="0" r="r" b="b"/>
              <a:pathLst>
                <a:path w="15" h="13">
                  <a:moveTo>
                    <a:pt x="6" y="2"/>
                  </a:moveTo>
                  <a:cubicBezTo>
                    <a:pt x="11" y="0"/>
                    <a:pt x="15" y="2"/>
                    <a:pt x="15" y="5"/>
                  </a:cubicBezTo>
                  <a:cubicBezTo>
                    <a:pt x="15" y="7"/>
                    <a:pt x="12" y="10"/>
                    <a:pt x="8" y="11"/>
                  </a:cubicBezTo>
                  <a:cubicBezTo>
                    <a:pt x="4" y="13"/>
                    <a:pt x="0" y="11"/>
                    <a:pt x="0" y="8"/>
                  </a:cubicBezTo>
                  <a:cubicBezTo>
                    <a:pt x="0" y="5"/>
                    <a:pt x="3"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6" name="Freeform 2385">
              <a:extLst>
                <a:ext uri="{FF2B5EF4-FFF2-40B4-BE49-F238E27FC236}">
                  <a16:creationId xmlns:a16="http://schemas.microsoft.com/office/drawing/2014/main" id="{40AB86F4-A353-EA81-2F66-3632C1103FD8}"/>
                </a:ext>
              </a:extLst>
            </p:cNvPr>
            <p:cNvSpPr>
              <a:spLocks/>
            </p:cNvSpPr>
            <p:nvPr/>
          </p:nvSpPr>
          <p:spPr bwMode="auto">
            <a:xfrm rot="5094805">
              <a:off x="2373112" y="5776111"/>
              <a:ext cx="38845" cy="29705"/>
            </a:xfrm>
            <a:custGeom>
              <a:avLst/>
              <a:gdLst>
                <a:gd name="T0" fmla="*/ 15 w 16"/>
                <a:gd name="T1" fmla="*/ 4 h 12"/>
                <a:gd name="T2" fmla="*/ 8 w 16"/>
                <a:gd name="T3" fmla="*/ 11 h 12"/>
                <a:gd name="T4" fmla="*/ 1 w 16"/>
                <a:gd name="T5" fmla="*/ 8 h 12"/>
                <a:gd name="T6" fmla="*/ 7 w 16"/>
                <a:gd name="T7" fmla="*/ 1 h 12"/>
                <a:gd name="T8" fmla="*/ 15 w 16"/>
                <a:gd name="T9" fmla="*/ 4 h 12"/>
              </a:gdLst>
              <a:ahLst/>
              <a:cxnLst>
                <a:cxn ang="0">
                  <a:pos x="T0" y="T1"/>
                </a:cxn>
                <a:cxn ang="0">
                  <a:pos x="T2" y="T3"/>
                </a:cxn>
                <a:cxn ang="0">
                  <a:pos x="T4" y="T5"/>
                </a:cxn>
                <a:cxn ang="0">
                  <a:pos x="T6" y="T7"/>
                </a:cxn>
                <a:cxn ang="0">
                  <a:pos x="T8" y="T9"/>
                </a:cxn>
              </a:cxnLst>
              <a:rect l="0" t="0" r="r" b="b"/>
              <a:pathLst>
                <a:path w="16" h="12">
                  <a:moveTo>
                    <a:pt x="15" y="4"/>
                  </a:moveTo>
                  <a:cubicBezTo>
                    <a:pt x="16" y="7"/>
                    <a:pt x="12" y="10"/>
                    <a:pt x="8" y="11"/>
                  </a:cubicBezTo>
                  <a:cubicBezTo>
                    <a:pt x="5" y="12"/>
                    <a:pt x="1" y="10"/>
                    <a:pt x="1" y="8"/>
                  </a:cubicBezTo>
                  <a:cubicBezTo>
                    <a:pt x="0" y="5"/>
                    <a:pt x="3" y="2"/>
                    <a:pt x="7" y="1"/>
                  </a:cubicBezTo>
                  <a:cubicBezTo>
                    <a:pt x="10" y="0"/>
                    <a:pt x="14" y="2"/>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7" name="Freeform 2386">
              <a:extLst>
                <a:ext uri="{FF2B5EF4-FFF2-40B4-BE49-F238E27FC236}">
                  <a16:creationId xmlns:a16="http://schemas.microsoft.com/office/drawing/2014/main" id="{28B430EB-03FE-BE4C-F526-8FFD17DE0133}"/>
                </a:ext>
              </a:extLst>
            </p:cNvPr>
            <p:cNvSpPr>
              <a:spLocks/>
            </p:cNvSpPr>
            <p:nvPr/>
          </p:nvSpPr>
          <p:spPr bwMode="auto">
            <a:xfrm rot="5094805">
              <a:off x="2427683" y="5965093"/>
              <a:ext cx="38845" cy="27420"/>
            </a:xfrm>
            <a:custGeom>
              <a:avLst/>
              <a:gdLst>
                <a:gd name="T0" fmla="*/ 15 w 16"/>
                <a:gd name="T1" fmla="*/ 4 h 11"/>
                <a:gd name="T2" fmla="*/ 9 w 16"/>
                <a:gd name="T3" fmla="*/ 11 h 11"/>
                <a:gd name="T4" fmla="*/ 1 w 16"/>
                <a:gd name="T5" fmla="*/ 7 h 11"/>
                <a:gd name="T6" fmla="*/ 6 w 16"/>
                <a:gd name="T7" fmla="*/ 1 h 11"/>
                <a:gd name="T8" fmla="*/ 15 w 16"/>
                <a:gd name="T9" fmla="*/ 4 h 11"/>
              </a:gdLst>
              <a:ahLst/>
              <a:cxnLst>
                <a:cxn ang="0">
                  <a:pos x="T0" y="T1"/>
                </a:cxn>
                <a:cxn ang="0">
                  <a:pos x="T2" y="T3"/>
                </a:cxn>
                <a:cxn ang="0">
                  <a:pos x="T4" y="T5"/>
                </a:cxn>
                <a:cxn ang="0">
                  <a:pos x="T6" y="T7"/>
                </a:cxn>
                <a:cxn ang="0">
                  <a:pos x="T8" y="T9"/>
                </a:cxn>
              </a:cxnLst>
              <a:rect l="0" t="0" r="r" b="b"/>
              <a:pathLst>
                <a:path w="16" h="11">
                  <a:moveTo>
                    <a:pt x="15" y="4"/>
                  </a:moveTo>
                  <a:cubicBezTo>
                    <a:pt x="16" y="7"/>
                    <a:pt x="13" y="10"/>
                    <a:pt x="9" y="11"/>
                  </a:cubicBezTo>
                  <a:cubicBezTo>
                    <a:pt x="5" y="11"/>
                    <a:pt x="2" y="10"/>
                    <a:pt x="1" y="7"/>
                  </a:cubicBezTo>
                  <a:cubicBezTo>
                    <a:pt x="0" y="5"/>
                    <a:pt x="2" y="2"/>
                    <a:pt x="6" y="1"/>
                  </a:cubicBezTo>
                  <a:cubicBezTo>
                    <a:pt x="10" y="0"/>
                    <a:pt x="15" y="1"/>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8" name="Freeform 2387">
              <a:extLst>
                <a:ext uri="{FF2B5EF4-FFF2-40B4-BE49-F238E27FC236}">
                  <a16:creationId xmlns:a16="http://schemas.microsoft.com/office/drawing/2014/main" id="{3554CE52-52D7-8E5D-1D89-2157EEDF983E}"/>
                </a:ext>
              </a:extLst>
            </p:cNvPr>
            <p:cNvSpPr>
              <a:spLocks/>
            </p:cNvSpPr>
            <p:nvPr/>
          </p:nvSpPr>
          <p:spPr bwMode="auto">
            <a:xfrm rot="5094805">
              <a:off x="2468898" y="6157461"/>
              <a:ext cx="41130" cy="27420"/>
            </a:xfrm>
            <a:custGeom>
              <a:avLst/>
              <a:gdLst>
                <a:gd name="T0" fmla="*/ 9 w 16"/>
                <a:gd name="T1" fmla="*/ 10 h 11"/>
                <a:gd name="T2" fmla="*/ 1 w 16"/>
                <a:gd name="T3" fmla="*/ 7 h 11"/>
                <a:gd name="T4" fmla="*/ 7 w 16"/>
                <a:gd name="T5" fmla="*/ 0 h 11"/>
                <a:gd name="T6" fmla="*/ 15 w 16"/>
                <a:gd name="T7" fmla="*/ 4 h 11"/>
                <a:gd name="T8" fmla="*/ 9 w 16"/>
                <a:gd name="T9" fmla="*/ 10 h 11"/>
              </a:gdLst>
              <a:ahLst/>
              <a:cxnLst>
                <a:cxn ang="0">
                  <a:pos x="T0" y="T1"/>
                </a:cxn>
                <a:cxn ang="0">
                  <a:pos x="T2" y="T3"/>
                </a:cxn>
                <a:cxn ang="0">
                  <a:pos x="T4" y="T5"/>
                </a:cxn>
                <a:cxn ang="0">
                  <a:pos x="T6" y="T7"/>
                </a:cxn>
                <a:cxn ang="0">
                  <a:pos x="T8" y="T9"/>
                </a:cxn>
              </a:cxnLst>
              <a:rect l="0" t="0" r="r" b="b"/>
              <a:pathLst>
                <a:path w="16" h="11">
                  <a:moveTo>
                    <a:pt x="9" y="10"/>
                  </a:moveTo>
                  <a:cubicBezTo>
                    <a:pt x="5" y="11"/>
                    <a:pt x="2" y="9"/>
                    <a:pt x="1" y="7"/>
                  </a:cubicBezTo>
                  <a:cubicBezTo>
                    <a:pt x="0" y="4"/>
                    <a:pt x="3" y="1"/>
                    <a:pt x="7" y="0"/>
                  </a:cubicBezTo>
                  <a:cubicBezTo>
                    <a:pt x="11" y="0"/>
                    <a:pt x="14" y="1"/>
                    <a:pt x="15" y="4"/>
                  </a:cubicBezTo>
                  <a:cubicBezTo>
                    <a:pt x="16" y="6"/>
                    <a:pt x="13" y="10"/>
                    <a:pt x="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9" name="Freeform 2388">
              <a:extLst>
                <a:ext uri="{FF2B5EF4-FFF2-40B4-BE49-F238E27FC236}">
                  <a16:creationId xmlns:a16="http://schemas.microsoft.com/office/drawing/2014/main" id="{D9EA4F82-C3B1-BFB1-65E9-85334CD4E9E4}"/>
                </a:ext>
              </a:extLst>
            </p:cNvPr>
            <p:cNvSpPr>
              <a:spLocks/>
            </p:cNvSpPr>
            <p:nvPr/>
          </p:nvSpPr>
          <p:spPr bwMode="auto">
            <a:xfrm rot="5094805">
              <a:off x="2523575" y="6346539"/>
              <a:ext cx="38845" cy="27420"/>
            </a:xfrm>
            <a:custGeom>
              <a:avLst/>
              <a:gdLst>
                <a:gd name="T0" fmla="*/ 9 w 16"/>
                <a:gd name="T1" fmla="*/ 11 h 11"/>
                <a:gd name="T2" fmla="*/ 1 w 16"/>
                <a:gd name="T3" fmla="*/ 8 h 11"/>
                <a:gd name="T4" fmla="*/ 7 w 16"/>
                <a:gd name="T5" fmla="*/ 1 h 11"/>
                <a:gd name="T6" fmla="*/ 15 w 16"/>
                <a:gd name="T7" fmla="*/ 3 h 11"/>
                <a:gd name="T8" fmla="*/ 9 w 16"/>
                <a:gd name="T9" fmla="*/ 11 h 11"/>
              </a:gdLst>
              <a:ahLst/>
              <a:cxnLst>
                <a:cxn ang="0">
                  <a:pos x="T0" y="T1"/>
                </a:cxn>
                <a:cxn ang="0">
                  <a:pos x="T2" y="T3"/>
                </a:cxn>
                <a:cxn ang="0">
                  <a:pos x="T4" y="T5"/>
                </a:cxn>
                <a:cxn ang="0">
                  <a:pos x="T6" y="T7"/>
                </a:cxn>
                <a:cxn ang="0">
                  <a:pos x="T8" y="T9"/>
                </a:cxn>
              </a:cxnLst>
              <a:rect l="0" t="0" r="r" b="b"/>
              <a:pathLst>
                <a:path w="16" h="11">
                  <a:moveTo>
                    <a:pt x="9" y="11"/>
                  </a:moveTo>
                  <a:cubicBezTo>
                    <a:pt x="6" y="11"/>
                    <a:pt x="2" y="10"/>
                    <a:pt x="1" y="8"/>
                  </a:cubicBezTo>
                  <a:cubicBezTo>
                    <a:pt x="0" y="5"/>
                    <a:pt x="3" y="2"/>
                    <a:pt x="7" y="1"/>
                  </a:cubicBezTo>
                  <a:cubicBezTo>
                    <a:pt x="11" y="0"/>
                    <a:pt x="15" y="1"/>
                    <a:pt x="15" y="3"/>
                  </a:cubicBezTo>
                  <a:cubicBezTo>
                    <a:pt x="16" y="6"/>
                    <a:pt x="13" y="10"/>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0" name="Freeform 2389">
              <a:extLst>
                <a:ext uri="{FF2B5EF4-FFF2-40B4-BE49-F238E27FC236}">
                  <a16:creationId xmlns:a16="http://schemas.microsoft.com/office/drawing/2014/main" id="{E48398EB-A5B8-754C-BE66-1DC2553CC115}"/>
                </a:ext>
              </a:extLst>
            </p:cNvPr>
            <p:cNvSpPr>
              <a:spLocks/>
            </p:cNvSpPr>
            <p:nvPr/>
          </p:nvSpPr>
          <p:spPr bwMode="auto">
            <a:xfrm rot="5094805">
              <a:off x="2590664" y="6533265"/>
              <a:ext cx="38845" cy="27420"/>
            </a:xfrm>
            <a:custGeom>
              <a:avLst/>
              <a:gdLst>
                <a:gd name="T0" fmla="*/ 15 w 16"/>
                <a:gd name="T1" fmla="*/ 3 h 12"/>
                <a:gd name="T2" fmla="*/ 9 w 16"/>
                <a:gd name="T3" fmla="*/ 11 h 12"/>
                <a:gd name="T4" fmla="*/ 1 w 16"/>
                <a:gd name="T5" fmla="*/ 8 h 12"/>
                <a:gd name="T6" fmla="*/ 8 w 16"/>
                <a:gd name="T7" fmla="*/ 1 h 12"/>
                <a:gd name="T8" fmla="*/ 15 w 16"/>
                <a:gd name="T9" fmla="*/ 3 h 12"/>
              </a:gdLst>
              <a:ahLst/>
              <a:cxnLst>
                <a:cxn ang="0">
                  <a:pos x="T0" y="T1"/>
                </a:cxn>
                <a:cxn ang="0">
                  <a:pos x="T2" y="T3"/>
                </a:cxn>
                <a:cxn ang="0">
                  <a:pos x="T4" y="T5"/>
                </a:cxn>
                <a:cxn ang="0">
                  <a:pos x="T6" y="T7"/>
                </a:cxn>
                <a:cxn ang="0">
                  <a:pos x="T8" y="T9"/>
                </a:cxn>
              </a:cxnLst>
              <a:rect l="0" t="0" r="r" b="b"/>
              <a:pathLst>
                <a:path w="16" h="12">
                  <a:moveTo>
                    <a:pt x="15" y="3"/>
                  </a:moveTo>
                  <a:cubicBezTo>
                    <a:pt x="16" y="6"/>
                    <a:pt x="13" y="9"/>
                    <a:pt x="9" y="11"/>
                  </a:cubicBezTo>
                  <a:cubicBezTo>
                    <a:pt x="5" y="12"/>
                    <a:pt x="2" y="10"/>
                    <a:pt x="1" y="8"/>
                  </a:cubicBezTo>
                  <a:cubicBezTo>
                    <a:pt x="0" y="5"/>
                    <a:pt x="3" y="2"/>
                    <a:pt x="8" y="1"/>
                  </a:cubicBezTo>
                  <a:cubicBezTo>
                    <a:pt x="11" y="0"/>
                    <a:pt x="15"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1" name="Freeform 2390">
              <a:extLst>
                <a:ext uri="{FF2B5EF4-FFF2-40B4-BE49-F238E27FC236}">
                  <a16:creationId xmlns:a16="http://schemas.microsoft.com/office/drawing/2014/main" id="{A0BF70F8-9841-BAE9-28C2-E29C81EEC968}"/>
                </a:ext>
              </a:extLst>
            </p:cNvPr>
            <p:cNvSpPr>
              <a:spLocks/>
            </p:cNvSpPr>
            <p:nvPr/>
          </p:nvSpPr>
          <p:spPr bwMode="auto">
            <a:xfrm rot="5094805">
              <a:off x="2674823" y="6717328"/>
              <a:ext cx="38845" cy="29705"/>
            </a:xfrm>
            <a:custGeom>
              <a:avLst/>
              <a:gdLst>
                <a:gd name="T0" fmla="*/ 15 w 16"/>
                <a:gd name="T1" fmla="*/ 3 h 12"/>
                <a:gd name="T2" fmla="*/ 9 w 16"/>
                <a:gd name="T3" fmla="*/ 11 h 12"/>
                <a:gd name="T4" fmla="*/ 1 w 16"/>
                <a:gd name="T5" fmla="*/ 9 h 12"/>
                <a:gd name="T6" fmla="*/ 7 w 16"/>
                <a:gd name="T7" fmla="*/ 2 h 12"/>
                <a:gd name="T8" fmla="*/ 15 w 16"/>
                <a:gd name="T9" fmla="*/ 3 h 12"/>
              </a:gdLst>
              <a:ahLst/>
              <a:cxnLst>
                <a:cxn ang="0">
                  <a:pos x="T0" y="T1"/>
                </a:cxn>
                <a:cxn ang="0">
                  <a:pos x="T2" y="T3"/>
                </a:cxn>
                <a:cxn ang="0">
                  <a:pos x="T4" y="T5"/>
                </a:cxn>
                <a:cxn ang="0">
                  <a:pos x="T6" y="T7"/>
                </a:cxn>
                <a:cxn ang="0">
                  <a:pos x="T8" y="T9"/>
                </a:cxn>
              </a:cxnLst>
              <a:rect l="0" t="0" r="r" b="b"/>
              <a:pathLst>
                <a:path w="16" h="12">
                  <a:moveTo>
                    <a:pt x="15" y="3"/>
                  </a:moveTo>
                  <a:cubicBezTo>
                    <a:pt x="16" y="5"/>
                    <a:pt x="13" y="9"/>
                    <a:pt x="9" y="11"/>
                  </a:cubicBezTo>
                  <a:cubicBezTo>
                    <a:pt x="5" y="12"/>
                    <a:pt x="2" y="11"/>
                    <a:pt x="1" y="9"/>
                  </a:cubicBezTo>
                  <a:cubicBezTo>
                    <a:pt x="0" y="7"/>
                    <a:pt x="3" y="3"/>
                    <a:pt x="7" y="2"/>
                  </a:cubicBezTo>
                  <a:cubicBezTo>
                    <a:pt x="11"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2" name="Freeform 2391">
              <a:extLst>
                <a:ext uri="{FF2B5EF4-FFF2-40B4-BE49-F238E27FC236}">
                  <a16:creationId xmlns:a16="http://schemas.microsoft.com/office/drawing/2014/main" id="{C0FDE679-919D-DEE9-9ADF-F1B1B77DAF09}"/>
                </a:ext>
              </a:extLst>
            </p:cNvPr>
            <p:cNvSpPr>
              <a:spLocks/>
            </p:cNvSpPr>
            <p:nvPr/>
          </p:nvSpPr>
          <p:spPr bwMode="auto">
            <a:xfrm rot="5094805">
              <a:off x="1085315" y="1498968"/>
              <a:ext cx="36560" cy="34275"/>
            </a:xfrm>
            <a:custGeom>
              <a:avLst/>
              <a:gdLst>
                <a:gd name="T0" fmla="*/ 15 w 15"/>
                <a:gd name="T1" fmla="*/ 11 h 14"/>
                <a:gd name="T2" fmla="*/ 8 w 15"/>
                <a:gd name="T3" fmla="*/ 11 h 14"/>
                <a:gd name="T4" fmla="*/ 0 w 15"/>
                <a:gd name="T5" fmla="*/ 2 h 14"/>
                <a:gd name="T6" fmla="*/ 7 w 15"/>
                <a:gd name="T7" fmla="*/ 2 h 14"/>
                <a:gd name="T8" fmla="*/ 15 w 15"/>
                <a:gd name="T9" fmla="*/ 11 h 14"/>
              </a:gdLst>
              <a:ahLst/>
              <a:cxnLst>
                <a:cxn ang="0">
                  <a:pos x="T0" y="T1"/>
                </a:cxn>
                <a:cxn ang="0">
                  <a:pos x="T2" y="T3"/>
                </a:cxn>
                <a:cxn ang="0">
                  <a:pos x="T4" y="T5"/>
                </a:cxn>
                <a:cxn ang="0">
                  <a:pos x="T6" y="T7"/>
                </a:cxn>
                <a:cxn ang="0">
                  <a:pos x="T8" y="T9"/>
                </a:cxn>
              </a:cxnLst>
              <a:rect l="0" t="0" r="r" b="b"/>
              <a:pathLst>
                <a:path w="15" h="14">
                  <a:moveTo>
                    <a:pt x="15" y="11"/>
                  </a:moveTo>
                  <a:cubicBezTo>
                    <a:pt x="15" y="14"/>
                    <a:pt x="12" y="14"/>
                    <a:pt x="8" y="11"/>
                  </a:cubicBezTo>
                  <a:cubicBezTo>
                    <a:pt x="4" y="8"/>
                    <a:pt x="0" y="4"/>
                    <a:pt x="0" y="2"/>
                  </a:cubicBezTo>
                  <a:cubicBezTo>
                    <a:pt x="0" y="0"/>
                    <a:pt x="3" y="0"/>
                    <a:pt x="7" y="2"/>
                  </a:cubicBezTo>
                  <a:cubicBezTo>
                    <a:pt x="11" y="5"/>
                    <a:pt x="15" y="9"/>
                    <a:pt x="1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3" name="Freeform 2392">
              <a:extLst>
                <a:ext uri="{FF2B5EF4-FFF2-40B4-BE49-F238E27FC236}">
                  <a16:creationId xmlns:a16="http://schemas.microsoft.com/office/drawing/2014/main" id="{ECBAED94-5C5E-E819-CA01-267E35769D7E}"/>
                </a:ext>
              </a:extLst>
            </p:cNvPr>
            <p:cNvSpPr>
              <a:spLocks/>
            </p:cNvSpPr>
            <p:nvPr/>
          </p:nvSpPr>
          <p:spPr bwMode="auto">
            <a:xfrm rot="5094805">
              <a:off x="989344" y="1709383"/>
              <a:ext cx="36560" cy="34275"/>
            </a:xfrm>
            <a:custGeom>
              <a:avLst/>
              <a:gdLst>
                <a:gd name="T0" fmla="*/ 14 w 15"/>
                <a:gd name="T1" fmla="*/ 11 h 13"/>
                <a:gd name="T2" fmla="*/ 8 w 15"/>
                <a:gd name="T3" fmla="*/ 11 h 13"/>
                <a:gd name="T4" fmla="*/ 0 w 15"/>
                <a:gd name="T5" fmla="*/ 3 h 13"/>
                <a:gd name="T6" fmla="*/ 7 w 15"/>
                <a:gd name="T7" fmla="*/ 2 h 13"/>
                <a:gd name="T8" fmla="*/ 14 w 15"/>
                <a:gd name="T9" fmla="*/ 11 h 13"/>
              </a:gdLst>
              <a:ahLst/>
              <a:cxnLst>
                <a:cxn ang="0">
                  <a:pos x="T0" y="T1"/>
                </a:cxn>
                <a:cxn ang="0">
                  <a:pos x="T2" y="T3"/>
                </a:cxn>
                <a:cxn ang="0">
                  <a:pos x="T4" y="T5"/>
                </a:cxn>
                <a:cxn ang="0">
                  <a:pos x="T6" y="T7"/>
                </a:cxn>
                <a:cxn ang="0">
                  <a:pos x="T8" y="T9"/>
                </a:cxn>
              </a:cxnLst>
              <a:rect l="0" t="0" r="r" b="b"/>
              <a:pathLst>
                <a:path w="15" h="13">
                  <a:moveTo>
                    <a:pt x="14" y="11"/>
                  </a:moveTo>
                  <a:cubicBezTo>
                    <a:pt x="15" y="13"/>
                    <a:pt x="12" y="13"/>
                    <a:pt x="8" y="11"/>
                  </a:cubicBezTo>
                  <a:cubicBezTo>
                    <a:pt x="4" y="9"/>
                    <a:pt x="0" y="5"/>
                    <a:pt x="0" y="3"/>
                  </a:cubicBezTo>
                  <a:cubicBezTo>
                    <a:pt x="0" y="0"/>
                    <a:pt x="3" y="0"/>
                    <a:pt x="7" y="2"/>
                  </a:cubicBezTo>
                  <a:cubicBezTo>
                    <a:pt x="10" y="5"/>
                    <a:pt x="14" y="9"/>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4" name="Freeform 2393">
              <a:extLst>
                <a:ext uri="{FF2B5EF4-FFF2-40B4-BE49-F238E27FC236}">
                  <a16:creationId xmlns:a16="http://schemas.microsoft.com/office/drawing/2014/main" id="{B8848EE6-03BD-2E1F-B87A-CF6D5C0D3FEE}"/>
                </a:ext>
              </a:extLst>
            </p:cNvPr>
            <p:cNvSpPr>
              <a:spLocks/>
            </p:cNvSpPr>
            <p:nvPr/>
          </p:nvSpPr>
          <p:spPr bwMode="auto">
            <a:xfrm rot="5094805">
              <a:off x="905485" y="1917560"/>
              <a:ext cx="36560" cy="27420"/>
            </a:xfrm>
            <a:custGeom>
              <a:avLst/>
              <a:gdLst>
                <a:gd name="T0" fmla="*/ 8 w 15"/>
                <a:gd name="T1" fmla="*/ 9 h 11"/>
                <a:gd name="T2" fmla="*/ 0 w 15"/>
                <a:gd name="T3" fmla="*/ 2 h 11"/>
                <a:gd name="T4" fmla="*/ 8 w 15"/>
                <a:gd name="T5" fmla="*/ 2 h 11"/>
                <a:gd name="T6" fmla="*/ 15 w 15"/>
                <a:gd name="T7" fmla="*/ 9 h 11"/>
                <a:gd name="T8" fmla="*/ 8 w 15"/>
                <a:gd name="T9" fmla="*/ 9 h 11"/>
              </a:gdLst>
              <a:ahLst/>
              <a:cxnLst>
                <a:cxn ang="0">
                  <a:pos x="T0" y="T1"/>
                </a:cxn>
                <a:cxn ang="0">
                  <a:pos x="T2" y="T3"/>
                </a:cxn>
                <a:cxn ang="0">
                  <a:pos x="T4" y="T5"/>
                </a:cxn>
                <a:cxn ang="0">
                  <a:pos x="T6" y="T7"/>
                </a:cxn>
                <a:cxn ang="0">
                  <a:pos x="T8" y="T9"/>
                </a:cxn>
              </a:cxnLst>
              <a:rect l="0" t="0" r="r" b="b"/>
              <a:pathLst>
                <a:path w="15" h="11">
                  <a:moveTo>
                    <a:pt x="8" y="9"/>
                  </a:moveTo>
                  <a:cubicBezTo>
                    <a:pt x="4" y="7"/>
                    <a:pt x="0" y="4"/>
                    <a:pt x="0" y="2"/>
                  </a:cubicBezTo>
                  <a:cubicBezTo>
                    <a:pt x="0" y="0"/>
                    <a:pt x="4" y="0"/>
                    <a:pt x="8" y="2"/>
                  </a:cubicBezTo>
                  <a:cubicBezTo>
                    <a:pt x="12" y="4"/>
                    <a:pt x="15" y="7"/>
                    <a:pt x="15" y="9"/>
                  </a:cubicBezTo>
                  <a:cubicBezTo>
                    <a:pt x="15" y="11"/>
                    <a:pt x="12" y="11"/>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5" name="Freeform 2394">
              <a:extLst>
                <a:ext uri="{FF2B5EF4-FFF2-40B4-BE49-F238E27FC236}">
                  <a16:creationId xmlns:a16="http://schemas.microsoft.com/office/drawing/2014/main" id="{5DE1DE9F-4488-28F6-DA3E-3BDA74A6BF20}"/>
                </a:ext>
              </a:extLst>
            </p:cNvPr>
            <p:cNvSpPr>
              <a:spLocks/>
            </p:cNvSpPr>
            <p:nvPr/>
          </p:nvSpPr>
          <p:spPr bwMode="auto">
            <a:xfrm rot="5094805">
              <a:off x="849141" y="2123297"/>
              <a:ext cx="36560" cy="25135"/>
            </a:xfrm>
            <a:custGeom>
              <a:avLst/>
              <a:gdLst>
                <a:gd name="T0" fmla="*/ 8 w 15"/>
                <a:gd name="T1" fmla="*/ 8 h 10"/>
                <a:gd name="T2" fmla="*/ 0 w 15"/>
                <a:gd name="T3" fmla="*/ 2 h 10"/>
                <a:gd name="T4" fmla="*/ 8 w 15"/>
                <a:gd name="T5" fmla="*/ 1 h 10"/>
                <a:gd name="T6" fmla="*/ 15 w 15"/>
                <a:gd name="T7" fmla="*/ 7 h 10"/>
                <a:gd name="T8" fmla="*/ 8 w 15"/>
                <a:gd name="T9" fmla="*/ 8 h 10"/>
              </a:gdLst>
              <a:ahLst/>
              <a:cxnLst>
                <a:cxn ang="0">
                  <a:pos x="T0" y="T1"/>
                </a:cxn>
                <a:cxn ang="0">
                  <a:pos x="T2" y="T3"/>
                </a:cxn>
                <a:cxn ang="0">
                  <a:pos x="T4" y="T5"/>
                </a:cxn>
                <a:cxn ang="0">
                  <a:pos x="T6" y="T7"/>
                </a:cxn>
                <a:cxn ang="0">
                  <a:pos x="T8" y="T9"/>
                </a:cxn>
              </a:cxnLst>
              <a:rect l="0" t="0" r="r" b="b"/>
              <a:pathLst>
                <a:path w="15" h="10">
                  <a:moveTo>
                    <a:pt x="8" y="8"/>
                  </a:moveTo>
                  <a:cubicBezTo>
                    <a:pt x="4" y="7"/>
                    <a:pt x="0" y="4"/>
                    <a:pt x="0" y="2"/>
                  </a:cubicBezTo>
                  <a:cubicBezTo>
                    <a:pt x="0" y="0"/>
                    <a:pt x="4" y="0"/>
                    <a:pt x="8" y="1"/>
                  </a:cubicBezTo>
                  <a:cubicBezTo>
                    <a:pt x="12" y="2"/>
                    <a:pt x="15" y="5"/>
                    <a:pt x="15" y="7"/>
                  </a:cubicBezTo>
                  <a:cubicBezTo>
                    <a:pt x="15" y="9"/>
                    <a:pt x="12" y="10"/>
                    <a:pt x="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6" name="Freeform 2395">
              <a:extLst>
                <a:ext uri="{FF2B5EF4-FFF2-40B4-BE49-F238E27FC236}">
                  <a16:creationId xmlns:a16="http://schemas.microsoft.com/office/drawing/2014/main" id="{941E89BB-7BF4-54B0-3EFC-ACFAEBD084B5}"/>
                </a:ext>
              </a:extLst>
            </p:cNvPr>
            <p:cNvSpPr>
              <a:spLocks/>
            </p:cNvSpPr>
            <p:nvPr/>
          </p:nvSpPr>
          <p:spPr bwMode="auto">
            <a:xfrm rot="5094805">
              <a:off x="826734" y="2326003"/>
              <a:ext cx="36560" cy="18280"/>
            </a:xfrm>
            <a:custGeom>
              <a:avLst/>
              <a:gdLst>
                <a:gd name="T0" fmla="*/ 14 w 15"/>
                <a:gd name="T1" fmla="*/ 5 h 8"/>
                <a:gd name="T2" fmla="*/ 8 w 15"/>
                <a:gd name="T3" fmla="*/ 8 h 8"/>
                <a:gd name="T4" fmla="*/ 0 w 15"/>
                <a:gd name="T5" fmla="*/ 3 h 8"/>
                <a:gd name="T6" fmla="*/ 6 w 15"/>
                <a:gd name="T7" fmla="*/ 0 h 8"/>
                <a:gd name="T8" fmla="*/ 14 w 15"/>
                <a:gd name="T9" fmla="*/ 5 h 8"/>
              </a:gdLst>
              <a:ahLst/>
              <a:cxnLst>
                <a:cxn ang="0">
                  <a:pos x="T0" y="T1"/>
                </a:cxn>
                <a:cxn ang="0">
                  <a:pos x="T2" y="T3"/>
                </a:cxn>
                <a:cxn ang="0">
                  <a:pos x="T4" y="T5"/>
                </a:cxn>
                <a:cxn ang="0">
                  <a:pos x="T6" y="T7"/>
                </a:cxn>
                <a:cxn ang="0">
                  <a:pos x="T8" y="T9"/>
                </a:cxn>
              </a:cxnLst>
              <a:rect l="0" t="0" r="r" b="b"/>
              <a:pathLst>
                <a:path w="15" h="8">
                  <a:moveTo>
                    <a:pt x="14" y="5"/>
                  </a:moveTo>
                  <a:cubicBezTo>
                    <a:pt x="15" y="7"/>
                    <a:pt x="12" y="8"/>
                    <a:pt x="8" y="8"/>
                  </a:cubicBezTo>
                  <a:cubicBezTo>
                    <a:pt x="4" y="8"/>
                    <a:pt x="1" y="5"/>
                    <a:pt x="0" y="3"/>
                  </a:cubicBezTo>
                  <a:cubicBezTo>
                    <a:pt x="0" y="1"/>
                    <a:pt x="3" y="0"/>
                    <a:pt x="6" y="0"/>
                  </a:cubicBezTo>
                  <a:cubicBezTo>
                    <a:pt x="10" y="0"/>
                    <a:pt x="14" y="2"/>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7" name="Freeform 2396">
              <a:extLst>
                <a:ext uri="{FF2B5EF4-FFF2-40B4-BE49-F238E27FC236}">
                  <a16:creationId xmlns:a16="http://schemas.microsoft.com/office/drawing/2014/main" id="{297A574A-D08A-CCE7-4F97-6DEDDAB4C371}"/>
                </a:ext>
              </a:extLst>
            </p:cNvPr>
            <p:cNvSpPr>
              <a:spLocks/>
            </p:cNvSpPr>
            <p:nvPr/>
          </p:nvSpPr>
          <p:spPr bwMode="auto">
            <a:xfrm rot="5094805">
              <a:off x="848506" y="2519056"/>
              <a:ext cx="36560" cy="18280"/>
            </a:xfrm>
            <a:custGeom>
              <a:avLst/>
              <a:gdLst>
                <a:gd name="T0" fmla="*/ 7 w 14"/>
                <a:gd name="T1" fmla="*/ 8 h 8"/>
                <a:gd name="T2" fmla="*/ 0 w 14"/>
                <a:gd name="T3" fmla="*/ 5 h 8"/>
                <a:gd name="T4" fmla="*/ 7 w 14"/>
                <a:gd name="T5" fmla="*/ 0 h 8"/>
                <a:gd name="T6" fmla="*/ 14 w 14"/>
                <a:gd name="T7" fmla="*/ 4 h 8"/>
                <a:gd name="T8" fmla="*/ 7 w 14"/>
                <a:gd name="T9" fmla="*/ 8 h 8"/>
              </a:gdLst>
              <a:ahLst/>
              <a:cxnLst>
                <a:cxn ang="0">
                  <a:pos x="T0" y="T1"/>
                </a:cxn>
                <a:cxn ang="0">
                  <a:pos x="T2" y="T3"/>
                </a:cxn>
                <a:cxn ang="0">
                  <a:pos x="T4" y="T5"/>
                </a:cxn>
                <a:cxn ang="0">
                  <a:pos x="T6" y="T7"/>
                </a:cxn>
                <a:cxn ang="0">
                  <a:pos x="T8" y="T9"/>
                </a:cxn>
              </a:cxnLst>
              <a:rect l="0" t="0" r="r" b="b"/>
              <a:pathLst>
                <a:path w="14" h="8">
                  <a:moveTo>
                    <a:pt x="7" y="8"/>
                  </a:moveTo>
                  <a:cubicBezTo>
                    <a:pt x="3" y="8"/>
                    <a:pt x="0" y="7"/>
                    <a:pt x="0" y="5"/>
                  </a:cubicBezTo>
                  <a:cubicBezTo>
                    <a:pt x="0" y="3"/>
                    <a:pt x="3" y="0"/>
                    <a:pt x="7" y="0"/>
                  </a:cubicBezTo>
                  <a:cubicBezTo>
                    <a:pt x="11" y="0"/>
                    <a:pt x="14" y="2"/>
                    <a:pt x="14" y="4"/>
                  </a:cubicBezTo>
                  <a:cubicBezTo>
                    <a:pt x="14" y="6"/>
                    <a:pt x="11" y="8"/>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8" name="Freeform 2397">
              <a:extLst>
                <a:ext uri="{FF2B5EF4-FFF2-40B4-BE49-F238E27FC236}">
                  <a16:creationId xmlns:a16="http://schemas.microsoft.com/office/drawing/2014/main" id="{D6ACCCF7-0655-11D1-C558-9666E9ACED63}"/>
                </a:ext>
              </a:extLst>
            </p:cNvPr>
            <p:cNvSpPr>
              <a:spLocks/>
            </p:cNvSpPr>
            <p:nvPr/>
          </p:nvSpPr>
          <p:spPr bwMode="auto">
            <a:xfrm rot="5094805">
              <a:off x="895314" y="2707596"/>
              <a:ext cx="36560" cy="22850"/>
            </a:xfrm>
            <a:custGeom>
              <a:avLst/>
              <a:gdLst>
                <a:gd name="T0" fmla="*/ 9 w 15"/>
                <a:gd name="T1" fmla="*/ 9 h 10"/>
                <a:gd name="T2" fmla="*/ 1 w 15"/>
                <a:gd name="T3" fmla="*/ 6 h 10"/>
                <a:gd name="T4" fmla="*/ 7 w 15"/>
                <a:gd name="T5" fmla="*/ 1 h 10"/>
                <a:gd name="T6" fmla="*/ 15 w 15"/>
                <a:gd name="T7" fmla="*/ 3 h 10"/>
                <a:gd name="T8" fmla="*/ 9 w 15"/>
                <a:gd name="T9" fmla="*/ 9 h 10"/>
              </a:gdLst>
              <a:ahLst/>
              <a:cxnLst>
                <a:cxn ang="0">
                  <a:pos x="T0" y="T1"/>
                </a:cxn>
                <a:cxn ang="0">
                  <a:pos x="T2" y="T3"/>
                </a:cxn>
                <a:cxn ang="0">
                  <a:pos x="T4" y="T5"/>
                </a:cxn>
                <a:cxn ang="0">
                  <a:pos x="T6" y="T7"/>
                </a:cxn>
                <a:cxn ang="0">
                  <a:pos x="T8" y="T9"/>
                </a:cxn>
              </a:cxnLst>
              <a:rect l="0" t="0" r="r" b="b"/>
              <a:pathLst>
                <a:path w="15" h="10">
                  <a:moveTo>
                    <a:pt x="9" y="9"/>
                  </a:moveTo>
                  <a:cubicBezTo>
                    <a:pt x="5" y="10"/>
                    <a:pt x="1" y="8"/>
                    <a:pt x="1" y="6"/>
                  </a:cubicBezTo>
                  <a:cubicBezTo>
                    <a:pt x="0" y="4"/>
                    <a:pt x="3" y="2"/>
                    <a:pt x="7" y="1"/>
                  </a:cubicBezTo>
                  <a:cubicBezTo>
                    <a:pt x="11" y="0"/>
                    <a:pt x="14" y="1"/>
                    <a:pt x="15" y="3"/>
                  </a:cubicBezTo>
                  <a:cubicBezTo>
                    <a:pt x="15" y="6"/>
                    <a:pt x="13" y="8"/>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9" name="Freeform 2398">
              <a:extLst>
                <a:ext uri="{FF2B5EF4-FFF2-40B4-BE49-F238E27FC236}">
                  <a16:creationId xmlns:a16="http://schemas.microsoft.com/office/drawing/2014/main" id="{31E1AE27-36F8-9FC8-8335-0FC815B09962}"/>
                </a:ext>
              </a:extLst>
            </p:cNvPr>
            <p:cNvSpPr>
              <a:spLocks/>
            </p:cNvSpPr>
            <p:nvPr/>
          </p:nvSpPr>
          <p:spPr bwMode="auto">
            <a:xfrm rot="5094805">
              <a:off x="956915" y="2895961"/>
              <a:ext cx="36560" cy="25135"/>
            </a:xfrm>
            <a:custGeom>
              <a:avLst/>
              <a:gdLst>
                <a:gd name="T0" fmla="*/ 7 w 15"/>
                <a:gd name="T1" fmla="*/ 1 h 10"/>
                <a:gd name="T2" fmla="*/ 14 w 15"/>
                <a:gd name="T3" fmla="*/ 3 h 10"/>
                <a:gd name="T4" fmla="*/ 8 w 15"/>
                <a:gd name="T5" fmla="*/ 9 h 10"/>
                <a:gd name="T6" fmla="*/ 0 w 15"/>
                <a:gd name="T7" fmla="*/ 7 h 10"/>
                <a:gd name="T8" fmla="*/ 7 w 15"/>
                <a:gd name="T9" fmla="*/ 1 h 10"/>
              </a:gdLst>
              <a:ahLst/>
              <a:cxnLst>
                <a:cxn ang="0">
                  <a:pos x="T0" y="T1"/>
                </a:cxn>
                <a:cxn ang="0">
                  <a:pos x="T2" y="T3"/>
                </a:cxn>
                <a:cxn ang="0">
                  <a:pos x="T4" y="T5"/>
                </a:cxn>
                <a:cxn ang="0">
                  <a:pos x="T6" y="T7"/>
                </a:cxn>
                <a:cxn ang="0">
                  <a:pos x="T8" y="T9"/>
                </a:cxn>
              </a:cxnLst>
              <a:rect l="0" t="0" r="r" b="b"/>
              <a:pathLst>
                <a:path w="15" h="10">
                  <a:moveTo>
                    <a:pt x="7" y="1"/>
                  </a:moveTo>
                  <a:cubicBezTo>
                    <a:pt x="11" y="0"/>
                    <a:pt x="14" y="1"/>
                    <a:pt x="14" y="3"/>
                  </a:cubicBezTo>
                  <a:cubicBezTo>
                    <a:pt x="15" y="6"/>
                    <a:pt x="12" y="8"/>
                    <a:pt x="8" y="9"/>
                  </a:cubicBezTo>
                  <a:cubicBezTo>
                    <a:pt x="4" y="10"/>
                    <a:pt x="0" y="9"/>
                    <a:pt x="0" y="7"/>
                  </a:cubicBezTo>
                  <a:cubicBezTo>
                    <a:pt x="0" y="4"/>
                    <a:pt x="3"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0" name="Freeform 2399">
              <a:extLst>
                <a:ext uri="{FF2B5EF4-FFF2-40B4-BE49-F238E27FC236}">
                  <a16:creationId xmlns:a16="http://schemas.microsoft.com/office/drawing/2014/main" id="{2FCD6855-A7B3-E038-F82E-6FBB45E93D60}"/>
                </a:ext>
              </a:extLst>
            </p:cNvPr>
            <p:cNvSpPr>
              <a:spLocks/>
            </p:cNvSpPr>
            <p:nvPr/>
          </p:nvSpPr>
          <p:spPr bwMode="auto">
            <a:xfrm rot="5094805">
              <a:off x="1028653" y="3082175"/>
              <a:ext cx="38845" cy="27420"/>
            </a:xfrm>
            <a:custGeom>
              <a:avLst/>
              <a:gdLst>
                <a:gd name="T0" fmla="*/ 15 w 15"/>
                <a:gd name="T1" fmla="*/ 3 h 11"/>
                <a:gd name="T2" fmla="*/ 8 w 15"/>
                <a:gd name="T3" fmla="*/ 10 h 11"/>
                <a:gd name="T4" fmla="*/ 0 w 15"/>
                <a:gd name="T5" fmla="*/ 7 h 11"/>
                <a:gd name="T6" fmla="*/ 7 w 15"/>
                <a:gd name="T7" fmla="*/ 1 h 11"/>
                <a:gd name="T8" fmla="*/ 15 w 15"/>
                <a:gd name="T9" fmla="*/ 3 h 11"/>
              </a:gdLst>
              <a:ahLst/>
              <a:cxnLst>
                <a:cxn ang="0">
                  <a:pos x="T0" y="T1"/>
                </a:cxn>
                <a:cxn ang="0">
                  <a:pos x="T2" y="T3"/>
                </a:cxn>
                <a:cxn ang="0">
                  <a:pos x="T4" y="T5"/>
                </a:cxn>
                <a:cxn ang="0">
                  <a:pos x="T6" y="T7"/>
                </a:cxn>
                <a:cxn ang="0">
                  <a:pos x="T8" y="T9"/>
                </a:cxn>
              </a:cxnLst>
              <a:rect l="0" t="0" r="r" b="b"/>
              <a:pathLst>
                <a:path w="15" h="11">
                  <a:moveTo>
                    <a:pt x="15" y="3"/>
                  </a:moveTo>
                  <a:cubicBezTo>
                    <a:pt x="15" y="6"/>
                    <a:pt x="12" y="8"/>
                    <a:pt x="8" y="10"/>
                  </a:cubicBezTo>
                  <a:cubicBezTo>
                    <a:pt x="4" y="11"/>
                    <a:pt x="1" y="10"/>
                    <a:pt x="0" y="7"/>
                  </a:cubicBezTo>
                  <a:cubicBezTo>
                    <a:pt x="0" y="5"/>
                    <a:pt x="3" y="2"/>
                    <a:pt x="7" y="1"/>
                  </a:cubicBezTo>
                  <a:cubicBezTo>
                    <a:pt x="11"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1" name="Freeform 2400">
              <a:extLst>
                <a:ext uri="{FF2B5EF4-FFF2-40B4-BE49-F238E27FC236}">
                  <a16:creationId xmlns:a16="http://schemas.microsoft.com/office/drawing/2014/main" id="{D948CE8A-36F8-C3A5-2FC0-43961A3315E8}"/>
                </a:ext>
              </a:extLst>
            </p:cNvPr>
            <p:cNvSpPr>
              <a:spLocks/>
            </p:cNvSpPr>
            <p:nvPr/>
          </p:nvSpPr>
          <p:spPr bwMode="auto">
            <a:xfrm rot="5094805">
              <a:off x="1112918" y="3268620"/>
              <a:ext cx="36560" cy="27420"/>
            </a:xfrm>
            <a:custGeom>
              <a:avLst/>
              <a:gdLst>
                <a:gd name="T0" fmla="*/ 6 w 15"/>
                <a:gd name="T1" fmla="*/ 2 h 11"/>
                <a:gd name="T2" fmla="*/ 15 w 15"/>
                <a:gd name="T3" fmla="*/ 3 h 11"/>
                <a:gd name="T4" fmla="*/ 9 w 15"/>
                <a:gd name="T5" fmla="*/ 10 h 11"/>
                <a:gd name="T6" fmla="*/ 1 w 15"/>
                <a:gd name="T7" fmla="*/ 9 h 11"/>
                <a:gd name="T8" fmla="*/ 6 w 15"/>
                <a:gd name="T9" fmla="*/ 2 h 11"/>
              </a:gdLst>
              <a:ahLst/>
              <a:cxnLst>
                <a:cxn ang="0">
                  <a:pos x="T0" y="T1"/>
                </a:cxn>
                <a:cxn ang="0">
                  <a:pos x="T2" y="T3"/>
                </a:cxn>
                <a:cxn ang="0">
                  <a:pos x="T4" y="T5"/>
                </a:cxn>
                <a:cxn ang="0">
                  <a:pos x="T6" y="T7"/>
                </a:cxn>
                <a:cxn ang="0">
                  <a:pos x="T8" y="T9"/>
                </a:cxn>
              </a:cxnLst>
              <a:rect l="0" t="0" r="r" b="b"/>
              <a:pathLst>
                <a:path w="15" h="11">
                  <a:moveTo>
                    <a:pt x="6" y="2"/>
                  </a:moveTo>
                  <a:cubicBezTo>
                    <a:pt x="10" y="0"/>
                    <a:pt x="14" y="0"/>
                    <a:pt x="15" y="3"/>
                  </a:cubicBezTo>
                  <a:cubicBezTo>
                    <a:pt x="15" y="5"/>
                    <a:pt x="13" y="8"/>
                    <a:pt x="9" y="10"/>
                  </a:cubicBezTo>
                  <a:cubicBezTo>
                    <a:pt x="5" y="11"/>
                    <a:pt x="2" y="11"/>
                    <a:pt x="1" y="9"/>
                  </a:cubicBezTo>
                  <a:cubicBezTo>
                    <a:pt x="0" y="7"/>
                    <a:pt x="2"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2" name="Freeform 2401">
              <a:extLst>
                <a:ext uri="{FF2B5EF4-FFF2-40B4-BE49-F238E27FC236}">
                  <a16:creationId xmlns:a16="http://schemas.microsoft.com/office/drawing/2014/main" id="{C8B401D9-924E-7BDD-ADAA-47997199FC0F}"/>
                </a:ext>
              </a:extLst>
            </p:cNvPr>
            <p:cNvSpPr>
              <a:spLocks/>
            </p:cNvSpPr>
            <p:nvPr/>
          </p:nvSpPr>
          <p:spPr bwMode="auto">
            <a:xfrm rot="5094805">
              <a:off x="1203904" y="3452076"/>
              <a:ext cx="36560" cy="29705"/>
            </a:xfrm>
            <a:custGeom>
              <a:avLst/>
              <a:gdLst>
                <a:gd name="T0" fmla="*/ 15 w 15"/>
                <a:gd name="T1" fmla="*/ 4 h 12"/>
                <a:gd name="T2" fmla="*/ 8 w 15"/>
                <a:gd name="T3" fmla="*/ 11 h 12"/>
                <a:gd name="T4" fmla="*/ 1 w 15"/>
                <a:gd name="T5" fmla="*/ 9 h 12"/>
                <a:gd name="T6" fmla="*/ 7 w 15"/>
                <a:gd name="T7" fmla="*/ 2 h 12"/>
                <a:gd name="T8" fmla="*/ 15 w 15"/>
                <a:gd name="T9" fmla="*/ 4 h 12"/>
              </a:gdLst>
              <a:ahLst/>
              <a:cxnLst>
                <a:cxn ang="0">
                  <a:pos x="T0" y="T1"/>
                </a:cxn>
                <a:cxn ang="0">
                  <a:pos x="T2" y="T3"/>
                </a:cxn>
                <a:cxn ang="0">
                  <a:pos x="T4" y="T5"/>
                </a:cxn>
                <a:cxn ang="0">
                  <a:pos x="T6" y="T7"/>
                </a:cxn>
                <a:cxn ang="0">
                  <a:pos x="T8" y="T9"/>
                </a:cxn>
              </a:cxnLst>
              <a:rect l="0" t="0" r="r" b="b"/>
              <a:pathLst>
                <a:path w="15" h="12">
                  <a:moveTo>
                    <a:pt x="15" y="4"/>
                  </a:moveTo>
                  <a:cubicBezTo>
                    <a:pt x="15" y="6"/>
                    <a:pt x="12" y="9"/>
                    <a:pt x="8" y="11"/>
                  </a:cubicBezTo>
                  <a:cubicBezTo>
                    <a:pt x="4" y="12"/>
                    <a:pt x="1" y="11"/>
                    <a:pt x="1" y="9"/>
                  </a:cubicBezTo>
                  <a:cubicBezTo>
                    <a:pt x="0" y="7"/>
                    <a:pt x="4" y="3"/>
                    <a:pt x="7" y="2"/>
                  </a:cubicBezTo>
                  <a:cubicBezTo>
                    <a:pt x="11" y="0"/>
                    <a:pt x="15" y="1"/>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3" name="Freeform 2402">
              <a:extLst>
                <a:ext uri="{FF2B5EF4-FFF2-40B4-BE49-F238E27FC236}">
                  <a16:creationId xmlns:a16="http://schemas.microsoft.com/office/drawing/2014/main" id="{C15EA69E-5DB9-2EB5-DCE2-83A6E266440F}"/>
                </a:ext>
              </a:extLst>
            </p:cNvPr>
            <p:cNvSpPr>
              <a:spLocks/>
            </p:cNvSpPr>
            <p:nvPr/>
          </p:nvSpPr>
          <p:spPr bwMode="auto">
            <a:xfrm rot="5094805">
              <a:off x="1302857" y="3635965"/>
              <a:ext cx="36560" cy="29705"/>
            </a:xfrm>
            <a:custGeom>
              <a:avLst/>
              <a:gdLst>
                <a:gd name="T0" fmla="*/ 7 w 15"/>
                <a:gd name="T1" fmla="*/ 2 h 12"/>
                <a:gd name="T2" fmla="*/ 15 w 15"/>
                <a:gd name="T3" fmla="*/ 3 h 12"/>
                <a:gd name="T4" fmla="*/ 8 w 15"/>
                <a:gd name="T5" fmla="*/ 11 h 12"/>
                <a:gd name="T6" fmla="*/ 1 w 15"/>
                <a:gd name="T7" fmla="*/ 9 h 12"/>
                <a:gd name="T8" fmla="*/ 7 w 15"/>
                <a:gd name="T9" fmla="*/ 2 h 12"/>
              </a:gdLst>
              <a:ahLst/>
              <a:cxnLst>
                <a:cxn ang="0">
                  <a:pos x="T0" y="T1"/>
                </a:cxn>
                <a:cxn ang="0">
                  <a:pos x="T2" y="T3"/>
                </a:cxn>
                <a:cxn ang="0">
                  <a:pos x="T4" y="T5"/>
                </a:cxn>
                <a:cxn ang="0">
                  <a:pos x="T6" y="T7"/>
                </a:cxn>
                <a:cxn ang="0">
                  <a:pos x="T8" y="T9"/>
                </a:cxn>
              </a:cxnLst>
              <a:rect l="0" t="0" r="r" b="b"/>
              <a:pathLst>
                <a:path w="15" h="12">
                  <a:moveTo>
                    <a:pt x="7" y="2"/>
                  </a:moveTo>
                  <a:cubicBezTo>
                    <a:pt x="11" y="0"/>
                    <a:pt x="14" y="1"/>
                    <a:pt x="15" y="3"/>
                  </a:cubicBezTo>
                  <a:cubicBezTo>
                    <a:pt x="15" y="6"/>
                    <a:pt x="12" y="9"/>
                    <a:pt x="8" y="11"/>
                  </a:cubicBezTo>
                  <a:cubicBezTo>
                    <a:pt x="5" y="12"/>
                    <a:pt x="1" y="12"/>
                    <a:pt x="1" y="9"/>
                  </a:cubicBezTo>
                  <a:cubicBezTo>
                    <a:pt x="0" y="7"/>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4" name="Freeform 2403">
              <a:extLst>
                <a:ext uri="{FF2B5EF4-FFF2-40B4-BE49-F238E27FC236}">
                  <a16:creationId xmlns:a16="http://schemas.microsoft.com/office/drawing/2014/main" id="{00824715-81F8-AA7C-EB33-54B476B91BB2}"/>
                </a:ext>
              </a:extLst>
            </p:cNvPr>
            <p:cNvSpPr>
              <a:spLocks/>
            </p:cNvSpPr>
            <p:nvPr/>
          </p:nvSpPr>
          <p:spPr bwMode="auto">
            <a:xfrm rot="5094805">
              <a:off x="1406458" y="3819343"/>
              <a:ext cx="38845" cy="31990"/>
            </a:xfrm>
            <a:custGeom>
              <a:avLst/>
              <a:gdLst>
                <a:gd name="T0" fmla="*/ 14 w 15"/>
                <a:gd name="T1" fmla="*/ 3 h 13"/>
                <a:gd name="T2" fmla="*/ 9 w 15"/>
                <a:gd name="T3" fmla="*/ 11 h 13"/>
                <a:gd name="T4" fmla="*/ 1 w 15"/>
                <a:gd name="T5" fmla="*/ 10 h 13"/>
                <a:gd name="T6" fmla="*/ 6 w 15"/>
                <a:gd name="T7" fmla="*/ 2 h 13"/>
                <a:gd name="T8" fmla="*/ 14 w 15"/>
                <a:gd name="T9" fmla="*/ 3 h 13"/>
              </a:gdLst>
              <a:ahLst/>
              <a:cxnLst>
                <a:cxn ang="0">
                  <a:pos x="T0" y="T1"/>
                </a:cxn>
                <a:cxn ang="0">
                  <a:pos x="T2" y="T3"/>
                </a:cxn>
                <a:cxn ang="0">
                  <a:pos x="T4" y="T5"/>
                </a:cxn>
                <a:cxn ang="0">
                  <a:pos x="T6" y="T7"/>
                </a:cxn>
                <a:cxn ang="0">
                  <a:pos x="T8" y="T9"/>
                </a:cxn>
              </a:cxnLst>
              <a:rect l="0" t="0" r="r" b="b"/>
              <a:pathLst>
                <a:path w="15" h="13">
                  <a:moveTo>
                    <a:pt x="14" y="3"/>
                  </a:moveTo>
                  <a:cubicBezTo>
                    <a:pt x="15" y="6"/>
                    <a:pt x="12" y="9"/>
                    <a:pt x="9" y="11"/>
                  </a:cubicBezTo>
                  <a:cubicBezTo>
                    <a:pt x="5" y="13"/>
                    <a:pt x="1" y="13"/>
                    <a:pt x="1" y="10"/>
                  </a:cubicBezTo>
                  <a:cubicBezTo>
                    <a:pt x="0" y="8"/>
                    <a:pt x="3" y="4"/>
                    <a:pt x="6" y="2"/>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5" name="Freeform 2404">
              <a:extLst>
                <a:ext uri="{FF2B5EF4-FFF2-40B4-BE49-F238E27FC236}">
                  <a16:creationId xmlns:a16="http://schemas.microsoft.com/office/drawing/2014/main" id="{4F911FCA-60EF-8B29-A0F5-5CC9B2ED7D60}"/>
                </a:ext>
              </a:extLst>
            </p:cNvPr>
            <p:cNvSpPr>
              <a:spLocks/>
            </p:cNvSpPr>
            <p:nvPr/>
          </p:nvSpPr>
          <p:spPr bwMode="auto">
            <a:xfrm rot="5094805">
              <a:off x="1515759" y="4003559"/>
              <a:ext cx="36560" cy="31990"/>
            </a:xfrm>
            <a:custGeom>
              <a:avLst/>
              <a:gdLst>
                <a:gd name="T0" fmla="*/ 14 w 15"/>
                <a:gd name="T1" fmla="*/ 3 h 13"/>
                <a:gd name="T2" fmla="*/ 8 w 15"/>
                <a:gd name="T3" fmla="*/ 11 h 13"/>
                <a:gd name="T4" fmla="*/ 0 w 15"/>
                <a:gd name="T5" fmla="*/ 10 h 13"/>
                <a:gd name="T6" fmla="*/ 6 w 15"/>
                <a:gd name="T7" fmla="*/ 2 h 13"/>
                <a:gd name="T8" fmla="*/ 14 w 15"/>
                <a:gd name="T9" fmla="*/ 3 h 13"/>
              </a:gdLst>
              <a:ahLst/>
              <a:cxnLst>
                <a:cxn ang="0">
                  <a:pos x="T0" y="T1"/>
                </a:cxn>
                <a:cxn ang="0">
                  <a:pos x="T2" y="T3"/>
                </a:cxn>
                <a:cxn ang="0">
                  <a:pos x="T4" y="T5"/>
                </a:cxn>
                <a:cxn ang="0">
                  <a:pos x="T6" y="T7"/>
                </a:cxn>
                <a:cxn ang="0">
                  <a:pos x="T8" y="T9"/>
                </a:cxn>
              </a:cxnLst>
              <a:rect l="0" t="0" r="r" b="b"/>
              <a:pathLst>
                <a:path w="15" h="13">
                  <a:moveTo>
                    <a:pt x="14" y="3"/>
                  </a:moveTo>
                  <a:cubicBezTo>
                    <a:pt x="15" y="6"/>
                    <a:pt x="12" y="9"/>
                    <a:pt x="8" y="11"/>
                  </a:cubicBezTo>
                  <a:cubicBezTo>
                    <a:pt x="5" y="13"/>
                    <a:pt x="1" y="13"/>
                    <a:pt x="0" y="10"/>
                  </a:cubicBezTo>
                  <a:cubicBezTo>
                    <a:pt x="0" y="8"/>
                    <a:pt x="3" y="4"/>
                    <a:pt x="6" y="2"/>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6" name="Freeform 2405">
              <a:extLst>
                <a:ext uri="{FF2B5EF4-FFF2-40B4-BE49-F238E27FC236}">
                  <a16:creationId xmlns:a16="http://schemas.microsoft.com/office/drawing/2014/main" id="{31651CDB-2C7D-573F-88A6-6B35671820E5}"/>
                </a:ext>
              </a:extLst>
            </p:cNvPr>
            <p:cNvSpPr>
              <a:spLocks/>
            </p:cNvSpPr>
            <p:nvPr/>
          </p:nvSpPr>
          <p:spPr bwMode="auto">
            <a:xfrm rot="5094805">
              <a:off x="1190592" y="1290018"/>
              <a:ext cx="36560" cy="34275"/>
            </a:xfrm>
            <a:custGeom>
              <a:avLst/>
              <a:gdLst>
                <a:gd name="T0" fmla="*/ 15 w 15"/>
                <a:gd name="T1" fmla="*/ 12 h 14"/>
                <a:gd name="T2" fmla="*/ 8 w 15"/>
                <a:gd name="T3" fmla="*/ 12 h 14"/>
                <a:gd name="T4" fmla="*/ 1 w 15"/>
                <a:gd name="T5" fmla="*/ 2 h 14"/>
                <a:gd name="T6" fmla="*/ 8 w 15"/>
                <a:gd name="T7" fmla="*/ 2 h 14"/>
                <a:gd name="T8" fmla="*/ 15 w 15"/>
                <a:gd name="T9" fmla="*/ 12 h 14"/>
              </a:gdLst>
              <a:ahLst/>
              <a:cxnLst>
                <a:cxn ang="0">
                  <a:pos x="T0" y="T1"/>
                </a:cxn>
                <a:cxn ang="0">
                  <a:pos x="T2" y="T3"/>
                </a:cxn>
                <a:cxn ang="0">
                  <a:pos x="T4" y="T5"/>
                </a:cxn>
                <a:cxn ang="0">
                  <a:pos x="T6" y="T7"/>
                </a:cxn>
                <a:cxn ang="0">
                  <a:pos x="T8" y="T9"/>
                </a:cxn>
              </a:cxnLst>
              <a:rect l="0" t="0" r="r" b="b"/>
              <a:pathLst>
                <a:path w="15" h="14">
                  <a:moveTo>
                    <a:pt x="15" y="12"/>
                  </a:moveTo>
                  <a:cubicBezTo>
                    <a:pt x="15" y="14"/>
                    <a:pt x="13" y="14"/>
                    <a:pt x="8" y="12"/>
                  </a:cubicBezTo>
                  <a:cubicBezTo>
                    <a:pt x="5" y="9"/>
                    <a:pt x="1" y="5"/>
                    <a:pt x="1" y="2"/>
                  </a:cubicBezTo>
                  <a:cubicBezTo>
                    <a:pt x="0" y="0"/>
                    <a:pt x="4" y="0"/>
                    <a:pt x="8" y="2"/>
                  </a:cubicBezTo>
                  <a:cubicBezTo>
                    <a:pt x="11" y="5"/>
                    <a:pt x="15" y="9"/>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7" name="Freeform 2406">
              <a:extLst>
                <a:ext uri="{FF2B5EF4-FFF2-40B4-BE49-F238E27FC236}">
                  <a16:creationId xmlns:a16="http://schemas.microsoft.com/office/drawing/2014/main" id="{CEE2D558-6F38-F771-032A-DEF7245E6524}"/>
                </a:ext>
              </a:extLst>
            </p:cNvPr>
            <p:cNvSpPr>
              <a:spLocks/>
            </p:cNvSpPr>
            <p:nvPr/>
          </p:nvSpPr>
          <p:spPr bwMode="auto">
            <a:xfrm rot="5094805">
              <a:off x="1292456" y="1080229"/>
              <a:ext cx="36560" cy="36560"/>
            </a:xfrm>
            <a:custGeom>
              <a:avLst/>
              <a:gdLst>
                <a:gd name="T0" fmla="*/ 15 w 15"/>
                <a:gd name="T1" fmla="*/ 11 h 15"/>
                <a:gd name="T2" fmla="*/ 9 w 15"/>
                <a:gd name="T3" fmla="*/ 13 h 15"/>
                <a:gd name="T4" fmla="*/ 0 w 15"/>
                <a:gd name="T5" fmla="*/ 4 h 15"/>
                <a:gd name="T6" fmla="*/ 6 w 15"/>
                <a:gd name="T7" fmla="*/ 2 h 15"/>
                <a:gd name="T8" fmla="*/ 15 w 15"/>
                <a:gd name="T9" fmla="*/ 11 h 15"/>
              </a:gdLst>
              <a:ahLst/>
              <a:cxnLst>
                <a:cxn ang="0">
                  <a:pos x="T0" y="T1"/>
                </a:cxn>
                <a:cxn ang="0">
                  <a:pos x="T2" y="T3"/>
                </a:cxn>
                <a:cxn ang="0">
                  <a:pos x="T4" y="T5"/>
                </a:cxn>
                <a:cxn ang="0">
                  <a:pos x="T6" y="T7"/>
                </a:cxn>
                <a:cxn ang="0">
                  <a:pos x="T8" y="T9"/>
                </a:cxn>
              </a:cxnLst>
              <a:rect l="0" t="0" r="r" b="b"/>
              <a:pathLst>
                <a:path w="15" h="15">
                  <a:moveTo>
                    <a:pt x="15" y="11"/>
                  </a:moveTo>
                  <a:cubicBezTo>
                    <a:pt x="15" y="15"/>
                    <a:pt x="13" y="15"/>
                    <a:pt x="9" y="13"/>
                  </a:cubicBezTo>
                  <a:cubicBezTo>
                    <a:pt x="5" y="11"/>
                    <a:pt x="1" y="7"/>
                    <a:pt x="0" y="4"/>
                  </a:cubicBezTo>
                  <a:cubicBezTo>
                    <a:pt x="0" y="1"/>
                    <a:pt x="2" y="0"/>
                    <a:pt x="6" y="2"/>
                  </a:cubicBezTo>
                  <a:cubicBezTo>
                    <a:pt x="10" y="4"/>
                    <a:pt x="14" y="9"/>
                    <a:pt x="1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8" name="Freeform 2407">
              <a:extLst>
                <a:ext uri="{FF2B5EF4-FFF2-40B4-BE49-F238E27FC236}">
                  <a16:creationId xmlns:a16="http://schemas.microsoft.com/office/drawing/2014/main" id="{66A445EF-59BD-1E3B-98DC-8C8F196F016E}"/>
                </a:ext>
              </a:extLst>
            </p:cNvPr>
            <p:cNvSpPr>
              <a:spLocks/>
            </p:cNvSpPr>
            <p:nvPr/>
          </p:nvSpPr>
          <p:spPr bwMode="auto">
            <a:xfrm rot="5094805">
              <a:off x="1383142" y="876015"/>
              <a:ext cx="36560" cy="34275"/>
            </a:xfrm>
            <a:custGeom>
              <a:avLst/>
              <a:gdLst>
                <a:gd name="T0" fmla="*/ 14 w 15"/>
                <a:gd name="T1" fmla="*/ 11 h 14"/>
                <a:gd name="T2" fmla="*/ 7 w 15"/>
                <a:gd name="T3" fmla="*/ 12 h 14"/>
                <a:gd name="T4" fmla="*/ 0 w 15"/>
                <a:gd name="T5" fmla="*/ 3 h 14"/>
                <a:gd name="T6" fmla="*/ 7 w 15"/>
                <a:gd name="T7" fmla="*/ 2 h 14"/>
                <a:gd name="T8" fmla="*/ 14 w 15"/>
                <a:gd name="T9" fmla="*/ 11 h 14"/>
              </a:gdLst>
              <a:ahLst/>
              <a:cxnLst>
                <a:cxn ang="0">
                  <a:pos x="T0" y="T1"/>
                </a:cxn>
                <a:cxn ang="0">
                  <a:pos x="T2" y="T3"/>
                </a:cxn>
                <a:cxn ang="0">
                  <a:pos x="T4" y="T5"/>
                </a:cxn>
                <a:cxn ang="0">
                  <a:pos x="T6" y="T7"/>
                </a:cxn>
                <a:cxn ang="0">
                  <a:pos x="T8" y="T9"/>
                </a:cxn>
              </a:cxnLst>
              <a:rect l="0" t="0" r="r" b="b"/>
              <a:pathLst>
                <a:path w="15" h="14">
                  <a:moveTo>
                    <a:pt x="14" y="11"/>
                  </a:moveTo>
                  <a:cubicBezTo>
                    <a:pt x="15" y="14"/>
                    <a:pt x="11" y="14"/>
                    <a:pt x="7" y="12"/>
                  </a:cubicBezTo>
                  <a:cubicBezTo>
                    <a:pt x="3" y="10"/>
                    <a:pt x="0" y="5"/>
                    <a:pt x="0" y="3"/>
                  </a:cubicBezTo>
                  <a:cubicBezTo>
                    <a:pt x="0" y="0"/>
                    <a:pt x="3" y="0"/>
                    <a:pt x="7" y="2"/>
                  </a:cubicBezTo>
                  <a:cubicBezTo>
                    <a:pt x="11" y="4"/>
                    <a:pt x="14" y="8"/>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9" name="Freeform 2408">
              <a:extLst>
                <a:ext uri="{FF2B5EF4-FFF2-40B4-BE49-F238E27FC236}">
                  <a16:creationId xmlns:a16="http://schemas.microsoft.com/office/drawing/2014/main" id="{A7855A8F-3CF3-87A8-1B42-ACCC078A7D7A}"/>
                </a:ext>
              </a:extLst>
            </p:cNvPr>
            <p:cNvSpPr>
              <a:spLocks/>
            </p:cNvSpPr>
            <p:nvPr/>
          </p:nvSpPr>
          <p:spPr bwMode="auto">
            <a:xfrm rot="5094805">
              <a:off x="1452101" y="670201"/>
              <a:ext cx="38845" cy="36560"/>
            </a:xfrm>
            <a:custGeom>
              <a:avLst/>
              <a:gdLst>
                <a:gd name="T0" fmla="*/ 15 w 15"/>
                <a:gd name="T1" fmla="*/ 10 h 14"/>
                <a:gd name="T2" fmla="*/ 7 w 15"/>
                <a:gd name="T3" fmla="*/ 12 h 14"/>
                <a:gd name="T4" fmla="*/ 0 w 15"/>
                <a:gd name="T5" fmla="*/ 4 h 14"/>
                <a:gd name="T6" fmla="*/ 7 w 15"/>
                <a:gd name="T7" fmla="*/ 2 h 14"/>
                <a:gd name="T8" fmla="*/ 15 w 15"/>
                <a:gd name="T9" fmla="*/ 10 h 14"/>
              </a:gdLst>
              <a:ahLst/>
              <a:cxnLst>
                <a:cxn ang="0">
                  <a:pos x="T0" y="T1"/>
                </a:cxn>
                <a:cxn ang="0">
                  <a:pos x="T2" y="T3"/>
                </a:cxn>
                <a:cxn ang="0">
                  <a:pos x="T4" y="T5"/>
                </a:cxn>
                <a:cxn ang="0">
                  <a:pos x="T6" y="T7"/>
                </a:cxn>
                <a:cxn ang="0">
                  <a:pos x="T8" y="T9"/>
                </a:cxn>
              </a:cxnLst>
              <a:rect l="0" t="0" r="r" b="b"/>
              <a:pathLst>
                <a:path w="15" h="14">
                  <a:moveTo>
                    <a:pt x="15" y="10"/>
                  </a:moveTo>
                  <a:cubicBezTo>
                    <a:pt x="15" y="13"/>
                    <a:pt x="12" y="14"/>
                    <a:pt x="7" y="12"/>
                  </a:cubicBezTo>
                  <a:cubicBezTo>
                    <a:pt x="4" y="11"/>
                    <a:pt x="0" y="7"/>
                    <a:pt x="0" y="4"/>
                  </a:cubicBezTo>
                  <a:cubicBezTo>
                    <a:pt x="0" y="1"/>
                    <a:pt x="3" y="0"/>
                    <a:pt x="7" y="2"/>
                  </a:cubicBezTo>
                  <a:cubicBezTo>
                    <a:pt x="11" y="4"/>
                    <a:pt x="15" y="8"/>
                    <a:pt x="1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0" name="Freeform 2409">
              <a:extLst>
                <a:ext uri="{FF2B5EF4-FFF2-40B4-BE49-F238E27FC236}">
                  <a16:creationId xmlns:a16="http://schemas.microsoft.com/office/drawing/2014/main" id="{47BBD796-383B-7BB8-9A0A-ECBB1E1577B5}"/>
                </a:ext>
              </a:extLst>
            </p:cNvPr>
            <p:cNvSpPr>
              <a:spLocks/>
            </p:cNvSpPr>
            <p:nvPr/>
          </p:nvSpPr>
          <p:spPr bwMode="auto">
            <a:xfrm rot="5094805">
              <a:off x="1494992" y="470240"/>
              <a:ext cx="38845" cy="34275"/>
            </a:xfrm>
            <a:custGeom>
              <a:avLst/>
              <a:gdLst>
                <a:gd name="T0" fmla="*/ 15 w 16"/>
                <a:gd name="T1" fmla="*/ 8 h 13"/>
                <a:gd name="T2" fmla="*/ 9 w 16"/>
                <a:gd name="T3" fmla="*/ 12 h 13"/>
                <a:gd name="T4" fmla="*/ 1 w 16"/>
                <a:gd name="T5" fmla="*/ 5 h 13"/>
                <a:gd name="T6" fmla="*/ 7 w 16"/>
                <a:gd name="T7" fmla="*/ 1 h 13"/>
                <a:gd name="T8" fmla="*/ 15 w 16"/>
                <a:gd name="T9" fmla="*/ 8 h 13"/>
              </a:gdLst>
              <a:ahLst/>
              <a:cxnLst>
                <a:cxn ang="0">
                  <a:pos x="T0" y="T1"/>
                </a:cxn>
                <a:cxn ang="0">
                  <a:pos x="T2" y="T3"/>
                </a:cxn>
                <a:cxn ang="0">
                  <a:pos x="T4" y="T5"/>
                </a:cxn>
                <a:cxn ang="0">
                  <a:pos x="T6" y="T7"/>
                </a:cxn>
                <a:cxn ang="0">
                  <a:pos x="T8" y="T9"/>
                </a:cxn>
              </a:cxnLst>
              <a:rect l="0" t="0" r="r" b="b"/>
              <a:pathLst>
                <a:path w="16" h="13">
                  <a:moveTo>
                    <a:pt x="15" y="8"/>
                  </a:moveTo>
                  <a:cubicBezTo>
                    <a:pt x="16" y="11"/>
                    <a:pt x="13" y="13"/>
                    <a:pt x="9" y="12"/>
                  </a:cubicBezTo>
                  <a:cubicBezTo>
                    <a:pt x="5" y="12"/>
                    <a:pt x="2" y="8"/>
                    <a:pt x="1" y="5"/>
                  </a:cubicBezTo>
                  <a:cubicBezTo>
                    <a:pt x="0" y="2"/>
                    <a:pt x="3" y="0"/>
                    <a:pt x="7" y="1"/>
                  </a:cubicBezTo>
                  <a:cubicBezTo>
                    <a:pt x="11" y="2"/>
                    <a:pt x="15" y="5"/>
                    <a:pt x="1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1" name="Freeform 2410">
              <a:extLst>
                <a:ext uri="{FF2B5EF4-FFF2-40B4-BE49-F238E27FC236}">
                  <a16:creationId xmlns:a16="http://schemas.microsoft.com/office/drawing/2014/main" id="{58C971FE-4747-7A95-10D8-C0C7B105572D}"/>
                </a:ext>
              </a:extLst>
            </p:cNvPr>
            <p:cNvSpPr>
              <a:spLocks/>
            </p:cNvSpPr>
            <p:nvPr/>
          </p:nvSpPr>
          <p:spPr bwMode="auto">
            <a:xfrm rot="5094805">
              <a:off x="1501775" y="278179"/>
              <a:ext cx="36560" cy="29705"/>
            </a:xfrm>
            <a:custGeom>
              <a:avLst/>
              <a:gdLst>
                <a:gd name="T0" fmla="*/ 8 w 15"/>
                <a:gd name="T1" fmla="*/ 12 h 12"/>
                <a:gd name="T2" fmla="*/ 0 w 15"/>
                <a:gd name="T3" fmla="*/ 6 h 12"/>
                <a:gd name="T4" fmla="*/ 7 w 15"/>
                <a:gd name="T5" fmla="*/ 1 h 12"/>
                <a:gd name="T6" fmla="*/ 14 w 15"/>
                <a:gd name="T7" fmla="*/ 7 h 12"/>
                <a:gd name="T8" fmla="*/ 8 w 15"/>
                <a:gd name="T9" fmla="*/ 12 h 12"/>
              </a:gdLst>
              <a:ahLst/>
              <a:cxnLst>
                <a:cxn ang="0">
                  <a:pos x="T0" y="T1"/>
                </a:cxn>
                <a:cxn ang="0">
                  <a:pos x="T2" y="T3"/>
                </a:cxn>
                <a:cxn ang="0">
                  <a:pos x="T4" y="T5"/>
                </a:cxn>
                <a:cxn ang="0">
                  <a:pos x="T6" y="T7"/>
                </a:cxn>
                <a:cxn ang="0">
                  <a:pos x="T8" y="T9"/>
                </a:cxn>
              </a:cxnLst>
              <a:rect l="0" t="0" r="r" b="b"/>
              <a:pathLst>
                <a:path w="15" h="12">
                  <a:moveTo>
                    <a:pt x="8" y="12"/>
                  </a:moveTo>
                  <a:cubicBezTo>
                    <a:pt x="4" y="11"/>
                    <a:pt x="0" y="9"/>
                    <a:pt x="0" y="6"/>
                  </a:cubicBezTo>
                  <a:cubicBezTo>
                    <a:pt x="0" y="3"/>
                    <a:pt x="3" y="0"/>
                    <a:pt x="7" y="1"/>
                  </a:cubicBezTo>
                  <a:cubicBezTo>
                    <a:pt x="11" y="1"/>
                    <a:pt x="14" y="4"/>
                    <a:pt x="14" y="7"/>
                  </a:cubicBezTo>
                  <a:cubicBezTo>
                    <a:pt x="15" y="10"/>
                    <a:pt x="12" y="12"/>
                    <a:pt x="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2" name="Freeform 2411">
              <a:extLst>
                <a:ext uri="{FF2B5EF4-FFF2-40B4-BE49-F238E27FC236}">
                  <a16:creationId xmlns:a16="http://schemas.microsoft.com/office/drawing/2014/main" id="{D7B6C740-A68F-9928-ABC6-A1851C3FCEE8}"/>
                </a:ext>
              </a:extLst>
            </p:cNvPr>
            <p:cNvSpPr>
              <a:spLocks/>
            </p:cNvSpPr>
            <p:nvPr/>
          </p:nvSpPr>
          <p:spPr bwMode="auto">
            <a:xfrm rot="5094805">
              <a:off x="1464168" y="86439"/>
              <a:ext cx="38845" cy="31990"/>
            </a:xfrm>
            <a:custGeom>
              <a:avLst/>
              <a:gdLst>
                <a:gd name="T0" fmla="*/ 14 w 15"/>
                <a:gd name="T1" fmla="*/ 5 h 13"/>
                <a:gd name="T2" fmla="*/ 8 w 15"/>
                <a:gd name="T3" fmla="*/ 12 h 13"/>
                <a:gd name="T4" fmla="*/ 0 w 15"/>
                <a:gd name="T5" fmla="*/ 8 h 13"/>
                <a:gd name="T6" fmla="*/ 6 w 15"/>
                <a:gd name="T7" fmla="*/ 1 h 13"/>
                <a:gd name="T8" fmla="*/ 14 w 15"/>
                <a:gd name="T9" fmla="*/ 5 h 13"/>
              </a:gdLst>
              <a:ahLst/>
              <a:cxnLst>
                <a:cxn ang="0">
                  <a:pos x="T0" y="T1"/>
                </a:cxn>
                <a:cxn ang="0">
                  <a:pos x="T2" y="T3"/>
                </a:cxn>
                <a:cxn ang="0">
                  <a:pos x="T4" y="T5"/>
                </a:cxn>
                <a:cxn ang="0">
                  <a:pos x="T6" y="T7"/>
                </a:cxn>
                <a:cxn ang="0">
                  <a:pos x="T8" y="T9"/>
                </a:cxn>
              </a:cxnLst>
              <a:rect l="0" t="0" r="r" b="b"/>
              <a:pathLst>
                <a:path w="15" h="13">
                  <a:moveTo>
                    <a:pt x="14" y="5"/>
                  </a:moveTo>
                  <a:cubicBezTo>
                    <a:pt x="15" y="8"/>
                    <a:pt x="12" y="11"/>
                    <a:pt x="8" y="12"/>
                  </a:cubicBezTo>
                  <a:cubicBezTo>
                    <a:pt x="5" y="13"/>
                    <a:pt x="1" y="11"/>
                    <a:pt x="0" y="8"/>
                  </a:cubicBezTo>
                  <a:cubicBezTo>
                    <a:pt x="0" y="6"/>
                    <a:pt x="3" y="2"/>
                    <a:pt x="6" y="1"/>
                  </a:cubicBezTo>
                  <a:cubicBezTo>
                    <a:pt x="10" y="0"/>
                    <a:pt x="14" y="2"/>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3" name="Freeform 2434">
              <a:extLst>
                <a:ext uri="{FF2B5EF4-FFF2-40B4-BE49-F238E27FC236}">
                  <a16:creationId xmlns:a16="http://schemas.microsoft.com/office/drawing/2014/main" id="{E6BA1308-4EA9-43FA-0EC6-47C1F4B92D3C}"/>
                </a:ext>
              </a:extLst>
            </p:cNvPr>
            <p:cNvSpPr>
              <a:spLocks/>
            </p:cNvSpPr>
            <p:nvPr/>
          </p:nvSpPr>
          <p:spPr bwMode="auto">
            <a:xfrm rot="5094805">
              <a:off x="1625994" y="4186540"/>
              <a:ext cx="34275" cy="29705"/>
            </a:xfrm>
            <a:custGeom>
              <a:avLst/>
              <a:gdLst>
                <a:gd name="T0" fmla="*/ 7 w 14"/>
                <a:gd name="T1" fmla="*/ 10 h 12"/>
                <a:gd name="T2" fmla="*/ 0 w 14"/>
                <a:gd name="T3" fmla="*/ 9 h 12"/>
                <a:gd name="T4" fmla="*/ 7 w 14"/>
                <a:gd name="T5" fmla="*/ 2 h 12"/>
                <a:gd name="T6" fmla="*/ 14 w 14"/>
                <a:gd name="T7" fmla="*/ 3 h 12"/>
                <a:gd name="T8" fmla="*/ 7 w 14"/>
                <a:gd name="T9" fmla="*/ 10 h 12"/>
              </a:gdLst>
              <a:ahLst/>
              <a:cxnLst>
                <a:cxn ang="0">
                  <a:pos x="T0" y="T1"/>
                </a:cxn>
                <a:cxn ang="0">
                  <a:pos x="T2" y="T3"/>
                </a:cxn>
                <a:cxn ang="0">
                  <a:pos x="T4" y="T5"/>
                </a:cxn>
                <a:cxn ang="0">
                  <a:pos x="T6" y="T7"/>
                </a:cxn>
                <a:cxn ang="0">
                  <a:pos x="T8" y="T9"/>
                </a:cxn>
              </a:cxnLst>
              <a:rect l="0" t="0" r="r" b="b"/>
              <a:pathLst>
                <a:path w="14" h="12">
                  <a:moveTo>
                    <a:pt x="7" y="10"/>
                  </a:moveTo>
                  <a:cubicBezTo>
                    <a:pt x="4" y="12"/>
                    <a:pt x="0" y="11"/>
                    <a:pt x="0" y="9"/>
                  </a:cubicBezTo>
                  <a:cubicBezTo>
                    <a:pt x="0" y="7"/>
                    <a:pt x="3" y="3"/>
                    <a:pt x="7" y="2"/>
                  </a:cubicBezTo>
                  <a:cubicBezTo>
                    <a:pt x="11" y="0"/>
                    <a:pt x="14" y="0"/>
                    <a:pt x="14" y="3"/>
                  </a:cubicBezTo>
                  <a:cubicBezTo>
                    <a:pt x="14" y="5"/>
                    <a:pt x="11" y="9"/>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4" name="Freeform 2435">
              <a:extLst>
                <a:ext uri="{FF2B5EF4-FFF2-40B4-BE49-F238E27FC236}">
                  <a16:creationId xmlns:a16="http://schemas.microsoft.com/office/drawing/2014/main" id="{A47C00A4-3ED2-74F8-1B89-CB0455E815CB}"/>
                </a:ext>
              </a:extLst>
            </p:cNvPr>
            <p:cNvSpPr>
              <a:spLocks/>
            </p:cNvSpPr>
            <p:nvPr/>
          </p:nvSpPr>
          <p:spPr bwMode="auto">
            <a:xfrm rot="5094805">
              <a:off x="1735189" y="4370659"/>
              <a:ext cx="34275" cy="27420"/>
            </a:xfrm>
            <a:custGeom>
              <a:avLst/>
              <a:gdLst>
                <a:gd name="T0" fmla="*/ 7 w 14"/>
                <a:gd name="T1" fmla="*/ 9 h 11"/>
                <a:gd name="T2" fmla="*/ 0 w 14"/>
                <a:gd name="T3" fmla="*/ 8 h 11"/>
                <a:gd name="T4" fmla="*/ 7 w 14"/>
                <a:gd name="T5" fmla="*/ 1 h 11"/>
                <a:gd name="T6" fmla="*/ 14 w 14"/>
                <a:gd name="T7" fmla="*/ 2 h 11"/>
                <a:gd name="T8" fmla="*/ 7 w 14"/>
                <a:gd name="T9" fmla="*/ 9 h 11"/>
              </a:gdLst>
              <a:ahLst/>
              <a:cxnLst>
                <a:cxn ang="0">
                  <a:pos x="T0" y="T1"/>
                </a:cxn>
                <a:cxn ang="0">
                  <a:pos x="T2" y="T3"/>
                </a:cxn>
                <a:cxn ang="0">
                  <a:pos x="T4" y="T5"/>
                </a:cxn>
                <a:cxn ang="0">
                  <a:pos x="T6" y="T7"/>
                </a:cxn>
                <a:cxn ang="0">
                  <a:pos x="T8" y="T9"/>
                </a:cxn>
              </a:cxnLst>
              <a:rect l="0" t="0" r="r" b="b"/>
              <a:pathLst>
                <a:path w="14" h="11">
                  <a:moveTo>
                    <a:pt x="7" y="9"/>
                  </a:moveTo>
                  <a:cubicBezTo>
                    <a:pt x="3" y="11"/>
                    <a:pt x="0" y="10"/>
                    <a:pt x="0" y="8"/>
                  </a:cubicBezTo>
                  <a:cubicBezTo>
                    <a:pt x="0" y="6"/>
                    <a:pt x="3" y="3"/>
                    <a:pt x="7" y="1"/>
                  </a:cubicBezTo>
                  <a:cubicBezTo>
                    <a:pt x="11" y="0"/>
                    <a:pt x="14" y="0"/>
                    <a:pt x="14" y="2"/>
                  </a:cubicBezTo>
                  <a:cubicBezTo>
                    <a:pt x="14" y="4"/>
                    <a:pt x="11" y="8"/>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5" name="Freeform 2436">
              <a:extLst>
                <a:ext uri="{FF2B5EF4-FFF2-40B4-BE49-F238E27FC236}">
                  <a16:creationId xmlns:a16="http://schemas.microsoft.com/office/drawing/2014/main" id="{758590E7-31D6-C875-6A52-78CCEA33B54E}"/>
                </a:ext>
              </a:extLst>
            </p:cNvPr>
            <p:cNvSpPr>
              <a:spLocks/>
            </p:cNvSpPr>
            <p:nvPr/>
          </p:nvSpPr>
          <p:spPr bwMode="auto">
            <a:xfrm rot="5094805">
              <a:off x="1843448" y="4556014"/>
              <a:ext cx="34275" cy="27420"/>
            </a:xfrm>
            <a:custGeom>
              <a:avLst/>
              <a:gdLst>
                <a:gd name="T0" fmla="*/ 7 w 14"/>
                <a:gd name="T1" fmla="*/ 9 h 11"/>
                <a:gd name="T2" fmla="*/ 0 w 14"/>
                <a:gd name="T3" fmla="*/ 8 h 11"/>
                <a:gd name="T4" fmla="*/ 7 w 14"/>
                <a:gd name="T5" fmla="*/ 1 h 11"/>
                <a:gd name="T6" fmla="*/ 14 w 14"/>
                <a:gd name="T7" fmla="*/ 2 h 11"/>
                <a:gd name="T8" fmla="*/ 7 w 14"/>
                <a:gd name="T9" fmla="*/ 9 h 11"/>
              </a:gdLst>
              <a:ahLst/>
              <a:cxnLst>
                <a:cxn ang="0">
                  <a:pos x="T0" y="T1"/>
                </a:cxn>
                <a:cxn ang="0">
                  <a:pos x="T2" y="T3"/>
                </a:cxn>
                <a:cxn ang="0">
                  <a:pos x="T4" y="T5"/>
                </a:cxn>
                <a:cxn ang="0">
                  <a:pos x="T6" y="T7"/>
                </a:cxn>
                <a:cxn ang="0">
                  <a:pos x="T8" y="T9"/>
                </a:cxn>
              </a:cxnLst>
              <a:rect l="0" t="0" r="r" b="b"/>
              <a:pathLst>
                <a:path w="14" h="11">
                  <a:moveTo>
                    <a:pt x="7" y="9"/>
                  </a:moveTo>
                  <a:cubicBezTo>
                    <a:pt x="3" y="11"/>
                    <a:pt x="0" y="10"/>
                    <a:pt x="0" y="8"/>
                  </a:cubicBezTo>
                  <a:cubicBezTo>
                    <a:pt x="0" y="6"/>
                    <a:pt x="3" y="3"/>
                    <a:pt x="7" y="1"/>
                  </a:cubicBezTo>
                  <a:cubicBezTo>
                    <a:pt x="11" y="0"/>
                    <a:pt x="14" y="0"/>
                    <a:pt x="14" y="2"/>
                  </a:cubicBezTo>
                  <a:cubicBezTo>
                    <a:pt x="14" y="4"/>
                    <a:pt x="11" y="7"/>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6" name="Freeform 2437">
              <a:extLst>
                <a:ext uri="{FF2B5EF4-FFF2-40B4-BE49-F238E27FC236}">
                  <a16:creationId xmlns:a16="http://schemas.microsoft.com/office/drawing/2014/main" id="{D3AA283C-9AF7-592D-BA59-26503A6A7FAC}"/>
                </a:ext>
              </a:extLst>
            </p:cNvPr>
            <p:cNvSpPr>
              <a:spLocks/>
            </p:cNvSpPr>
            <p:nvPr/>
          </p:nvSpPr>
          <p:spPr bwMode="auto">
            <a:xfrm rot="5094805">
              <a:off x="1949123" y="4739198"/>
              <a:ext cx="36560" cy="25135"/>
            </a:xfrm>
            <a:custGeom>
              <a:avLst/>
              <a:gdLst>
                <a:gd name="T0" fmla="*/ 15 w 15"/>
                <a:gd name="T1" fmla="*/ 2 h 10"/>
                <a:gd name="T2" fmla="*/ 8 w 15"/>
                <a:gd name="T3" fmla="*/ 9 h 10"/>
                <a:gd name="T4" fmla="*/ 1 w 15"/>
                <a:gd name="T5" fmla="*/ 8 h 10"/>
                <a:gd name="T6" fmla="*/ 7 w 15"/>
                <a:gd name="T7" fmla="*/ 2 h 10"/>
                <a:gd name="T8" fmla="*/ 15 w 15"/>
                <a:gd name="T9" fmla="*/ 2 h 10"/>
              </a:gdLst>
              <a:ahLst/>
              <a:cxnLst>
                <a:cxn ang="0">
                  <a:pos x="T0" y="T1"/>
                </a:cxn>
                <a:cxn ang="0">
                  <a:pos x="T2" y="T3"/>
                </a:cxn>
                <a:cxn ang="0">
                  <a:pos x="T4" y="T5"/>
                </a:cxn>
                <a:cxn ang="0">
                  <a:pos x="T6" y="T7"/>
                </a:cxn>
                <a:cxn ang="0">
                  <a:pos x="T8" y="T9"/>
                </a:cxn>
              </a:cxnLst>
              <a:rect l="0" t="0" r="r" b="b"/>
              <a:pathLst>
                <a:path w="15" h="10">
                  <a:moveTo>
                    <a:pt x="15" y="2"/>
                  </a:moveTo>
                  <a:cubicBezTo>
                    <a:pt x="15" y="4"/>
                    <a:pt x="12" y="7"/>
                    <a:pt x="8" y="9"/>
                  </a:cubicBezTo>
                  <a:cubicBezTo>
                    <a:pt x="5" y="10"/>
                    <a:pt x="1" y="10"/>
                    <a:pt x="1" y="8"/>
                  </a:cubicBezTo>
                  <a:cubicBezTo>
                    <a:pt x="0" y="6"/>
                    <a:pt x="3" y="3"/>
                    <a:pt x="7" y="2"/>
                  </a:cubicBezTo>
                  <a:cubicBezTo>
                    <a:pt x="11" y="0"/>
                    <a:pt x="14" y="0"/>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7" name="Freeform 2438">
              <a:extLst>
                <a:ext uri="{FF2B5EF4-FFF2-40B4-BE49-F238E27FC236}">
                  <a16:creationId xmlns:a16="http://schemas.microsoft.com/office/drawing/2014/main" id="{7E9EFF22-7ECF-3179-74E7-2C1F16232A5F}"/>
                </a:ext>
              </a:extLst>
            </p:cNvPr>
            <p:cNvSpPr>
              <a:spLocks/>
            </p:cNvSpPr>
            <p:nvPr/>
          </p:nvSpPr>
          <p:spPr bwMode="auto">
            <a:xfrm rot="5094805">
              <a:off x="2053871" y="4923820"/>
              <a:ext cx="34275" cy="25135"/>
            </a:xfrm>
            <a:custGeom>
              <a:avLst/>
              <a:gdLst>
                <a:gd name="T0" fmla="*/ 14 w 14"/>
                <a:gd name="T1" fmla="*/ 3 h 10"/>
                <a:gd name="T2" fmla="*/ 7 w 14"/>
                <a:gd name="T3" fmla="*/ 9 h 10"/>
                <a:gd name="T4" fmla="*/ 0 w 14"/>
                <a:gd name="T5" fmla="*/ 8 h 10"/>
                <a:gd name="T6" fmla="*/ 7 w 14"/>
                <a:gd name="T7" fmla="*/ 2 h 10"/>
                <a:gd name="T8" fmla="*/ 14 w 14"/>
                <a:gd name="T9" fmla="*/ 3 h 10"/>
              </a:gdLst>
              <a:ahLst/>
              <a:cxnLst>
                <a:cxn ang="0">
                  <a:pos x="T0" y="T1"/>
                </a:cxn>
                <a:cxn ang="0">
                  <a:pos x="T2" y="T3"/>
                </a:cxn>
                <a:cxn ang="0">
                  <a:pos x="T4" y="T5"/>
                </a:cxn>
                <a:cxn ang="0">
                  <a:pos x="T6" y="T7"/>
                </a:cxn>
                <a:cxn ang="0">
                  <a:pos x="T8" y="T9"/>
                </a:cxn>
              </a:cxnLst>
              <a:rect l="0" t="0" r="r" b="b"/>
              <a:pathLst>
                <a:path w="14" h="10">
                  <a:moveTo>
                    <a:pt x="14" y="3"/>
                  </a:moveTo>
                  <a:cubicBezTo>
                    <a:pt x="14" y="5"/>
                    <a:pt x="11" y="7"/>
                    <a:pt x="7" y="9"/>
                  </a:cubicBezTo>
                  <a:cubicBezTo>
                    <a:pt x="3" y="10"/>
                    <a:pt x="0" y="10"/>
                    <a:pt x="0" y="8"/>
                  </a:cubicBezTo>
                  <a:cubicBezTo>
                    <a:pt x="0" y="6"/>
                    <a:pt x="3" y="3"/>
                    <a:pt x="7" y="2"/>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8" name="Freeform 2439">
              <a:extLst>
                <a:ext uri="{FF2B5EF4-FFF2-40B4-BE49-F238E27FC236}">
                  <a16:creationId xmlns:a16="http://schemas.microsoft.com/office/drawing/2014/main" id="{E87E8021-3F81-0817-FB7B-C9CBD5F373C2}"/>
                </a:ext>
              </a:extLst>
            </p:cNvPr>
            <p:cNvSpPr>
              <a:spLocks/>
            </p:cNvSpPr>
            <p:nvPr/>
          </p:nvSpPr>
          <p:spPr bwMode="auto">
            <a:xfrm rot="5094805">
              <a:off x="2149304" y="5106774"/>
              <a:ext cx="36560" cy="25135"/>
            </a:xfrm>
            <a:custGeom>
              <a:avLst/>
              <a:gdLst>
                <a:gd name="T0" fmla="*/ 7 w 15"/>
                <a:gd name="T1" fmla="*/ 2 h 10"/>
                <a:gd name="T2" fmla="*/ 15 w 15"/>
                <a:gd name="T3" fmla="*/ 3 h 10"/>
                <a:gd name="T4" fmla="*/ 8 w 15"/>
                <a:gd name="T5" fmla="*/ 9 h 10"/>
                <a:gd name="T6" fmla="*/ 1 w 15"/>
                <a:gd name="T7" fmla="*/ 8 h 10"/>
                <a:gd name="T8" fmla="*/ 7 w 15"/>
                <a:gd name="T9" fmla="*/ 2 h 10"/>
              </a:gdLst>
              <a:ahLst/>
              <a:cxnLst>
                <a:cxn ang="0">
                  <a:pos x="T0" y="T1"/>
                </a:cxn>
                <a:cxn ang="0">
                  <a:pos x="T2" y="T3"/>
                </a:cxn>
                <a:cxn ang="0">
                  <a:pos x="T4" y="T5"/>
                </a:cxn>
                <a:cxn ang="0">
                  <a:pos x="T6" y="T7"/>
                </a:cxn>
                <a:cxn ang="0">
                  <a:pos x="T8" y="T9"/>
                </a:cxn>
              </a:cxnLst>
              <a:rect l="0" t="0" r="r" b="b"/>
              <a:pathLst>
                <a:path w="15" h="10">
                  <a:moveTo>
                    <a:pt x="7" y="2"/>
                  </a:moveTo>
                  <a:cubicBezTo>
                    <a:pt x="11" y="0"/>
                    <a:pt x="14" y="1"/>
                    <a:pt x="15" y="3"/>
                  </a:cubicBezTo>
                  <a:cubicBezTo>
                    <a:pt x="15" y="5"/>
                    <a:pt x="12" y="7"/>
                    <a:pt x="8" y="9"/>
                  </a:cubicBezTo>
                  <a:cubicBezTo>
                    <a:pt x="5" y="10"/>
                    <a:pt x="1" y="10"/>
                    <a:pt x="1" y="8"/>
                  </a:cubicBezTo>
                  <a:cubicBezTo>
                    <a:pt x="0" y="6"/>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9" name="Freeform 2440">
              <a:extLst>
                <a:ext uri="{FF2B5EF4-FFF2-40B4-BE49-F238E27FC236}">
                  <a16:creationId xmlns:a16="http://schemas.microsoft.com/office/drawing/2014/main" id="{D382F32B-B7EA-0E96-4254-6A90AF22B75E}"/>
                </a:ext>
              </a:extLst>
            </p:cNvPr>
            <p:cNvSpPr>
              <a:spLocks/>
            </p:cNvSpPr>
            <p:nvPr/>
          </p:nvSpPr>
          <p:spPr bwMode="auto">
            <a:xfrm rot="5094805">
              <a:off x="2242875" y="5294684"/>
              <a:ext cx="34275" cy="25135"/>
            </a:xfrm>
            <a:custGeom>
              <a:avLst/>
              <a:gdLst>
                <a:gd name="T0" fmla="*/ 7 w 14"/>
                <a:gd name="T1" fmla="*/ 9 h 10"/>
                <a:gd name="T2" fmla="*/ 0 w 14"/>
                <a:gd name="T3" fmla="*/ 7 h 10"/>
                <a:gd name="T4" fmla="*/ 6 w 14"/>
                <a:gd name="T5" fmla="*/ 1 h 10"/>
                <a:gd name="T6" fmla="*/ 14 w 14"/>
                <a:gd name="T7" fmla="*/ 3 h 10"/>
                <a:gd name="T8" fmla="*/ 7 w 14"/>
                <a:gd name="T9" fmla="*/ 9 h 10"/>
              </a:gdLst>
              <a:ahLst/>
              <a:cxnLst>
                <a:cxn ang="0">
                  <a:pos x="T0" y="T1"/>
                </a:cxn>
                <a:cxn ang="0">
                  <a:pos x="T2" y="T3"/>
                </a:cxn>
                <a:cxn ang="0">
                  <a:pos x="T4" y="T5"/>
                </a:cxn>
                <a:cxn ang="0">
                  <a:pos x="T6" y="T7"/>
                </a:cxn>
                <a:cxn ang="0">
                  <a:pos x="T8" y="T9"/>
                </a:cxn>
              </a:cxnLst>
              <a:rect l="0" t="0" r="r" b="b"/>
              <a:pathLst>
                <a:path w="14" h="10">
                  <a:moveTo>
                    <a:pt x="7" y="9"/>
                  </a:moveTo>
                  <a:cubicBezTo>
                    <a:pt x="3" y="10"/>
                    <a:pt x="0" y="9"/>
                    <a:pt x="0" y="7"/>
                  </a:cubicBezTo>
                  <a:cubicBezTo>
                    <a:pt x="0" y="5"/>
                    <a:pt x="3" y="3"/>
                    <a:pt x="6" y="1"/>
                  </a:cubicBezTo>
                  <a:cubicBezTo>
                    <a:pt x="10" y="0"/>
                    <a:pt x="14" y="1"/>
                    <a:pt x="14" y="3"/>
                  </a:cubicBezTo>
                  <a:cubicBezTo>
                    <a:pt x="14" y="5"/>
                    <a:pt x="11" y="8"/>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0" name="Freeform 2441">
              <a:extLst>
                <a:ext uri="{FF2B5EF4-FFF2-40B4-BE49-F238E27FC236}">
                  <a16:creationId xmlns:a16="http://schemas.microsoft.com/office/drawing/2014/main" id="{1B15F62D-4B5C-157D-9947-DD937FAD6C7E}"/>
                </a:ext>
              </a:extLst>
            </p:cNvPr>
            <p:cNvSpPr>
              <a:spLocks/>
            </p:cNvSpPr>
            <p:nvPr/>
          </p:nvSpPr>
          <p:spPr bwMode="auto">
            <a:xfrm rot="5094805">
              <a:off x="2324652" y="5478853"/>
              <a:ext cx="36560" cy="25135"/>
            </a:xfrm>
            <a:custGeom>
              <a:avLst/>
              <a:gdLst>
                <a:gd name="T0" fmla="*/ 7 w 15"/>
                <a:gd name="T1" fmla="*/ 1 h 10"/>
                <a:gd name="T2" fmla="*/ 15 w 15"/>
                <a:gd name="T3" fmla="*/ 3 h 10"/>
                <a:gd name="T4" fmla="*/ 8 w 15"/>
                <a:gd name="T5" fmla="*/ 9 h 10"/>
                <a:gd name="T6" fmla="*/ 1 w 15"/>
                <a:gd name="T7" fmla="*/ 7 h 10"/>
                <a:gd name="T8" fmla="*/ 7 w 15"/>
                <a:gd name="T9" fmla="*/ 1 h 10"/>
              </a:gdLst>
              <a:ahLst/>
              <a:cxnLst>
                <a:cxn ang="0">
                  <a:pos x="T0" y="T1"/>
                </a:cxn>
                <a:cxn ang="0">
                  <a:pos x="T2" y="T3"/>
                </a:cxn>
                <a:cxn ang="0">
                  <a:pos x="T4" y="T5"/>
                </a:cxn>
                <a:cxn ang="0">
                  <a:pos x="T6" y="T7"/>
                </a:cxn>
                <a:cxn ang="0">
                  <a:pos x="T8" y="T9"/>
                </a:cxn>
              </a:cxnLst>
              <a:rect l="0" t="0" r="r" b="b"/>
              <a:pathLst>
                <a:path w="15" h="10">
                  <a:moveTo>
                    <a:pt x="7" y="1"/>
                  </a:moveTo>
                  <a:cubicBezTo>
                    <a:pt x="11" y="0"/>
                    <a:pt x="15" y="0"/>
                    <a:pt x="15" y="3"/>
                  </a:cubicBezTo>
                  <a:cubicBezTo>
                    <a:pt x="15" y="5"/>
                    <a:pt x="12" y="7"/>
                    <a:pt x="8" y="9"/>
                  </a:cubicBezTo>
                  <a:cubicBezTo>
                    <a:pt x="5" y="10"/>
                    <a:pt x="1" y="9"/>
                    <a:pt x="1" y="7"/>
                  </a:cubicBezTo>
                  <a:cubicBezTo>
                    <a:pt x="0" y="5"/>
                    <a:pt x="4"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1" name="Freeform 2442">
              <a:extLst>
                <a:ext uri="{FF2B5EF4-FFF2-40B4-BE49-F238E27FC236}">
                  <a16:creationId xmlns:a16="http://schemas.microsoft.com/office/drawing/2014/main" id="{529D9A8C-F5AC-E499-9783-135D2C6B7B79}"/>
                </a:ext>
              </a:extLst>
            </p:cNvPr>
            <p:cNvSpPr>
              <a:spLocks/>
            </p:cNvSpPr>
            <p:nvPr/>
          </p:nvSpPr>
          <p:spPr bwMode="auto">
            <a:xfrm rot="5094805">
              <a:off x="2400951" y="5667150"/>
              <a:ext cx="34275" cy="22850"/>
            </a:xfrm>
            <a:custGeom>
              <a:avLst/>
              <a:gdLst>
                <a:gd name="T0" fmla="*/ 7 w 14"/>
                <a:gd name="T1" fmla="*/ 8 h 9"/>
                <a:gd name="T2" fmla="*/ 0 w 14"/>
                <a:gd name="T3" fmla="*/ 6 h 9"/>
                <a:gd name="T4" fmla="*/ 7 w 14"/>
                <a:gd name="T5" fmla="*/ 0 h 9"/>
                <a:gd name="T6" fmla="*/ 14 w 14"/>
                <a:gd name="T7" fmla="*/ 3 h 9"/>
                <a:gd name="T8" fmla="*/ 7 w 14"/>
                <a:gd name="T9" fmla="*/ 8 h 9"/>
              </a:gdLst>
              <a:ahLst/>
              <a:cxnLst>
                <a:cxn ang="0">
                  <a:pos x="T0" y="T1"/>
                </a:cxn>
                <a:cxn ang="0">
                  <a:pos x="T2" y="T3"/>
                </a:cxn>
                <a:cxn ang="0">
                  <a:pos x="T4" y="T5"/>
                </a:cxn>
                <a:cxn ang="0">
                  <a:pos x="T6" y="T7"/>
                </a:cxn>
                <a:cxn ang="0">
                  <a:pos x="T8" y="T9"/>
                </a:cxn>
              </a:cxnLst>
              <a:rect l="0" t="0" r="r" b="b"/>
              <a:pathLst>
                <a:path w="14" h="9">
                  <a:moveTo>
                    <a:pt x="7" y="8"/>
                  </a:moveTo>
                  <a:cubicBezTo>
                    <a:pt x="3" y="9"/>
                    <a:pt x="0" y="8"/>
                    <a:pt x="0" y="6"/>
                  </a:cubicBezTo>
                  <a:cubicBezTo>
                    <a:pt x="0" y="4"/>
                    <a:pt x="3" y="1"/>
                    <a:pt x="7" y="0"/>
                  </a:cubicBezTo>
                  <a:cubicBezTo>
                    <a:pt x="11" y="0"/>
                    <a:pt x="14" y="1"/>
                    <a:pt x="14" y="3"/>
                  </a:cubicBezTo>
                  <a:cubicBezTo>
                    <a:pt x="14" y="5"/>
                    <a:pt x="11" y="8"/>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2" name="Freeform 2443">
              <a:extLst>
                <a:ext uri="{FF2B5EF4-FFF2-40B4-BE49-F238E27FC236}">
                  <a16:creationId xmlns:a16="http://schemas.microsoft.com/office/drawing/2014/main" id="{7A045276-8FE6-9D10-565E-137F5536A802}"/>
                </a:ext>
              </a:extLst>
            </p:cNvPr>
            <p:cNvSpPr>
              <a:spLocks/>
            </p:cNvSpPr>
            <p:nvPr/>
          </p:nvSpPr>
          <p:spPr bwMode="auto">
            <a:xfrm rot="5094805">
              <a:off x="2460267" y="5855515"/>
              <a:ext cx="38845" cy="25135"/>
            </a:xfrm>
            <a:custGeom>
              <a:avLst/>
              <a:gdLst>
                <a:gd name="T0" fmla="*/ 14 w 15"/>
                <a:gd name="T1" fmla="*/ 3 h 10"/>
                <a:gd name="T2" fmla="*/ 8 w 15"/>
                <a:gd name="T3" fmla="*/ 9 h 10"/>
                <a:gd name="T4" fmla="*/ 0 w 15"/>
                <a:gd name="T5" fmla="*/ 6 h 10"/>
                <a:gd name="T6" fmla="*/ 7 w 15"/>
                <a:gd name="T7" fmla="*/ 1 h 10"/>
                <a:gd name="T8" fmla="*/ 14 w 15"/>
                <a:gd name="T9" fmla="*/ 3 h 10"/>
              </a:gdLst>
              <a:ahLst/>
              <a:cxnLst>
                <a:cxn ang="0">
                  <a:pos x="T0" y="T1"/>
                </a:cxn>
                <a:cxn ang="0">
                  <a:pos x="T2" y="T3"/>
                </a:cxn>
                <a:cxn ang="0">
                  <a:pos x="T4" y="T5"/>
                </a:cxn>
                <a:cxn ang="0">
                  <a:pos x="T6" y="T7"/>
                </a:cxn>
                <a:cxn ang="0">
                  <a:pos x="T8" y="T9"/>
                </a:cxn>
              </a:cxnLst>
              <a:rect l="0" t="0" r="r" b="b"/>
              <a:pathLst>
                <a:path w="15" h="10">
                  <a:moveTo>
                    <a:pt x="14" y="3"/>
                  </a:moveTo>
                  <a:cubicBezTo>
                    <a:pt x="15" y="5"/>
                    <a:pt x="12" y="8"/>
                    <a:pt x="8" y="9"/>
                  </a:cubicBezTo>
                  <a:cubicBezTo>
                    <a:pt x="5" y="10"/>
                    <a:pt x="1" y="9"/>
                    <a:pt x="0" y="6"/>
                  </a:cubicBezTo>
                  <a:cubicBezTo>
                    <a:pt x="0" y="4"/>
                    <a:pt x="3" y="2"/>
                    <a:pt x="7" y="1"/>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3" name="Freeform 2444">
              <a:extLst>
                <a:ext uri="{FF2B5EF4-FFF2-40B4-BE49-F238E27FC236}">
                  <a16:creationId xmlns:a16="http://schemas.microsoft.com/office/drawing/2014/main" id="{FFD3BD53-9674-A6E8-AECA-EB6C7FF1BBD5}"/>
                </a:ext>
              </a:extLst>
            </p:cNvPr>
            <p:cNvSpPr>
              <a:spLocks/>
            </p:cNvSpPr>
            <p:nvPr/>
          </p:nvSpPr>
          <p:spPr bwMode="auto">
            <a:xfrm rot="5094805">
              <a:off x="2511733" y="6048316"/>
              <a:ext cx="36560" cy="22850"/>
            </a:xfrm>
            <a:custGeom>
              <a:avLst/>
              <a:gdLst>
                <a:gd name="T0" fmla="*/ 14 w 15"/>
                <a:gd name="T1" fmla="*/ 4 h 9"/>
                <a:gd name="T2" fmla="*/ 8 w 15"/>
                <a:gd name="T3" fmla="*/ 9 h 9"/>
                <a:gd name="T4" fmla="*/ 0 w 15"/>
                <a:gd name="T5" fmla="*/ 6 h 9"/>
                <a:gd name="T6" fmla="*/ 6 w 15"/>
                <a:gd name="T7" fmla="*/ 1 h 9"/>
                <a:gd name="T8" fmla="*/ 14 w 15"/>
                <a:gd name="T9" fmla="*/ 4 h 9"/>
              </a:gdLst>
              <a:ahLst/>
              <a:cxnLst>
                <a:cxn ang="0">
                  <a:pos x="T0" y="T1"/>
                </a:cxn>
                <a:cxn ang="0">
                  <a:pos x="T2" y="T3"/>
                </a:cxn>
                <a:cxn ang="0">
                  <a:pos x="T4" y="T5"/>
                </a:cxn>
                <a:cxn ang="0">
                  <a:pos x="T6" y="T7"/>
                </a:cxn>
                <a:cxn ang="0">
                  <a:pos x="T8" y="T9"/>
                </a:cxn>
              </a:cxnLst>
              <a:rect l="0" t="0" r="r" b="b"/>
              <a:pathLst>
                <a:path w="15" h="9">
                  <a:moveTo>
                    <a:pt x="14" y="4"/>
                  </a:moveTo>
                  <a:cubicBezTo>
                    <a:pt x="15" y="6"/>
                    <a:pt x="12" y="8"/>
                    <a:pt x="8" y="9"/>
                  </a:cubicBezTo>
                  <a:cubicBezTo>
                    <a:pt x="4" y="9"/>
                    <a:pt x="0" y="8"/>
                    <a:pt x="0" y="6"/>
                  </a:cubicBezTo>
                  <a:cubicBezTo>
                    <a:pt x="0" y="4"/>
                    <a:pt x="3" y="1"/>
                    <a:pt x="6" y="1"/>
                  </a:cubicBezTo>
                  <a:cubicBezTo>
                    <a:pt x="10" y="0"/>
                    <a:pt x="14" y="2"/>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4" name="Freeform 2445">
              <a:extLst>
                <a:ext uri="{FF2B5EF4-FFF2-40B4-BE49-F238E27FC236}">
                  <a16:creationId xmlns:a16="http://schemas.microsoft.com/office/drawing/2014/main" id="{5BC3A804-987E-CFE8-C31B-22641CDE1DB6}"/>
                </a:ext>
              </a:extLst>
            </p:cNvPr>
            <p:cNvSpPr>
              <a:spLocks/>
            </p:cNvSpPr>
            <p:nvPr/>
          </p:nvSpPr>
          <p:spPr bwMode="auto">
            <a:xfrm rot="5094805">
              <a:off x="2554924" y="6236026"/>
              <a:ext cx="36560" cy="25135"/>
            </a:xfrm>
            <a:custGeom>
              <a:avLst/>
              <a:gdLst>
                <a:gd name="T0" fmla="*/ 6 w 15"/>
                <a:gd name="T1" fmla="*/ 1 h 10"/>
                <a:gd name="T2" fmla="*/ 15 w 15"/>
                <a:gd name="T3" fmla="*/ 3 h 10"/>
                <a:gd name="T4" fmla="*/ 9 w 15"/>
                <a:gd name="T5" fmla="*/ 9 h 10"/>
                <a:gd name="T6" fmla="*/ 1 w 15"/>
                <a:gd name="T7" fmla="*/ 6 h 10"/>
                <a:gd name="T8" fmla="*/ 6 w 15"/>
                <a:gd name="T9" fmla="*/ 1 h 10"/>
              </a:gdLst>
              <a:ahLst/>
              <a:cxnLst>
                <a:cxn ang="0">
                  <a:pos x="T0" y="T1"/>
                </a:cxn>
                <a:cxn ang="0">
                  <a:pos x="T2" y="T3"/>
                </a:cxn>
                <a:cxn ang="0">
                  <a:pos x="T4" y="T5"/>
                </a:cxn>
                <a:cxn ang="0">
                  <a:pos x="T6" y="T7"/>
                </a:cxn>
                <a:cxn ang="0">
                  <a:pos x="T8" y="T9"/>
                </a:cxn>
              </a:cxnLst>
              <a:rect l="0" t="0" r="r" b="b"/>
              <a:pathLst>
                <a:path w="15" h="10">
                  <a:moveTo>
                    <a:pt x="6" y="1"/>
                  </a:moveTo>
                  <a:cubicBezTo>
                    <a:pt x="10" y="0"/>
                    <a:pt x="14" y="1"/>
                    <a:pt x="15" y="3"/>
                  </a:cubicBezTo>
                  <a:cubicBezTo>
                    <a:pt x="15" y="5"/>
                    <a:pt x="13" y="8"/>
                    <a:pt x="9" y="9"/>
                  </a:cubicBezTo>
                  <a:cubicBezTo>
                    <a:pt x="5" y="10"/>
                    <a:pt x="1" y="9"/>
                    <a:pt x="1" y="6"/>
                  </a:cubicBezTo>
                  <a:cubicBezTo>
                    <a:pt x="0" y="4"/>
                    <a:pt x="2"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5" name="Freeform 2446">
              <a:extLst>
                <a:ext uri="{FF2B5EF4-FFF2-40B4-BE49-F238E27FC236}">
                  <a16:creationId xmlns:a16="http://schemas.microsoft.com/office/drawing/2014/main" id="{CFA23C2C-5121-50B6-5725-C6B8147F39A7}"/>
                </a:ext>
              </a:extLst>
            </p:cNvPr>
            <p:cNvSpPr>
              <a:spLocks/>
            </p:cNvSpPr>
            <p:nvPr/>
          </p:nvSpPr>
          <p:spPr bwMode="auto">
            <a:xfrm rot="5094805">
              <a:off x="2614250" y="6426879"/>
              <a:ext cx="36560" cy="22850"/>
            </a:xfrm>
            <a:custGeom>
              <a:avLst/>
              <a:gdLst>
                <a:gd name="T0" fmla="*/ 6 w 14"/>
                <a:gd name="T1" fmla="*/ 1 h 10"/>
                <a:gd name="T2" fmla="*/ 14 w 14"/>
                <a:gd name="T3" fmla="*/ 3 h 10"/>
                <a:gd name="T4" fmla="*/ 7 w 14"/>
                <a:gd name="T5" fmla="*/ 9 h 10"/>
                <a:gd name="T6" fmla="*/ 0 w 14"/>
                <a:gd name="T7" fmla="*/ 6 h 10"/>
                <a:gd name="T8" fmla="*/ 6 w 14"/>
                <a:gd name="T9" fmla="*/ 1 h 10"/>
              </a:gdLst>
              <a:ahLst/>
              <a:cxnLst>
                <a:cxn ang="0">
                  <a:pos x="T0" y="T1"/>
                </a:cxn>
                <a:cxn ang="0">
                  <a:pos x="T2" y="T3"/>
                </a:cxn>
                <a:cxn ang="0">
                  <a:pos x="T4" y="T5"/>
                </a:cxn>
                <a:cxn ang="0">
                  <a:pos x="T6" y="T7"/>
                </a:cxn>
                <a:cxn ang="0">
                  <a:pos x="T8" y="T9"/>
                </a:cxn>
              </a:cxnLst>
              <a:rect l="0" t="0" r="r" b="b"/>
              <a:pathLst>
                <a:path w="14" h="10">
                  <a:moveTo>
                    <a:pt x="6" y="1"/>
                  </a:moveTo>
                  <a:cubicBezTo>
                    <a:pt x="10" y="0"/>
                    <a:pt x="14" y="1"/>
                    <a:pt x="14" y="3"/>
                  </a:cubicBezTo>
                  <a:cubicBezTo>
                    <a:pt x="14" y="5"/>
                    <a:pt x="11" y="8"/>
                    <a:pt x="7" y="9"/>
                  </a:cubicBezTo>
                  <a:cubicBezTo>
                    <a:pt x="4" y="10"/>
                    <a:pt x="0" y="8"/>
                    <a:pt x="0" y="6"/>
                  </a:cubicBezTo>
                  <a:cubicBezTo>
                    <a:pt x="0" y="4"/>
                    <a:pt x="3"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6" name="Freeform 2447">
              <a:extLst>
                <a:ext uri="{FF2B5EF4-FFF2-40B4-BE49-F238E27FC236}">
                  <a16:creationId xmlns:a16="http://schemas.microsoft.com/office/drawing/2014/main" id="{DC6566A8-5BF5-722B-BA26-89BCC5127696}"/>
                </a:ext>
              </a:extLst>
            </p:cNvPr>
            <p:cNvSpPr>
              <a:spLocks/>
            </p:cNvSpPr>
            <p:nvPr/>
          </p:nvSpPr>
          <p:spPr bwMode="auto">
            <a:xfrm rot="5094805">
              <a:off x="2687028" y="6611955"/>
              <a:ext cx="36560" cy="25135"/>
            </a:xfrm>
            <a:custGeom>
              <a:avLst/>
              <a:gdLst>
                <a:gd name="T0" fmla="*/ 15 w 15"/>
                <a:gd name="T1" fmla="*/ 2 h 10"/>
                <a:gd name="T2" fmla="*/ 9 w 15"/>
                <a:gd name="T3" fmla="*/ 8 h 10"/>
                <a:gd name="T4" fmla="*/ 1 w 15"/>
                <a:gd name="T5" fmla="*/ 7 h 10"/>
                <a:gd name="T6" fmla="*/ 7 w 15"/>
                <a:gd name="T7" fmla="*/ 1 h 10"/>
                <a:gd name="T8" fmla="*/ 15 w 15"/>
                <a:gd name="T9" fmla="*/ 2 h 10"/>
              </a:gdLst>
              <a:ahLst/>
              <a:cxnLst>
                <a:cxn ang="0">
                  <a:pos x="T0" y="T1"/>
                </a:cxn>
                <a:cxn ang="0">
                  <a:pos x="T2" y="T3"/>
                </a:cxn>
                <a:cxn ang="0">
                  <a:pos x="T4" y="T5"/>
                </a:cxn>
                <a:cxn ang="0">
                  <a:pos x="T6" y="T7"/>
                </a:cxn>
                <a:cxn ang="0">
                  <a:pos x="T8" y="T9"/>
                </a:cxn>
              </a:cxnLst>
              <a:rect l="0" t="0" r="r" b="b"/>
              <a:pathLst>
                <a:path w="15" h="10">
                  <a:moveTo>
                    <a:pt x="15" y="2"/>
                  </a:moveTo>
                  <a:cubicBezTo>
                    <a:pt x="15" y="4"/>
                    <a:pt x="13" y="7"/>
                    <a:pt x="9" y="8"/>
                  </a:cubicBezTo>
                  <a:cubicBezTo>
                    <a:pt x="5" y="10"/>
                    <a:pt x="2" y="9"/>
                    <a:pt x="1" y="7"/>
                  </a:cubicBezTo>
                  <a:cubicBezTo>
                    <a:pt x="0" y="5"/>
                    <a:pt x="3" y="2"/>
                    <a:pt x="7" y="1"/>
                  </a:cubicBezTo>
                  <a:cubicBezTo>
                    <a:pt x="10" y="0"/>
                    <a:pt x="14" y="0"/>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7" name="Freeform 2448">
              <a:extLst>
                <a:ext uri="{FF2B5EF4-FFF2-40B4-BE49-F238E27FC236}">
                  <a16:creationId xmlns:a16="http://schemas.microsoft.com/office/drawing/2014/main" id="{7F3AEE36-09C9-E250-9D41-8262DE20C858}"/>
                </a:ext>
              </a:extLst>
            </p:cNvPr>
            <p:cNvSpPr>
              <a:spLocks/>
            </p:cNvSpPr>
            <p:nvPr/>
          </p:nvSpPr>
          <p:spPr bwMode="auto">
            <a:xfrm rot="5094805">
              <a:off x="2774601" y="6796857"/>
              <a:ext cx="36560" cy="25135"/>
            </a:xfrm>
            <a:custGeom>
              <a:avLst/>
              <a:gdLst>
                <a:gd name="T0" fmla="*/ 14 w 15"/>
                <a:gd name="T1" fmla="*/ 2 h 10"/>
                <a:gd name="T2" fmla="*/ 8 w 15"/>
                <a:gd name="T3" fmla="*/ 9 h 10"/>
                <a:gd name="T4" fmla="*/ 0 w 15"/>
                <a:gd name="T5" fmla="*/ 8 h 10"/>
                <a:gd name="T6" fmla="*/ 6 w 15"/>
                <a:gd name="T7" fmla="*/ 2 h 10"/>
                <a:gd name="T8" fmla="*/ 14 w 15"/>
                <a:gd name="T9" fmla="*/ 2 h 10"/>
              </a:gdLst>
              <a:ahLst/>
              <a:cxnLst>
                <a:cxn ang="0">
                  <a:pos x="T0" y="T1"/>
                </a:cxn>
                <a:cxn ang="0">
                  <a:pos x="T2" y="T3"/>
                </a:cxn>
                <a:cxn ang="0">
                  <a:pos x="T4" y="T5"/>
                </a:cxn>
                <a:cxn ang="0">
                  <a:pos x="T6" y="T7"/>
                </a:cxn>
                <a:cxn ang="0">
                  <a:pos x="T8" y="T9"/>
                </a:cxn>
              </a:cxnLst>
              <a:rect l="0" t="0" r="r" b="b"/>
              <a:pathLst>
                <a:path w="15" h="10">
                  <a:moveTo>
                    <a:pt x="14" y="2"/>
                  </a:moveTo>
                  <a:cubicBezTo>
                    <a:pt x="15" y="4"/>
                    <a:pt x="12" y="7"/>
                    <a:pt x="8" y="9"/>
                  </a:cubicBezTo>
                  <a:cubicBezTo>
                    <a:pt x="5" y="10"/>
                    <a:pt x="1" y="10"/>
                    <a:pt x="0" y="8"/>
                  </a:cubicBezTo>
                  <a:cubicBezTo>
                    <a:pt x="0" y="6"/>
                    <a:pt x="3" y="3"/>
                    <a:pt x="6" y="2"/>
                  </a:cubicBezTo>
                  <a:cubicBezTo>
                    <a:pt x="10" y="0"/>
                    <a:pt x="14" y="0"/>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8" name="Freeform 2449">
              <a:extLst>
                <a:ext uri="{FF2B5EF4-FFF2-40B4-BE49-F238E27FC236}">
                  <a16:creationId xmlns:a16="http://schemas.microsoft.com/office/drawing/2014/main" id="{2787A27D-4570-D195-022A-57BB01F8EA50}"/>
                </a:ext>
              </a:extLst>
            </p:cNvPr>
            <p:cNvSpPr>
              <a:spLocks/>
            </p:cNvSpPr>
            <p:nvPr/>
          </p:nvSpPr>
          <p:spPr bwMode="auto">
            <a:xfrm rot="5094805">
              <a:off x="1102223" y="1584740"/>
              <a:ext cx="34275" cy="36560"/>
            </a:xfrm>
            <a:custGeom>
              <a:avLst/>
              <a:gdLst>
                <a:gd name="T0" fmla="*/ 14 w 14"/>
                <a:gd name="T1" fmla="*/ 11 h 14"/>
                <a:gd name="T2" fmla="*/ 8 w 14"/>
                <a:gd name="T3" fmla="*/ 11 h 14"/>
                <a:gd name="T4" fmla="*/ 1 w 14"/>
                <a:gd name="T5" fmla="*/ 3 h 14"/>
                <a:gd name="T6" fmla="*/ 6 w 14"/>
                <a:gd name="T7" fmla="*/ 2 h 14"/>
                <a:gd name="T8" fmla="*/ 14 w 14"/>
                <a:gd name="T9" fmla="*/ 11 h 14"/>
              </a:gdLst>
              <a:ahLst/>
              <a:cxnLst>
                <a:cxn ang="0">
                  <a:pos x="T0" y="T1"/>
                </a:cxn>
                <a:cxn ang="0">
                  <a:pos x="T2" y="T3"/>
                </a:cxn>
                <a:cxn ang="0">
                  <a:pos x="T4" y="T5"/>
                </a:cxn>
                <a:cxn ang="0">
                  <a:pos x="T6" y="T7"/>
                </a:cxn>
                <a:cxn ang="0">
                  <a:pos x="T8" y="T9"/>
                </a:cxn>
              </a:cxnLst>
              <a:rect l="0" t="0" r="r" b="b"/>
              <a:pathLst>
                <a:path w="14" h="14">
                  <a:moveTo>
                    <a:pt x="14" y="11"/>
                  </a:moveTo>
                  <a:cubicBezTo>
                    <a:pt x="14" y="13"/>
                    <a:pt x="11" y="14"/>
                    <a:pt x="8" y="11"/>
                  </a:cubicBezTo>
                  <a:cubicBezTo>
                    <a:pt x="4" y="9"/>
                    <a:pt x="2" y="6"/>
                    <a:pt x="1" y="3"/>
                  </a:cubicBezTo>
                  <a:cubicBezTo>
                    <a:pt x="0" y="1"/>
                    <a:pt x="2" y="0"/>
                    <a:pt x="6" y="2"/>
                  </a:cubicBezTo>
                  <a:cubicBezTo>
                    <a:pt x="9" y="3"/>
                    <a:pt x="13" y="8"/>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9" name="Freeform 2450">
              <a:extLst>
                <a:ext uri="{FF2B5EF4-FFF2-40B4-BE49-F238E27FC236}">
                  <a16:creationId xmlns:a16="http://schemas.microsoft.com/office/drawing/2014/main" id="{DC23095F-DD7A-2718-C15B-D43C60461B92}"/>
                </a:ext>
              </a:extLst>
            </p:cNvPr>
            <p:cNvSpPr>
              <a:spLocks/>
            </p:cNvSpPr>
            <p:nvPr/>
          </p:nvSpPr>
          <p:spPr bwMode="auto">
            <a:xfrm rot="5094805">
              <a:off x="1008528" y="1797238"/>
              <a:ext cx="34275" cy="31990"/>
            </a:xfrm>
            <a:custGeom>
              <a:avLst/>
              <a:gdLst>
                <a:gd name="T0" fmla="*/ 13 w 14"/>
                <a:gd name="T1" fmla="*/ 10 h 13"/>
                <a:gd name="T2" fmla="*/ 7 w 14"/>
                <a:gd name="T3" fmla="*/ 11 h 13"/>
                <a:gd name="T4" fmla="*/ 0 w 14"/>
                <a:gd name="T5" fmla="*/ 3 h 13"/>
                <a:gd name="T6" fmla="*/ 6 w 14"/>
                <a:gd name="T7" fmla="*/ 2 h 13"/>
                <a:gd name="T8" fmla="*/ 13 w 14"/>
                <a:gd name="T9" fmla="*/ 10 h 13"/>
              </a:gdLst>
              <a:ahLst/>
              <a:cxnLst>
                <a:cxn ang="0">
                  <a:pos x="T0" y="T1"/>
                </a:cxn>
                <a:cxn ang="0">
                  <a:pos x="T2" y="T3"/>
                </a:cxn>
                <a:cxn ang="0">
                  <a:pos x="T4" y="T5"/>
                </a:cxn>
                <a:cxn ang="0">
                  <a:pos x="T6" y="T7"/>
                </a:cxn>
                <a:cxn ang="0">
                  <a:pos x="T8" y="T9"/>
                </a:cxn>
              </a:cxnLst>
              <a:rect l="0" t="0" r="r" b="b"/>
              <a:pathLst>
                <a:path w="14" h="13">
                  <a:moveTo>
                    <a:pt x="13" y="10"/>
                  </a:moveTo>
                  <a:cubicBezTo>
                    <a:pt x="14" y="12"/>
                    <a:pt x="11" y="13"/>
                    <a:pt x="7" y="11"/>
                  </a:cubicBezTo>
                  <a:cubicBezTo>
                    <a:pt x="4" y="9"/>
                    <a:pt x="1" y="6"/>
                    <a:pt x="0" y="3"/>
                  </a:cubicBezTo>
                  <a:cubicBezTo>
                    <a:pt x="0" y="1"/>
                    <a:pt x="2" y="0"/>
                    <a:pt x="6" y="2"/>
                  </a:cubicBezTo>
                  <a:cubicBezTo>
                    <a:pt x="9" y="3"/>
                    <a:pt x="13" y="7"/>
                    <a:pt x="1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0" name="Freeform 2451">
              <a:extLst>
                <a:ext uri="{FF2B5EF4-FFF2-40B4-BE49-F238E27FC236}">
                  <a16:creationId xmlns:a16="http://schemas.microsoft.com/office/drawing/2014/main" id="{3683C0E3-AFA7-379E-5154-D90B090334E7}"/>
                </a:ext>
              </a:extLst>
            </p:cNvPr>
            <p:cNvSpPr>
              <a:spLocks/>
            </p:cNvSpPr>
            <p:nvPr/>
          </p:nvSpPr>
          <p:spPr bwMode="auto">
            <a:xfrm rot="5094805">
              <a:off x="934911" y="2003360"/>
              <a:ext cx="34275" cy="27420"/>
            </a:xfrm>
            <a:custGeom>
              <a:avLst/>
              <a:gdLst>
                <a:gd name="T0" fmla="*/ 14 w 14"/>
                <a:gd name="T1" fmla="*/ 8 h 11"/>
                <a:gd name="T2" fmla="*/ 8 w 14"/>
                <a:gd name="T3" fmla="*/ 10 h 11"/>
                <a:gd name="T4" fmla="*/ 1 w 14"/>
                <a:gd name="T5" fmla="*/ 3 h 11"/>
                <a:gd name="T6" fmla="*/ 6 w 14"/>
                <a:gd name="T7" fmla="*/ 1 h 11"/>
                <a:gd name="T8" fmla="*/ 14 w 14"/>
                <a:gd name="T9" fmla="*/ 8 h 11"/>
              </a:gdLst>
              <a:ahLst/>
              <a:cxnLst>
                <a:cxn ang="0">
                  <a:pos x="T0" y="T1"/>
                </a:cxn>
                <a:cxn ang="0">
                  <a:pos x="T2" y="T3"/>
                </a:cxn>
                <a:cxn ang="0">
                  <a:pos x="T4" y="T5"/>
                </a:cxn>
                <a:cxn ang="0">
                  <a:pos x="T6" y="T7"/>
                </a:cxn>
                <a:cxn ang="0">
                  <a:pos x="T8" y="T9"/>
                </a:cxn>
              </a:cxnLst>
              <a:rect l="0" t="0" r="r" b="b"/>
              <a:pathLst>
                <a:path w="14" h="11">
                  <a:moveTo>
                    <a:pt x="14" y="8"/>
                  </a:moveTo>
                  <a:cubicBezTo>
                    <a:pt x="14" y="10"/>
                    <a:pt x="11" y="11"/>
                    <a:pt x="8" y="10"/>
                  </a:cubicBezTo>
                  <a:cubicBezTo>
                    <a:pt x="4" y="8"/>
                    <a:pt x="2" y="6"/>
                    <a:pt x="1" y="3"/>
                  </a:cubicBezTo>
                  <a:cubicBezTo>
                    <a:pt x="0" y="1"/>
                    <a:pt x="2" y="0"/>
                    <a:pt x="6" y="1"/>
                  </a:cubicBezTo>
                  <a:cubicBezTo>
                    <a:pt x="9" y="2"/>
                    <a:pt x="13" y="5"/>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1" name="Freeform 2452">
              <a:extLst>
                <a:ext uri="{FF2B5EF4-FFF2-40B4-BE49-F238E27FC236}">
                  <a16:creationId xmlns:a16="http://schemas.microsoft.com/office/drawing/2014/main" id="{743EC2C9-73EB-DF87-20DB-C8421556DAE8}"/>
                </a:ext>
              </a:extLst>
            </p:cNvPr>
            <p:cNvSpPr>
              <a:spLocks/>
            </p:cNvSpPr>
            <p:nvPr/>
          </p:nvSpPr>
          <p:spPr bwMode="auto">
            <a:xfrm rot="5094805">
              <a:off x="893361" y="2206638"/>
              <a:ext cx="34275" cy="27420"/>
            </a:xfrm>
            <a:custGeom>
              <a:avLst/>
              <a:gdLst>
                <a:gd name="T0" fmla="*/ 14 w 14"/>
                <a:gd name="T1" fmla="*/ 7 h 11"/>
                <a:gd name="T2" fmla="*/ 7 w 14"/>
                <a:gd name="T3" fmla="*/ 10 h 11"/>
                <a:gd name="T4" fmla="*/ 0 w 14"/>
                <a:gd name="T5" fmla="*/ 4 h 11"/>
                <a:gd name="T6" fmla="*/ 7 w 14"/>
                <a:gd name="T7" fmla="*/ 1 h 11"/>
                <a:gd name="T8" fmla="*/ 14 w 14"/>
                <a:gd name="T9" fmla="*/ 7 h 11"/>
              </a:gdLst>
              <a:ahLst/>
              <a:cxnLst>
                <a:cxn ang="0">
                  <a:pos x="T0" y="T1"/>
                </a:cxn>
                <a:cxn ang="0">
                  <a:pos x="T2" y="T3"/>
                </a:cxn>
                <a:cxn ang="0">
                  <a:pos x="T4" y="T5"/>
                </a:cxn>
                <a:cxn ang="0">
                  <a:pos x="T6" y="T7"/>
                </a:cxn>
                <a:cxn ang="0">
                  <a:pos x="T8" y="T9"/>
                </a:cxn>
              </a:cxnLst>
              <a:rect l="0" t="0" r="r" b="b"/>
              <a:pathLst>
                <a:path w="14" h="11">
                  <a:moveTo>
                    <a:pt x="14" y="7"/>
                  </a:moveTo>
                  <a:cubicBezTo>
                    <a:pt x="14" y="10"/>
                    <a:pt x="10" y="11"/>
                    <a:pt x="7" y="10"/>
                  </a:cubicBezTo>
                  <a:cubicBezTo>
                    <a:pt x="4" y="9"/>
                    <a:pt x="1" y="6"/>
                    <a:pt x="0" y="4"/>
                  </a:cubicBezTo>
                  <a:cubicBezTo>
                    <a:pt x="0" y="2"/>
                    <a:pt x="3" y="0"/>
                    <a:pt x="7" y="1"/>
                  </a:cubicBezTo>
                  <a:cubicBezTo>
                    <a:pt x="10" y="2"/>
                    <a:pt x="13" y="5"/>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2" name="Freeform 2453">
              <a:extLst>
                <a:ext uri="{FF2B5EF4-FFF2-40B4-BE49-F238E27FC236}">
                  <a16:creationId xmlns:a16="http://schemas.microsoft.com/office/drawing/2014/main" id="{9D209C48-8BF0-8ACD-6E4C-5EF01B041672}"/>
                </a:ext>
              </a:extLst>
            </p:cNvPr>
            <p:cNvSpPr>
              <a:spLocks/>
            </p:cNvSpPr>
            <p:nvPr/>
          </p:nvSpPr>
          <p:spPr bwMode="auto">
            <a:xfrm rot="5094805">
              <a:off x="891235" y="2402960"/>
              <a:ext cx="34275" cy="25135"/>
            </a:xfrm>
            <a:custGeom>
              <a:avLst/>
              <a:gdLst>
                <a:gd name="T0" fmla="*/ 1 w 14"/>
                <a:gd name="T1" fmla="*/ 6 h 10"/>
                <a:gd name="T2" fmla="*/ 6 w 14"/>
                <a:gd name="T3" fmla="*/ 1 h 10"/>
                <a:gd name="T4" fmla="*/ 14 w 14"/>
                <a:gd name="T5" fmla="*/ 5 h 10"/>
                <a:gd name="T6" fmla="*/ 9 w 14"/>
                <a:gd name="T7" fmla="*/ 9 h 10"/>
                <a:gd name="T8" fmla="*/ 1 w 14"/>
                <a:gd name="T9" fmla="*/ 6 h 10"/>
              </a:gdLst>
              <a:ahLst/>
              <a:cxnLst>
                <a:cxn ang="0">
                  <a:pos x="T0" y="T1"/>
                </a:cxn>
                <a:cxn ang="0">
                  <a:pos x="T2" y="T3"/>
                </a:cxn>
                <a:cxn ang="0">
                  <a:pos x="T4" y="T5"/>
                </a:cxn>
                <a:cxn ang="0">
                  <a:pos x="T6" y="T7"/>
                </a:cxn>
                <a:cxn ang="0">
                  <a:pos x="T8" y="T9"/>
                </a:cxn>
              </a:cxnLst>
              <a:rect l="0" t="0" r="r" b="b"/>
              <a:pathLst>
                <a:path w="14" h="10">
                  <a:moveTo>
                    <a:pt x="1" y="6"/>
                  </a:moveTo>
                  <a:cubicBezTo>
                    <a:pt x="0" y="3"/>
                    <a:pt x="3" y="1"/>
                    <a:pt x="6" y="1"/>
                  </a:cubicBezTo>
                  <a:cubicBezTo>
                    <a:pt x="9" y="0"/>
                    <a:pt x="13" y="2"/>
                    <a:pt x="14" y="5"/>
                  </a:cubicBezTo>
                  <a:cubicBezTo>
                    <a:pt x="14" y="7"/>
                    <a:pt x="12" y="9"/>
                    <a:pt x="9" y="9"/>
                  </a:cubicBezTo>
                  <a:cubicBezTo>
                    <a:pt x="6" y="10"/>
                    <a:pt x="2" y="8"/>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3" name="Freeform 2454">
              <a:extLst>
                <a:ext uri="{FF2B5EF4-FFF2-40B4-BE49-F238E27FC236}">
                  <a16:creationId xmlns:a16="http://schemas.microsoft.com/office/drawing/2014/main" id="{1CE4B607-41A2-6E37-E918-8657B1EC7A72}"/>
                </a:ext>
              </a:extLst>
            </p:cNvPr>
            <p:cNvSpPr>
              <a:spLocks/>
            </p:cNvSpPr>
            <p:nvPr/>
          </p:nvSpPr>
          <p:spPr bwMode="auto">
            <a:xfrm rot="5094805">
              <a:off x="931215" y="2594392"/>
              <a:ext cx="34275" cy="25135"/>
            </a:xfrm>
            <a:custGeom>
              <a:avLst/>
              <a:gdLst>
                <a:gd name="T0" fmla="*/ 8 w 14"/>
                <a:gd name="T1" fmla="*/ 9 h 10"/>
                <a:gd name="T2" fmla="*/ 0 w 14"/>
                <a:gd name="T3" fmla="*/ 6 h 10"/>
                <a:gd name="T4" fmla="*/ 7 w 14"/>
                <a:gd name="T5" fmla="*/ 0 h 10"/>
                <a:gd name="T6" fmla="*/ 13 w 14"/>
                <a:gd name="T7" fmla="*/ 3 h 10"/>
                <a:gd name="T8" fmla="*/ 8 w 14"/>
                <a:gd name="T9" fmla="*/ 9 h 10"/>
              </a:gdLst>
              <a:ahLst/>
              <a:cxnLst>
                <a:cxn ang="0">
                  <a:pos x="T0" y="T1"/>
                </a:cxn>
                <a:cxn ang="0">
                  <a:pos x="T2" y="T3"/>
                </a:cxn>
                <a:cxn ang="0">
                  <a:pos x="T4" y="T5"/>
                </a:cxn>
                <a:cxn ang="0">
                  <a:pos x="T6" y="T7"/>
                </a:cxn>
                <a:cxn ang="0">
                  <a:pos x="T8" y="T9"/>
                </a:cxn>
              </a:cxnLst>
              <a:rect l="0" t="0" r="r" b="b"/>
              <a:pathLst>
                <a:path w="14" h="10">
                  <a:moveTo>
                    <a:pt x="8" y="9"/>
                  </a:moveTo>
                  <a:cubicBezTo>
                    <a:pt x="5" y="10"/>
                    <a:pt x="1" y="8"/>
                    <a:pt x="0" y="6"/>
                  </a:cubicBezTo>
                  <a:cubicBezTo>
                    <a:pt x="0" y="3"/>
                    <a:pt x="3" y="0"/>
                    <a:pt x="7" y="0"/>
                  </a:cubicBezTo>
                  <a:cubicBezTo>
                    <a:pt x="10" y="0"/>
                    <a:pt x="12" y="1"/>
                    <a:pt x="13" y="3"/>
                  </a:cubicBezTo>
                  <a:cubicBezTo>
                    <a:pt x="14" y="6"/>
                    <a:pt x="12" y="9"/>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4" name="Freeform 2455">
              <a:extLst>
                <a:ext uri="{FF2B5EF4-FFF2-40B4-BE49-F238E27FC236}">
                  <a16:creationId xmlns:a16="http://schemas.microsoft.com/office/drawing/2014/main" id="{98974C37-0F6A-A433-FE54-1685BD5FFE75}"/>
                </a:ext>
              </a:extLst>
            </p:cNvPr>
            <p:cNvSpPr>
              <a:spLocks/>
            </p:cNvSpPr>
            <p:nvPr/>
          </p:nvSpPr>
          <p:spPr bwMode="auto">
            <a:xfrm rot="5094805">
              <a:off x="989508" y="2784301"/>
              <a:ext cx="31990" cy="27420"/>
            </a:xfrm>
            <a:custGeom>
              <a:avLst/>
              <a:gdLst>
                <a:gd name="T0" fmla="*/ 13 w 13"/>
                <a:gd name="T1" fmla="*/ 5 h 11"/>
                <a:gd name="T2" fmla="*/ 6 w 13"/>
                <a:gd name="T3" fmla="*/ 11 h 11"/>
                <a:gd name="T4" fmla="*/ 0 w 13"/>
                <a:gd name="T5" fmla="*/ 8 h 11"/>
                <a:gd name="T6" fmla="*/ 6 w 13"/>
                <a:gd name="T7" fmla="*/ 1 h 11"/>
                <a:gd name="T8" fmla="*/ 13 w 13"/>
                <a:gd name="T9" fmla="*/ 5 h 11"/>
              </a:gdLst>
              <a:ahLst/>
              <a:cxnLst>
                <a:cxn ang="0">
                  <a:pos x="T0" y="T1"/>
                </a:cxn>
                <a:cxn ang="0">
                  <a:pos x="T2" y="T3"/>
                </a:cxn>
                <a:cxn ang="0">
                  <a:pos x="T4" y="T5"/>
                </a:cxn>
                <a:cxn ang="0">
                  <a:pos x="T6" y="T7"/>
                </a:cxn>
                <a:cxn ang="0">
                  <a:pos x="T8" y="T9"/>
                </a:cxn>
              </a:cxnLst>
              <a:rect l="0" t="0" r="r" b="b"/>
              <a:pathLst>
                <a:path w="13" h="11">
                  <a:moveTo>
                    <a:pt x="13" y="5"/>
                  </a:moveTo>
                  <a:cubicBezTo>
                    <a:pt x="13" y="8"/>
                    <a:pt x="10" y="11"/>
                    <a:pt x="6" y="11"/>
                  </a:cubicBezTo>
                  <a:cubicBezTo>
                    <a:pt x="3" y="11"/>
                    <a:pt x="0" y="10"/>
                    <a:pt x="0" y="8"/>
                  </a:cubicBezTo>
                  <a:cubicBezTo>
                    <a:pt x="0" y="5"/>
                    <a:pt x="3" y="2"/>
                    <a:pt x="6" y="1"/>
                  </a:cubicBezTo>
                  <a:cubicBezTo>
                    <a:pt x="10" y="0"/>
                    <a:pt x="13" y="3"/>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5" name="Freeform 2456">
              <a:extLst>
                <a:ext uri="{FF2B5EF4-FFF2-40B4-BE49-F238E27FC236}">
                  <a16:creationId xmlns:a16="http://schemas.microsoft.com/office/drawing/2014/main" id="{C8960025-B4AC-AD82-62EA-D931198C9BDB}"/>
                </a:ext>
              </a:extLst>
            </p:cNvPr>
            <p:cNvSpPr>
              <a:spLocks/>
            </p:cNvSpPr>
            <p:nvPr/>
          </p:nvSpPr>
          <p:spPr bwMode="auto">
            <a:xfrm rot="5094805">
              <a:off x="1056694" y="2970920"/>
              <a:ext cx="34275" cy="29705"/>
            </a:xfrm>
            <a:custGeom>
              <a:avLst/>
              <a:gdLst>
                <a:gd name="T0" fmla="*/ 8 w 14"/>
                <a:gd name="T1" fmla="*/ 11 h 12"/>
                <a:gd name="T2" fmla="*/ 0 w 14"/>
                <a:gd name="T3" fmla="*/ 8 h 12"/>
                <a:gd name="T4" fmla="*/ 6 w 14"/>
                <a:gd name="T5" fmla="*/ 1 h 12"/>
                <a:gd name="T6" fmla="*/ 13 w 14"/>
                <a:gd name="T7" fmla="*/ 4 h 12"/>
                <a:gd name="T8" fmla="*/ 8 w 14"/>
                <a:gd name="T9" fmla="*/ 11 h 12"/>
              </a:gdLst>
              <a:ahLst/>
              <a:cxnLst>
                <a:cxn ang="0">
                  <a:pos x="T0" y="T1"/>
                </a:cxn>
                <a:cxn ang="0">
                  <a:pos x="T2" y="T3"/>
                </a:cxn>
                <a:cxn ang="0">
                  <a:pos x="T4" y="T5"/>
                </a:cxn>
                <a:cxn ang="0">
                  <a:pos x="T6" y="T7"/>
                </a:cxn>
                <a:cxn ang="0">
                  <a:pos x="T8" y="T9"/>
                </a:cxn>
              </a:cxnLst>
              <a:rect l="0" t="0" r="r" b="b"/>
              <a:pathLst>
                <a:path w="14" h="12">
                  <a:moveTo>
                    <a:pt x="8" y="11"/>
                  </a:moveTo>
                  <a:cubicBezTo>
                    <a:pt x="4" y="12"/>
                    <a:pt x="1" y="11"/>
                    <a:pt x="0" y="8"/>
                  </a:cubicBezTo>
                  <a:cubicBezTo>
                    <a:pt x="0" y="5"/>
                    <a:pt x="3" y="1"/>
                    <a:pt x="6" y="1"/>
                  </a:cubicBezTo>
                  <a:cubicBezTo>
                    <a:pt x="10" y="0"/>
                    <a:pt x="12" y="1"/>
                    <a:pt x="13" y="4"/>
                  </a:cubicBezTo>
                  <a:cubicBezTo>
                    <a:pt x="14" y="7"/>
                    <a:pt x="12" y="10"/>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6" name="Freeform 2457">
              <a:extLst>
                <a:ext uri="{FF2B5EF4-FFF2-40B4-BE49-F238E27FC236}">
                  <a16:creationId xmlns:a16="http://schemas.microsoft.com/office/drawing/2014/main" id="{66FC7F79-9562-931E-26FD-855ABAF26D05}"/>
                </a:ext>
              </a:extLst>
            </p:cNvPr>
            <p:cNvSpPr>
              <a:spLocks/>
            </p:cNvSpPr>
            <p:nvPr/>
          </p:nvSpPr>
          <p:spPr bwMode="auto">
            <a:xfrm rot="5094805">
              <a:off x="1137342" y="3154251"/>
              <a:ext cx="31990" cy="31990"/>
            </a:xfrm>
            <a:custGeom>
              <a:avLst/>
              <a:gdLst>
                <a:gd name="T0" fmla="*/ 13 w 13"/>
                <a:gd name="T1" fmla="*/ 5 h 13"/>
                <a:gd name="T2" fmla="*/ 7 w 13"/>
                <a:gd name="T3" fmla="*/ 12 h 13"/>
                <a:gd name="T4" fmla="*/ 0 w 13"/>
                <a:gd name="T5" fmla="*/ 9 h 13"/>
                <a:gd name="T6" fmla="*/ 7 w 13"/>
                <a:gd name="T7" fmla="*/ 1 h 13"/>
                <a:gd name="T8" fmla="*/ 13 w 13"/>
                <a:gd name="T9" fmla="*/ 5 h 13"/>
              </a:gdLst>
              <a:ahLst/>
              <a:cxnLst>
                <a:cxn ang="0">
                  <a:pos x="T0" y="T1"/>
                </a:cxn>
                <a:cxn ang="0">
                  <a:pos x="T2" y="T3"/>
                </a:cxn>
                <a:cxn ang="0">
                  <a:pos x="T4" y="T5"/>
                </a:cxn>
                <a:cxn ang="0">
                  <a:pos x="T6" y="T7"/>
                </a:cxn>
                <a:cxn ang="0">
                  <a:pos x="T8" y="T9"/>
                </a:cxn>
              </a:cxnLst>
              <a:rect l="0" t="0" r="r" b="b"/>
              <a:pathLst>
                <a:path w="13" h="13">
                  <a:moveTo>
                    <a:pt x="13" y="5"/>
                  </a:moveTo>
                  <a:cubicBezTo>
                    <a:pt x="13" y="8"/>
                    <a:pt x="10" y="11"/>
                    <a:pt x="7" y="12"/>
                  </a:cubicBezTo>
                  <a:cubicBezTo>
                    <a:pt x="4" y="13"/>
                    <a:pt x="1" y="11"/>
                    <a:pt x="0" y="9"/>
                  </a:cubicBezTo>
                  <a:cubicBezTo>
                    <a:pt x="0" y="6"/>
                    <a:pt x="3" y="2"/>
                    <a:pt x="7" y="1"/>
                  </a:cubicBezTo>
                  <a:cubicBezTo>
                    <a:pt x="10" y="0"/>
                    <a:pt x="13" y="2"/>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7" name="Freeform 2458">
              <a:extLst>
                <a:ext uri="{FF2B5EF4-FFF2-40B4-BE49-F238E27FC236}">
                  <a16:creationId xmlns:a16="http://schemas.microsoft.com/office/drawing/2014/main" id="{FAA0246B-8757-1A28-8B36-275D247074BF}"/>
                </a:ext>
              </a:extLst>
            </p:cNvPr>
            <p:cNvSpPr>
              <a:spLocks/>
            </p:cNvSpPr>
            <p:nvPr/>
          </p:nvSpPr>
          <p:spPr bwMode="auto">
            <a:xfrm rot="5094805">
              <a:off x="1221694" y="3342672"/>
              <a:ext cx="36560" cy="29705"/>
            </a:xfrm>
            <a:custGeom>
              <a:avLst/>
              <a:gdLst>
                <a:gd name="T0" fmla="*/ 14 w 14"/>
                <a:gd name="T1" fmla="*/ 4 h 12"/>
                <a:gd name="T2" fmla="*/ 8 w 14"/>
                <a:gd name="T3" fmla="*/ 11 h 12"/>
                <a:gd name="T4" fmla="*/ 1 w 14"/>
                <a:gd name="T5" fmla="*/ 9 h 12"/>
                <a:gd name="T6" fmla="*/ 6 w 14"/>
                <a:gd name="T7" fmla="*/ 2 h 12"/>
                <a:gd name="T8" fmla="*/ 14 w 14"/>
                <a:gd name="T9" fmla="*/ 4 h 12"/>
              </a:gdLst>
              <a:ahLst/>
              <a:cxnLst>
                <a:cxn ang="0">
                  <a:pos x="T0" y="T1"/>
                </a:cxn>
                <a:cxn ang="0">
                  <a:pos x="T2" y="T3"/>
                </a:cxn>
                <a:cxn ang="0">
                  <a:pos x="T4" y="T5"/>
                </a:cxn>
                <a:cxn ang="0">
                  <a:pos x="T6" y="T7"/>
                </a:cxn>
                <a:cxn ang="0">
                  <a:pos x="T8" y="T9"/>
                </a:cxn>
              </a:cxnLst>
              <a:rect l="0" t="0" r="r" b="b"/>
              <a:pathLst>
                <a:path w="14" h="12">
                  <a:moveTo>
                    <a:pt x="14" y="4"/>
                  </a:moveTo>
                  <a:cubicBezTo>
                    <a:pt x="14" y="6"/>
                    <a:pt x="11" y="10"/>
                    <a:pt x="8" y="11"/>
                  </a:cubicBezTo>
                  <a:cubicBezTo>
                    <a:pt x="4" y="12"/>
                    <a:pt x="2" y="12"/>
                    <a:pt x="1" y="9"/>
                  </a:cubicBezTo>
                  <a:cubicBezTo>
                    <a:pt x="0" y="7"/>
                    <a:pt x="2" y="3"/>
                    <a:pt x="6" y="2"/>
                  </a:cubicBezTo>
                  <a:cubicBezTo>
                    <a:pt x="9" y="0"/>
                    <a:pt x="13" y="1"/>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8" name="Freeform 2459">
              <a:extLst>
                <a:ext uri="{FF2B5EF4-FFF2-40B4-BE49-F238E27FC236}">
                  <a16:creationId xmlns:a16="http://schemas.microsoft.com/office/drawing/2014/main" id="{D1ADF2D9-76BD-B5DD-D167-015B3BA15674}"/>
                </a:ext>
              </a:extLst>
            </p:cNvPr>
            <p:cNvSpPr>
              <a:spLocks/>
            </p:cNvSpPr>
            <p:nvPr/>
          </p:nvSpPr>
          <p:spPr bwMode="auto">
            <a:xfrm rot="5094805">
              <a:off x="1316201" y="3529348"/>
              <a:ext cx="34275" cy="27420"/>
            </a:xfrm>
            <a:custGeom>
              <a:avLst/>
              <a:gdLst>
                <a:gd name="T0" fmla="*/ 6 w 14"/>
                <a:gd name="T1" fmla="*/ 1 h 11"/>
                <a:gd name="T2" fmla="*/ 14 w 14"/>
                <a:gd name="T3" fmla="*/ 3 h 11"/>
                <a:gd name="T4" fmla="*/ 9 w 14"/>
                <a:gd name="T5" fmla="*/ 9 h 11"/>
                <a:gd name="T6" fmla="*/ 1 w 14"/>
                <a:gd name="T7" fmla="*/ 8 h 11"/>
                <a:gd name="T8" fmla="*/ 6 w 14"/>
                <a:gd name="T9" fmla="*/ 1 h 11"/>
              </a:gdLst>
              <a:ahLst/>
              <a:cxnLst>
                <a:cxn ang="0">
                  <a:pos x="T0" y="T1"/>
                </a:cxn>
                <a:cxn ang="0">
                  <a:pos x="T2" y="T3"/>
                </a:cxn>
                <a:cxn ang="0">
                  <a:pos x="T4" y="T5"/>
                </a:cxn>
                <a:cxn ang="0">
                  <a:pos x="T6" y="T7"/>
                </a:cxn>
                <a:cxn ang="0">
                  <a:pos x="T8" y="T9"/>
                </a:cxn>
              </a:cxnLst>
              <a:rect l="0" t="0" r="r" b="b"/>
              <a:pathLst>
                <a:path w="14" h="11">
                  <a:moveTo>
                    <a:pt x="6" y="1"/>
                  </a:moveTo>
                  <a:cubicBezTo>
                    <a:pt x="9" y="0"/>
                    <a:pt x="13" y="0"/>
                    <a:pt x="14" y="3"/>
                  </a:cubicBezTo>
                  <a:cubicBezTo>
                    <a:pt x="14" y="4"/>
                    <a:pt x="12" y="8"/>
                    <a:pt x="9" y="9"/>
                  </a:cubicBezTo>
                  <a:cubicBezTo>
                    <a:pt x="6" y="11"/>
                    <a:pt x="2" y="10"/>
                    <a:pt x="1" y="8"/>
                  </a:cubicBezTo>
                  <a:cubicBezTo>
                    <a:pt x="0" y="6"/>
                    <a:pt x="3"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9" name="Freeform 2460">
              <a:extLst>
                <a:ext uri="{FF2B5EF4-FFF2-40B4-BE49-F238E27FC236}">
                  <a16:creationId xmlns:a16="http://schemas.microsoft.com/office/drawing/2014/main" id="{18196667-E0E2-FB6F-4993-9345689C6FC3}"/>
                </a:ext>
              </a:extLst>
            </p:cNvPr>
            <p:cNvSpPr>
              <a:spLocks/>
            </p:cNvSpPr>
            <p:nvPr/>
          </p:nvSpPr>
          <p:spPr bwMode="auto">
            <a:xfrm rot="5094805">
              <a:off x="1415153" y="3715522"/>
              <a:ext cx="34275" cy="22850"/>
            </a:xfrm>
            <a:custGeom>
              <a:avLst/>
              <a:gdLst>
                <a:gd name="T0" fmla="*/ 8 w 14"/>
                <a:gd name="T1" fmla="*/ 9 h 10"/>
                <a:gd name="T2" fmla="*/ 1 w 14"/>
                <a:gd name="T3" fmla="*/ 8 h 10"/>
                <a:gd name="T4" fmla="*/ 7 w 14"/>
                <a:gd name="T5" fmla="*/ 1 h 10"/>
                <a:gd name="T6" fmla="*/ 13 w 14"/>
                <a:gd name="T7" fmla="*/ 2 h 10"/>
                <a:gd name="T8" fmla="*/ 8 w 14"/>
                <a:gd name="T9" fmla="*/ 9 h 10"/>
              </a:gdLst>
              <a:ahLst/>
              <a:cxnLst>
                <a:cxn ang="0">
                  <a:pos x="T0" y="T1"/>
                </a:cxn>
                <a:cxn ang="0">
                  <a:pos x="T2" y="T3"/>
                </a:cxn>
                <a:cxn ang="0">
                  <a:pos x="T4" y="T5"/>
                </a:cxn>
                <a:cxn ang="0">
                  <a:pos x="T6" y="T7"/>
                </a:cxn>
                <a:cxn ang="0">
                  <a:pos x="T8" y="T9"/>
                </a:cxn>
              </a:cxnLst>
              <a:rect l="0" t="0" r="r" b="b"/>
              <a:pathLst>
                <a:path w="14" h="10">
                  <a:moveTo>
                    <a:pt x="8" y="9"/>
                  </a:moveTo>
                  <a:cubicBezTo>
                    <a:pt x="5" y="10"/>
                    <a:pt x="1" y="10"/>
                    <a:pt x="1" y="8"/>
                  </a:cubicBezTo>
                  <a:cubicBezTo>
                    <a:pt x="0" y="6"/>
                    <a:pt x="3" y="2"/>
                    <a:pt x="7" y="1"/>
                  </a:cubicBezTo>
                  <a:cubicBezTo>
                    <a:pt x="10" y="0"/>
                    <a:pt x="13" y="0"/>
                    <a:pt x="13" y="2"/>
                  </a:cubicBezTo>
                  <a:cubicBezTo>
                    <a:pt x="14" y="4"/>
                    <a:pt x="12" y="7"/>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0" name="Freeform 2461">
              <a:extLst>
                <a:ext uri="{FF2B5EF4-FFF2-40B4-BE49-F238E27FC236}">
                  <a16:creationId xmlns:a16="http://schemas.microsoft.com/office/drawing/2014/main" id="{6C2438BA-3D8A-69F9-FE06-56CB34B81600}"/>
                </a:ext>
              </a:extLst>
            </p:cNvPr>
            <p:cNvSpPr>
              <a:spLocks/>
            </p:cNvSpPr>
            <p:nvPr/>
          </p:nvSpPr>
          <p:spPr bwMode="auto">
            <a:xfrm rot="5094805">
              <a:off x="1519699" y="3897868"/>
              <a:ext cx="31990" cy="22850"/>
            </a:xfrm>
            <a:custGeom>
              <a:avLst/>
              <a:gdLst>
                <a:gd name="T0" fmla="*/ 13 w 13"/>
                <a:gd name="T1" fmla="*/ 2 h 9"/>
                <a:gd name="T2" fmla="*/ 7 w 13"/>
                <a:gd name="T3" fmla="*/ 9 h 9"/>
                <a:gd name="T4" fmla="*/ 1 w 13"/>
                <a:gd name="T5" fmla="*/ 7 h 9"/>
                <a:gd name="T6" fmla="*/ 7 w 13"/>
                <a:gd name="T7" fmla="*/ 1 h 9"/>
                <a:gd name="T8" fmla="*/ 13 w 13"/>
                <a:gd name="T9" fmla="*/ 2 h 9"/>
              </a:gdLst>
              <a:ahLst/>
              <a:cxnLst>
                <a:cxn ang="0">
                  <a:pos x="T0" y="T1"/>
                </a:cxn>
                <a:cxn ang="0">
                  <a:pos x="T2" y="T3"/>
                </a:cxn>
                <a:cxn ang="0">
                  <a:pos x="T4" y="T5"/>
                </a:cxn>
                <a:cxn ang="0">
                  <a:pos x="T6" y="T7"/>
                </a:cxn>
                <a:cxn ang="0">
                  <a:pos x="T8" y="T9"/>
                </a:cxn>
              </a:cxnLst>
              <a:rect l="0" t="0" r="r" b="b"/>
              <a:pathLst>
                <a:path w="13" h="9">
                  <a:moveTo>
                    <a:pt x="13" y="2"/>
                  </a:moveTo>
                  <a:cubicBezTo>
                    <a:pt x="13" y="4"/>
                    <a:pt x="10" y="7"/>
                    <a:pt x="7" y="9"/>
                  </a:cubicBezTo>
                  <a:cubicBezTo>
                    <a:pt x="4" y="9"/>
                    <a:pt x="1" y="9"/>
                    <a:pt x="1" y="7"/>
                  </a:cubicBezTo>
                  <a:cubicBezTo>
                    <a:pt x="0" y="6"/>
                    <a:pt x="3" y="3"/>
                    <a:pt x="7" y="1"/>
                  </a:cubicBezTo>
                  <a:cubicBezTo>
                    <a:pt x="10" y="0"/>
                    <a:pt x="13" y="0"/>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1" name="Freeform 2462">
              <a:extLst>
                <a:ext uri="{FF2B5EF4-FFF2-40B4-BE49-F238E27FC236}">
                  <a16:creationId xmlns:a16="http://schemas.microsoft.com/office/drawing/2014/main" id="{7E8C4462-45E7-FB79-E883-A4B43DF1F958}"/>
                </a:ext>
              </a:extLst>
            </p:cNvPr>
            <p:cNvSpPr>
              <a:spLocks/>
            </p:cNvSpPr>
            <p:nvPr/>
          </p:nvSpPr>
          <p:spPr bwMode="auto">
            <a:xfrm rot="5094805">
              <a:off x="1621227" y="4083724"/>
              <a:ext cx="34275" cy="25135"/>
            </a:xfrm>
            <a:custGeom>
              <a:avLst/>
              <a:gdLst>
                <a:gd name="T0" fmla="*/ 9 w 14"/>
                <a:gd name="T1" fmla="*/ 7 h 10"/>
                <a:gd name="T2" fmla="*/ 1 w 14"/>
                <a:gd name="T3" fmla="*/ 8 h 10"/>
                <a:gd name="T4" fmla="*/ 8 w 14"/>
                <a:gd name="T5" fmla="*/ 2 h 10"/>
                <a:gd name="T6" fmla="*/ 13 w 14"/>
                <a:gd name="T7" fmla="*/ 3 h 10"/>
                <a:gd name="T8" fmla="*/ 9 w 14"/>
                <a:gd name="T9" fmla="*/ 7 h 10"/>
              </a:gdLst>
              <a:ahLst/>
              <a:cxnLst>
                <a:cxn ang="0">
                  <a:pos x="T0" y="T1"/>
                </a:cxn>
                <a:cxn ang="0">
                  <a:pos x="T2" y="T3"/>
                </a:cxn>
                <a:cxn ang="0">
                  <a:pos x="T4" y="T5"/>
                </a:cxn>
                <a:cxn ang="0">
                  <a:pos x="T6" y="T7"/>
                </a:cxn>
                <a:cxn ang="0">
                  <a:pos x="T8" y="T9"/>
                </a:cxn>
              </a:cxnLst>
              <a:rect l="0" t="0" r="r" b="b"/>
              <a:pathLst>
                <a:path w="14" h="10">
                  <a:moveTo>
                    <a:pt x="9" y="7"/>
                  </a:moveTo>
                  <a:cubicBezTo>
                    <a:pt x="3" y="10"/>
                    <a:pt x="0" y="9"/>
                    <a:pt x="1" y="8"/>
                  </a:cubicBezTo>
                  <a:cubicBezTo>
                    <a:pt x="1" y="6"/>
                    <a:pt x="4" y="3"/>
                    <a:pt x="8" y="2"/>
                  </a:cubicBezTo>
                  <a:cubicBezTo>
                    <a:pt x="11" y="0"/>
                    <a:pt x="14" y="1"/>
                    <a:pt x="13" y="3"/>
                  </a:cubicBezTo>
                  <a:cubicBezTo>
                    <a:pt x="12" y="4"/>
                    <a:pt x="10" y="6"/>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2" name="Freeform 2463">
              <a:extLst>
                <a:ext uri="{FF2B5EF4-FFF2-40B4-BE49-F238E27FC236}">
                  <a16:creationId xmlns:a16="http://schemas.microsoft.com/office/drawing/2014/main" id="{886082C2-5126-A3D5-4FB9-DA04078F18C6}"/>
                </a:ext>
              </a:extLst>
            </p:cNvPr>
            <p:cNvSpPr>
              <a:spLocks/>
            </p:cNvSpPr>
            <p:nvPr/>
          </p:nvSpPr>
          <p:spPr bwMode="auto">
            <a:xfrm rot="5094805">
              <a:off x="1211117" y="1378905"/>
              <a:ext cx="34275" cy="34275"/>
            </a:xfrm>
            <a:custGeom>
              <a:avLst/>
              <a:gdLst>
                <a:gd name="T0" fmla="*/ 8 w 14"/>
                <a:gd name="T1" fmla="*/ 13 h 14"/>
                <a:gd name="T2" fmla="*/ 0 w 14"/>
                <a:gd name="T3" fmla="*/ 3 h 14"/>
                <a:gd name="T4" fmla="*/ 7 w 14"/>
                <a:gd name="T5" fmla="*/ 3 h 14"/>
                <a:gd name="T6" fmla="*/ 13 w 14"/>
                <a:gd name="T7" fmla="*/ 13 h 14"/>
                <a:gd name="T8" fmla="*/ 8 w 14"/>
                <a:gd name="T9" fmla="*/ 13 h 14"/>
              </a:gdLst>
              <a:ahLst/>
              <a:cxnLst>
                <a:cxn ang="0">
                  <a:pos x="T0" y="T1"/>
                </a:cxn>
                <a:cxn ang="0">
                  <a:pos x="T2" y="T3"/>
                </a:cxn>
                <a:cxn ang="0">
                  <a:pos x="T4" y="T5"/>
                </a:cxn>
                <a:cxn ang="0">
                  <a:pos x="T6" y="T7"/>
                </a:cxn>
                <a:cxn ang="0">
                  <a:pos x="T8" y="T9"/>
                </a:cxn>
              </a:cxnLst>
              <a:rect l="0" t="0" r="r" b="b"/>
              <a:pathLst>
                <a:path w="14" h="14">
                  <a:moveTo>
                    <a:pt x="8" y="13"/>
                  </a:moveTo>
                  <a:cubicBezTo>
                    <a:pt x="3" y="9"/>
                    <a:pt x="0" y="5"/>
                    <a:pt x="0" y="3"/>
                  </a:cubicBezTo>
                  <a:cubicBezTo>
                    <a:pt x="0" y="0"/>
                    <a:pt x="4" y="1"/>
                    <a:pt x="7" y="3"/>
                  </a:cubicBezTo>
                  <a:cubicBezTo>
                    <a:pt x="11" y="6"/>
                    <a:pt x="14" y="11"/>
                    <a:pt x="13" y="13"/>
                  </a:cubicBezTo>
                  <a:cubicBezTo>
                    <a:pt x="12" y="14"/>
                    <a:pt x="10" y="13"/>
                    <a:pt x="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3" name="Freeform 2464">
              <a:extLst>
                <a:ext uri="{FF2B5EF4-FFF2-40B4-BE49-F238E27FC236}">
                  <a16:creationId xmlns:a16="http://schemas.microsoft.com/office/drawing/2014/main" id="{55B7E893-7837-E059-3B5E-FD87BDAE1178}"/>
                </a:ext>
              </a:extLst>
            </p:cNvPr>
            <p:cNvSpPr>
              <a:spLocks/>
            </p:cNvSpPr>
            <p:nvPr/>
          </p:nvSpPr>
          <p:spPr bwMode="auto">
            <a:xfrm rot="5094805">
              <a:off x="1317330" y="1166435"/>
              <a:ext cx="34275" cy="36560"/>
            </a:xfrm>
            <a:custGeom>
              <a:avLst/>
              <a:gdLst>
                <a:gd name="T0" fmla="*/ 14 w 14"/>
                <a:gd name="T1" fmla="*/ 12 h 15"/>
                <a:gd name="T2" fmla="*/ 7 w 14"/>
                <a:gd name="T3" fmla="*/ 12 h 15"/>
                <a:gd name="T4" fmla="*/ 0 w 14"/>
                <a:gd name="T5" fmla="*/ 4 h 15"/>
                <a:gd name="T6" fmla="*/ 6 w 14"/>
                <a:gd name="T7" fmla="*/ 2 h 15"/>
                <a:gd name="T8" fmla="*/ 14 w 14"/>
                <a:gd name="T9" fmla="*/ 12 h 15"/>
              </a:gdLst>
              <a:ahLst/>
              <a:cxnLst>
                <a:cxn ang="0">
                  <a:pos x="T0" y="T1"/>
                </a:cxn>
                <a:cxn ang="0">
                  <a:pos x="T2" y="T3"/>
                </a:cxn>
                <a:cxn ang="0">
                  <a:pos x="T4" y="T5"/>
                </a:cxn>
                <a:cxn ang="0">
                  <a:pos x="T6" y="T7"/>
                </a:cxn>
                <a:cxn ang="0">
                  <a:pos x="T8" y="T9"/>
                </a:cxn>
              </a:cxnLst>
              <a:rect l="0" t="0" r="r" b="b"/>
              <a:pathLst>
                <a:path w="14" h="15">
                  <a:moveTo>
                    <a:pt x="14" y="12"/>
                  </a:moveTo>
                  <a:cubicBezTo>
                    <a:pt x="14" y="15"/>
                    <a:pt x="11" y="15"/>
                    <a:pt x="7" y="12"/>
                  </a:cubicBezTo>
                  <a:cubicBezTo>
                    <a:pt x="4" y="10"/>
                    <a:pt x="1" y="7"/>
                    <a:pt x="0" y="4"/>
                  </a:cubicBezTo>
                  <a:cubicBezTo>
                    <a:pt x="0" y="1"/>
                    <a:pt x="2" y="0"/>
                    <a:pt x="6" y="2"/>
                  </a:cubicBezTo>
                  <a:cubicBezTo>
                    <a:pt x="9" y="4"/>
                    <a:pt x="13" y="9"/>
                    <a:pt x="1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4" name="Freeform 2465">
              <a:extLst>
                <a:ext uri="{FF2B5EF4-FFF2-40B4-BE49-F238E27FC236}">
                  <a16:creationId xmlns:a16="http://schemas.microsoft.com/office/drawing/2014/main" id="{6DFEDB68-EF6F-6882-AFD2-7B421F288878}"/>
                </a:ext>
              </a:extLst>
            </p:cNvPr>
            <p:cNvSpPr>
              <a:spLocks/>
            </p:cNvSpPr>
            <p:nvPr/>
          </p:nvSpPr>
          <p:spPr bwMode="auto">
            <a:xfrm rot="5094805">
              <a:off x="1419299" y="959028"/>
              <a:ext cx="31990" cy="36560"/>
            </a:xfrm>
            <a:custGeom>
              <a:avLst/>
              <a:gdLst>
                <a:gd name="T0" fmla="*/ 13 w 13"/>
                <a:gd name="T1" fmla="*/ 13 h 14"/>
                <a:gd name="T2" fmla="*/ 7 w 13"/>
                <a:gd name="T3" fmla="*/ 12 h 14"/>
                <a:gd name="T4" fmla="*/ 0 w 13"/>
                <a:gd name="T5" fmla="*/ 3 h 14"/>
                <a:gd name="T6" fmla="*/ 7 w 13"/>
                <a:gd name="T7" fmla="*/ 3 h 14"/>
                <a:gd name="T8" fmla="*/ 13 w 13"/>
                <a:gd name="T9" fmla="*/ 13 h 14"/>
              </a:gdLst>
              <a:ahLst/>
              <a:cxnLst>
                <a:cxn ang="0">
                  <a:pos x="T0" y="T1"/>
                </a:cxn>
                <a:cxn ang="0">
                  <a:pos x="T2" y="T3"/>
                </a:cxn>
                <a:cxn ang="0">
                  <a:pos x="T4" y="T5"/>
                </a:cxn>
                <a:cxn ang="0">
                  <a:pos x="T6" y="T7"/>
                </a:cxn>
                <a:cxn ang="0">
                  <a:pos x="T8" y="T9"/>
                </a:cxn>
              </a:cxnLst>
              <a:rect l="0" t="0" r="r" b="b"/>
              <a:pathLst>
                <a:path w="13" h="14">
                  <a:moveTo>
                    <a:pt x="13" y="13"/>
                  </a:moveTo>
                  <a:cubicBezTo>
                    <a:pt x="11" y="13"/>
                    <a:pt x="9" y="14"/>
                    <a:pt x="7" y="12"/>
                  </a:cubicBezTo>
                  <a:cubicBezTo>
                    <a:pt x="3" y="11"/>
                    <a:pt x="0" y="6"/>
                    <a:pt x="0" y="3"/>
                  </a:cubicBezTo>
                  <a:cubicBezTo>
                    <a:pt x="0" y="1"/>
                    <a:pt x="3" y="0"/>
                    <a:pt x="7" y="3"/>
                  </a:cubicBezTo>
                  <a:cubicBezTo>
                    <a:pt x="10" y="5"/>
                    <a:pt x="13" y="10"/>
                    <a:pt x="13"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5" name="Freeform 2466">
              <a:extLst>
                <a:ext uri="{FF2B5EF4-FFF2-40B4-BE49-F238E27FC236}">
                  <a16:creationId xmlns:a16="http://schemas.microsoft.com/office/drawing/2014/main" id="{80150F94-7EF7-C539-8F41-9BA61142E329}"/>
                </a:ext>
              </a:extLst>
            </p:cNvPr>
            <p:cNvSpPr>
              <a:spLocks/>
            </p:cNvSpPr>
            <p:nvPr/>
          </p:nvSpPr>
          <p:spPr bwMode="auto">
            <a:xfrm rot="5094805">
              <a:off x="1501711" y="752007"/>
              <a:ext cx="34275" cy="34275"/>
            </a:xfrm>
            <a:custGeom>
              <a:avLst/>
              <a:gdLst>
                <a:gd name="T0" fmla="*/ 14 w 14"/>
                <a:gd name="T1" fmla="*/ 11 h 14"/>
                <a:gd name="T2" fmla="*/ 7 w 14"/>
                <a:gd name="T3" fmla="*/ 12 h 14"/>
                <a:gd name="T4" fmla="*/ 1 w 14"/>
                <a:gd name="T5" fmla="*/ 4 h 14"/>
                <a:gd name="T6" fmla="*/ 7 w 14"/>
                <a:gd name="T7" fmla="*/ 2 h 14"/>
                <a:gd name="T8" fmla="*/ 14 w 14"/>
                <a:gd name="T9" fmla="*/ 11 h 14"/>
              </a:gdLst>
              <a:ahLst/>
              <a:cxnLst>
                <a:cxn ang="0">
                  <a:pos x="T0" y="T1"/>
                </a:cxn>
                <a:cxn ang="0">
                  <a:pos x="T2" y="T3"/>
                </a:cxn>
                <a:cxn ang="0">
                  <a:pos x="T4" y="T5"/>
                </a:cxn>
                <a:cxn ang="0">
                  <a:pos x="T6" y="T7"/>
                </a:cxn>
                <a:cxn ang="0">
                  <a:pos x="T8" y="T9"/>
                </a:cxn>
              </a:cxnLst>
              <a:rect l="0" t="0" r="r" b="b"/>
              <a:pathLst>
                <a:path w="14" h="14">
                  <a:moveTo>
                    <a:pt x="14" y="11"/>
                  </a:moveTo>
                  <a:cubicBezTo>
                    <a:pt x="14" y="14"/>
                    <a:pt x="11" y="14"/>
                    <a:pt x="7" y="12"/>
                  </a:cubicBezTo>
                  <a:cubicBezTo>
                    <a:pt x="4" y="10"/>
                    <a:pt x="1" y="7"/>
                    <a:pt x="1" y="4"/>
                  </a:cubicBezTo>
                  <a:cubicBezTo>
                    <a:pt x="0" y="1"/>
                    <a:pt x="4" y="0"/>
                    <a:pt x="7" y="2"/>
                  </a:cubicBezTo>
                  <a:cubicBezTo>
                    <a:pt x="11" y="4"/>
                    <a:pt x="14" y="8"/>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6" name="Freeform 2467">
              <a:extLst>
                <a:ext uri="{FF2B5EF4-FFF2-40B4-BE49-F238E27FC236}">
                  <a16:creationId xmlns:a16="http://schemas.microsoft.com/office/drawing/2014/main" id="{939287CB-B1ED-5B51-16CA-0128CC81C5DC}"/>
                </a:ext>
              </a:extLst>
            </p:cNvPr>
            <p:cNvSpPr>
              <a:spLocks/>
            </p:cNvSpPr>
            <p:nvPr/>
          </p:nvSpPr>
          <p:spPr bwMode="auto">
            <a:xfrm rot="5094805">
              <a:off x="1560737" y="552905"/>
              <a:ext cx="34275" cy="31990"/>
            </a:xfrm>
            <a:custGeom>
              <a:avLst/>
              <a:gdLst>
                <a:gd name="T0" fmla="*/ 13 w 14"/>
                <a:gd name="T1" fmla="*/ 12 h 13"/>
                <a:gd name="T2" fmla="*/ 7 w 14"/>
                <a:gd name="T3" fmla="*/ 13 h 13"/>
                <a:gd name="T4" fmla="*/ 0 w 14"/>
                <a:gd name="T5" fmla="*/ 5 h 13"/>
                <a:gd name="T6" fmla="*/ 7 w 14"/>
                <a:gd name="T7" fmla="*/ 2 h 13"/>
                <a:gd name="T8" fmla="*/ 13 w 14"/>
                <a:gd name="T9" fmla="*/ 12 h 13"/>
              </a:gdLst>
              <a:ahLst/>
              <a:cxnLst>
                <a:cxn ang="0">
                  <a:pos x="T0" y="T1"/>
                </a:cxn>
                <a:cxn ang="0">
                  <a:pos x="T2" y="T3"/>
                </a:cxn>
                <a:cxn ang="0">
                  <a:pos x="T4" y="T5"/>
                </a:cxn>
                <a:cxn ang="0">
                  <a:pos x="T6" y="T7"/>
                </a:cxn>
                <a:cxn ang="0">
                  <a:pos x="T8" y="T9"/>
                </a:cxn>
              </a:cxnLst>
              <a:rect l="0" t="0" r="r" b="b"/>
              <a:pathLst>
                <a:path w="14" h="13">
                  <a:moveTo>
                    <a:pt x="13" y="12"/>
                  </a:moveTo>
                  <a:cubicBezTo>
                    <a:pt x="12" y="12"/>
                    <a:pt x="10" y="13"/>
                    <a:pt x="7" y="13"/>
                  </a:cubicBezTo>
                  <a:cubicBezTo>
                    <a:pt x="3" y="12"/>
                    <a:pt x="0" y="8"/>
                    <a:pt x="0" y="5"/>
                  </a:cubicBezTo>
                  <a:cubicBezTo>
                    <a:pt x="0" y="2"/>
                    <a:pt x="4" y="0"/>
                    <a:pt x="7" y="2"/>
                  </a:cubicBezTo>
                  <a:cubicBezTo>
                    <a:pt x="11" y="4"/>
                    <a:pt x="14" y="8"/>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7" name="Freeform 2468">
              <a:extLst>
                <a:ext uri="{FF2B5EF4-FFF2-40B4-BE49-F238E27FC236}">
                  <a16:creationId xmlns:a16="http://schemas.microsoft.com/office/drawing/2014/main" id="{303A6745-49E9-73EF-3D6D-DF91A3C8D8AE}"/>
                </a:ext>
              </a:extLst>
            </p:cNvPr>
            <p:cNvSpPr>
              <a:spLocks/>
            </p:cNvSpPr>
            <p:nvPr/>
          </p:nvSpPr>
          <p:spPr bwMode="auto">
            <a:xfrm rot="5094805">
              <a:off x="1585622" y="356842"/>
              <a:ext cx="34275" cy="29705"/>
            </a:xfrm>
            <a:custGeom>
              <a:avLst/>
              <a:gdLst>
                <a:gd name="T0" fmla="*/ 13 w 14"/>
                <a:gd name="T1" fmla="*/ 7 h 12"/>
                <a:gd name="T2" fmla="*/ 7 w 14"/>
                <a:gd name="T3" fmla="*/ 12 h 12"/>
                <a:gd name="T4" fmla="*/ 0 w 14"/>
                <a:gd name="T5" fmla="*/ 6 h 12"/>
                <a:gd name="T6" fmla="*/ 6 w 14"/>
                <a:gd name="T7" fmla="*/ 1 h 12"/>
                <a:gd name="T8" fmla="*/ 13 w 14"/>
                <a:gd name="T9" fmla="*/ 7 h 12"/>
              </a:gdLst>
              <a:ahLst/>
              <a:cxnLst>
                <a:cxn ang="0">
                  <a:pos x="T0" y="T1"/>
                </a:cxn>
                <a:cxn ang="0">
                  <a:pos x="T2" y="T3"/>
                </a:cxn>
                <a:cxn ang="0">
                  <a:pos x="T4" y="T5"/>
                </a:cxn>
                <a:cxn ang="0">
                  <a:pos x="T6" y="T7"/>
                </a:cxn>
                <a:cxn ang="0">
                  <a:pos x="T8" y="T9"/>
                </a:cxn>
              </a:cxnLst>
              <a:rect l="0" t="0" r="r" b="b"/>
              <a:pathLst>
                <a:path w="14" h="12">
                  <a:moveTo>
                    <a:pt x="13" y="7"/>
                  </a:moveTo>
                  <a:cubicBezTo>
                    <a:pt x="14" y="10"/>
                    <a:pt x="11" y="12"/>
                    <a:pt x="7" y="12"/>
                  </a:cubicBezTo>
                  <a:cubicBezTo>
                    <a:pt x="4" y="11"/>
                    <a:pt x="1" y="9"/>
                    <a:pt x="0" y="6"/>
                  </a:cubicBezTo>
                  <a:cubicBezTo>
                    <a:pt x="0" y="3"/>
                    <a:pt x="2" y="0"/>
                    <a:pt x="6" y="1"/>
                  </a:cubicBezTo>
                  <a:cubicBezTo>
                    <a:pt x="9" y="1"/>
                    <a:pt x="13" y="4"/>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8" name="Freeform 2469">
              <a:extLst>
                <a:ext uri="{FF2B5EF4-FFF2-40B4-BE49-F238E27FC236}">
                  <a16:creationId xmlns:a16="http://schemas.microsoft.com/office/drawing/2014/main" id="{D57009C7-648D-E400-FD56-05A3919D795F}"/>
                </a:ext>
              </a:extLst>
            </p:cNvPr>
            <p:cNvSpPr>
              <a:spLocks/>
            </p:cNvSpPr>
            <p:nvPr/>
          </p:nvSpPr>
          <p:spPr bwMode="auto">
            <a:xfrm rot="5094805">
              <a:off x="1569338" y="162149"/>
              <a:ext cx="34275" cy="27420"/>
            </a:xfrm>
            <a:custGeom>
              <a:avLst/>
              <a:gdLst>
                <a:gd name="T0" fmla="*/ 14 w 14"/>
                <a:gd name="T1" fmla="*/ 5 h 11"/>
                <a:gd name="T2" fmla="*/ 8 w 14"/>
                <a:gd name="T3" fmla="*/ 11 h 11"/>
                <a:gd name="T4" fmla="*/ 1 w 14"/>
                <a:gd name="T5" fmla="*/ 8 h 11"/>
                <a:gd name="T6" fmla="*/ 6 w 14"/>
                <a:gd name="T7" fmla="*/ 1 h 11"/>
                <a:gd name="T8" fmla="*/ 14 w 14"/>
                <a:gd name="T9" fmla="*/ 5 h 11"/>
              </a:gdLst>
              <a:ahLst/>
              <a:cxnLst>
                <a:cxn ang="0">
                  <a:pos x="T0" y="T1"/>
                </a:cxn>
                <a:cxn ang="0">
                  <a:pos x="T2" y="T3"/>
                </a:cxn>
                <a:cxn ang="0">
                  <a:pos x="T4" y="T5"/>
                </a:cxn>
                <a:cxn ang="0">
                  <a:pos x="T6" y="T7"/>
                </a:cxn>
                <a:cxn ang="0">
                  <a:pos x="T8" y="T9"/>
                </a:cxn>
              </a:cxnLst>
              <a:rect l="0" t="0" r="r" b="b"/>
              <a:pathLst>
                <a:path w="14" h="11">
                  <a:moveTo>
                    <a:pt x="14" y="5"/>
                  </a:moveTo>
                  <a:cubicBezTo>
                    <a:pt x="14" y="8"/>
                    <a:pt x="12" y="11"/>
                    <a:pt x="8" y="11"/>
                  </a:cubicBezTo>
                  <a:cubicBezTo>
                    <a:pt x="5" y="11"/>
                    <a:pt x="2" y="10"/>
                    <a:pt x="1" y="8"/>
                  </a:cubicBezTo>
                  <a:cubicBezTo>
                    <a:pt x="0" y="5"/>
                    <a:pt x="3" y="1"/>
                    <a:pt x="6" y="1"/>
                  </a:cubicBezTo>
                  <a:cubicBezTo>
                    <a:pt x="10" y="0"/>
                    <a:pt x="13" y="2"/>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9" name="Freeform 2470">
              <a:extLst>
                <a:ext uri="{FF2B5EF4-FFF2-40B4-BE49-F238E27FC236}">
                  <a16:creationId xmlns:a16="http://schemas.microsoft.com/office/drawing/2014/main" id="{74D6F76B-7027-F3CC-C9C9-4FBB5A66C47D}"/>
                </a:ext>
              </a:extLst>
            </p:cNvPr>
            <p:cNvSpPr>
              <a:spLocks/>
            </p:cNvSpPr>
            <p:nvPr/>
          </p:nvSpPr>
          <p:spPr bwMode="auto">
            <a:xfrm rot="5094805">
              <a:off x="1501419" y="-23245"/>
              <a:ext cx="31990" cy="31990"/>
            </a:xfrm>
            <a:custGeom>
              <a:avLst/>
              <a:gdLst>
                <a:gd name="T0" fmla="*/ 8 w 13"/>
                <a:gd name="T1" fmla="*/ 11 h 13"/>
                <a:gd name="T2" fmla="*/ 0 w 13"/>
                <a:gd name="T3" fmla="*/ 8 h 13"/>
                <a:gd name="T4" fmla="*/ 7 w 13"/>
                <a:gd name="T5" fmla="*/ 1 h 13"/>
                <a:gd name="T6" fmla="*/ 12 w 13"/>
                <a:gd name="T7" fmla="*/ 5 h 13"/>
                <a:gd name="T8" fmla="*/ 8 w 13"/>
                <a:gd name="T9" fmla="*/ 11 h 13"/>
              </a:gdLst>
              <a:ahLst/>
              <a:cxnLst>
                <a:cxn ang="0">
                  <a:pos x="T0" y="T1"/>
                </a:cxn>
                <a:cxn ang="0">
                  <a:pos x="T2" y="T3"/>
                </a:cxn>
                <a:cxn ang="0">
                  <a:pos x="T4" y="T5"/>
                </a:cxn>
                <a:cxn ang="0">
                  <a:pos x="T6" y="T7"/>
                </a:cxn>
                <a:cxn ang="0">
                  <a:pos x="T8" y="T9"/>
                </a:cxn>
              </a:cxnLst>
              <a:rect l="0" t="0" r="r" b="b"/>
              <a:pathLst>
                <a:path w="13" h="13">
                  <a:moveTo>
                    <a:pt x="8" y="11"/>
                  </a:moveTo>
                  <a:cubicBezTo>
                    <a:pt x="3" y="13"/>
                    <a:pt x="0" y="11"/>
                    <a:pt x="0" y="8"/>
                  </a:cubicBezTo>
                  <a:cubicBezTo>
                    <a:pt x="0" y="5"/>
                    <a:pt x="3" y="2"/>
                    <a:pt x="7" y="1"/>
                  </a:cubicBezTo>
                  <a:cubicBezTo>
                    <a:pt x="10" y="0"/>
                    <a:pt x="13" y="2"/>
                    <a:pt x="12" y="5"/>
                  </a:cubicBezTo>
                  <a:cubicBezTo>
                    <a:pt x="12" y="7"/>
                    <a:pt x="9" y="9"/>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0" name="Freeform 2490">
              <a:extLst>
                <a:ext uri="{FF2B5EF4-FFF2-40B4-BE49-F238E27FC236}">
                  <a16:creationId xmlns:a16="http://schemas.microsoft.com/office/drawing/2014/main" id="{3AF79C4F-2889-576D-036D-1989C6BD7510}"/>
                </a:ext>
              </a:extLst>
            </p:cNvPr>
            <p:cNvSpPr>
              <a:spLocks/>
            </p:cNvSpPr>
            <p:nvPr/>
          </p:nvSpPr>
          <p:spPr bwMode="auto">
            <a:xfrm rot="5094805">
              <a:off x="2864138" y="6876157"/>
              <a:ext cx="34275" cy="22850"/>
            </a:xfrm>
            <a:custGeom>
              <a:avLst/>
              <a:gdLst>
                <a:gd name="T0" fmla="*/ 13 w 14"/>
                <a:gd name="T1" fmla="*/ 2 h 9"/>
                <a:gd name="T2" fmla="*/ 7 w 14"/>
                <a:gd name="T3" fmla="*/ 7 h 9"/>
                <a:gd name="T4" fmla="*/ 1 w 14"/>
                <a:gd name="T5" fmla="*/ 7 h 9"/>
                <a:gd name="T6" fmla="*/ 6 w 14"/>
                <a:gd name="T7" fmla="*/ 2 h 9"/>
                <a:gd name="T8" fmla="*/ 13 w 14"/>
                <a:gd name="T9" fmla="*/ 2 h 9"/>
              </a:gdLst>
              <a:ahLst/>
              <a:cxnLst>
                <a:cxn ang="0">
                  <a:pos x="T0" y="T1"/>
                </a:cxn>
                <a:cxn ang="0">
                  <a:pos x="T2" y="T3"/>
                </a:cxn>
                <a:cxn ang="0">
                  <a:pos x="T4" y="T5"/>
                </a:cxn>
                <a:cxn ang="0">
                  <a:pos x="T6" y="T7"/>
                </a:cxn>
                <a:cxn ang="0">
                  <a:pos x="T8" y="T9"/>
                </a:cxn>
              </a:cxnLst>
              <a:rect l="0" t="0" r="r" b="b"/>
              <a:pathLst>
                <a:path w="14" h="9">
                  <a:moveTo>
                    <a:pt x="13" y="2"/>
                  </a:moveTo>
                  <a:cubicBezTo>
                    <a:pt x="14" y="3"/>
                    <a:pt x="11" y="6"/>
                    <a:pt x="7" y="7"/>
                  </a:cubicBezTo>
                  <a:cubicBezTo>
                    <a:pt x="4" y="8"/>
                    <a:pt x="2" y="9"/>
                    <a:pt x="1" y="7"/>
                  </a:cubicBezTo>
                  <a:cubicBezTo>
                    <a:pt x="0" y="6"/>
                    <a:pt x="3" y="3"/>
                    <a:pt x="6" y="2"/>
                  </a:cubicBezTo>
                  <a:cubicBezTo>
                    <a:pt x="9" y="0"/>
                    <a:pt x="13" y="0"/>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1" name="Freeform 2491">
              <a:extLst>
                <a:ext uri="{FF2B5EF4-FFF2-40B4-BE49-F238E27FC236}">
                  <a16:creationId xmlns:a16="http://schemas.microsoft.com/office/drawing/2014/main" id="{63ACDED3-117F-20CC-605F-9C808696EC86}"/>
                </a:ext>
              </a:extLst>
            </p:cNvPr>
            <p:cNvSpPr>
              <a:spLocks/>
            </p:cNvSpPr>
            <p:nvPr/>
          </p:nvSpPr>
          <p:spPr bwMode="auto">
            <a:xfrm rot="5094805">
              <a:off x="1725870" y="4268249"/>
              <a:ext cx="34275" cy="22850"/>
            </a:xfrm>
            <a:custGeom>
              <a:avLst/>
              <a:gdLst>
                <a:gd name="T0" fmla="*/ 13 w 14"/>
                <a:gd name="T1" fmla="*/ 3 h 9"/>
                <a:gd name="T2" fmla="*/ 7 w 14"/>
                <a:gd name="T3" fmla="*/ 7 h 9"/>
                <a:gd name="T4" fmla="*/ 1 w 14"/>
                <a:gd name="T5" fmla="*/ 7 h 9"/>
                <a:gd name="T6" fmla="*/ 8 w 14"/>
                <a:gd name="T7" fmla="*/ 1 h 9"/>
                <a:gd name="T8" fmla="*/ 13 w 14"/>
                <a:gd name="T9" fmla="*/ 3 h 9"/>
              </a:gdLst>
              <a:ahLst/>
              <a:cxnLst>
                <a:cxn ang="0">
                  <a:pos x="T0" y="T1"/>
                </a:cxn>
                <a:cxn ang="0">
                  <a:pos x="T2" y="T3"/>
                </a:cxn>
                <a:cxn ang="0">
                  <a:pos x="T4" y="T5"/>
                </a:cxn>
                <a:cxn ang="0">
                  <a:pos x="T6" y="T7"/>
                </a:cxn>
                <a:cxn ang="0">
                  <a:pos x="T8" y="T9"/>
                </a:cxn>
              </a:cxnLst>
              <a:rect l="0" t="0" r="r" b="b"/>
              <a:pathLst>
                <a:path w="14" h="9">
                  <a:moveTo>
                    <a:pt x="13" y="3"/>
                  </a:moveTo>
                  <a:cubicBezTo>
                    <a:pt x="12" y="4"/>
                    <a:pt x="10" y="6"/>
                    <a:pt x="7" y="7"/>
                  </a:cubicBezTo>
                  <a:cubicBezTo>
                    <a:pt x="4" y="9"/>
                    <a:pt x="0" y="9"/>
                    <a:pt x="1" y="7"/>
                  </a:cubicBezTo>
                  <a:cubicBezTo>
                    <a:pt x="1" y="5"/>
                    <a:pt x="4" y="3"/>
                    <a:pt x="8" y="1"/>
                  </a:cubicBezTo>
                  <a:cubicBezTo>
                    <a:pt x="11" y="0"/>
                    <a:pt x="14" y="0"/>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2" name="Freeform 2492">
              <a:extLst>
                <a:ext uri="{FF2B5EF4-FFF2-40B4-BE49-F238E27FC236}">
                  <a16:creationId xmlns:a16="http://schemas.microsoft.com/office/drawing/2014/main" id="{6175B84A-E994-1002-C54B-6F595FCB4765}"/>
                </a:ext>
              </a:extLst>
            </p:cNvPr>
            <p:cNvSpPr>
              <a:spLocks/>
            </p:cNvSpPr>
            <p:nvPr/>
          </p:nvSpPr>
          <p:spPr bwMode="auto">
            <a:xfrm rot="5094805">
              <a:off x="1832692" y="4450393"/>
              <a:ext cx="31990" cy="22850"/>
            </a:xfrm>
            <a:custGeom>
              <a:avLst/>
              <a:gdLst>
                <a:gd name="T0" fmla="*/ 7 w 13"/>
                <a:gd name="T1" fmla="*/ 2 h 9"/>
                <a:gd name="T2" fmla="*/ 13 w 13"/>
                <a:gd name="T3" fmla="*/ 2 h 9"/>
                <a:gd name="T4" fmla="*/ 8 w 13"/>
                <a:gd name="T5" fmla="*/ 7 h 9"/>
                <a:gd name="T6" fmla="*/ 0 w 13"/>
                <a:gd name="T7" fmla="*/ 7 h 9"/>
                <a:gd name="T8" fmla="*/ 7 w 13"/>
                <a:gd name="T9" fmla="*/ 2 h 9"/>
              </a:gdLst>
              <a:ahLst/>
              <a:cxnLst>
                <a:cxn ang="0">
                  <a:pos x="T0" y="T1"/>
                </a:cxn>
                <a:cxn ang="0">
                  <a:pos x="T2" y="T3"/>
                </a:cxn>
                <a:cxn ang="0">
                  <a:pos x="T4" y="T5"/>
                </a:cxn>
                <a:cxn ang="0">
                  <a:pos x="T6" y="T7"/>
                </a:cxn>
                <a:cxn ang="0">
                  <a:pos x="T8" y="T9"/>
                </a:cxn>
              </a:cxnLst>
              <a:rect l="0" t="0" r="r" b="b"/>
              <a:pathLst>
                <a:path w="13" h="9">
                  <a:moveTo>
                    <a:pt x="7" y="2"/>
                  </a:moveTo>
                  <a:cubicBezTo>
                    <a:pt x="10" y="0"/>
                    <a:pt x="13" y="0"/>
                    <a:pt x="13" y="2"/>
                  </a:cubicBezTo>
                  <a:cubicBezTo>
                    <a:pt x="13" y="3"/>
                    <a:pt x="11" y="5"/>
                    <a:pt x="8" y="7"/>
                  </a:cubicBezTo>
                  <a:cubicBezTo>
                    <a:pt x="4" y="8"/>
                    <a:pt x="1" y="9"/>
                    <a:pt x="0" y="7"/>
                  </a:cubicBezTo>
                  <a:cubicBezTo>
                    <a:pt x="0" y="6"/>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3" name="Freeform 2493">
              <a:extLst>
                <a:ext uri="{FF2B5EF4-FFF2-40B4-BE49-F238E27FC236}">
                  <a16:creationId xmlns:a16="http://schemas.microsoft.com/office/drawing/2014/main" id="{1B3CA537-87F5-D85C-EC2C-5EBCE677571D}"/>
                </a:ext>
              </a:extLst>
            </p:cNvPr>
            <p:cNvSpPr>
              <a:spLocks/>
            </p:cNvSpPr>
            <p:nvPr/>
          </p:nvSpPr>
          <p:spPr bwMode="auto">
            <a:xfrm rot="5094805">
              <a:off x="1938569" y="4635853"/>
              <a:ext cx="34275" cy="20565"/>
            </a:xfrm>
            <a:custGeom>
              <a:avLst/>
              <a:gdLst>
                <a:gd name="T0" fmla="*/ 8 w 14"/>
                <a:gd name="T1" fmla="*/ 6 h 8"/>
                <a:gd name="T2" fmla="*/ 0 w 14"/>
                <a:gd name="T3" fmla="*/ 7 h 8"/>
                <a:gd name="T4" fmla="*/ 7 w 14"/>
                <a:gd name="T5" fmla="*/ 1 h 8"/>
                <a:gd name="T6" fmla="*/ 13 w 14"/>
                <a:gd name="T7" fmla="*/ 2 h 8"/>
                <a:gd name="T8" fmla="*/ 8 w 14"/>
                <a:gd name="T9" fmla="*/ 6 h 8"/>
              </a:gdLst>
              <a:ahLst/>
              <a:cxnLst>
                <a:cxn ang="0">
                  <a:pos x="T0" y="T1"/>
                </a:cxn>
                <a:cxn ang="0">
                  <a:pos x="T2" y="T3"/>
                </a:cxn>
                <a:cxn ang="0">
                  <a:pos x="T4" y="T5"/>
                </a:cxn>
                <a:cxn ang="0">
                  <a:pos x="T6" y="T7"/>
                </a:cxn>
                <a:cxn ang="0">
                  <a:pos x="T8" y="T9"/>
                </a:cxn>
              </a:cxnLst>
              <a:rect l="0" t="0" r="r" b="b"/>
              <a:pathLst>
                <a:path w="14" h="8">
                  <a:moveTo>
                    <a:pt x="8" y="6"/>
                  </a:moveTo>
                  <a:cubicBezTo>
                    <a:pt x="3" y="8"/>
                    <a:pt x="0" y="8"/>
                    <a:pt x="0" y="7"/>
                  </a:cubicBezTo>
                  <a:cubicBezTo>
                    <a:pt x="1" y="5"/>
                    <a:pt x="4" y="3"/>
                    <a:pt x="7" y="1"/>
                  </a:cubicBezTo>
                  <a:cubicBezTo>
                    <a:pt x="11" y="0"/>
                    <a:pt x="14" y="0"/>
                    <a:pt x="13" y="2"/>
                  </a:cubicBezTo>
                  <a:cubicBezTo>
                    <a:pt x="12" y="3"/>
                    <a:pt x="10"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4" name="Freeform 2494">
              <a:extLst>
                <a:ext uri="{FF2B5EF4-FFF2-40B4-BE49-F238E27FC236}">
                  <a16:creationId xmlns:a16="http://schemas.microsoft.com/office/drawing/2014/main" id="{20376B1F-5D2F-6225-A34D-E36039347CD2}"/>
                </a:ext>
              </a:extLst>
            </p:cNvPr>
            <p:cNvSpPr>
              <a:spLocks/>
            </p:cNvSpPr>
            <p:nvPr/>
          </p:nvSpPr>
          <p:spPr bwMode="auto">
            <a:xfrm rot="5094805">
              <a:off x="2041138" y="4822856"/>
              <a:ext cx="34275" cy="18280"/>
            </a:xfrm>
            <a:custGeom>
              <a:avLst/>
              <a:gdLst>
                <a:gd name="T0" fmla="*/ 13 w 14"/>
                <a:gd name="T1" fmla="*/ 1 h 8"/>
                <a:gd name="T2" fmla="*/ 7 w 14"/>
                <a:gd name="T3" fmla="*/ 6 h 8"/>
                <a:gd name="T4" fmla="*/ 0 w 14"/>
                <a:gd name="T5" fmla="*/ 7 h 8"/>
                <a:gd name="T6" fmla="*/ 6 w 14"/>
                <a:gd name="T7" fmla="*/ 2 h 8"/>
                <a:gd name="T8" fmla="*/ 13 w 14"/>
                <a:gd name="T9" fmla="*/ 1 h 8"/>
              </a:gdLst>
              <a:ahLst/>
              <a:cxnLst>
                <a:cxn ang="0">
                  <a:pos x="T0" y="T1"/>
                </a:cxn>
                <a:cxn ang="0">
                  <a:pos x="T2" y="T3"/>
                </a:cxn>
                <a:cxn ang="0">
                  <a:pos x="T4" y="T5"/>
                </a:cxn>
                <a:cxn ang="0">
                  <a:pos x="T6" y="T7"/>
                </a:cxn>
                <a:cxn ang="0">
                  <a:pos x="T8" y="T9"/>
                </a:cxn>
              </a:cxnLst>
              <a:rect l="0" t="0" r="r" b="b"/>
              <a:pathLst>
                <a:path w="14" h="8">
                  <a:moveTo>
                    <a:pt x="13" y="1"/>
                  </a:moveTo>
                  <a:cubicBezTo>
                    <a:pt x="14" y="2"/>
                    <a:pt x="10" y="5"/>
                    <a:pt x="7" y="6"/>
                  </a:cubicBezTo>
                  <a:cubicBezTo>
                    <a:pt x="4" y="8"/>
                    <a:pt x="1" y="8"/>
                    <a:pt x="0" y="7"/>
                  </a:cubicBezTo>
                  <a:cubicBezTo>
                    <a:pt x="0" y="6"/>
                    <a:pt x="2" y="3"/>
                    <a:pt x="6" y="2"/>
                  </a:cubicBezTo>
                  <a:cubicBezTo>
                    <a:pt x="9" y="0"/>
                    <a:pt x="13" y="0"/>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5" name="Freeform 2495">
              <a:extLst>
                <a:ext uri="{FF2B5EF4-FFF2-40B4-BE49-F238E27FC236}">
                  <a16:creationId xmlns:a16="http://schemas.microsoft.com/office/drawing/2014/main" id="{374C023D-B792-E000-2A93-B2478CA1CB96}"/>
                </a:ext>
              </a:extLst>
            </p:cNvPr>
            <p:cNvSpPr>
              <a:spLocks/>
            </p:cNvSpPr>
            <p:nvPr/>
          </p:nvSpPr>
          <p:spPr bwMode="auto">
            <a:xfrm rot="5094805">
              <a:off x="2145684" y="5005202"/>
              <a:ext cx="31990" cy="18280"/>
            </a:xfrm>
            <a:custGeom>
              <a:avLst/>
              <a:gdLst>
                <a:gd name="T0" fmla="*/ 13 w 13"/>
                <a:gd name="T1" fmla="*/ 2 h 8"/>
                <a:gd name="T2" fmla="*/ 6 w 13"/>
                <a:gd name="T3" fmla="*/ 7 h 8"/>
                <a:gd name="T4" fmla="*/ 0 w 13"/>
                <a:gd name="T5" fmla="*/ 7 h 8"/>
                <a:gd name="T6" fmla="*/ 6 w 13"/>
                <a:gd name="T7" fmla="*/ 2 h 8"/>
                <a:gd name="T8" fmla="*/ 13 w 13"/>
                <a:gd name="T9" fmla="*/ 2 h 8"/>
              </a:gdLst>
              <a:ahLst/>
              <a:cxnLst>
                <a:cxn ang="0">
                  <a:pos x="T0" y="T1"/>
                </a:cxn>
                <a:cxn ang="0">
                  <a:pos x="T2" y="T3"/>
                </a:cxn>
                <a:cxn ang="0">
                  <a:pos x="T4" y="T5"/>
                </a:cxn>
                <a:cxn ang="0">
                  <a:pos x="T6" y="T7"/>
                </a:cxn>
                <a:cxn ang="0">
                  <a:pos x="T8" y="T9"/>
                </a:cxn>
              </a:cxnLst>
              <a:rect l="0" t="0" r="r" b="b"/>
              <a:pathLst>
                <a:path w="13" h="8">
                  <a:moveTo>
                    <a:pt x="13" y="2"/>
                  </a:moveTo>
                  <a:cubicBezTo>
                    <a:pt x="13" y="3"/>
                    <a:pt x="10" y="6"/>
                    <a:pt x="6" y="7"/>
                  </a:cubicBezTo>
                  <a:cubicBezTo>
                    <a:pt x="3" y="8"/>
                    <a:pt x="0" y="8"/>
                    <a:pt x="0" y="7"/>
                  </a:cubicBezTo>
                  <a:cubicBezTo>
                    <a:pt x="0" y="6"/>
                    <a:pt x="3" y="3"/>
                    <a:pt x="6" y="2"/>
                  </a:cubicBezTo>
                  <a:cubicBezTo>
                    <a:pt x="10" y="0"/>
                    <a:pt x="13" y="0"/>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6" name="Freeform 2496">
              <a:extLst>
                <a:ext uri="{FF2B5EF4-FFF2-40B4-BE49-F238E27FC236}">
                  <a16:creationId xmlns:a16="http://schemas.microsoft.com/office/drawing/2014/main" id="{3E2FDD18-2C7E-779F-D479-978EE9068F36}"/>
                </a:ext>
              </a:extLst>
            </p:cNvPr>
            <p:cNvSpPr>
              <a:spLocks/>
            </p:cNvSpPr>
            <p:nvPr/>
          </p:nvSpPr>
          <p:spPr bwMode="auto">
            <a:xfrm rot="5094805">
              <a:off x="2239979" y="5187115"/>
              <a:ext cx="34275" cy="20565"/>
            </a:xfrm>
            <a:custGeom>
              <a:avLst/>
              <a:gdLst>
                <a:gd name="T0" fmla="*/ 14 w 14"/>
                <a:gd name="T1" fmla="*/ 1 h 8"/>
                <a:gd name="T2" fmla="*/ 8 w 14"/>
                <a:gd name="T3" fmla="*/ 7 h 8"/>
                <a:gd name="T4" fmla="*/ 1 w 14"/>
                <a:gd name="T5" fmla="*/ 7 h 8"/>
                <a:gd name="T6" fmla="*/ 6 w 14"/>
                <a:gd name="T7" fmla="*/ 1 h 8"/>
                <a:gd name="T8" fmla="*/ 14 w 14"/>
                <a:gd name="T9" fmla="*/ 1 h 8"/>
              </a:gdLst>
              <a:ahLst/>
              <a:cxnLst>
                <a:cxn ang="0">
                  <a:pos x="T0" y="T1"/>
                </a:cxn>
                <a:cxn ang="0">
                  <a:pos x="T2" y="T3"/>
                </a:cxn>
                <a:cxn ang="0">
                  <a:pos x="T4" y="T5"/>
                </a:cxn>
                <a:cxn ang="0">
                  <a:pos x="T6" y="T7"/>
                </a:cxn>
                <a:cxn ang="0">
                  <a:pos x="T8" y="T9"/>
                </a:cxn>
              </a:cxnLst>
              <a:rect l="0" t="0" r="r" b="b"/>
              <a:pathLst>
                <a:path w="14" h="8">
                  <a:moveTo>
                    <a:pt x="14" y="1"/>
                  </a:moveTo>
                  <a:cubicBezTo>
                    <a:pt x="14" y="3"/>
                    <a:pt x="11" y="5"/>
                    <a:pt x="8" y="7"/>
                  </a:cubicBezTo>
                  <a:cubicBezTo>
                    <a:pt x="5" y="8"/>
                    <a:pt x="2" y="8"/>
                    <a:pt x="1" y="7"/>
                  </a:cubicBezTo>
                  <a:cubicBezTo>
                    <a:pt x="0" y="5"/>
                    <a:pt x="3" y="3"/>
                    <a:pt x="6" y="1"/>
                  </a:cubicBezTo>
                  <a:cubicBezTo>
                    <a:pt x="10" y="0"/>
                    <a:pt x="13" y="0"/>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7" name="Freeform 2497">
              <a:extLst>
                <a:ext uri="{FF2B5EF4-FFF2-40B4-BE49-F238E27FC236}">
                  <a16:creationId xmlns:a16="http://schemas.microsoft.com/office/drawing/2014/main" id="{1D33AAB2-6A5B-418D-0323-2A5F00B8D3BA}"/>
                </a:ext>
              </a:extLst>
            </p:cNvPr>
            <p:cNvSpPr>
              <a:spLocks/>
            </p:cNvSpPr>
            <p:nvPr/>
          </p:nvSpPr>
          <p:spPr bwMode="auto">
            <a:xfrm rot="5094805">
              <a:off x="2333347" y="5372749"/>
              <a:ext cx="31990" cy="20565"/>
            </a:xfrm>
            <a:custGeom>
              <a:avLst/>
              <a:gdLst>
                <a:gd name="T0" fmla="*/ 13 w 13"/>
                <a:gd name="T1" fmla="*/ 3 h 9"/>
                <a:gd name="T2" fmla="*/ 6 w 13"/>
                <a:gd name="T3" fmla="*/ 8 h 9"/>
                <a:gd name="T4" fmla="*/ 0 w 13"/>
                <a:gd name="T5" fmla="*/ 7 h 9"/>
                <a:gd name="T6" fmla="*/ 6 w 13"/>
                <a:gd name="T7" fmla="*/ 2 h 9"/>
                <a:gd name="T8" fmla="*/ 13 w 13"/>
                <a:gd name="T9" fmla="*/ 3 h 9"/>
              </a:gdLst>
              <a:ahLst/>
              <a:cxnLst>
                <a:cxn ang="0">
                  <a:pos x="T0" y="T1"/>
                </a:cxn>
                <a:cxn ang="0">
                  <a:pos x="T2" y="T3"/>
                </a:cxn>
                <a:cxn ang="0">
                  <a:pos x="T4" y="T5"/>
                </a:cxn>
                <a:cxn ang="0">
                  <a:pos x="T6" y="T7"/>
                </a:cxn>
                <a:cxn ang="0">
                  <a:pos x="T8" y="T9"/>
                </a:cxn>
              </a:cxnLst>
              <a:rect l="0" t="0" r="r" b="b"/>
              <a:pathLst>
                <a:path w="13" h="9">
                  <a:moveTo>
                    <a:pt x="13" y="3"/>
                  </a:moveTo>
                  <a:cubicBezTo>
                    <a:pt x="13" y="5"/>
                    <a:pt x="10" y="7"/>
                    <a:pt x="6" y="8"/>
                  </a:cubicBezTo>
                  <a:cubicBezTo>
                    <a:pt x="3" y="9"/>
                    <a:pt x="0" y="8"/>
                    <a:pt x="0" y="7"/>
                  </a:cubicBezTo>
                  <a:cubicBezTo>
                    <a:pt x="0" y="5"/>
                    <a:pt x="3" y="3"/>
                    <a:pt x="6" y="2"/>
                  </a:cubicBezTo>
                  <a:cubicBezTo>
                    <a:pt x="10" y="0"/>
                    <a:pt x="13"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8" name="Freeform 2498">
              <a:extLst>
                <a:ext uri="{FF2B5EF4-FFF2-40B4-BE49-F238E27FC236}">
                  <a16:creationId xmlns:a16="http://schemas.microsoft.com/office/drawing/2014/main" id="{43D29261-E247-4A8F-C75D-31AFBF35165F}"/>
                </a:ext>
              </a:extLst>
            </p:cNvPr>
            <p:cNvSpPr>
              <a:spLocks/>
            </p:cNvSpPr>
            <p:nvPr/>
          </p:nvSpPr>
          <p:spPr bwMode="auto">
            <a:xfrm rot="5094805">
              <a:off x="2415433" y="5561576"/>
              <a:ext cx="31990" cy="18280"/>
            </a:xfrm>
            <a:custGeom>
              <a:avLst/>
              <a:gdLst>
                <a:gd name="T0" fmla="*/ 6 w 13"/>
                <a:gd name="T1" fmla="*/ 1 h 8"/>
                <a:gd name="T2" fmla="*/ 13 w 13"/>
                <a:gd name="T3" fmla="*/ 2 h 8"/>
                <a:gd name="T4" fmla="*/ 8 w 13"/>
                <a:gd name="T5" fmla="*/ 7 h 8"/>
                <a:gd name="T6" fmla="*/ 0 w 13"/>
                <a:gd name="T7" fmla="*/ 6 h 8"/>
                <a:gd name="T8" fmla="*/ 6 w 13"/>
                <a:gd name="T9" fmla="*/ 1 h 8"/>
              </a:gdLst>
              <a:ahLst/>
              <a:cxnLst>
                <a:cxn ang="0">
                  <a:pos x="T0" y="T1"/>
                </a:cxn>
                <a:cxn ang="0">
                  <a:pos x="T2" y="T3"/>
                </a:cxn>
                <a:cxn ang="0">
                  <a:pos x="T4" y="T5"/>
                </a:cxn>
                <a:cxn ang="0">
                  <a:pos x="T6" y="T7"/>
                </a:cxn>
                <a:cxn ang="0">
                  <a:pos x="T8" y="T9"/>
                </a:cxn>
              </a:cxnLst>
              <a:rect l="0" t="0" r="r" b="b"/>
              <a:pathLst>
                <a:path w="13" h="8">
                  <a:moveTo>
                    <a:pt x="6" y="1"/>
                  </a:moveTo>
                  <a:cubicBezTo>
                    <a:pt x="9" y="0"/>
                    <a:pt x="13" y="0"/>
                    <a:pt x="13" y="2"/>
                  </a:cubicBezTo>
                  <a:cubicBezTo>
                    <a:pt x="13" y="3"/>
                    <a:pt x="11" y="6"/>
                    <a:pt x="8" y="7"/>
                  </a:cubicBezTo>
                  <a:cubicBezTo>
                    <a:pt x="5" y="8"/>
                    <a:pt x="1" y="8"/>
                    <a:pt x="0" y="6"/>
                  </a:cubicBezTo>
                  <a:cubicBezTo>
                    <a:pt x="0" y="5"/>
                    <a:pt x="2"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9" name="Freeform 2499">
              <a:extLst>
                <a:ext uri="{FF2B5EF4-FFF2-40B4-BE49-F238E27FC236}">
                  <a16:creationId xmlns:a16="http://schemas.microsoft.com/office/drawing/2014/main" id="{ACF6FFC8-56D2-D584-547C-7E755D7F6094}"/>
                </a:ext>
              </a:extLst>
            </p:cNvPr>
            <p:cNvSpPr>
              <a:spLocks/>
            </p:cNvSpPr>
            <p:nvPr/>
          </p:nvSpPr>
          <p:spPr bwMode="auto">
            <a:xfrm rot="5094805">
              <a:off x="2485936" y="5746855"/>
              <a:ext cx="31990" cy="20565"/>
            </a:xfrm>
            <a:custGeom>
              <a:avLst/>
              <a:gdLst>
                <a:gd name="T0" fmla="*/ 13 w 13"/>
                <a:gd name="T1" fmla="*/ 3 h 8"/>
                <a:gd name="T2" fmla="*/ 7 w 13"/>
                <a:gd name="T3" fmla="*/ 8 h 8"/>
                <a:gd name="T4" fmla="*/ 0 w 13"/>
                <a:gd name="T5" fmla="*/ 6 h 8"/>
                <a:gd name="T6" fmla="*/ 7 w 13"/>
                <a:gd name="T7" fmla="*/ 0 h 8"/>
                <a:gd name="T8" fmla="*/ 13 w 13"/>
                <a:gd name="T9" fmla="*/ 3 h 8"/>
              </a:gdLst>
              <a:ahLst/>
              <a:cxnLst>
                <a:cxn ang="0">
                  <a:pos x="T0" y="T1"/>
                </a:cxn>
                <a:cxn ang="0">
                  <a:pos x="T2" y="T3"/>
                </a:cxn>
                <a:cxn ang="0">
                  <a:pos x="T4" y="T5"/>
                </a:cxn>
                <a:cxn ang="0">
                  <a:pos x="T6" y="T7"/>
                </a:cxn>
                <a:cxn ang="0">
                  <a:pos x="T8" y="T9"/>
                </a:cxn>
              </a:cxnLst>
              <a:rect l="0" t="0" r="r" b="b"/>
              <a:pathLst>
                <a:path w="13" h="8">
                  <a:moveTo>
                    <a:pt x="13" y="3"/>
                  </a:moveTo>
                  <a:cubicBezTo>
                    <a:pt x="13" y="5"/>
                    <a:pt x="10" y="7"/>
                    <a:pt x="7" y="8"/>
                  </a:cubicBezTo>
                  <a:cubicBezTo>
                    <a:pt x="4" y="8"/>
                    <a:pt x="1" y="7"/>
                    <a:pt x="0" y="6"/>
                  </a:cubicBezTo>
                  <a:cubicBezTo>
                    <a:pt x="0" y="4"/>
                    <a:pt x="3" y="1"/>
                    <a:pt x="7" y="0"/>
                  </a:cubicBezTo>
                  <a:cubicBezTo>
                    <a:pt x="10" y="0"/>
                    <a:pt x="13"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0" name="Freeform 2500">
              <a:extLst>
                <a:ext uri="{FF2B5EF4-FFF2-40B4-BE49-F238E27FC236}">
                  <a16:creationId xmlns:a16="http://schemas.microsoft.com/office/drawing/2014/main" id="{7EA56149-F5A6-12BF-2D8A-2DE9AD5C49B8}"/>
                </a:ext>
              </a:extLst>
            </p:cNvPr>
            <p:cNvSpPr>
              <a:spLocks/>
            </p:cNvSpPr>
            <p:nvPr/>
          </p:nvSpPr>
          <p:spPr bwMode="auto">
            <a:xfrm rot="5094805">
              <a:off x="2544017" y="5936570"/>
              <a:ext cx="34275" cy="18280"/>
            </a:xfrm>
            <a:custGeom>
              <a:avLst/>
              <a:gdLst>
                <a:gd name="T0" fmla="*/ 14 w 14"/>
                <a:gd name="T1" fmla="*/ 3 h 8"/>
                <a:gd name="T2" fmla="*/ 8 w 14"/>
                <a:gd name="T3" fmla="*/ 8 h 8"/>
                <a:gd name="T4" fmla="*/ 1 w 14"/>
                <a:gd name="T5" fmla="*/ 6 h 8"/>
                <a:gd name="T6" fmla="*/ 6 w 14"/>
                <a:gd name="T7" fmla="*/ 0 h 8"/>
                <a:gd name="T8" fmla="*/ 14 w 14"/>
                <a:gd name="T9" fmla="*/ 3 h 8"/>
              </a:gdLst>
              <a:ahLst/>
              <a:cxnLst>
                <a:cxn ang="0">
                  <a:pos x="T0" y="T1"/>
                </a:cxn>
                <a:cxn ang="0">
                  <a:pos x="T2" y="T3"/>
                </a:cxn>
                <a:cxn ang="0">
                  <a:pos x="T4" y="T5"/>
                </a:cxn>
                <a:cxn ang="0">
                  <a:pos x="T6" y="T7"/>
                </a:cxn>
                <a:cxn ang="0">
                  <a:pos x="T8" y="T9"/>
                </a:cxn>
              </a:cxnLst>
              <a:rect l="0" t="0" r="r" b="b"/>
              <a:pathLst>
                <a:path w="14" h="8">
                  <a:moveTo>
                    <a:pt x="14" y="3"/>
                  </a:moveTo>
                  <a:cubicBezTo>
                    <a:pt x="14" y="5"/>
                    <a:pt x="11" y="7"/>
                    <a:pt x="8" y="8"/>
                  </a:cubicBezTo>
                  <a:cubicBezTo>
                    <a:pt x="4" y="8"/>
                    <a:pt x="2" y="7"/>
                    <a:pt x="1" y="6"/>
                  </a:cubicBezTo>
                  <a:cubicBezTo>
                    <a:pt x="0" y="4"/>
                    <a:pt x="3" y="1"/>
                    <a:pt x="6" y="0"/>
                  </a:cubicBezTo>
                  <a:cubicBezTo>
                    <a:pt x="10" y="0"/>
                    <a:pt x="13"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1" name="Freeform 2501">
              <a:extLst>
                <a:ext uri="{FF2B5EF4-FFF2-40B4-BE49-F238E27FC236}">
                  <a16:creationId xmlns:a16="http://schemas.microsoft.com/office/drawing/2014/main" id="{15807CE6-B1CA-349C-9E30-1B33350EBA3D}"/>
                </a:ext>
              </a:extLst>
            </p:cNvPr>
            <p:cNvSpPr>
              <a:spLocks/>
            </p:cNvSpPr>
            <p:nvPr/>
          </p:nvSpPr>
          <p:spPr bwMode="auto">
            <a:xfrm rot="5094805">
              <a:off x="2588752" y="6129873"/>
              <a:ext cx="34275" cy="18280"/>
            </a:xfrm>
            <a:custGeom>
              <a:avLst/>
              <a:gdLst>
                <a:gd name="T0" fmla="*/ 9 w 14"/>
                <a:gd name="T1" fmla="*/ 8 h 8"/>
                <a:gd name="T2" fmla="*/ 1 w 14"/>
                <a:gd name="T3" fmla="*/ 5 h 8"/>
                <a:gd name="T4" fmla="*/ 7 w 14"/>
                <a:gd name="T5" fmla="*/ 0 h 8"/>
                <a:gd name="T6" fmla="*/ 13 w 14"/>
                <a:gd name="T7" fmla="*/ 4 h 8"/>
                <a:gd name="T8" fmla="*/ 9 w 14"/>
                <a:gd name="T9" fmla="*/ 8 h 8"/>
              </a:gdLst>
              <a:ahLst/>
              <a:cxnLst>
                <a:cxn ang="0">
                  <a:pos x="T0" y="T1"/>
                </a:cxn>
                <a:cxn ang="0">
                  <a:pos x="T2" y="T3"/>
                </a:cxn>
                <a:cxn ang="0">
                  <a:pos x="T4" y="T5"/>
                </a:cxn>
                <a:cxn ang="0">
                  <a:pos x="T6" y="T7"/>
                </a:cxn>
                <a:cxn ang="0">
                  <a:pos x="T8" y="T9"/>
                </a:cxn>
              </a:cxnLst>
              <a:rect l="0" t="0" r="r" b="b"/>
              <a:pathLst>
                <a:path w="14" h="8">
                  <a:moveTo>
                    <a:pt x="9" y="8"/>
                  </a:moveTo>
                  <a:cubicBezTo>
                    <a:pt x="3" y="8"/>
                    <a:pt x="0" y="7"/>
                    <a:pt x="1" y="5"/>
                  </a:cubicBezTo>
                  <a:cubicBezTo>
                    <a:pt x="1" y="2"/>
                    <a:pt x="4" y="0"/>
                    <a:pt x="7" y="0"/>
                  </a:cubicBezTo>
                  <a:cubicBezTo>
                    <a:pt x="11" y="0"/>
                    <a:pt x="14" y="2"/>
                    <a:pt x="13" y="4"/>
                  </a:cubicBezTo>
                  <a:cubicBezTo>
                    <a:pt x="12" y="6"/>
                    <a:pt x="10"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2" name="Freeform 2502">
              <a:extLst>
                <a:ext uri="{FF2B5EF4-FFF2-40B4-BE49-F238E27FC236}">
                  <a16:creationId xmlns:a16="http://schemas.microsoft.com/office/drawing/2014/main" id="{0CB54E10-2DAF-D313-B410-7C716AC6107B}"/>
                </a:ext>
              </a:extLst>
            </p:cNvPr>
            <p:cNvSpPr>
              <a:spLocks/>
            </p:cNvSpPr>
            <p:nvPr/>
          </p:nvSpPr>
          <p:spPr bwMode="auto">
            <a:xfrm rot="5094805">
              <a:off x="2638771" y="6316975"/>
              <a:ext cx="34275" cy="20565"/>
            </a:xfrm>
            <a:custGeom>
              <a:avLst/>
              <a:gdLst>
                <a:gd name="T0" fmla="*/ 1 w 14"/>
                <a:gd name="T1" fmla="*/ 6 h 9"/>
                <a:gd name="T2" fmla="*/ 6 w 14"/>
                <a:gd name="T3" fmla="*/ 1 h 9"/>
                <a:gd name="T4" fmla="*/ 14 w 14"/>
                <a:gd name="T5" fmla="*/ 3 h 9"/>
                <a:gd name="T6" fmla="*/ 9 w 14"/>
                <a:gd name="T7" fmla="*/ 8 h 9"/>
                <a:gd name="T8" fmla="*/ 1 w 14"/>
                <a:gd name="T9" fmla="*/ 6 h 9"/>
              </a:gdLst>
              <a:ahLst/>
              <a:cxnLst>
                <a:cxn ang="0">
                  <a:pos x="T0" y="T1"/>
                </a:cxn>
                <a:cxn ang="0">
                  <a:pos x="T2" y="T3"/>
                </a:cxn>
                <a:cxn ang="0">
                  <a:pos x="T4" y="T5"/>
                </a:cxn>
                <a:cxn ang="0">
                  <a:pos x="T6" y="T7"/>
                </a:cxn>
                <a:cxn ang="0">
                  <a:pos x="T8" y="T9"/>
                </a:cxn>
              </a:cxnLst>
              <a:rect l="0" t="0" r="r" b="b"/>
              <a:pathLst>
                <a:path w="14" h="9">
                  <a:moveTo>
                    <a:pt x="1" y="6"/>
                  </a:moveTo>
                  <a:cubicBezTo>
                    <a:pt x="0" y="5"/>
                    <a:pt x="3" y="2"/>
                    <a:pt x="6" y="1"/>
                  </a:cubicBezTo>
                  <a:cubicBezTo>
                    <a:pt x="10" y="0"/>
                    <a:pt x="13" y="1"/>
                    <a:pt x="14" y="3"/>
                  </a:cubicBezTo>
                  <a:cubicBezTo>
                    <a:pt x="14" y="5"/>
                    <a:pt x="12" y="7"/>
                    <a:pt x="9" y="8"/>
                  </a:cubicBezTo>
                  <a:cubicBezTo>
                    <a:pt x="6" y="9"/>
                    <a:pt x="2" y="8"/>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3" name="Freeform 2503">
              <a:extLst>
                <a:ext uri="{FF2B5EF4-FFF2-40B4-BE49-F238E27FC236}">
                  <a16:creationId xmlns:a16="http://schemas.microsoft.com/office/drawing/2014/main" id="{B6B2F1F9-A33C-54B0-9D42-3114E763B96A}"/>
                </a:ext>
              </a:extLst>
            </p:cNvPr>
            <p:cNvSpPr>
              <a:spLocks/>
            </p:cNvSpPr>
            <p:nvPr/>
          </p:nvSpPr>
          <p:spPr bwMode="auto">
            <a:xfrm rot="5094805">
              <a:off x="2703690" y="6503999"/>
              <a:ext cx="31990" cy="22850"/>
            </a:xfrm>
            <a:custGeom>
              <a:avLst/>
              <a:gdLst>
                <a:gd name="T0" fmla="*/ 13 w 13"/>
                <a:gd name="T1" fmla="*/ 3 h 9"/>
                <a:gd name="T2" fmla="*/ 6 w 13"/>
                <a:gd name="T3" fmla="*/ 8 h 9"/>
                <a:gd name="T4" fmla="*/ 0 w 13"/>
                <a:gd name="T5" fmla="*/ 6 h 9"/>
                <a:gd name="T6" fmla="*/ 6 w 13"/>
                <a:gd name="T7" fmla="*/ 1 h 9"/>
                <a:gd name="T8" fmla="*/ 13 w 13"/>
                <a:gd name="T9" fmla="*/ 3 h 9"/>
              </a:gdLst>
              <a:ahLst/>
              <a:cxnLst>
                <a:cxn ang="0">
                  <a:pos x="T0" y="T1"/>
                </a:cxn>
                <a:cxn ang="0">
                  <a:pos x="T2" y="T3"/>
                </a:cxn>
                <a:cxn ang="0">
                  <a:pos x="T4" y="T5"/>
                </a:cxn>
                <a:cxn ang="0">
                  <a:pos x="T6" y="T7"/>
                </a:cxn>
                <a:cxn ang="0">
                  <a:pos x="T8" y="T9"/>
                </a:cxn>
              </a:cxnLst>
              <a:rect l="0" t="0" r="r" b="b"/>
              <a:pathLst>
                <a:path w="13" h="9">
                  <a:moveTo>
                    <a:pt x="13" y="3"/>
                  </a:moveTo>
                  <a:cubicBezTo>
                    <a:pt x="13" y="5"/>
                    <a:pt x="10" y="8"/>
                    <a:pt x="6" y="8"/>
                  </a:cubicBezTo>
                  <a:cubicBezTo>
                    <a:pt x="3" y="9"/>
                    <a:pt x="0" y="8"/>
                    <a:pt x="0" y="6"/>
                  </a:cubicBezTo>
                  <a:cubicBezTo>
                    <a:pt x="0" y="4"/>
                    <a:pt x="3" y="2"/>
                    <a:pt x="6" y="1"/>
                  </a:cubicBezTo>
                  <a:cubicBezTo>
                    <a:pt x="10" y="0"/>
                    <a:pt x="13"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4" name="Freeform 2504">
              <a:extLst>
                <a:ext uri="{FF2B5EF4-FFF2-40B4-BE49-F238E27FC236}">
                  <a16:creationId xmlns:a16="http://schemas.microsoft.com/office/drawing/2014/main" id="{67D8DD92-B6EF-6D2C-0FDC-6966EC17690F}"/>
                </a:ext>
              </a:extLst>
            </p:cNvPr>
            <p:cNvSpPr>
              <a:spLocks/>
            </p:cNvSpPr>
            <p:nvPr/>
          </p:nvSpPr>
          <p:spPr bwMode="auto">
            <a:xfrm rot="5094805">
              <a:off x="2777597" y="6689914"/>
              <a:ext cx="36560" cy="22850"/>
            </a:xfrm>
            <a:custGeom>
              <a:avLst/>
              <a:gdLst>
                <a:gd name="T0" fmla="*/ 6 w 14"/>
                <a:gd name="T1" fmla="*/ 2 h 9"/>
                <a:gd name="T2" fmla="*/ 14 w 14"/>
                <a:gd name="T3" fmla="*/ 2 h 9"/>
                <a:gd name="T4" fmla="*/ 9 w 14"/>
                <a:gd name="T5" fmla="*/ 7 h 9"/>
                <a:gd name="T6" fmla="*/ 1 w 14"/>
                <a:gd name="T7" fmla="*/ 7 h 9"/>
                <a:gd name="T8" fmla="*/ 6 w 14"/>
                <a:gd name="T9" fmla="*/ 2 h 9"/>
              </a:gdLst>
              <a:ahLst/>
              <a:cxnLst>
                <a:cxn ang="0">
                  <a:pos x="T0" y="T1"/>
                </a:cxn>
                <a:cxn ang="0">
                  <a:pos x="T2" y="T3"/>
                </a:cxn>
                <a:cxn ang="0">
                  <a:pos x="T4" y="T5"/>
                </a:cxn>
                <a:cxn ang="0">
                  <a:pos x="T6" y="T7"/>
                </a:cxn>
                <a:cxn ang="0">
                  <a:pos x="T8" y="T9"/>
                </a:cxn>
              </a:cxnLst>
              <a:rect l="0" t="0" r="r" b="b"/>
              <a:pathLst>
                <a:path w="14" h="9">
                  <a:moveTo>
                    <a:pt x="6" y="2"/>
                  </a:moveTo>
                  <a:cubicBezTo>
                    <a:pt x="10" y="0"/>
                    <a:pt x="13" y="1"/>
                    <a:pt x="14" y="2"/>
                  </a:cubicBezTo>
                  <a:cubicBezTo>
                    <a:pt x="14" y="4"/>
                    <a:pt x="12" y="6"/>
                    <a:pt x="9" y="7"/>
                  </a:cubicBezTo>
                  <a:cubicBezTo>
                    <a:pt x="6" y="9"/>
                    <a:pt x="2" y="9"/>
                    <a:pt x="1" y="7"/>
                  </a:cubicBezTo>
                  <a:cubicBezTo>
                    <a:pt x="0" y="5"/>
                    <a:pt x="3"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5" name="Freeform 2505">
              <a:extLst>
                <a:ext uri="{FF2B5EF4-FFF2-40B4-BE49-F238E27FC236}">
                  <a16:creationId xmlns:a16="http://schemas.microsoft.com/office/drawing/2014/main" id="{FB4B79E8-7212-364F-56DC-784622AF6D4C}"/>
                </a:ext>
              </a:extLst>
            </p:cNvPr>
            <p:cNvSpPr>
              <a:spLocks/>
            </p:cNvSpPr>
            <p:nvPr/>
          </p:nvSpPr>
          <p:spPr bwMode="auto">
            <a:xfrm rot="5094805">
              <a:off x="2861441" y="6667836"/>
              <a:ext cx="29705" cy="18280"/>
            </a:xfrm>
            <a:custGeom>
              <a:avLst/>
              <a:gdLst>
                <a:gd name="T0" fmla="*/ 11 w 12"/>
                <a:gd name="T1" fmla="*/ 2 h 7"/>
                <a:gd name="T2" fmla="*/ 6 w 12"/>
                <a:gd name="T3" fmla="*/ 6 h 7"/>
                <a:gd name="T4" fmla="*/ 0 w 12"/>
                <a:gd name="T5" fmla="*/ 5 h 7"/>
                <a:gd name="T6" fmla="*/ 5 w 12"/>
                <a:gd name="T7" fmla="*/ 1 h 7"/>
                <a:gd name="T8" fmla="*/ 11 w 12"/>
                <a:gd name="T9" fmla="*/ 2 h 7"/>
              </a:gdLst>
              <a:ahLst/>
              <a:cxnLst>
                <a:cxn ang="0">
                  <a:pos x="T0" y="T1"/>
                </a:cxn>
                <a:cxn ang="0">
                  <a:pos x="T2" y="T3"/>
                </a:cxn>
                <a:cxn ang="0">
                  <a:pos x="T4" y="T5"/>
                </a:cxn>
                <a:cxn ang="0">
                  <a:pos x="T6" y="T7"/>
                </a:cxn>
                <a:cxn ang="0">
                  <a:pos x="T8" y="T9"/>
                </a:cxn>
              </a:cxnLst>
              <a:rect l="0" t="0" r="r" b="b"/>
              <a:pathLst>
                <a:path w="12" h="7">
                  <a:moveTo>
                    <a:pt x="11" y="2"/>
                  </a:moveTo>
                  <a:cubicBezTo>
                    <a:pt x="12" y="3"/>
                    <a:pt x="9" y="5"/>
                    <a:pt x="6" y="6"/>
                  </a:cubicBezTo>
                  <a:cubicBezTo>
                    <a:pt x="2" y="7"/>
                    <a:pt x="0" y="6"/>
                    <a:pt x="0" y="5"/>
                  </a:cubicBezTo>
                  <a:cubicBezTo>
                    <a:pt x="0" y="4"/>
                    <a:pt x="2" y="2"/>
                    <a:pt x="5" y="1"/>
                  </a:cubicBezTo>
                  <a:cubicBezTo>
                    <a:pt x="8" y="0"/>
                    <a:pt x="11"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6" name="Freeform 2506">
              <a:extLst>
                <a:ext uri="{FF2B5EF4-FFF2-40B4-BE49-F238E27FC236}">
                  <a16:creationId xmlns:a16="http://schemas.microsoft.com/office/drawing/2014/main" id="{CFE303EC-CFE8-339D-05E6-3ADDB6273A66}"/>
                </a:ext>
              </a:extLst>
            </p:cNvPr>
            <p:cNvSpPr>
              <a:spLocks/>
            </p:cNvSpPr>
            <p:nvPr/>
          </p:nvSpPr>
          <p:spPr bwMode="auto">
            <a:xfrm rot="5094805">
              <a:off x="2789694" y="6481419"/>
              <a:ext cx="31990" cy="15995"/>
            </a:xfrm>
            <a:custGeom>
              <a:avLst/>
              <a:gdLst>
                <a:gd name="T0" fmla="*/ 8 w 13"/>
                <a:gd name="T1" fmla="*/ 5 h 6"/>
                <a:gd name="T2" fmla="*/ 1 w 13"/>
                <a:gd name="T3" fmla="*/ 4 h 6"/>
                <a:gd name="T4" fmla="*/ 6 w 13"/>
                <a:gd name="T5" fmla="*/ 1 h 6"/>
                <a:gd name="T6" fmla="*/ 12 w 13"/>
                <a:gd name="T7" fmla="*/ 1 h 6"/>
                <a:gd name="T8" fmla="*/ 8 w 13"/>
                <a:gd name="T9" fmla="*/ 5 h 6"/>
              </a:gdLst>
              <a:ahLst/>
              <a:cxnLst>
                <a:cxn ang="0">
                  <a:pos x="T0" y="T1"/>
                </a:cxn>
                <a:cxn ang="0">
                  <a:pos x="T2" y="T3"/>
                </a:cxn>
                <a:cxn ang="0">
                  <a:pos x="T4" y="T5"/>
                </a:cxn>
                <a:cxn ang="0">
                  <a:pos x="T6" y="T7"/>
                </a:cxn>
                <a:cxn ang="0">
                  <a:pos x="T8" y="T9"/>
                </a:cxn>
              </a:cxnLst>
              <a:rect l="0" t="0" r="r" b="b"/>
              <a:pathLst>
                <a:path w="13" h="6">
                  <a:moveTo>
                    <a:pt x="8" y="5"/>
                  </a:moveTo>
                  <a:cubicBezTo>
                    <a:pt x="4" y="6"/>
                    <a:pt x="1" y="6"/>
                    <a:pt x="1" y="4"/>
                  </a:cubicBezTo>
                  <a:cubicBezTo>
                    <a:pt x="0" y="3"/>
                    <a:pt x="2" y="1"/>
                    <a:pt x="6" y="1"/>
                  </a:cubicBezTo>
                  <a:cubicBezTo>
                    <a:pt x="9" y="0"/>
                    <a:pt x="12" y="0"/>
                    <a:pt x="12" y="1"/>
                  </a:cubicBezTo>
                  <a:cubicBezTo>
                    <a:pt x="13" y="3"/>
                    <a:pt x="11" y="4"/>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7" name="Freeform 2507">
              <a:extLst>
                <a:ext uri="{FF2B5EF4-FFF2-40B4-BE49-F238E27FC236}">
                  <a16:creationId xmlns:a16="http://schemas.microsoft.com/office/drawing/2014/main" id="{E0DE8BE7-43EF-1BE3-FB30-84F6F55E5912}"/>
                </a:ext>
              </a:extLst>
            </p:cNvPr>
            <p:cNvSpPr>
              <a:spLocks/>
            </p:cNvSpPr>
            <p:nvPr/>
          </p:nvSpPr>
          <p:spPr bwMode="auto">
            <a:xfrm rot="5094805">
              <a:off x="2731410" y="6291714"/>
              <a:ext cx="29705" cy="13710"/>
            </a:xfrm>
            <a:custGeom>
              <a:avLst/>
              <a:gdLst>
                <a:gd name="T0" fmla="*/ 12 w 12"/>
                <a:gd name="T1" fmla="*/ 2 h 6"/>
                <a:gd name="T2" fmla="*/ 7 w 12"/>
                <a:gd name="T3" fmla="*/ 5 h 6"/>
                <a:gd name="T4" fmla="*/ 0 w 12"/>
                <a:gd name="T5" fmla="*/ 4 h 6"/>
                <a:gd name="T6" fmla="*/ 6 w 12"/>
                <a:gd name="T7" fmla="*/ 0 h 6"/>
                <a:gd name="T8" fmla="*/ 12 w 12"/>
                <a:gd name="T9" fmla="*/ 2 h 6"/>
              </a:gdLst>
              <a:ahLst/>
              <a:cxnLst>
                <a:cxn ang="0">
                  <a:pos x="T0" y="T1"/>
                </a:cxn>
                <a:cxn ang="0">
                  <a:pos x="T2" y="T3"/>
                </a:cxn>
                <a:cxn ang="0">
                  <a:pos x="T4" y="T5"/>
                </a:cxn>
                <a:cxn ang="0">
                  <a:pos x="T6" y="T7"/>
                </a:cxn>
                <a:cxn ang="0">
                  <a:pos x="T8" y="T9"/>
                </a:cxn>
              </a:cxnLst>
              <a:rect l="0" t="0" r="r" b="b"/>
              <a:pathLst>
                <a:path w="12" h="6">
                  <a:moveTo>
                    <a:pt x="12" y="2"/>
                  </a:moveTo>
                  <a:cubicBezTo>
                    <a:pt x="12" y="3"/>
                    <a:pt x="10" y="5"/>
                    <a:pt x="7" y="5"/>
                  </a:cubicBezTo>
                  <a:cubicBezTo>
                    <a:pt x="3" y="6"/>
                    <a:pt x="0" y="5"/>
                    <a:pt x="0" y="4"/>
                  </a:cubicBezTo>
                  <a:cubicBezTo>
                    <a:pt x="0" y="2"/>
                    <a:pt x="3" y="1"/>
                    <a:pt x="6" y="0"/>
                  </a:cubicBezTo>
                  <a:cubicBezTo>
                    <a:pt x="9" y="0"/>
                    <a:pt x="12"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8" name="Freeform 2508">
              <a:extLst>
                <a:ext uri="{FF2B5EF4-FFF2-40B4-BE49-F238E27FC236}">
                  <a16:creationId xmlns:a16="http://schemas.microsoft.com/office/drawing/2014/main" id="{3ABBB65E-4394-F12A-0E0D-B97825AD8055}"/>
                </a:ext>
              </a:extLst>
            </p:cNvPr>
            <p:cNvSpPr>
              <a:spLocks/>
            </p:cNvSpPr>
            <p:nvPr/>
          </p:nvSpPr>
          <p:spPr bwMode="auto">
            <a:xfrm rot="5094805">
              <a:off x="2686975" y="6100581"/>
              <a:ext cx="31990" cy="15995"/>
            </a:xfrm>
            <a:custGeom>
              <a:avLst/>
              <a:gdLst>
                <a:gd name="T0" fmla="*/ 13 w 13"/>
                <a:gd name="T1" fmla="*/ 3 h 6"/>
                <a:gd name="T2" fmla="*/ 8 w 13"/>
                <a:gd name="T3" fmla="*/ 6 h 6"/>
                <a:gd name="T4" fmla="*/ 1 w 13"/>
                <a:gd name="T5" fmla="*/ 4 h 6"/>
                <a:gd name="T6" fmla="*/ 6 w 13"/>
                <a:gd name="T7" fmla="*/ 1 h 6"/>
                <a:gd name="T8" fmla="*/ 13 w 13"/>
                <a:gd name="T9" fmla="*/ 3 h 6"/>
              </a:gdLst>
              <a:ahLst/>
              <a:cxnLst>
                <a:cxn ang="0">
                  <a:pos x="T0" y="T1"/>
                </a:cxn>
                <a:cxn ang="0">
                  <a:pos x="T2" y="T3"/>
                </a:cxn>
                <a:cxn ang="0">
                  <a:pos x="T4" y="T5"/>
                </a:cxn>
                <a:cxn ang="0">
                  <a:pos x="T6" y="T7"/>
                </a:cxn>
                <a:cxn ang="0">
                  <a:pos x="T8" y="T9"/>
                </a:cxn>
              </a:cxnLst>
              <a:rect l="0" t="0" r="r" b="b"/>
              <a:pathLst>
                <a:path w="13" h="6">
                  <a:moveTo>
                    <a:pt x="13" y="3"/>
                  </a:moveTo>
                  <a:cubicBezTo>
                    <a:pt x="13" y="4"/>
                    <a:pt x="11" y="6"/>
                    <a:pt x="8" y="6"/>
                  </a:cubicBezTo>
                  <a:cubicBezTo>
                    <a:pt x="4" y="6"/>
                    <a:pt x="1" y="6"/>
                    <a:pt x="1" y="4"/>
                  </a:cubicBezTo>
                  <a:cubicBezTo>
                    <a:pt x="0" y="3"/>
                    <a:pt x="3" y="1"/>
                    <a:pt x="6" y="1"/>
                  </a:cubicBezTo>
                  <a:cubicBezTo>
                    <a:pt x="9" y="0"/>
                    <a:pt x="12"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9" name="Freeform 2509">
              <a:extLst>
                <a:ext uri="{FF2B5EF4-FFF2-40B4-BE49-F238E27FC236}">
                  <a16:creationId xmlns:a16="http://schemas.microsoft.com/office/drawing/2014/main" id="{37D0C6D4-BE95-D670-2D01-12B4301ACD9C}"/>
                </a:ext>
              </a:extLst>
            </p:cNvPr>
            <p:cNvSpPr>
              <a:spLocks/>
            </p:cNvSpPr>
            <p:nvPr/>
          </p:nvSpPr>
          <p:spPr bwMode="auto">
            <a:xfrm rot="5094805">
              <a:off x="2640273" y="5909853"/>
              <a:ext cx="29705" cy="18280"/>
            </a:xfrm>
            <a:custGeom>
              <a:avLst/>
              <a:gdLst>
                <a:gd name="T0" fmla="*/ 0 w 12"/>
                <a:gd name="T1" fmla="*/ 4 h 7"/>
                <a:gd name="T2" fmla="*/ 6 w 12"/>
                <a:gd name="T3" fmla="*/ 1 h 7"/>
                <a:gd name="T4" fmla="*/ 12 w 12"/>
                <a:gd name="T5" fmla="*/ 2 h 7"/>
                <a:gd name="T6" fmla="*/ 6 w 12"/>
                <a:gd name="T7" fmla="*/ 6 h 7"/>
                <a:gd name="T8" fmla="*/ 0 w 12"/>
                <a:gd name="T9" fmla="*/ 4 h 7"/>
              </a:gdLst>
              <a:ahLst/>
              <a:cxnLst>
                <a:cxn ang="0">
                  <a:pos x="T0" y="T1"/>
                </a:cxn>
                <a:cxn ang="0">
                  <a:pos x="T2" y="T3"/>
                </a:cxn>
                <a:cxn ang="0">
                  <a:pos x="T4" y="T5"/>
                </a:cxn>
                <a:cxn ang="0">
                  <a:pos x="T6" y="T7"/>
                </a:cxn>
                <a:cxn ang="0">
                  <a:pos x="T8" y="T9"/>
                </a:cxn>
              </a:cxnLst>
              <a:rect l="0" t="0" r="r" b="b"/>
              <a:pathLst>
                <a:path w="12" h="7">
                  <a:moveTo>
                    <a:pt x="0" y="4"/>
                  </a:moveTo>
                  <a:cubicBezTo>
                    <a:pt x="2" y="3"/>
                    <a:pt x="4" y="2"/>
                    <a:pt x="6" y="1"/>
                  </a:cubicBezTo>
                  <a:cubicBezTo>
                    <a:pt x="9" y="0"/>
                    <a:pt x="12" y="1"/>
                    <a:pt x="12" y="2"/>
                  </a:cubicBezTo>
                  <a:cubicBezTo>
                    <a:pt x="12" y="4"/>
                    <a:pt x="10" y="5"/>
                    <a:pt x="6" y="6"/>
                  </a:cubicBezTo>
                  <a:cubicBezTo>
                    <a:pt x="3" y="7"/>
                    <a:pt x="0"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0" name="Freeform 2510">
              <a:extLst>
                <a:ext uri="{FF2B5EF4-FFF2-40B4-BE49-F238E27FC236}">
                  <a16:creationId xmlns:a16="http://schemas.microsoft.com/office/drawing/2014/main" id="{9E7D2A2F-A1A4-10CB-1885-8F6666C839AF}"/>
                </a:ext>
              </a:extLst>
            </p:cNvPr>
            <p:cNvSpPr>
              <a:spLocks/>
            </p:cNvSpPr>
            <p:nvPr/>
          </p:nvSpPr>
          <p:spPr bwMode="auto">
            <a:xfrm rot="5094805">
              <a:off x="2575257" y="5720649"/>
              <a:ext cx="29705" cy="18280"/>
            </a:xfrm>
            <a:custGeom>
              <a:avLst/>
              <a:gdLst>
                <a:gd name="T0" fmla="*/ 12 w 12"/>
                <a:gd name="T1" fmla="*/ 2 h 7"/>
                <a:gd name="T2" fmla="*/ 7 w 12"/>
                <a:gd name="T3" fmla="*/ 6 h 7"/>
                <a:gd name="T4" fmla="*/ 0 w 12"/>
                <a:gd name="T5" fmla="*/ 5 h 7"/>
                <a:gd name="T6" fmla="*/ 5 w 12"/>
                <a:gd name="T7" fmla="*/ 1 h 7"/>
                <a:gd name="T8" fmla="*/ 12 w 12"/>
                <a:gd name="T9" fmla="*/ 2 h 7"/>
              </a:gdLst>
              <a:ahLst/>
              <a:cxnLst>
                <a:cxn ang="0">
                  <a:pos x="T0" y="T1"/>
                </a:cxn>
                <a:cxn ang="0">
                  <a:pos x="T2" y="T3"/>
                </a:cxn>
                <a:cxn ang="0">
                  <a:pos x="T4" y="T5"/>
                </a:cxn>
                <a:cxn ang="0">
                  <a:pos x="T6" y="T7"/>
                </a:cxn>
                <a:cxn ang="0">
                  <a:pos x="T8" y="T9"/>
                </a:cxn>
              </a:cxnLst>
              <a:rect l="0" t="0" r="r" b="b"/>
              <a:pathLst>
                <a:path w="12" h="7">
                  <a:moveTo>
                    <a:pt x="12" y="2"/>
                  </a:moveTo>
                  <a:cubicBezTo>
                    <a:pt x="12" y="3"/>
                    <a:pt x="10" y="5"/>
                    <a:pt x="7" y="6"/>
                  </a:cubicBezTo>
                  <a:cubicBezTo>
                    <a:pt x="4" y="7"/>
                    <a:pt x="0" y="7"/>
                    <a:pt x="0" y="5"/>
                  </a:cubicBezTo>
                  <a:cubicBezTo>
                    <a:pt x="0" y="4"/>
                    <a:pt x="2" y="2"/>
                    <a:pt x="5" y="1"/>
                  </a:cubicBezTo>
                  <a:cubicBezTo>
                    <a:pt x="8" y="0"/>
                    <a:pt x="11"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1" name="Freeform 2511">
              <a:extLst>
                <a:ext uri="{FF2B5EF4-FFF2-40B4-BE49-F238E27FC236}">
                  <a16:creationId xmlns:a16="http://schemas.microsoft.com/office/drawing/2014/main" id="{94E71B98-04A8-0537-ED5B-58EB69206FCD}"/>
                </a:ext>
              </a:extLst>
            </p:cNvPr>
            <p:cNvSpPr>
              <a:spLocks/>
            </p:cNvSpPr>
            <p:nvPr/>
          </p:nvSpPr>
          <p:spPr bwMode="auto">
            <a:xfrm rot="5094805">
              <a:off x="2495545" y="5533799"/>
              <a:ext cx="31990" cy="18280"/>
            </a:xfrm>
            <a:custGeom>
              <a:avLst/>
              <a:gdLst>
                <a:gd name="T0" fmla="*/ 13 w 13"/>
                <a:gd name="T1" fmla="*/ 1 h 7"/>
                <a:gd name="T2" fmla="*/ 8 w 13"/>
                <a:gd name="T3" fmla="*/ 6 h 7"/>
                <a:gd name="T4" fmla="*/ 1 w 13"/>
                <a:gd name="T5" fmla="*/ 6 h 7"/>
                <a:gd name="T6" fmla="*/ 6 w 13"/>
                <a:gd name="T7" fmla="*/ 1 h 7"/>
                <a:gd name="T8" fmla="*/ 13 w 13"/>
                <a:gd name="T9" fmla="*/ 1 h 7"/>
              </a:gdLst>
              <a:ahLst/>
              <a:cxnLst>
                <a:cxn ang="0">
                  <a:pos x="T0" y="T1"/>
                </a:cxn>
                <a:cxn ang="0">
                  <a:pos x="T2" y="T3"/>
                </a:cxn>
                <a:cxn ang="0">
                  <a:pos x="T4" y="T5"/>
                </a:cxn>
                <a:cxn ang="0">
                  <a:pos x="T6" y="T7"/>
                </a:cxn>
                <a:cxn ang="0">
                  <a:pos x="T8" y="T9"/>
                </a:cxn>
              </a:cxnLst>
              <a:rect l="0" t="0" r="r" b="b"/>
              <a:pathLst>
                <a:path w="13" h="7">
                  <a:moveTo>
                    <a:pt x="13" y="1"/>
                  </a:moveTo>
                  <a:cubicBezTo>
                    <a:pt x="13" y="3"/>
                    <a:pt x="11" y="4"/>
                    <a:pt x="8" y="6"/>
                  </a:cubicBezTo>
                  <a:cubicBezTo>
                    <a:pt x="4" y="7"/>
                    <a:pt x="1" y="7"/>
                    <a:pt x="1" y="6"/>
                  </a:cubicBezTo>
                  <a:cubicBezTo>
                    <a:pt x="0" y="5"/>
                    <a:pt x="3" y="3"/>
                    <a:pt x="6" y="1"/>
                  </a:cubicBezTo>
                  <a:cubicBezTo>
                    <a:pt x="9" y="0"/>
                    <a:pt x="12" y="0"/>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2" name="Freeform 2512">
              <a:extLst>
                <a:ext uri="{FF2B5EF4-FFF2-40B4-BE49-F238E27FC236}">
                  <a16:creationId xmlns:a16="http://schemas.microsoft.com/office/drawing/2014/main" id="{A39A8A41-3319-C144-11BE-E1C23F015CFD}"/>
                </a:ext>
              </a:extLst>
            </p:cNvPr>
            <p:cNvSpPr>
              <a:spLocks/>
            </p:cNvSpPr>
            <p:nvPr/>
          </p:nvSpPr>
          <p:spPr bwMode="auto">
            <a:xfrm rot="5094805">
              <a:off x="2406940" y="5350238"/>
              <a:ext cx="29705" cy="18280"/>
            </a:xfrm>
            <a:custGeom>
              <a:avLst/>
              <a:gdLst>
                <a:gd name="T0" fmla="*/ 7 w 12"/>
                <a:gd name="T1" fmla="*/ 1 h 7"/>
                <a:gd name="T2" fmla="*/ 11 w 12"/>
                <a:gd name="T3" fmla="*/ 1 h 7"/>
                <a:gd name="T4" fmla="*/ 6 w 12"/>
                <a:gd name="T5" fmla="*/ 5 h 7"/>
                <a:gd name="T6" fmla="*/ 0 w 12"/>
                <a:gd name="T7" fmla="*/ 5 h 7"/>
                <a:gd name="T8" fmla="*/ 7 w 12"/>
                <a:gd name="T9" fmla="*/ 1 h 7"/>
              </a:gdLst>
              <a:ahLst/>
              <a:cxnLst>
                <a:cxn ang="0">
                  <a:pos x="T0" y="T1"/>
                </a:cxn>
                <a:cxn ang="0">
                  <a:pos x="T2" y="T3"/>
                </a:cxn>
                <a:cxn ang="0">
                  <a:pos x="T4" y="T5"/>
                </a:cxn>
                <a:cxn ang="0">
                  <a:pos x="T6" y="T7"/>
                </a:cxn>
                <a:cxn ang="0">
                  <a:pos x="T8" y="T9"/>
                </a:cxn>
              </a:cxnLst>
              <a:rect l="0" t="0" r="r" b="b"/>
              <a:pathLst>
                <a:path w="12" h="7">
                  <a:moveTo>
                    <a:pt x="7" y="1"/>
                  </a:moveTo>
                  <a:cubicBezTo>
                    <a:pt x="8" y="1"/>
                    <a:pt x="11" y="0"/>
                    <a:pt x="11" y="1"/>
                  </a:cubicBezTo>
                  <a:cubicBezTo>
                    <a:pt x="12" y="2"/>
                    <a:pt x="9" y="4"/>
                    <a:pt x="6" y="5"/>
                  </a:cubicBezTo>
                  <a:cubicBezTo>
                    <a:pt x="3" y="7"/>
                    <a:pt x="0" y="7"/>
                    <a:pt x="0" y="5"/>
                  </a:cubicBezTo>
                  <a:cubicBezTo>
                    <a:pt x="0" y="4"/>
                    <a:pt x="3"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3" name="Freeform 2513">
              <a:extLst>
                <a:ext uri="{FF2B5EF4-FFF2-40B4-BE49-F238E27FC236}">
                  <a16:creationId xmlns:a16="http://schemas.microsoft.com/office/drawing/2014/main" id="{B003E32F-1F5A-4EEB-A792-AEAB3C31411B}"/>
                </a:ext>
              </a:extLst>
            </p:cNvPr>
            <p:cNvSpPr>
              <a:spLocks/>
            </p:cNvSpPr>
            <p:nvPr/>
          </p:nvSpPr>
          <p:spPr bwMode="auto">
            <a:xfrm rot="5094805">
              <a:off x="2307987" y="5166349"/>
              <a:ext cx="29705" cy="18280"/>
            </a:xfrm>
            <a:custGeom>
              <a:avLst/>
              <a:gdLst>
                <a:gd name="T0" fmla="*/ 7 w 12"/>
                <a:gd name="T1" fmla="*/ 5 h 7"/>
                <a:gd name="T2" fmla="*/ 0 w 12"/>
                <a:gd name="T3" fmla="*/ 6 h 7"/>
                <a:gd name="T4" fmla="*/ 5 w 12"/>
                <a:gd name="T5" fmla="*/ 2 h 7"/>
                <a:gd name="T6" fmla="*/ 12 w 12"/>
                <a:gd name="T7" fmla="*/ 1 h 7"/>
                <a:gd name="T8" fmla="*/ 7 w 12"/>
                <a:gd name="T9" fmla="*/ 5 h 7"/>
              </a:gdLst>
              <a:ahLst/>
              <a:cxnLst>
                <a:cxn ang="0">
                  <a:pos x="T0" y="T1"/>
                </a:cxn>
                <a:cxn ang="0">
                  <a:pos x="T2" y="T3"/>
                </a:cxn>
                <a:cxn ang="0">
                  <a:pos x="T4" y="T5"/>
                </a:cxn>
                <a:cxn ang="0">
                  <a:pos x="T6" y="T7"/>
                </a:cxn>
                <a:cxn ang="0">
                  <a:pos x="T8" y="T9"/>
                </a:cxn>
              </a:cxnLst>
              <a:rect l="0" t="0" r="r" b="b"/>
              <a:pathLst>
                <a:path w="12" h="7">
                  <a:moveTo>
                    <a:pt x="7" y="5"/>
                  </a:moveTo>
                  <a:cubicBezTo>
                    <a:pt x="4" y="6"/>
                    <a:pt x="1" y="7"/>
                    <a:pt x="0" y="6"/>
                  </a:cubicBezTo>
                  <a:cubicBezTo>
                    <a:pt x="0" y="5"/>
                    <a:pt x="2" y="3"/>
                    <a:pt x="5" y="2"/>
                  </a:cubicBezTo>
                  <a:cubicBezTo>
                    <a:pt x="8" y="0"/>
                    <a:pt x="11" y="0"/>
                    <a:pt x="12" y="1"/>
                  </a:cubicBezTo>
                  <a:cubicBezTo>
                    <a:pt x="12" y="2"/>
                    <a:pt x="10" y="3"/>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4" name="Freeform 2514">
              <a:extLst>
                <a:ext uri="{FF2B5EF4-FFF2-40B4-BE49-F238E27FC236}">
                  <a16:creationId xmlns:a16="http://schemas.microsoft.com/office/drawing/2014/main" id="{2242A45D-E447-8CE6-9DC5-CD76407D7101}"/>
                </a:ext>
              </a:extLst>
            </p:cNvPr>
            <p:cNvSpPr>
              <a:spLocks/>
            </p:cNvSpPr>
            <p:nvPr/>
          </p:nvSpPr>
          <p:spPr bwMode="auto">
            <a:xfrm rot="5094805">
              <a:off x="2204377" y="4982768"/>
              <a:ext cx="31990" cy="15995"/>
            </a:xfrm>
            <a:custGeom>
              <a:avLst/>
              <a:gdLst>
                <a:gd name="T0" fmla="*/ 7 w 13"/>
                <a:gd name="T1" fmla="*/ 5 h 7"/>
                <a:gd name="T2" fmla="*/ 0 w 13"/>
                <a:gd name="T3" fmla="*/ 7 h 7"/>
                <a:gd name="T4" fmla="*/ 5 w 13"/>
                <a:gd name="T5" fmla="*/ 2 h 7"/>
                <a:gd name="T6" fmla="*/ 12 w 13"/>
                <a:gd name="T7" fmla="*/ 1 h 7"/>
                <a:gd name="T8" fmla="*/ 7 w 13"/>
                <a:gd name="T9" fmla="*/ 5 h 7"/>
              </a:gdLst>
              <a:ahLst/>
              <a:cxnLst>
                <a:cxn ang="0">
                  <a:pos x="T0" y="T1"/>
                </a:cxn>
                <a:cxn ang="0">
                  <a:pos x="T2" y="T3"/>
                </a:cxn>
                <a:cxn ang="0">
                  <a:pos x="T4" y="T5"/>
                </a:cxn>
                <a:cxn ang="0">
                  <a:pos x="T6" y="T7"/>
                </a:cxn>
                <a:cxn ang="0">
                  <a:pos x="T8" y="T9"/>
                </a:cxn>
              </a:cxnLst>
              <a:rect l="0" t="0" r="r" b="b"/>
              <a:pathLst>
                <a:path w="13" h="7">
                  <a:moveTo>
                    <a:pt x="7" y="5"/>
                  </a:moveTo>
                  <a:cubicBezTo>
                    <a:pt x="4" y="7"/>
                    <a:pt x="1" y="7"/>
                    <a:pt x="0" y="7"/>
                  </a:cubicBezTo>
                  <a:cubicBezTo>
                    <a:pt x="0" y="6"/>
                    <a:pt x="2" y="4"/>
                    <a:pt x="5" y="2"/>
                  </a:cubicBezTo>
                  <a:cubicBezTo>
                    <a:pt x="8" y="1"/>
                    <a:pt x="11" y="0"/>
                    <a:pt x="12" y="1"/>
                  </a:cubicBezTo>
                  <a:cubicBezTo>
                    <a:pt x="13" y="2"/>
                    <a:pt x="11" y="3"/>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5" name="Freeform 2515">
              <a:extLst>
                <a:ext uri="{FF2B5EF4-FFF2-40B4-BE49-F238E27FC236}">
                  <a16:creationId xmlns:a16="http://schemas.microsoft.com/office/drawing/2014/main" id="{2D2EF096-B381-F102-9096-3AEF9DF6AC31}"/>
                </a:ext>
              </a:extLst>
            </p:cNvPr>
            <p:cNvSpPr>
              <a:spLocks/>
            </p:cNvSpPr>
            <p:nvPr/>
          </p:nvSpPr>
          <p:spPr bwMode="auto">
            <a:xfrm rot="5094805">
              <a:off x="2096320" y="4799690"/>
              <a:ext cx="31990" cy="15995"/>
            </a:xfrm>
            <a:custGeom>
              <a:avLst/>
              <a:gdLst>
                <a:gd name="T0" fmla="*/ 7 w 13"/>
                <a:gd name="T1" fmla="*/ 5 h 7"/>
                <a:gd name="T2" fmla="*/ 1 w 13"/>
                <a:gd name="T3" fmla="*/ 6 h 7"/>
                <a:gd name="T4" fmla="*/ 6 w 13"/>
                <a:gd name="T5" fmla="*/ 2 h 7"/>
                <a:gd name="T6" fmla="*/ 12 w 13"/>
                <a:gd name="T7" fmla="*/ 1 h 7"/>
                <a:gd name="T8" fmla="*/ 7 w 13"/>
                <a:gd name="T9" fmla="*/ 5 h 7"/>
              </a:gdLst>
              <a:ahLst/>
              <a:cxnLst>
                <a:cxn ang="0">
                  <a:pos x="T0" y="T1"/>
                </a:cxn>
                <a:cxn ang="0">
                  <a:pos x="T2" y="T3"/>
                </a:cxn>
                <a:cxn ang="0">
                  <a:pos x="T4" y="T5"/>
                </a:cxn>
                <a:cxn ang="0">
                  <a:pos x="T6" y="T7"/>
                </a:cxn>
                <a:cxn ang="0">
                  <a:pos x="T8" y="T9"/>
                </a:cxn>
              </a:cxnLst>
              <a:rect l="0" t="0" r="r" b="b"/>
              <a:pathLst>
                <a:path w="13" h="7">
                  <a:moveTo>
                    <a:pt x="7" y="5"/>
                  </a:moveTo>
                  <a:cubicBezTo>
                    <a:pt x="4" y="6"/>
                    <a:pt x="1" y="7"/>
                    <a:pt x="1" y="6"/>
                  </a:cubicBezTo>
                  <a:cubicBezTo>
                    <a:pt x="0" y="6"/>
                    <a:pt x="2" y="4"/>
                    <a:pt x="6" y="2"/>
                  </a:cubicBezTo>
                  <a:cubicBezTo>
                    <a:pt x="9" y="1"/>
                    <a:pt x="12" y="0"/>
                    <a:pt x="12" y="1"/>
                  </a:cubicBezTo>
                  <a:cubicBezTo>
                    <a:pt x="13" y="1"/>
                    <a:pt x="11" y="3"/>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6" name="Freeform 2516">
              <a:extLst>
                <a:ext uri="{FF2B5EF4-FFF2-40B4-BE49-F238E27FC236}">
                  <a16:creationId xmlns:a16="http://schemas.microsoft.com/office/drawing/2014/main" id="{FE9BC79B-760A-9339-0F7F-84A551336FC5}"/>
                </a:ext>
              </a:extLst>
            </p:cNvPr>
            <p:cNvSpPr>
              <a:spLocks/>
            </p:cNvSpPr>
            <p:nvPr/>
          </p:nvSpPr>
          <p:spPr bwMode="auto">
            <a:xfrm rot="5094805">
              <a:off x="1988369" y="4618993"/>
              <a:ext cx="29705" cy="13710"/>
            </a:xfrm>
            <a:custGeom>
              <a:avLst/>
              <a:gdLst>
                <a:gd name="T0" fmla="*/ 7 w 12"/>
                <a:gd name="T1" fmla="*/ 1 h 6"/>
                <a:gd name="T2" fmla="*/ 11 w 12"/>
                <a:gd name="T3" fmla="*/ 0 h 6"/>
                <a:gd name="T4" fmla="*/ 6 w 12"/>
                <a:gd name="T5" fmla="*/ 4 h 6"/>
                <a:gd name="T6" fmla="*/ 0 w 12"/>
                <a:gd name="T7" fmla="*/ 5 h 6"/>
                <a:gd name="T8" fmla="*/ 7 w 12"/>
                <a:gd name="T9" fmla="*/ 1 h 6"/>
              </a:gdLst>
              <a:ahLst/>
              <a:cxnLst>
                <a:cxn ang="0">
                  <a:pos x="T0" y="T1"/>
                </a:cxn>
                <a:cxn ang="0">
                  <a:pos x="T2" y="T3"/>
                </a:cxn>
                <a:cxn ang="0">
                  <a:pos x="T4" y="T5"/>
                </a:cxn>
                <a:cxn ang="0">
                  <a:pos x="T6" y="T7"/>
                </a:cxn>
                <a:cxn ang="0">
                  <a:pos x="T8" y="T9"/>
                </a:cxn>
              </a:cxnLst>
              <a:rect l="0" t="0" r="r" b="b"/>
              <a:pathLst>
                <a:path w="12" h="6">
                  <a:moveTo>
                    <a:pt x="7" y="1"/>
                  </a:moveTo>
                  <a:cubicBezTo>
                    <a:pt x="8" y="0"/>
                    <a:pt x="11" y="0"/>
                    <a:pt x="11" y="0"/>
                  </a:cubicBezTo>
                  <a:cubicBezTo>
                    <a:pt x="12" y="0"/>
                    <a:pt x="9" y="2"/>
                    <a:pt x="6" y="4"/>
                  </a:cubicBezTo>
                  <a:cubicBezTo>
                    <a:pt x="2" y="5"/>
                    <a:pt x="0" y="6"/>
                    <a:pt x="0" y="5"/>
                  </a:cubicBezTo>
                  <a:cubicBezTo>
                    <a:pt x="0" y="5"/>
                    <a:pt x="3" y="3"/>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7" name="Freeform 2517">
              <a:extLst>
                <a:ext uri="{FF2B5EF4-FFF2-40B4-BE49-F238E27FC236}">
                  <a16:creationId xmlns:a16="http://schemas.microsoft.com/office/drawing/2014/main" id="{591F2A45-80BF-15A1-33E5-1248DCF1A2D3}"/>
                </a:ext>
              </a:extLst>
            </p:cNvPr>
            <p:cNvSpPr>
              <a:spLocks/>
            </p:cNvSpPr>
            <p:nvPr/>
          </p:nvSpPr>
          <p:spPr bwMode="auto">
            <a:xfrm rot="5094805">
              <a:off x="1882589" y="4435712"/>
              <a:ext cx="29705" cy="13710"/>
            </a:xfrm>
            <a:custGeom>
              <a:avLst/>
              <a:gdLst>
                <a:gd name="T0" fmla="*/ 12 w 12"/>
                <a:gd name="T1" fmla="*/ 1 h 6"/>
                <a:gd name="T2" fmla="*/ 6 w 12"/>
                <a:gd name="T3" fmla="*/ 4 h 6"/>
                <a:gd name="T4" fmla="*/ 0 w 12"/>
                <a:gd name="T5" fmla="*/ 6 h 6"/>
                <a:gd name="T6" fmla="*/ 6 w 12"/>
                <a:gd name="T7" fmla="*/ 2 h 6"/>
                <a:gd name="T8" fmla="*/ 12 w 12"/>
                <a:gd name="T9" fmla="*/ 1 h 6"/>
              </a:gdLst>
              <a:ahLst/>
              <a:cxnLst>
                <a:cxn ang="0">
                  <a:pos x="T0" y="T1"/>
                </a:cxn>
                <a:cxn ang="0">
                  <a:pos x="T2" y="T3"/>
                </a:cxn>
                <a:cxn ang="0">
                  <a:pos x="T4" y="T5"/>
                </a:cxn>
                <a:cxn ang="0">
                  <a:pos x="T6" y="T7"/>
                </a:cxn>
                <a:cxn ang="0">
                  <a:pos x="T8" y="T9"/>
                </a:cxn>
              </a:cxnLst>
              <a:rect l="0" t="0" r="r" b="b"/>
              <a:pathLst>
                <a:path w="12" h="6">
                  <a:moveTo>
                    <a:pt x="12" y="1"/>
                  </a:moveTo>
                  <a:cubicBezTo>
                    <a:pt x="12" y="1"/>
                    <a:pt x="9" y="3"/>
                    <a:pt x="6" y="4"/>
                  </a:cubicBezTo>
                  <a:cubicBezTo>
                    <a:pt x="3" y="6"/>
                    <a:pt x="0" y="6"/>
                    <a:pt x="0" y="6"/>
                  </a:cubicBezTo>
                  <a:cubicBezTo>
                    <a:pt x="0" y="5"/>
                    <a:pt x="3" y="3"/>
                    <a:pt x="6" y="2"/>
                  </a:cubicBezTo>
                  <a:cubicBezTo>
                    <a:pt x="9" y="0"/>
                    <a:pt x="12"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8" name="Freeform 2518">
              <a:extLst>
                <a:ext uri="{FF2B5EF4-FFF2-40B4-BE49-F238E27FC236}">
                  <a16:creationId xmlns:a16="http://schemas.microsoft.com/office/drawing/2014/main" id="{02612A96-19C8-9029-31C1-6EBE9A878DFF}"/>
                </a:ext>
              </a:extLst>
            </p:cNvPr>
            <p:cNvSpPr>
              <a:spLocks/>
            </p:cNvSpPr>
            <p:nvPr/>
          </p:nvSpPr>
          <p:spPr bwMode="auto">
            <a:xfrm rot="5094805">
              <a:off x="1778882" y="4249952"/>
              <a:ext cx="29705" cy="13710"/>
            </a:xfrm>
            <a:custGeom>
              <a:avLst/>
              <a:gdLst>
                <a:gd name="T0" fmla="*/ 7 w 12"/>
                <a:gd name="T1" fmla="*/ 4 h 6"/>
                <a:gd name="T2" fmla="*/ 0 w 12"/>
                <a:gd name="T3" fmla="*/ 6 h 6"/>
                <a:gd name="T4" fmla="*/ 5 w 12"/>
                <a:gd name="T5" fmla="*/ 2 h 6"/>
                <a:gd name="T6" fmla="*/ 12 w 12"/>
                <a:gd name="T7" fmla="*/ 1 h 6"/>
                <a:gd name="T8" fmla="*/ 7 w 12"/>
                <a:gd name="T9" fmla="*/ 4 h 6"/>
              </a:gdLst>
              <a:ahLst/>
              <a:cxnLst>
                <a:cxn ang="0">
                  <a:pos x="T0" y="T1"/>
                </a:cxn>
                <a:cxn ang="0">
                  <a:pos x="T2" y="T3"/>
                </a:cxn>
                <a:cxn ang="0">
                  <a:pos x="T4" y="T5"/>
                </a:cxn>
                <a:cxn ang="0">
                  <a:pos x="T6" y="T7"/>
                </a:cxn>
                <a:cxn ang="0">
                  <a:pos x="T8" y="T9"/>
                </a:cxn>
              </a:cxnLst>
              <a:rect l="0" t="0" r="r" b="b"/>
              <a:pathLst>
                <a:path w="12" h="6">
                  <a:moveTo>
                    <a:pt x="7" y="4"/>
                  </a:moveTo>
                  <a:cubicBezTo>
                    <a:pt x="4" y="6"/>
                    <a:pt x="1" y="6"/>
                    <a:pt x="0" y="6"/>
                  </a:cubicBezTo>
                  <a:cubicBezTo>
                    <a:pt x="0" y="5"/>
                    <a:pt x="2" y="4"/>
                    <a:pt x="5" y="2"/>
                  </a:cubicBezTo>
                  <a:cubicBezTo>
                    <a:pt x="8" y="1"/>
                    <a:pt x="11" y="0"/>
                    <a:pt x="12" y="1"/>
                  </a:cubicBezTo>
                  <a:cubicBezTo>
                    <a:pt x="12" y="1"/>
                    <a:pt x="10" y="3"/>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9" name="Freeform 2519">
              <a:extLst>
                <a:ext uri="{FF2B5EF4-FFF2-40B4-BE49-F238E27FC236}">
                  <a16:creationId xmlns:a16="http://schemas.microsoft.com/office/drawing/2014/main" id="{68F7DD01-AFE0-975E-935A-95A92426EDB0}"/>
                </a:ext>
              </a:extLst>
            </p:cNvPr>
            <p:cNvSpPr>
              <a:spLocks/>
            </p:cNvSpPr>
            <p:nvPr/>
          </p:nvSpPr>
          <p:spPr bwMode="auto">
            <a:xfrm rot="5094805">
              <a:off x="2937431" y="6853760"/>
              <a:ext cx="29705" cy="13710"/>
            </a:xfrm>
            <a:custGeom>
              <a:avLst/>
              <a:gdLst>
                <a:gd name="T0" fmla="*/ 12 w 12"/>
                <a:gd name="T1" fmla="*/ 1 h 6"/>
                <a:gd name="T2" fmla="*/ 7 w 12"/>
                <a:gd name="T3" fmla="*/ 5 h 6"/>
                <a:gd name="T4" fmla="*/ 0 w 12"/>
                <a:gd name="T5" fmla="*/ 4 h 6"/>
                <a:gd name="T6" fmla="*/ 6 w 12"/>
                <a:gd name="T7" fmla="*/ 1 h 6"/>
                <a:gd name="T8" fmla="*/ 12 w 12"/>
                <a:gd name="T9" fmla="*/ 1 h 6"/>
              </a:gdLst>
              <a:ahLst/>
              <a:cxnLst>
                <a:cxn ang="0">
                  <a:pos x="T0" y="T1"/>
                </a:cxn>
                <a:cxn ang="0">
                  <a:pos x="T2" y="T3"/>
                </a:cxn>
                <a:cxn ang="0">
                  <a:pos x="T4" y="T5"/>
                </a:cxn>
                <a:cxn ang="0">
                  <a:pos x="T6" y="T7"/>
                </a:cxn>
                <a:cxn ang="0">
                  <a:pos x="T8" y="T9"/>
                </a:cxn>
              </a:cxnLst>
              <a:rect l="0" t="0" r="r" b="b"/>
              <a:pathLst>
                <a:path w="12" h="6">
                  <a:moveTo>
                    <a:pt x="12" y="1"/>
                  </a:moveTo>
                  <a:cubicBezTo>
                    <a:pt x="12" y="2"/>
                    <a:pt x="10" y="4"/>
                    <a:pt x="7" y="5"/>
                  </a:cubicBezTo>
                  <a:cubicBezTo>
                    <a:pt x="3" y="6"/>
                    <a:pt x="0" y="6"/>
                    <a:pt x="0" y="4"/>
                  </a:cubicBezTo>
                  <a:cubicBezTo>
                    <a:pt x="0" y="3"/>
                    <a:pt x="3" y="2"/>
                    <a:pt x="6" y="1"/>
                  </a:cubicBezTo>
                  <a:cubicBezTo>
                    <a:pt x="9" y="0"/>
                    <a:pt x="12"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0" name="Freeform 2539">
              <a:extLst>
                <a:ext uri="{FF2B5EF4-FFF2-40B4-BE49-F238E27FC236}">
                  <a16:creationId xmlns:a16="http://schemas.microsoft.com/office/drawing/2014/main" id="{B96C94E3-DEB4-7E03-EA5F-DDB7F06E4A8C}"/>
                </a:ext>
              </a:extLst>
            </p:cNvPr>
            <p:cNvSpPr>
              <a:spLocks/>
            </p:cNvSpPr>
            <p:nvPr/>
          </p:nvSpPr>
          <p:spPr bwMode="auto">
            <a:xfrm rot="5094805">
              <a:off x="1647235" y="-59067"/>
              <a:ext cx="29705" cy="29705"/>
            </a:xfrm>
            <a:custGeom>
              <a:avLst/>
              <a:gdLst>
                <a:gd name="T0" fmla="*/ 4 w 12"/>
                <a:gd name="T1" fmla="*/ 2 h 12"/>
                <a:gd name="T2" fmla="*/ 12 w 12"/>
                <a:gd name="T3" fmla="*/ 3 h 12"/>
                <a:gd name="T4" fmla="*/ 7 w 12"/>
                <a:gd name="T5" fmla="*/ 10 h 12"/>
                <a:gd name="T6" fmla="*/ 1 w 12"/>
                <a:gd name="T7" fmla="*/ 9 h 12"/>
                <a:gd name="T8" fmla="*/ 4 w 12"/>
                <a:gd name="T9" fmla="*/ 2 h 12"/>
              </a:gdLst>
              <a:ahLst/>
              <a:cxnLst>
                <a:cxn ang="0">
                  <a:pos x="T0" y="T1"/>
                </a:cxn>
                <a:cxn ang="0">
                  <a:pos x="T2" y="T3"/>
                </a:cxn>
                <a:cxn ang="0">
                  <a:pos x="T4" y="T5"/>
                </a:cxn>
                <a:cxn ang="0">
                  <a:pos x="T6" y="T7"/>
                </a:cxn>
                <a:cxn ang="0">
                  <a:pos x="T8" y="T9"/>
                </a:cxn>
              </a:cxnLst>
              <a:rect l="0" t="0" r="r" b="b"/>
              <a:pathLst>
                <a:path w="12" h="12">
                  <a:moveTo>
                    <a:pt x="4" y="2"/>
                  </a:moveTo>
                  <a:cubicBezTo>
                    <a:pt x="8" y="0"/>
                    <a:pt x="11" y="1"/>
                    <a:pt x="12" y="3"/>
                  </a:cubicBezTo>
                  <a:cubicBezTo>
                    <a:pt x="12" y="5"/>
                    <a:pt x="10" y="8"/>
                    <a:pt x="7" y="10"/>
                  </a:cubicBezTo>
                  <a:cubicBezTo>
                    <a:pt x="4" y="12"/>
                    <a:pt x="0" y="11"/>
                    <a:pt x="1" y="9"/>
                  </a:cubicBezTo>
                  <a:cubicBezTo>
                    <a:pt x="1" y="7"/>
                    <a:pt x="3" y="4"/>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1" name="Freeform 2540">
              <a:extLst>
                <a:ext uri="{FF2B5EF4-FFF2-40B4-BE49-F238E27FC236}">
                  <a16:creationId xmlns:a16="http://schemas.microsoft.com/office/drawing/2014/main" id="{D6D94F70-A1CE-CE57-EE68-9169AC639E3A}"/>
                </a:ext>
              </a:extLst>
            </p:cNvPr>
            <p:cNvSpPr>
              <a:spLocks/>
            </p:cNvSpPr>
            <p:nvPr/>
          </p:nvSpPr>
          <p:spPr bwMode="auto">
            <a:xfrm rot="5094805">
              <a:off x="1726745" y="127792"/>
              <a:ext cx="27420" cy="25135"/>
            </a:xfrm>
            <a:custGeom>
              <a:avLst/>
              <a:gdLst>
                <a:gd name="T0" fmla="*/ 4 w 12"/>
                <a:gd name="T1" fmla="*/ 1 h 10"/>
                <a:gd name="T2" fmla="*/ 12 w 12"/>
                <a:gd name="T3" fmla="*/ 3 h 10"/>
                <a:gd name="T4" fmla="*/ 7 w 12"/>
                <a:gd name="T5" fmla="*/ 9 h 10"/>
                <a:gd name="T6" fmla="*/ 1 w 12"/>
                <a:gd name="T7" fmla="*/ 6 h 10"/>
                <a:gd name="T8" fmla="*/ 4 w 12"/>
                <a:gd name="T9" fmla="*/ 1 h 10"/>
              </a:gdLst>
              <a:ahLst/>
              <a:cxnLst>
                <a:cxn ang="0">
                  <a:pos x="T0" y="T1"/>
                </a:cxn>
                <a:cxn ang="0">
                  <a:pos x="T2" y="T3"/>
                </a:cxn>
                <a:cxn ang="0">
                  <a:pos x="T4" y="T5"/>
                </a:cxn>
                <a:cxn ang="0">
                  <a:pos x="T6" y="T7"/>
                </a:cxn>
                <a:cxn ang="0">
                  <a:pos x="T8" y="T9"/>
                </a:cxn>
              </a:cxnLst>
              <a:rect l="0" t="0" r="r" b="b"/>
              <a:pathLst>
                <a:path w="12" h="10">
                  <a:moveTo>
                    <a:pt x="4" y="1"/>
                  </a:moveTo>
                  <a:cubicBezTo>
                    <a:pt x="8" y="0"/>
                    <a:pt x="11" y="1"/>
                    <a:pt x="12" y="3"/>
                  </a:cubicBezTo>
                  <a:cubicBezTo>
                    <a:pt x="12" y="6"/>
                    <a:pt x="11" y="9"/>
                    <a:pt x="7" y="9"/>
                  </a:cubicBezTo>
                  <a:cubicBezTo>
                    <a:pt x="4" y="10"/>
                    <a:pt x="0" y="8"/>
                    <a:pt x="1" y="6"/>
                  </a:cubicBezTo>
                  <a:cubicBezTo>
                    <a:pt x="1" y="4"/>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2" name="Freeform 2541">
              <a:extLst>
                <a:ext uri="{FF2B5EF4-FFF2-40B4-BE49-F238E27FC236}">
                  <a16:creationId xmlns:a16="http://schemas.microsoft.com/office/drawing/2014/main" id="{9CF36BD1-7C42-C69D-5FF2-A1F11C63508E}"/>
                </a:ext>
              </a:extLst>
            </p:cNvPr>
            <p:cNvSpPr>
              <a:spLocks/>
            </p:cNvSpPr>
            <p:nvPr/>
          </p:nvSpPr>
          <p:spPr bwMode="auto">
            <a:xfrm rot="5094805">
              <a:off x="1748411" y="320748"/>
              <a:ext cx="29705" cy="22850"/>
            </a:xfrm>
            <a:custGeom>
              <a:avLst/>
              <a:gdLst>
                <a:gd name="T0" fmla="*/ 12 w 12"/>
                <a:gd name="T1" fmla="*/ 5 h 9"/>
                <a:gd name="T2" fmla="*/ 7 w 12"/>
                <a:gd name="T3" fmla="*/ 9 h 9"/>
                <a:gd name="T4" fmla="*/ 0 w 12"/>
                <a:gd name="T5" fmla="*/ 3 h 9"/>
                <a:gd name="T6" fmla="*/ 6 w 12"/>
                <a:gd name="T7" fmla="*/ 1 h 9"/>
                <a:gd name="T8" fmla="*/ 12 w 12"/>
                <a:gd name="T9" fmla="*/ 5 h 9"/>
              </a:gdLst>
              <a:ahLst/>
              <a:cxnLst>
                <a:cxn ang="0">
                  <a:pos x="T0" y="T1"/>
                </a:cxn>
                <a:cxn ang="0">
                  <a:pos x="T2" y="T3"/>
                </a:cxn>
                <a:cxn ang="0">
                  <a:pos x="T4" y="T5"/>
                </a:cxn>
                <a:cxn ang="0">
                  <a:pos x="T6" y="T7"/>
                </a:cxn>
                <a:cxn ang="0">
                  <a:pos x="T8" y="T9"/>
                </a:cxn>
              </a:cxnLst>
              <a:rect l="0" t="0" r="r" b="b"/>
              <a:pathLst>
                <a:path w="12" h="9">
                  <a:moveTo>
                    <a:pt x="12" y="5"/>
                  </a:moveTo>
                  <a:cubicBezTo>
                    <a:pt x="12" y="7"/>
                    <a:pt x="10" y="9"/>
                    <a:pt x="7" y="9"/>
                  </a:cubicBezTo>
                  <a:cubicBezTo>
                    <a:pt x="3" y="8"/>
                    <a:pt x="0" y="5"/>
                    <a:pt x="0" y="3"/>
                  </a:cubicBezTo>
                  <a:cubicBezTo>
                    <a:pt x="0" y="2"/>
                    <a:pt x="3" y="0"/>
                    <a:pt x="6" y="1"/>
                  </a:cubicBezTo>
                  <a:cubicBezTo>
                    <a:pt x="9" y="1"/>
                    <a:pt x="12"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3" name="Freeform 2542">
              <a:extLst>
                <a:ext uri="{FF2B5EF4-FFF2-40B4-BE49-F238E27FC236}">
                  <a16:creationId xmlns:a16="http://schemas.microsoft.com/office/drawing/2014/main" id="{1CB31CA0-6527-CA93-1E60-47211F788AAE}"/>
                </a:ext>
              </a:extLst>
            </p:cNvPr>
            <p:cNvSpPr>
              <a:spLocks/>
            </p:cNvSpPr>
            <p:nvPr/>
          </p:nvSpPr>
          <p:spPr bwMode="auto">
            <a:xfrm rot="5094805">
              <a:off x="1723526" y="519097"/>
              <a:ext cx="29705" cy="20565"/>
            </a:xfrm>
            <a:custGeom>
              <a:avLst/>
              <a:gdLst>
                <a:gd name="T0" fmla="*/ 12 w 12"/>
                <a:gd name="T1" fmla="*/ 7 h 9"/>
                <a:gd name="T2" fmla="*/ 6 w 12"/>
                <a:gd name="T3" fmla="*/ 8 h 9"/>
                <a:gd name="T4" fmla="*/ 0 w 12"/>
                <a:gd name="T5" fmla="*/ 3 h 9"/>
                <a:gd name="T6" fmla="*/ 6 w 12"/>
                <a:gd name="T7" fmla="*/ 1 h 9"/>
                <a:gd name="T8" fmla="*/ 12 w 12"/>
                <a:gd name="T9" fmla="*/ 7 h 9"/>
              </a:gdLst>
              <a:ahLst/>
              <a:cxnLst>
                <a:cxn ang="0">
                  <a:pos x="T0" y="T1"/>
                </a:cxn>
                <a:cxn ang="0">
                  <a:pos x="T2" y="T3"/>
                </a:cxn>
                <a:cxn ang="0">
                  <a:pos x="T4" y="T5"/>
                </a:cxn>
                <a:cxn ang="0">
                  <a:pos x="T6" y="T7"/>
                </a:cxn>
                <a:cxn ang="0">
                  <a:pos x="T8" y="T9"/>
                </a:cxn>
              </a:cxnLst>
              <a:rect l="0" t="0" r="r" b="b"/>
              <a:pathLst>
                <a:path w="12" h="9">
                  <a:moveTo>
                    <a:pt x="12" y="7"/>
                  </a:moveTo>
                  <a:cubicBezTo>
                    <a:pt x="12" y="9"/>
                    <a:pt x="10" y="9"/>
                    <a:pt x="6" y="8"/>
                  </a:cubicBezTo>
                  <a:cubicBezTo>
                    <a:pt x="3" y="7"/>
                    <a:pt x="0" y="5"/>
                    <a:pt x="0" y="3"/>
                  </a:cubicBezTo>
                  <a:cubicBezTo>
                    <a:pt x="0" y="1"/>
                    <a:pt x="3" y="0"/>
                    <a:pt x="6" y="1"/>
                  </a:cubicBezTo>
                  <a:cubicBezTo>
                    <a:pt x="9" y="2"/>
                    <a:pt x="12" y="5"/>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4" name="Freeform 2543">
              <a:extLst>
                <a:ext uri="{FF2B5EF4-FFF2-40B4-BE49-F238E27FC236}">
                  <a16:creationId xmlns:a16="http://schemas.microsoft.com/office/drawing/2014/main" id="{2CF080EB-F471-0425-E908-3F72D828167A}"/>
                </a:ext>
              </a:extLst>
            </p:cNvPr>
            <p:cNvSpPr>
              <a:spLocks/>
            </p:cNvSpPr>
            <p:nvPr/>
          </p:nvSpPr>
          <p:spPr bwMode="auto">
            <a:xfrm rot="5094805">
              <a:off x="1662629" y="720669"/>
              <a:ext cx="29705" cy="27420"/>
            </a:xfrm>
            <a:custGeom>
              <a:avLst/>
              <a:gdLst>
                <a:gd name="T0" fmla="*/ 12 w 12"/>
                <a:gd name="T1" fmla="*/ 9 h 11"/>
                <a:gd name="T2" fmla="*/ 6 w 12"/>
                <a:gd name="T3" fmla="*/ 9 h 11"/>
                <a:gd name="T4" fmla="*/ 0 w 12"/>
                <a:gd name="T5" fmla="*/ 3 h 11"/>
                <a:gd name="T6" fmla="*/ 6 w 12"/>
                <a:gd name="T7" fmla="*/ 2 h 11"/>
                <a:gd name="T8" fmla="*/ 12 w 12"/>
                <a:gd name="T9" fmla="*/ 9 h 11"/>
              </a:gdLst>
              <a:ahLst/>
              <a:cxnLst>
                <a:cxn ang="0">
                  <a:pos x="T0" y="T1"/>
                </a:cxn>
                <a:cxn ang="0">
                  <a:pos x="T2" y="T3"/>
                </a:cxn>
                <a:cxn ang="0">
                  <a:pos x="T4" y="T5"/>
                </a:cxn>
                <a:cxn ang="0">
                  <a:pos x="T6" y="T7"/>
                </a:cxn>
                <a:cxn ang="0">
                  <a:pos x="T8" y="T9"/>
                </a:cxn>
              </a:cxnLst>
              <a:rect l="0" t="0" r="r" b="b"/>
              <a:pathLst>
                <a:path w="12" h="11">
                  <a:moveTo>
                    <a:pt x="12" y="9"/>
                  </a:moveTo>
                  <a:cubicBezTo>
                    <a:pt x="12" y="11"/>
                    <a:pt x="10" y="11"/>
                    <a:pt x="6" y="9"/>
                  </a:cubicBezTo>
                  <a:cubicBezTo>
                    <a:pt x="3" y="8"/>
                    <a:pt x="0" y="5"/>
                    <a:pt x="0" y="3"/>
                  </a:cubicBezTo>
                  <a:cubicBezTo>
                    <a:pt x="0" y="1"/>
                    <a:pt x="2" y="0"/>
                    <a:pt x="6" y="2"/>
                  </a:cubicBezTo>
                  <a:cubicBezTo>
                    <a:pt x="9" y="4"/>
                    <a:pt x="11" y="7"/>
                    <a:pt x="1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5" name="Freeform 2544">
              <a:extLst>
                <a:ext uri="{FF2B5EF4-FFF2-40B4-BE49-F238E27FC236}">
                  <a16:creationId xmlns:a16="http://schemas.microsoft.com/office/drawing/2014/main" id="{A95A1BB5-50EA-123B-77F0-4E027B46834F}"/>
                </a:ext>
              </a:extLst>
            </p:cNvPr>
            <p:cNvSpPr>
              <a:spLocks/>
            </p:cNvSpPr>
            <p:nvPr/>
          </p:nvSpPr>
          <p:spPr bwMode="auto">
            <a:xfrm rot="5094805">
              <a:off x="1573072" y="923437"/>
              <a:ext cx="34275" cy="31990"/>
            </a:xfrm>
            <a:custGeom>
              <a:avLst/>
              <a:gdLst>
                <a:gd name="T0" fmla="*/ 8 w 14"/>
                <a:gd name="T1" fmla="*/ 11 h 13"/>
                <a:gd name="T2" fmla="*/ 1 w 14"/>
                <a:gd name="T3" fmla="*/ 3 h 13"/>
                <a:gd name="T4" fmla="*/ 6 w 14"/>
                <a:gd name="T5" fmla="*/ 2 h 13"/>
                <a:gd name="T6" fmla="*/ 13 w 14"/>
                <a:gd name="T7" fmla="*/ 9 h 13"/>
                <a:gd name="T8" fmla="*/ 8 w 14"/>
                <a:gd name="T9" fmla="*/ 11 h 13"/>
              </a:gdLst>
              <a:ahLst/>
              <a:cxnLst>
                <a:cxn ang="0">
                  <a:pos x="T0" y="T1"/>
                </a:cxn>
                <a:cxn ang="0">
                  <a:pos x="T2" y="T3"/>
                </a:cxn>
                <a:cxn ang="0">
                  <a:pos x="T4" y="T5"/>
                </a:cxn>
                <a:cxn ang="0">
                  <a:pos x="T6" y="T7"/>
                </a:cxn>
                <a:cxn ang="0">
                  <a:pos x="T8" y="T9"/>
                </a:cxn>
              </a:cxnLst>
              <a:rect l="0" t="0" r="r" b="b"/>
              <a:pathLst>
                <a:path w="14" h="13">
                  <a:moveTo>
                    <a:pt x="8" y="11"/>
                  </a:moveTo>
                  <a:cubicBezTo>
                    <a:pt x="5" y="9"/>
                    <a:pt x="1" y="5"/>
                    <a:pt x="1" y="3"/>
                  </a:cubicBezTo>
                  <a:cubicBezTo>
                    <a:pt x="0" y="1"/>
                    <a:pt x="3" y="0"/>
                    <a:pt x="6" y="2"/>
                  </a:cubicBezTo>
                  <a:cubicBezTo>
                    <a:pt x="9" y="3"/>
                    <a:pt x="12" y="7"/>
                    <a:pt x="13" y="9"/>
                  </a:cubicBezTo>
                  <a:cubicBezTo>
                    <a:pt x="14" y="12"/>
                    <a:pt x="12" y="13"/>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6" name="Freeform 2545">
              <a:extLst>
                <a:ext uri="{FF2B5EF4-FFF2-40B4-BE49-F238E27FC236}">
                  <a16:creationId xmlns:a16="http://schemas.microsoft.com/office/drawing/2014/main" id="{6183ACBE-EFFD-6C7E-C888-9766BBBDE356}"/>
                </a:ext>
              </a:extLst>
            </p:cNvPr>
            <p:cNvSpPr>
              <a:spLocks/>
            </p:cNvSpPr>
            <p:nvPr/>
          </p:nvSpPr>
          <p:spPr bwMode="auto">
            <a:xfrm rot="5094805">
              <a:off x="1472250" y="1129802"/>
              <a:ext cx="31990" cy="34275"/>
            </a:xfrm>
            <a:custGeom>
              <a:avLst/>
              <a:gdLst>
                <a:gd name="T0" fmla="*/ 12 w 13"/>
                <a:gd name="T1" fmla="*/ 10 h 14"/>
                <a:gd name="T2" fmla="*/ 8 w 13"/>
                <a:gd name="T3" fmla="*/ 12 h 14"/>
                <a:gd name="T4" fmla="*/ 0 w 13"/>
                <a:gd name="T5" fmla="*/ 3 h 14"/>
                <a:gd name="T6" fmla="*/ 5 w 13"/>
                <a:gd name="T7" fmla="*/ 2 h 14"/>
                <a:gd name="T8" fmla="*/ 12 w 13"/>
                <a:gd name="T9" fmla="*/ 10 h 14"/>
              </a:gdLst>
              <a:ahLst/>
              <a:cxnLst>
                <a:cxn ang="0">
                  <a:pos x="T0" y="T1"/>
                </a:cxn>
                <a:cxn ang="0">
                  <a:pos x="T2" y="T3"/>
                </a:cxn>
                <a:cxn ang="0">
                  <a:pos x="T4" y="T5"/>
                </a:cxn>
                <a:cxn ang="0">
                  <a:pos x="T6" y="T7"/>
                </a:cxn>
                <a:cxn ang="0">
                  <a:pos x="T8" y="T9"/>
                </a:cxn>
              </a:cxnLst>
              <a:rect l="0" t="0" r="r" b="b"/>
              <a:pathLst>
                <a:path w="13" h="14">
                  <a:moveTo>
                    <a:pt x="12" y="10"/>
                  </a:moveTo>
                  <a:cubicBezTo>
                    <a:pt x="13" y="13"/>
                    <a:pt x="11" y="14"/>
                    <a:pt x="8" y="12"/>
                  </a:cubicBezTo>
                  <a:cubicBezTo>
                    <a:pt x="4" y="10"/>
                    <a:pt x="1" y="6"/>
                    <a:pt x="0" y="3"/>
                  </a:cubicBezTo>
                  <a:cubicBezTo>
                    <a:pt x="0" y="0"/>
                    <a:pt x="2" y="0"/>
                    <a:pt x="5" y="2"/>
                  </a:cubicBezTo>
                  <a:cubicBezTo>
                    <a:pt x="8" y="3"/>
                    <a:pt x="12" y="7"/>
                    <a:pt x="1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7" name="Freeform 2546">
              <a:extLst>
                <a:ext uri="{FF2B5EF4-FFF2-40B4-BE49-F238E27FC236}">
                  <a16:creationId xmlns:a16="http://schemas.microsoft.com/office/drawing/2014/main" id="{15116E99-4531-EC8E-AA44-BCA3842D1813}"/>
                </a:ext>
              </a:extLst>
            </p:cNvPr>
            <p:cNvSpPr>
              <a:spLocks/>
            </p:cNvSpPr>
            <p:nvPr/>
          </p:nvSpPr>
          <p:spPr bwMode="auto">
            <a:xfrm rot="5094805">
              <a:off x="1368216" y="1339890"/>
              <a:ext cx="29705" cy="34275"/>
            </a:xfrm>
            <a:custGeom>
              <a:avLst/>
              <a:gdLst>
                <a:gd name="T0" fmla="*/ 12 w 12"/>
                <a:gd name="T1" fmla="*/ 11 h 14"/>
                <a:gd name="T2" fmla="*/ 6 w 12"/>
                <a:gd name="T3" fmla="*/ 12 h 14"/>
                <a:gd name="T4" fmla="*/ 0 w 12"/>
                <a:gd name="T5" fmla="*/ 3 h 14"/>
                <a:gd name="T6" fmla="*/ 6 w 12"/>
                <a:gd name="T7" fmla="*/ 2 h 14"/>
                <a:gd name="T8" fmla="*/ 12 w 12"/>
                <a:gd name="T9" fmla="*/ 11 h 14"/>
              </a:gdLst>
              <a:ahLst/>
              <a:cxnLst>
                <a:cxn ang="0">
                  <a:pos x="T0" y="T1"/>
                </a:cxn>
                <a:cxn ang="0">
                  <a:pos x="T2" y="T3"/>
                </a:cxn>
                <a:cxn ang="0">
                  <a:pos x="T4" y="T5"/>
                </a:cxn>
                <a:cxn ang="0">
                  <a:pos x="T6" y="T7"/>
                </a:cxn>
                <a:cxn ang="0">
                  <a:pos x="T8" y="T9"/>
                </a:cxn>
              </a:cxnLst>
              <a:rect l="0" t="0" r="r" b="b"/>
              <a:pathLst>
                <a:path w="12" h="14">
                  <a:moveTo>
                    <a:pt x="12" y="11"/>
                  </a:moveTo>
                  <a:cubicBezTo>
                    <a:pt x="12" y="14"/>
                    <a:pt x="10" y="14"/>
                    <a:pt x="6" y="12"/>
                  </a:cubicBezTo>
                  <a:cubicBezTo>
                    <a:pt x="3" y="10"/>
                    <a:pt x="0" y="6"/>
                    <a:pt x="0" y="3"/>
                  </a:cubicBezTo>
                  <a:cubicBezTo>
                    <a:pt x="0" y="0"/>
                    <a:pt x="3" y="0"/>
                    <a:pt x="6" y="2"/>
                  </a:cubicBezTo>
                  <a:cubicBezTo>
                    <a:pt x="9" y="4"/>
                    <a:pt x="12" y="8"/>
                    <a:pt x="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8" name="Freeform 2547">
              <a:extLst>
                <a:ext uri="{FF2B5EF4-FFF2-40B4-BE49-F238E27FC236}">
                  <a16:creationId xmlns:a16="http://schemas.microsoft.com/office/drawing/2014/main" id="{E03037B6-7732-EFED-3EB7-85F1C0E9068A}"/>
                </a:ext>
              </a:extLst>
            </p:cNvPr>
            <p:cNvSpPr>
              <a:spLocks/>
            </p:cNvSpPr>
            <p:nvPr/>
          </p:nvSpPr>
          <p:spPr bwMode="auto">
            <a:xfrm rot="5094805">
              <a:off x="1261994" y="1549872"/>
              <a:ext cx="34275" cy="36560"/>
            </a:xfrm>
            <a:custGeom>
              <a:avLst/>
              <a:gdLst>
                <a:gd name="T0" fmla="*/ 7 w 13"/>
                <a:gd name="T1" fmla="*/ 2 h 15"/>
                <a:gd name="T2" fmla="*/ 12 w 13"/>
                <a:gd name="T3" fmla="*/ 11 h 15"/>
                <a:gd name="T4" fmla="*/ 6 w 13"/>
                <a:gd name="T5" fmla="*/ 12 h 15"/>
                <a:gd name="T6" fmla="*/ 0 w 13"/>
                <a:gd name="T7" fmla="*/ 3 h 15"/>
                <a:gd name="T8" fmla="*/ 7 w 13"/>
                <a:gd name="T9" fmla="*/ 2 h 15"/>
              </a:gdLst>
              <a:ahLst/>
              <a:cxnLst>
                <a:cxn ang="0">
                  <a:pos x="T0" y="T1"/>
                </a:cxn>
                <a:cxn ang="0">
                  <a:pos x="T2" y="T3"/>
                </a:cxn>
                <a:cxn ang="0">
                  <a:pos x="T4" y="T5"/>
                </a:cxn>
                <a:cxn ang="0">
                  <a:pos x="T6" y="T7"/>
                </a:cxn>
                <a:cxn ang="0">
                  <a:pos x="T8" y="T9"/>
                </a:cxn>
              </a:cxnLst>
              <a:rect l="0" t="0" r="r" b="b"/>
              <a:pathLst>
                <a:path w="13" h="15">
                  <a:moveTo>
                    <a:pt x="7" y="2"/>
                  </a:moveTo>
                  <a:cubicBezTo>
                    <a:pt x="8" y="5"/>
                    <a:pt x="11" y="8"/>
                    <a:pt x="12" y="11"/>
                  </a:cubicBezTo>
                  <a:cubicBezTo>
                    <a:pt x="13" y="14"/>
                    <a:pt x="9" y="15"/>
                    <a:pt x="6" y="12"/>
                  </a:cubicBezTo>
                  <a:cubicBezTo>
                    <a:pt x="2" y="10"/>
                    <a:pt x="0" y="6"/>
                    <a:pt x="0" y="3"/>
                  </a:cubicBezTo>
                  <a:cubicBezTo>
                    <a:pt x="0" y="0"/>
                    <a:pt x="2"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9" name="Freeform 2548">
              <a:extLst>
                <a:ext uri="{FF2B5EF4-FFF2-40B4-BE49-F238E27FC236}">
                  <a16:creationId xmlns:a16="http://schemas.microsoft.com/office/drawing/2014/main" id="{70E962C2-D252-9991-BF7F-4C8FF49AC495}"/>
                </a:ext>
              </a:extLst>
            </p:cNvPr>
            <p:cNvSpPr>
              <a:spLocks/>
            </p:cNvSpPr>
            <p:nvPr/>
          </p:nvSpPr>
          <p:spPr bwMode="auto">
            <a:xfrm rot="5094805">
              <a:off x="1173689" y="1756266"/>
              <a:ext cx="31990" cy="36560"/>
            </a:xfrm>
            <a:custGeom>
              <a:avLst/>
              <a:gdLst>
                <a:gd name="T0" fmla="*/ 12 w 13"/>
                <a:gd name="T1" fmla="*/ 11 h 15"/>
                <a:gd name="T2" fmla="*/ 7 w 13"/>
                <a:gd name="T3" fmla="*/ 13 h 15"/>
                <a:gd name="T4" fmla="*/ 0 w 13"/>
                <a:gd name="T5" fmla="*/ 4 h 15"/>
                <a:gd name="T6" fmla="*/ 6 w 13"/>
                <a:gd name="T7" fmla="*/ 2 h 15"/>
                <a:gd name="T8" fmla="*/ 12 w 13"/>
                <a:gd name="T9" fmla="*/ 11 h 15"/>
              </a:gdLst>
              <a:ahLst/>
              <a:cxnLst>
                <a:cxn ang="0">
                  <a:pos x="T0" y="T1"/>
                </a:cxn>
                <a:cxn ang="0">
                  <a:pos x="T2" y="T3"/>
                </a:cxn>
                <a:cxn ang="0">
                  <a:pos x="T4" y="T5"/>
                </a:cxn>
                <a:cxn ang="0">
                  <a:pos x="T6" y="T7"/>
                </a:cxn>
                <a:cxn ang="0">
                  <a:pos x="T8" y="T9"/>
                </a:cxn>
              </a:cxnLst>
              <a:rect l="0" t="0" r="r" b="b"/>
              <a:pathLst>
                <a:path w="13" h="15">
                  <a:moveTo>
                    <a:pt x="12" y="11"/>
                  </a:moveTo>
                  <a:cubicBezTo>
                    <a:pt x="13" y="14"/>
                    <a:pt x="10" y="15"/>
                    <a:pt x="7" y="13"/>
                  </a:cubicBezTo>
                  <a:cubicBezTo>
                    <a:pt x="3" y="11"/>
                    <a:pt x="0" y="7"/>
                    <a:pt x="0" y="4"/>
                  </a:cubicBezTo>
                  <a:cubicBezTo>
                    <a:pt x="0" y="1"/>
                    <a:pt x="3" y="0"/>
                    <a:pt x="6" y="2"/>
                  </a:cubicBezTo>
                  <a:cubicBezTo>
                    <a:pt x="9" y="3"/>
                    <a:pt x="12" y="7"/>
                    <a:pt x="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0" name="Freeform 2549">
              <a:extLst>
                <a:ext uri="{FF2B5EF4-FFF2-40B4-BE49-F238E27FC236}">
                  <a16:creationId xmlns:a16="http://schemas.microsoft.com/office/drawing/2014/main" id="{0F26199A-25DC-F518-884B-391BC95465D5}"/>
                </a:ext>
              </a:extLst>
            </p:cNvPr>
            <p:cNvSpPr>
              <a:spLocks/>
            </p:cNvSpPr>
            <p:nvPr/>
          </p:nvSpPr>
          <p:spPr bwMode="auto">
            <a:xfrm rot="5094805">
              <a:off x="1106901" y="1957211"/>
              <a:ext cx="31990" cy="41130"/>
            </a:xfrm>
            <a:custGeom>
              <a:avLst/>
              <a:gdLst>
                <a:gd name="T0" fmla="*/ 8 w 13"/>
                <a:gd name="T1" fmla="*/ 2 h 16"/>
                <a:gd name="T2" fmla="*/ 12 w 13"/>
                <a:gd name="T3" fmla="*/ 11 h 16"/>
                <a:gd name="T4" fmla="*/ 7 w 13"/>
                <a:gd name="T5" fmla="*/ 14 h 16"/>
                <a:gd name="T6" fmla="*/ 0 w 13"/>
                <a:gd name="T7" fmla="*/ 6 h 16"/>
                <a:gd name="T8" fmla="*/ 8 w 13"/>
                <a:gd name="T9" fmla="*/ 2 h 16"/>
              </a:gdLst>
              <a:ahLst/>
              <a:cxnLst>
                <a:cxn ang="0">
                  <a:pos x="T0" y="T1"/>
                </a:cxn>
                <a:cxn ang="0">
                  <a:pos x="T2" y="T3"/>
                </a:cxn>
                <a:cxn ang="0">
                  <a:pos x="T4" y="T5"/>
                </a:cxn>
                <a:cxn ang="0">
                  <a:pos x="T6" y="T7"/>
                </a:cxn>
                <a:cxn ang="0">
                  <a:pos x="T8" y="T9"/>
                </a:cxn>
              </a:cxnLst>
              <a:rect l="0" t="0" r="r" b="b"/>
              <a:pathLst>
                <a:path w="13" h="16">
                  <a:moveTo>
                    <a:pt x="8" y="2"/>
                  </a:moveTo>
                  <a:cubicBezTo>
                    <a:pt x="9" y="5"/>
                    <a:pt x="11" y="8"/>
                    <a:pt x="12" y="11"/>
                  </a:cubicBezTo>
                  <a:cubicBezTo>
                    <a:pt x="13" y="14"/>
                    <a:pt x="10" y="16"/>
                    <a:pt x="7" y="14"/>
                  </a:cubicBezTo>
                  <a:cubicBezTo>
                    <a:pt x="3" y="13"/>
                    <a:pt x="0" y="9"/>
                    <a:pt x="0" y="6"/>
                  </a:cubicBezTo>
                  <a:cubicBezTo>
                    <a:pt x="0" y="2"/>
                    <a:pt x="3"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1" name="Freeform 2550">
              <a:extLst>
                <a:ext uri="{FF2B5EF4-FFF2-40B4-BE49-F238E27FC236}">
                  <a16:creationId xmlns:a16="http://schemas.microsoft.com/office/drawing/2014/main" id="{638C9DCD-A27D-E3F4-5505-728D2698A59C}"/>
                </a:ext>
              </a:extLst>
            </p:cNvPr>
            <p:cNvSpPr>
              <a:spLocks/>
            </p:cNvSpPr>
            <p:nvPr/>
          </p:nvSpPr>
          <p:spPr bwMode="auto">
            <a:xfrm rot="5094805">
              <a:off x="1069902" y="2162368"/>
              <a:ext cx="31990" cy="36560"/>
            </a:xfrm>
            <a:custGeom>
              <a:avLst/>
              <a:gdLst>
                <a:gd name="T0" fmla="*/ 7 w 13"/>
                <a:gd name="T1" fmla="*/ 1 h 15"/>
                <a:gd name="T2" fmla="*/ 12 w 13"/>
                <a:gd name="T3" fmla="*/ 9 h 15"/>
                <a:gd name="T4" fmla="*/ 7 w 13"/>
                <a:gd name="T5" fmla="*/ 14 h 15"/>
                <a:gd name="T6" fmla="*/ 0 w 13"/>
                <a:gd name="T7" fmla="*/ 6 h 15"/>
                <a:gd name="T8" fmla="*/ 7 w 13"/>
                <a:gd name="T9" fmla="*/ 1 h 15"/>
              </a:gdLst>
              <a:ahLst/>
              <a:cxnLst>
                <a:cxn ang="0">
                  <a:pos x="T0" y="T1"/>
                </a:cxn>
                <a:cxn ang="0">
                  <a:pos x="T2" y="T3"/>
                </a:cxn>
                <a:cxn ang="0">
                  <a:pos x="T4" y="T5"/>
                </a:cxn>
                <a:cxn ang="0">
                  <a:pos x="T6" y="T7"/>
                </a:cxn>
                <a:cxn ang="0">
                  <a:pos x="T8" y="T9"/>
                </a:cxn>
              </a:cxnLst>
              <a:rect l="0" t="0" r="r" b="b"/>
              <a:pathLst>
                <a:path w="13" h="15">
                  <a:moveTo>
                    <a:pt x="7" y="1"/>
                  </a:moveTo>
                  <a:cubicBezTo>
                    <a:pt x="9" y="3"/>
                    <a:pt x="11" y="6"/>
                    <a:pt x="12" y="9"/>
                  </a:cubicBezTo>
                  <a:cubicBezTo>
                    <a:pt x="13" y="13"/>
                    <a:pt x="10" y="15"/>
                    <a:pt x="7" y="14"/>
                  </a:cubicBezTo>
                  <a:cubicBezTo>
                    <a:pt x="3" y="13"/>
                    <a:pt x="0" y="10"/>
                    <a:pt x="0" y="6"/>
                  </a:cubicBezTo>
                  <a:cubicBezTo>
                    <a:pt x="0" y="2"/>
                    <a:pt x="3" y="0"/>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2" name="Freeform 2551">
              <a:extLst>
                <a:ext uri="{FF2B5EF4-FFF2-40B4-BE49-F238E27FC236}">
                  <a16:creationId xmlns:a16="http://schemas.microsoft.com/office/drawing/2014/main" id="{D0F40340-4DFE-B44B-05E9-C4D429476754}"/>
                </a:ext>
              </a:extLst>
            </p:cNvPr>
            <p:cNvSpPr>
              <a:spLocks/>
            </p:cNvSpPr>
            <p:nvPr/>
          </p:nvSpPr>
          <p:spPr bwMode="auto">
            <a:xfrm rot="5094805">
              <a:off x="1070053" y="2358488"/>
              <a:ext cx="31990" cy="34275"/>
            </a:xfrm>
            <a:custGeom>
              <a:avLst/>
              <a:gdLst>
                <a:gd name="T0" fmla="*/ 12 w 13"/>
                <a:gd name="T1" fmla="*/ 7 h 14"/>
                <a:gd name="T2" fmla="*/ 8 w 13"/>
                <a:gd name="T3" fmla="*/ 14 h 14"/>
                <a:gd name="T4" fmla="*/ 1 w 13"/>
                <a:gd name="T5" fmla="*/ 8 h 14"/>
                <a:gd name="T6" fmla="*/ 5 w 13"/>
                <a:gd name="T7" fmla="*/ 0 h 14"/>
                <a:gd name="T8" fmla="*/ 12 w 13"/>
                <a:gd name="T9" fmla="*/ 7 h 14"/>
              </a:gdLst>
              <a:ahLst/>
              <a:cxnLst>
                <a:cxn ang="0">
                  <a:pos x="T0" y="T1"/>
                </a:cxn>
                <a:cxn ang="0">
                  <a:pos x="T2" y="T3"/>
                </a:cxn>
                <a:cxn ang="0">
                  <a:pos x="T4" y="T5"/>
                </a:cxn>
                <a:cxn ang="0">
                  <a:pos x="T6" y="T7"/>
                </a:cxn>
                <a:cxn ang="0">
                  <a:pos x="T8" y="T9"/>
                </a:cxn>
              </a:cxnLst>
              <a:rect l="0" t="0" r="r" b="b"/>
              <a:pathLst>
                <a:path w="13" h="14">
                  <a:moveTo>
                    <a:pt x="12" y="7"/>
                  </a:moveTo>
                  <a:cubicBezTo>
                    <a:pt x="13" y="11"/>
                    <a:pt x="11" y="14"/>
                    <a:pt x="8" y="14"/>
                  </a:cubicBezTo>
                  <a:cubicBezTo>
                    <a:pt x="4" y="14"/>
                    <a:pt x="1" y="11"/>
                    <a:pt x="1" y="8"/>
                  </a:cubicBezTo>
                  <a:cubicBezTo>
                    <a:pt x="0" y="4"/>
                    <a:pt x="2" y="1"/>
                    <a:pt x="5" y="0"/>
                  </a:cubicBezTo>
                  <a:cubicBezTo>
                    <a:pt x="8" y="0"/>
                    <a:pt x="12" y="3"/>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3" name="Freeform 2552">
              <a:extLst>
                <a:ext uri="{FF2B5EF4-FFF2-40B4-BE49-F238E27FC236}">
                  <a16:creationId xmlns:a16="http://schemas.microsoft.com/office/drawing/2014/main" id="{33320EFA-37FB-E32F-98DA-F503E9382E6A}"/>
                </a:ext>
              </a:extLst>
            </p:cNvPr>
            <p:cNvSpPr>
              <a:spLocks/>
            </p:cNvSpPr>
            <p:nvPr/>
          </p:nvSpPr>
          <p:spPr bwMode="auto">
            <a:xfrm rot="5094805">
              <a:off x="1118201" y="2550345"/>
              <a:ext cx="31990" cy="36560"/>
            </a:xfrm>
            <a:custGeom>
              <a:avLst/>
              <a:gdLst>
                <a:gd name="T0" fmla="*/ 7 w 13"/>
                <a:gd name="T1" fmla="*/ 0 h 15"/>
                <a:gd name="T2" fmla="*/ 12 w 13"/>
                <a:gd name="T3" fmla="*/ 7 h 15"/>
                <a:gd name="T4" fmla="*/ 6 w 13"/>
                <a:gd name="T5" fmla="*/ 15 h 15"/>
                <a:gd name="T6" fmla="*/ 0 w 13"/>
                <a:gd name="T7" fmla="*/ 8 h 15"/>
                <a:gd name="T8" fmla="*/ 7 w 13"/>
                <a:gd name="T9" fmla="*/ 0 h 15"/>
              </a:gdLst>
              <a:ahLst/>
              <a:cxnLst>
                <a:cxn ang="0">
                  <a:pos x="T0" y="T1"/>
                </a:cxn>
                <a:cxn ang="0">
                  <a:pos x="T2" y="T3"/>
                </a:cxn>
                <a:cxn ang="0">
                  <a:pos x="T4" y="T5"/>
                </a:cxn>
                <a:cxn ang="0">
                  <a:pos x="T6" y="T7"/>
                </a:cxn>
                <a:cxn ang="0">
                  <a:pos x="T8" y="T9"/>
                </a:cxn>
              </a:cxnLst>
              <a:rect l="0" t="0" r="r" b="b"/>
              <a:pathLst>
                <a:path w="13" h="15">
                  <a:moveTo>
                    <a:pt x="7" y="0"/>
                  </a:moveTo>
                  <a:cubicBezTo>
                    <a:pt x="8" y="2"/>
                    <a:pt x="11" y="4"/>
                    <a:pt x="12" y="7"/>
                  </a:cubicBezTo>
                  <a:cubicBezTo>
                    <a:pt x="13" y="11"/>
                    <a:pt x="10" y="14"/>
                    <a:pt x="6" y="15"/>
                  </a:cubicBezTo>
                  <a:cubicBezTo>
                    <a:pt x="3" y="15"/>
                    <a:pt x="0" y="12"/>
                    <a:pt x="0" y="8"/>
                  </a:cubicBezTo>
                  <a:cubicBezTo>
                    <a:pt x="0" y="5"/>
                    <a:pt x="3"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4" name="Freeform 2553">
              <a:extLst>
                <a:ext uri="{FF2B5EF4-FFF2-40B4-BE49-F238E27FC236}">
                  <a16:creationId xmlns:a16="http://schemas.microsoft.com/office/drawing/2014/main" id="{D54BA1CD-F1A1-7E27-7D9B-215D56EBF97F}"/>
                </a:ext>
              </a:extLst>
            </p:cNvPr>
            <p:cNvSpPr>
              <a:spLocks/>
            </p:cNvSpPr>
            <p:nvPr/>
          </p:nvSpPr>
          <p:spPr bwMode="auto">
            <a:xfrm rot="5094805">
              <a:off x="1177324" y="2736636"/>
              <a:ext cx="31990" cy="38845"/>
            </a:xfrm>
            <a:custGeom>
              <a:avLst/>
              <a:gdLst>
                <a:gd name="T0" fmla="*/ 4 w 13"/>
                <a:gd name="T1" fmla="*/ 2 h 15"/>
                <a:gd name="T2" fmla="*/ 12 w 13"/>
                <a:gd name="T3" fmla="*/ 6 h 15"/>
                <a:gd name="T4" fmla="*/ 8 w 13"/>
                <a:gd name="T5" fmla="*/ 14 h 15"/>
                <a:gd name="T6" fmla="*/ 1 w 13"/>
                <a:gd name="T7" fmla="*/ 10 h 15"/>
                <a:gd name="T8" fmla="*/ 4 w 13"/>
                <a:gd name="T9" fmla="*/ 2 h 15"/>
              </a:gdLst>
              <a:ahLst/>
              <a:cxnLst>
                <a:cxn ang="0">
                  <a:pos x="T0" y="T1"/>
                </a:cxn>
                <a:cxn ang="0">
                  <a:pos x="T2" y="T3"/>
                </a:cxn>
                <a:cxn ang="0">
                  <a:pos x="T4" y="T5"/>
                </a:cxn>
                <a:cxn ang="0">
                  <a:pos x="T6" y="T7"/>
                </a:cxn>
                <a:cxn ang="0">
                  <a:pos x="T8" y="T9"/>
                </a:cxn>
              </a:cxnLst>
              <a:rect l="0" t="0" r="r" b="b"/>
              <a:pathLst>
                <a:path w="13" h="15">
                  <a:moveTo>
                    <a:pt x="4" y="2"/>
                  </a:moveTo>
                  <a:cubicBezTo>
                    <a:pt x="8" y="0"/>
                    <a:pt x="12" y="3"/>
                    <a:pt x="12" y="6"/>
                  </a:cubicBezTo>
                  <a:cubicBezTo>
                    <a:pt x="13" y="10"/>
                    <a:pt x="11" y="14"/>
                    <a:pt x="8" y="14"/>
                  </a:cubicBezTo>
                  <a:cubicBezTo>
                    <a:pt x="4" y="15"/>
                    <a:pt x="0" y="13"/>
                    <a:pt x="1" y="10"/>
                  </a:cubicBezTo>
                  <a:cubicBezTo>
                    <a:pt x="1" y="7"/>
                    <a:pt x="3" y="4"/>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5" name="Freeform 2554">
              <a:extLst>
                <a:ext uri="{FF2B5EF4-FFF2-40B4-BE49-F238E27FC236}">
                  <a16:creationId xmlns:a16="http://schemas.microsoft.com/office/drawing/2014/main" id="{8D4CF797-0437-3175-088E-FE1F5CE75862}"/>
                </a:ext>
              </a:extLst>
            </p:cNvPr>
            <p:cNvSpPr>
              <a:spLocks/>
            </p:cNvSpPr>
            <p:nvPr/>
          </p:nvSpPr>
          <p:spPr bwMode="auto">
            <a:xfrm rot="5094805">
              <a:off x="1235511" y="2931018"/>
              <a:ext cx="31990" cy="29705"/>
            </a:xfrm>
            <a:custGeom>
              <a:avLst/>
              <a:gdLst>
                <a:gd name="T0" fmla="*/ 7 w 13"/>
                <a:gd name="T1" fmla="*/ 0 h 12"/>
                <a:gd name="T2" fmla="*/ 12 w 13"/>
                <a:gd name="T3" fmla="*/ 5 h 12"/>
                <a:gd name="T4" fmla="*/ 6 w 13"/>
                <a:gd name="T5" fmla="*/ 12 h 12"/>
                <a:gd name="T6" fmla="*/ 0 w 13"/>
                <a:gd name="T7" fmla="*/ 7 h 12"/>
                <a:gd name="T8" fmla="*/ 7 w 13"/>
                <a:gd name="T9" fmla="*/ 0 h 12"/>
              </a:gdLst>
              <a:ahLst/>
              <a:cxnLst>
                <a:cxn ang="0">
                  <a:pos x="T0" y="T1"/>
                </a:cxn>
                <a:cxn ang="0">
                  <a:pos x="T2" y="T3"/>
                </a:cxn>
                <a:cxn ang="0">
                  <a:pos x="T4" y="T5"/>
                </a:cxn>
                <a:cxn ang="0">
                  <a:pos x="T6" y="T7"/>
                </a:cxn>
                <a:cxn ang="0">
                  <a:pos x="T8" y="T9"/>
                </a:cxn>
              </a:cxnLst>
              <a:rect l="0" t="0" r="r" b="b"/>
              <a:pathLst>
                <a:path w="13" h="12">
                  <a:moveTo>
                    <a:pt x="7" y="0"/>
                  </a:moveTo>
                  <a:cubicBezTo>
                    <a:pt x="8" y="1"/>
                    <a:pt x="11" y="3"/>
                    <a:pt x="12" y="5"/>
                  </a:cubicBezTo>
                  <a:cubicBezTo>
                    <a:pt x="13" y="8"/>
                    <a:pt x="10" y="11"/>
                    <a:pt x="6" y="12"/>
                  </a:cubicBezTo>
                  <a:cubicBezTo>
                    <a:pt x="3" y="12"/>
                    <a:pt x="0" y="10"/>
                    <a:pt x="0" y="7"/>
                  </a:cubicBezTo>
                  <a:cubicBezTo>
                    <a:pt x="0" y="4"/>
                    <a:pt x="3"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6" name="Freeform 2555">
              <a:extLst>
                <a:ext uri="{FF2B5EF4-FFF2-40B4-BE49-F238E27FC236}">
                  <a16:creationId xmlns:a16="http://schemas.microsoft.com/office/drawing/2014/main" id="{D6AEB845-5BB4-A495-272B-0353E4B9FDC3}"/>
                </a:ext>
              </a:extLst>
            </p:cNvPr>
            <p:cNvSpPr>
              <a:spLocks/>
            </p:cNvSpPr>
            <p:nvPr/>
          </p:nvSpPr>
          <p:spPr bwMode="auto">
            <a:xfrm rot="5094805">
              <a:off x="1297016" y="3119489"/>
              <a:ext cx="29705" cy="29705"/>
            </a:xfrm>
            <a:custGeom>
              <a:avLst/>
              <a:gdLst>
                <a:gd name="T0" fmla="*/ 12 w 12"/>
                <a:gd name="T1" fmla="*/ 5 h 12"/>
                <a:gd name="T2" fmla="*/ 6 w 12"/>
                <a:gd name="T3" fmla="*/ 11 h 12"/>
                <a:gd name="T4" fmla="*/ 0 w 12"/>
                <a:gd name="T5" fmla="*/ 7 h 12"/>
                <a:gd name="T6" fmla="*/ 5 w 12"/>
                <a:gd name="T7" fmla="*/ 1 h 12"/>
                <a:gd name="T8" fmla="*/ 12 w 12"/>
                <a:gd name="T9" fmla="*/ 5 h 12"/>
              </a:gdLst>
              <a:ahLst/>
              <a:cxnLst>
                <a:cxn ang="0">
                  <a:pos x="T0" y="T1"/>
                </a:cxn>
                <a:cxn ang="0">
                  <a:pos x="T2" y="T3"/>
                </a:cxn>
                <a:cxn ang="0">
                  <a:pos x="T4" y="T5"/>
                </a:cxn>
                <a:cxn ang="0">
                  <a:pos x="T6" y="T7"/>
                </a:cxn>
                <a:cxn ang="0">
                  <a:pos x="T8" y="T9"/>
                </a:cxn>
              </a:cxnLst>
              <a:rect l="0" t="0" r="r" b="b"/>
              <a:pathLst>
                <a:path w="12" h="12">
                  <a:moveTo>
                    <a:pt x="12" y="5"/>
                  </a:moveTo>
                  <a:cubicBezTo>
                    <a:pt x="12" y="8"/>
                    <a:pt x="9" y="11"/>
                    <a:pt x="6" y="11"/>
                  </a:cubicBezTo>
                  <a:cubicBezTo>
                    <a:pt x="2" y="12"/>
                    <a:pt x="0" y="10"/>
                    <a:pt x="0" y="7"/>
                  </a:cubicBezTo>
                  <a:cubicBezTo>
                    <a:pt x="0" y="5"/>
                    <a:pt x="2" y="2"/>
                    <a:pt x="5" y="1"/>
                  </a:cubicBezTo>
                  <a:cubicBezTo>
                    <a:pt x="8" y="0"/>
                    <a:pt x="11"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7" name="Freeform 2556">
              <a:extLst>
                <a:ext uri="{FF2B5EF4-FFF2-40B4-BE49-F238E27FC236}">
                  <a16:creationId xmlns:a16="http://schemas.microsoft.com/office/drawing/2014/main" id="{166D2089-F827-F6E5-F678-9D337E3F5940}"/>
                </a:ext>
              </a:extLst>
            </p:cNvPr>
            <p:cNvSpPr>
              <a:spLocks/>
            </p:cNvSpPr>
            <p:nvPr/>
          </p:nvSpPr>
          <p:spPr bwMode="auto">
            <a:xfrm rot="5094805">
              <a:off x="1358715" y="3312318"/>
              <a:ext cx="31990" cy="25135"/>
            </a:xfrm>
            <a:custGeom>
              <a:avLst/>
              <a:gdLst>
                <a:gd name="T0" fmla="*/ 4 w 13"/>
                <a:gd name="T1" fmla="*/ 1 h 10"/>
                <a:gd name="T2" fmla="*/ 12 w 13"/>
                <a:gd name="T3" fmla="*/ 3 h 10"/>
                <a:gd name="T4" fmla="*/ 7 w 13"/>
                <a:gd name="T5" fmla="*/ 9 h 10"/>
                <a:gd name="T6" fmla="*/ 1 w 13"/>
                <a:gd name="T7" fmla="*/ 6 h 10"/>
                <a:gd name="T8" fmla="*/ 4 w 13"/>
                <a:gd name="T9" fmla="*/ 1 h 10"/>
              </a:gdLst>
              <a:ahLst/>
              <a:cxnLst>
                <a:cxn ang="0">
                  <a:pos x="T0" y="T1"/>
                </a:cxn>
                <a:cxn ang="0">
                  <a:pos x="T2" y="T3"/>
                </a:cxn>
                <a:cxn ang="0">
                  <a:pos x="T4" y="T5"/>
                </a:cxn>
                <a:cxn ang="0">
                  <a:pos x="T6" y="T7"/>
                </a:cxn>
                <a:cxn ang="0">
                  <a:pos x="T8" y="T9"/>
                </a:cxn>
              </a:cxnLst>
              <a:rect l="0" t="0" r="r" b="b"/>
              <a:pathLst>
                <a:path w="13" h="10">
                  <a:moveTo>
                    <a:pt x="4" y="1"/>
                  </a:moveTo>
                  <a:cubicBezTo>
                    <a:pt x="8" y="0"/>
                    <a:pt x="11" y="1"/>
                    <a:pt x="12" y="3"/>
                  </a:cubicBezTo>
                  <a:cubicBezTo>
                    <a:pt x="13" y="5"/>
                    <a:pt x="11" y="8"/>
                    <a:pt x="7" y="9"/>
                  </a:cubicBezTo>
                  <a:cubicBezTo>
                    <a:pt x="4" y="10"/>
                    <a:pt x="0" y="9"/>
                    <a:pt x="1" y="6"/>
                  </a:cubicBezTo>
                  <a:cubicBezTo>
                    <a:pt x="1" y="5"/>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8" name="Freeform 2557">
              <a:extLst>
                <a:ext uri="{FF2B5EF4-FFF2-40B4-BE49-F238E27FC236}">
                  <a16:creationId xmlns:a16="http://schemas.microsoft.com/office/drawing/2014/main" id="{6AF36BA9-4401-A618-5A66-D86DEF7E226B}"/>
                </a:ext>
              </a:extLst>
            </p:cNvPr>
            <p:cNvSpPr>
              <a:spLocks/>
            </p:cNvSpPr>
            <p:nvPr/>
          </p:nvSpPr>
          <p:spPr bwMode="auto">
            <a:xfrm rot="5094805">
              <a:off x="1428185" y="3503507"/>
              <a:ext cx="29705" cy="18280"/>
            </a:xfrm>
            <a:custGeom>
              <a:avLst/>
              <a:gdLst>
                <a:gd name="T0" fmla="*/ 12 w 12"/>
                <a:gd name="T1" fmla="*/ 3 h 8"/>
                <a:gd name="T2" fmla="*/ 7 w 12"/>
                <a:gd name="T3" fmla="*/ 7 h 8"/>
                <a:gd name="T4" fmla="*/ 0 w 12"/>
                <a:gd name="T5" fmla="*/ 6 h 8"/>
                <a:gd name="T6" fmla="*/ 5 w 12"/>
                <a:gd name="T7" fmla="*/ 1 h 8"/>
                <a:gd name="T8" fmla="*/ 12 w 12"/>
                <a:gd name="T9" fmla="*/ 3 h 8"/>
              </a:gdLst>
              <a:ahLst/>
              <a:cxnLst>
                <a:cxn ang="0">
                  <a:pos x="T0" y="T1"/>
                </a:cxn>
                <a:cxn ang="0">
                  <a:pos x="T2" y="T3"/>
                </a:cxn>
                <a:cxn ang="0">
                  <a:pos x="T4" y="T5"/>
                </a:cxn>
                <a:cxn ang="0">
                  <a:pos x="T6" y="T7"/>
                </a:cxn>
                <a:cxn ang="0">
                  <a:pos x="T8" y="T9"/>
                </a:cxn>
              </a:cxnLst>
              <a:rect l="0" t="0" r="r" b="b"/>
              <a:pathLst>
                <a:path w="12" h="8">
                  <a:moveTo>
                    <a:pt x="12" y="3"/>
                  </a:moveTo>
                  <a:cubicBezTo>
                    <a:pt x="12" y="4"/>
                    <a:pt x="10" y="6"/>
                    <a:pt x="7" y="7"/>
                  </a:cubicBezTo>
                  <a:cubicBezTo>
                    <a:pt x="4" y="8"/>
                    <a:pt x="1" y="8"/>
                    <a:pt x="0" y="6"/>
                  </a:cubicBezTo>
                  <a:cubicBezTo>
                    <a:pt x="0" y="5"/>
                    <a:pt x="2" y="3"/>
                    <a:pt x="5" y="1"/>
                  </a:cubicBezTo>
                  <a:cubicBezTo>
                    <a:pt x="8" y="0"/>
                    <a:pt x="11" y="1"/>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9" name="Freeform 2558">
              <a:extLst>
                <a:ext uri="{FF2B5EF4-FFF2-40B4-BE49-F238E27FC236}">
                  <a16:creationId xmlns:a16="http://schemas.microsoft.com/office/drawing/2014/main" id="{DE241AEF-0F1A-6020-6365-0D7DAC7B4331}"/>
                </a:ext>
              </a:extLst>
            </p:cNvPr>
            <p:cNvSpPr>
              <a:spLocks/>
            </p:cNvSpPr>
            <p:nvPr/>
          </p:nvSpPr>
          <p:spPr bwMode="auto">
            <a:xfrm rot="5094805">
              <a:off x="1501061" y="3693048"/>
              <a:ext cx="31990" cy="13710"/>
            </a:xfrm>
            <a:custGeom>
              <a:avLst/>
              <a:gdLst>
                <a:gd name="T0" fmla="*/ 4 w 13"/>
                <a:gd name="T1" fmla="*/ 1 h 6"/>
                <a:gd name="T2" fmla="*/ 12 w 13"/>
                <a:gd name="T3" fmla="*/ 1 h 6"/>
                <a:gd name="T4" fmla="*/ 7 w 13"/>
                <a:gd name="T5" fmla="*/ 5 h 6"/>
                <a:gd name="T6" fmla="*/ 1 w 13"/>
                <a:gd name="T7" fmla="*/ 5 h 6"/>
                <a:gd name="T8" fmla="*/ 4 w 13"/>
                <a:gd name="T9" fmla="*/ 1 h 6"/>
              </a:gdLst>
              <a:ahLst/>
              <a:cxnLst>
                <a:cxn ang="0">
                  <a:pos x="T0" y="T1"/>
                </a:cxn>
                <a:cxn ang="0">
                  <a:pos x="T2" y="T3"/>
                </a:cxn>
                <a:cxn ang="0">
                  <a:pos x="T4" y="T5"/>
                </a:cxn>
                <a:cxn ang="0">
                  <a:pos x="T6" y="T7"/>
                </a:cxn>
                <a:cxn ang="0">
                  <a:pos x="T8" y="T9"/>
                </a:cxn>
              </a:cxnLst>
              <a:rect l="0" t="0" r="r" b="b"/>
              <a:pathLst>
                <a:path w="13" h="6">
                  <a:moveTo>
                    <a:pt x="4" y="1"/>
                  </a:moveTo>
                  <a:cubicBezTo>
                    <a:pt x="9" y="0"/>
                    <a:pt x="12" y="0"/>
                    <a:pt x="12" y="1"/>
                  </a:cubicBezTo>
                  <a:cubicBezTo>
                    <a:pt x="13" y="2"/>
                    <a:pt x="11" y="4"/>
                    <a:pt x="7" y="5"/>
                  </a:cubicBezTo>
                  <a:cubicBezTo>
                    <a:pt x="4" y="6"/>
                    <a:pt x="0" y="6"/>
                    <a:pt x="1" y="5"/>
                  </a:cubicBezTo>
                  <a:cubicBezTo>
                    <a:pt x="1" y="4"/>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0" name="Freeform 2559">
              <a:extLst>
                <a:ext uri="{FF2B5EF4-FFF2-40B4-BE49-F238E27FC236}">
                  <a16:creationId xmlns:a16="http://schemas.microsoft.com/office/drawing/2014/main" id="{6B17B783-F8AE-2D76-119B-C99F78554569}"/>
                </a:ext>
              </a:extLst>
            </p:cNvPr>
            <p:cNvSpPr>
              <a:spLocks/>
            </p:cNvSpPr>
            <p:nvPr/>
          </p:nvSpPr>
          <p:spPr bwMode="auto">
            <a:xfrm rot="5094805">
              <a:off x="1587804" y="3881566"/>
              <a:ext cx="29705" cy="13710"/>
            </a:xfrm>
            <a:custGeom>
              <a:avLst/>
              <a:gdLst>
                <a:gd name="T0" fmla="*/ 12 w 12"/>
                <a:gd name="T1" fmla="*/ 1 h 6"/>
                <a:gd name="T2" fmla="*/ 6 w 12"/>
                <a:gd name="T3" fmla="*/ 4 h 6"/>
                <a:gd name="T4" fmla="*/ 0 w 12"/>
                <a:gd name="T5" fmla="*/ 5 h 6"/>
                <a:gd name="T6" fmla="*/ 6 w 12"/>
                <a:gd name="T7" fmla="*/ 1 h 6"/>
                <a:gd name="T8" fmla="*/ 12 w 12"/>
                <a:gd name="T9" fmla="*/ 1 h 6"/>
              </a:gdLst>
              <a:ahLst/>
              <a:cxnLst>
                <a:cxn ang="0">
                  <a:pos x="T0" y="T1"/>
                </a:cxn>
                <a:cxn ang="0">
                  <a:pos x="T2" y="T3"/>
                </a:cxn>
                <a:cxn ang="0">
                  <a:pos x="T4" y="T5"/>
                </a:cxn>
                <a:cxn ang="0">
                  <a:pos x="T6" y="T7"/>
                </a:cxn>
                <a:cxn ang="0">
                  <a:pos x="T8" y="T9"/>
                </a:cxn>
              </a:cxnLst>
              <a:rect l="0" t="0" r="r" b="b"/>
              <a:pathLst>
                <a:path w="12" h="6">
                  <a:moveTo>
                    <a:pt x="12" y="1"/>
                  </a:moveTo>
                  <a:cubicBezTo>
                    <a:pt x="12" y="2"/>
                    <a:pt x="9" y="3"/>
                    <a:pt x="6" y="4"/>
                  </a:cubicBezTo>
                  <a:cubicBezTo>
                    <a:pt x="2" y="6"/>
                    <a:pt x="0" y="6"/>
                    <a:pt x="0" y="5"/>
                  </a:cubicBezTo>
                  <a:cubicBezTo>
                    <a:pt x="0" y="4"/>
                    <a:pt x="3" y="2"/>
                    <a:pt x="6" y="1"/>
                  </a:cubicBezTo>
                  <a:cubicBezTo>
                    <a:pt x="9" y="0"/>
                    <a:pt x="11"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1" name="Freeform 2560">
              <a:extLst>
                <a:ext uri="{FF2B5EF4-FFF2-40B4-BE49-F238E27FC236}">
                  <a16:creationId xmlns:a16="http://schemas.microsoft.com/office/drawing/2014/main" id="{0942255F-0E8F-A93F-DBD5-2A0261A8093C}"/>
                </a:ext>
              </a:extLst>
            </p:cNvPr>
            <p:cNvSpPr>
              <a:spLocks/>
            </p:cNvSpPr>
            <p:nvPr/>
          </p:nvSpPr>
          <p:spPr bwMode="auto">
            <a:xfrm rot="5094805">
              <a:off x="1681067" y="4064819"/>
              <a:ext cx="29705" cy="15995"/>
            </a:xfrm>
            <a:custGeom>
              <a:avLst/>
              <a:gdLst>
                <a:gd name="T0" fmla="*/ 7 w 12"/>
                <a:gd name="T1" fmla="*/ 4 h 6"/>
                <a:gd name="T2" fmla="*/ 0 w 12"/>
                <a:gd name="T3" fmla="*/ 6 h 6"/>
                <a:gd name="T4" fmla="*/ 5 w 12"/>
                <a:gd name="T5" fmla="*/ 2 h 6"/>
                <a:gd name="T6" fmla="*/ 12 w 12"/>
                <a:gd name="T7" fmla="*/ 1 h 6"/>
                <a:gd name="T8" fmla="*/ 7 w 12"/>
                <a:gd name="T9" fmla="*/ 4 h 6"/>
              </a:gdLst>
              <a:ahLst/>
              <a:cxnLst>
                <a:cxn ang="0">
                  <a:pos x="T0" y="T1"/>
                </a:cxn>
                <a:cxn ang="0">
                  <a:pos x="T2" y="T3"/>
                </a:cxn>
                <a:cxn ang="0">
                  <a:pos x="T4" y="T5"/>
                </a:cxn>
                <a:cxn ang="0">
                  <a:pos x="T6" y="T7"/>
                </a:cxn>
                <a:cxn ang="0">
                  <a:pos x="T8" y="T9"/>
                </a:cxn>
              </a:cxnLst>
              <a:rect l="0" t="0" r="r" b="b"/>
              <a:pathLst>
                <a:path w="12" h="6">
                  <a:moveTo>
                    <a:pt x="7" y="4"/>
                  </a:moveTo>
                  <a:cubicBezTo>
                    <a:pt x="3" y="6"/>
                    <a:pt x="0" y="6"/>
                    <a:pt x="0" y="6"/>
                  </a:cubicBezTo>
                  <a:cubicBezTo>
                    <a:pt x="0" y="5"/>
                    <a:pt x="2" y="4"/>
                    <a:pt x="5" y="2"/>
                  </a:cubicBezTo>
                  <a:cubicBezTo>
                    <a:pt x="8" y="1"/>
                    <a:pt x="11" y="0"/>
                    <a:pt x="12" y="1"/>
                  </a:cubicBezTo>
                  <a:cubicBezTo>
                    <a:pt x="12" y="2"/>
                    <a:pt x="10" y="3"/>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2" name="Freeform 2561">
              <a:extLst>
                <a:ext uri="{FF2B5EF4-FFF2-40B4-BE49-F238E27FC236}">
                  <a16:creationId xmlns:a16="http://schemas.microsoft.com/office/drawing/2014/main" id="{FED58C06-3878-0B42-9AD0-00853970AE91}"/>
                </a:ext>
              </a:extLst>
            </p:cNvPr>
            <p:cNvSpPr>
              <a:spLocks/>
            </p:cNvSpPr>
            <p:nvPr/>
          </p:nvSpPr>
          <p:spPr bwMode="auto">
            <a:xfrm rot="5094805">
              <a:off x="1808781" y="4352718"/>
              <a:ext cx="31990" cy="15995"/>
            </a:xfrm>
            <a:custGeom>
              <a:avLst/>
              <a:gdLst>
                <a:gd name="T0" fmla="*/ 13 w 13"/>
                <a:gd name="T1" fmla="*/ 1 h 7"/>
                <a:gd name="T2" fmla="*/ 7 w 13"/>
                <a:gd name="T3" fmla="*/ 5 h 7"/>
                <a:gd name="T4" fmla="*/ 0 w 13"/>
                <a:gd name="T5" fmla="*/ 6 h 7"/>
                <a:gd name="T6" fmla="*/ 7 w 13"/>
                <a:gd name="T7" fmla="*/ 1 h 7"/>
                <a:gd name="T8" fmla="*/ 13 w 13"/>
                <a:gd name="T9" fmla="*/ 1 h 7"/>
              </a:gdLst>
              <a:ahLst/>
              <a:cxnLst>
                <a:cxn ang="0">
                  <a:pos x="T0" y="T1"/>
                </a:cxn>
                <a:cxn ang="0">
                  <a:pos x="T2" y="T3"/>
                </a:cxn>
                <a:cxn ang="0">
                  <a:pos x="T4" y="T5"/>
                </a:cxn>
                <a:cxn ang="0">
                  <a:pos x="T6" y="T7"/>
                </a:cxn>
                <a:cxn ang="0">
                  <a:pos x="T8" y="T9"/>
                </a:cxn>
              </a:cxnLst>
              <a:rect l="0" t="0" r="r" b="b"/>
              <a:pathLst>
                <a:path w="13" h="7">
                  <a:moveTo>
                    <a:pt x="13" y="1"/>
                  </a:moveTo>
                  <a:cubicBezTo>
                    <a:pt x="11" y="2"/>
                    <a:pt x="9" y="4"/>
                    <a:pt x="7" y="5"/>
                  </a:cubicBezTo>
                  <a:cubicBezTo>
                    <a:pt x="3" y="7"/>
                    <a:pt x="0" y="7"/>
                    <a:pt x="0" y="6"/>
                  </a:cubicBezTo>
                  <a:cubicBezTo>
                    <a:pt x="1" y="5"/>
                    <a:pt x="3" y="3"/>
                    <a:pt x="7" y="1"/>
                  </a:cubicBezTo>
                  <a:cubicBezTo>
                    <a:pt x="10" y="0"/>
                    <a:pt x="13" y="0"/>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3" name="Freeform 2562">
              <a:extLst>
                <a:ext uri="{FF2B5EF4-FFF2-40B4-BE49-F238E27FC236}">
                  <a16:creationId xmlns:a16="http://schemas.microsoft.com/office/drawing/2014/main" id="{196A5370-8790-98DB-75E8-CEEFF519D2E0}"/>
                </a:ext>
              </a:extLst>
            </p:cNvPr>
            <p:cNvSpPr>
              <a:spLocks/>
            </p:cNvSpPr>
            <p:nvPr/>
          </p:nvSpPr>
          <p:spPr bwMode="auto">
            <a:xfrm rot="5094805">
              <a:off x="1911139" y="4534958"/>
              <a:ext cx="36560" cy="18280"/>
            </a:xfrm>
            <a:custGeom>
              <a:avLst/>
              <a:gdLst>
                <a:gd name="T0" fmla="*/ 15 w 15"/>
                <a:gd name="T1" fmla="*/ 0 h 7"/>
                <a:gd name="T2" fmla="*/ 9 w 15"/>
                <a:gd name="T3" fmla="*/ 5 h 7"/>
                <a:gd name="T4" fmla="*/ 2 w 15"/>
                <a:gd name="T5" fmla="*/ 7 h 7"/>
                <a:gd name="T6" fmla="*/ 7 w 15"/>
                <a:gd name="T7" fmla="*/ 2 h 7"/>
                <a:gd name="T8" fmla="*/ 15 w 15"/>
                <a:gd name="T9" fmla="*/ 0 h 7"/>
              </a:gdLst>
              <a:ahLst/>
              <a:cxnLst>
                <a:cxn ang="0">
                  <a:pos x="T0" y="T1"/>
                </a:cxn>
                <a:cxn ang="0">
                  <a:pos x="T2" y="T3"/>
                </a:cxn>
                <a:cxn ang="0">
                  <a:pos x="T4" y="T5"/>
                </a:cxn>
                <a:cxn ang="0">
                  <a:pos x="T6" y="T7"/>
                </a:cxn>
                <a:cxn ang="0">
                  <a:pos x="T8" y="T9"/>
                </a:cxn>
              </a:cxnLst>
              <a:rect l="0" t="0" r="r" b="b"/>
              <a:pathLst>
                <a:path w="15" h="7">
                  <a:moveTo>
                    <a:pt x="15" y="0"/>
                  </a:moveTo>
                  <a:cubicBezTo>
                    <a:pt x="12" y="2"/>
                    <a:pt x="11" y="3"/>
                    <a:pt x="9" y="5"/>
                  </a:cubicBezTo>
                  <a:cubicBezTo>
                    <a:pt x="6" y="6"/>
                    <a:pt x="2" y="7"/>
                    <a:pt x="2" y="7"/>
                  </a:cubicBezTo>
                  <a:cubicBezTo>
                    <a:pt x="0" y="6"/>
                    <a:pt x="3" y="4"/>
                    <a:pt x="7" y="2"/>
                  </a:cubicBezTo>
                  <a:cubicBezTo>
                    <a:pt x="9" y="1"/>
                    <a:pt x="12"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4" name="Freeform 2563">
              <a:extLst>
                <a:ext uri="{FF2B5EF4-FFF2-40B4-BE49-F238E27FC236}">
                  <a16:creationId xmlns:a16="http://schemas.microsoft.com/office/drawing/2014/main" id="{C5A93762-2627-CA5C-94D3-5E80AF061FD3}"/>
                </a:ext>
              </a:extLst>
            </p:cNvPr>
            <p:cNvSpPr>
              <a:spLocks/>
            </p:cNvSpPr>
            <p:nvPr/>
          </p:nvSpPr>
          <p:spPr bwMode="auto">
            <a:xfrm rot="5094805">
              <a:off x="2018163" y="4719377"/>
              <a:ext cx="34275" cy="18280"/>
            </a:xfrm>
            <a:custGeom>
              <a:avLst/>
              <a:gdLst>
                <a:gd name="T0" fmla="*/ 6 w 14"/>
                <a:gd name="T1" fmla="*/ 1 h 7"/>
                <a:gd name="T2" fmla="*/ 12 w 14"/>
                <a:gd name="T3" fmla="*/ 0 h 7"/>
                <a:gd name="T4" fmla="*/ 7 w 14"/>
                <a:gd name="T5" fmla="*/ 5 h 7"/>
                <a:gd name="T6" fmla="*/ 0 w 14"/>
                <a:gd name="T7" fmla="*/ 6 h 7"/>
                <a:gd name="T8" fmla="*/ 6 w 14"/>
                <a:gd name="T9" fmla="*/ 1 h 7"/>
              </a:gdLst>
              <a:ahLst/>
              <a:cxnLst>
                <a:cxn ang="0">
                  <a:pos x="T0" y="T1"/>
                </a:cxn>
                <a:cxn ang="0">
                  <a:pos x="T2" y="T3"/>
                </a:cxn>
                <a:cxn ang="0">
                  <a:pos x="T4" y="T5"/>
                </a:cxn>
                <a:cxn ang="0">
                  <a:pos x="T6" y="T7"/>
                </a:cxn>
                <a:cxn ang="0">
                  <a:pos x="T8" y="T9"/>
                </a:cxn>
              </a:cxnLst>
              <a:rect l="0" t="0" r="r" b="b"/>
              <a:pathLst>
                <a:path w="14" h="7">
                  <a:moveTo>
                    <a:pt x="6" y="1"/>
                  </a:moveTo>
                  <a:cubicBezTo>
                    <a:pt x="8" y="1"/>
                    <a:pt x="11" y="0"/>
                    <a:pt x="12" y="0"/>
                  </a:cubicBezTo>
                  <a:cubicBezTo>
                    <a:pt x="14" y="0"/>
                    <a:pt x="11" y="3"/>
                    <a:pt x="7" y="5"/>
                  </a:cubicBezTo>
                  <a:cubicBezTo>
                    <a:pt x="4" y="6"/>
                    <a:pt x="1" y="7"/>
                    <a:pt x="0" y="6"/>
                  </a:cubicBezTo>
                  <a:cubicBezTo>
                    <a:pt x="0" y="5"/>
                    <a:pt x="2" y="4"/>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5" name="Freeform 2564">
              <a:extLst>
                <a:ext uri="{FF2B5EF4-FFF2-40B4-BE49-F238E27FC236}">
                  <a16:creationId xmlns:a16="http://schemas.microsoft.com/office/drawing/2014/main" id="{6655823B-38DA-6F6D-C72B-2AC916D1AF41}"/>
                </a:ext>
              </a:extLst>
            </p:cNvPr>
            <p:cNvSpPr>
              <a:spLocks/>
            </p:cNvSpPr>
            <p:nvPr/>
          </p:nvSpPr>
          <p:spPr bwMode="auto">
            <a:xfrm rot="5094805">
              <a:off x="2125082" y="4901414"/>
              <a:ext cx="34275" cy="20565"/>
            </a:xfrm>
            <a:custGeom>
              <a:avLst/>
              <a:gdLst>
                <a:gd name="T0" fmla="*/ 8 w 13"/>
                <a:gd name="T1" fmla="*/ 6 h 8"/>
                <a:gd name="T2" fmla="*/ 0 w 13"/>
                <a:gd name="T3" fmla="*/ 7 h 8"/>
                <a:gd name="T4" fmla="*/ 5 w 13"/>
                <a:gd name="T5" fmla="*/ 3 h 8"/>
                <a:gd name="T6" fmla="*/ 12 w 13"/>
                <a:gd name="T7" fmla="*/ 2 h 8"/>
                <a:gd name="T8" fmla="*/ 8 w 13"/>
                <a:gd name="T9" fmla="*/ 6 h 8"/>
              </a:gdLst>
              <a:ahLst/>
              <a:cxnLst>
                <a:cxn ang="0">
                  <a:pos x="T0" y="T1"/>
                </a:cxn>
                <a:cxn ang="0">
                  <a:pos x="T2" y="T3"/>
                </a:cxn>
                <a:cxn ang="0">
                  <a:pos x="T4" y="T5"/>
                </a:cxn>
                <a:cxn ang="0">
                  <a:pos x="T6" y="T7"/>
                </a:cxn>
                <a:cxn ang="0">
                  <a:pos x="T8" y="T9"/>
                </a:cxn>
              </a:cxnLst>
              <a:rect l="0" t="0" r="r" b="b"/>
              <a:pathLst>
                <a:path w="13" h="8">
                  <a:moveTo>
                    <a:pt x="8" y="6"/>
                  </a:moveTo>
                  <a:cubicBezTo>
                    <a:pt x="3" y="8"/>
                    <a:pt x="0" y="8"/>
                    <a:pt x="0" y="7"/>
                  </a:cubicBezTo>
                  <a:cubicBezTo>
                    <a:pt x="0" y="6"/>
                    <a:pt x="2" y="4"/>
                    <a:pt x="5" y="3"/>
                  </a:cubicBezTo>
                  <a:cubicBezTo>
                    <a:pt x="9" y="1"/>
                    <a:pt x="13" y="0"/>
                    <a:pt x="12" y="2"/>
                  </a:cubicBezTo>
                  <a:cubicBezTo>
                    <a:pt x="11" y="3"/>
                    <a:pt x="9"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6" name="Freeform 2565">
              <a:extLst>
                <a:ext uri="{FF2B5EF4-FFF2-40B4-BE49-F238E27FC236}">
                  <a16:creationId xmlns:a16="http://schemas.microsoft.com/office/drawing/2014/main" id="{DACBD92E-036E-6B1B-B0BF-6A16287030B0}"/>
                </a:ext>
              </a:extLst>
            </p:cNvPr>
            <p:cNvSpPr>
              <a:spLocks/>
            </p:cNvSpPr>
            <p:nvPr/>
          </p:nvSpPr>
          <p:spPr bwMode="auto">
            <a:xfrm rot="5094805">
              <a:off x="2226407" y="5087280"/>
              <a:ext cx="36560" cy="18280"/>
            </a:xfrm>
            <a:custGeom>
              <a:avLst/>
              <a:gdLst>
                <a:gd name="T0" fmla="*/ 15 w 15"/>
                <a:gd name="T1" fmla="*/ 0 h 7"/>
                <a:gd name="T2" fmla="*/ 7 w 15"/>
                <a:gd name="T3" fmla="*/ 6 h 7"/>
                <a:gd name="T4" fmla="*/ 1 w 15"/>
                <a:gd name="T5" fmla="*/ 6 h 7"/>
                <a:gd name="T6" fmla="*/ 7 w 15"/>
                <a:gd name="T7" fmla="*/ 1 h 7"/>
                <a:gd name="T8" fmla="*/ 15 w 15"/>
                <a:gd name="T9" fmla="*/ 0 h 7"/>
              </a:gdLst>
              <a:ahLst/>
              <a:cxnLst>
                <a:cxn ang="0">
                  <a:pos x="T0" y="T1"/>
                </a:cxn>
                <a:cxn ang="0">
                  <a:pos x="T2" y="T3"/>
                </a:cxn>
                <a:cxn ang="0">
                  <a:pos x="T4" y="T5"/>
                </a:cxn>
                <a:cxn ang="0">
                  <a:pos x="T6" y="T7"/>
                </a:cxn>
                <a:cxn ang="0">
                  <a:pos x="T8" y="T9"/>
                </a:cxn>
              </a:cxnLst>
              <a:rect l="0" t="0" r="r" b="b"/>
              <a:pathLst>
                <a:path w="15" h="7">
                  <a:moveTo>
                    <a:pt x="15" y="0"/>
                  </a:moveTo>
                  <a:cubicBezTo>
                    <a:pt x="12" y="3"/>
                    <a:pt x="10" y="4"/>
                    <a:pt x="7" y="6"/>
                  </a:cubicBezTo>
                  <a:cubicBezTo>
                    <a:pt x="4" y="7"/>
                    <a:pt x="0" y="7"/>
                    <a:pt x="1" y="6"/>
                  </a:cubicBezTo>
                  <a:cubicBezTo>
                    <a:pt x="1" y="5"/>
                    <a:pt x="4" y="2"/>
                    <a:pt x="7" y="1"/>
                  </a:cubicBezTo>
                  <a:cubicBezTo>
                    <a:pt x="10" y="1"/>
                    <a:pt x="12"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7" name="Freeform 2566">
              <a:extLst>
                <a:ext uri="{FF2B5EF4-FFF2-40B4-BE49-F238E27FC236}">
                  <a16:creationId xmlns:a16="http://schemas.microsoft.com/office/drawing/2014/main" id="{4C8B589F-0BCF-398E-5A82-C156100B80CE}"/>
                </a:ext>
              </a:extLst>
            </p:cNvPr>
            <p:cNvSpPr>
              <a:spLocks/>
            </p:cNvSpPr>
            <p:nvPr/>
          </p:nvSpPr>
          <p:spPr bwMode="auto">
            <a:xfrm rot="5094805">
              <a:off x="2323084" y="5271372"/>
              <a:ext cx="36560" cy="18280"/>
            </a:xfrm>
            <a:custGeom>
              <a:avLst/>
              <a:gdLst>
                <a:gd name="T0" fmla="*/ 15 w 15"/>
                <a:gd name="T1" fmla="*/ 0 h 8"/>
                <a:gd name="T2" fmla="*/ 8 w 15"/>
                <a:gd name="T3" fmla="*/ 6 h 8"/>
                <a:gd name="T4" fmla="*/ 1 w 15"/>
                <a:gd name="T5" fmla="*/ 7 h 8"/>
                <a:gd name="T6" fmla="*/ 6 w 15"/>
                <a:gd name="T7" fmla="*/ 2 h 8"/>
                <a:gd name="T8" fmla="*/ 15 w 15"/>
                <a:gd name="T9" fmla="*/ 0 h 8"/>
              </a:gdLst>
              <a:ahLst/>
              <a:cxnLst>
                <a:cxn ang="0">
                  <a:pos x="T0" y="T1"/>
                </a:cxn>
                <a:cxn ang="0">
                  <a:pos x="T2" y="T3"/>
                </a:cxn>
                <a:cxn ang="0">
                  <a:pos x="T4" y="T5"/>
                </a:cxn>
                <a:cxn ang="0">
                  <a:pos x="T6" y="T7"/>
                </a:cxn>
                <a:cxn ang="0">
                  <a:pos x="T8" y="T9"/>
                </a:cxn>
              </a:cxnLst>
              <a:rect l="0" t="0" r="r" b="b"/>
              <a:pathLst>
                <a:path w="15" h="8">
                  <a:moveTo>
                    <a:pt x="15" y="0"/>
                  </a:moveTo>
                  <a:cubicBezTo>
                    <a:pt x="12" y="3"/>
                    <a:pt x="11" y="4"/>
                    <a:pt x="8" y="6"/>
                  </a:cubicBezTo>
                  <a:cubicBezTo>
                    <a:pt x="6" y="7"/>
                    <a:pt x="2" y="8"/>
                    <a:pt x="1" y="7"/>
                  </a:cubicBezTo>
                  <a:cubicBezTo>
                    <a:pt x="0" y="6"/>
                    <a:pt x="2" y="3"/>
                    <a:pt x="6" y="2"/>
                  </a:cubicBezTo>
                  <a:cubicBezTo>
                    <a:pt x="8" y="1"/>
                    <a:pt x="11"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8" name="Freeform 2567">
              <a:extLst>
                <a:ext uri="{FF2B5EF4-FFF2-40B4-BE49-F238E27FC236}">
                  <a16:creationId xmlns:a16="http://schemas.microsoft.com/office/drawing/2014/main" id="{A74A529F-DF0D-C64C-56FD-AF8A5470EE2A}"/>
                </a:ext>
              </a:extLst>
            </p:cNvPr>
            <p:cNvSpPr>
              <a:spLocks/>
            </p:cNvSpPr>
            <p:nvPr/>
          </p:nvSpPr>
          <p:spPr bwMode="auto">
            <a:xfrm rot="5094805">
              <a:off x="2415112" y="5453689"/>
              <a:ext cx="34275" cy="20565"/>
            </a:xfrm>
            <a:custGeom>
              <a:avLst/>
              <a:gdLst>
                <a:gd name="T0" fmla="*/ 9 w 14"/>
                <a:gd name="T1" fmla="*/ 6 h 8"/>
                <a:gd name="T2" fmla="*/ 1 w 14"/>
                <a:gd name="T3" fmla="*/ 6 h 8"/>
                <a:gd name="T4" fmla="*/ 6 w 14"/>
                <a:gd name="T5" fmla="*/ 2 h 8"/>
                <a:gd name="T6" fmla="*/ 13 w 14"/>
                <a:gd name="T7" fmla="*/ 2 h 8"/>
                <a:gd name="T8" fmla="*/ 9 w 14"/>
                <a:gd name="T9" fmla="*/ 6 h 8"/>
              </a:gdLst>
              <a:ahLst/>
              <a:cxnLst>
                <a:cxn ang="0">
                  <a:pos x="T0" y="T1"/>
                </a:cxn>
                <a:cxn ang="0">
                  <a:pos x="T2" y="T3"/>
                </a:cxn>
                <a:cxn ang="0">
                  <a:pos x="T4" y="T5"/>
                </a:cxn>
                <a:cxn ang="0">
                  <a:pos x="T6" y="T7"/>
                </a:cxn>
                <a:cxn ang="0">
                  <a:pos x="T8" y="T9"/>
                </a:cxn>
              </a:cxnLst>
              <a:rect l="0" t="0" r="r" b="b"/>
              <a:pathLst>
                <a:path w="14" h="8">
                  <a:moveTo>
                    <a:pt x="9" y="6"/>
                  </a:moveTo>
                  <a:cubicBezTo>
                    <a:pt x="4" y="8"/>
                    <a:pt x="1" y="7"/>
                    <a:pt x="1" y="6"/>
                  </a:cubicBezTo>
                  <a:cubicBezTo>
                    <a:pt x="0" y="5"/>
                    <a:pt x="2" y="3"/>
                    <a:pt x="6" y="2"/>
                  </a:cubicBezTo>
                  <a:cubicBezTo>
                    <a:pt x="9" y="0"/>
                    <a:pt x="14" y="0"/>
                    <a:pt x="13" y="2"/>
                  </a:cubicBezTo>
                  <a:cubicBezTo>
                    <a:pt x="12" y="3"/>
                    <a:pt x="10" y="5"/>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9" name="Freeform 2568">
              <a:extLst>
                <a:ext uri="{FF2B5EF4-FFF2-40B4-BE49-F238E27FC236}">
                  <a16:creationId xmlns:a16="http://schemas.microsoft.com/office/drawing/2014/main" id="{6EDD9D10-3BA7-4959-A08D-7A503A4F5A07}"/>
                </a:ext>
              </a:extLst>
            </p:cNvPr>
            <p:cNvSpPr>
              <a:spLocks/>
            </p:cNvSpPr>
            <p:nvPr/>
          </p:nvSpPr>
          <p:spPr bwMode="auto">
            <a:xfrm rot="5094805">
              <a:off x="2497206" y="5642718"/>
              <a:ext cx="29705" cy="18280"/>
            </a:xfrm>
            <a:custGeom>
              <a:avLst/>
              <a:gdLst>
                <a:gd name="T0" fmla="*/ 12 w 12"/>
                <a:gd name="T1" fmla="*/ 0 h 7"/>
                <a:gd name="T2" fmla="*/ 7 w 12"/>
                <a:gd name="T3" fmla="*/ 5 h 7"/>
                <a:gd name="T4" fmla="*/ 0 w 12"/>
                <a:gd name="T5" fmla="*/ 5 h 7"/>
                <a:gd name="T6" fmla="*/ 5 w 12"/>
                <a:gd name="T7" fmla="*/ 0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12" y="2"/>
                    <a:pt x="10" y="4"/>
                    <a:pt x="7" y="5"/>
                  </a:cubicBezTo>
                  <a:cubicBezTo>
                    <a:pt x="3" y="7"/>
                    <a:pt x="0" y="6"/>
                    <a:pt x="0" y="5"/>
                  </a:cubicBezTo>
                  <a:cubicBezTo>
                    <a:pt x="0" y="3"/>
                    <a:pt x="2" y="1"/>
                    <a:pt x="5" y="0"/>
                  </a:cubicBezTo>
                  <a:cubicBezTo>
                    <a:pt x="8" y="0"/>
                    <a:pt x="10"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0" name="Freeform 2569">
              <a:extLst>
                <a:ext uri="{FF2B5EF4-FFF2-40B4-BE49-F238E27FC236}">
                  <a16:creationId xmlns:a16="http://schemas.microsoft.com/office/drawing/2014/main" id="{3B1B7C22-4A52-4549-EF64-04857080BEAC}"/>
                </a:ext>
              </a:extLst>
            </p:cNvPr>
            <p:cNvSpPr>
              <a:spLocks/>
            </p:cNvSpPr>
            <p:nvPr/>
          </p:nvSpPr>
          <p:spPr bwMode="auto">
            <a:xfrm rot="5094805">
              <a:off x="2563351" y="5832761"/>
              <a:ext cx="34275" cy="15995"/>
            </a:xfrm>
            <a:custGeom>
              <a:avLst/>
              <a:gdLst>
                <a:gd name="T0" fmla="*/ 6 w 14"/>
                <a:gd name="T1" fmla="*/ 0 h 7"/>
                <a:gd name="T2" fmla="*/ 12 w 14"/>
                <a:gd name="T3" fmla="*/ 1 h 7"/>
                <a:gd name="T4" fmla="*/ 7 w 14"/>
                <a:gd name="T5" fmla="*/ 6 h 7"/>
                <a:gd name="T6" fmla="*/ 0 w 14"/>
                <a:gd name="T7" fmla="*/ 5 h 7"/>
                <a:gd name="T8" fmla="*/ 6 w 14"/>
                <a:gd name="T9" fmla="*/ 0 h 7"/>
              </a:gdLst>
              <a:ahLst/>
              <a:cxnLst>
                <a:cxn ang="0">
                  <a:pos x="T0" y="T1"/>
                </a:cxn>
                <a:cxn ang="0">
                  <a:pos x="T2" y="T3"/>
                </a:cxn>
                <a:cxn ang="0">
                  <a:pos x="T4" y="T5"/>
                </a:cxn>
                <a:cxn ang="0">
                  <a:pos x="T6" y="T7"/>
                </a:cxn>
                <a:cxn ang="0">
                  <a:pos x="T8" y="T9"/>
                </a:cxn>
              </a:cxnLst>
              <a:rect l="0" t="0" r="r" b="b"/>
              <a:pathLst>
                <a:path w="14" h="7">
                  <a:moveTo>
                    <a:pt x="6" y="0"/>
                  </a:moveTo>
                  <a:cubicBezTo>
                    <a:pt x="8" y="0"/>
                    <a:pt x="11" y="0"/>
                    <a:pt x="12" y="1"/>
                  </a:cubicBezTo>
                  <a:cubicBezTo>
                    <a:pt x="14" y="2"/>
                    <a:pt x="11" y="5"/>
                    <a:pt x="7" y="6"/>
                  </a:cubicBezTo>
                  <a:cubicBezTo>
                    <a:pt x="4" y="7"/>
                    <a:pt x="1" y="6"/>
                    <a:pt x="0" y="5"/>
                  </a:cubicBezTo>
                  <a:cubicBezTo>
                    <a:pt x="0" y="3"/>
                    <a:pt x="1"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1" name="Freeform 2570">
              <a:extLst>
                <a:ext uri="{FF2B5EF4-FFF2-40B4-BE49-F238E27FC236}">
                  <a16:creationId xmlns:a16="http://schemas.microsoft.com/office/drawing/2014/main" id="{98EFBC44-717E-48D5-CAE9-766A9C49BEFC}"/>
                </a:ext>
              </a:extLst>
            </p:cNvPr>
            <p:cNvSpPr>
              <a:spLocks/>
            </p:cNvSpPr>
            <p:nvPr/>
          </p:nvSpPr>
          <p:spPr bwMode="auto">
            <a:xfrm rot="5094805">
              <a:off x="2617922" y="6019458"/>
              <a:ext cx="34275" cy="18280"/>
            </a:xfrm>
            <a:custGeom>
              <a:avLst/>
              <a:gdLst>
                <a:gd name="T0" fmla="*/ 6 w 14"/>
                <a:gd name="T1" fmla="*/ 7 h 7"/>
                <a:gd name="T2" fmla="*/ 1 w 14"/>
                <a:gd name="T3" fmla="*/ 4 h 7"/>
                <a:gd name="T4" fmla="*/ 6 w 14"/>
                <a:gd name="T5" fmla="*/ 0 h 7"/>
                <a:gd name="T6" fmla="*/ 13 w 14"/>
                <a:gd name="T7" fmla="*/ 3 h 7"/>
                <a:gd name="T8" fmla="*/ 6 w 14"/>
                <a:gd name="T9" fmla="*/ 7 h 7"/>
              </a:gdLst>
              <a:ahLst/>
              <a:cxnLst>
                <a:cxn ang="0">
                  <a:pos x="T0" y="T1"/>
                </a:cxn>
                <a:cxn ang="0">
                  <a:pos x="T2" y="T3"/>
                </a:cxn>
                <a:cxn ang="0">
                  <a:pos x="T4" y="T5"/>
                </a:cxn>
                <a:cxn ang="0">
                  <a:pos x="T6" y="T7"/>
                </a:cxn>
                <a:cxn ang="0">
                  <a:pos x="T8" y="T9"/>
                </a:cxn>
              </a:cxnLst>
              <a:rect l="0" t="0" r="r" b="b"/>
              <a:pathLst>
                <a:path w="14" h="7">
                  <a:moveTo>
                    <a:pt x="6" y="7"/>
                  </a:moveTo>
                  <a:cubicBezTo>
                    <a:pt x="4" y="6"/>
                    <a:pt x="1" y="5"/>
                    <a:pt x="1" y="4"/>
                  </a:cubicBezTo>
                  <a:cubicBezTo>
                    <a:pt x="0" y="2"/>
                    <a:pt x="3" y="1"/>
                    <a:pt x="6" y="0"/>
                  </a:cubicBezTo>
                  <a:cubicBezTo>
                    <a:pt x="10" y="0"/>
                    <a:pt x="14" y="1"/>
                    <a:pt x="13" y="3"/>
                  </a:cubicBezTo>
                  <a:cubicBezTo>
                    <a:pt x="12" y="4"/>
                    <a:pt x="9"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2" name="Freeform 2571">
              <a:extLst>
                <a:ext uri="{FF2B5EF4-FFF2-40B4-BE49-F238E27FC236}">
                  <a16:creationId xmlns:a16="http://schemas.microsoft.com/office/drawing/2014/main" id="{B809A0E0-83F3-503F-DC25-0E386EEB9179}"/>
                </a:ext>
              </a:extLst>
            </p:cNvPr>
            <p:cNvSpPr>
              <a:spLocks/>
            </p:cNvSpPr>
            <p:nvPr/>
          </p:nvSpPr>
          <p:spPr bwMode="auto">
            <a:xfrm rot="5094805">
              <a:off x="2661421" y="6211825"/>
              <a:ext cx="31990" cy="18280"/>
            </a:xfrm>
            <a:custGeom>
              <a:avLst/>
              <a:gdLst>
                <a:gd name="T0" fmla="*/ 13 w 13"/>
                <a:gd name="T1" fmla="*/ 4 h 8"/>
                <a:gd name="T2" fmla="*/ 7 w 13"/>
                <a:gd name="T3" fmla="*/ 7 h 8"/>
                <a:gd name="T4" fmla="*/ 0 w 13"/>
                <a:gd name="T5" fmla="*/ 4 h 8"/>
                <a:gd name="T6" fmla="*/ 6 w 13"/>
                <a:gd name="T7" fmla="*/ 1 h 8"/>
                <a:gd name="T8" fmla="*/ 13 w 13"/>
                <a:gd name="T9" fmla="*/ 4 h 8"/>
              </a:gdLst>
              <a:ahLst/>
              <a:cxnLst>
                <a:cxn ang="0">
                  <a:pos x="T0" y="T1"/>
                </a:cxn>
                <a:cxn ang="0">
                  <a:pos x="T2" y="T3"/>
                </a:cxn>
                <a:cxn ang="0">
                  <a:pos x="T4" y="T5"/>
                </a:cxn>
                <a:cxn ang="0">
                  <a:pos x="T6" y="T7"/>
                </a:cxn>
                <a:cxn ang="0">
                  <a:pos x="T8" y="T9"/>
                </a:cxn>
              </a:cxnLst>
              <a:rect l="0" t="0" r="r" b="b"/>
              <a:pathLst>
                <a:path w="13" h="8">
                  <a:moveTo>
                    <a:pt x="13" y="4"/>
                  </a:moveTo>
                  <a:cubicBezTo>
                    <a:pt x="11" y="4"/>
                    <a:pt x="9" y="6"/>
                    <a:pt x="7" y="7"/>
                  </a:cubicBezTo>
                  <a:cubicBezTo>
                    <a:pt x="3" y="8"/>
                    <a:pt x="0" y="6"/>
                    <a:pt x="0" y="4"/>
                  </a:cubicBezTo>
                  <a:cubicBezTo>
                    <a:pt x="0" y="3"/>
                    <a:pt x="3" y="1"/>
                    <a:pt x="6" y="1"/>
                  </a:cubicBezTo>
                  <a:cubicBezTo>
                    <a:pt x="10" y="0"/>
                    <a:pt x="13" y="1"/>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3" name="Freeform 2572">
              <a:extLst>
                <a:ext uri="{FF2B5EF4-FFF2-40B4-BE49-F238E27FC236}">
                  <a16:creationId xmlns:a16="http://schemas.microsoft.com/office/drawing/2014/main" id="{1CEDF6BA-AFCB-3C57-38CB-AA0D45E63DB0}"/>
                </a:ext>
              </a:extLst>
            </p:cNvPr>
            <p:cNvSpPr>
              <a:spLocks/>
            </p:cNvSpPr>
            <p:nvPr/>
          </p:nvSpPr>
          <p:spPr bwMode="auto">
            <a:xfrm rot="5094805">
              <a:off x="2716089" y="6400702"/>
              <a:ext cx="34275" cy="18280"/>
            </a:xfrm>
            <a:custGeom>
              <a:avLst/>
              <a:gdLst>
                <a:gd name="T0" fmla="*/ 6 w 14"/>
                <a:gd name="T1" fmla="*/ 7 h 7"/>
                <a:gd name="T2" fmla="*/ 1 w 14"/>
                <a:gd name="T3" fmla="*/ 4 h 7"/>
                <a:gd name="T4" fmla="*/ 6 w 14"/>
                <a:gd name="T5" fmla="*/ 1 h 7"/>
                <a:gd name="T6" fmla="*/ 13 w 14"/>
                <a:gd name="T7" fmla="*/ 2 h 7"/>
                <a:gd name="T8" fmla="*/ 6 w 14"/>
                <a:gd name="T9" fmla="*/ 7 h 7"/>
              </a:gdLst>
              <a:ahLst/>
              <a:cxnLst>
                <a:cxn ang="0">
                  <a:pos x="T0" y="T1"/>
                </a:cxn>
                <a:cxn ang="0">
                  <a:pos x="T2" y="T3"/>
                </a:cxn>
                <a:cxn ang="0">
                  <a:pos x="T4" y="T5"/>
                </a:cxn>
                <a:cxn ang="0">
                  <a:pos x="T6" y="T7"/>
                </a:cxn>
                <a:cxn ang="0">
                  <a:pos x="T8" y="T9"/>
                </a:cxn>
              </a:cxnLst>
              <a:rect l="0" t="0" r="r" b="b"/>
              <a:pathLst>
                <a:path w="14" h="7">
                  <a:moveTo>
                    <a:pt x="6" y="7"/>
                  </a:moveTo>
                  <a:cubicBezTo>
                    <a:pt x="4" y="6"/>
                    <a:pt x="1" y="6"/>
                    <a:pt x="1" y="4"/>
                  </a:cubicBezTo>
                  <a:cubicBezTo>
                    <a:pt x="0" y="3"/>
                    <a:pt x="3" y="1"/>
                    <a:pt x="6" y="1"/>
                  </a:cubicBezTo>
                  <a:cubicBezTo>
                    <a:pt x="10" y="0"/>
                    <a:pt x="14" y="1"/>
                    <a:pt x="13" y="2"/>
                  </a:cubicBezTo>
                  <a:cubicBezTo>
                    <a:pt x="12" y="4"/>
                    <a:pt x="9"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4" name="Freeform 2573">
              <a:extLst>
                <a:ext uri="{FF2B5EF4-FFF2-40B4-BE49-F238E27FC236}">
                  <a16:creationId xmlns:a16="http://schemas.microsoft.com/office/drawing/2014/main" id="{0F7744F2-1AEA-BB4D-7001-C422AFAE84F9}"/>
                </a:ext>
              </a:extLst>
            </p:cNvPr>
            <p:cNvSpPr>
              <a:spLocks/>
            </p:cNvSpPr>
            <p:nvPr/>
          </p:nvSpPr>
          <p:spPr bwMode="auto">
            <a:xfrm rot="5094805">
              <a:off x="2783178" y="6587427"/>
              <a:ext cx="34275" cy="18280"/>
            </a:xfrm>
            <a:custGeom>
              <a:avLst/>
              <a:gdLst>
                <a:gd name="T0" fmla="*/ 8 w 14"/>
                <a:gd name="T1" fmla="*/ 6 h 8"/>
                <a:gd name="T2" fmla="*/ 1 w 14"/>
                <a:gd name="T3" fmla="*/ 6 h 8"/>
                <a:gd name="T4" fmla="*/ 6 w 14"/>
                <a:gd name="T5" fmla="*/ 1 h 8"/>
                <a:gd name="T6" fmla="*/ 13 w 14"/>
                <a:gd name="T7" fmla="*/ 2 h 8"/>
                <a:gd name="T8" fmla="*/ 8 w 14"/>
                <a:gd name="T9" fmla="*/ 6 h 8"/>
              </a:gdLst>
              <a:ahLst/>
              <a:cxnLst>
                <a:cxn ang="0">
                  <a:pos x="T0" y="T1"/>
                </a:cxn>
                <a:cxn ang="0">
                  <a:pos x="T2" y="T3"/>
                </a:cxn>
                <a:cxn ang="0">
                  <a:pos x="T4" y="T5"/>
                </a:cxn>
                <a:cxn ang="0">
                  <a:pos x="T6" y="T7"/>
                </a:cxn>
                <a:cxn ang="0">
                  <a:pos x="T8" y="T9"/>
                </a:cxn>
              </a:cxnLst>
              <a:rect l="0" t="0" r="r" b="b"/>
              <a:pathLst>
                <a:path w="14" h="8">
                  <a:moveTo>
                    <a:pt x="8" y="6"/>
                  </a:moveTo>
                  <a:cubicBezTo>
                    <a:pt x="4" y="8"/>
                    <a:pt x="1" y="7"/>
                    <a:pt x="1" y="6"/>
                  </a:cubicBezTo>
                  <a:cubicBezTo>
                    <a:pt x="0" y="4"/>
                    <a:pt x="2" y="2"/>
                    <a:pt x="6" y="1"/>
                  </a:cubicBezTo>
                  <a:cubicBezTo>
                    <a:pt x="10" y="0"/>
                    <a:pt x="14" y="1"/>
                    <a:pt x="13" y="2"/>
                  </a:cubicBezTo>
                  <a:cubicBezTo>
                    <a:pt x="12" y="4"/>
                    <a:pt x="10"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5" name="Freeform 2574">
              <a:extLst>
                <a:ext uri="{FF2B5EF4-FFF2-40B4-BE49-F238E27FC236}">
                  <a16:creationId xmlns:a16="http://schemas.microsoft.com/office/drawing/2014/main" id="{EFAA9144-46D1-C80A-876D-BFB89D2BB8D3}"/>
                </a:ext>
              </a:extLst>
            </p:cNvPr>
            <p:cNvSpPr>
              <a:spLocks/>
            </p:cNvSpPr>
            <p:nvPr/>
          </p:nvSpPr>
          <p:spPr bwMode="auto">
            <a:xfrm rot="5094805">
              <a:off x="2860509" y="6774383"/>
              <a:ext cx="34275" cy="15995"/>
            </a:xfrm>
            <a:custGeom>
              <a:avLst/>
              <a:gdLst>
                <a:gd name="T0" fmla="*/ 7 w 14"/>
                <a:gd name="T1" fmla="*/ 0 h 7"/>
                <a:gd name="T2" fmla="*/ 12 w 14"/>
                <a:gd name="T3" fmla="*/ 1 h 7"/>
                <a:gd name="T4" fmla="*/ 6 w 14"/>
                <a:gd name="T5" fmla="*/ 6 h 7"/>
                <a:gd name="T6" fmla="*/ 0 w 14"/>
                <a:gd name="T7" fmla="*/ 5 h 7"/>
                <a:gd name="T8" fmla="*/ 7 w 14"/>
                <a:gd name="T9" fmla="*/ 0 h 7"/>
              </a:gdLst>
              <a:ahLst/>
              <a:cxnLst>
                <a:cxn ang="0">
                  <a:pos x="T0" y="T1"/>
                </a:cxn>
                <a:cxn ang="0">
                  <a:pos x="T2" y="T3"/>
                </a:cxn>
                <a:cxn ang="0">
                  <a:pos x="T4" y="T5"/>
                </a:cxn>
                <a:cxn ang="0">
                  <a:pos x="T6" y="T7"/>
                </a:cxn>
                <a:cxn ang="0">
                  <a:pos x="T8" y="T9"/>
                </a:cxn>
              </a:cxnLst>
              <a:rect l="0" t="0" r="r" b="b"/>
              <a:pathLst>
                <a:path w="14" h="7">
                  <a:moveTo>
                    <a:pt x="7" y="0"/>
                  </a:moveTo>
                  <a:cubicBezTo>
                    <a:pt x="9" y="0"/>
                    <a:pt x="11" y="0"/>
                    <a:pt x="12" y="1"/>
                  </a:cubicBezTo>
                  <a:cubicBezTo>
                    <a:pt x="14" y="2"/>
                    <a:pt x="10" y="5"/>
                    <a:pt x="6" y="6"/>
                  </a:cubicBezTo>
                  <a:cubicBezTo>
                    <a:pt x="3" y="7"/>
                    <a:pt x="1" y="6"/>
                    <a:pt x="0" y="5"/>
                  </a:cubicBezTo>
                  <a:cubicBezTo>
                    <a:pt x="0" y="4"/>
                    <a:pt x="2" y="2"/>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6" name="Freeform 2596">
              <a:extLst>
                <a:ext uri="{FF2B5EF4-FFF2-40B4-BE49-F238E27FC236}">
                  <a16:creationId xmlns:a16="http://schemas.microsoft.com/office/drawing/2014/main" id="{76ED461E-7CCC-3036-FD6E-5DDA2C4884E3}"/>
                </a:ext>
              </a:extLst>
            </p:cNvPr>
            <p:cNvSpPr>
              <a:spLocks/>
            </p:cNvSpPr>
            <p:nvPr/>
          </p:nvSpPr>
          <p:spPr bwMode="auto">
            <a:xfrm rot="5094805">
              <a:off x="1615886" y="53730"/>
              <a:ext cx="31990" cy="27420"/>
            </a:xfrm>
            <a:custGeom>
              <a:avLst/>
              <a:gdLst>
                <a:gd name="T0" fmla="*/ 13 w 13"/>
                <a:gd name="T1" fmla="*/ 5 h 12"/>
                <a:gd name="T2" fmla="*/ 7 w 13"/>
                <a:gd name="T3" fmla="*/ 10 h 12"/>
                <a:gd name="T4" fmla="*/ 0 w 13"/>
                <a:gd name="T5" fmla="*/ 6 h 12"/>
                <a:gd name="T6" fmla="*/ 6 w 13"/>
                <a:gd name="T7" fmla="*/ 0 h 12"/>
                <a:gd name="T8" fmla="*/ 13 w 13"/>
                <a:gd name="T9" fmla="*/ 5 h 12"/>
              </a:gdLst>
              <a:ahLst/>
              <a:cxnLst>
                <a:cxn ang="0">
                  <a:pos x="T0" y="T1"/>
                </a:cxn>
                <a:cxn ang="0">
                  <a:pos x="T2" y="T3"/>
                </a:cxn>
                <a:cxn ang="0">
                  <a:pos x="T4" y="T5"/>
                </a:cxn>
                <a:cxn ang="0">
                  <a:pos x="T6" y="T7"/>
                </a:cxn>
                <a:cxn ang="0">
                  <a:pos x="T8" y="T9"/>
                </a:cxn>
              </a:cxnLst>
              <a:rect l="0" t="0" r="r" b="b"/>
              <a:pathLst>
                <a:path w="13" h="12">
                  <a:moveTo>
                    <a:pt x="13" y="5"/>
                  </a:moveTo>
                  <a:cubicBezTo>
                    <a:pt x="11" y="6"/>
                    <a:pt x="10" y="9"/>
                    <a:pt x="7" y="10"/>
                  </a:cubicBezTo>
                  <a:cubicBezTo>
                    <a:pt x="4" y="12"/>
                    <a:pt x="0" y="10"/>
                    <a:pt x="0" y="6"/>
                  </a:cubicBezTo>
                  <a:cubicBezTo>
                    <a:pt x="0" y="4"/>
                    <a:pt x="3" y="1"/>
                    <a:pt x="6" y="0"/>
                  </a:cubicBezTo>
                  <a:cubicBezTo>
                    <a:pt x="9" y="0"/>
                    <a:pt x="12" y="1"/>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7" name="Freeform 2597">
              <a:extLst>
                <a:ext uri="{FF2B5EF4-FFF2-40B4-BE49-F238E27FC236}">
                  <a16:creationId xmlns:a16="http://schemas.microsoft.com/office/drawing/2014/main" id="{144A4E32-0289-D4B4-80EB-3CCA52E93640}"/>
                </a:ext>
              </a:extLst>
            </p:cNvPr>
            <p:cNvSpPr>
              <a:spLocks/>
            </p:cNvSpPr>
            <p:nvPr/>
          </p:nvSpPr>
          <p:spPr bwMode="auto">
            <a:xfrm rot="5094805">
              <a:off x="1661247" y="243425"/>
              <a:ext cx="34275" cy="22850"/>
            </a:xfrm>
            <a:custGeom>
              <a:avLst/>
              <a:gdLst>
                <a:gd name="T0" fmla="*/ 9 w 14"/>
                <a:gd name="T1" fmla="*/ 10 h 10"/>
                <a:gd name="T2" fmla="*/ 1 w 14"/>
                <a:gd name="T3" fmla="*/ 5 h 10"/>
                <a:gd name="T4" fmla="*/ 6 w 14"/>
                <a:gd name="T5" fmla="*/ 0 h 10"/>
                <a:gd name="T6" fmla="*/ 13 w 14"/>
                <a:gd name="T7" fmla="*/ 6 h 10"/>
                <a:gd name="T8" fmla="*/ 9 w 14"/>
                <a:gd name="T9" fmla="*/ 10 h 10"/>
              </a:gdLst>
              <a:ahLst/>
              <a:cxnLst>
                <a:cxn ang="0">
                  <a:pos x="T0" y="T1"/>
                </a:cxn>
                <a:cxn ang="0">
                  <a:pos x="T2" y="T3"/>
                </a:cxn>
                <a:cxn ang="0">
                  <a:pos x="T4" y="T5"/>
                </a:cxn>
                <a:cxn ang="0">
                  <a:pos x="T6" y="T7"/>
                </a:cxn>
                <a:cxn ang="0">
                  <a:pos x="T8" y="T9"/>
                </a:cxn>
              </a:cxnLst>
              <a:rect l="0" t="0" r="r" b="b"/>
              <a:pathLst>
                <a:path w="14" h="10">
                  <a:moveTo>
                    <a:pt x="9" y="10"/>
                  </a:moveTo>
                  <a:cubicBezTo>
                    <a:pt x="4" y="10"/>
                    <a:pt x="1" y="8"/>
                    <a:pt x="1" y="5"/>
                  </a:cubicBezTo>
                  <a:cubicBezTo>
                    <a:pt x="0" y="2"/>
                    <a:pt x="3" y="0"/>
                    <a:pt x="6" y="0"/>
                  </a:cubicBezTo>
                  <a:cubicBezTo>
                    <a:pt x="10" y="0"/>
                    <a:pt x="14" y="3"/>
                    <a:pt x="13" y="6"/>
                  </a:cubicBezTo>
                  <a:cubicBezTo>
                    <a:pt x="12" y="8"/>
                    <a:pt x="10" y="9"/>
                    <a:pt x="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8" name="Freeform 2598">
              <a:extLst>
                <a:ext uri="{FF2B5EF4-FFF2-40B4-BE49-F238E27FC236}">
                  <a16:creationId xmlns:a16="http://schemas.microsoft.com/office/drawing/2014/main" id="{FCA2CF6C-A8EB-05AA-FE66-28D24D0339D4}"/>
                </a:ext>
              </a:extLst>
            </p:cNvPr>
            <p:cNvSpPr>
              <a:spLocks/>
            </p:cNvSpPr>
            <p:nvPr/>
          </p:nvSpPr>
          <p:spPr bwMode="auto">
            <a:xfrm rot="5094805">
              <a:off x="1657878" y="434040"/>
              <a:ext cx="36560" cy="29705"/>
            </a:xfrm>
            <a:custGeom>
              <a:avLst/>
              <a:gdLst>
                <a:gd name="T0" fmla="*/ 15 w 15"/>
                <a:gd name="T1" fmla="*/ 7 h 12"/>
                <a:gd name="T2" fmla="*/ 9 w 15"/>
                <a:gd name="T3" fmla="*/ 12 h 12"/>
                <a:gd name="T4" fmla="*/ 2 w 15"/>
                <a:gd name="T5" fmla="*/ 6 h 12"/>
                <a:gd name="T6" fmla="*/ 6 w 15"/>
                <a:gd name="T7" fmla="*/ 1 h 12"/>
                <a:gd name="T8" fmla="*/ 15 w 15"/>
                <a:gd name="T9" fmla="*/ 7 h 12"/>
              </a:gdLst>
              <a:ahLst/>
              <a:cxnLst>
                <a:cxn ang="0">
                  <a:pos x="T0" y="T1"/>
                </a:cxn>
                <a:cxn ang="0">
                  <a:pos x="T2" y="T3"/>
                </a:cxn>
                <a:cxn ang="0">
                  <a:pos x="T4" y="T5"/>
                </a:cxn>
                <a:cxn ang="0">
                  <a:pos x="T6" y="T7"/>
                </a:cxn>
                <a:cxn ang="0">
                  <a:pos x="T8" y="T9"/>
                </a:cxn>
              </a:cxnLst>
              <a:rect l="0" t="0" r="r" b="b"/>
              <a:pathLst>
                <a:path w="15" h="12">
                  <a:moveTo>
                    <a:pt x="15" y="7"/>
                  </a:moveTo>
                  <a:cubicBezTo>
                    <a:pt x="13" y="9"/>
                    <a:pt x="12" y="11"/>
                    <a:pt x="9" y="12"/>
                  </a:cubicBezTo>
                  <a:cubicBezTo>
                    <a:pt x="7" y="12"/>
                    <a:pt x="3" y="9"/>
                    <a:pt x="2" y="6"/>
                  </a:cubicBezTo>
                  <a:cubicBezTo>
                    <a:pt x="0" y="3"/>
                    <a:pt x="3" y="0"/>
                    <a:pt x="6" y="1"/>
                  </a:cubicBezTo>
                  <a:cubicBezTo>
                    <a:pt x="9" y="2"/>
                    <a:pt x="12" y="4"/>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9" name="Freeform 2599">
              <a:extLst>
                <a:ext uri="{FF2B5EF4-FFF2-40B4-BE49-F238E27FC236}">
                  <a16:creationId xmlns:a16="http://schemas.microsoft.com/office/drawing/2014/main" id="{05120D19-925D-BED4-46C0-C9D301B3A196}"/>
                </a:ext>
              </a:extLst>
            </p:cNvPr>
            <p:cNvSpPr>
              <a:spLocks/>
            </p:cNvSpPr>
            <p:nvPr/>
          </p:nvSpPr>
          <p:spPr bwMode="auto">
            <a:xfrm rot="5094805">
              <a:off x="1616230" y="635138"/>
              <a:ext cx="34275" cy="31990"/>
            </a:xfrm>
            <a:custGeom>
              <a:avLst/>
              <a:gdLst>
                <a:gd name="T0" fmla="*/ 7 w 14"/>
                <a:gd name="T1" fmla="*/ 13 h 13"/>
                <a:gd name="T2" fmla="*/ 1 w 14"/>
                <a:gd name="T3" fmla="*/ 4 h 13"/>
                <a:gd name="T4" fmla="*/ 6 w 14"/>
                <a:gd name="T5" fmla="*/ 1 h 13"/>
                <a:gd name="T6" fmla="*/ 13 w 14"/>
                <a:gd name="T7" fmla="*/ 10 h 13"/>
                <a:gd name="T8" fmla="*/ 7 w 14"/>
                <a:gd name="T9" fmla="*/ 13 h 13"/>
              </a:gdLst>
              <a:ahLst/>
              <a:cxnLst>
                <a:cxn ang="0">
                  <a:pos x="T0" y="T1"/>
                </a:cxn>
                <a:cxn ang="0">
                  <a:pos x="T2" y="T3"/>
                </a:cxn>
                <a:cxn ang="0">
                  <a:pos x="T4" y="T5"/>
                </a:cxn>
                <a:cxn ang="0">
                  <a:pos x="T6" y="T7"/>
                </a:cxn>
                <a:cxn ang="0">
                  <a:pos x="T8" y="T9"/>
                </a:cxn>
              </a:cxnLst>
              <a:rect l="0" t="0" r="r" b="b"/>
              <a:pathLst>
                <a:path w="14" h="13">
                  <a:moveTo>
                    <a:pt x="7" y="13"/>
                  </a:moveTo>
                  <a:cubicBezTo>
                    <a:pt x="4" y="9"/>
                    <a:pt x="2" y="6"/>
                    <a:pt x="1" y="4"/>
                  </a:cubicBezTo>
                  <a:cubicBezTo>
                    <a:pt x="0" y="1"/>
                    <a:pt x="3" y="0"/>
                    <a:pt x="6" y="1"/>
                  </a:cubicBezTo>
                  <a:cubicBezTo>
                    <a:pt x="10" y="3"/>
                    <a:pt x="14" y="8"/>
                    <a:pt x="13" y="10"/>
                  </a:cubicBezTo>
                  <a:cubicBezTo>
                    <a:pt x="12" y="12"/>
                    <a:pt x="9" y="12"/>
                    <a:pt x="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0" name="Freeform 2600">
              <a:extLst>
                <a:ext uri="{FF2B5EF4-FFF2-40B4-BE49-F238E27FC236}">
                  <a16:creationId xmlns:a16="http://schemas.microsoft.com/office/drawing/2014/main" id="{73E04D77-AB2B-97FE-EEDE-70E06BBD5103}"/>
                </a:ext>
              </a:extLst>
            </p:cNvPr>
            <p:cNvSpPr>
              <a:spLocks/>
            </p:cNvSpPr>
            <p:nvPr/>
          </p:nvSpPr>
          <p:spPr bwMode="auto">
            <a:xfrm rot="5094805">
              <a:off x="1543655" y="837838"/>
              <a:ext cx="31990" cy="31990"/>
            </a:xfrm>
            <a:custGeom>
              <a:avLst/>
              <a:gdLst>
                <a:gd name="T0" fmla="*/ 13 w 13"/>
                <a:gd name="T1" fmla="*/ 12 h 13"/>
                <a:gd name="T2" fmla="*/ 7 w 13"/>
                <a:gd name="T3" fmla="*/ 12 h 13"/>
                <a:gd name="T4" fmla="*/ 0 w 13"/>
                <a:gd name="T5" fmla="*/ 2 h 13"/>
                <a:gd name="T6" fmla="*/ 7 w 13"/>
                <a:gd name="T7" fmla="*/ 2 h 13"/>
                <a:gd name="T8" fmla="*/ 13 w 13"/>
                <a:gd name="T9" fmla="*/ 12 h 13"/>
              </a:gdLst>
              <a:ahLst/>
              <a:cxnLst>
                <a:cxn ang="0">
                  <a:pos x="T0" y="T1"/>
                </a:cxn>
                <a:cxn ang="0">
                  <a:pos x="T2" y="T3"/>
                </a:cxn>
                <a:cxn ang="0">
                  <a:pos x="T4" y="T5"/>
                </a:cxn>
                <a:cxn ang="0">
                  <a:pos x="T6" y="T7"/>
                </a:cxn>
                <a:cxn ang="0">
                  <a:pos x="T8" y="T9"/>
                </a:cxn>
              </a:cxnLst>
              <a:rect l="0" t="0" r="r" b="b"/>
              <a:pathLst>
                <a:path w="13" h="13">
                  <a:moveTo>
                    <a:pt x="13" y="12"/>
                  </a:moveTo>
                  <a:cubicBezTo>
                    <a:pt x="12" y="12"/>
                    <a:pt x="10" y="13"/>
                    <a:pt x="7" y="12"/>
                  </a:cubicBezTo>
                  <a:cubicBezTo>
                    <a:pt x="4" y="11"/>
                    <a:pt x="0" y="5"/>
                    <a:pt x="0" y="2"/>
                  </a:cubicBezTo>
                  <a:cubicBezTo>
                    <a:pt x="0" y="0"/>
                    <a:pt x="3" y="0"/>
                    <a:pt x="7" y="2"/>
                  </a:cubicBezTo>
                  <a:cubicBezTo>
                    <a:pt x="10" y="4"/>
                    <a:pt x="13" y="8"/>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1" name="Freeform 2601">
              <a:extLst>
                <a:ext uri="{FF2B5EF4-FFF2-40B4-BE49-F238E27FC236}">
                  <a16:creationId xmlns:a16="http://schemas.microsoft.com/office/drawing/2014/main" id="{04B1F1F6-BFB0-0CD8-660A-29579F0B13B4}"/>
                </a:ext>
              </a:extLst>
            </p:cNvPr>
            <p:cNvSpPr>
              <a:spLocks/>
            </p:cNvSpPr>
            <p:nvPr/>
          </p:nvSpPr>
          <p:spPr bwMode="auto">
            <a:xfrm rot="5094805">
              <a:off x="1445399" y="1045968"/>
              <a:ext cx="36560" cy="36560"/>
            </a:xfrm>
            <a:custGeom>
              <a:avLst/>
              <a:gdLst>
                <a:gd name="T0" fmla="*/ 8 w 15"/>
                <a:gd name="T1" fmla="*/ 3 h 15"/>
                <a:gd name="T2" fmla="*/ 13 w 15"/>
                <a:gd name="T3" fmla="*/ 11 h 15"/>
                <a:gd name="T4" fmla="*/ 7 w 15"/>
                <a:gd name="T5" fmla="*/ 12 h 15"/>
                <a:gd name="T6" fmla="*/ 1 w 15"/>
                <a:gd name="T7" fmla="*/ 3 h 15"/>
                <a:gd name="T8" fmla="*/ 8 w 15"/>
                <a:gd name="T9" fmla="*/ 3 h 15"/>
              </a:gdLst>
              <a:ahLst/>
              <a:cxnLst>
                <a:cxn ang="0">
                  <a:pos x="T0" y="T1"/>
                </a:cxn>
                <a:cxn ang="0">
                  <a:pos x="T2" y="T3"/>
                </a:cxn>
                <a:cxn ang="0">
                  <a:pos x="T4" y="T5"/>
                </a:cxn>
                <a:cxn ang="0">
                  <a:pos x="T6" y="T7"/>
                </a:cxn>
                <a:cxn ang="0">
                  <a:pos x="T8" y="T9"/>
                </a:cxn>
              </a:cxnLst>
              <a:rect l="0" t="0" r="r" b="b"/>
              <a:pathLst>
                <a:path w="15" h="15">
                  <a:moveTo>
                    <a:pt x="8" y="3"/>
                  </a:moveTo>
                  <a:cubicBezTo>
                    <a:pt x="9" y="5"/>
                    <a:pt x="12" y="8"/>
                    <a:pt x="13" y="11"/>
                  </a:cubicBezTo>
                  <a:cubicBezTo>
                    <a:pt x="15" y="15"/>
                    <a:pt x="11" y="15"/>
                    <a:pt x="7" y="12"/>
                  </a:cubicBezTo>
                  <a:cubicBezTo>
                    <a:pt x="4" y="10"/>
                    <a:pt x="1" y="6"/>
                    <a:pt x="1" y="3"/>
                  </a:cubicBezTo>
                  <a:cubicBezTo>
                    <a:pt x="0" y="1"/>
                    <a:pt x="3" y="0"/>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2" name="Freeform 2602">
              <a:extLst>
                <a:ext uri="{FF2B5EF4-FFF2-40B4-BE49-F238E27FC236}">
                  <a16:creationId xmlns:a16="http://schemas.microsoft.com/office/drawing/2014/main" id="{BFF3C338-248D-946A-87F7-165A9FBF2443}"/>
                </a:ext>
              </a:extLst>
            </p:cNvPr>
            <p:cNvSpPr>
              <a:spLocks/>
            </p:cNvSpPr>
            <p:nvPr/>
          </p:nvSpPr>
          <p:spPr bwMode="auto">
            <a:xfrm rot="5094805">
              <a:off x="1339928" y="1252845"/>
              <a:ext cx="31990" cy="36560"/>
            </a:xfrm>
            <a:custGeom>
              <a:avLst/>
              <a:gdLst>
                <a:gd name="T0" fmla="*/ 13 w 13"/>
                <a:gd name="T1" fmla="*/ 12 h 15"/>
                <a:gd name="T2" fmla="*/ 8 w 13"/>
                <a:gd name="T3" fmla="*/ 13 h 15"/>
                <a:gd name="T4" fmla="*/ 0 w 13"/>
                <a:gd name="T5" fmla="*/ 3 h 15"/>
                <a:gd name="T6" fmla="*/ 6 w 13"/>
                <a:gd name="T7" fmla="*/ 3 h 15"/>
                <a:gd name="T8" fmla="*/ 13 w 13"/>
                <a:gd name="T9" fmla="*/ 12 h 15"/>
              </a:gdLst>
              <a:ahLst/>
              <a:cxnLst>
                <a:cxn ang="0">
                  <a:pos x="T0" y="T1"/>
                </a:cxn>
                <a:cxn ang="0">
                  <a:pos x="T2" y="T3"/>
                </a:cxn>
                <a:cxn ang="0">
                  <a:pos x="T4" y="T5"/>
                </a:cxn>
                <a:cxn ang="0">
                  <a:pos x="T6" y="T7"/>
                </a:cxn>
                <a:cxn ang="0">
                  <a:pos x="T8" y="T9"/>
                </a:cxn>
              </a:cxnLst>
              <a:rect l="0" t="0" r="r" b="b"/>
              <a:pathLst>
                <a:path w="13" h="15">
                  <a:moveTo>
                    <a:pt x="13" y="12"/>
                  </a:moveTo>
                  <a:cubicBezTo>
                    <a:pt x="13" y="14"/>
                    <a:pt x="11" y="15"/>
                    <a:pt x="8" y="13"/>
                  </a:cubicBezTo>
                  <a:cubicBezTo>
                    <a:pt x="4" y="11"/>
                    <a:pt x="0" y="6"/>
                    <a:pt x="0" y="3"/>
                  </a:cubicBezTo>
                  <a:cubicBezTo>
                    <a:pt x="0" y="0"/>
                    <a:pt x="3" y="0"/>
                    <a:pt x="6" y="3"/>
                  </a:cubicBezTo>
                  <a:cubicBezTo>
                    <a:pt x="10" y="5"/>
                    <a:pt x="13" y="9"/>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3" name="Freeform 2603">
              <a:extLst>
                <a:ext uri="{FF2B5EF4-FFF2-40B4-BE49-F238E27FC236}">
                  <a16:creationId xmlns:a16="http://schemas.microsoft.com/office/drawing/2014/main" id="{74D67DA2-A04D-3211-59B4-33AAC4C9DB7D}"/>
                </a:ext>
              </a:extLst>
            </p:cNvPr>
            <p:cNvSpPr>
              <a:spLocks/>
            </p:cNvSpPr>
            <p:nvPr/>
          </p:nvSpPr>
          <p:spPr bwMode="auto">
            <a:xfrm rot="5094805">
              <a:off x="1705074" y="4166958"/>
              <a:ext cx="31990" cy="15995"/>
            </a:xfrm>
            <a:custGeom>
              <a:avLst/>
              <a:gdLst>
                <a:gd name="T0" fmla="*/ 12 w 13"/>
                <a:gd name="T1" fmla="*/ 0 h 7"/>
                <a:gd name="T2" fmla="*/ 8 w 13"/>
                <a:gd name="T3" fmla="*/ 5 h 7"/>
                <a:gd name="T4" fmla="*/ 0 w 13"/>
                <a:gd name="T5" fmla="*/ 6 h 7"/>
                <a:gd name="T6" fmla="*/ 6 w 13"/>
                <a:gd name="T7" fmla="*/ 2 h 7"/>
                <a:gd name="T8" fmla="*/ 12 w 13"/>
                <a:gd name="T9" fmla="*/ 0 h 7"/>
              </a:gdLst>
              <a:ahLst/>
              <a:cxnLst>
                <a:cxn ang="0">
                  <a:pos x="T0" y="T1"/>
                </a:cxn>
                <a:cxn ang="0">
                  <a:pos x="T2" y="T3"/>
                </a:cxn>
                <a:cxn ang="0">
                  <a:pos x="T4" y="T5"/>
                </a:cxn>
                <a:cxn ang="0">
                  <a:pos x="T6" y="T7"/>
                </a:cxn>
                <a:cxn ang="0">
                  <a:pos x="T8" y="T9"/>
                </a:cxn>
              </a:cxnLst>
              <a:rect l="0" t="0" r="r" b="b"/>
              <a:pathLst>
                <a:path w="13" h="7">
                  <a:moveTo>
                    <a:pt x="12" y="0"/>
                  </a:moveTo>
                  <a:cubicBezTo>
                    <a:pt x="13" y="1"/>
                    <a:pt x="11" y="3"/>
                    <a:pt x="8" y="5"/>
                  </a:cubicBezTo>
                  <a:cubicBezTo>
                    <a:pt x="4" y="6"/>
                    <a:pt x="1" y="7"/>
                    <a:pt x="0" y="6"/>
                  </a:cubicBezTo>
                  <a:cubicBezTo>
                    <a:pt x="0" y="5"/>
                    <a:pt x="3" y="3"/>
                    <a:pt x="6" y="2"/>
                  </a:cubicBezTo>
                  <a:cubicBezTo>
                    <a:pt x="9" y="1"/>
                    <a:pt x="11"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4" name="Freeform 2604">
              <a:extLst>
                <a:ext uri="{FF2B5EF4-FFF2-40B4-BE49-F238E27FC236}">
                  <a16:creationId xmlns:a16="http://schemas.microsoft.com/office/drawing/2014/main" id="{73493EDD-37DD-3DE2-4116-F5ADD6F0B792}"/>
                </a:ext>
              </a:extLst>
            </p:cNvPr>
            <p:cNvSpPr>
              <a:spLocks/>
            </p:cNvSpPr>
            <p:nvPr/>
          </p:nvSpPr>
          <p:spPr bwMode="auto">
            <a:xfrm rot="5094805">
              <a:off x="1607356" y="3984005"/>
              <a:ext cx="34275" cy="15995"/>
            </a:xfrm>
            <a:custGeom>
              <a:avLst/>
              <a:gdLst>
                <a:gd name="T0" fmla="*/ 6 w 14"/>
                <a:gd name="T1" fmla="*/ 6 h 6"/>
                <a:gd name="T2" fmla="*/ 1 w 14"/>
                <a:gd name="T3" fmla="*/ 6 h 6"/>
                <a:gd name="T4" fmla="*/ 6 w 14"/>
                <a:gd name="T5" fmla="*/ 2 h 6"/>
                <a:gd name="T6" fmla="*/ 13 w 14"/>
                <a:gd name="T7" fmla="*/ 1 h 6"/>
                <a:gd name="T8" fmla="*/ 6 w 14"/>
                <a:gd name="T9" fmla="*/ 6 h 6"/>
              </a:gdLst>
              <a:ahLst/>
              <a:cxnLst>
                <a:cxn ang="0">
                  <a:pos x="T0" y="T1"/>
                </a:cxn>
                <a:cxn ang="0">
                  <a:pos x="T2" y="T3"/>
                </a:cxn>
                <a:cxn ang="0">
                  <a:pos x="T4" y="T5"/>
                </a:cxn>
                <a:cxn ang="0">
                  <a:pos x="T6" y="T7"/>
                </a:cxn>
                <a:cxn ang="0">
                  <a:pos x="T8" y="T9"/>
                </a:cxn>
              </a:cxnLst>
              <a:rect l="0" t="0" r="r" b="b"/>
              <a:pathLst>
                <a:path w="14" h="6">
                  <a:moveTo>
                    <a:pt x="6" y="6"/>
                  </a:moveTo>
                  <a:cubicBezTo>
                    <a:pt x="4" y="6"/>
                    <a:pt x="1" y="6"/>
                    <a:pt x="1" y="6"/>
                  </a:cubicBezTo>
                  <a:cubicBezTo>
                    <a:pt x="0" y="5"/>
                    <a:pt x="3" y="3"/>
                    <a:pt x="6" y="2"/>
                  </a:cubicBezTo>
                  <a:cubicBezTo>
                    <a:pt x="10" y="0"/>
                    <a:pt x="14" y="0"/>
                    <a:pt x="13" y="1"/>
                  </a:cubicBezTo>
                  <a:cubicBezTo>
                    <a:pt x="12" y="3"/>
                    <a:pt x="9" y="4"/>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5" name="Freeform 2605">
              <a:extLst>
                <a:ext uri="{FF2B5EF4-FFF2-40B4-BE49-F238E27FC236}">
                  <a16:creationId xmlns:a16="http://schemas.microsoft.com/office/drawing/2014/main" id="{F3280362-6F81-B2F1-2510-CCE213BAE3FC}"/>
                </a:ext>
              </a:extLst>
            </p:cNvPr>
            <p:cNvSpPr>
              <a:spLocks/>
            </p:cNvSpPr>
            <p:nvPr/>
          </p:nvSpPr>
          <p:spPr bwMode="auto">
            <a:xfrm rot="5094805">
              <a:off x="1508307" y="3797936"/>
              <a:ext cx="31990" cy="18280"/>
            </a:xfrm>
            <a:custGeom>
              <a:avLst/>
              <a:gdLst>
                <a:gd name="T0" fmla="*/ 12 w 13"/>
                <a:gd name="T1" fmla="*/ 0 h 7"/>
                <a:gd name="T2" fmla="*/ 8 w 13"/>
                <a:gd name="T3" fmla="*/ 5 h 7"/>
                <a:gd name="T4" fmla="*/ 0 w 13"/>
                <a:gd name="T5" fmla="*/ 5 h 7"/>
                <a:gd name="T6" fmla="*/ 6 w 13"/>
                <a:gd name="T7" fmla="*/ 1 h 7"/>
                <a:gd name="T8" fmla="*/ 12 w 13"/>
                <a:gd name="T9" fmla="*/ 0 h 7"/>
              </a:gdLst>
              <a:ahLst/>
              <a:cxnLst>
                <a:cxn ang="0">
                  <a:pos x="T0" y="T1"/>
                </a:cxn>
                <a:cxn ang="0">
                  <a:pos x="T2" y="T3"/>
                </a:cxn>
                <a:cxn ang="0">
                  <a:pos x="T4" y="T5"/>
                </a:cxn>
                <a:cxn ang="0">
                  <a:pos x="T6" y="T7"/>
                </a:cxn>
                <a:cxn ang="0">
                  <a:pos x="T8" y="T9"/>
                </a:cxn>
              </a:cxnLst>
              <a:rect l="0" t="0" r="r" b="b"/>
              <a:pathLst>
                <a:path w="13" h="7">
                  <a:moveTo>
                    <a:pt x="12" y="0"/>
                  </a:moveTo>
                  <a:cubicBezTo>
                    <a:pt x="13" y="1"/>
                    <a:pt x="11" y="4"/>
                    <a:pt x="8" y="5"/>
                  </a:cubicBezTo>
                  <a:cubicBezTo>
                    <a:pt x="4" y="7"/>
                    <a:pt x="0" y="7"/>
                    <a:pt x="0" y="5"/>
                  </a:cubicBezTo>
                  <a:cubicBezTo>
                    <a:pt x="0" y="4"/>
                    <a:pt x="3" y="2"/>
                    <a:pt x="6" y="1"/>
                  </a:cubicBezTo>
                  <a:cubicBezTo>
                    <a:pt x="8" y="0"/>
                    <a:pt x="11"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6" name="Freeform 2606">
              <a:extLst>
                <a:ext uri="{FF2B5EF4-FFF2-40B4-BE49-F238E27FC236}">
                  <a16:creationId xmlns:a16="http://schemas.microsoft.com/office/drawing/2014/main" id="{F194F563-BB37-C6AD-7289-556E3081F640}"/>
                </a:ext>
              </a:extLst>
            </p:cNvPr>
            <p:cNvSpPr>
              <a:spLocks/>
            </p:cNvSpPr>
            <p:nvPr/>
          </p:nvSpPr>
          <p:spPr bwMode="auto">
            <a:xfrm rot="5094805">
              <a:off x="1417223" y="3610017"/>
              <a:ext cx="29705" cy="22850"/>
            </a:xfrm>
            <a:custGeom>
              <a:avLst/>
              <a:gdLst>
                <a:gd name="T0" fmla="*/ 12 w 12"/>
                <a:gd name="T1" fmla="*/ 2 h 9"/>
                <a:gd name="T2" fmla="*/ 7 w 12"/>
                <a:gd name="T3" fmla="*/ 7 h 9"/>
                <a:gd name="T4" fmla="*/ 0 w 12"/>
                <a:gd name="T5" fmla="*/ 5 h 9"/>
                <a:gd name="T6" fmla="*/ 6 w 12"/>
                <a:gd name="T7" fmla="*/ 1 h 9"/>
                <a:gd name="T8" fmla="*/ 12 w 12"/>
                <a:gd name="T9" fmla="*/ 2 h 9"/>
              </a:gdLst>
              <a:ahLst/>
              <a:cxnLst>
                <a:cxn ang="0">
                  <a:pos x="T0" y="T1"/>
                </a:cxn>
                <a:cxn ang="0">
                  <a:pos x="T2" y="T3"/>
                </a:cxn>
                <a:cxn ang="0">
                  <a:pos x="T4" y="T5"/>
                </a:cxn>
                <a:cxn ang="0">
                  <a:pos x="T6" y="T7"/>
                </a:cxn>
                <a:cxn ang="0">
                  <a:pos x="T8" y="T9"/>
                </a:cxn>
              </a:cxnLst>
              <a:rect l="0" t="0" r="r" b="b"/>
              <a:pathLst>
                <a:path w="12" h="9">
                  <a:moveTo>
                    <a:pt x="12" y="2"/>
                  </a:moveTo>
                  <a:cubicBezTo>
                    <a:pt x="11" y="4"/>
                    <a:pt x="9" y="6"/>
                    <a:pt x="7" y="7"/>
                  </a:cubicBezTo>
                  <a:cubicBezTo>
                    <a:pt x="3" y="9"/>
                    <a:pt x="0" y="8"/>
                    <a:pt x="0" y="5"/>
                  </a:cubicBezTo>
                  <a:cubicBezTo>
                    <a:pt x="0" y="4"/>
                    <a:pt x="3" y="1"/>
                    <a:pt x="6" y="1"/>
                  </a:cubicBezTo>
                  <a:cubicBezTo>
                    <a:pt x="10" y="0"/>
                    <a:pt x="12"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7" name="Freeform 2607">
              <a:extLst>
                <a:ext uri="{FF2B5EF4-FFF2-40B4-BE49-F238E27FC236}">
                  <a16:creationId xmlns:a16="http://schemas.microsoft.com/office/drawing/2014/main" id="{17167411-F0DD-BBE6-F1DD-49C59801ECA5}"/>
                </a:ext>
              </a:extLst>
            </p:cNvPr>
            <p:cNvSpPr>
              <a:spLocks/>
            </p:cNvSpPr>
            <p:nvPr/>
          </p:nvSpPr>
          <p:spPr bwMode="auto">
            <a:xfrm rot="5094805">
              <a:off x="1329439" y="3422636"/>
              <a:ext cx="34275" cy="22850"/>
            </a:xfrm>
            <a:custGeom>
              <a:avLst/>
              <a:gdLst>
                <a:gd name="T0" fmla="*/ 9 w 14"/>
                <a:gd name="T1" fmla="*/ 8 h 10"/>
                <a:gd name="T2" fmla="*/ 1 w 14"/>
                <a:gd name="T3" fmla="*/ 7 h 10"/>
                <a:gd name="T4" fmla="*/ 6 w 14"/>
                <a:gd name="T5" fmla="*/ 1 h 10"/>
                <a:gd name="T6" fmla="*/ 13 w 14"/>
                <a:gd name="T7" fmla="*/ 3 h 10"/>
                <a:gd name="T8" fmla="*/ 9 w 14"/>
                <a:gd name="T9" fmla="*/ 8 h 10"/>
              </a:gdLst>
              <a:ahLst/>
              <a:cxnLst>
                <a:cxn ang="0">
                  <a:pos x="T0" y="T1"/>
                </a:cxn>
                <a:cxn ang="0">
                  <a:pos x="T2" y="T3"/>
                </a:cxn>
                <a:cxn ang="0">
                  <a:pos x="T4" y="T5"/>
                </a:cxn>
                <a:cxn ang="0">
                  <a:pos x="T6" y="T7"/>
                </a:cxn>
                <a:cxn ang="0">
                  <a:pos x="T8" y="T9"/>
                </a:cxn>
              </a:cxnLst>
              <a:rect l="0" t="0" r="r" b="b"/>
              <a:pathLst>
                <a:path w="14" h="10">
                  <a:moveTo>
                    <a:pt x="9" y="8"/>
                  </a:moveTo>
                  <a:cubicBezTo>
                    <a:pt x="4" y="10"/>
                    <a:pt x="1" y="9"/>
                    <a:pt x="1" y="7"/>
                  </a:cubicBezTo>
                  <a:cubicBezTo>
                    <a:pt x="0" y="5"/>
                    <a:pt x="3" y="2"/>
                    <a:pt x="6" y="1"/>
                  </a:cubicBezTo>
                  <a:cubicBezTo>
                    <a:pt x="10" y="0"/>
                    <a:pt x="14" y="0"/>
                    <a:pt x="13" y="3"/>
                  </a:cubicBezTo>
                  <a:cubicBezTo>
                    <a:pt x="12" y="5"/>
                    <a:pt x="10"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8" name="Freeform 2608">
              <a:extLst>
                <a:ext uri="{FF2B5EF4-FFF2-40B4-BE49-F238E27FC236}">
                  <a16:creationId xmlns:a16="http://schemas.microsoft.com/office/drawing/2014/main" id="{405FFC10-E16D-BB52-0090-7C4B8771E9FB}"/>
                </a:ext>
              </a:extLst>
            </p:cNvPr>
            <p:cNvSpPr>
              <a:spLocks/>
            </p:cNvSpPr>
            <p:nvPr/>
          </p:nvSpPr>
          <p:spPr bwMode="auto">
            <a:xfrm rot="5094805">
              <a:off x="1249832" y="3235883"/>
              <a:ext cx="34275" cy="25135"/>
            </a:xfrm>
            <a:custGeom>
              <a:avLst/>
              <a:gdLst>
                <a:gd name="T0" fmla="*/ 14 w 14"/>
                <a:gd name="T1" fmla="*/ 2 h 11"/>
                <a:gd name="T2" fmla="*/ 8 w 14"/>
                <a:gd name="T3" fmla="*/ 9 h 11"/>
                <a:gd name="T4" fmla="*/ 1 w 14"/>
                <a:gd name="T5" fmla="*/ 8 h 11"/>
                <a:gd name="T6" fmla="*/ 6 w 14"/>
                <a:gd name="T7" fmla="*/ 1 h 11"/>
                <a:gd name="T8" fmla="*/ 14 w 14"/>
                <a:gd name="T9" fmla="*/ 2 h 11"/>
              </a:gdLst>
              <a:ahLst/>
              <a:cxnLst>
                <a:cxn ang="0">
                  <a:pos x="T0" y="T1"/>
                </a:cxn>
                <a:cxn ang="0">
                  <a:pos x="T2" y="T3"/>
                </a:cxn>
                <a:cxn ang="0">
                  <a:pos x="T4" y="T5"/>
                </a:cxn>
                <a:cxn ang="0">
                  <a:pos x="T6" y="T7"/>
                </a:cxn>
                <a:cxn ang="0">
                  <a:pos x="T8" y="T9"/>
                </a:cxn>
              </a:cxnLst>
              <a:rect l="0" t="0" r="r" b="b"/>
              <a:pathLst>
                <a:path w="14" h="11">
                  <a:moveTo>
                    <a:pt x="14" y="2"/>
                  </a:moveTo>
                  <a:cubicBezTo>
                    <a:pt x="12" y="5"/>
                    <a:pt x="11" y="8"/>
                    <a:pt x="8" y="9"/>
                  </a:cubicBezTo>
                  <a:cubicBezTo>
                    <a:pt x="6" y="11"/>
                    <a:pt x="2" y="10"/>
                    <a:pt x="1" y="8"/>
                  </a:cubicBezTo>
                  <a:cubicBezTo>
                    <a:pt x="0" y="5"/>
                    <a:pt x="2" y="1"/>
                    <a:pt x="6" y="1"/>
                  </a:cubicBezTo>
                  <a:cubicBezTo>
                    <a:pt x="8" y="0"/>
                    <a:pt x="11" y="1"/>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9" name="Freeform 2609">
              <a:extLst>
                <a:ext uri="{FF2B5EF4-FFF2-40B4-BE49-F238E27FC236}">
                  <a16:creationId xmlns:a16="http://schemas.microsoft.com/office/drawing/2014/main" id="{1CD18CFC-E693-5283-1936-8040354B5E7A}"/>
                </a:ext>
              </a:extLst>
            </p:cNvPr>
            <p:cNvSpPr>
              <a:spLocks/>
            </p:cNvSpPr>
            <p:nvPr/>
          </p:nvSpPr>
          <p:spPr bwMode="auto">
            <a:xfrm rot="5094805">
              <a:off x="1175915" y="3047480"/>
              <a:ext cx="34275" cy="29705"/>
            </a:xfrm>
            <a:custGeom>
              <a:avLst/>
              <a:gdLst>
                <a:gd name="T0" fmla="*/ 7 w 14"/>
                <a:gd name="T1" fmla="*/ 0 h 12"/>
                <a:gd name="T2" fmla="*/ 12 w 14"/>
                <a:gd name="T3" fmla="*/ 4 h 12"/>
                <a:gd name="T4" fmla="*/ 6 w 14"/>
                <a:gd name="T5" fmla="*/ 12 h 12"/>
                <a:gd name="T6" fmla="*/ 0 w 14"/>
                <a:gd name="T7" fmla="*/ 7 h 12"/>
                <a:gd name="T8" fmla="*/ 7 w 14"/>
                <a:gd name="T9" fmla="*/ 0 h 12"/>
              </a:gdLst>
              <a:ahLst/>
              <a:cxnLst>
                <a:cxn ang="0">
                  <a:pos x="T0" y="T1"/>
                </a:cxn>
                <a:cxn ang="0">
                  <a:pos x="T2" y="T3"/>
                </a:cxn>
                <a:cxn ang="0">
                  <a:pos x="T4" y="T5"/>
                </a:cxn>
                <a:cxn ang="0">
                  <a:pos x="T6" y="T7"/>
                </a:cxn>
                <a:cxn ang="0">
                  <a:pos x="T8" y="T9"/>
                </a:cxn>
              </a:cxnLst>
              <a:rect l="0" t="0" r="r" b="b"/>
              <a:pathLst>
                <a:path w="14" h="12">
                  <a:moveTo>
                    <a:pt x="7" y="0"/>
                  </a:moveTo>
                  <a:cubicBezTo>
                    <a:pt x="8" y="1"/>
                    <a:pt x="11" y="2"/>
                    <a:pt x="12" y="4"/>
                  </a:cubicBezTo>
                  <a:cubicBezTo>
                    <a:pt x="14" y="6"/>
                    <a:pt x="10" y="11"/>
                    <a:pt x="6" y="12"/>
                  </a:cubicBezTo>
                  <a:cubicBezTo>
                    <a:pt x="3" y="12"/>
                    <a:pt x="1" y="10"/>
                    <a:pt x="0" y="7"/>
                  </a:cubicBezTo>
                  <a:cubicBezTo>
                    <a:pt x="0" y="4"/>
                    <a:pt x="2"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0" name="Freeform 2610">
              <a:extLst>
                <a:ext uri="{FF2B5EF4-FFF2-40B4-BE49-F238E27FC236}">
                  <a16:creationId xmlns:a16="http://schemas.microsoft.com/office/drawing/2014/main" id="{CFF90351-2CA0-7611-2B11-79577A6ADAF6}"/>
                </a:ext>
              </a:extLst>
            </p:cNvPr>
            <p:cNvSpPr>
              <a:spLocks/>
            </p:cNvSpPr>
            <p:nvPr/>
          </p:nvSpPr>
          <p:spPr bwMode="auto">
            <a:xfrm rot="5094805">
              <a:off x="1103975" y="2856705"/>
              <a:ext cx="31990" cy="31990"/>
            </a:xfrm>
            <a:custGeom>
              <a:avLst/>
              <a:gdLst>
                <a:gd name="T0" fmla="*/ 12 w 13"/>
                <a:gd name="T1" fmla="*/ 2 h 13"/>
                <a:gd name="T2" fmla="*/ 7 w 13"/>
                <a:gd name="T3" fmla="*/ 11 h 13"/>
                <a:gd name="T4" fmla="*/ 0 w 13"/>
                <a:gd name="T5" fmla="*/ 7 h 13"/>
                <a:gd name="T6" fmla="*/ 5 w 13"/>
                <a:gd name="T7" fmla="*/ 0 h 13"/>
                <a:gd name="T8" fmla="*/ 12 w 13"/>
                <a:gd name="T9" fmla="*/ 2 h 13"/>
              </a:gdLst>
              <a:ahLst/>
              <a:cxnLst>
                <a:cxn ang="0">
                  <a:pos x="T0" y="T1"/>
                </a:cxn>
                <a:cxn ang="0">
                  <a:pos x="T2" y="T3"/>
                </a:cxn>
                <a:cxn ang="0">
                  <a:pos x="T4" y="T5"/>
                </a:cxn>
                <a:cxn ang="0">
                  <a:pos x="T6" y="T7"/>
                </a:cxn>
                <a:cxn ang="0">
                  <a:pos x="T8" y="T9"/>
                </a:cxn>
              </a:cxnLst>
              <a:rect l="0" t="0" r="r" b="b"/>
              <a:pathLst>
                <a:path w="13" h="13">
                  <a:moveTo>
                    <a:pt x="12" y="2"/>
                  </a:moveTo>
                  <a:cubicBezTo>
                    <a:pt x="13" y="7"/>
                    <a:pt x="10" y="10"/>
                    <a:pt x="7" y="11"/>
                  </a:cubicBezTo>
                  <a:cubicBezTo>
                    <a:pt x="4" y="13"/>
                    <a:pt x="0" y="11"/>
                    <a:pt x="0" y="7"/>
                  </a:cubicBezTo>
                  <a:cubicBezTo>
                    <a:pt x="0" y="3"/>
                    <a:pt x="2" y="0"/>
                    <a:pt x="5" y="0"/>
                  </a:cubicBezTo>
                  <a:cubicBezTo>
                    <a:pt x="8" y="0"/>
                    <a:pt x="10" y="2"/>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1" name="Freeform 2611">
              <a:extLst>
                <a:ext uri="{FF2B5EF4-FFF2-40B4-BE49-F238E27FC236}">
                  <a16:creationId xmlns:a16="http://schemas.microsoft.com/office/drawing/2014/main" id="{7229A13D-B3E7-8089-0F42-C6FEAB1F18BD}"/>
                </a:ext>
              </a:extLst>
            </p:cNvPr>
            <p:cNvSpPr>
              <a:spLocks/>
            </p:cNvSpPr>
            <p:nvPr/>
          </p:nvSpPr>
          <p:spPr bwMode="auto">
            <a:xfrm rot="5094805">
              <a:off x="1041235" y="2667299"/>
              <a:ext cx="31990" cy="31990"/>
            </a:xfrm>
            <a:custGeom>
              <a:avLst/>
              <a:gdLst>
                <a:gd name="T0" fmla="*/ 9 w 13"/>
                <a:gd name="T1" fmla="*/ 12 h 13"/>
                <a:gd name="T2" fmla="*/ 1 w 13"/>
                <a:gd name="T3" fmla="*/ 8 h 13"/>
                <a:gd name="T4" fmla="*/ 5 w 13"/>
                <a:gd name="T5" fmla="*/ 1 h 13"/>
                <a:gd name="T6" fmla="*/ 13 w 13"/>
                <a:gd name="T7" fmla="*/ 6 h 13"/>
                <a:gd name="T8" fmla="*/ 9 w 13"/>
                <a:gd name="T9" fmla="*/ 12 h 13"/>
              </a:gdLst>
              <a:ahLst/>
              <a:cxnLst>
                <a:cxn ang="0">
                  <a:pos x="T0" y="T1"/>
                </a:cxn>
                <a:cxn ang="0">
                  <a:pos x="T2" y="T3"/>
                </a:cxn>
                <a:cxn ang="0">
                  <a:pos x="T4" y="T5"/>
                </a:cxn>
                <a:cxn ang="0">
                  <a:pos x="T6" y="T7"/>
                </a:cxn>
                <a:cxn ang="0">
                  <a:pos x="T8" y="T9"/>
                </a:cxn>
              </a:cxnLst>
              <a:rect l="0" t="0" r="r" b="b"/>
              <a:pathLst>
                <a:path w="13" h="13">
                  <a:moveTo>
                    <a:pt x="9" y="12"/>
                  </a:moveTo>
                  <a:cubicBezTo>
                    <a:pt x="4" y="13"/>
                    <a:pt x="1" y="12"/>
                    <a:pt x="1" y="8"/>
                  </a:cubicBezTo>
                  <a:cubicBezTo>
                    <a:pt x="0" y="5"/>
                    <a:pt x="2" y="2"/>
                    <a:pt x="5" y="1"/>
                  </a:cubicBezTo>
                  <a:cubicBezTo>
                    <a:pt x="9" y="0"/>
                    <a:pt x="13" y="2"/>
                    <a:pt x="13" y="6"/>
                  </a:cubicBezTo>
                  <a:cubicBezTo>
                    <a:pt x="12" y="8"/>
                    <a:pt x="10" y="11"/>
                    <a:pt x="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2" name="Freeform 2612">
              <a:extLst>
                <a:ext uri="{FF2B5EF4-FFF2-40B4-BE49-F238E27FC236}">
                  <a16:creationId xmlns:a16="http://schemas.microsoft.com/office/drawing/2014/main" id="{295150C9-ED3B-9068-952B-8830BC8D78B9}"/>
                </a:ext>
              </a:extLst>
            </p:cNvPr>
            <p:cNvSpPr>
              <a:spLocks/>
            </p:cNvSpPr>
            <p:nvPr/>
          </p:nvSpPr>
          <p:spPr bwMode="auto">
            <a:xfrm rot="5094805">
              <a:off x="986567" y="2478423"/>
              <a:ext cx="29705" cy="31990"/>
            </a:xfrm>
            <a:custGeom>
              <a:avLst/>
              <a:gdLst>
                <a:gd name="T0" fmla="*/ 12 w 12"/>
                <a:gd name="T1" fmla="*/ 7 h 13"/>
                <a:gd name="T2" fmla="*/ 7 w 12"/>
                <a:gd name="T3" fmla="*/ 12 h 13"/>
                <a:gd name="T4" fmla="*/ 0 w 12"/>
                <a:gd name="T5" fmla="*/ 6 h 13"/>
                <a:gd name="T6" fmla="*/ 6 w 12"/>
                <a:gd name="T7" fmla="*/ 0 h 13"/>
                <a:gd name="T8" fmla="*/ 12 w 12"/>
                <a:gd name="T9" fmla="*/ 7 h 13"/>
              </a:gdLst>
              <a:ahLst/>
              <a:cxnLst>
                <a:cxn ang="0">
                  <a:pos x="T0" y="T1"/>
                </a:cxn>
                <a:cxn ang="0">
                  <a:pos x="T2" y="T3"/>
                </a:cxn>
                <a:cxn ang="0">
                  <a:pos x="T4" y="T5"/>
                </a:cxn>
                <a:cxn ang="0">
                  <a:pos x="T6" y="T7"/>
                </a:cxn>
                <a:cxn ang="0">
                  <a:pos x="T8" y="T9"/>
                </a:cxn>
              </a:cxnLst>
              <a:rect l="0" t="0" r="r" b="b"/>
              <a:pathLst>
                <a:path w="12" h="13">
                  <a:moveTo>
                    <a:pt x="12" y="7"/>
                  </a:moveTo>
                  <a:cubicBezTo>
                    <a:pt x="11" y="8"/>
                    <a:pt x="9" y="11"/>
                    <a:pt x="7" y="12"/>
                  </a:cubicBezTo>
                  <a:cubicBezTo>
                    <a:pt x="3" y="13"/>
                    <a:pt x="0" y="10"/>
                    <a:pt x="0" y="6"/>
                  </a:cubicBezTo>
                  <a:cubicBezTo>
                    <a:pt x="0" y="3"/>
                    <a:pt x="3" y="0"/>
                    <a:pt x="6" y="0"/>
                  </a:cubicBezTo>
                  <a:cubicBezTo>
                    <a:pt x="9" y="0"/>
                    <a:pt x="12" y="3"/>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3" name="Freeform 2613">
              <a:extLst>
                <a:ext uri="{FF2B5EF4-FFF2-40B4-BE49-F238E27FC236}">
                  <a16:creationId xmlns:a16="http://schemas.microsoft.com/office/drawing/2014/main" id="{20AD513C-7A93-314E-74BE-46A0E88FDCC8}"/>
                </a:ext>
              </a:extLst>
            </p:cNvPr>
            <p:cNvSpPr>
              <a:spLocks/>
            </p:cNvSpPr>
            <p:nvPr/>
          </p:nvSpPr>
          <p:spPr bwMode="auto">
            <a:xfrm rot="5094805">
              <a:off x="959193" y="2286710"/>
              <a:ext cx="36560" cy="31990"/>
            </a:xfrm>
            <a:custGeom>
              <a:avLst/>
              <a:gdLst>
                <a:gd name="T0" fmla="*/ 7 w 14"/>
                <a:gd name="T1" fmla="*/ 1 h 13"/>
                <a:gd name="T2" fmla="*/ 12 w 14"/>
                <a:gd name="T3" fmla="*/ 6 h 13"/>
                <a:gd name="T4" fmla="*/ 6 w 14"/>
                <a:gd name="T5" fmla="*/ 12 h 13"/>
                <a:gd name="T6" fmla="*/ 0 w 14"/>
                <a:gd name="T7" fmla="*/ 5 h 13"/>
                <a:gd name="T8" fmla="*/ 7 w 14"/>
                <a:gd name="T9" fmla="*/ 1 h 13"/>
              </a:gdLst>
              <a:ahLst/>
              <a:cxnLst>
                <a:cxn ang="0">
                  <a:pos x="T0" y="T1"/>
                </a:cxn>
                <a:cxn ang="0">
                  <a:pos x="T2" y="T3"/>
                </a:cxn>
                <a:cxn ang="0">
                  <a:pos x="T4" y="T5"/>
                </a:cxn>
                <a:cxn ang="0">
                  <a:pos x="T6" y="T7"/>
                </a:cxn>
                <a:cxn ang="0">
                  <a:pos x="T8" y="T9"/>
                </a:cxn>
              </a:cxnLst>
              <a:rect l="0" t="0" r="r" b="b"/>
              <a:pathLst>
                <a:path w="14" h="13">
                  <a:moveTo>
                    <a:pt x="7" y="1"/>
                  </a:moveTo>
                  <a:cubicBezTo>
                    <a:pt x="8" y="2"/>
                    <a:pt x="11" y="4"/>
                    <a:pt x="12" y="6"/>
                  </a:cubicBezTo>
                  <a:cubicBezTo>
                    <a:pt x="14" y="10"/>
                    <a:pt x="10" y="13"/>
                    <a:pt x="6" y="12"/>
                  </a:cubicBezTo>
                  <a:cubicBezTo>
                    <a:pt x="3" y="11"/>
                    <a:pt x="0" y="8"/>
                    <a:pt x="0" y="5"/>
                  </a:cubicBezTo>
                  <a:cubicBezTo>
                    <a:pt x="0" y="2"/>
                    <a:pt x="2" y="0"/>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4" name="Freeform 2614">
              <a:extLst>
                <a:ext uri="{FF2B5EF4-FFF2-40B4-BE49-F238E27FC236}">
                  <a16:creationId xmlns:a16="http://schemas.microsoft.com/office/drawing/2014/main" id="{B933A126-C99B-EAF1-8EC3-19EEA89CBB84}"/>
                </a:ext>
              </a:extLst>
            </p:cNvPr>
            <p:cNvSpPr>
              <a:spLocks/>
            </p:cNvSpPr>
            <p:nvPr/>
          </p:nvSpPr>
          <p:spPr bwMode="auto">
            <a:xfrm rot="5094805">
              <a:off x="980462" y="2087532"/>
              <a:ext cx="36560" cy="31990"/>
            </a:xfrm>
            <a:custGeom>
              <a:avLst/>
              <a:gdLst>
                <a:gd name="T0" fmla="*/ 6 w 15"/>
                <a:gd name="T1" fmla="*/ 1 h 13"/>
                <a:gd name="T2" fmla="*/ 13 w 15"/>
                <a:gd name="T3" fmla="*/ 7 h 13"/>
                <a:gd name="T4" fmla="*/ 8 w 15"/>
                <a:gd name="T5" fmla="*/ 12 h 13"/>
                <a:gd name="T6" fmla="*/ 1 w 15"/>
                <a:gd name="T7" fmla="*/ 5 h 13"/>
                <a:gd name="T8" fmla="*/ 6 w 15"/>
                <a:gd name="T9" fmla="*/ 1 h 13"/>
              </a:gdLst>
              <a:ahLst/>
              <a:cxnLst>
                <a:cxn ang="0">
                  <a:pos x="T0" y="T1"/>
                </a:cxn>
                <a:cxn ang="0">
                  <a:pos x="T2" y="T3"/>
                </a:cxn>
                <a:cxn ang="0">
                  <a:pos x="T4" y="T5"/>
                </a:cxn>
                <a:cxn ang="0">
                  <a:pos x="T6" y="T7"/>
                </a:cxn>
                <a:cxn ang="0">
                  <a:pos x="T8" y="T9"/>
                </a:cxn>
              </a:cxnLst>
              <a:rect l="0" t="0" r="r" b="b"/>
              <a:pathLst>
                <a:path w="15" h="13">
                  <a:moveTo>
                    <a:pt x="6" y="1"/>
                  </a:moveTo>
                  <a:cubicBezTo>
                    <a:pt x="8" y="2"/>
                    <a:pt x="11" y="5"/>
                    <a:pt x="13" y="7"/>
                  </a:cubicBezTo>
                  <a:cubicBezTo>
                    <a:pt x="15" y="11"/>
                    <a:pt x="11" y="13"/>
                    <a:pt x="8" y="12"/>
                  </a:cubicBezTo>
                  <a:cubicBezTo>
                    <a:pt x="4" y="11"/>
                    <a:pt x="1" y="9"/>
                    <a:pt x="1" y="5"/>
                  </a:cubicBezTo>
                  <a:cubicBezTo>
                    <a:pt x="0" y="2"/>
                    <a:pt x="2"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5" name="Freeform 2615">
              <a:extLst>
                <a:ext uri="{FF2B5EF4-FFF2-40B4-BE49-F238E27FC236}">
                  <a16:creationId xmlns:a16="http://schemas.microsoft.com/office/drawing/2014/main" id="{53D8B3C9-57D9-14D1-167F-859058709EC5}"/>
                </a:ext>
              </a:extLst>
            </p:cNvPr>
            <p:cNvSpPr>
              <a:spLocks/>
            </p:cNvSpPr>
            <p:nvPr/>
          </p:nvSpPr>
          <p:spPr bwMode="auto">
            <a:xfrm rot="5094805">
              <a:off x="1042505" y="1880349"/>
              <a:ext cx="31990" cy="36560"/>
            </a:xfrm>
            <a:custGeom>
              <a:avLst/>
              <a:gdLst>
                <a:gd name="T0" fmla="*/ 13 w 13"/>
                <a:gd name="T1" fmla="*/ 9 h 15"/>
                <a:gd name="T2" fmla="*/ 8 w 13"/>
                <a:gd name="T3" fmla="*/ 14 h 15"/>
                <a:gd name="T4" fmla="*/ 0 w 13"/>
                <a:gd name="T5" fmla="*/ 5 h 15"/>
                <a:gd name="T6" fmla="*/ 6 w 13"/>
                <a:gd name="T7" fmla="*/ 3 h 15"/>
                <a:gd name="T8" fmla="*/ 13 w 13"/>
                <a:gd name="T9" fmla="*/ 9 h 15"/>
              </a:gdLst>
              <a:ahLst/>
              <a:cxnLst>
                <a:cxn ang="0">
                  <a:pos x="T0" y="T1"/>
                </a:cxn>
                <a:cxn ang="0">
                  <a:pos x="T2" y="T3"/>
                </a:cxn>
                <a:cxn ang="0">
                  <a:pos x="T4" y="T5"/>
                </a:cxn>
                <a:cxn ang="0">
                  <a:pos x="T6" y="T7"/>
                </a:cxn>
                <a:cxn ang="0">
                  <a:pos x="T8" y="T9"/>
                </a:cxn>
              </a:cxnLst>
              <a:rect l="0" t="0" r="r" b="b"/>
              <a:pathLst>
                <a:path w="13" h="15">
                  <a:moveTo>
                    <a:pt x="13" y="9"/>
                  </a:moveTo>
                  <a:cubicBezTo>
                    <a:pt x="13" y="13"/>
                    <a:pt x="11" y="15"/>
                    <a:pt x="8" y="14"/>
                  </a:cubicBezTo>
                  <a:cubicBezTo>
                    <a:pt x="4" y="12"/>
                    <a:pt x="1" y="8"/>
                    <a:pt x="0" y="5"/>
                  </a:cubicBezTo>
                  <a:cubicBezTo>
                    <a:pt x="0" y="2"/>
                    <a:pt x="3" y="0"/>
                    <a:pt x="6" y="3"/>
                  </a:cubicBezTo>
                  <a:cubicBezTo>
                    <a:pt x="9" y="5"/>
                    <a:pt x="11" y="8"/>
                    <a:pt x="1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6" name="Freeform 2616">
              <a:extLst>
                <a:ext uri="{FF2B5EF4-FFF2-40B4-BE49-F238E27FC236}">
                  <a16:creationId xmlns:a16="http://schemas.microsoft.com/office/drawing/2014/main" id="{DD941A99-8258-1955-1B8C-889C374AE33D}"/>
                </a:ext>
              </a:extLst>
            </p:cNvPr>
            <p:cNvSpPr>
              <a:spLocks/>
            </p:cNvSpPr>
            <p:nvPr/>
          </p:nvSpPr>
          <p:spPr bwMode="auto">
            <a:xfrm rot="5094805">
              <a:off x="1126055" y="1674370"/>
              <a:ext cx="34275" cy="31990"/>
            </a:xfrm>
            <a:custGeom>
              <a:avLst/>
              <a:gdLst>
                <a:gd name="T0" fmla="*/ 9 w 14"/>
                <a:gd name="T1" fmla="*/ 13 h 13"/>
                <a:gd name="T2" fmla="*/ 1 w 14"/>
                <a:gd name="T3" fmla="*/ 4 h 13"/>
                <a:gd name="T4" fmla="*/ 6 w 14"/>
                <a:gd name="T5" fmla="*/ 2 h 13"/>
                <a:gd name="T6" fmla="*/ 13 w 14"/>
                <a:gd name="T7" fmla="*/ 11 h 13"/>
                <a:gd name="T8" fmla="*/ 9 w 14"/>
                <a:gd name="T9" fmla="*/ 13 h 13"/>
              </a:gdLst>
              <a:ahLst/>
              <a:cxnLst>
                <a:cxn ang="0">
                  <a:pos x="T0" y="T1"/>
                </a:cxn>
                <a:cxn ang="0">
                  <a:pos x="T2" y="T3"/>
                </a:cxn>
                <a:cxn ang="0">
                  <a:pos x="T4" y="T5"/>
                </a:cxn>
                <a:cxn ang="0">
                  <a:pos x="T6" y="T7"/>
                </a:cxn>
                <a:cxn ang="0">
                  <a:pos x="T8" y="T9"/>
                </a:cxn>
              </a:cxnLst>
              <a:rect l="0" t="0" r="r" b="b"/>
              <a:pathLst>
                <a:path w="14" h="13">
                  <a:moveTo>
                    <a:pt x="9" y="13"/>
                  </a:moveTo>
                  <a:cubicBezTo>
                    <a:pt x="4" y="10"/>
                    <a:pt x="2" y="7"/>
                    <a:pt x="1" y="4"/>
                  </a:cubicBezTo>
                  <a:cubicBezTo>
                    <a:pt x="0" y="1"/>
                    <a:pt x="2" y="0"/>
                    <a:pt x="6" y="2"/>
                  </a:cubicBezTo>
                  <a:cubicBezTo>
                    <a:pt x="10" y="4"/>
                    <a:pt x="14" y="9"/>
                    <a:pt x="13" y="11"/>
                  </a:cubicBezTo>
                  <a:cubicBezTo>
                    <a:pt x="13" y="13"/>
                    <a:pt x="10" y="13"/>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7" name="Freeform 2618">
              <a:extLst>
                <a:ext uri="{FF2B5EF4-FFF2-40B4-BE49-F238E27FC236}">
                  <a16:creationId xmlns:a16="http://schemas.microsoft.com/office/drawing/2014/main" id="{6FE7C363-F550-6160-D3BF-361E7A4967F0}"/>
                </a:ext>
              </a:extLst>
            </p:cNvPr>
            <p:cNvSpPr>
              <a:spLocks/>
            </p:cNvSpPr>
            <p:nvPr/>
          </p:nvSpPr>
          <p:spPr bwMode="auto">
            <a:xfrm rot="5094805">
              <a:off x="1229154" y="1465517"/>
              <a:ext cx="36560" cy="34275"/>
            </a:xfrm>
            <a:custGeom>
              <a:avLst/>
              <a:gdLst>
                <a:gd name="T0" fmla="*/ 15 w 15"/>
                <a:gd name="T1" fmla="*/ 12 h 14"/>
                <a:gd name="T2" fmla="*/ 9 w 15"/>
                <a:gd name="T3" fmla="*/ 13 h 14"/>
                <a:gd name="T4" fmla="*/ 1 w 15"/>
                <a:gd name="T5" fmla="*/ 5 h 14"/>
                <a:gd name="T6" fmla="*/ 6 w 15"/>
                <a:gd name="T7" fmla="*/ 3 h 14"/>
                <a:gd name="T8" fmla="*/ 15 w 15"/>
                <a:gd name="T9" fmla="*/ 12 h 14"/>
              </a:gdLst>
              <a:ahLst/>
              <a:cxnLst>
                <a:cxn ang="0">
                  <a:pos x="T0" y="T1"/>
                </a:cxn>
                <a:cxn ang="0">
                  <a:pos x="T2" y="T3"/>
                </a:cxn>
                <a:cxn ang="0">
                  <a:pos x="T4" y="T5"/>
                </a:cxn>
                <a:cxn ang="0">
                  <a:pos x="T6" y="T7"/>
                </a:cxn>
                <a:cxn ang="0">
                  <a:pos x="T8" y="T9"/>
                </a:cxn>
              </a:cxnLst>
              <a:rect l="0" t="0" r="r" b="b"/>
              <a:pathLst>
                <a:path w="15" h="14">
                  <a:moveTo>
                    <a:pt x="15" y="12"/>
                  </a:moveTo>
                  <a:cubicBezTo>
                    <a:pt x="13" y="13"/>
                    <a:pt x="11" y="14"/>
                    <a:pt x="9" y="13"/>
                  </a:cubicBezTo>
                  <a:cubicBezTo>
                    <a:pt x="7" y="13"/>
                    <a:pt x="3" y="8"/>
                    <a:pt x="1" y="5"/>
                  </a:cubicBezTo>
                  <a:cubicBezTo>
                    <a:pt x="0" y="1"/>
                    <a:pt x="2" y="0"/>
                    <a:pt x="6" y="3"/>
                  </a:cubicBezTo>
                  <a:cubicBezTo>
                    <a:pt x="9" y="5"/>
                    <a:pt x="12" y="8"/>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8" name="Freeform 2619">
              <a:extLst>
                <a:ext uri="{FF2B5EF4-FFF2-40B4-BE49-F238E27FC236}">
                  <a16:creationId xmlns:a16="http://schemas.microsoft.com/office/drawing/2014/main" id="{7BDBFCEF-4F82-A350-417B-FE2B064F5964}"/>
                </a:ext>
              </a:extLst>
            </p:cNvPr>
            <p:cNvSpPr>
              <a:spLocks/>
            </p:cNvSpPr>
            <p:nvPr/>
          </p:nvSpPr>
          <p:spPr bwMode="auto">
            <a:xfrm rot="5094805">
              <a:off x="1412330" y="1423136"/>
              <a:ext cx="29705" cy="34275"/>
            </a:xfrm>
            <a:custGeom>
              <a:avLst/>
              <a:gdLst>
                <a:gd name="T0" fmla="*/ 12 w 12"/>
                <a:gd name="T1" fmla="*/ 12 h 14"/>
                <a:gd name="T2" fmla="*/ 6 w 12"/>
                <a:gd name="T3" fmla="*/ 13 h 14"/>
                <a:gd name="T4" fmla="*/ 1 w 12"/>
                <a:gd name="T5" fmla="*/ 3 h 14"/>
                <a:gd name="T6" fmla="*/ 6 w 12"/>
                <a:gd name="T7" fmla="*/ 1 h 14"/>
                <a:gd name="T8" fmla="*/ 12 w 12"/>
                <a:gd name="T9" fmla="*/ 12 h 14"/>
              </a:gdLst>
              <a:ahLst/>
              <a:cxnLst>
                <a:cxn ang="0">
                  <a:pos x="T0" y="T1"/>
                </a:cxn>
                <a:cxn ang="0">
                  <a:pos x="T2" y="T3"/>
                </a:cxn>
                <a:cxn ang="0">
                  <a:pos x="T4" y="T5"/>
                </a:cxn>
                <a:cxn ang="0">
                  <a:pos x="T6" y="T7"/>
                </a:cxn>
                <a:cxn ang="0">
                  <a:pos x="T8" y="T9"/>
                </a:cxn>
              </a:cxnLst>
              <a:rect l="0" t="0" r="r" b="b"/>
              <a:pathLst>
                <a:path w="12" h="14">
                  <a:moveTo>
                    <a:pt x="12" y="12"/>
                  </a:moveTo>
                  <a:cubicBezTo>
                    <a:pt x="11" y="13"/>
                    <a:pt x="9" y="14"/>
                    <a:pt x="6" y="13"/>
                  </a:cubicBezTo>
                  <a:cubicBezTo>
                    <a:pt x="4" y="12"/>
                    <a:pt x="0" y="6"/>
                    <a:pt x="1" y="3"/>
                  </a:cubicBezTo>
                  <a:cubicBezTo>
                    <a:pt x="1" y="1"/>
                    <a:pt x="3" y="0"/>
                    <a:pt x="6" y="1"/>
                  </a:cubicBezTo>
                  <a:cubicBezTo>
                    <a:pt x="9" y="3"/>
                    <a:pt x="12" y="8"/>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9" name="Freeform 2620">
              <a:extLst>
                <a:ext uri="{FF2B5EF4-FFF2-40B4-BE49-F238E27FC236}">
                  <a16:creationId xmlns:a16="http://schemas.microsoft.com/office/drawing/2014/main" id="{77149F84-FF34-00AC-B8DC-E9EEBE5A788F}"/>
                </a:ext>
              </a:extLst>
            </p:cNvPr>
            <p:cNvSpPr>
              <a:spLocks/>
            </p:cNvSpPr>
            <p:nvPr/>
          </p:nvSpPr>
          <p:spPr bwMode="auto">
            <a:xfrm rot="5094805">
              <a:off x="1322984" y="1628383"/>
              <a:ext cx="29705" cy="38845"/>
            </a:xfrm>
            <a:custGeom>
              <a:avLst/>
              <a:gdLst>
                <a:gd name="T0" fmla="*/ 7 w 12"/>
                <a:gd name="T1" fmla="*/ 14 h 15"/>
                <a:gd name="T2" fmla="*/ 0 w 12"/>
                <a:gd name="T3" fmla="*/ 4 h 15"/>
                <a:gd name="T4" fmla="*/ 4 w 12"/>
                <a:gd name="T5" fmla="*/ 0 h 15"/>
                <a:gd name="T6" fmla="*/ 11 w 12"/>
                <a:gd name="T7" fmla="*/ 10 h 15"/>
                <a:gd name="T8" fmla="*/ 7 w 12"/>
                <a:gd name="T9" fmla="*/ 14 h 15"/>
              </a:gdLst>
              <a:ahLst/>
              <a:cxnLst>
                <a:cxn ang="0">
                  <a:pos x="T0" y="T1"/>
                </a:cxn>
                <a:cxn ang="0">
                  <a:pos x="T2" y="T3"/>
                </a:cxn>
                <a:cxn ang="0">
                  <a:pos x="T4" y="T5"/>
                </a:cxn>
                <a:cxn ang="0">
                  <a:pos x="T6" y="T7"/>
                </a:cxn>
                <a:cxn ang="0">
                  <a:pos x="T8" y="T9"/>
                </a:cxn>
              </a:cxnLst>
              <a:rect l="0" t="0" r="r" b="b"/>
              <a:pathLst>
                <a:path w="12" h="15">
                  <a:moveTo>
                    <a:pt x="7" y="14"/>
                  </a:moveTo>
                  <a:cubicBezTo>
                    <a:pt x="4" y="13"/>
                    <a:pt x="1" y="8"/>
                    <a:pt x="0" y="4"/>
                  </a:cubicBezTo>
                  <a:cubicBezTo>
                    <a:pt x="0" y="1"/>
                    <a:pt x="1" y="0"/>
                    <a:pt x="4" y="0"/>
                  </a:cubicBezTo>
                  <a:cubicBezTo>
                    <a:pt x="7" y="1"/>
                    <a:pt x="11" y="6"/>
                    <a:pt x="11" y="10"/>
                  </a:cubicBezTo>
                  <a:cubicBezTo>
                    <a:pt x="12" y="13"/>
                    <a:pt x="10" y="15"/>
                    <a:pt x="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0" name="Freeform 2621">
              <a:extLst>
                <a:ext uri="{FF2B5EF4-FFF2-40B4-BE49-F238E27FC236}">
                  <a16:creationId xmlns:a16="http://schemas.microsoft.com/office/drawing/2014/main" id="{7D57F669-C121-D398-EE80-68BECBD8C437}"/>
                </a:ext>
              </a:extLst>
            </p:cNvPr>
            <p:cNvSpPr>
              <a:spLocks/>
            </p:cNvSpPr>
            <p:nvPr/>
          </p:nvSpPr>
          <p:spPr bwMode="auto">
            <a:xfrm rot="5094805">
              <a:off x="1252888" y="1833156"/>
              <a:ext cx="27420" cy="38845"/>
            </a:xfrm>
            <a:custGeom>
              <a:avLst/>
              <a:gdLst>
                <a:gd name="T0" fmla="*/ 9 w 11"/>
                <a:gd name="T1" fmla="*/ 15 h 15"/>
                <a:gd name="T2" fmla="*/ 1 w 11"/>
                <a:gd name="T3" fmla="*/ 5 h 15"/>
                <a:gd name="T4" fmla="*/ 4 w 11"/>
                <a:gd name="T5" fmla="*/ 0 h 15"/>
                <a:gd name="T6" fmla="*/ 11 w 11"/>
                <a:gd name="T7" fmla="*/ 9 h 15"/>
                <a:gd name="T8" fmla="*/ 9 w 11"/>
                <a:gd name="T9" fmla="*/ 15 h 15"/>
              </a:gdLst>
              <a:ahLst/>
              <a:cxnLst>
                <a:cxn ang="0">
                  <a:pos x="T0" y="T1"/>
                </a:cxn>
                <a:cxn ang="0">
                  <a:pos x="T2" y="T3"/>
                </a:cxn>
                <a:cxn ang="0">
                  <a:pos x="T4" y="T5"/>
                </a:cxn>
                <a:cxn ang="0">
                  <a:pos x="T6" y="T7"/>
                </a:cxn>
                <a:cxn ang="0">
                  <a:pos x="T8" y="T9"/>
                </a:cxn>
              </a:cxnLst>
              <a:rect l="0" t="0" r="r" b="b"/>
              <a:pathLst>
                <a:path w="11" h="15">
                  <a:moveTo>
                    <a:pt x="9" y="15"/>
                  </a:moveTo>
                  <a:cubicBezTo>
                    <a:pt x="4" y="14"/>
                    <a:pt x="1" y="10"/>
                    <a:pt x="1" y="5"/>
                  </a:cubicBezTo>
                  <a:cubicBezTo>
                    <a:pt x="0" y="2"/>
                    <a:pt x="1" y="0"/>
                    <a:pt x="4" y="0"/>
                  </a:cubicBezTo>
                  <a:cubicBezTo>
                    <a:pt x="7" y="0"/>
                    <a:pt x="11" y="5"/>
                    <a:pt x="11" y="9"/>
                  </a:cubicBezTo>
                  <a:cubicBezTo>
                    <a:pt x="11" y="12"/>
                    <a:pt x="9" y="14"/>
                    <a:pt x="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1" name="Freeform 2622">
              <a:extLst>
                <a:ext uri="{FF2B5EF4-FFF2-40B4-BE49-F238E27FC236}">
                  <a16:creationId xmlns:a16="http://schemas.microsoft.com/office/drawing/2014/main" id="{526C21C9-943D-A90D-2AF3-CED7ED312C32}"/>
                </a:ext>
              </a:extLst>
            </p:cNvPr>
            <p:cNvSpPr>
              <a:spLocks/>
            </p:cNvSpPr>
            <p:nvPr/>
          </p:nvSpPr>
          <p:spPr bwMode="auto">
            <a:xfrm rot="5094805">
              <a:off x="1204404" y="2032374"/>
              <a:ext cx="29705" cy="45700"/>
            </a:xfrm>
            <a:custGeom>
              <a:avLst/>
              <a:gdLst>
                <a:gd name="T0" fmla="*/ 5 w 12"/>
                <a:gd name="T1" fmla="*/ 1 h 18"/>
                <a:gd name="T2" fmla="*/ 12 w 12"/>
                <a:gd name="T3" fmla="*/ 11 h 18"/>
                <a:gd name="T4" fmla="*/ 6 w 12"/>
                <a:gd name="T5" fmla="*/ 16 h 18"/>
                <a:gd name="T6" fmla="*/ 1 w 12"/>
                <a:gd name="T7" fmla="*/ 8 h 18"/>
                <a:gd name="T8" fmla="*/ 5 w 12"/>
                <a:gd name="T9" fmla="*/ 1 h 18"/>
              </a:gdLst>
              <a:ahLst/>
              <a:cxnLst>
                <a:cxn ang="0">
                  <a:pos x="T0" y="T1"/>
                </a:cxn>
                <a:cxn ang="0">
                  <a:pos x="T2" y="T3"/>
                </a:cxn>
                <a:cxn ang="0">
                  <a:pos x="T4" y="T5"/>
                </a:cxn>
                <a:cxn ang="0">
                  <a:pos x="T6" y="T7"/>
                </a:cxn>
                <a:cxn ang="0">
                  <a:pos x="T8" y="T9"/>
                </a:cxn>
              </a:cxnLst>
              <a:rect l="0" t="0" r="r" b="b"/>
              <a:pathLst>
                <a:path w="12" h="18">
                  <a:moveTo>
                    <a:pt x="5" y="1"/>
                  </a:moveTo>
                  <a:cubicBezTo>
                    <a:pt x="9" y="2"/>
                    <a:pt x="12" y="7"/>
                    <a:pt x="12" y="11"/>
                  </a:cubicBezTo>
                  <a:cubicBezTo>
                    <a:pt x="12" y="15"/>
                    <a:pt x="9" y="18"/>
                    <a:pt x="6" y="16"/>
                  </a:cubicBezTo>
                  <a:cubicBezTo>
                    <a:pt x="3" y="14"/>
                    <a:pt x="1" y="12"/>
                    <a:pt x="1" y="8"/>
                  </a:cubicBezTo>
                  <a:cubicBezTo>
                    <a:pt x="0" y="3"/>
                    <a:pt x="2" y="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2" name="Freeform 2623">
              <a:extLst>
                <a:ext uri="{FF2B5EF4-FFF2-40B4-BE49-F238E27FC236}">
                  <a16:creationId xmlns:a16="http://schemas.microsoft.com/office/drawing/2014/main" id="{046D3266-0A8C-ACC2-34E2-78F7CAD58054}"/>
                </a:ext>
              </a:extLst>
            </p:cNvPr>
            <p:cNvSpPr>
              <a:spLocks/>
            </p:cNvSpPr>
            <p:nvPr/>
          </p:nvSpPr>
          <p:spPr bwMode="auto">
            <a:xfrm rot="5094805">
              <a:off x="1188728" y="2232294"/>
              <a:ext cx="27420" cy="41130"/>
            </a:xfrm>
            <a:custGeom>
              <a:avLst/>
              <a:gdLst>
                <a:gd name="T0" fmla="*/ 5 w 12"/>
                <a:gd name="T1" fmla="*/ 16 h 17"/>
                <a:gd name="T2" fmla="*/ 1 w 12"/>
                <a:gd name="T3" fmla="*/ 6 h 17"/>
                <a:gd name="T4" fmla="*/ 5 w 12"/>
                <a:gd name="T5" fmla="*/ 0 h 17"/>
                <a:gd name="T6" fmla="*/ 12 w 12"/>
                <a:gd name="T7" fmla="*/ 9 h 17"/>
                <a:gd name="T8" fmla="*/ 5 w 12"/>
                <a:gd name="T9" fmla="*/ 16 h 17"/>
              </a:gdLst>
              <a:ahLst/>
              <a:cxnLst>
                <a:cxn ang="0">
                  <a:pos x="T0" y="T1"/>
                </a:cxn>
                <a:cxn ang="0">
                  <a:pos x="T2" y="T3"/>
                </a:cxn>
                <a:cxn ang="0">
                  <a:pos x="T4" y="T5"/>
                </a:cxn>
                <a:cxn ang="0">
                  <a:pos x="T6" y="T7"/>
                </a:cxn>
                <a:cxn ang="0">
                  <a:pos x="T8" y="T9"/>
                </a:cxn>
              </a:cxnLst>
              <a:rect l="0" t="0" r="r" b="b"/>
              <a:pathLst>
                <a:path w="12" h="17">
                  <a:moveTo>
                    <a:pt x="5" y="16"/>
                  </a:moveTo>
                  <a:cubicBezTo>
                    <a:pt x="4" y="13"/>
                    <a:pt x="2" y="10"/>
                    <a:pt x="1" y="6"/>
                  </a:cubicBezTo>
                  <a:cubicBezTo>
                    <a:pt x="0" y="3"/>
                    <a:pt x="2" y="0"/>
                    <a:pt x="5" y="0"/>
                  </a:cubicBezTo>
                  <a:cubicBezTo>
                    <a:pt x="9" y="0"/>
                    <a:pt x="12" y="4"/>
                    <a:pt x="12" y="9"/>
                  </a:cubicBezTo>
                  <a:cubicBezTo>
                    <a:pt x="12" y="13"/>
                    <a:pt x="10" y="17"/>
                    <a:pt x="5"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3" name="Freeform 2624">
              <a:extLst>
                <a:ext uri="{FF2B5EF4-FFF2-40B4-BE49-F238E27FC236}">
                  <a16:creationId xmlns:a16="http://schemas.microsoft.com/office/drawing/2014/main" id="{6EF5F5FE-43C0-103F-AA3E-82ECB2E3292D}"/>
                </a:ext>
              </a:extLst>
            </p:cNvPr>
            <p:cNvSpPr>
              <a:spLocks/>
            </p:cNvSpPr>
            <p:nvPr/>
          </p:nvSpPr>
          <p:spPr bwMode="auto">
            <a:xfrm rot="5094805">
              <a:off x="1215254" y="2424933"/>
              <a:ext cx="27420" cy="45700"/>
            </a:xfrm>
            <a:custGeom>
              <a:avLst/>
              <a:gdLst>
                <a:gd name="T0" fmla="*/ 11 w 11"/>
                <a:gd name="T1" fmla="*/ 10 h 18"/>
                <a:gd name="T2" fmla="*/ 5 w 11"/>
                <a:gd name="T3" fmla="*/ 16 h 18"/>
                <a:gd name="T4" fmla="*/ 0 w 11"/>
                <a:gd name="T5" fmla="*/ 8 h 18"/>
                <a:gd name="T6" fmla="*/ 4 w 11"/>
                <a:gd name="T7" fmla="*/ 1 h 18"/>
                <a:gd name="T8" fmla="*/ 11 w 11"/>
                <a:gd name="T9" fmla="*/ 10 h 18"/>
              </a:gdLst>
              <a:ahLst/>
              <a:cxnLst>
                <a:cxn ang="0">
                  <a:pos x="T0" y="T1"/>
                </a:cxn>
                <a:cxn ang="0">
                  <a:pos x="T2" y="T3"/>
                </a:cxn>
                <a:cxn ang="0">
                  <a:pos x="T4" y="T5"/>
                </a:cxn>
                <a:cxn ang="0">
                  <a:pos x="T6" y="T7"/>
                </a:cxn>
                <a:cxn ang="0">
                  <a:pos x="T8" y="T9"/>
                </a:cxn>
              </a:cxnLst>
              <a:rect l="0" t="0" r="r" b="b"/>
              <a:pathLst>
                <a:path w="11" h="18">
                  <a:moveTo>
                    <a:pt x="11" y="10"/>
                  </a:moveTo>
                  <a:cubicBezTo>
                    <a:pt x="10" y="12"/>
                    <a:pt x="8" y="15"/>
                    <a:pt x="5" y="16"/>
                  </a:cubicBezTo>
                  <a:cubicBezTo>
                    <a:pt x="3" y="18"/>
                    <a:pt x="0" y="13"/>
                    <a:pt x="0" y="8"/>
                  </a:cubicBezTo>
                  <a:cubicBezTo>
                    <a:pt x="0" y="5"/>
                    <a:pt x="1" y="2"/>
                    <a:pt x="4" y="1"/>
                  </a:cubicBezTo>
                  <a:cubicBezTo>
                    <a:pt x="8" y="0"/>
                    <a:pt x="11" y="4"/>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4" name="Freeform 2625">
              <a:extLst>
                <a:ext uri="{FF2B5EF4-FFF2-40B4-BE49-F238E27FC236}">
                  <a16:creationId xmlns:a16="http://schemas.microsoft.com/office/drawing/2014/main" id="{FBDAF586-33C1-3FA1-94FE-A62A4A3B4A6B}"/>
                </a:ext>
              </a:extLst>
            </p:cNvPr>
            <p:cNvSpPr>
              <a:spLocks/>
            </p:cNvSpPr>
            <p:nvPr/>
          </p:nvSpPr>
          <p:spPr bwMode="auto">
            <a:xfrm rot="5094805">
              <a:off x="1269825" y="2616200"/>
              <a:ext cx="27420" cy="38845"/>
            </a:xfrm>
            <a:custGeom>
              <a:avLst/>
              <a:gdLst>
                <a:gd name="T0" fmla="*/ 11 w 11"/>
                <a:gd name="T1" fmla="*/ 9 h 16"/>
                <a:gd name="T2" fmla="*/ 6 w 11"/>
                <a:gd name="T3" fmla="*/ 15 h 16"/>
                <a:gd name="T4" fmla="*/ 0 w 11"/>
                <a:gd name="T5" fmla="*/ 7 h 16"/>
                <a:gd name="T6" fmla="*/ 5 w 11"/>
                <a:gd name="T7" fmla="*/ 0 h 16"/>
                <a:gd name="T8" fmla="*/ 11 w 11"/>
                <a:gd name="T9" fmla="*/ 9 h 16"/>
              </a:gdLst>
              <a:ahLst/>
              <a:cxnLst>
                <a:cxn ang="0">
                  <a:pos x="T0" y="T1"/>
                </a:cxn>
                <a:cxn ang="0">
                  <a:pos x="T2" y="T3"/>
                </a:cxn>
                <a:cxn ang="0">
                  <a:pos x="T4" y="T5"/>
                </a:cxn>
                <a:cxn ang="0">
                  <a:pos x="T6" y="T7"/>
                </a:cxn>
                <a:cxn ang="0">
                  <a:pos x="T8" y="T9"/>
                </a:cxn>
              </a:cxnLst>
              <a:rect l="0" t="0" r="r" b="b"/>
              <a:pathLst>
                <a:path w="11" h="16">
                  <a:moveTo>
                    <a:pt x="11" y="9"/>
                  </a:moveTo>
                  <a:cubicBezTo>
                    <a:pt x="10" y="11"/>
                    <a:pt x="8" y="14"/>
                    <a:pt x="6" y="15"/>
                  </a:cubicBezTo>
                  <a:cubicBezTo>
                    <a:pt x="3" y="16"/>
                    <a:pt x="0" y="12"/>
                    <a:pt x="0" y="7"/>
                  </a:cubicBezTo>
                  <a:cubicBezTo>
                    <a:pt x="1" y="4"/>
                    <a:pt x="2" y="1"/>
                    <a:pt x="5" y="0"/>
                  </a:cubicBezTo>
                  <a:cubicBezTo>
                    <a:pt x="8" y="0"/>
                    <a:pt x="11" y="3"/>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5" name="Freeform 2626">
              <a:extLst>
                <a:ext uri="{FF2B5EF4-FFF2-40B4-BE49-F238E27FC236}">
                  <a16:creationId xmlns:a16="http://schemas.microsoft.com/office/drawing/2014/main" id="{8F78DFFC-F7C6-AE14-940D-E48A8A23789B}"/>
                </a:ext>
              </a:extLst>
            </p:cNvPr>
            <p:cNvSpPr>
              <a:spLocks/>
            </p:cNvSpPr>
            <p:nvPr/>
          </p:nvSpPr>
          <p:spPr bwMode="auto">
            <a:xfrm rot="5094805">
              <a:off x="1321291" y="2809001"/>
              <a:ext cx="25135" cy="36560"/>
            </a:xfrm>
            <a:custGeom>
              <a:avLst/>
              <a:gdLst>
                <a:gd name="T0" fmla="*/ 6 w 11"/>
                <a:gd name="T1" fmla="*/ 15 h 15"/>
                <a:gd name="T2" fmla="*/ 0 w 11"/>
                <a:gd name="T3" fmla="*/ 8 h 15"/>
                <a:gd name="T4" fmla="*/ 4 w 11"/>
                <a:gd name="T5" fmla="*/ 1 h 15"/>
                <a:gd name="T6" fmla="*/ 11 w 11"/>
                <a:gd name="T7" fmla="*/ 7 h 15"/>
                <a:gd name="T8" fmla="*/ 6 w 11"/>
                <a:gd name="T9" fmla="*/ 15 h 15"/>
              </a:gdLst>
              <a:ahLst/>
              <a:cxnLst>
                <a:cxn ang="0">
                  <a:pos x="T0" y="T1"/>
                </a:cxn>
                <a:cxn ang="0">
                  <a:pos x="T2" y="T3"/>
                </a:cxn>
                <a:cxn ang="0">
                  <a:pos x="T4" y="T5"/>
                </a:cxn>
                <a:cxn ang="0">
                  <a:pos x="T6" y="T7"/>
                </a:cxn>
                <a:cxn ang="0">
                  <a:pos x="T8" y="T9"/>
                </a:cxn>
              </a:cxnLst>
              <a:rect l="0" t="0" r="r" b="b"/>
              <a:pathLst>
                <a:path w="11" h="15">
                  <a:moveTo>
                    <a:pt x="6" y="15"/>
                  </a:moveTo>
                  <a:cubicBezTo>
                    <a:pt x="3" y="15"/>
                    <a:pt x="0" y="12"/>
                    <a:pt x="0" y="8"/>
                  </a:cubicBezTo>
                  <a:cubicBezTo>
                    <a:pt x="0" y="4"/>
                    <a:pt x="1" y="2"/>
                    <a:pt x="4" y="1"/>
                  </a:cubicBezTo>
                  <a:cubicBezTo>
                    <a:pt x="8" y="0"/>
                    <a:pt x="11" y="3"/>
                    <a:pt x="11" y="7"/>
                  </a:cubicBezTo>
                  <a:cubicBezTo>
                    <a:pt x="11" y="11"/>
                    <a:pt x="9" y="14"/>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6" name="Freeform 2627">
              <a:extLst>
                <a:ext uri="{FF2B5EF4-FFF2-40B4-BE49-F238E27FC236}">
                  <a16:creationId xmlns:a16="http://schemas.microsoft.com/office/drawing/2014/main" id="{AB089439-F9E1-AF60-23B3-5BFC24314BB9}"/>
                </a:ext>
              </a:extLst>
            </p:cNvPr>
            <p:cNvSpPr>
              <a:spLocks/>
            </p:cNvSpPr>
            <p:nvPr/>
          </p:nvSpPr>
          <p:spPr bwMode="auto">
            <a:xfrm rot="5094805">
              <a:off x="1363538" y="3002313"/>
              <a:ext cx="29705" cy="31990"/>
            </a:xfrm>
            <a:custGeom>
              <a:avLst/>
              <a:gdLst>
                <a:gd name="T0" fmla="*/ 7 w 12"/>
                <a:gd name="T1" fmla="*/ 0 h 13"/>
                <a:gd name="T2" fmla="*/ 12 w 12"/>
                <a:gd name="T3" fmla="*/ 7 h 13"/>
                <a:gd name="T4" fmla="*/ 6 w 12"/>
                <a:gd name="T5" fmla="*/ 12 h 13"/>
                <a:gd name="T6" fmla="*/ 1 w 12"/>
                <a:gd name="T7" fmla="*/ 7 h 13"/>
                <a:gd name="T8" fmla="*/ 7 w 12"/>
                <a:gd name="T9" fmla="*/ 0 h 13"/>
              </a:gdLst>
              <a:ahLst/>
              <a:cxnLst>
                <a:cxn ang="0">
                  <a:pos x="T0" y="T1"/>
                </a:cxn>
                <a:cxn ang="0">
                  <a:pos x="T2" y="T3"/>
                </a:cxn>
                <a:cxn ang="0">
                  <a:pos x="T4" y="T5"/>
                </a:cxn>
                <a:cxn ang="0">
                  <a:pos x="T6" y="T7"/>
                </a:cxn>
                <a:cxn ang="0">
                  <a:pos x="T8" y="T9"/>
                </a:cxn>
              </a:cxnLst>
              <a:rect l="0" t="0" r="r" b="b"/>
              <a:pathLst>
                <a:path w="12" h="13">
                  <a:moveTo>
                    <a:pt x="7" y="0"/>
                  </a:moveTo>
                  <a:cubicBezTo>
                    <a:pt x="10" y="0"/>
                    <a:pt x="12" y="3"/>
                    <a:pt x="12" y="7"/>
                  </a:cubicBezTo>
                  <a:cubicBezTo>
                    <a:pt x="12" y="10"/>
                    <a:pt x="8" y="13"/>
                    <a:pt x="6" y="12"/>
                  </a:cubicBezTo>
                  <a:cubicBezTo>
                    <a:pt x="4" y="11"/>
                    <a:pt x="2" y="9"/>
                    <a:pt x="1" y="7"/>
                  </a:cubicBezTo>
                  <a:cubicBezTo>
                    <a:pt x="0" y="3"/>
                    <a:pt x="3"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7" name="Freeform 2628">
              <a:extLst>
                <a:ext uri="{FF2B5EF4-FFF2-40B4-BE49-F238E27FC236}">
                  <a16:creationId xmlns:a16="http://schemas.microsoft.com/office/drawing/2014/main" id="{99DEC77D-05C6-FFD1-2D64-9F28A094C128}"/>
                </a:ext>
              </a:extLst>
            </p:cNvPr>
            <p:cNvSpPr>
              <a:spLocks/>
            </p:cNvSpPr>
            <p:nvPr/>
          </p:nvSpPr>
          <p:spPr bwMode="auto">
            <a:xfrm rot="5094805">
              <a:off x="1409313" y="3196763"/>
              <a:ext cx="27420" cy="27420"/>
            </a:xfrm>
            <a:custGeom>
              <a:avLst/>
              <a:gdLst>
                <a:gd name="T0" fmla="*/ 11 w 11"/>
                <a:gd name="T1" fmla="*/ 6 h 11"/>
                <a:gd name="T2" fmla="*/ 5 w 11"/>
                <a:gd name="T3" fmla="*/ 10 h 11"/>
                <a:gd name="T4" fmla="*/ 0 w 11"/>
                <a:gd name="T5" fmla="*/ 5 h 11"/>
                <a:gd name="T6" fmla="*/ 5 w 11"/>
                <a:gd name="T7" fmla="*/ 1 h 11"/>
                <a:gd name="T8" fmla="*/ 11 w 11"/>
                <a:gd name="T9" fmla="*/ 6 h 11"/>
              </a:gdLst>
              <a:ahLst/>
              <a:cxnLst>
                <a:cxn ang="0">
                  <a:pos x="T0" y="T1"/>
                </a:cxn>
                <a:cxn ang="0">
                  <a:pos x="T2" y="T3"/>
                </a:cxn>
                <a:cxn ang="0">
                  <a:pos x="T4" y="T5"/>
                </a:cxn>
                <a:cxn ang="0">
                  <a:pos x="T6" y="T7"/>
                </a:cxn>
                <a:cxn ang="0">
                  <a:pos x="T8" y="T9"/>
                </a:cxn>
              </a:cxnLst>
              <a:rect l="0" t="0" r="r" b="b"/>
              <a:pathLst>
                <a:path w="11" h="11">
                  <a:moveTo>
                    <a:pt x="11" y="6"/>
                  </a:moveTo>
                  <a:cubicBezTo>
                    <a:pt x="10" y="7"/>
                    <a:pt x="8" y="10"/>
                    <a:pt x="5" y="10"/>
                  </a:cubicBezTo>
                  <a:cubicBezTo>
                    <a:pt x="3" y="11"/>
                    <a:pt x="0" y="8"/>
                    <a:pt x="0" y="5"/>
                  </a:cubicBezTo>
                  <a:cubicBezTo>
                    <a:pt x="0" y="3"/>
                    <a:pt x="2" y="1"/>
                    <a:pt x="5" y="1"/>
                  </a:cubicBezTo>
                  <a:cubicBezTo>
                    <a:pt x="8" y="0"/>
                    <a:pt x="11" y="2"/>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8" name="Freeform 2629">
              <a:extLst>
                <a:ext uri="{FF2B5EF4-FFF2-40B4-BE49-F238E27FC236}">
                  <a16:creationId xmlns:a16="http://schemas.microsoft.com/office/drawing/2014/main" id="{000CC3E5-EFED-3525-8639-A4AF44BD450C}"/>
                </a:ext>
              </a:extLst>
            </p:cNvPr>
            <p:cNvSpPr>
              <a:spLocks/>
            </p:cNvSpPr>
            <p:nvPr/>
          </p:nvSpPr>
          <p:spPr bwMode="auto">
            <a:xfrm rot="5094805">
              <a:off x="1452804" y="3393498"/>
              <a:ext cx="29705" cy="18280"/>
            </a:xfrm>
            <a:custGeom>
              <a:avLst/>
              <a:gdLst>
                <a:gd name="T0" fmla="*/ 5 w 12"/>
                <a:gd name="T1" fmla="*/ 0 h 8"/>
                <a:gd name="T2" fmla="*/ 12 w 12"/>
                <a:gd name="T3" fmla="*/ 3 h 8"/>
                <a:gd name="T4" fmla="*/ 7 w 12"/>
                <a:gd name="T5" fmla="*/ 8 h 8"/>
                <a:gd name="T6" fmla="*/ 1 w 12"/>
                <a:gd name="T7" fmla="*/ 5 h 8"/>
                <a:gd name="T8" fmla="*/ 5 w 12"/>
                <a:gd name="T9" fmla="*/ 0 h 8"/>
              </a:gdLst>
              <a:ahLst/>
              <a:cxnLst>
                <a:cxn ang="0">
                  <a:pos x="T0" y="T1"/>
                </a:cxn>
                <a:cxn ang="0">
                  <a:pos x="T2" y="T3"/>
                </a:cxn>
                <a:cxn ang="0">
                  <a:pos x="T4" y="T5"/>
                </a:cxn>
                <a:cxn ang="0">
                  <a:pos x="T6" y="T7"/>
                </a:cxn>
                <a:cxn ang="0">
                  <a:pos x="T8" y="T9"/>
                </a:cxn>
              </a:cxnLst>
              <a:rect l="0" t="0" r="r" b="b"/>
              <a:pathLst>
                <a:path w="12" h="8">
                  <a:moveTo>
                    <a:pt x="5" y="0"/>
                  </a:moveTo>
                  <a:cubicBezTo>
                    <a:pt x="9" y="0"/>
                    <a:pt x="12" y="1"/>
                    <a:pt x="12" y="3"/>
                  </a:cubicBezTo>
                  <a:cubicBezTo>
                    <a:pt x="12" y="5"/>
                    <a:pt x="10" y="7"/>
                    <a:pt x="7" y="8"/>
                  </a:cubicBezTo>
                  <a:cubicBezTo>
                    <a:pt x="4" y="8"/>
                    <a:pt x="2" y="7"/>
                    <a:pt x="1" y="5"/>
                  </a:cubicBezTo>
                  <a:cubicBezTo>
                    <a:pt x="0" y="3"/>
                    <a:pt x="2"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9" name="Freeform 2630">
              <a:extLst>
                <a:ext uri="{FF2B5EF4-FFF2-40B4-BE49-F238E27FC236}">
                  <a16:creationId xmlns:a16="http://schemas.microsoft.com/office/drawing/2014/main" id="{4DE6B21C-2552-C373-C5AD-1574731CC4E4}"/>
                </a:ext>
              </a:extLst>
            </p:cNvPr>
            <p:cNvSpPr>
              <a:spLocks/>
            </p:cNvSpPr>
            <p:nvPr/>
          </p:nvSpPr>
          <p:spPr bwMode="auto">
            <a:xfrm rot="5094805">
              <a:off x="1506642" y="3585991"/>
              <a:ext cx="29705" cy="18280"/>
            </a:xfrm>
            <a:custGeom>
              <a:avLst/>
              <a:gdLst>
                <a:gd name="T0" fmla="*/ 6 w 12"/>
                <a:gd name="T1" fmla="*/ 6 h 7"/>
                <a:gd name="T2" fmla="*/ 0 w 12"/>
                <a:gd name="T3" fmla="*/ 4 h 7"/>
                <a:gd name="T4" fmla="*/ 4 w 12"/>
                <a:gd name="T5" fmla="*/ 1 h 7"/>
                <a:gd name="T6" fmla="*/ 11 w 12"/>
                <a:gd name="T7" fmla="*/ 2 h 7"/>
                <a:gd name="T8" fmla="*/ 6 w 12"/>
                <a:gd name="T9" fmla="*/ 6 h 7"/>
              </a:gdLst>
              <a:ahLst/>
              <a:cxnLst>
                <a:cxn ang="0">
                  <a:pos x="T0" y="T1"/>
                </a:cxn>
                <a:cxn ang="0">
                  <a:pos x="T2" y="T3"/>
                </a:cxn>
                <a:cxn ang="0">
                  <a:pos x="T4" y="T5"/>
                </a:cxn>
                <a:cxn ang="0">
                  <a:pos x="T6" y="T7"/>
                </a:cxn>
                <a:cxn ang="0">
                  <a:pos x="T8" y="T9"/>
                </a:cxn>
              </a:cxnLst>
              <a:rect l="0" t="0" r="r" b="b"/>
              <a:pathLst>
                <a:path w="12" h="7">
                  <a:moveTo>
                    <a:pt x="6" y="6"/>
                  </a:moveTo>
                  <a:cubicBezTo>
                    <a:pt x="3" y="7"/>
                    <a:pt x="0" y="6"/>
                    <a:pt x="0" y="4"/>
                  </a:cubicBezTo>
                  <a:cubicBezTo>
                    <a:pt x="0" y="3"/>
                    <a:pt x="1" y="2"/>
                    <a:pt x="4" y="1"/>
                  </a:cubicBezTo>
                  <a:cubicBezTo>
                    <a:pt x="7" y="0"/>
                    <a:pt x="10" y="1"/>
                    <a:pt x="11" y="2"/>
                  </a:cubicBezTo>
                  <a:cubicBezTo>
                    <a:pt x="12" y="3"/>
                    <a:pt x="9" y="5"/>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0" name="Freeform 2631">
              <a:extLst>
                <a:ext uri="{FF2B5EF4-FFF2-40B4-BE49-F238E27FC236}">
                  <a16:creationId xmlns:a16="http://schemas.microsoft.com/office/drawing/2014/main" id="{1E6608EA-B4F0-7C07-C0C2-21F038384980}"/>
                </a:ext>
              </a:extLst>
            </p:cNvPr>
            <p:cNvSpPr>
              <a:spLocks/>
            </p:cNvSpPr>
            <p:nvPr/>
          </p:nvSpPr>
          <p:spPr bwMode="auto">
            <a:xfrm rot="5094805">
              <a:off x="1572699" y="3776342"/>
              <a:ext cx="27420" cy="13710"/>
            </a:xfrm>
            <a:custGeom>
              <a:avLst/>
              <a:gdLst>
                <a:gd name="T0" fmla="*/ 5 w 11"/>
                <a:gd name="T1" fmla="*/ 5 h 6"/>
                <a:gd name="T2" fmla="*/ 0 w 11"/>
                <a:gd name="T3" fmla="*/ 4 h 6"/>
                <a:gd name="T4" fmla="*/ 4 w 11"/>
                <a:gd name="T5" fmla="*/ 1 h 6"/>
                <a:gd name="T6" fmla="*/ 11 w 11"/>
                <a:gd name="T7" fmla="*/ 1 h 6"/>
                <a:gd name="T8" fmla="*/ 5 w 11"/>
                <a:gd name="T9" fmla="*/ 5 h 6"/>
              </a:gdLst>
              <a:ahLst/>
              <a:cxnLst>
                <a:cxn ang="0">
                  <a:pos x="T0" y="T1"/>
                </a:cxn>
                <a:cxn ang="0">
                  <a:pos x="T2" y="T3"/>
                </a:cxn>
                <a:cxn ang="0">
                  <a:pos x="T4" y="T5"/>
                </a:cxn>
                <a:cxn ang="0">
                  <a:pos x="T6" y="T7"/>
                </a:cxn>
                <a:cxn ang="0">
                  <a:pos x="T8" y="T9"/>
                </a:cxn>
              </a:cxnLst>
              <a:rect l="0" t="0" r="r" b="b"/>
              <a:pathLst>
                <a:path w="11" h="6">
                  <a:moveTo>
                    <a:pt x="5" y="5"/>
                  </a:moveTo>
                  <a:cubicBezTo>
                    <a:pt x="2" y="6"/>
                    <a:pt x="0" y="5"/>
                    <a:pt x="0" y="4"/>
                  </a:cubicBezTo>
                  <a:cubicBezTo>
                    <a:pt x="0" y="3"/>
                    <a:pt x="1" y="2"/>
                    <a:pt x="4" y="1"/>
                  </a:cubicBezTo>
                  <a:cubicBezTo>
                    <a:pt x="8" y="0"/>
                    <a:pt x="10" y="0"/>
                    <a:pt x="11" y="1"/>
                  </a:cubicBezTo>
                  <a:cubicBezTo>
                    <a:pt x="11" y="2"/>
                    <a:pt x="8" y="4"/>
                    <a:pt x="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1" name="Freeform 2632">
              <a:extLst>
                <a:ext uri="{FF2B5EF4-FFF2-40B4-BE49-F238E27FC236}">
                  <a16:creationId xmlns:a16="http://schemas.microsoft.com/office/drawing/2014/main" id="{6B51E2A2-A287-3FA3-22BB-DAADBB7789E7}"/>
                </a:ext>
              </a:extLst>
            </p:cNvPr>
            <p:cNvSpPr>
              <a:spLocks/>
            </p:cNvSpPr>
            <p:nvPr/>
          </p:nvSpPr>
          <p:spPr bwMode="auto">
            <a:xfrm rot="5094805">
              <a:off x="1654784" y="3965168"/>
              <a:ext cx="27420" cy="11425"/>
            </a:xfrm>
            <a:custGeom>
              <a:avLst/>
              <a:gdLst>
                <a:gd name="T0" fmla="*/ 11 w 11"/>
                <a:gd name="T1" fmla="*/ 1 h 5"/>
                <a:gd name="T2" fmla="*/ 6 w 11"/>
                <a:gd name="T3" fmla="*/ 4 h 5"/>
                <a:gd name="T4" fmla="*/ 0 w 11"/>
                <a:gd name="T5" fmla="*/ 4 h 5"/>
                <a:gd name="T6" fmla="*/ 5 w 11"/>
                <a:gd name="T7" fmla="*/ 2 h 5"/>
                <a:gd name="T8" fmla="*/ 11 w 11"/>
                <a:gd name="T9" fmla="*/ 1 h 5"/>
              </a:gdLst>
              <a:ahLst/>
              <a:cxnLst>
                <a:cxn ang="0">
                  <a:pos x="T0" y="T1"/>
                </a:cxn>
                <a:cxn ang="0">
                  <a:pos x="T2" y="T3"/>
                </a:cxn>
                <a:cxn ang="0">
                  <a:pos x="T4" y="T5"/>
                </a:cxn>
                <a:cxn ang="0">
                  <a:pos x="T6" y="T7"/>
                </a:cxn>
                <a:cxn ang="0">
                  <a:pos x="T8" y="T9"/>
                </a:cxn>
              </a:cxnLst>
              <a:rect l="0" t="0" r="r" b="b"/>
              <a:pathLst>
                <a:path w="11" h="5">
                  <a:moveTo>
                    <a:pt x="11" y="1"/>
                  </a:moveTo>
                  <a:cubicBezTo>
                    <a:pt x="10" y="2"/>
                    <a:pt x="8" y="3"/>
                    <a:pt x="6" y="4"/>
                  </a:cubicBezTo>
                  <a:cubicBezTo>
                    <a:pt x="3" y="5"/>
                    <a:pt x="0" y="5"/>
                    <a:pt x="0" y="4"/>
                  </a:cubicBezTo>
                  <a:cubicBezTo>
                    <a:pt x="0" y="4"/>
                    <a:pt x="2" y="3"/>
                    <a:pt x="5" y="2"/>
                  </a:cubicBezTo>
                  <a:cubicBezTo>
                    <a:pt x="8" y="0"/>
                    <a:pt x="11"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2" name="Freeform 2633">
              <a:extLst>
                <a:ext uri="{FF2B5EF4-FFF2-40B4-BE49-F238E27FC236}">
                  <a16:creationId xmlns:a16="http://schemas.microsoft.com/office/drawing/2014/main" id="{F2233108-ECDF-EA8A-D331-EF7379C33818}"/>
                </a:ext>
              </a:extLst>
            </p:cNvPr>
            <p:cNvSpPr>
              <a:spLocks/>
            </p:cNvSpPr>
            <p:nvPr/>
          </p:nvSpPr>
          <p:spPr bwMode="auto">
            <a:xfrm rot="5094805">
              <a:off x="1508504" y="1214997"/>
              <a:ext cx="29705" cy="34275"/>
            </a:xfrm>
            <a:custGeom>
              <a:avLst/>
              <a:gdLst>
                <a:gd name="T0" fmla="*/ 11 w 12"/>
                <a:gd name="T1" fmla="*/ 10 h 14"/>
                <a:gd name="T2" fmla="*/ 7 w 12"/>
                <a:gd name="T3" fmla="*/ 13 h 14"/>
                <a:gd name="T4" fmla="*/ 0 w 12"/>
                <a:gd name="T5" fmla="*/ 4 h 14"/>
                <a:gd name="T6" fmla="*/ 4 w 12"/>
                <a:gd name="T7" fmla="*/ 1 h 14"/>
                <a:gd name="T8" fmla="*/ 11 w 12"/>
                <a:gd name="T9" fmla="*/ 10 h 14"/>
              </a:gdLst>
              <a:ahLst/>
              <a:cxnLst>
                <a:cxn ang="0">
                  <a:pos x="T0" y="T1"/>
                </a:cxn>
                <a:cxn ang="0">
                  <a:pos x="T2" y="T3"/>
                </a:cxn>
                <a:cxn ang="0">
                  <a:pos x="T4" y="T5"/>
                </a:cxn>
                <a:cxn ang="0">
                  <a:pos x="T6" y="T7"/>
                </a:cxn>
                <a:cxn ang="0">
                  <a:pos x="T8" y="T9"/>
                </a:cxn>
              </a:cxnLst>
              <a:rect l="0" t="0" r="r" b="b"/>
              <a:pathLst>
                <a:path w="12" h="14">
                  <a:moveTo>
                    <a:pt x="11" y="10"/>
                  </a:moveTo>
                  <a:cubicBezTo>
                    <a:pt x="12" y="13"/>
                    <a:pt x="10" y="14"/>
                    <a:pt x="7" y="13"/>
                  </a:cubicBezTo>
                  <a:cubicBezTo>
                    <a:pt x="4" y="11"/>
                    <a:pt x="1" y="7"/>
                    <a:pt x="0" y="4"/>
                  </a:cubicBezTo>
                  <a:cubicBezTo>
                    <a:pt x="0" y="1"/>
                    <a:pt x="1" y="0"/>
                    <a:pt x="4" y="1"/>
                  </a:cubicBezTo>
                  <a:cubicBezTo>
                    <a:pt x="7" y="2"/>
                    <a:pt x="11" y="7"/>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3" name="Freeform 2634">
              <a:extLst>
                <a:ext uri="{FF2B5EF4-FFF2-40B4-BE49-F238E27FC236}">
                  <a16:creationId xmlns:a16="http://schemas.microsoft.com/office/drawing/2014/main" id="{2D1A8B63-23E7-DF6C-BC9A-16171EE87E96}"/>
                </a:ext>
              </a:extLst>
            </p:cNvPr>
            <p:cNvSpPr>
              <a:spLocks/>
            </p:cNvSpPr>
            <p:nvPr/>
          </p:nvSpPr>
          <p:spPr bwMode="auto">
            <a:xfrm rot="5094805">
              <a:off x="1602604" y="1011621"/>
              <a:ext cx="29705" cy="29705"/>
            </a:xfrm>
            <a:custGeom>
              <a:avLst/>
              <a:gdLst>
                <a:gd name="T0" fmla="*/ 11 w 12"/>
                <a:gd name="T1" fmla="*/ 8 h 12"/>
                <a:gd name="T2" fmla="*/ 6 w 12"/>
                <a:gd name="T3" fmla="*/ 11 h 12"/>
                <a:gd name="T4" fmla="*/ 0 w 12"/>
                <a:gd name="T5" fmla="*/ 3 h 12"/>
                <a:gd name="T6" fmla="*/ 4 w 12"/>
                <a:gd name="T7" fmla="*/ 1 h 12"/>
                <a:gd name="T8" fmla="*/ 11 w 12"/>
                <a:gd name="T9" fmla="*/ 8 h 12"/>
              </a:gdLst>
              <a:ahLst/>
              <a:cxnLst>
                <a:cxn ang="0">
                  <a:pos x="T0" y="T1"/>
                </a:cxn>
                <a:cxn ang="0">
                  <a:pos x="T2" y="T3"/>
                </a:cxn>
                <a:cxn ang="0">
                  <a:pos x="T4" y="T5"/>
                </a:cxn>
                <a:cxn ang="0">
                  <a:pos x="T6" y="T7"/>
                </a:cxn>
                <a:cxn ang="0">
                  <a:pos x="T8" y="T9"/>
                </a:cxn>
              </a:cxnLst>
              <a:rect l="0" t="0" r="r" b="b"/>
              <a:pathLst>
                <a:path w="12" h="12">
                  <a:moveTo>
                    <a:pt x="11" y="8"/>
                  </a:moveTo>
                  <a:cubicBezTo>
                    <a:pt x="12" y="11"/>
                    <a:pt x="10" y="12"/>
                    <a:pt x="6" y="11"/>
                  </a:cubicBezTo>
                  <a:cubicBezTo>
                    <a:pt x="3" y="9"/>
                    <a:pt x="0" y="5"/>
                    <a:pt x="0" y="3"/>
                  </a:cubicBezTo>
                  <a:cubicBezTo>
                    <a:pt x="0" y="0"/>
                    <a:pt x="1" y="0"/>
                    <a:pt x="4" y="1"/>
                  </a:cubicBezTo>
                  <a:cubicBezTo>
                    <a:pt x="7" y="2"/>
                    <a:pt x="10" y="6"/>
                    <a:pt x="1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4" name="Freeform 2635">
              <a:extLst>
                <a:ext uri="{FF2B5EF4-FFF2-40B4-BE49-F238E27FC236}">
                  <a16:creationId xmlns:a16="http://schemas.microsoft.com/office/drawing/2014/main" id="{EC3D82BB-39DF-FB0F-4E27-97FCE5918A28}"/>
                </a:ext>
              </a:extLst>
            </p:cNvPr>
            <p:cNvSpPr>
              <a:spLocks/>
            </p:cNvSpPr>
            <p:nvPr/>
          </p:nvSpPr>
          <p:spPr bwMode="auto">
            <a:xfrm rot="5094805">
              <a:off x="1690609" y="803057"/>
              <a:ext cx="29705" cy="27420"/>
            </a:xfrm>
            <a:custGeom>
              <a:avLst/>
              <a:gdLst>
                <a:gd name="T0" fmla="*/ 5 w 12"/>
                <a:gd name="T1" fmla="*/ 1 h 11"/>
                <a:gd name="T2" fmla="*/ 12 w 12"/>
                <a:gd name="T3" fmla="*/ 8 h 11"/>
                <a:gd name="T4" fmla="*/ 7 w 12"/>
                <a:gd name="T5" fmla="*/ 10 h 11"/>
                <a:gd name="T6" fmla="*/ 1 w 12"/>
                <a:gd name="T7" fmla="*/ 4 h 11"/>
                <a:gd name="T8" fmla="*/ 5 w 12"/>
                <a:gd name="T9" fmla="*/ 1 h 11"/>
              </a:gdLst>
              <a:ahLst/>
              <a:cxnLst>
                <a:cxn ang="0">
                  <a:pos x="T0" y="T1"/>
                </a:cxn>
                <a:cxn ang="0">
                  <a:pos x="T2" y="T3"/>
                </a:cxn>
                <a:cxn ang="0">
                  <a:pos x="T4" y="T5"/>
                </a:cxn>
                <a:cxn ang="0">
                  <a:pos x="T6" y="T7"/>
                </a:cxn>
                <a:cxn ang="0">
                  <a:pos x="T8" y="T9"/>
                </a:cxn>
              </a:cxnLst>
              <a:rect l="0" t="0" r="r" b="b"/>
              <a:pathLst>
                <a:path w="12" h="11">
                  <a:moveTo>
                    <a:pt x="5" y="1"/>
                  </a:moveTo>
                  <a:cubicBezTo>
                    <a:pt x="8" y="2"/>
                    <a:pt x="11" y="6"/>
                    <a:pt x="12" y="8"/>
                  </a:cubicBezTo>
                  <a:cubicBezTo>
                    <a:pt x="12" y="10"/>
                    <a:pt x="10" y="11"/>
                    <a:pt x="7" y="10"/>
                  </a:cubicBezTo>
                  <a:cubicBezTo>
                    <a:pt x="4" y="8"/>
                    <a:pt x="2" y="6"/>
                    <a:pt x="1" y="4"/>
                  </a:cubicBezTo>
                  <a:cubicBezTo>
                    <a:pt x="0" y="1"/>
                    <a:pt x="2" y="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5" name="Freeform 2636">
              <a:extLst>
                <a:ext uri="{FF2B5EF4-FFF2-40B4-BE49-F238E27FC236}">
                  <a16:creationId xmlns:a16="http://schemas.microsoft.com/office/drawing/2014/main" id="{FFC0FB19-A474-4ED7-9E1F-DD9793C06E44}"/>
                </a:ext>
              </a:extLst>
            </p:cNvPr>
            <p:cNvSpPr>
              <a:spLocks/>
            </p:cNvSpPr>
            <p:nvPr/>
          </p:nvSpPr>
          <p:spPr bwMode="auto">
            <a:xfrm rot="5094805">
              <a:off x="1758739" y="605429"/>
              <a:ext cx="29705" cy="20565"/>
            </a:xfrm>
            <a:custGeom>
              <a:avLst/>
              <a:gdLst>
                <a:gd name="T0" fmla="*/ 6 w 12"/>
                <a:gd name="T1" fmla="*/ 8 h 9"/>
                <a:gd name="T2" fmla="*/ 0 w 12"/>
                <a:gd name="T3" fmla="*/ 2 h 9"/>
                <a:gd name="T4" fmla="*/ 4 w 12"/>
                <a:gd name="T5" fmla="*/ 1 h 9"/>
                <a:gd name="T6" fmla="*/ 11 w 12"/>
                <a:gd name="T7" fmla="*/ 6 h 9"/>
                <a:gd name="T8" fmla="*/ 6 w 12"/>
                <a:gd name="T9" fmla="*/ 8 h 9"/>
              </a:gdLst>
              <a:ahLst/>
              <a:cxnLst>
                <a:cxn ang="0">
                  <a:pos x="T0" y="T1"/>
                </a:cxn>
                <a:cxn ang="0">
                  <a:pos x="T2" y="T3"/>
                </a:cxn>
                <a:cxn ang="0">
                  <a:pos x="T4" y="T5"/>
                </a:cxn>
                <a:cxn ang="0">
                  <a:pos x="T6" y="T7"/>
                </a:cxn>
                <a:cxn ang="0">
                  <a:pos x="T8" y="T9"/>
                </a:cxn>
              </a:cxnLst>
              <a:rect l="0" t="0" r="r" b="b"/>
              <a:pathLst>
                <a:path w="12" h="9">
                  <a:moveTo>
                    <a:pt x="6" y="8"/>
                  </a:moveTo>
                  <a:cubicBezTo>
                    <a:pt x="3" y="7"/>
                    <a:pt x="0" y="5"/>
                    <a:pt x="0" y="2"/>
                  </a:cubicBezTo>
                  <a:cubicBezTo>
                    <a:pt x="0" y="1"/>
                    <a:pt x="1" y="0"/>
                    <a:pt x="4" y="1"/>
                  </a:cubicBezTo>
                  <a:cubicBezTo>
                    <a:pt x="7" y="1"/>
                    <a:pt x="10" y="4"/>
                    <a:pt x="11" y="6"/>
                  </a:cubicBezTo>
                  <a:cubicBezTo>
                    <a:pt x="12" y="9"/>
                    <a:pt x="9" y="9"/>
                    <a:pt x="6"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6" name="Freeform 2637">
              <a:extLst>
                <a:ext uri="{FF2B5EF4-FFF2-40B4-BE49-F238E27FC236}">
                  <a16:creationId xmlns:a16="http://schemas.microsoft.com/office/drawing/2014/main" id="{700938CF-4B1D-3193-DECF-DDB4F98A7A16}"/>
                </a:ext>
              </a:extLst>
            </p:cNvPr>
            <p:cNvSpPr>
              <a:spLocks/>
            </p:cNvSpPr>
            <p:nvPr/>
          </p:nvSpPr>
          <p:spPr bwMode="auto">
            <a:xfrm rot="5094805">
              <a:off x="1799459" y="408053"/>
              <a:ext cx="27420" cy="15995"/>
            </a:xfrm>
            <a:custGeom>
              <a:avLst/>
              <a:gdLst>
                <a:gd name="T0" fmla="*/ 6 w 11"/>
                <a:gd name="T1" fmla="*/ 7 h 7"/>
                <a:gd name="T2" fmla="*/ 0 w 11"/>
                <a:gd name="T3" fmla="*/ 2 h 7"/>
                <a:gd name="T4" fmla="*/ 4 w 11"/>
                <a:gd name="T5" fmla="*/ 0 h 7"/>
                <a:gd name="T6" fmla="*/ 11 w 11"/>
                <a:gd name="T7" fmla="*/ 4 h 7"/>
                <a:gd name="T8" fmla="*/ 6 w 11"/>
                <a:gd name="T9" fmla="*/ 7 h 7"/>
              </a:gdLst>
              <a:ahLst/>
              <a:cxnLst>
                <a:cxn ang="0">
                  <a:pos x="T0" y="T1"/>
                </a:cxn>
                <a:cxn ang="0">
                  <a:pos x="T2" y="T3"/>
                </a:cxn>
                <a:cxn ang="0">
                  <a:pos x="T4" y="T5"/>
                </a:cxn>
                <a:cxn ang="0">
                  <a:pos x="T6" y="T7"/>
                </a:cxn>
                <a:cxn ang="0">
                  <a:pos x="T8" y="T9"/>
                </a:cxn>
              </a:cxnLst>
              <a:rect l="0" t="0" r="r" b="b"/>
              <a:pathLst>
                <a:path w="11" h="7">
                  <a:moveTo>
                    <a:pt x="6" y="7"/>
                  </a:moveTo>
                  <a:cubicBezTo>
                    <a:pt x="3" y="6"/>
                    <a:pt x="0" y="4"/>
                    <a:pt x="0" y="2"/>
                  </a:cubicBezTo>
                  <a:cubicBezTo>
                    <a:pt x="0" y="1"/>
                    <a:pt x="1" y="0"/>
                    <a:pt x="4" y="0"/>
                  </a:cubicBezTo>
                  <a:cubicBezTo>
                    <a:pt x="7" y="0"/>
                    <a:pt x="10" y="2"/>
                    <a:pt x="11" y="4"/>
                  </a:cubicBezTo>
                  <a:cubicBezTo>
                    <a:pt x="11" y="6"/>
                    <a:pt x="9" y="7"/>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7" name="Freeform 2638">
              <a:extLst>
                <a:ext uri="{FF2B5EF4-FFF2-40B4-BE49-F238E27FC236}">
                  <a16:creationId xmlns:a16="http://schemas.microsoft.com/office/drawing/2014/main" id="{3B339D48-045D-C699-8F93-53E5E53B22F3}"/>
                </a:ext>
              </a:extLst>
            </p:cNvPr>
            <p:cNvSpPr>
              <a:spLocks/>
            </p:cNvSpPr>
            <p:nvPr/>
          </p:nvSpPr>
          <p:spPr bwMode="auto">
            <a:xfrm rot="5094805">
              <a:off x="1800244" y="210699"/>
              <a:ext cx="27420" cy="15995"/>
            </a:xfrm>
            <a:custGeom>
              <a:avLst/>
              <a:gdLst>
                <a:gd name="T0" fmla="*/ 5 w 11"/>
                <a:gd name="T1" fmla="*/ 0 h 6"/>
                <a:gd name="T2" fmla="*/ 11 w 11"/>
                <a:gd name="T3" fmla="*/ 3 h 6"/>
                <a:gd name="T4" fmla="*/ 5 w 11"/>
                <a:gd name="T5" fmla="*/ 6 h 6"/>
                <a:gd name="T6" fmla="*/ 0 w 11"/>
                <a:gd name="T7" fmla="*/ 3 h 6"/>
                <a:gd name="T8" fmla="*/ 5 w 11"/>
                <a:gd name="T9" fmla="*/ 0 h 6"/>
              </a:gdLst>
              <a:ahLst/>
              <a:cxnLst>
                <a:cxn ang="0">
                  <a:pos x="T0" y="T1"/>
                </a:cxn>
                <a:cxn ang="0">
                  <a:pos x="T2" y="T3"/>
                </a:cxn>
                <a:cxn ang="0">
                  <a:pos x="T4" y="T5"/>
                </a:cxn>
                <a:cxn ang="0">
                  <a:pos x="T6" y="T7"/>
                </a:cxn>
                <a:cxn ang="0">
                  <a:pos x="T8" y="T9"/>
                </a:cxn>
              </a:cxnLst>
              <a:rect l="0" t="0" r="r" b="b"/>
              <a:pathLst>
                <a:path w="11" h="6">
                  <a:moveTo>
                    <a:pt x="5" y="0"/>
                  </a:moveTo>
                  <a:cubicBezTo>
                    <a:pt x="9" y="0"/>
                    <a:pt x="11" y="1"/>
                    <a:pt x="11" y="3"/>
                  </a:cubicBezTo>
                  <a:cubicBezTo>
                    <a:pt x="11" y="5"/>
                    <a:pt x="8" y="6"/>
                    <a:pt x="5" y="6"/>
                  </a:cubicBezTo>
                  <a:cubicBezTo>
                    <a:pt x="3" y="6"/>
                    <a:pt x="1" y="5"/>
                    <a:pt x="0" y="3"/>
                  </a:cubicBezTo>
                  <a:cubicBezTo>
                    <a:pt x="0" y="1"/>
                    <a:pt x="2"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8" name="Freeform 2639">
              <a:extLst>
                <a:ext uri="{FF2B5EF4-FFF2-40B4-BE49-F238E27FC236}">
                  <a16:creationId xmlns:a16="http://schemas.microsoft.com/office/drawing/2014/main" id="{DD48166D-03CF-D3A4-BEE6-75816F27DF1D}"/>
                </a:ext>
              </a:extLst>
            </p:cNvPr>
            <p:cNvSpPr>
              <a:spLocks/>
            </p:cNvSpPr>
            <p:nvPr/>
          </p:nvSpPr>
          <p:spPr bwMode="auto">
            <a:xfrm rot="5094805">
              <a:off x="1753842" y="22141"/>
              <a:ext cx="27420" cy="20565"/>
            </a:xfrm>
            <a:custGeom>
              <a:avLst/>
              <a:gdLst>
                <a:gd name="T0" fmla="*/ 11 w 11"/>
                <a:gd name="T1" fmla="*/ 2 h 8"/>
                <a:gd name="T2" fmla="*/ 6 w 11"/>
                <a:gd name="T3" fmla="*/ 7 h 8"/>
                <a:gd name="T4" fmla="*/ 0 w 11"/>
                <a:gd name="T5" fmla="*/ 6 h 8"/>
                <a:gd name="T6" fmla="*/ 4 w 11"/>
                <a:gd name="T7" fmla="*/ 2 h 8"/>
                <a:gd name="T8" fmla="*/ 11 w 11"/>
                <a:gd name="T9" fmla="*/ 2 h 8"/>
              </a:gdLst>
              <a:ahLst/>
              <a:cxnLst>
                <a:cxn ang="0">
                  <a:pos x="T0" y="T1"/>
                </a:cxn>
                <a:cxn ang="0">
                  <a:pos x="T2" y="T3"/>
                </a:cxn>
                <a:cxn ang="0">
                  <a:pos x="T4" y="T5"/>
                </a:cxn>
                <a:cxn ang="0">
                  <a:pos x="T6" y="T7"/>
                </a:cxn>
                <a:cxn ang="0">
                  <a:pos x="T8" y="T9"/>
                </a:cxn>
              </a:cxnLst>
              <a:rect l="0" t="0" r="r" b="b"/>
              <a:pathLst>
                <a:path w="11" h="8">
                  <a:moveTo>
                    <a:pt x="11" y="2"/>
                  </a:moveTo>
                  <a:cubicBezTo>
                    <a:pt x="11" y="4"/>
                    <a:pt x="9" y="6"/>
                    <a:pt x="6" y="7"/>
                  </a:cubicBezTo>
                  <a:cubicBezTo>
                    <a:pt x="3" y="8"/>
                    <a:pt x="0" y="8"/>
                    <a:pt x="0" y="6"/>
                  </a:cubicBezTo>
                  <a:cubicBezTo>
                    <a:pt x="0" y="4"/>
                    <a:pt x="1" y="3"/>
                    <a:pt x="4" y="2"/>
                  </a:cubicBezTo>
                  <a:cubicBezTo>
                    <a:pt x="7" y="0"/>
                    <a:pt x="10"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9" name="Freeform 2661">
              <a:extLst>
                <a:ext uri="{FF2B5EF4-FFF2-40B4-BE49-F238E27FC236}">
                  <a16:creationId xmlns:a16="http://schemas.microsoft.com/office/drawing/2014/main" id="{90537814-62AB-C390-0FFC-0D8588600DB4}"/>
                </a:ext>
              </a:extLst>
            </p:cNvPr>
            <p:cNvSpPr>
              <a:spLocks/>
            </p:cNvSpPr>
            <p:nvPr/>
          </p:nvSpPr>
          <p:spPr bwMode="auto">
            <a:xfrm rot="5094805">
              <a:off x="1746909" y="4147380"/>
              <a:ext cx="27420" cy="15995"/>
            </a:xfrm>
            <a:custGeom>
              <a:avLst/>
              <a:gdLst>
                <a:gd name="T0" fmla="*/ 8 w 11"/>
                <a:gd name="T1" fmla="*/ 3 h 6"/>
                <a:gd name="T2" fmla="*/ 0 w 11"/>
                <a:gd name="T3" fmla="*/ 5 h 6"/>
                <a:gd name="T4" fmla="*/ 4 w 11"/>
                <a:gd name="T5" fmla="*/ 2 h 6"/>
                <a:gd name="T6" fmla="*/ 11 w 11"/>
                <a:gd name="T7" fmla="*/ 1 h 6"/>
                <a:gd name="T8" fmla="*/ 8 w 11"/>
                <a:gd name="T9" fmla="*/ 3 h 6"/>
              </a:gdLst>
              <a:ahLst/>
              <a:cxnLst>
                <a:cxn ang="0">
                  <a:pos x="T0" y="T1"/>
                </a:cxn>
                <a:cxn ang="0">
                  <a:pos x="T2" y="T3"/>
                </a:cxn>
                <a:cxn ang="0">
                  <a:pos x="T4" y="T5"/>
                </a:cxn>
                <a:cxn ang="0">
                  <a:pos x="T6" y="T7"/>
                </a:cxn>
                <a:cxn ang="0">
                  <a:pos x="T8" y="T9"/>
                </a:cxn>
              </a:cxnLst>
              <a:rect l="0" t="0" r="r" b="b"/>
              <a:pathLst>
                <a:path w="11" h="6">
                  <a:moveTo>
                    <a:pt x="8" y="3"/>
                  </a:moveTo>
                  <a:cubicBezTo>
                    <a:pt x="4" y="5"/>
                    <a:pt x="1" y="6"/>
                    <a:pt x="0" y="5"/>
                  </a:cubicBezTo>
                  <a:cubicBezTo>
                    <a:pt x="0" y="5"/>
                    <a:pt x="2" y="4"/>
                    <a:pt x="4" y="2"/>
                  </a:cubicBezTo>
                  <a:cubicBezTo>
                    <a:pt x="7" y="1"/>
                    <a:pt x="11" y="0"/>
                    <a:pt x="11" y="1"/>
                  </a:cubicBezTo>
                  <a:cubicBezTo>
                    <a:pt x="11" y="1"/>
                    <a:pt x="9" y="2"/>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0" name="Freeform 2662">
              <a:extLst>
                <a:ext uri="{FF2B5EF4-FFF2-40B4-BE49-F238E27FC236}">
                  <a16:creationId xmlns:a16="http://schemas.microsoft.com/office/drawing/2014/main" id="{88ED03DF-5C51-3D6E-0311-B0C363B5D360}"/>
                </a:ext>
              </a:extLst>
            </p:cNvPr>
            <p:cNvSpPr>
              <a:spLocks/>
            </p:cNvSpPr>
            <p:nvPr/>
          </p:nvSpPr>
          <p:spPr bwMode="auto">
            <a:xfrm rot="5094805">
              <a:off x="1845958" y="4333448"/>
              <a:ext cx="29705" cy="13710"/>
            </a:xfrm>
            <a:custGeom>
              <a:avLst/>
              <a:gdLst>
                <a:gd name="T0" fmla="*/ 11 w 12"/>
                <a:gd name="T1" fmla="*/ 0 h 6"/>
                <a:gd name="T2" fmla="*/ 6 w 12"/>
                <a:gd name="T3" fmla="*/ 4 h 6"/>
                <a:gd name="T4" fmla="*/ 0 w 12"/>
                <a:gd name="T5" fmla="*/ 5 h 6"/>
                <a:gd name="T6" fmla="*/ 5 w 12"/>
                <a:gd name="T7" fmla="*/ 2 h 6"/>
                <a:gd name="T8" fmla="*/ 11 w 12"/>
                <a:gd name="T9" fmla="*/ 0 h 6"/>
              </a:gdLst>
              <a:ahLst/>
              <a:cxnLst>
                <a:cxn ang="0">
                  <a:pos x="T0" y="T1"/>
                </a:cxn>
                <a:cxn ang="0">
                  <a:pos x="T2" y="T3"/>
                </a:cxn>
                <a:cxn ang="0">
                  <a:pos x="T4" y="T5"/>
                </a:cxn>
                <a:cxn ang="0">
                  <a:pos x="T6" y="T7"/>
                </a:cxn>
                <a:cxn ang="0">
                  <a:pos x="T8" y="T9"/>
                </a:cxn>
              </a:cxnLst>
              <a:rect l="0" t="0" r="r" b="b"/>
              <a:pathLst>
                <a:path w="12" h="6">
                  <a:moveTo>
                    <a:pt x="11" y="0"/>
                  </a:moveTo>
                  <a:cubicBezTo>
                    <a:pt x="12" y="1"/>
                    <a:pt x="9" y="3"/>
                    <a:pt x="6" y="4"/>
                  </a:cubicBezTo>
                  <a:cubicBezTo>
                    <a:pt x="3" y="5"/>
                    <a:pt x="0" y="6"/>
                    <a:pt x="0" y="5"/>
                  </a:cubicBezTo>
                  <a:cubicBezTo>
                    <a:pt x="0" y="5"/>
                    <a:pt x="2" y="4"/>
                    <a:pt x="5" y="2"/>
                  </a:cubicBezTo>
                  <a:cubicBezTo>
                    <a:pt x="8" y="1"/>
                    <a:pt x="11"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1" name="Freeform 2663">
              <a:extLst>
                <a:ext uri="{FF2B5EF4-FFF2-40B4-BE49-F238E27FC236}">
                  <a16:creationId xmlns:a16="http://schemas.microsoft.com/office/drawing/2014/main" id="{2731E0E7-3FC9-544F-9D7D-B0666C0869A5}"/>
                </a:ext>
              </a:extLst>
            </p:cNvPr>
            <p:cNvSpPr>
              <a:spLocks/>
            </p:cNvSpPr>
            <p:nvPr/>
          </p:nvSpPr>
          <p:spPr bwMode="auto">
            <a:xfrm rot="5094805">
              <a:off x="1953918" y="4514348"/>
              <a:ext cx="27420" cy="15995"/>
            </a:xfrm>
            <a:custGeom>
              <a:avLst/>
              <a:gdLst>
                <a:gd name="T0" fmla="*/ 11 w 11"/>
                <a:gd name="T1" fmla="*/ 1 h 7"/>
                <a:gd name="T2" fmla="*/ 5 w 11"/>
                <a:gd name="T3" fmla="*/ 5 h 7"/>
                <a:gd name="T4" fmla="*/ 0 w 11"/>
                <a:gd name="T5" fmla="*/ 6 h 7"/>
                <a:gd name="T6" fmla="*/ 5 w 11"/>
                <a:gd name="T7" fmla="*/ 3 h 7"/>
                <a:gd name="T8" fmla="*/ 11 w 11"/>
                <a:gd name="T9" fmla="*/ 1 h 7"/>
              </a:gdLst>
              <a:ahLst/>
              <a:cxnLst>
                <a:cxn ang="0">
                  <a:pos x="T0" y="T1"/>
                </a:cxn>
                <a:cxn ang="0">
                  <a:pos x="T2" y="T3"/>
                </a:cxn>
                <a:cxn ang="0">
                  <a:pos x="T4" y="T5"/>
                </a:cxn>
                <a:cxn ang="0">
                  <a:pos x="T6" y="T7"/>
                </a:cxn>
                <a:cxn ang="0">
                  <a:pos x="T8" y="T9"/>
                </a:cxn>
              </a:cxnLst>
              <a:rect l="0" t="0" r="r" b="b"/>
              <a:pathLst>
                <a:path w="11" h="7">
                  <a:moveTo>
                    <a:pt x="11" y="1"/>
                  </a:moveTo>
                  <a:cubicBezTo>
                    <a:pt x="10" y="2"/>
                    <a:pt x="8" y="4"/>
                    <a:pt x="5" y="5"/>
                  </a:cubicBezTo>
                  <a:cubicBezTo>
                    <a:pt x="3" y="6"/>
                    <a:pt x="0" y="7"/>
                    <a:pt x="0" y="6"/>
                  </a:cubicBezTo>
                  <a:cubicBezTo>
                    <a:pt x="1" y="5"/>
                    <a:pt x="2" y="4"/>
                    <a:pt x="5" y="3"/>
                  </a:cubicBezTo>
                  <a:cubicBezTo>
                    <a:pt x="8" y="1"/>
                    <a:pt x="11"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2" name="Freeform 2664">
              <a:extLst>
                <a:ext uri="{FF2B5EF4-FFF2-40B4-BE49-F238E27FC236}">
                  <a16:creationId xmlns:a16="http://schemas.microsoft.com/office/drawing/2014/main" id="{CDEB7641-138B-FF74-1B4A-D3DBECB34F58}"/>
                </a:ext>
              </a:extLst>
            </p:cNvPr>
            <p:cNvSpPr>
              <a:spLocks/>
            </p:cNvSpPr>
            <p:nvPr/>
          </p:nvSpPr>
          <p:spPr bwMode="auto">
            <a:xfrm rot="5094805">
              <a:off x="2063315" y="4700743"/>
              <a:ext cx="27420" cy="13710"/>
            </a:xfrm>
            <a:custGeom>
              <a:avLst/>
              <a:gdLst>
                <a:gd name="T0" fmla="*/ 11 w 11"/>
                <a:gd name="T1" fmla="*/ 0 h 6"/>
                <a:gd name="T2" fmla="*/ 6 w 11"/>
                <a:gd name="T3" fmla="*/ 4 h 6"/>
                <a:gd name="T4" fmla="*/ 0 w 11"/>
                <a:gd name="T5" fmla="*/ 6 h 6"/>
                <a:gd name="T6" fmla="*/ 4 w 11"/>
                <a:gd name="T7" fmla="*/ 2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11" y="1"/>
                    <a:pt x="9" y="2"/>
                    <a:pt x="6" y="4"/>
                  </a:cubicBezTo>
                  <a:cubicBezTo>
                    <a:pt x="3" y="5"/>
                    <a:pt x="0" y="6"/>
                    <a:pt x="0" y="6"/>
                  </a:cubicBezTo>
                  <a:cubicBezTo>
                    <a:pt x="0" y="5"/>
                    <a:pt x="1" y="4"/>
                    <a:pt x="4" y="2"/>
                  </a:cubicBezTo>
                  <a:cubicBezTo>
                    <a:pt x="6" y="1"/>
                    <a:pt x="10"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3" name="Freeform 2665">
              <a:extLst>
                <a:ext uri="{FF2B5EF4-FFF2-40B4-BE49-F238E27FC236}">
                  <a16:creationId xmlns:a16="http://schemas.microsoft.com/office/drawing/2014/main" id="{9197BECC-DB02-613B-355D-57BA9D2DBB63}"/>
                </a:ext>
              </a:extLst>
            </p:cNvPr>
            <p:cNvSpPr>
              <a:spLocks/>
            </p:cNvSpPr>
            <p:nvPr/>
          </p:nvSpPr>
          <p:spPr bwMode="auto">
            <a:xfrm rot="5094805">
              <a:off x="2173542" y="4881238"/>
              <a:ext cx="29705" cy="15995"/>
            </a:xfrm>
            <a:custGeom>
              <a:avLst/>
              <a:gdLst>
                <a:gd name="T0" fmla="*/ 6 w 12"/>
                <a:gd name="T1" fmla="*/ 5 h 7"/>
                <a:gd name="T2" fmla="*/ 1 w 12"/>
                <a:gd name="T3" fmla="*/ 6 h 7"/>
                <a:gd name="T4" fmla="*/ 5 w 12"/>
                <a:gd name="T5" fmla="*/ 3 h 7"/>
                <a:gd name="T6" fmla="*/ 11 w 12"/>
                <a:gd name="T7" fmla="*/ 1 h 7"/>
                <a:gd name="T8" fmla="*/ 6 w 12"/>
                <a:gd name="T9" fmla="*/ 5 h 7"/>
              </a:gdLst>
              <a:ahLst/>
              <a:cxnLst>
                <a:cxn ang="0">
                  <a:pos x="T0" y="T1"/>
                </a:cxn>
                <a:cxn ang="0">
                  <a:pos x="T2" y="T3"/>
                </a:cxn>
                <a:cxn ang="0">
                  <a:pos x="T4" y="T5"/>
                </a:cxn>
                <a:cxn ang="0">
                  <a:pos x="T6" y="T7"/>
                </a:cxn>
                <a:cxn ang="0">
                  <a:pos x="T8" y="T9"/>
                </a:cxn>
              </a:cxnLst>
              <a:rect l="0" t="0" r="r" b="b"/>
              <a:pathLst>
                <a:path w="12" h="7">
                  <a:moveTo>
                    <a:pt x="6" y="5"/>
                  </a:moveTo>
                  <a:cubicBezTo>
                    <a:pt x="3" y="7"/>
                    <a:pt x="0" y="7"/>
                    <a:pt x="1" y="6"/>
                  </a:cubicBezTo>
                  <a:cubicBezTo>
                    <a:pt x="1" y="5"/>
                    <a:pt x="2" y="4"/>
                    <a:pt x="5" y="3"/>
                  </a:cubicBezTo>
                  <a:cubicBezTo>
                    <a:pt x="8" y="1"/>
                    <a:pt x="11" y="0"/>
                    <a:pt x="11" y="1"/>
                  </a:cubicBezTo>
                  <a:cubicBezTo>
                    <a:pt x="12" y="2"/>
                    <a:pt x="9"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4" name="Freeform 2666">
              <a:extLst>
                <a:ext uri="{FF2B5EF4-FFF2-40B4-BE49-F238E27FC236}">
                  <a16:creationId xmlns:a16="http://schemas.microsoft.com/office/drawing/2014/main" id="{098CD299-C77C-C805-202F-AA00EEB37D1E}"/>
                </a:ext>
              </a:extLst>
            </p:cNvPr>
            <p:cNvSpPr>
              <a:spLocks/>
            </p:cNvSpPr>
            <p:nvPr/>
          </p:nvSpPr>
          <p:spPr bwMode="auto">
            <a:xfrm rot="5094805">
              <a:off x="2282534" y="5063081"/>
              <a:ext cx="29705" cy="13710"/>
            </a:xfrm>
            <a:custGeom>
              <a:avLst/>
              <a:gdLst>
                <a:gd name="T0" fmla="*/ 6 w 12"/>
                <a:gd name="T1" fmla="*/ 2 h 6"/>
                <a:gd name="T2" fmla="*/ 12 w 12"/>
                <a:gd name="T3" fmla="*/ 0 h 6"/>
                <a:gd name="T4" fmla="*/ 7 w 12"/>
                <a:gd name="T5" fmla="*/ 5 h 6"/>
                <a:gd name="T6" fmla="*/ 1 w 12"/>
                <a:gd name="T7" fmla="*/ 6 h 6"/>
                <a:gd name="T8" fmla="*/ 6 w 12"/>
                <a:gd name="T9" fmla="*/ 2 h 6"/>
              </a:gdLst>
              <a:ahLst/>
              <a:cxnLst>
                <a:cxn ang="0">
                  <a:pos x="T0" y="T1"/>
                </a:cxn>
                <a:cxn ang="0">
                  <a:pos x="T2" y="T3"/>
                </a:cxn>
                <a:cxn ang="0">
                  <a:pos x="T4" y="T5"/>
                </a:cxn>
                <a:cxn ang="0">
                  <a:pos x="T6" y="T7"/>
                </a:cxn>
                <a:cxn ang="0">
                  <a:pos x="T8" y="T9"/>
                </a:cxn>
              </a:cxnLst>
              <a:rect l="0" t="0" r="r" b="b"/>
              <a:pathLst>
                <a:path w="12" h="6">
                  <a:moveTo>
                    <a:pt x="6" y="2"/>
                  </a:moveTo>
                  <a:cubicBezTo>
                    <a:pt x="9" y="0"/>
                    <a:pt x="12" y="0"/>
                    <a:pt x="12" y="0"/>
                  </a:cubicBezTo>
                  <a:cubicBezTo>
                    <a:pt x="12" y="1"/>
                    <a:pt x="10" y="3"/>
                    <a:pt x="7" y="5"/>
                  </a:cubicBezTo>
                  <a:cubicBezTo>
                    <a:pt x="4" y="6"/>
                    <a:pt x="2" y="6"/>
                    <a:pt x="1" y="6"/>
                  </a:cubicBezTo>
                  <a:cubicBezTo>
                    <a:pt x="0" y="5"/>
                    <a:pt x="2"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5" name="Freeform 2667">
              <a:extLst>
                <a:ext uri="{FF2B5EF4-FFF2-40B4-BE49-F238E27FC236}">
                  <a16:creationId xmlns:a16="http://schemas.microsoft.com/office/drawing/2014/main" id="{9999E54C-AA5F-791B-606E-03B2634A1D43}"/>
                </a:ext>
              </a:extLst>
            </p:cNvPr>
            <p:cNvSpPr>
              <a:spLocks/>
            </p:cNvSpPr>
            <p:nvPr/>
          </p:nvSpPr>
          <p:spPr bwMode="auto">
            <a:xfrm rot="5094805">
              <a:off x="2388314" y="5246363"/>
              <a:ext cx="29705" cy="13710"/>
            </a:xfrm>
            <a:custGeom>
              <a:avLst/>
              <a:gdLst>
                <a:gd name="T0" fmla="*/ 5 w 12"/>
                <a:gd name="T1" fmla="*/ 2 h 6"/>
                <a:gd name="T2" fmla="*/ 12 w 12"/>
                <a:gd name="T3" fmla="*/ 1 h 6"/>
                <a:gd name="T4" fmla="*/ 7 w 12"/>
                <a:gd name="T5" fmla="*/ 5 h 6"/>
                <a:gd name="T6" fmla="*/ 1 w 12"/>
                <a:gd name="T7" fmla="*/ 6 h 6"/>
                <a:gd name="T8" fmla="*/ 5 w 12"/>
                <a:gd name="T9" fmla="*/ 2 h 6"/>
              </a:gdLst>
              <a:ahLst/>
              <a:cxnLst>
                <a:cxn ang="0">
                  <a:pos x="T0" y="T1"/>
                </a:cxn>
                <a:cxn ang="0">
                  <a:pos x="T2" y="T3"/>
                </a:cxn>
                <a:cxn ang="0">
                  <a:pos x="T4" y="T5"/>
                </a:cxn>
                <a:cxn ang="0">
                  <a:pos x="T6" y="T7"/>
                </a:cxn>
                <a:cxn ang="0">
                  <a:pos x="T8" y="T9"/>
                </a:cxn>
              </a:cxnLst>
              <a:rect l="0" t="0" r="r" b="b"/>
              <a:pathLst>
                <a:path w="12" h="6">
                  <a:moveTo>
                    <a:pt x="5" y="2"/>
                  </a:moveTo>
                  <a:cubicBezTo>
                    <a:pt x="8" y="0"/>
                    <a:pt x="11" y="0"/>
                    <a:pt x="12" y="1"/>
                  </a:cubicBezTo>
                  <a:cubicBezTo>
                    <a:pt x="12" y="1"/>
                    <a:pt x="10" y="4"/>
                    <a:pt x="7" y="5"/>
                  </a:cubicBezTo>
                  <a:cubicBezTo>
                    <a:pt x="4" y="6"/>
                    <a:pt x="2" y="6"/>
                    <a:pt x="1" y="6"/>
                  </a:cubicBezTo>
                  <a:cubicBezTo>
                    <a:pt x="0" y="5"/>
                    <a:pt x="2" y="3"/>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6" name="Freeform 2668">
              <a:extLst>
                <a:ext uri="{FF2B5EF4-FFF2-40B4-BE49-F238E27FC236}">
                  <a16:creationId xmlns:a16="http://schemas.microsoft.com/office/drawing/2014/main" id="{4DD02DA0-0DDE-5B98-39D5-B1E9CE4CEF0F}"/>
                </a:ext>
              </a:extLst>
            </p:cNvPr>
            <p:cNvSpPr>
              <a:spLocks/>
            </p:cNvSpPr>
            <p:nvPr/>
          </p:nvSpPr>
          <p:spPr bwMode="auto">
            <a:xfrm rot="5094805">
              <a:off x="2487575" y="5432624"/>
              <a:ext cx="27420" cy="15995"/>
            </a:xfrm>
            <a:custGeom>
              <a:avLst/>
              <a:gdLst>
                <a:gd name="T0" fmla="*/ 10 w 11"/>
                <a:gd name="T1" fmla="*/ 1 h 6"/>
                <a:gd name="T2" fmla="*/ 6 w 11"/>
                <a:gd name="T3" fmla="*/ 5 h 6"/>
                <a:gd name="T4" fmla="*/ 0 w 11"/>
                <a:gd name="T5" fmla="*/ 5 h 6"/>
                <a:gd name="T6" fmla="*/ 4 w 11"/>
                <a:gd name="T7" fmla="*/ 1 h 6"/>
                <a:gd name="T8" fmla="*/ 10 w 11"/>
                <a:gd name="T9" fmla="*/ 1 h 6"/>
              </a:gdLst>
              <a:ahLst/>
              <a:cxnLst>
                <a:cxn ang="0">
                  <a:pos x="T0" y="T1"/>
                </a:cxn>
                <a:cxn ang="0">
                  <a:pos x="T2" y="T3"/>
                </a:cxn>
                <a:cxn ang="0">
                  <a:pos x="T4" y="T5"/>
                </a:cxn>
                <a:cxn ang="0">
                  <a:pos x="T6" y="T7"/>
                </a:cxn>
                <a:cxn ang="0">
                  <a:pos x="T8" y="T9"/>
                </a:cxn>
              </a:cxnLst>
              <a:rect l="0" t="0" r="r" b="b"/>
              <a:pathLst>
                <a:path w="11" h="6">
                  <a:moveTo>
                    <a:pt x="10" y="1"/>
                  </a:moveTo>
                  <a:cubicBezTo>
                    <a:pt x="11" y="2"/>
                    <a:pt x="9" y="4"/>
                    <a:pt x="6" y="5"/>
                  </a:cubicBezTo>
                  <a:cubicBezTo>
                    <a:pt x="3" y="6"/>
                    <a:pt x="0" y="6"/>
                    <a:pt x="0" y="5"/>
                  </a:cubicBezTo>
                  <a:cubicBezTo>
                    <a:pt x="0" y="4"/>
                    <a:pt x="1" y="3"/>
                    <a:pt x="4" y="1"/>
                  </a:cubicBezTo>
                  <a:cubicBezTo>
                    <a:pt x="6" y="0"/>
                    <a:pt x="10"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7" name="Freeform 2669">
              <a:extLst>
                <a:ext uri="{FF2B5EF4-FFF2-40B4-BE49-F238E27FC236}">
                  <a16:creationId xmlns:a16="http://schemas.microsoft.com/office/drawing/2014/main" id="{00459FB5-9BD8-BCA5-5534-18344254E7E9}"/>
                </a:ext>
              </a:extLst>
            </p:cNvPr>
            <p:cNvSpPr>
              <a:spLocks/>
            </p:cNvSpPr>
            <p:nvPr/>
          </p:nvSpPr>
          <p:spPr bwMode="auto">
            <a:xfrm rot="5094805">
              <a:off x="2576286" y="5618567"/>
              <a:ext cx="27420" cy="13710"/>
            </a:xfrm>
            <a:custGeom>
              <a:avLst/>
              <a:gdLst>
                <a:gd name="T0" fmla="*/ 6 w 11"/>
                <a:gd name="T1" fmla="*/ 5 h 6"/>
                <a:gd name="T2" fmla="*/ 0 w 11"/>
                <a:gd name="T3" fmla="*/ 5 h 6"/>
                <a:gd name="T4" fmla="*/ 4 w 11"/>
                <a:gd name="T5" fmla="*/ 1 h 6"/>
                <a:gd name="T6" fmla="*/ 10 w 11"/>
                <a:gd name="T7" fmla="*/ 1 h 6"/>
                <a:gd name="T8" fmla="*/ 6 w 11"/>
                <a:gd name="T9" fmla="*/ 5 h 6"/>
              </a:gdLst>
              <a:ahLst/>
              <a:cxnLst>
                <a:cxn ang="0">
                  <a:pos x="T0" y="T1"/>
                </a:cxn>
                <a:cxn ang="0">
                  <a:pos x="T2" y="T3"/>
                </a:cxn>
                <a:cxn ang="0">
                  <a:pos x="T4" y="T5"/>
                </a:cxn>
                <a:cxn ang="0">
                  <a:pos x="T6" y="T7"/>
                </a:cxn>
                <a:cxn ang="0">
                  <a:pos x="T8" y="T9"/>
                </a:cxn>
              </a:cxnLst>
              <a:rect l="0" t="0" r="r" b="b"/>
              <a:pathLst>
                <a:path w="11" h="6">
                  <a:moveTo>
                    <a:pt x="6" y="5"/>
                  </a:moveTo>
                  <a:cubicBezTo>
                    <a:pt x="3" y="6"/>
                    <a:pt x="0" y="6"/>
                    <a:pt x="0" y="5"/>
                  </a:cubicBezTo>
                  <a:cubicBezTo>
                    <a:pt x="0" y="4"/>
                    <a:pt x="1" y="2"/>
                    <a:pt x="4" y="1"/>
                  </a:cubicBezTo>
                  <a:cubicBezTo>
                    <a:pt x="6" y="0"/>
                    <a:pt x="10" y="0"/>
                    <a:pt x="10" y="1"/>
                  </a:cubicBezTo>
                  <a:cubicBezTo>
                    <a:pt x="11" y="2"/>
                    <a:pt x="9"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8" name="Freeform 2670">
              <a:extLst>
                <a:ext uri="{FF2B5EF4-FFF2-40B4-BE49-F238E27FC236}">
                  <a16:creationId xmlns:a16="http://schemas.microsoft.com/office/drawing/2014/main" id="{C8B36B04-AFC9-38EF-3E4D-B3F08D5CE3AA}"/>
                </a:ext>
              </a:extLst>
            </p:cNvPr>
            <p:cNvSpPr>
              <a:spLocks/>
            </p:cNvSpPr>
            <p:nvPr/>
          </p:nvSpPr>
          <p:spPr bwMode="auto">
            <a:xfrm rot="5094805">
              <a:off x="2650097" y="5804588"/>
              <a:ext cx="29705" cy="11425"/>
            </a:xfrm>
            <a:custGeom>
              <a:avLst/>
              <a:gdLst>
                <a:gd name="T0" fmla="*/ 6 w 12"/>
                <a:gd name="T1" fmla="*/ 0 h 5"/>
                <a:gd name="T2" fmla="*/ 12 w 12"/>
                <a:gd name="T3" fmla="*/ 2 h 5"/>
                <a:gd name="T4" fmla="*/ 5 w 12"/>
                <a:gd name="T5" fmla="*/ 5 h 5"/>
                <a:gd name="T6" fmla="*/ 1 w 12"/>
                <a:gd name="T7" fmla="*/ 4 h 5"/>
                <a:gd name="T8" fmla="*/ 6 w 12"/>
                <a:gd name="T9" fmla="*/ 0 h 5"/>
              </a:gdLst>
              <a:ahLst/>
              <a:cxnLst>
                <a:cxn ang="0">
                  <a:pos x="T0" y="T1"/>
                </a:cxn>
                <a:cxn ang="0">
                  <a:pos x="T2" y="T3"/>
                </a:cxn>
                <a:cxn ang="0">
                  <a:pos x="T4" y="T5"/>
                </a:cxn>
                <a:cxn ang="0">
                  <a:pos x="T6" y="T7"/>
                </a:cxn>
                <a:cxn ang="0">
                  <a:pos x="T8" y="T9"/>
                </a:cxn>
              </a:cxnLst>
              <a:rect l="0" t="0" r="r" b="b"/>
              <a:pathLst>
                <a:path w="12" h="5">
                  <a:moveTo>
                    <a:pt x="6" y="0"/>
                  </a:moveTo>
                  <a:cubicBezTo>
                    <a:pt x="9" y="0"/>
                    <a:pt x="12" y="0"/>
                    <a:pt x="12" y="2"/>
                  </a:cubicBezTo>
                  <a:cubicBezTo>
                    <a:pt x="11" y="3"/>
                    <a:pt x="8" y="5"/>
                    <a:pt x="5" y="5"/>
                  </a:cubicBezTo>
                  <a:cubicBezTo>
                    <a:pt x="3" y="5"/>
                    <a:pt x="1" y="5"/>
                    <a:pt x="1" y="4"/>
                  </a:cubicBezTo>
                  <a:cubicBezTo>
                    <a:pt x="0" y="3"/>
                    <a:pt x="3"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9" name="Freeform 2671">
              <a:extLst>
                <a:ext uri="{FF2B5EF4-FFF2-40B4-BE49-F238E27FC236}">
                  <a16:creationId xmlns:a16="http://schemas.microsoft.com/office/drawing/2014/main" id="{6E2C513E-13BE-0A0C-AD80-375625C4B654}"/>
                </a:ext>
              </a:extLst>
            </p:cNvPr>
            <p:cNvSpPr>
              <a:spLocks/>
            </p:cNvSpPr>
            <p:nvPr/>
          </p:nvSpPr>
          <p:spPr bwMode="auto">
            <a:xfrm rot="5094805">
              <a:off x="2707349" y="5995634"/>
              <a:ext cx="29705" cy="13710"/>
            </a:xfrm>
            <a:custGeom>
              <a:avLst/>
              <a:gdLst>
                <a:gd name="T0" fmla="*/ 6 w 12"/>
                <a:gd name="T1" fmla="*/ 6 h 6"/>
                <a:gd name="T2" fmla="*/ 0 w 12"/>
                <a:gd name="T3" fmla="*/ 4 h 6"/>
                <a:gd name="T4" fmla="*/ 4 w 12"/>
                <a:gd name="T5" fmla="*/ 1 h 6"/>
                <a:gd name="T6" fmla="*/ 11 w 12"/>
                <a:gd name="T7" fmla="*/ 2 h 6"/>
                <a:gd name="T8" fmla="*/ 6 w 12"/>
                <a:gd name="T9" fmla="*/ 6 h 6"/>
              </a:gdLst>
              <a:ahLst/>
              <a:cxnLst>
                <a:cxn ang="0">
                  <a:pos x="T0" y="T1"/>
                </a:cxn>
                <a:cxn ang="0">
                  <a:pos x="T2" y="T3"/>
                </a:cxn>
                <a:cxn ang="0">
                  <a:pos x="T4" y="T5"/>
                </a:cxn>
                <a:cxn ang="0">
                  <a:pos x="T6" y="T7"/>
                </a:cxn>
                <a:cxn ang="0">
                  <a:pos x="T8" y="T9"/>
                </a:cxn>
              </a:cxnLst>
              <a:rect l="0" t="0" r="r" b="b"/>
              <a:pathLst>
                <a:path w="12" h="6">
                  <a:moveTo>
                    <a:pt x="6" y="6"/>
                  </a:moveTo>
                  <a:cubicBezTo>
                    <a:pt x="3" y="6"/>
                    <a:pt x="0" y="5"/>
                    <a:pt x="0" y="4"/>
                  </a:cubicBezTo>
                  <a:cubicBezTo>
                    <a:pt x="0" y="3"/>
                    <a:pt x="1" y="2"/>
                    <a:pt x="4" y="1"/>
                  </a:cubicBezTo>
                  <a:cubicBezTo>
                    <a:pt x="7" y="0"/>
                    <a:pt x="10" y="1"/>
                    <a:pt x="11" y="2"/>
                  </a:cubicBezTo>
                  <a:cubicBezTo>
                    <a:pt x="12" y="3"/>
                    <a:pt x="9" y="5"/>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0" name="Freeform 2672">
              <a:extLst>
                <a:ext uri="{FF2B5EF4-FFF2-40B4-BE49-F238E27FC236}">
                  <a16:creationId xmlns:a16="http://schemas.microsoft.com/office/drawing/2014/main" id="{230CDF56-C805-EF0E-3F31-842A0CE7FD2C}"/>
                </a:ext>
              </a:extLst>
            </p:cNvPr>
            <p:cNvSpPr>
              <a:spLocks/>
            </p:cNvSpPr>
            <p:nvPr/>
          </p:nvSpPr>
          <p:spPr bwMode="auto">
            <a:xfrm rot="5094805">
              <a:off x="2748265" y="6185832"/>
              <a:ext cx="29705" cy="11425"/>
            </a:xfrm>
            <a:custGeom>
              <a:avLst/>
              <a:gdLst>
                <a:gd name="T0" fmla="*/ 5 w 12"/>
                <a:gd name="T1" fmla="*/ 0 h 5"/>
                <a:gd name="T2" fmla="*/ 12 w 12"/>
                <a:gd name="T3" fmla="*/ 1 h 5"/>
                <a:gd name="T4" fmla="*/ 7 w 12"/>
                <a:gd name="T5" fmla="*/ 5 h 5"/>
                <a:gd name="T6" fmla="*/ 1 w 12"/>
                <a:gd name="T7" fmla="*/ 3 h 5"/>
                <a:gd name="T8" fmla="*/ 5 w 12"/>
                <a:gd name="T9" fmla="*/ 0 h 5"/>
              </a:gdLst>
              <a:ahLst/>
              <a:cxnLst>
                <a:cxn ang="0">
                  <a:pos x="T0" y="T1"/>
                </a:cxn>
                <a:cxn ang="0">
                  <a:pos x="T2" y="T3"/>
                </a:cxn>
                <a:cxn ang="0">
                  <a:pos x="T4" y="T5"/>
                </a:cxn>
                <a:cxn ang="0">
                  <a:pos x="T6" y="T7"/>
                </a:cxn>
                <a:cxn ang="0">
                  <a:pos x="T8" y="T9"/>
                </a:cxn>
              </a:cxnLst>
              <a:rect l="0" t="0" r="r" b="b"/>
              <a:pathLst>
                <a:path w="12" h="5">
                  <a:moveTo>
                    <a:pt x="5" y="0"/>
                  </a:moveTo>
                  <a:cubicBezTo>
                    <a:pt x="8" y="0"/>
                    <a:pt x="11" y="0"/>
                    <a:pt x="12" y="1"/>
                  </a:cubicBezTo>
                  <a:cubicBezTo>
                    <a:pt x="12" y="3"/>
                    <a:pt x="10" y="4"/>
                    <a:pt x="7" y="5"/>
                  </a:cubicBezTo>
                  <a:cubicBezTo>
                    <a:pt x="4" y="5"/>
                    <a:pt x="2" y="4"/>
                    <a:pt x="1" y="3"/>
                  </a:cubicBezTo>
                  <a:cubicBezTo>
                    <a:pt x="0" y="2"/>
                    <a:pt x="2"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1" name="Freeform 2673">
              <a:extLst>
                <a:ext uri="{FF2B5EF4-FFF2-40B4-BE49-F238E27FC236}">
                  <a16:creationId xmlns:a16="http://schemas.microsoft.com/office/drawing/2014/main" id="{F1F9C4AF-8E88-645A-A72C-B72832F62D01}"/>
                </a:ext>
              </a:extLst>
            </p:cNvPr>
            <p:cNvSpPr>
              <a:spLocks/>
            </p:cNvSpPr>
            <p:nvPr/>
          </p:nvSpPr>
          <p:spPr bwMode="auto">
            <a:xfrm rot="5094805">
              <a:off x="2799528" y="6374072"/>
              <a:ext cx="27420" cy="13710"/>
            </a:xfrm>
            <a:custGeom>
              <a:avLst/>
              <a:gdLst>
                <a:gd name="T0" fmla="*/ 11 w 11"/>
                <a:gd name="T1" fmla="*/ 2 h 6"/>
                <a:gd name="T2" fmla="*/ 6 w 11"/>
                <a:gd name="T3" fmla="*/ 5 h 6"/>
                <a:gd name="T4" fmla="*/ 0 w 11"/>
                <a:gd name="T5" fmla="*/ 4 h 6"/>
                <a:gd name="T6" fmla="*/ 5 w 11"/>
                <a:gd name="T7" fmla="*/ 1 h 6"/>
                <a:gd name="T8" fmla="*/ 11 w 11"/>
                <a:gd name="T9" fmla="*/ 2 h 6"/>
              </a:gdLst>
              <a:ahLst/>
              <a:cxnLst>
                <a:cxn ang="0">
                  <a:pos x="T0" y="T1"/>
                </a:cxn>
                <a:cxn ang="0">
                  <a:pos x="T2" y="T3"/>
                </a:cxn>
                <a:cxn ang="0">
                  <a:pos x="T4" y="T5"/>
                </a:cxn>
                <a:cxn ang="0">
                  <a:pos x="T6" y="T7"/>
                </a:cxn>
                <a:cxn ang="0">
                  <a:pos x="T8" y="T9"/>
                </a:cxn>
              </a:cxnLst>
              <a:rect l="0" t="0" r="r" b="b"/>
              <a:pathLst>
                <a:path w="11" h="6">
                  <a:moveTo>
                    <a:pt x="11" y="2"/>
                  </a:moveTo>
                  <a:cubicBezTo>
                    <a:pt x="10" y="3"/>
                    <a:pt x="8" y="4"/>
                    <a:pt x="6" y="5"/>
                  </a:cubicBezTo>
                  <a:cubicBezTo>
                    <a:pt x="3" y="6"/>
                    <a:pt x="0" y="5"/>
                    <a:pt x="0" y="4"/>
                  </a:cubicBezTo>
                  <a:cubicBezTo>
                    <a:pt x="0" y="3"/>
                    <a:pt x="2" y="2"/>
                    <a:pt x="5" y="1"/>
                  </a:cubicBezTo>
                  <a:cubicBezTo>
                    <a:pt x="8" y="0"/>
                    <a:pt x="11"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2" name="Freeform 2674">
              <a:extLst>
                <a:ext uri="{FF2B5EF4-FFF2-40B4-BE49-F238E27FC236}">
                  <a16:creationId xmlns:a16="http://schemas.microsoft.com/office/drawing/2014/main" id="{B2B27CED-EA3F-5A7A-5049-1C540DB4A477}"/>
                </a:ext>
              </a:extLst>
            </p:cNvPr>
            <p:cNvSpPr>
              <a:spLocks/>
            </p:cNvSpPr>
            <p:nvPr/>
          </p:nvSpPr>
          <p:spPr bwMode="auto">
            <a:xfrm rot="5094805">
              <a:off x="2860927" y="6560161"/>
              <a:ext cx="27420" cy="15995"/>
            </a:xfrm>
            <a:custGeom>
              <a:avLst/>
              <a:gdLst>
                <a:gd name="T0" fmla="*/ 11 w 11"/>
                <a:gd name="T1" fmla="*/ 2 h 6"/>
                <a:gd name="T2" fmla="*/ 6 w 11"/>
                <a:gd name="T3" fmla="*/ 5 h 6"/>
                <a:gd name="T4" fmla="*/ 0 w 11"/>
                <a:gd name="T5" fmla="*/ 4 h 6"/>
                <a:gd name="T6" fmla="*/ 5 w 11"/>
                <a:gd name="T7" fmla="*/ 1 h 6"/>
                <a:gd name="T8" fmla="*/ 11 w 11"/>
                <a:gd name="T9" fmla="*/ 2 h 6"/>
              </a:gdLst>
              <a:ahLst/>
              <a:cxnLst>
                <a:cxn ang="0">
                  <a:pos x="T0" y="T1"/>
                </a:cxn>
                <a:cxn ang="0">
                  <a:pos x="T2" y="T3"/>
                </a:cxn>
                <a:cxn ang="0">
                  <a:pos x="T4" y="T5"/>
                </a:cxn>
                <a:cxn ang="0">
                  <a:pos x="T6" y="T7"/>
                </a:cxn>
                <a:cxn ang="0">
                  <a:pos x="T8" y="T9"/>
                </a:cxn>
              </a:cxnLst>
              <a:rect l="0" t="0" r="r" b="b"/>
              <a:pathLst>
                <a:path w="11" h="6">
                  <a:moveTo>
                    <a:pt x="11" y="2"/>
                  </a:moveTo>
                  <a:cubicBezTo>
                    <a:pt x="10" y="3"/>
                    <a:pt x="8" y="4"/>
                    <a:pt x="6" y="5"/>
                  </a:cubicBezTo>
                  <a:cubicBezTo>
                    <a:pt x="3" y="6"/>
                    <a:pt x="0" y="6"/>
                    <a:pt x="0" y="4"/>
                  </a:cubicBezTo>
                  <a:cubicBezTo>
                    <a:pt x="1" y="3"/>
                    <a:pt x="2" y="2"/>
                    <a:pt x="5" y="1"/>
                  </a:cubicBezTo>
                  <a:cubicBezTo>
                    <a:pt x="8" y="0"/>
                    <a:pt x="11"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3" name="Freeform 2675">
              <a:extLst>
                <a:ext uri="{FF2B5EF4-FFF2-40B4-BE49-F238E27FC236}">
                  <a16:creationId xmlns:a16="http://schemas.microsoft.com/office/drawing/2014/main" id="{5E88CF63-46E1-314A-27C9-2D2F1CC154D5}"/>
                </a:ext>
              </a:extLst>
            </p:cNvPr>
            <p:cNvSpPr>
              <a:spLocks/>
            </p:cNvSpPr>
            <p:nvPr/>
          </p:nvSpPr>
          <p:spPr bwMode="auto">
            <a:xfrm rot="5094805">
              <a:off x="2930494" y="6751245"/>
              <a:ext cx="27420" cy="11425"/>
            </a:xfrm>
            <a:custGeom>
              <a:avLst/>
              <a:gdLst>
                <a:gd name="T0" fmla="*/ 11 w 11"/>
                <a:gd name="T1" fmla="*/ 1 h 5"/>
                <a:gd name="T2" fmla="*/ 6 w 11"/>
                <a:gd name="T3" fmla="*/ 4 h 5"/>
                <a:gd name="T4" fmla="*/ 0 w 11"/>
                <a:gd name="T5" fmla="*/ 4 h 5"/>
                <a:gd name="T6" fmla="*/ 5 w 11"/>
                <a:gd name="T7" fmla="*/ 1 h 5"/>
                <a:gd name="T8" fmla="*/ 11 w 11"/>
                <a:gd name="T9" fmla="*/ 1 h 5"/>
              </a:gdLst>
              <a:ahLst/>
              <a:cxnLst>
                <a:cxn ang="0">
                  <a:pos x="T0" y="T1"/>
                </a:cxn>
                <a:cxn ang="0">
                  <a:pos x="T2" y="T3"/>
                </a:cxn>
                <a:cxn ang="0">
                  <a:pos x="T4" y="T5"/>
                </a:cxn>
                <a:cxn ang="0">
                  <a:pos x="T6" y="T7"/>
                </a:cxn>
                <a:cxn ang="0">
                  <a:pos x="T8" y="T9"/>
                </a:cxn>
              </a:cxnLst>
              <a:rect l="0" t="0" r="r" b="b"/>
              <a:pathLst>
                <a:path w="11" h="5">
                  <a:moveTo>
                    <a:pt x="11" y="1"/>
                  </a:moveTo>
                  <a:cubicBezTo>
                    <a:pt x="10" y="2"/>
                    <a:pt x="8" y="3"/>
                    <a:pt x="6" y="4"/>
                  </a:cubicBezTo>
                  <a:cubicBezTo>
                    <a:pt x="3" y="5"/>
                    <a:pt x="0" y="5"/>
                    <a:pt x="0" y="4"/>
                  </a:cubicBezTo>
                  <a:cubicBezTo>
                    <a:pt x="1" y="3"/>
                    <a:pt x="2" y="2"/>
                    <a:pt x="5" y="1"/>
                  </a:cubicBezTo>
                  <a:cubicBezTo>
                    <a:pt x="8" y="0"/>
                    <a:pt x="11"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4" name="Freeform 2676">
              <a:extLst>
                <a:ext uri="{FF2B5EF4-FFF2-40B4-BE49-F238E27FC236}">
                  <a16:creationId xmlns:a16="http://schemas.microsoft.com/office/drawing/2014/main" id="{33346CA0-DD3F-2EE4-C74B-8894E7F39D8F}"/>
                </a:ext>
              </a:extLst>
            </p:cNvPr>
            <p:cNvSpPr>
              <a:spLocks/>
            </p:cNvSpPr>
            <p:nvPr/>
          </p:nvSpPr>
          <p:spPr bwMode="auto">
            <a:xfrm rot="5094805">
              <a:off x="1475790" y="1503518"/>
              <a:ext cx="29705" cy="36560"/>
            </a:xfrm>
            <a:custGeom>
              <a:avLst/>
              <a:gdLst>
                <a:gd name="T0" fmla="*/ 8 w 12"/>
                <a:gd name="T1" fmla="*/ 15 h 15"/>
                <a:gd name="T2" fmla="*/ 1 w 12"/>
                <a:gd name="T3" fmla="*/ 6 h 15"/>
                <a:gd name="T4" fmla="*/ 6 w 12"/>
                <a:gd name="T5" fmla="*/ 2 h 15"/>
                <a:gd name="T6" fmla="*/ 12 w 12"/>
                <a:gd name="T7" fmla="*/ 10 h 15"/>
                <a:gd name="T8" fmla="*/ 8 w 12"/>
                <a:gd name="T9" fmla="*/ 15 h 15"/>
              </a:gdLst>
              <a:ahLst/>
              <a:cxnLst>
                <a:cxn ang="0">
                  <a:pos x="T0" y="T1"/>
                </a:cxn>
                <a:cxn ang="0">
                  <a:pos x="T2" y="T3"/>
                </a:cxn>
                <a:cxn ang="0">
                  <a:pos x="T4" y="T5"/>
                </a:cxn>
                <a:cxn ang="0">
                  <a:pos x="T6" y="T7"/>
                </a:cxn>
                <a:cxn ang="0">
                  <a:pos x="T8" y="T9"/>
                </a:cxn>
              </a:cxnLst>
              <a:rect l="0" t="0" r="r" b="b"/>
              <a:pathLst>
                <a:path w="12" h="15">
                  <a:moveTo>
                    <a:pt x="8" y="15"/>
                  </a:moveTo>
                  <a:cubicBezTo>
                    <a:pt x="5" y="11"/>
                    <a:pt x="2" y="8"/>
                    <a:pt x="1" y="6"/>
                  </a:cubicBezTo>
                  <a:cubicBezTo>
                    <a:pt x="0" y="2"/>
                    <a:pt x="3" y="0"/>
                    <a:pt x="6" y="2"/>
                  </a:cubicBezTo>
                  <a:cubicBezTo>
                    <a:pt x="9" y="3"/>
                    <a:pt x="12" y="7"/>
                    <a:pt x="12" y="10"/>
                  </a:cubicBezTo>
                  <a:cubicBezTo>
                    <a:pt x="12" y="12"/>
                    <a:pt x="10" y="13"/>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5" name="Freeform 2677">
              <a:extLst>
                <a:ext uri="{FF2B5EF4-FFF2-40B4-BE49-F238E27FC236}">
                  <a16:creationId xmlns:a16="http://schemas.microsoft.com/office/drawing/2014/main" id="{99B6FD8F-6D43-C827-84F9-8CBE5FFD93AF}"/>
                </a:ext>
              </a:extLst>
            </p:cNvPr>
            <p:cNvSpPr>
              <a:spLocks/>
            </p:cNvSpPr>
            <p:nvPr/>
          </p:nvSpPr>
          <p:spPr bwMode="auto">
            <a:xfrm rot="5094805">
              <a:off x="1404449" y="1704868"/>
              <a:ext cx="29705" cy="41130"/>
            </a:xfrm>
            <a:custGeom>
              <a:avLst/>
              <a:gdLst>
                <a:gd name="T0" fmla="*/ 8 w 12"/>
                <a:gd name="T1" fmla="*/ 17 h 17"/>
                <a:gd name="T2" fmla="*/ 2 w 12"/>
                <a:gd name="T3" fmla="*/ 7 h 17"/>
                <a:gd name="T4" fmla="*/ 6 w 12"/>
                <a:gd name="T5" fmla="*/ 2 h 17"/>
                <a:gd name="T6" fmla="*/ 12 w 12"/>
                <a:gd name="T7" fmla="*/ 10 h 17"/>
                <a:gd name="T8" fmla="*/ 8 w 12"/>
                <a:gd name="T9" fmla="*/ 17 h 17"/>
              </a:gdLst>
              <a:ahLst/>
              <a:cxnLst>
                <a:cxn ang="0">
                  <a:pos x="T0" y="T1"/>
                </a:cxn>
                <a:cxn ang="0">
                  <a:pos x="T2" y="T3"/>
                </a:cxn>
                <a:cxn ang="0">
                  <a:pos x="T4" y="T5"/>
                </a:cxn>
                <a:cxn ang="0">
                  <a:pos x="T6" y="T7"/>
                </a:cxn>
                <a:cxn ang="0">
                  <a:pos x="T8" y="T9"/>
                </a:cxn>
              </a:cxnLst>
              <a:rect l="0" t="0" r="r" b="b"/>
              <a:pathLst>
                <a:path w="12" h="17">
                  <a:moveTo>
                    <a:pt x="8" y="17"/>
                  </a:moveTo>
                  <a:cubicBezTo>
                    <a:pt x="5" y="13"/>
                    <a:pt x="3" y="10"/>
                    <a:pt x="2" y="7"/>
                  </a:cubicBezTo>
                  <a:cubicBezTo>
                    <a:pt x="0" y="3"/>
                    <a:pt x="3" y="0"/>
                    <a:pt x="6" y="2"/>
                  </a:cubicBezTo>
                  <a:cubicBezTo>
                    <a:pt x="9" y="3"/>
                    <a:pt x="12" y="7"/>
                    <a:pt x="12" y="10"/>
                  </a:cubicBezTo>
                  <a:cubicBezTo>
                    <a:pt x="12" y="13"/>
                    <a:pt x="10" y="14"/>
                    <a:pt x="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6" name="Freeform 2678">
              <a:extLst>
                <a:ext uri="{FF2B5EF4-FFF2-40B4-BE49-F238E27FC236}">
                  <a16:creationId xmlns:a16="http://schemas.microsoft.com/office/drawing/2014/main" id="{6B419F4B-A87D-704A-8B06-3A9EE4AEAC07}"/>
                </a:ext>
              </a:extLst>
            </p:cNvPr>
            <p:cNvSpPr>
              <a:spLocks/>
            </p:cNvSpPr>
            <p:nvPr/>
          </p:nvSpPr>
          <p:spPr bwMode="auto">
            <a:xfrm rot="5094805">
              <a:off x="1354942" y="1910199"/>
              <a:ext cx="25135" cy="38845"/>
            </a:xfrm>
            <a:custGeom>
              <a:avLst/>
              <a:gdLst>
                <a:gd name="T0" fmla="*/ 11 w 11"/>
                <a:gd name="T1" fmla="*/ 9 h 15"/>
                <a:gd name="T2" fmla="*/ 7 w 11"/>
                <a:gd name="T3" fmla="*/ 14 h 15"/>
                <a:gd name="T4" fmla="*/ 0 w 11"/>
                <a:gd name="T5" fmla="*/ 6 h 15"/>
                <a:gd name="T6" fmla="*/ 4 w 11"/>
                <a:gd name="T7" fmla="*/ 0 h 15"/>
                <a:gd name="T8" fmla="*/ 11 w 11"/>
                <a:gd name="T9" fmla="*/ 9 h 15"/>
              </a:gdLst>
              <a:ahLst/>
              <a:cxnLst>
                <a:cxn ang="0">
                  <a:pos x="T0" y="T1"/>
                </a:cxn>
                <a:cxn ang="0">
                  <a:pos x="T2" y="T3"/>
                </a:cxn>
                <a:cxn ang="0">
                  <a:pos x="T4" y="T5"/>
                </a:cxn>
                <a:cxn ang="0">
                  <a:pos x="T6" y="T7"/>
                </a:cxn>
                <a:cxn ang="0">
                  <a:pos x="T8" y="T9"/>
                </a:cxn>
              </a:cxnLst>
              <a:rect l="0" t="0" r="r" b="b"/>
              <a:pathLst>
                <a:path w="11" h="15">
                  <a:moveTo>
                    <a:pt x="11" y="9"/>
                  </a:moveTo>
                  <a:cubicBezTo>
                    <a:pt x="10" y="11"/>
                    <a:pt x="9" y="14"/>
                    <a:pt x="7" y="14"/>
                  </a:cubicBezTo>
                  <a:cubicBezTo>
                    <a:pt x="5" y="15"/>
                    <a:pt x="0" y="9"/>
                    <a:pt x="0" y="6"/>
                  </a:cubicBezTo>
                  <a:cubicBezTo>
                    <a:pt x="0" y="2"/>
                    <a:pt x="1" y="0"/>
                    <a:pt x="4" y="0"/>
                  </a:cubicBezTo>
                  <a:cubicBezTo>
                    <a:pt x="7" y="1"/>
                    <a:pt x="9" y="3"/>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7" name="Freeform 2679">
              <a:extLst>
                <a:ext uri="{FF2B5EF4-FFF2-40B4-BE49-F238E27FC236}">
                  <a16:creationId xmlns:a16="http://schemas.microsoft.com/office/drawing/2014/main" id="{B8BC0682-06C6-5BCD-FFA5-DEF7B5BB8FBB}"/>
                </a:ext>
              </a:extLst>
            </p:cNvPr>
            <p:cNvSpPr>
              <a:spLocks/>
            </p:cNvSpPr>
            <p:nvPr/>
          </p:nvSpPr>
          <p:spPr bwMode="auto">
            <a:xfrm rot="5094805">
              <a:off x="1328080" y="2110920"/>
              <a:ext cx="27420" cy="38845"/>
            </a:xfrm>
            <a:custGeom>
              <a:avLst/>
              <a:gdLst>
                <a:gd name="T0" fmla="*/ 11 w 11"/>
                <a:gd name="T1" fmla="*/ 9 h 16"/>
                <a:gd name="T2" fmla="*/ 7 w 11"/>
                <a:gd name="T3" fmla="*/ 15 h 16"/>
                <a:gd name="T4" fmla="*/ 0 w 11"/>
                <a:gd name="T5" fmla="*/ 7 h 16"/>
                <a:gd name="T6" fmla="*/ 4 w 11"/>
                <a:gd name="T7" fmla="*/ 0 h 16"/>
                <a:gd name="T8" fmla="*/ 11 w 11"/>
                <a:gd name="T9" fmla="*/ 9 h 16"/>
              </a:gdLst>
              <a:ahLst/>
              <a:cxnLst>
                <a:cxn ang="0">
                  <a:pos x="T0" y="T1"/>
                </a:cxn>
                <a:cxn ang="0">
                  <a:pos x="T2" y="T3"/>
                </a:cxn>
                <a:cxn ang="0">
                  <a:pos x="T4" y="T5"/>
                </a:cxn>
                <a:cxn ang="0">
                  <a:pos x="T6" y="T7"/>
                </a:cxn>
                <a:cxn ang="0">
                  <a:pos x="T8" y="T9"/>
                </a:cxn>
              </a:cxnLst>
              <a:rect l="0" t="0" r="r" b="b"/>
              <a:pathLst>
                <a:path w="11" h="16">
                  <a:moveTo>
                    <a:pt x="11" y="9"/>
                  </a:moveTo>
                  <a:cubicBezTo>
                    <a:pt x="10" y="11"/>
                    <a:pt x="9" y="14"/>
                    <a:pt x="7" y="15"/>
                  </a:cubicBezTo>
                  <a:cubicBezTo>
                    <a:pt x="4" y="16"/>
                    <a:pt x="0" y="11"/>
                    <a:pt x="0" y="7"/>
                  </a:cubicBezTo>
                  <a:cubicBezTo>
                    <a:pt x="0" y="3"/>
                    <a:pt x="1" y="0"/>
                    <a:pt x="4" y="0"/>
                  </a:cubicBezTo>
                  <a:cubicBezTo>
                    <a:pt x="7" y="0"/>
                    <a:pt x="9" y="4"/>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8" name="Freeform 2680">
              <a:extLst>
                <a:ext uri="{FF2B5EF4-FFF2-40B4-BE49-F238E27FC236}">
                  <a16:creationId xmlns:a16="http://schemas.microsoft.com/office/drawing/2014/main" id="{E4C56A08-2280-02CB-DAA6-99B912807DB5}"/>
                </a:ext>
              </a:extLst>
            </p:cNvPr>
            <p:cNvSpPr>
              <a:spLocks/>
            </p:cNvSpPr>
            <p:nvPr/>
          </p:nvSpPr>
          <p:spPr bwMode="auto">
            <a:xfrm rot="5094805">
              <a:off x="1335058" y="2304148"/>
              <a:ext cx="27420" cy="41130"/>
            </a:xfrm>
            <a:custGeom>
              <a:avLst/>
              <a:gdLst>
                <a:gd name="T0" fmla="*/ 11 w 11"/>
                <a:gd name="T1" fmla="*/ 8 h 17"/>
                <a:gd name="T2" fmla="*/ 7 w 11"/>
                <a:gd name="T3" fmla="*/ 15 h 17"/>
                <a:gd name="T4" fmla="*/ 0 w 11"/>
                <a:gd name="T5" fmla="*/ 8 h 17"/>
                <a:gd name="T6" fmla="*/ 4 w 11"/>
                <a:gd name="T7" fmla="*/ 0 h 17"/>
                <a:gd name="T8" fmla="*/ 11 w 11"/>
                <a:gd name="T9" fmla="*/ 8 h 17"/>
              </a:gdLst>
              <a:ahLst/>
              <a:cxnLst>
                <a:cxn ang="0">
                  <a:pos x="T0" y="T1"/>
                </a:cxn>
                <a:cxn ang="0">
                  <a:pos x="T2" y="T3"/>
                </a:cxn>
                <a:cxn ang="0">
                  <a:pos x="T4" y="T5"/>
                </a:cxn>
                <a:cxn ang="0">
                  <a:pos x="T6" y="T7"/>
                </a:cxn>
                <a:cxn ang="0">
                  <a:pos x="T8" y="T9"/>
                </a:cxn>
              </a:cxnLst>
              <a:rect l="0" t="0" r="r" b="b"/>
              <a:pathLst>
                <a:path w="11" h="17">
                  <a:moveTo>
                    <a:pt x="11" y="8"/>
                  </a:moveTo>
                  <a:cubicBezTo>
                    <a:pt x="10" y="10"/>
                    <a:pt x="9" y="14"/>
                    <a:pt x="7" y="15"/>
                  </a:cubicBezTo>
                  <a:cubicBezTo>
                    <a:pt x="5" y="17"/>
                    <a:pt x="0" y="12"/>
                    <a:pt x="0" y="8"/>
                  </a:cubicBezTo>
                  <a:cubicBezTo>
                    <a:pt x="0" y="4"/>
                    <a:pt x="1" y="1"/>
                    <a:pt x="4" y="0"/>
                  </a:cubicBezTo>
                  <a:cubicBezTo>
                    <a:pt x="7" y="0"/>
                    <a:pt x="10" y="3"/>
                    <a:pt x="1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9" name="Freeform 2681">
              <a:extLst>
                <a:ext uri="{FF2B5EF4-FFF2-40B4-BE49-F238E27FC236}">
                  <a16:creationId xmlns:a16="http://schemas.microsoft.com/office/drawing/2014/main" id="{6965545D-1D79-0E73-FC7F-41D3DF40318B}"/>
                </a:ext>
              </a:extLst>
            </p:cNvPr>
            <p:cNvSpPr>
              <a:spLocks/>
            </p:cNvSpPr>
            <p:nvPr/>
          </p:nvSpPr>
          <p:spPr bwMode="auto">
            <a:xfrm rot="5094805">
              <a:off x="1380825" y="2493825"/>
              <a:ext cx="29705" cy="45700"/>
            </a:xfrm>
            <a:custGeom>
              <a:avLst/>
              <a:gdLst>
                <a:gd name="T0" fmla="*/ 5 w 12"/>
                <a:gd name="T1" fmla="*/ 0 h 19"/>
                <a:gd name="T2" fmla="*/ 11 w 12"/>
                <a:gd name="T3" fmla="*/ 8 h 19"/>
                <a:gd name="T4" fmla="*/ 8 w 12"/>
                <a:gd name="T5" fmla="*/ 17 h 19"/>
                <a:gd name="T6" fmla="*/ 1 w 12"/>
                <a:gd name="T7" fmla="*/ 11 h 19"/>
                <a:gd name="T8" fmla="*/ 5 w 12"/>
                <a:gd name="T9" fmla="*/ 0 h 19"/>
              </a:gdLst>
              <a:ahLst/>
              <a:cxnLst>
                <a:cxn ang="0">
                  <a:pos x="T0" y="T1"/>
                </a:cxn>
                <a:cxn ang="0">
                  <a:pos x="T2" y="T3"/>
                </a:cxn>
                <a:cxn ang="0">
                  <a:pos x="T4" y="T5"/>
                </a:cxn>
                <a:cxn ang="0">
                  <a:pos x="T6" y="T7"/>
                </a:cxn>
                <a:cxn ang="0">
                  <a:pos x="T8" y="T9"/>
                </a:cxn>
              </a:cxnLst>
              <a:rect l="0" t="0" r="r" b="b"/>
              <a:pathLst>
                <a:path w="12" h="19">
                  <a:moveTo>
                    <a:pt x="5" y="0"/>
                  </a:moveTo>
                  <a:cubicBezTo>
                    <a:pt x="7" y="3"/>
                    <a:pt x="10" y="5"/>
                    <a:pt x="11" y="8"/>
                  </a:cubicBezTo>
                  <a:cubicBezTo>
                    <a:pt x="12" y="12"/>
                    <a:pt x="10" y="15"/>
                    <a:pt x="8" y="17"/>
                  </a:cubicBezTo>
                  <a:cubicBezTo>
                    <a:pt x="5" y="19"/>
                    <a:pt x="0" y="15"/>
                    <a:pt x="1" y="11"/>
                  </a:cubicBezTo>
                  <a:cubicBezTo>
                    <a:pt x="1" y="7"/>
                    <a:pt x="3" y="5"/>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0" name="Freeform 2682">
              <a:extLst>
                <a:ext uri="{FF2B5EF4-FFF2-40B4-BE49-F238E27FC236}">
                  <a16:creationId xmlns:a16="http://schemas.microsoft.com/office/drawing/2014/main" id="{C589D828-8CDA-BA3F-1832-BF6E34287A7E}"/>
                </a:ext>
              </a:extLst>
            </p:cNvPr>
            <p:cNvSpPr>
              <a:spLocks/>
            </p:cNvSpPr>
            <p:nvPr/>
          </p:nvSpPr>
          <p:spPr bwMode="auto">
            <a:xfrm rot="5094805">
              <a:off x="1421943" y="2686299"/>
              <a:ext cx="29705" cy="43415"/>
            </a:xfrm>
            <a:custGeom>
              <a:avLst/>
              <a:gdLst>
                <a:gd name="T0" fmla="*/ 4 w 12"/>
                <a:gd name="T1" fmla="*/ 0 h 17"/>
                <a:gd name="T2" fmla="*/ 11 w 12"/>
                <a:gd name="T3" fmla="*/ 7 h 17"/>
                <a:gd name="T4" fmla="*/ 8 w 12"/>
                <a:gd name="T5" fmla="*/ 15 h 17"/>
                <a:gd name="T6" fmla="*/ 0 w 12"/>
                <a:gd name="T7" fmla="*/ 9 h 17"/>
                <a:gd name="T8" fmla="*/ 4 w 12"/>
                <a:gd name="T9" fmla="*/ 0 h 17"/>
              </a:gdLst>
              <a:ahLst/>
              <a:cxnLst>
                <a:cxn ang="0">
                  <a:pos x="T0" y="T1"/>
                </a:cxn>
                <a:cxn ang="0">
                  <a:pos x="T2" y="T3"/>
                </a:cxn>
                <a:cxn ang="0">
                  <a:pos x="T4" y="T5"/>
                </a:cxn>
                <a:cxn ang="0">
                  <a:pos x="T6" y="T7"/>
                </a:cxn>
                <a:cxn ang="0">
                  <a:pos x="T8" y="T9"/>
                </a:cxn>
              </a:cxnLst>
              <a:rect l="0" t="0" r="r" b="b"/>
              <a:pathLst>
                <a:path w="12" h="17">
                  <a:moveTo>
                    <a:pt x="4" y="0"/>
                  </a:moveTo>
                  <a:cubicBezTo>
                    <a:pt x="7" y="3"/>
                    <a:pt x="10" y="5"/>
                    <a:pt x="11" y="7"/>
                  </a:cubicBezTo>
                  <a:cubicBezTo>
                    <a:pt x="12" y="11"/>
                    <a:pt x="10" y="14"/>
                    <a:pt x="8" y="15"/>
                  </a:cubicBezTo>
                  <a:cubicBezTo>
                    <a:pt x="5" y="17"/>
                    <a:pt x="0" y="13"/>
                    <a:pt x="0" y="9"/>
                  </a:cubicBezTo>
                  <a:cubicBezTo>
                    <a:pt x="1" y="6"/>
                    <a:pt x="3" y="4"/>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1" name="Freeform 2683">
              <a:extLst>
                <a:ext uri="{FF2B5EF4-FFF2-40B4-BE49-F238E27FC236}">
                  <a16:creationId xmlns:a16="http://schemas.microsoft.com/office/drawing/2014/main" id="{9581D92E-6390-723F-F120-F75B3F414190}"/>
                </a:ext>
              </a:extLst>
            </p:cNvPr>
            <p:cNvSpPr>
              <a:spLocks/>
            </p:cNvSpPr>
            <p:nvPr/>
          </p:nvSpPr>
          <p:spPr bwMode="auto">
            <a:xfrm rot="5094805">
              <a:off x="1450340" y="2881038"/>
              <a:ext cx="29705" cy="34275"/>
            </a:xfrm>
            <a:custGeom>
              <a:avLst/>
              <a:gdLst>
                <a:gd name="T0" fmla="*/ 8 w 12"/>
                <a:gd name="T1" fmla="*/ 14 h 14"/>
                <a:gd name="T2" fmla="*/ 2 w 12"/>
                <a:gd name="T3" fmla="*/ 7 h 14"/>
                <a:gd name="T4" fmla="*/ 7 w 12"/>
                <a:gd name="T5" fmla="*/ 0 h 14"/>
                <a:gd name="T6" fmla="*/ 12 w 12"/>
                <a:gd name="T7" fmla="*/ 6 h 14"/>
                <a:gd name="T8" fmla="*/ 8 w 12"/>
                <a:gd name="T9" fmla="*/ 14 h 14"/>
              </a:gdLst>
              <a:ahLst/>
              <a:cxnLst>
                <a:cxn ang="0">
                  <a:pos x="T0" y="T1"/>
                </a:cxn>
                <a:cxn ang="0">
                  <a:pos x="T2" y="T3"/>
                </a:cxn>
                <a:cxn ang="0">
                  <a:pos x="T4" y="T5"/>
                </a:cxn>
                <a:cxn ang="0">
                  <a:pos x="T6" y="T7"/>
                </a:cxn>
                <a:cxn ang="0">
                  <a:pos x="T8" y="T9"/>
                </a:cxn>
              </a:cxnLst>
              <a:rect l="0" t="0" r="r" b="b"/>
              <a:pathLst>
                <a:path w="12" h="14">
                  <a:moveTo>
                    <a:pt x="8" y="14"/>
                  </a:moveTo>
                  <a:cubicBezTo>
                    <a:pt x="5" y="11"/>
                    <a:pt x="3" y="9"/>
                    <a:pt x="2" y="7"/>
                  </a:cubicBezTo>
                  <a:cubicBezTo>
                    <a:pt x="0" y="4"/>
                    <a:pt x="3" y="0"/>
                    <a:pt x="7" y="0"/>
                  </a:cubicBezTo>
                  <a:cubicBezTo>
                    <a:pt x="10" y="0"/>
                    <a:pt x="12" y="2"/>
                    <a:pt x="12" y="6"/>
                  </a:cubicBezTo>
                  <a:cubicBezTo>
                    <a:pt x="12" y="8"/>
                    <a:pt x="10" y="10"/>
                    <a:pt x="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2" name="Freeform 2684">
              <a:extLst>
                <a:ext uri="{FF2B5EF4-FFF2-40B4-BE49-F238E27FC236}">
                  <a16:creationId xmlns:a16="http://schemas.microsoft.com/office/drawing/2014/main" id="{040A2C1E-C182-E5BC-067B-FF340A069EBF}"/>
                </a:ext>
              </a:extLst>
            </p:cNvPr>
            <p:cNvSpPr>
              <a:spLocks/>
            </p:cNvSpPr>
            <p:nvPr/>
          </p:nvSpPr>
          <p:spPr bwMode="auto">
            <a:xfrm rot="5094805">
              <a:off x="1478410" y="3083840"/>
              <a:ext cx="29705" cy="27420"/>
            </a:xfrm>
            <a:custGeom>
              <a:avLst/>
              <a:gdLst>
                <a:gd name="T0" fmla="*/ 12 w 12"/>
                <a:gd name="T1" fmla="*/ 5 h 11"/>
                <a:gd name="T2" fmla="*/ 6 w 12"/>
                <a:gd name="T3" fmla="*/ 10 h 11"/>
                <a:gd name="T4" fmla="*/ 0 w 12"/>
                <a:gd name="T5" fmla="*/ 5 h 11"/>
                <a:gd name="T6" fmla="*/ 5 w 12"/>
                <a:gd name="T7" fmla="*/ 0 h 11"/>
                <a:gd name="T8" fmla="*/ 12 w 12"/>
                <a:gd name="T9" fmla="*/ 5 h 11"/>
              </a:gdLst>
              <a:ahLst/>
              <a:cxnLst>
                <a:cxn ang="0">
                  <a:pos x="T0" y="T1"/>
                </a:cxn>
                <a:cxn ang="0">
                  <a:pos x="T2" y="T3"/>
                </a:cxn>
                <a:cxn ang="0">
                  <a:pos x="T4" y="T5"/>
                </a:cxn>
                <a:cxn ang="0">
                  <a:pos x="T6" y="T7"/>
                </a:cxn>
                <a:cxn ang="0">
                  <a:pos x="T8" y="T9"/>
                </a:cxn>
              </a:cxnLst>
              <a:rect l="0" t="0" r="r" b="b"/>
              <a:pathLst>
                <a:path w="12" h="11">
                  <a:moveTo>
                    <a:pt x="12" y="5"/>
                  </a:moveTo>
                  <a:cubicBezTo>
                    <a:pt x="10" y="7"/>
                    <a:pt x="8" y="10"/>
                    <a:pt x="6" y="10"/>
                  </a:cubicBezTo>
                  <a:cubicBezTo>
                    <a:pt x="3" y="11"/>
                    <a:pt x="0" y="8"/>
                    <a:pt x="0" y="5"/>
                  </a:cubicBezTo>
                  <a:cubicBezTo>
                    <a:pt x="0" y="2"/>
                    <a:pt x="2" y="0"/>
                    <a:pt x="5" y="0"/>
                  </a:cubicBezTo>
                  <a:cubicBezTo>
                    <a:pt x="7" y="1"/>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3" name="Freeform 2685">
              <a:extLst>
                <a:ext uri="{FF2B5EF4-FFF2-40B4-BE49-F238E27FC236}">
                  <a16:creationId xmlns:a16="http://schemas.microsoft.com/office/drawing/2014/main" id="{090D61D5-287F-F615-FA35-9A98833634AA}"/>
                </a:ext>
              </a:extLst>
            </p:cNvPr>
            <p:cNvSpPr>
              <a:spLocks/>
            </p:cNvSpPr>
            <p:nvPr/>
          </p:nvSpPr>
          <p:spPr bwMode="auto">
            <a:xfrm rot="5094805">
              <a:off x="1504637" y="3278878"/>
              <a:ext cx="27420" cy="20565"/>
            </a:xfrm>
            <a:custGeom>
              <a:avLst/>
              <a:gdLst>
                <a:gd name="T0" fmla="*/ 11 w 11"/>
                <a:gd name="T1" fmla="*/ 4 h 9"/>
                <a:gd name="T2" fmla="*/ 7 w 11"/>
                <a:gd name="T3" fmla="*/ 8 h 9"/>
                <a:gd name="T4" fmla="*/ 0 w 11"/>
                <a:gd name="T5" fmla="*/ 5 h 9"/>
                <a:gd name="T6" fmla="*/ 5 w 11"/>
                <a:gd name="T7" fmla="*/ 0 h 9"/>
                <a:gd name="T8" fmla="*/ 11 w 11"/>
                <a:gd name="T9" fmla="*/ 4 h 9"/>
              </a:gdLst>
              <a:ahLst/>
              <a:cxnLst>
                <a:cxn ang="0">
                  <a:pos x="T0" y="T1"/>
                </a:cxn>
                <a:cxn ang="0">
                  <a:pos x="T2" y="T3"/>
                </a:cxn>
                <a:cxn ang="0">
                  <a:pos x="T4" y="T5"/>
                </a:cxn>
                <a:cxn ang="0">
                  <a:pos x="T6" y="T7"/>
                </a:cxn>
                <a:cxn ang="0">
                  <a:pos x="T8" y="T9"/>
                </a:cxn>
              </a:cxnLst>
              <a:rect l="0" t="0" r="r" b="b"/>
              <a:pathLst>
                <a:path w="11" h="9">
                  <a:moveTo>
                    <a:pt x="11" y="4"/>
                  </a:moveTo>
                  <a:cubicBezTo>
                    <a:pt x="10" y="6"/>
                    <a:pt x="9" y="7"/>
                    <a:pt x="7" y="8"/>
                  </a:cubicBezTo>
                  <a:cubicBezTo>
                    <a:pt x="5" y="9"/>
                    <a:pt x="0" y="7"/>
                    <a:pt x="0" y="5"/>
                  </a:cubicBezTo>
                  <a:cubicBezTo>
                    <a:pt x="0" y="2"/>
                    <a:pt x="2" y="1"/>
                    <a:pt x="5" y="0"/>
                  </a:cubicBezTo>
                  <a:cubicBezTo>
                    <a:pt x="8" y="0"/>
                    <a:pt x="10" y="1"/>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4" name="Freeform 2686">
              <a:extLst>
                <a:ext uri="{FF2B5EF4-FFF2-40B4-BE49-F238E27FC236}">
                  <a16:creationId xmlns:a16="http://schemas.microsoft.com/office/drawing/2014/main" id="{40F5CF87-B7CE-423A-86A9-854B4DF83056}"/>
                </a:ext>
              </a:extLst>
            </p:cNvPr>
            <p:cNvSpPr>
              <a:spLocks/>
            </p:cNvSpPr>
            <p:nvPr/>
          </p:nvSpPr>
          <p:spPr bwMode="auto">
            <a:xfrm rot="5094805">
              <a:off x="1535821" y="3475778"/>
              <a:ext cx="25135" cy="18280"/>
            </a:xfrm>
            <a:custGeom>
              <a:avLst/>
              <a:gdLst>
                <a:gd name="T0" fmla="*/ 11 w 11"/>
                <a:gd name="T1" fmla="*/ 3 h 7"/>
                <a:gd name="T2" fmla="*/ 7 w 11"/>
                <a:gd name="T3" fmla="*/ 6 h 7"/>
                <a:gd name="T4" fmla="*/ 0 w 11"/>
                <a:gd name="T5" fmla="*/ 4 h 7"/>
                <a:gd name="T6" fmla="*/ 4 w 11"/>
                <a:gd name="T7" fmla="*/ 1 h 7"/>
                <a:gd name="T8" fmla="*/ 11 w 11"/>
                <a:gd name="T9" fmla="*/ 3 h 7"/>
              </a:gdLst>
              <a:ahLst/>
              <a:cxnLst>
                <a:cxn ang="0">
                  <a:pos x="T0" y="T1"/>
                </a:cxn>
                <a:cxn ang="0">
                  <a:pos x="T2" y="T3"/>
                </a:cxn>
                <a:cxn ang="0">
                  <a:pos x="T4" y="T5"/>
                </a:cxn>
                <a:cxn ang="0">
                  <a:pos x="T6" y="T7"/>
                </a:cxn>
                <a:cxn ang="0">
                  <a:pos x="T8" y="T9"/>
                </a:cxn>
              </a:cxnLst>
              <a:rect l="0" t="0" r="r" b="b"/>
              <a:pathLst>
                <a:path w="11" h="7">
                  <a:moveTo>
                    <a:pt x="11" y="3"/>
                  </a:moveTo>
                  <a:cubicBezTo>
                    <a:pt x="10" y="4"/>
                    <a:pt x="9" y="6"/>
                    <a:pt x="7" y="6"/>
                  </a:cubicBezTo>
                  <a:cubicBezTo>
                    <a:pt x="4" y="7"/>
                    <a:pt x="0" y="6"/>
                    <a:pt x="0" y="4"/>
                  </a:cubicBezTo>
                  <a:cubicBezTo>
                    <a:pt x="0" y="2"/>
                    <a:pt x="1" y="1"/>
                    <a:pt x="4" y="1"/>
                  </a:cubicBezTo>
                  <a:cubicBezTo>
                    <a:pt x="7" y="0"/>
                    <a:pt x="9" y="1"/>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5" name="Freeform 2687">
              <a:extLst>
                <a:ext uri="{FF2B5EF4-FFF2-40B4-BE49-F238E27FC236}">
                  <a16:creationId xmlns:a16="http://schemas.microsoft.com/office/drawing/2014/main" id="{C091F8C4-15EF-E8A1-47CF-84BA96925D0D}"/>
                </a:ext>
              </a:extLst>
            </p:cNvPr>
            <p:cNvSpPr>
              <a:spLocks/>
            </p:cNvSpPr>
            <p:nvPr/>
          </p:nvSpPr>
          <p:spPr bwMode="auto">
            <a:xfrm rot="5094805">
              <a:off x="1572580" y="3673015"/>
              <a:ext cx="29705" cy="11425"/>
            </a:xfrm>
            <a:custGeom>
              <a:avLst/>
              <a:gdLst>
                <a:gd name="T0" fmla="*/ 4 w 12"/>
                <a:gd name="T1" fmla="*/ 0 h 5"/>
                <a:gd name="T2" fmla="*/ 10 w 12"/>
                <a:gd name="T3" fmla="*/ 1 h 5"/>
                <a:gd name="T4" fmla="*/ 7 w 12"/>
                <a:gd name="T5" fmla="*/ 4 h 5"/>
                <a:gd name="T6" fmla="*/ 0 w 12"/>
                <a:gd name="T7" fmla="*/ 3 h 5"/>
                <a:gd name="T8" fmla="*/ 4 w 12"/>
                <a:gd name="T9" fmla="*/ 0 h 5"/>
              </a:gdLst>
              <a:ahLst/>
              <a:cxnLst>
                <a:cxn ang="0">
                  <a:pos x="T0" y="T1"/>
                </a:cxn>
                <a:cxn ang="0">
                  <a:pos x="T2" y="T3"/>
                </a:cxn>
                <a:cxn ang="0">
                  <a:pos x="T4" y="T5"/>
                </a:cxn>
                <a:cxn ang="0">
                  <a:pos x="T6" y="T7"/>
                </a:cxn>
                <a:cxn ang="0">
                  <a:pos x="T8" y="T9"/>
                </a:cxn>
              </a:cxnLst>
              <a:rect l="0" t="0" r="r" b="b"/>
              <a:pathLst>
                <a:path w="12" h="5">
                  <a:moveTo>
                    <a:pt x="4" y="0"/>
                  </a:moveTo>
                  <a:cubicBezTo>
                    <a:pt x="7" y="0"/>
                    <a:pt x="10" y="0"/>
                    <a:pt x="10" y="1"/>
                  </a:cubicBezTo>
                  <a:cubicBezTo>
                    <a:pt x="12" y="2"/>
                    <a:pt x="10" y="3"/>
                    <a:pt x="7" y="4"/>
                  </a:cubicBezTo>
                  <a:cubicBezTo>
                    <a:pt x="4" y="5"/>
                    <a:pt x="0" y="4"/>
                    <a:pt x="0" y="3"/>
                  </a:cubicBezTo>
                  <a:cubicBezTo>
                    <a:pt x="0" y="2"/>
                    <a:pt x="2" y="1"/>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6" name="Freeform 2688">
              <a:extLst>
                <a:ext uri="{FF2B5EF4-FFF2-40B4-BE49-F238E27FC236}">
                  <a16:creationId xmlns:a16="http://schemas.microsoft.com/office/drawing/2014/main" id="{37A81DB9-DC6C-78FF-F90F-6282F2DDEA25}"/>
                </a:ext>
              </a:extLst>
            </p:cNvPr>
            <p:cNvSpPr>
              <a:spLocks/>
            </p:cNvSpPr>
            <p:nvPr/>
          </p:nvSpPr>
          <p:spPr bwMode="auto">
            <a:xfrm rot="5094805">
              <a:off x="1633044" y="3862624"/>
              <a:ext cx="29705" cy="11425"/>
            </a:xfrm>
            <a:custGeom>
              <a:avLst/>
              <a:gdLst>
                <a:gd name="T0" fmla="*/ 12 w 12"/>
                <a:gd name="T1" fmla="*/ 0 h 4"/>
                <a:gd name="T2" fmla="*/ 6 w 12"/>
                <a:gd name="T3" fmla="*/ 3 h 4"/>
                <a:gd name="T4" fmla="*/ 0 w 12"/>
                <a:gd name="T5" fmla="*/ 3 h 4"/>
                <a:gd name="T6" fmla="*/ 5 w 12"/>
                <a:gd name="T7" fmla="*/ 0 h 4"/>
                <a:gd name="T8" fmla="*/ 12 w 12"/>
                <a:gd name="T9" fmla="*/ 0 h 4"/>
              </a:gdLst>
              <a:ahLst/>
              <a:cxnLst>
                <a:cxn ang="0">
                  <a:pos x="T0" y="T1"/>
                </a:cxn>
                <a:cxn ang="0">
                  <a:pos x="T2" y="T3"/>
                </a:cxn>
                <a:cxn ang="0">
                  <a:pos x="T4" y="T5"/>
                </a:cxn>
                <a:cxn ang="0">
                  <a:pos x="T6" y="T7"/>
                </a:cxn>
                <a:cxn ang="0">
                  <a:pos x="T8" y="T9"/>
                </a:cxn>
              </a:cxnLst>
              <a:rect l="0" t="0" r="r" b="b"/>
              <a:pathLst>
                <a:path w="12" h="4">
                  <a:moveTo>
                    <a:pt x="12" y="0"/>
                  </a:moveTo>
                  <a:cubicBezTo>
                    <a:pt x="10" y="1"/>
                    <a:pt x="8" y="2"/>
                    <a:pt x="6" y="3"/>
                  </a:cubicBezTo>
                  <a:cubicBezTo>
                    <a:pt x="3" y="4"/>
                    <a:pt x="0" y="4"/>
                    <a:pt x="0" y="3"/>
                  </a:cubicBezTo>
                  <a:cubicBezTo>
                    <a:pt x="0" y="2"/>
                    <a:pt x="2" y="1"/>
                    <a:pt x="5" y="0"/>
                  </a:cubicBezTo>
                  <a:cubicBezTo>
                    <a:pt x="7" y="0"/>
                    <a:pt x="9"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7" name="Freeform 2689">
              <a:extLst>
                <a:ext uri="{FF2B5EF4-FFF2-40B4-BE49-F238E27FC236}">
                  <a16:creationId xmlns:a16="http://schemas.microsoft.com/office/drawing/2014/main" id="{1FB3C6F0-7055-1971-A784-9F4C4B4DF0A7}"/>
                </a:ext>
              </a:extLst>
            </p:cNvPr>
            <p:cNvSpPr>
              <a:spLocks/>
            </p:cNvSpPr>
            <p:nvPr/>
          </p:nvSpPr>
          <p:spPr bwMode="auto">
            <a:xfrm rot="5094805">
              <a:off x="1718138" y="4045453"/>
              <a:ext cx="29705" cy="11425"/>
            </a:xfrm>
            <a:custGeom>
              <a:avLst/>
              <a:gdLst>
                <a:gd name="T0" fmla="*/ 7 w 12"/>
                <a:gd name="T1" fmla="*/ 4 h 5"/>
                <a:gd name="T2" fmla="*/ 2 w 12"/>
                <a:gd name="T3" fmla="*/ 4 h 5"/>
                <a:gd name="T4" fmla="*/ 7 w 12"/>
                <a:gd name="T5" fmla="*/ 1 h 5"/>
                <a:gd name="T6" fmla="*/ 12 w 12"/>
                <a:gd name="T7" fmla="*/ 0 h 5"/>
                <a:gd name="T8" fmla="*/ 7 w 12"/>
                <a:gd name="T9" fmla="*/ 4 h 5"/>
              </a:gdLst>
              <a:ahLst/>
              <a:cxnLst>
                <a:cxn ang="0">
                  <a:pos x="T0" y="T1"/>
                </a:cxn>
                <a:cxn ang="0">
                  <a:pos x="T2" y="T3"/>
                </a:cxn>
                <a:cxn ang="0">
                  <a:pos x="T4" y="T5"/>
                </a:cxn>
                <a:cxn ang="0">
                  <a:pos x="T6" y="T7"/>
                </a:cxn>
                <a:cxn ang="0">
                  <a:pos x="T8" y="T9"/>
                </a:cxn>
              </a:cxnLst>
              <a:rect l="0" t="0" r="r" b="b"/>
              <a:pathLst>
                <a:path w="12" h="5">
                  <a:moveTo>
                    <a:pt x="7" y="4"/>
                  </a:moveTo>
                  <a:cubicBezTo>
                    <a:pt x="5" y="4"/>
                    <a:pt x="3" y="5"/>
                    <a:pt x="2" y="4"/>
                  </a:cubicBezTo>
                  <a:cubicBezTo>
                    <a:pt x="0" y="4"/>
                    <a:pt x="3" y="2"/>
                    <a:pt x="7" y="1"/>
                  </a:cubicBezTo>
                  <a:cubicBezTo>
                    <a:pt x="10" y="0"/>
                    <a:pt x="12" y="0"/>
                    <a:pt x="12" y="0"/>
                  </a:cubicBezTo>
                  <a:cubicBezTo>
                    <a:pt x="12" y="1"/>
                    <a:pt x="9" y="2"/>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8" name="Freeform 2690">
              <a:extLst>
                <a:ext uri="{FF2B5EF4-FFF2-40B4-BE49-F238E27FC236}">
                  <a16:creationId xmlns:a16="http://schemas.microsoft.com/office/drawing/2014/main" id="{AF88C8D2-BF7F-5F52-0151-C7DF0B87C970}"/>
                </a:ext>
              </a:extLst>
            </p:cNvPr>
            <p:cNvSpPr>
              <a:spLocks/>
            </p:cNvSpPr>
            <p:nvPr/>
          </p:nvSpPr>
          <p:spPr bwMode="auto">
            <a:xfrm rot="5094805">
              <a:off x="1559552" y="1300017"/>
              <a:ext cx="27420" cy="31990"/>
            </a:xfrm>
            <a:custGeom>
              <a:avLst/>
              <a:gdLst>
                <a:gd name="T0" fmla="*/ 11 w 11"/>
                <a:gd name="T1" fmla="*/ 10 h 13"/>
                <a:gd name="T2" fmla="*/ 7 w 11"/>
                <a:gd name="T3" fmla="*/ 12 h 13"/>
                <a:gd name="T4" fmla="*/ 0 w 11"/>
                <a:gd name="T5" fmla="*/ 4 h 13"/>
                <a:gd name="T6" fmla="*/ 4 w 11"/>
                <a:gd name="T7" fmla="*/ 1 h 13"/>
                <a:gd name="T8" fmla="*/ 11 w 11"/>
                <a:gd name="T9" fmla="*/ 10 h 13"/>
              </a:gdLst>
              <a:ahLst/>
              <a:cxnLst>
                <a:cxn ang="0">
                  <a:pos x="T0" y="T1"/>
                </a:cxn>
                <a:cxn ang="0">
                  <a:pos x="T2" y="T3"/>
                </a:cxn>
                <a:cxn ang="0">
                  <a:pos x="T4" y="T5"/>
                </a:cxn>
                <a:cxn ang="0">
                  <a:pos x="T6" y="T7"/>
                </a:cxn>
                <a:cxn ang="0">
                  <a:pos x="T8" y="T9"/>
                </a:cxn>
              </a:cxnLst>
              <a:rect l="0" t="0" r="r" b="b"/>
              <a:pathLst>
                <a:path w="11" h="13">
                  <a:moveTo>
                    <a:pt x="11" y="10"/>
                  </a:moveTo>
                  <a:cubicBezTo>
                    <a:pt x="10" y="11"/>
                    <a:pt x="9" y="13"/>
                    <a:pt x="7" y="12"/>
                  </a:cubicBezTo>
                  <a:cubicBezTo>
                    <a:pt x="4" y="12"/>
                    <a:pt x="0" y="7"/>
                    <a:pt x="0" y="4"/>
                  </a:cubicBezTo>
                  <a:cubicBezTo>
                    <a:pt x="0" y="1"/>
                    <a:pt x="1" y="0"/>
                    <a:pt x="4" y="1"/>
                  </a:cubicBezTo>
                  <a:cubicBezTo>
                    <a:pt x="7" y="2"/>
                    <a:pt x="10" y="6"/>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9" name="Freeform 2691">
              <a:extLst>
                <a:ext uri="{FF2B5EF4-FFF2-40B4-BE49-F238E27FC236}">
                  <a16:creationId xmlns:a16="http://schemas.microsoft.com/office/drawing/2014/main" id="{81F16782-BA8B-47FE-ABF4-E89C8664EACB}"/>
                </a:ext>
              </a:extLst>
            </p:cNvPr>
            <p:cNvSpPr>
              <a:spLocks/>
            </p:cNvSpPr>
            <p:nvPr/>
          </p:nvSpPr>
          <p:spPr bwMode="auto">
            <a:xfrm rot="5094805">
              <a:off x="1643401" y="1096207"/>
              <a:ext cx="31990" cy="29705"/>
            </a:xfrm>
            <a:custGeom>
              <a:avLst/>
              <a:gdLst>
                <a:gd name="T0" fmla="*/ 13 w 13"/>
                <a:gd name="T1" fmla="*/ 10 h 12"/>
                <a:gd name="T2" fmla="*/ 7 w 13"/>
                <a:gd name="T3" fmla="*/ 11 h 12"/>
                <a:gd name="T4" fmla="*/ 1 w 13"/>
                <a:gd name="T5" fmla="*/ 3 h 12"/>
                <a:gd name="T6" fmla="*/ 6 w 13"/>
                <a:gd name="T7" fmla="*/ 2 h 12"/>
                <a:gd name="T8" fmla="*/ 13 w 13"/>
                <a:gd name="T9" fmla="*/ 10 h 12"/>
              </a:gdLst>
              <a:ahLst/>
              <a:cxnLst>
                <a:cxn ang="0">
                  <a:pos x="T0" y="T1"/>
                </a:cxn>
                <a:cxn ang="0">
                  <a:pos x="T2" y="T3"/>
                </a:cxn>
                <a:cxn ang="0">
                  <a:pos x="T4" y="T5"/>
                </a:cxn>
                <a:cxn ang="0">
                  <a:pos x="T6" y="T7"/>
                </a:cxn>
                <a:cxn ang="0">
                  <a:pos x="T8" y="T9"/>
                </a:cxn>
              </a:cxnLst>
              <a:rect l="0" t="0" r="r" b="b"/>
              <a:pathLst>
                <a:path w="13" h="12">
                  <a:moveTo>
                    <a:pt x="13" y="10"/>
                  </a:moveTo>
                  <a:cubicBezTo>
                    <a:pt x="10" y="11"/>
                    <a:pt x="9" y="12"/>
                    <a:pt x="7" y="11"/>
                  </a:cubicBezTo>
                  <a:cubicBezTo>
                    <a:pt x="4" y="10"/>
                    <a:pt x="0" y="6"/>
                    <a:pt x="1" y="3"/>
                  </a:cubicBezTo>
                  <a:cubicBezTo>
                    <a:pt x="1" y="1"/>
                    <a:pt x="3" y="0"/>
                    <a:pt x="6" y="2"/>
                  </a:cubicBezTo>
                  <a:cubicBezTo>
                    <a:pt x="8" y="4"/>
                    <a:pt x="10" y="7"/>
                    <a:pt x="1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0" name="Freeform 2692">
              <a:extLst>
                <a:ext uri="{FF2B5EF4-FFF2-40B4-BE49-F238E27FC236}">
                  <a16:creationId xmlns:a16="http://schemas.microsoft.com/office/drawing/2014/main" id="{583C5E86-D919-254B-0F34-D9208F0F6845}"/>
                </a:ext>
              </a:extLst>
            </p:cNvPr>
            <p:cNvSpPr>
              <a:spLocks/>
            </p:cNvSpPr>
            <p:nvPr/>
          </p:nvSpPr>
          <p:spPr bwMode="auto">
            <a:xfrm rot="5094805">
              <a:off x="1728001" y="889292"/>
              <a:ext cx="27420" cy="25135"/>
            </a:xfrm>
            <a:custGeom>
              <a:avLst/>
              <a:gdLst>
                <a:gd name="T0" fmla="*/ 11 w 11"/>
                <a:gd name="T1" fmla="*/ 9 h 10"/>
                <a:gd name="T2" fmla="*/ 7 w 11"/>
                <a:gd name="T3" fmla="*/ 10 h 10"/>
                <a:gd name="T4" fmla="*/ 0 w 11"/>
                <a:gd name="T5" fmla="*/ 3 h 10"/>
                <a:gd name="T6" fmla="*/ 5 w 11"/>
                <a:gd name="T7" fmla="*/ 1 h 10"/>
                <a:gd name="T8" fmla="*/ 11 w 11"/>
                <a:gd name="T9" fmla="*/ 9 h 10"/>
              </a:gdLst>
              <a:ahLst/>
              <a:cxnLst>
                <a:cxn ang="0">
                  <a:pos x="T0" y="T1"/>
                </a:cxn>
                <a:cxn ang="0">
                  <a:pos x="T2" y="T3"/>
                </a:cxn>
                <a:cxn ang="0">
                  <a:pos x="T4" y="T5"/>
                </a:cxn>
                <a:cxn ang="0">
                  <a:pos x="T6" y="T7"/>
                </a:cxn>
                <a:cxn ang="0">
                  <a:pos x="T8" y="T9"/>
                </a:cxn>
              </a:cxnLst>
              <a:rect l="0" t="0" r="r" b="b"/>
              <a:pathLst>
                <a:path w="11" h="10">
                  <a:moveTo>
                    <a:pt x="11" y="9"/>
                  </a:moveTo>
                  <a:cubicBezTo>
                    <a:pt x="10" y="9"/>
                    <a:pt x="9" y="10"/>
                    <a:pt x="7" y="10"/>
                  </a:cubicBezTo>
                  <a:cubicBezTo>
                    <a:pt x="5" y="10"/>
                    <a:pt x="0" y="5"/>
                    <a:pt x="0" y="3"/>
                  </a:cubicBezTo>
                  <a:cubicBezTo>
                    <a:pt x="0" y="1"/>
                    <a:pt x="2" y="0"/>
                    <a:pt x="5" y="1"/>
                  </a:cubicBezTo>
                  <a:cubicBezTo>
                    <a:pt x="8" y="2"/>
                    <a:pt x="10" y="5"/>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1" name="Freeform 2693">
              <a:extLst>
                <a:ext uri="{FF2B5EF4-FFF2-40B4-BE49-F238E27FC236}">
                  <a16:creationId xmlns:a16="http://schemas.microsoft.com/office/drawing/2014/main" id="{FB0E1ADC-DFAB-2D16-271E-45EBE5727916}"/>
                </a:ext>
              </a:extLst>
            </p:cNvPr>
            <p:cNvSpPr>
              <a:spLocks/>
            </p:cNvSpPr>
            <p:nvPr/>
          </p:nvSpPr>
          <p:spPr bwMode="auto">
            <a:xfrm rot="5094805">
              <a:off x="1793749" y="689485"/>
              <a:ext cx="29705" cy="20565"/>
            </a:xfrm>
            <a:custGeom>
              <a:avLst/>
              <a:gdLst>
                <a:gd name="T0" fmla="*/ 6 w 12"/>
                <a:gd name="T1" fmla="*/ 9 h 9"/>
                <a:gd name="T2" fmla="*/ 1 w 12"/>
                <a:gd name="T3" fmla="*/ 2 h 9"/>
                <a:gd name="T4" fmla="*/ 7 w 12"/>
                <a:gd name="T5" fmla="*/ 2 h 9"/>
                <a:gd name="T6" fmla="*/ 11 w 12"/>
                <a:gd name="T7" fmla="*/ 7 h 9"/>
                <a:gd name="T8" fmla="*/ 6 w 12"/>
                <a:gd name="T9" fmla="*/ 9 h 9"/>
              </a:gdLst>
              <a:ahLst/>
              <a:cxnLst>
                <a:cxn ang="0">
                  <a:pos x="T0" y="T1"/>
                </a:cxn>
                <a:cxn ang="0">
                  <a:pos x="T2" y="T3"/>
                </a:cxn>
                <a:cxn ang="0">
                  <a:pos x="T4" y="T5"/>
                </a:cxn>
                <a:cxn ang="0">
                  <a:pos x="T6" y="T7"/>
                </a:cxn>
                <a:cxn ang="0">
                  <a:pos x="T8" y="T9"/>
                </a:cxn>
              </a:cxnLst>
              <a:rect l="0" t="0" r="r" b="b"/>
              <a:pathLst>
                <a:path w="12" h="9">
                  <a:moveTo>
                    <a:pt x="6" y="9"/>
                  </a:moveTo>
                  <a:cubicBezTo>
                    <a:pt x="4" y="6"/>
                    <a:pt x="1" y="4"/>
                    <a:pt x="1" y="2"/>
                  </a:cubicBezTo>
                  <a:cubicBezTo>
                    <a:pt x="0" y="0"/>
                    <a:pt x="4" y="0"/>
                    <a:pt x="7" y="2"/>
                  </a:cubicBezTo>
                  <a:cubicBezTo>
                    <a:pt x="9" y="3"/>
                    <a:pt x="12" y="5"/>
                    <a:pt x="11" y="7"/>
                  </a:cubicBezTo>
                  <a:cubicBezTo>
                    <a:pt x="11" y="8"/>
                    <a:pt x="8" y="8"/>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2" name="Freeform 2694">
              <a:extLst>
                <a:ext uri="{FF2B5EF4-FFF2-40B4-BE49-F238E27FC236}">
                  <a16:creationId xmlns:a16="http://schemas.microsoft.com/office/drawing/2014/main" id="{B545F539-3FF6-544F-F7E9-2484FF748569}"/>
                </a:ext>
              </a:extLst>
            </p:cNvPr>
            <p:cNvSpPr>
              <a:spLocks/>
            </p:cNvSpPr>
            <p:nvPr/>
          </p:nvSpPr>
          <p:spPr bwMode="auto">
            <a:xfrm rot="5094805">
              <a:off x="1838713" y="487047"/>
              <a:ext cx="29705" cy="18280"/>
            </a:xfrm>
            <a:custGeom>
              <a:avLst/>
              <a:gdLst>
                <a:gd name="T0" fmla="*/ 8 w 12"/>
                <a:gd name="T1" fmla="*/ 8 h 8"/>
                <a:gd name="T2" fmla="*/ 2 w 12"/>
                <a:gd name="T3" fmla="*/ 3 h 8"/>
                <a:gd name="T4" fmla="*/ 6 w 12"/>
                <a:gd name="T5" fmla="*/ 1 h 8"/>
                <a:gd name="T6" fmla="*/ 12 w 12"/>
                <a:gd name="T7" fmla="*/ 5 h 8"/>
                <a:gd name="T8" fmla="*/ 8 w 12"/>
                <a:gd name="T9" fmla="*/ 8 h 8"/>
              </a:gdLst>
              <a:ahLst/>
              <a:cxnLst>
                <a:cxn ang="0">
                  <a:pos x="T0" y="T1"/>
                </a:cxn>
                <a:cxn ang="0">
                  <a:pos x="T2" y="T3"/>
                </a:cxn>
                <a:cxn ang="0">
                  <a:pos x="T4" y="T5"/>
                </a:cxn>
                <a:cxn ang="0">
                  <a:pos x="T6" y="T7"/>
                </a:cxn>
                <a:cxn ang="0">
                  <a:pos x="T8" y="T9"/>
                </a:cxn>
              </a:cxnLst>
              <a:rect l="0" t="0" r="r" b="b"/>
              <a:pathLst>
                <a:path w="12" h="8">
                  <a:moveTo>
                    <a:pt x="8" y="8"/>
                  </a:moveTo>
                  <a:cubicBezTo>
                    <a:pt x="5" y="6"/>
                    <a:pt x="3" y="4"/>
                    <a:pt x="2" y="3"/>
                  </a:cubicBezTo>
                  <a:cubicBezTo>
                    <a:pt x="0" y="1"/>
                    <a:pt x="3" y="0"/>
                    <a:pt x="6" y="1"/>
                  </a:cubicBezTo>
                  <a:cubicBezTo>
                    <a:pt x="9" y="2"/>
                    <a:pt x="12" y="3"/>
                    <a:pt x="12" y="5"/>
                  </a:cubicBezTo>
                  <a:cubicBezTo>
                    <a:pt x="12" y="6"/>
                    <a:pt x="10" y="7"/>
                    <a:pt x="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3" name="Freeform 2695">
              <a:extLst>
                <a:ext uri="{FF2B5EF4-FFF2-40B4-BE49-F238E27FC236}">
                  <a16:creationId xmlns:a16="http://schemas.microsoft.com/office/drawing/2014/main" id="{BC72E999-435E-7D91-0DE1-682234B1EAF2}"/>
                </a:ext>
              </a:extLst>
            </p:cNvPr>
            <p:cNvSpPr>
              <a:spLocks/>
            </p:cNvSpPr>
            <p:nvPr/>
          </p:nvSpPr>
          <p:spPr bwMode="auto">
            <a:xfrm rot="5094805">
              <a:off x="1854794" y="296249"/>
              <a:ext cx="31990" cy="13710"/>
            </a:xfrm>
            <a:custGeom>
              <a:avLst/>
              <a:gdLst>
                <a:gd name="T0" fmla="*/ 13 w 13"/>
                <a:gd name="T1" fmla="*/ 4 h 6"/>
                <a:gd name="T2" fmla="*/ 7 w 13"/>
                <a:gd name="T3" fmla="*/ 6 h 6"/>
                <a:gd name="T4" fmla="*/ 1 w 13"/>
                <a:gd name="T5" fmla="*/ 3 h 6"/>
                <a:gd name="T6" fmla="*/ 6 w 13"/>
                <a:gd name="T7" fmla="*/ 1 h 6"/>
                <a:gd name="T8" fmla="*/ 13 w 13"/>
                <a:gd name="T9" fmla="*/ 4 h 6"/>
              </a:gdLst>
              <a:ahLst/>
              <a:cxnLst>
                <a:cxn ang="0">
                  <a:pos x="T0" y="T1"/>
                </a:cxn>
                <a:cxn ang="0">
                  <a:pos x="T2" y="T3"/>
                </a:cxn>
                <a:cxn ang="0">
                  <a:pos x="T4" y="T5"/>
                </a:cxn>
                <a:cxn ang="0">
                  <a:pos x="T6" y="T7"/>
                </a:cxn>
                <a:cxn ang="0">
                  <a:pos x="T8" y="T9"/>
                </a:cxn>
              </a:cxnLst>
              <a:rect l="0" t="0" r="r" b="b"/>
              <a:pathLst>
                <a:path w="13" h="6">
                  <a:moveTo>
                    <a:pt x="13" y="4"/>
                  </a:moveTo>
                  <a:cubicBezTo>
                    <a:pt x="10" y="5"/>
                    <a:pt x="9" y="6"/>
                    <a:pt x="7" y="6"/>
                  </a:cubicBezTo>
                  <a:cubicBezTo>
                    <a:pt x="4" y="6"/>
                    <a:pt x="0" y="4"/>
                    <a:pt x="1" y="3"/>
                  </a:cubicBezTo>
                  <a:cubicBezTo>
                    <a:pt x="1" y="1"/>
                    <a:pt x="3" y="0"/>
                    <a:pt x="6" y="1"/>
                  </a:cubicBezTo>
                  <a:cubicBezTo>
                    <a:pt x="8" y="1"/>
                    <a:pt x="10" y="3"/>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4" name="Freeform 2696">
              <a:extLst>
                <a:ext uri="{FF2B5EF4-FFF2-40B4-BE49-F238E27FC236}">
                  <a16:creationId xmlns:a16="http://schemas.microsoft.com/office/drawing/2014/main" id="{5531E178-C833-C03E-E9C1-E6521437EC34}"/>
                </a:ext>
              </a:extLst>
            </p:cNvPr>
            <p:cNvSpPr>
              <a:spLocks/>
            </p:cNvSpPr>
            <p:nvPr/>
          </p:nvSpPr>
          <p:spPr bwMode="auto">
            <a:xfrm rot="5094805">
              <a:off x="1830755" y="103601"/>
              <a:ext cx="27420" cy="13710"/>
            </a:xfrm>
            <a:custGeom>
              <a:avLst/>
              <a:gdLst>
                <a:gd name="T0" fmla="*/ 11 w 11"/>
                <a:gd name="T1" fmla="*/ 2 h 6"/>
                <a:gd name="T2" fmla="*/ 7 w 11"/>
                <a:gd name="T3" fmla="*/ 5 h 6"/>
                <a:gd name="T4" fmla="*/ 0 w 11"/>
                <a:gd name="T5" fmla="*/ 4 h 6"/>
                <a:gd name="T6" fmla="*/ 5 w 11"/>
                <a:gd name="T7" fmla="*/ 1 h 6"/>
                <a:gd name="T8" fmla="*/ 11 w 11"/>
                <a:gd name="T9" fmla="*/ 2 h 6"/>
              </a:gdLst>
              <a:ahLst/>
              <a:cxnLst>
                <a:cxn ang="0">
                  <a:pos x="T0" y="T1"/>
                </a:cxn>
                <a:cxn ang="0">
                  <a:pos x="T2" y="T3"/>
                </a:cxn>
                <a:cxn ang="0">
                  <a:pos x="T4" y="T5"/>
                </a:cxn>
                <a:cxn ang="0">
                  <a:pos x="T6" y="T7"/>
                </a:cxn>
                <a:cxn ang="0">
                  <a:pos x="T8" y="T9"/>
                </a:cxn>
              </a:cxnLst>
              <a:rect l="0" t="0" r="r" b="b"/>
              <a:pathLst>
                <a:path w="11" h="6">
                  <a:moveTo>
                    <a:pt x="11" y="2"/>
                  </a:moveTo>
                  <a:cubicBezTo>
                    <a:pt x="10" y="3"/>
                    <a:pt x="9" y="4"/>
                    <a:pt x="7" y="5"/>
                  </a:cubicBezTo>
                  <a:cubicBezTo>
                    <a:pt x="5" y="6"/>
                    <a:pt x="0" y="5"/>
                    <a:pt x="0" y="4"/>
                  </a:cubicBezTo>
                  <a:cubicBezTo>
                    <a:pt x="0" y="3"/>
                    <a:pt x="2" y="1"/>
                    <a:pt x="5" y="1"/>
                  </a:cubicBezTo>
                  <a:cubicBezTo>
                    <a:pt x="8" y="0"/>
                    <a:pt x="10"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5" name="Freeform 2717">
              <a:extLst>
                <a:ext uri="{FF2B5EF4-FFF2-40B4-BE49-F238E27FC236}">
                  <a16:creationId xmlns:a16="http://schemas.microsoft.com/office/drawing/2014/main" id="{A7D5A4B1-8F68-FA34-831D-C9F06C0A7A21}"/>
                </a:ext>
              </a:extLst>
            </p:cNvPr>
            <p:cNvSpPr>
              <a:spLocks/>
            </p:cNvSpPr>
            <p:nvPr/>
          </p:nvSpPr>
          <p:spPr bwMode="auto">
            <a:xfrm rot="5094805">
              <a:off x="2997377" y="6832667"/>
              <a:ext cx="22850" cy="11425"/>
            </a:xfrm>
            <a:custGeom>
              <a:avLst/>
              <a:gdLst>
                <a:gd name="T0" fmla="*/ 10 w 10"/>
                <a:gd name="T1" fmla="*/ 1 h 5"/>
                <a:gd name="T2" fmla="*/ 7 w 10"/>
                <a:gd name="T3" fmla="*/ 4 h 5"/>
                <a:gd name="T4" fmla="*/ 0 w 10"/>
                <a:gd name="T5" fmla="*/ 4 h 5"/>
                <a:gd name="T6" fmla="*/ 4 w 10"/>
                <a:gd name="T7" fmla="*/ 1 h 5"/>
                <a:gd name="T8" fmla="*/ 10 w 10"/>
                <a:gd name="T9" fmla="*/ 1 h 5"/>
              </a:gdLst>
              <a:ahLst/>
              <a:cxnLst>
                <a:cxn ang="0">
                  <a:pos x="T0" y="T1"/>
                </a:cxn>
                <a:cxn ang="0">
                  <a:pos x="T2" y="T3"/>
                </a:cxn>
                <a:cxn ang="0">
                  <a:pos x="T4" y="T5"/>
                </a:cxn>
                <a:cxn ang="0">
                  <a:pos x="T6" y="T7"/>
                </a:cxn>
                <a:cxn ang="0">
                  <a:pos x="T8" y="T9"/>
                </a:cxn>
              </a:cxnLst>
              <a:rect l="0" t="0" r="r" b="b"/>
              <a:pathLst>
                <a:path w="10" h="5">
                  <a:moveTo>
                    <a:pt x="10" y="1"/>
                  </a:moveTo>
                  <a:cubicBezTo>
                    <a:pt x="10" y="2"/>
                    <a:pt x="8" y="3"/>
                    <a:pt x="7" y="4"/>
                  </a:cubicBezTo>
                  <a:cubicBezTo>
                    <a:pt x="4" y="5"/>
                    <a:pt x="0" y="5"/>
                    <a:pt x="0" y="4"/>
                  </a:cubicBezTo>
                  <a:cubicBezTo>
                    <a:pt x="0" y="3"/>
                    <a:pt x="1" y="2"/>
                    <a:pt x="4" y="1"/>
                  </a:cubicBezTo>
                  <a:cubicBezTo>
                    <a:pt x="7" y="1"/>
                    <a:pt x="10"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6" name="Freeform 2718">
              <a:extLst>
                <a:ext uri="{FF2B5EF4-FFF2-40B4-BE49-F238E27FC236}">
                  <a16:creationId xmlns:a16="http://schemas.microsoft.com/office/drawing/2014/main" id="{8B555627-DA3D-06B2-F47C-4B61B1AC4CE5}"/>
                </a:ext>
              </a:extLst>
            </p:cNvPr>
            <p:cNvSpPr>
              <a:spLocks/>
            </p:cNvSpPr>
            <p:nvPr/>
          </p:nvSpPr>
          <p:spPr bwMode="auto">
            <a:xfrm rot="5094805">
              <a:off x="1813879" y="4230779"/>
              <a:ext cx="29705" cy="13710"/>
            </a:xfrm>
            <a:custGeom>
              <a:avLst/>
              <a:gdLst>
                <a:gd name="T0" fmla="*/ 8 w 12"/>
                <a:gd name="T1" fmla="*/ 4 h 5"/>
                <a:gd name="T2" fmla="*/ 2 w 12"/>
                <a:gd name="T3" fmla="*/ 5 h 5"/>
                <a:gd name="T4" fmla="*/ 7 w 12"/>
                <a:gd name="T5" fmla="*/ 1 h 5"/>
                <a:gd name="T6" fmla="*/ 12 w 12"/>
                <a:gd name="T7" fmla="*/ 0 h 5"/>
                <a:gd name="T8" fmla="*/ 8 w 12"/>
                <a:gd name="T9" fmla="*/ 4 h 5"/>
              </a:gdLst>
              <a:ahLst/>
              <a:cxnLst>
                <a:cxn ang="0">
                  <a:pos x="T0" y="T1"/>
                </a:cxn>
                <a:cxn ang="0">
                  <a:pos x="T2" y="T3"/>
                </a:cxn>
                <a:cxn ang="0">
                  <a:pos x="T4" y="T5"/>
                </a:cxn>
                <a:cxn ang="0">
                  <a:pos x="T6" y="T7"/>
                </a:cxn>
                <a:cxn ang="0">
                  <a:pos x="T8" y="T9"/>
                </a:cxn>
              </a:cxnLst>
              <a:rect l="0" t="0" r="r" b="b"/>
              <a:pathLst>
                <a:path w="12" h="5">
                  <a:moveTo>
                    <a:pt x="8" y="4"/>
                  </a:moveTo>
                  <a:cubicBezTo>
                    <a:pt x="5" y="4"/>
                    <a:pt x="3" y="5"/>
                    <a:pt x="2" y="5"/>
                  </a:cubicBezTo>
                  <a:cubicBezTo>
                    <a:pt x="0" y="5"/>
                    <a:pt x="3" y="3"/>
                    <a:pt x="7" y="1"/>
                  </a:cubicBezTo>
                  <a:cubicBezTo>
                    <a:pt x="10" y="0"/>
                    <a:pt x="12" y="0"/>
                    <a:pt x="12" y="0"/>
                  </a:cubicBezTo>
                  <a:cubicBezTo>
                    <a:pt x="12" y="1"/>
                    <a:pt x="9" y="2"/>
                    <a:pt x="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7" name="Freeform 2719">
              <a:extLst>
                <a:ext uri="{FF2B5EF4-FFF2-40B4-BE49-F238E27FC236}">
                  <a16:creationId xmlns:a16="http://schemas.microsoft.com/office/drawing/2014/main" id="{32706E3E-9859-9A19-D52D-E5972D80CFEB}"/>
                </a:ext>
              </a:extLst>
            </p:cNvPr>
            <p:cNvSpPr>
              <a:spLocks/>
            </p:cNvSpPr>
            <p:nvPr/>
          </p:nvSpPr>
          <p:spPr bwMode="auto">
            <a:xfrm rot="5094805">
              <a:off x="1917490" y="4414360"/>
              <a:ext cx="27420" cy="15995"/>
            </a:xfrm>
            <a:custGeom>
              <a:avLst/>
              <a:gdLst>
                <a:gd name="T0" fmla="*/ 11 w 11"/>
                <a:gd name="T1" fmla="*/ 1 h 7"/>
                <a:gd name="T2" fmla="*/ 7 w 11"/>
                <a:gd name="T3" fmla="*/ 4 h 7"/>
                <a:gd name="T4" fmla="*/ 0 w 11"/>
                <a:gd name="T5" fmla="*/ 6 h 7"/>
                <a:gd name="T6" fmla="*/ 5 w 11"/>
                <a:gd name="T7" fmla="*/ 2 h 7"/>
                <a:gd name="T8" fmla="*/ 11 w 11"/>
                <a:gd name="T9" fmla="*/ 1 h 7"/>
              </a:gdLst>
              <a:ahLst/>
              <a:cxnLst>
                <a:cxn ang="0">
                  <a:pos x="T0" y="T1"/>
                </a:cxn>
                <a:cxn ang="0">
                  <a:pos x="T2" y="T3"/>
                </a:cxn>
                <a:cxn ang="0">
                  <a:pos x="T4" y="T5"/>
                </a:cxn>
                <a:cxn ang="0">
                  <a:pos x="T6" y="T7"/>
                </a:cxn>
                <a:cxn ang="0">
                  <a:pos x="T8" y="T9"/>
                </a:cxn>
              </a:cxnLst>
              <a:rect l="0" t="0" r="r" b="b"/>
              <a:pathLst>
                <a:path w="11" h="7">
                  <a:moveTo>
                    <a:pt x="11" y="1"/>
                  </a:moveTo>
                  <a:cubicBezTo>
                    <a:pt x="10" y="2"/>
                    <a:pt x="9" y="3"/>
                    <a:pt x="7" y="4"/>
                  </a:cubicBezTo>
                  <a:cubicBezTo>
                    <a:pt x="5" y="5"/>
                    <a:pt x="0" y="7"/>
                    <a:pt x="0" y="6"/>
                  </a:cubicBezTo>
                  <a:cubicBezTo>
                    <a:pt x="0" y="5"/>
                    <a:pt x="2" y="4"/>
                    <a:pt x="5" y="2"/>
                  </a:cubicBezTo>
                  <a:cubicBezTo>
                    <a:pt x="7" y="1"/>
                    <a:pt x="10"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8" name="Freeform 2720">
              <a:extLst>
                <a:ext uri="{FF2B5EF4-FFF2-40B4-BE49-F238E27FC236}">
                  <a16:creationId xmlns:a16="http://schemas.microsoft.com/office/drawing/2014/main" id="{22606DFB-AC97-89D5-5AD1-66DE6250531E}"/>
                </a:ext>
              </a:extLst>
            </p:cNvPr>
            <p:cNvSpPr>
              <a:spLocks/>
            </p:cNvSpPr>
            <p:nvPr/>
          </p:nvSpPr>
          <p:spPr bwMode="auto">
            <a:xfrm rot="5094805">
              <a:off x="2025441" y="4597342"/>
              <a:ext cx="29705" cy="13710"/>
            </a:xfrm>
            <a:custGeom>
              <a:avLst/>
              <a:gdLst>
                <a:gd name="T0" fmla="*/ 5 w 12"/>
                <a:gd name="T1" fmla="*/ 1 h 6"/>
                <a:gd name="T2" fmla="*/ 11 w 12"/>
                <a:gd name="T3" fmla="*/ 0 h 6"/>
                <a:gd name="T4" fmla="*/ 8 w 12"/>
                <a:gd name="T5" fmla="*/ 3 h 6"/>
                <a:gd name="T6" fmla="*/ 1 w 12"/>
                <a:gd name="T7" fmla="*/ 5 h 6"/>
                <a:gd name="T8" fmla="*/ 5 w 12"/>
                <a:gd name="T9" fmla="*/ 1 h 6"/>
              </a:gdLst>
              <a:ahLst/>
              <a:cxnLst>
                <a:cxn ang="0">
                  <a:pos x="T0" y="T1"/>
                </a:cxn>
                <a:cxn ang="0">
                  <a:pos x="T2" y="T3"/>
                </a:cxn>
                <a:cxn ang="0">
                  <a:pos x="T4" y="T5"/>
                </a:cxn>
                <a:cxn ang="0">
                  <a:pos x="T6" y="T7"/>
                </a:cxn>
                <a:cxn ang="0">
                  <a:pos x="T8" y="T9"/>
                </a:cxn>
              </a:cxnLst>
              <a:rect l="0" t="0" r="r" b="b"/>
              <a:pathLst>
                <a:path w="12" h="6">
                  <a:moveTo>
                    <a:pt x="5" y="1"/>
                  </a:moveTo>
                  <a:cubicBezTo>
                    <a:pt x="8" y="1"/>
                    <a:pt x="10" y="0"/>
                    <a:pt x="11" y="0"/>
                  </a:cubicBezTo>
                  <a:cubicBezTo>
                    <a:pt x="12" y="0"/>
                    <a:pt x="10" y="2"/>
                    <a:pt x="8" y="3"/>
                  </a:cubicBezTo>
                  <a:cubicBezTo>
                    <a:pt x="5" y="5"/>
                    <a:pt x="0" y="6"/>
                    <a:pt x="1" y="5"/>
                  </a:cubicBezTo>
                  <a:cubicBezTo>
                    <a:pt x="1" y="4"/>
                    <a:pt x="3" y="3"/>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9" name="Freeform 2721">
              <a:extLst>
                <a:ext uri="{FF2B5EF4-FFF2-40B4-BE49-F238E27FC236}">
                  <a16:creationId xmlns:a16="http://schemas.microsoft.com/office/drawing/2014/main" id="{C55E91C9-029B-FC2E-9D9E-A9D1220FB7D0}"/>
                </a:ext>
              </a:extLst>
            </p:cNvPr>
            <p:cNvSpPr>
              <a:spLocks/>
            </p:cNvSpPr>
            <p:nvPr/>
          </p:nvSpPr>
          <p:spPr bwMode="auto">
            <a:xfrm rot="5094805">
              <a:off x="2141260" y="4776293"/>
              <a:ext cx="29705" cy="15995"/>
            </a:xfrm>
            <a:custGeom>
              <a:avLst/>
              <a:gdLst>
                <a:gd name="T0" fmla="*/ 8 w 12"/>
                <a:gd name="T1" fmla="*/ 5 h 6"/>
                <a:gd name="T2" fmla="*/ 2 w 12"/>
                <a:gd name="T3" fmla="*/ 6 h 6"/>
                <a:gd name="T4" fmla="*/ 7 w 12"/>
                <a:gd name="T5" fmla="*/ 2 h 6"/>
                <a:gd name="T6" fmla="*/ 12 w 12"/>
                <a:gd name="T7" fmla="*/ 1 h 6"/>
                <a:gd name="T8" fmla="*/ 8 w 12"/>
                <a:gd name="T9" fmla="*/ 5 h 6"/>
              </a:gdLst>
              <a:ahLst/>
              <a:cxnLst>
                <a:cxn ang="0">
                  <a:pos x="T0" y="T1"/>
                </a:cxn>
                <a:cxn ang="0">
                  <a:pos x="T2" y="T3"/>
                </a:cxn>
                <a:cxn ang="0">
                  <a:pos x="T4" y="T5"/>
                </a:cxn>
                <a:cxn ang="0">
                  <a:pos x="T6" y="T7"/>
                </a:cxn>
                <a:cxn ang="0">
                  <a:pos x="T8" y="T9"/>
                </a:cxn>
              </a:cxnLst>
              <a:rect l="0" t="0" r="r" b="b"/>
              <a:pathLst>
                <a:path w="12" h="6">
                  <a:moveTo>
                    <a:pt x="8" y="5"/>
                  </a:moveTo>
                  <a:cubicBezTo>
                    <a:pt x="5" y="6"/>
                    <a:pt x="3" y="6"/>
                    <a:pt x="2" y="6"/>
                  </a:cubicBezTo>
                  <a:cubicBezTo>
                    <a:pt x="0" y="6"/>
                    <a:pt x="3" y="4"/>
                    <a:pt x="7" y="2"/>
                  </a:cubicBezTo>
                  <a:cubicBezTo>
                    <a:pt x="10" y="1"/>
                    <a:pt x="12" y="0"/>
                    <a:pt x="12" y="1"/>
                  </a:cubicBezTo>
                  <a:cubicBezTo>
                    <a:pt x="12" y="2"/>
                    <a:pt x="10" y="3"/>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0" name="Freeform 2722">
              <a:extLst>
                <a:ext uri="{FF2B5EF4-FFF2-40B4-BE49-F238E27FC236}">
                  <a16:creationId xmlns:a16="http://schemas.microsoft.com/office/drawing/2014/main" id="{E02B7807-359D-9023-D923-B623ECBA137B}"/>
                </a:ext>
              </a:extLst>
            </p:cNvPr>
            <p:cNvSpPr>
              <a:spLocks/>
            </p:cNvSpPr>
            <p:nvPr/>
          </p:nvSpPr>
          <p:spPr bwMode="auto">
            <a:xfrm rot="5094805">
              <a:off x="2252934" y="4960201"/>
              <a:ext cx="29705" cy="18280"/>
            </a:xfrm>
            <a:custGeom>
              <a:avLst/>
              <a:gdLst>
                <a:gd name="T0" fmla="*/ 6 w 12"/>
                <a:gd name="T1" fmla="*/ 1 h 7"/>
                <a:gd name="T2" fmla="*/ 11 w 12"/>
                <a:gd name="T3" fmla="*/ 1 h 7"/>
                <a:gd name="T4" fmla="*/ 7 w 12"/>
                <a:gd name="T5" fmla="*/ 4 h 7"/>
                <a:gd name="T6" fmla="*/ 1 w 12"/>
                <a:gd name="T7" fmla="*/ 6 h 7"/>
                <a:gd name="T8" fmla="*/ 6 w 12"/>
                <a:gd name="T9" fmla="*/ 1 h 7"/>
              </a:gdLst>
              <a:ahLst/>
              <a:cxnLst>
                <a:cxn ang="0">
                  <a:pos x="T0" y="T1"/>
                </a:cxn>
                <a:cxn ang="0">
                  <a:pos x="T2" y="T3"/>
                </a:cxn>
                <a:cxn ang="0">
                  <a:pos x="T4" y="T5"/>
                </a:cxn>
                <a:cxn ang="0">
                  <a:pos x="T6" y="T7"/>
                </a:cxn>
                <a:cxn ang="0">
                  <a:pos x="T8" y="T9"/>
                </a:cxn>
              </a:cxnLst>
              <a:rect l="0" t="0" r="r" b="b"/>
              <a:pathLst>
                <a:path w="12" h="7">
                  <a:moveTo>
                    <a:pt x="6" y="1"/>
                  </a:moveTo>
                  <a:cubicBezTo>
                    <a:pt x="9" y="1"/>
                    <a:pt x="11" y="0"/>
                    <a:pt x="11" y="1"/>
                  </a:cubicBezTo>
                  <a:cubicBezTo>
                    <a:pt x="12" y="1"/>
                    <a:pt x="10" y="3"/>
                    <a:pt x="7" y="4"/>
                  </a:cubicBezTo>
                  <a:cubicBezTo>
                    <a:pt x="4" y="6"/>
                    <a:pt x="0" y="7"/>
                    <a:pt x="1" y="6"/>
                  </a:cubicBezTo>
                  <a:cubicBezTo>
                    <a:pt x="2" y="5"/>
                    <a:pt x="4"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1" name="Freeform 2723">
              <a:extLst>
                <a:ext uri="{FF2B5EF4-FFF2-40B4-BE49-F238E27FC236}">
                  <a16:creationId xmlns:a16="http://schemas.microsoft.com/office/drawing/2014/main" id="{5162A208-5277-08EA-71D1-1B5A0626D9D9}"/>
                </a:ext>
              </a:extLst>
            </p:cNvPr>
            <p:cNvSpPr>
              <a:spLocks/>
            </p:cNvSpPr>
            <p:nvPr/>
          </p:nvSpPr>
          <p:spPr bwMode="auto">
            <a:xfrm rot="5094805">
              <a:off x="2366689" y="5144118"/>
              <a:ext cx="25135" cy="15995"/>
            </a:xfrm>
            <a:custGeom>
              <a:avLst/>
              <a:gdLst>
                <a:gd name="T0" fmla="*/ 10 w 10"/>
                <a:gd name="T1" fmla="*/ 0 h 6"/>
                <a:gd name="T2" fmla="*/ 6 w 10"/>
                <a:gd name="T3" fmla="*/ 4 h 6"/>
                <a:gd name="T4" fmla="*/ 0 w 10"/>
                <a:gd name="T5" fmla="*/ 5 h 6"/>
                <a:gd name="T6" fmla="*/ 4 w 10"/>
                <a:gd name="T7" fmla="*/ 1 h 6"/>
                <a:gd name="T8" fmla="*/ 10 w 10"/>
                <a:gd name="T9" fmla="*/ 0 h 6"/>
              </a:gdLst>
              <a:ahLst/>
              <a:cxnLst>
                <a:cxn ang="0">
                  <a:pos x="T0" y="T1"/>
                </a:cxn>
                <a:cxn ang="0">
                  <a:pos x="T2" y="T3"/>
                </a:cxn>
                <a:cxn ang="0">
                  <a:pos x="T4" y="T5"/>
                </a:cxn>
                <a:cxn ang="0">
                  <a:pos x="T6" y="T7"/>
                </a:cxn>
                <a:cxn ang="0">
                  <a:pos x="T8" y="T9"/>
                </a:cxn>
              </a:cxnLst>
              <a:rect l="0" t="0" r="r" b="b"/>
              <a:pathLst>
                <a:path w="10" h="6">
                  <a:moveTo>
                    <a:pt x="10" y="0"/>
                  </a:moveTo>
                  <a:cubicBezTo>
                    <a:pt x="9" y="1"/>
                    <a:pt x="8" y="3"/>
                    <a:pt x="6" y="4"/>
                  </a:cubicBezTo>
                  <a:cubicBezTo>
                    <a:pt x="4" y="5"/>
                    <a:pt x="0" y="6"/>
                    <a:pt x="0" y="5"/>
                  </a:cubicBezTo>
                  <a:cubicBezTo>
                    <a:pt x="0" y="4"/>
                    <a:pt x="1" y="3"/>
                    <a:pt x="4" y="1"/>
                  </a:cubicBezTo>
                  <a:cubicBezTo>
                    <a:pt x="7" y="0"/>
                    <a:pt x="9"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2" name="Freeform 2724">
              <a:extLst>
                <a:ext uri="{FF2B5EF4-FFF2-40B4-BE49-F238E27FC236}">
                  <a16:creationId xmlns:a16="http://schemas.microsoft.com/office/drawing/2014/main" id="{51B5235D-AB59-32D3-E0B4-1B7D15DD4949}"/>
                </a:ext>
              </a:extLst>
            </p:cNvPr>
            <p:cNvSpPr>
              <a:spLocks/>
            </p:cNvSpPr>
            <p:nvPr/>
          </p:nvSpPr>
          <p:spPr bwMode="auto">
            <a:xfrm rot="5094805">
              <a:off x="2470185" y="5327399"/>
              <a:ext cx="29705" cy="15995"/>
            </a:xfrm>
            <a:custGeom>
              <a:avLst/>
              <a:gdLst>
                <a:gd name="T0" fmla="*/ 5 w 12"/>
                <a:gd name="T1" fmla="*/ 1 h 6"/>
                <a:gd name="T2" fmla="*/ 10 w 12"/>
                <a:gd name="T3" fmla="*/ 0 h 6"/>
                <a:gd name="T4" fmla="*/ 7 w 12"/>
                <a:gd name="T5" fmla="*/ 4 h 6"/>
                <a:gd name="T6" fmla="*/ 0 w 12"/>
                <a:gd name="T7" fmla="*/ 5 h 6"/>
                <a:gd name="T8" fmla="*/ 5 w 12"/>
                <a:gd name="T9" fmla="*/ 1 h 6"/>
              </a:gdLst>
              <a:ahLst/>
              <a:cxnLst>
                <a:cxn ang="0">
                  <a:pos x="T0" y="T1"/>
                </a:cxn>
                <a:cxn ang="0">
                  <a:pos x="T2" y="T3"/>
                </a:cxn>
                <a:cxn ang="0">
                  <a:pos x="T4" y="T5"/>
                </a:cxn>
                <a:cxn ang="0">
                  <a:pos x="T6" y="T7"/>
                </a:cxn>
                <a:cxn ang="0">
                  <a:pos x="T8" y="T9"/>
                </a:cxn>
              </a:cxnLst>
              <a:rect l="0" t="0" r="r" b="b"/>
              <a:pathLst>
                <a:path w="12" h="6">
                  <a:moveTo>
                    <a:pt x="5" y="1"/>
                  </a:moveTo>
                  <a:cubicBezTo>
                    <a:pt x="7" y="1"/>
                    <a:pt x="10" y="0"/>
                    <a:pt x="10" y="0"/>
                  </a:cubicBezTo>
                  <a:cubicBezTo>
                    <a:pt x="12" y="1"/>
                    <a:pt x="10" y="3"/>
                    <a:pt x="7" y="4"/>
                  </a:cubicBezTo>
                  <a:cubicBezTo>
                    <a:pt x="5" y="6"/>
                    <a:pt x="0" y="6"/>
                    <a:pt x="0" y="5"/>
                  </a:cubicBezTo>
                  <a:cubicBezTo>
                    <a:pt x="1" y="4"/>
                    <a:pt x="3" y="3"/>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3" name="Freeform 2725">
              <a:extLst>
                <a:ext uri="{FF2B5EF4-FFF2-40B4-BE49-F238E27FC236}">
                  <a16:creationId xmlns:a16="http://schemas.microsoft.com/office/drawing/2014/main" id="{51A9A916-6F45-46C8-4794-72E34D4EB596}"/>
                </a:ext>
              </a:extLst>
            </p:cNvPr>
            <p:cNvSpPr>
              <a:spLocks/>
            </p:cNvSpPr>
            <p:nvPr/>
          </p:nvSpPr>
          <p:spPr bwMode="auto">
            <a:xfrm rot="5094805">
              <a:off x="2566553" y="5509118"/>
              <a:ext cx="31990" cy="13710"/>
            </a:xfrm>
            <a:custGeom>
              <a:avLst/>
              <a:gdLst>
                <a:gd name="T0" fmla="*/ 0 w 13"/>
                <a:gd name="T1" fmla="*/ 6 h 6"/>
                <a:gd name="T2" fmla="*/ 6 w 13"/>
                <a:gd name="T3" fmla="*/ 2 h 6"/>
                <a:gd name="T4" fmla="*/ 12 w 13"/>
                <a:gd name="T5" fmla="*/ 1 h 6"/>
                <a:gd name="T6" fmla="*/ 7 w 13"/>
                <a:gd name="T7" fmla="*/ 5 h 6"/>
                <a:gd name="T8" fmla="*/ 0 w 13"/>
                <a:gd name="T9" fmla="*/ 6 h 6"/>
              </a:gdLst>
              <a:ahLst/>
              <a:cxnLst>
                <a:cxn ang="0">
                  <a:pos x="T0" y="T1"/>
                </a:cxn>
                <a:cxn ang="0">
                  <a:pos x="T2" y="T3"/>
                </a:cxn>
                <a:cxn ang="0">
                  <a:pos x="T4" y="T5"/>
                </a:cxn>
                <a:cxn ang="0">
                  <a:pos x="T6" y="T7"/>
                </a:cxn>
                <a:cxn ang="0">
                  <a:pos x="T8" y="T9"/>
                </a:cxn>
              </a:cxnLst>
              <a:rect l="0" t="0" r="r" b="b"/>
              <a:pathLst>
                <a:path w="13" h="6">
                  <a:moveTo>
                    <a:pt x="0" y="6"/>
                  </a:moveTo>
                  <a:cubicBezTo>
                    <a:pt x="3" y="4"/>
                    <a:pt x="4" y="3"/>
                    <a:pt x="6" y="2"/>
                  </a:cubicBezTo>
                  <a:cubicBezTo>
                    <a:pt x="9" y="0"/>
                    <a:pt x="11" y="0"/>
                    <a:pt x="12" y="1"/>
                  </a:cubicBezTo>
                  <a:cubicBezTo>
                    <a:pt x="13" y="2"/>
                    <a:pt x="11" y="4"/>
                    <a:pt x="7" y="5"/>
                  </a:cubicBezTo>
                  <a:cubicBezTo>
                    <a:pt x="5" y="6"/>
                    <a:pt x="3" y="6"/>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4" name="Freeform 2726">
              <a:extLst>
                <a:ext uri="{FF2B5EF4-FFF2-40B4-BE49-F238E27FC236}">
                  <a16:creationId xmlns:a16="http://schemas.microsoft.com/office/drawing/2014/main" id="{8906D474-FF96-D0DD-1513-E9C4F338EA15}"/>
                </a:ext>
              </a:extLst>
            </p:cNvPr>
            <p:cNvSpPr>
              <a:spLocks/>
            </p:cNvSpPr>
            <p:nvPr/>
          </p:nvSpPr>
          <p:spPr bwMode="auto">
            <a:xfrm rot="5094805">
              <a:off x="2652158" y="5696595"/>
              <a:ext cx="29705" cy="15995"/>
            </a:xfrm>
            <a:custGeom>
              <a:avLst/>
              <a:gdLst>
                <a:gd name="T0" fmla="*/ 7 w 12"/>
                <a:gd name="T1" fmla="*/ 6 h 6"/>
                <a:gd name="T2" fmla="*/ 1 w 12"/>
                <a:gd name="T3" fmla="*/ 5 h 6"/>
                <a:gd name="T4" fmla="*/ 7 w 12"/>
                <a:gd name="T5" fmla="*/ 1 h 6"/>
                <a:gd name="T6" fmla="*/ 11 w 12"/>
                <a:gd name="T7" fmla="*/ 2 h 6"/>
                <a:gd name="T8" fmla="*/ 7 w 12"/>
                <a:gd name="T9" fmla="*/ 6 h 6"/>
              </a:gdLst>
              <a:ahLst/>
              <a:cxnLst>
                <a:cxn ang="0">
                  <a:pos x="T0" y="T1"/>
                </a:cxn>
                <a:cxn ang="0">
                  <a:pos x="T2" y="T3"/>
                </a:cxn>
                <a:cxn ang="0">
                  <a:pos x="T4" y="T5"/>
                </a:cxn>
                <a:cxn ang="0">
                  <a:pos x="T6" y="T7"/>
                </a:cxn>
                <a:cxn ang="0">
                  <a:pos x="T8" y="T9"/>
                </a:cxn>
              </a:cxnLst>
              <a:rect l="0" t="0" r="r" b="b"/>
              <a:pathLst>
                <a:path w="12" h="6">
                  <a:moveTo>
                    <a:pt x="7" y="6"/>
                  </a:moveTo>
                  <a:cubicBezTo>
                    <a:pt x="4" y="5"/>
                    <a:pt x="2" y="5"/>
                    <a:pt x="1" y="5"/>
                  </a:cubicBezTo>
                  <a:cubicBezTo>
                    <a:pt x="0" y="4"/>
                    <a:pt x="4" y="1"/>
                    <a:pt x="7" y="1"/>
                  </a:cubicBezTo>
                  <a:cubicBezTo>
                    <a:pt x="10" y="0"/>
                    <a:pt x="12" y="0"/>
                    <a:pt x="11" y="2"/>
                  </a:cubicBezTo>
                  <a:cubicBezTo>
                    <a:pt x="11" y="3"/>
                    <a:pt x="9" y="4"/>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5" name="Freeform 2727">
              <a:extLst>
                <a:ext uri="{FF2B5EF4-FFF2-40B4-BE49-F238E27FC236}">
                  <a16:creationId xmlns:a16="http://schemas.microsoft.com/office/drawing/2014/main" id="{9CED697E-7C43-4B38-4AE8-EF4ED81836F1}"/>
                </a:ext>
              </a:extLst>
            </p:cNvPr>
            <p:cNvSpPr>
              <a:spLocks/>
            </p:cNvSpPr>
            <p:nvPr/>
          </p:nvSpPr>
          <p:spPr bwMode="auto">
            <a:xfrm rot="5094805">
              <a:off x="2720491" y="5886743"/>
              <a:ext cx="27420" cy="11425"/>
            </a:xfrm>
            <a:custGeom>
              <a:avLst/>
              <a:gdLst>
                <a:gd name="T0" fmla="*/ 11 w 11"/>
                <a:gd name="T1" fmla="*/ 2 h 5"/>
                <a:gd name="T2" fmla="*/ 7 w 11"/>
                <a:gd name="T3" fmla="*/ 4 h 5"/>
                <a:gd name="T4" fmla="*/ 0 w 11"/>
                <a:gd name="T5" fmla="*/ 4 h 5"/>
                <a:gd name="T6" fmla="*/ 5 w 11"/>
                <a:gd name="T7" fmla="*/ 1 h 5"/>
                <a:gd name="T8" fmla="*/ 11 w 11"/>
                <a:gd name="T9" fmla="*/ 2 h 5"/>
              </a:gdLst>
              <a:ahLst/>
              <a:cxnLst>
                <a:cxn ang="0">
                  <a:pos x="T0" y="T1"/>
                </a:cxn>
                <a:cxn ang="0">
                  <a:pos x="T2" y="T3"/>
                </a:cxn>
                <a:cxn ang="0">
                  <a:pos x="T4" y="T5"/>
                </a:cxn>
                <a:cxn ang="0">
                  <a:pos x="T6" y="T7"/>
                </a:cxn>
                <a:cxn ang="0">
                  <a:pos x="T8" y="T9"/>
                </a:cxn>
              </a:cxnLst>
              <a:rect l="0" t="0" r="r" b="b"/>
              <a:pathLst>
                <a:path w="11" h="5">
                  <a:moveTo>
                    <a:pt x="11" y="2"/>
                  </a:moveTo>
                  <a:cubicBezTo>
                    <a:pt x="10" y="2"/>
                    <a:pt x="9" y="3"/>
                    <a:pt x="7" y="4"/>
                  </a:cubicBezTo>
                  <a:cubicBezTo>
                    <a:pt x="5" y="5"/>
                    <a:pt x="0" y="5"/>
                    <a:pt x="0" y="4"/>
                  </a:cubicBezTo>
                  <a:cubicBezTo>
                    <a:pt x="0" y="3"/>
                    <a:pt x="2" y="1"/>
                    <a:pt x="5" y="1"/>
                  </a:cubicBezTo>
                  <a:cubicBezTo>
                    <a:pt x="7" y="0"/>
                    <a:pt x="10" y="0"/>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6" name="Freeform 2728">
              <a:extLst>
                <a:ext uri="{FF2B5EF4-FFF2-40B4-BE49-F238E27FC236}">
                  <a16:creationId xmlns:a16="http://schemas.microsoft.com/office/drawing/2014/main" id="{39CAD5CA-5DF3-593A-E3C4-B7F5472BDD29}"/>
                </a:ext>
              </a:extLst>
            </p:cNvPr>
            <p:cNvSpPr>
              <a:spLocks/>
            </p:cNvSpPr>
            <p:nvPr/>
          </p:nvSpPr>
          <p:spPr bwMode="auto">
            <a:xfrm rot="5094805">
              <a:off x="2767299" y="6077568"/>
              <a:ext cx="27420" cy="11425"/>
            </a:xfrm>
            <a:custGeom>
              <a:avLst/>
              <a:gdLst>
                <a:gd name="T0" fmla="*/ 11 w 11"/>
                <a:gd name="T1" fmla="*/ 2 h 5"/>
                <a:gd name="T2" fmla="*/ 7 w 11"/>
                <a:gd name="T3" fmla="*/ 4 h 5"/>
                <a:gd name="T4" fmla="*/ 0 w 11"/>
                <a:gd name="T5" fmla="*/ 3 h 5"/>
                <a:gd name="T6" fmla="*/ 4 w 11"/>
                <a:gd name="T7" fmla="*/ 0 h 5"/>
                <a:gd name="T8" fmla="*/ 11 w 11"/>
                <a:gd name="T9" fmla="*/ 2 h 5"/>
              </a:gdLst>
              <a:ahLst/>
              <a:cxnLst>
                <a:cxn ang="0">
                  <a:pos x="T0" y="T1"/>
                </a:cxn>
                <a:cxn ang="0">
                  <a:pos x="T2" y="T3"/>
                </a:cxn>
                <a:cxn ang="0">
                  <a:pos x="T4" y="T5"/>
                </a:cxn>
                <a:cxn ang="0">
                  <a:pos x="T6" y="T7"/>
                </a:cxn>
                <a:cxn ang="0">
                  <a:pos x="T8" y="T9"/>
                </a:cxn>
              </a:cxnLst>
              <a:rect l="0" t="0" r="r" b="b"/>
              <a:pathLst>
                <a:path w="11" h="5">
                  <a:moveTo>
                    <a:pt x="11" y="2"/>
                  </a:moveTo>
                  <a:cubicBezTo>
                    <a:pt x="9" y="2"/>
                    <a:pt x="8" y="3"/>
                    <a:pt x="7" y="4"/>
                  </a:cubicBezTo>
                  <a:cubicBezTo>
                    <a:pt x="4" y="5"/>
                    <a:pt x="0" y="4"/>
                    <a:pt x="0" y="3"/>
                  </a:cubicBezTo>
                  <a:cubicBezTo>
                    <a:pt x="0" y="2"/>
                    <a:pt x="1" y="1"/>
                    <a:pt x="4" y="0"/>
                  </a:cubicBezTo>
                  <a:cubicBezTo>
                    <a:pt x="7" y="0"/>
                    <a:pt x="9" y="0"/>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7" name="Freeform 2729">
              <a:extLst>
                <a:ext uri="{FF2B5EF4-FFF2-40B4-BE49-F238E27FC236}">
                  <a16:creationId xmlns:a16="http://schemas.microsoft.com/office/drawing/2014/main" id="{3D0C389C-9E3C-D183-1A46-C09CBCF7112F}"/>
                </a:ext>
              </a:extLst>
            </p:cNvPr>
            <p:cNvSpPr>
              <a:spLocks/>
            </p:cNvSpPr>
            <p:nvPr/>
          </p:nvSpPr>
          <p:spPr bwMode="auto">
            <a:xfrm rot="5094805">
              <a:off x="2807375" y="6268894"/>
              <a:ext cx="29705" cy="13710"/>
            </a:xfrm>
            <a:custGeom>
              <a:avLst/>
              <a:gdLst>
                <a:gd name="T0" fmla="*/ 5 w 12"/>
                <a:gd name="T1" fmla="*/ 0 h 5"/>
                <a:gd name="T2" fmla="*/ 11 w 12"/>
                <a:gd name="T3" fmla="*/ 1 h 5"/>
                <a:gd name="T4" fmla="*/ 7 w 12"/>
                <a:gd name="T5" fmla="*/ 4 h 5"/>
                <a:gd name="T6" fmla="*/ 0 w 12"/>
                <a:gd name="T7" fmla="*/ 3 h 5"/>
                <a:gd name="T8" fmla="*/ 5 w 12"/>
                <a:gd name="T9" fmla="*/ 0 h 5"/>
              </a:gdLst>
              <a:ahLst/>
              <a:cxnLst>
                <a:cxn ang="0">
                  <a:pos x="T0" y="T1"/>
                </a:cxn>
                <a:cxn ang="0">
                  <a:pos x="T2" y="T3"/>
                </a:cxn>
                <a:cxn ang="0">
                  <a:pos x="T4" y="T5"/>
                </a:cxn>
                <a:cxn ang="0">
                  <a:pos x="T6" y="T7"/>
                </a:cxn>
                <a:cxn ang="0">
                  <a:pos x="T8" y="T9"/>
                </a:cxn>
              </a:cxnLst>
              <a:rect l="0" t="0" r="r" b="b"/>
              <a:pathLst>
                <a:path w="12" h="5">
                  <a:moveTo>
                    <a:pt x="5" y="0"/>
                  </a:moveTo>
                  <a:cubicBezTo>
                    <a:pt x="7" y="0"/>
                    <a:pt x="10" y="1"/>
                    <a:pt x="11" y="1"/>
                  </a:cubicBezTo>
                  <a:cubicBezTo>
                    <a:pt x="12" y="2"/>
                    <a:pt x="10" y="3"/>
                    <a:pt x="7" y="4"/>
                  </a:cubicBezTo>
                  <a:cubicBezTo>
                    <a:pt x="5" y="5"/>
                    <a:pt x="0" y="4"/>
                    <a:pt x="0" y="3"/>
                  </a:cubicBezTo>
                  <a:cubicBezTo>
                    <a:pt x="1" y="2"/>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8" name="Freeform 2730">
              <a:extLst>
                <a:ext uri="{FF2B5EF4-FFF2-40B4-BE49-F238E27FC236}">
                  <a16:creationId xmlns:a16="http://schemas.microsoft.com/office/drawing/2014/main" id="{97CCCAF8-561B-AF3B-E4AB-E6C928042FA5}"/>
                </a:ext>
              </a:extLst>
            </p:cNvPr>
            <p:cNvSpPr>
              <a:spLocks/>
            </p:cNvSpPr>
            <p:nvPr/>
          </p:nvSpPr>
          <p:spPr bwMode="auto">
            <a:xfrm rot="5094805">
              <a:off x="2860808" y="6459120"/>
              <a:ext cx="29705" cy="9140"/>
            </a:xfrm>
            <a:custGeom>
              <a:avLst/>
              <a:gdLst>
                <a:gd name="T0" fmla="*/ 6 w 12"/>
                <a:gd name="T1" fmla="*/ 4 h 4"/>
                <a:gd name="T2" fmla="*/ 1 w 12"/>
                <a:gd name="T3" fmla="*/ 3 h 4"/>
                <a:gd name="T4" fmla="*/ 7 w 12"/>
                <a:gd name="T5" fmla="*/ 0 h 4"/>
                <a:gd name="T6" fmla="*/ 11 w 12"/>
                <a:gd name="T7" fmla="*/ 1 h 4"/>
                <a:gd name="T8" fmla="*/ 6 w 12"/>
                <a:gd name="T9" fmla="*/ 4 h 4"/>
              </a:gdLst>
              <a:ahLst/>
              <a:cxnLst>
                <a:cxn ang="0">
                  <a:pos x="T0" y="T1"/>
                </a:cxn>
                <a:cxn ang="0">
                  <a:pos x="T2" y="T3"/>
                </a:cxn>
                <a:cxn ang="0">
                  <a:pos x="T4" y="T5"/>
                </a:cxn>
                <a:cxn ang="0">
                  <a:pos x="T6" y="T7"/>
                </a:cxn>
                <a:cxn ang="0">
                  <a:pos x="T8" y="T9"/>
                </a:cxn>
              </a:cxnLst>
              <a:rect l="0" t="0" r="r" b="b"/>
              <a:pathLst>
                <a:path w="12" h="4">
                  <a:moveTo>
                    <a:pt x="6" y="4"/>
                  </a:moveTo>
                  <a:cubicBezTo>
                    <a:pt x="4" y="4"/>
                    <a:pt x="2" y="3"/>
                    <a:pt x="1" y="3"/>
                  </a:cubicBezTo>
                  <a:cubicBezTo>
                    <a:pt x="0" y="2"/>
                    <a:pt x="4" y="0"/>
                    <a:pt x="7" y="0"/>
                  </a:cubicBezTo>
                  <a:cubicBezTo>
                    <a:pt x="9" y="0"/>
                    <a:pt x="12" y="0"/>
                    <a:pt x="11" y="1"/>
                  </a:cubicBezTo>
                  <a:cubicBezTo>
                    <a:pt x="10" y="2"/>
                    <a:pt x="8"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9" name="Freeform 2731">
              <a:extLst>
                <a:ext uri="{FF2B5EF4-FFF2-40B4-BE49-F238E27FC236}">
                  <a16:creationId xmlns:a16="http://schemas.microsoft.com/office/drawing/2014/main" id="{06A7ABDA-6EBE-72B3-16A9-E6444AB0B8BA}"/>
                </a:ext>
              </a:extLst>
            </p:cNvPr>
            <p:cNvSpPr>
              <a:spLocks/>
            </p:cNvSpPr>
            <p:nvPr/>
          </p:nvSpPr>
          <p:spPr bwMode="auto">
            <a:xfrm rot="5094805">
              <a:off x="2925524" y="6643869"/>
              <a:ext cx="27420" cy="11425"/>
            </a:xfrm>
            <a:custGeom>
              <a:avLst/>
              <a:gdLst>
                <a:gd name="T0" fmla="*/ 7 w 11"/>
                <a:gd name="T1" fmla="*/ 4 h 4"/>
                <a:gd name="T2" fmla="*/ 1 w 11"/>
                <a:gd name="T3" fmla="*/ 4 h 4"/>
                <a:gd name="T4" fmla="*/ 6 w 11"/>
                <a:gd name="T5" fmla="*/ 1 h 4"/>
                <a:gd name="T6" fmla="*/ 11 w 11"/>
                <a:gd name="T7" fmla="*/ 1 h 4"/>
                <a:gd name="T8" fmla="*/ 7 w 11"/>
                <a:gd name="T9" fmla="*/ 4 h 4"/>
              </a:gdLst>
              <a:ahLst/>
              <a:cxnLst>
                <a:cxn ang="0">
                  <a:pos x="T0" y="T1"/>
                </a:cxn>
                <a:cxn ang="0">
                  <a:pos x="T2" y="T3"/>
                </a:cxn>
                <a:cxn ang="0">
                  <a:pos x="T4" y="T5"/>
                </a:cxn>
                <a:cxn ang="0">
                  <a:pos x="T6" y="T7"/>
                </a:cxn>
                <a:cxn ang="0">
                  <a:pos x="T8" y="T9"/>
                </a:cxn>
              </a:cxnLst>
              <a:rect l="0" t="0" r="r" b="b"/>
              <a:pathLst>
                <a:path w="11" h="4">
                  <a:moveTo>
                    <a:pt x="7" y="4"/>
                  </a:moveTo>
                  <a:cubicBezTo>
                    <a:pt x="5" y="4"/>
                    <a:pt x="2" y="4"/>
                    <a:pt x="1" y="4"/>
                  </a:cubicBezTo>
                  <a:cubicBezTo>
                    <a:pt x="0" y="3"/>
                    <a:pt x="3" y="1"/>
                    <a:pt x="6" y="1"/>
                  </a:cubicBezTo>
                  <a:cubicBezTo>
                    <a:pt x="9" y="0"/>
                    <a:pt x="11" y="0"/>
                    <a:pt x="11" y="1"/>
                  </a:cubicBezTo>
                  <a:cubicBezTo>
                    <a:pt x="11" y="2"/>
                    <a:pt x="9" y="3"/>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0" name="Freeform 2732">
              <a:extLst>
                <a:ext uri="{FF2B5EF4-FFF2-40B4-BE49-F238E27FC236}">
                  <a16:creationId xmlns:a16="http://schemas.microsoft.com/office/drawing/2014/main" id="{97E610D9-9B19-3B3D-FFE8-A4CAE869006F}"/>
                </a:ext>
              </a:extLst>
            </p:cNvPr>
            <p:cNvSpPr>
              <a:spLocks/>
            </p:cNvSpPr>
            <p:nvPr/>
          </p:nvSpPr>
          <p:spPr bwMode="auto">
            <a:xfrm rot="5094805">
              <a:off x="1627563" y="1382278"/>
              <a:ext cx="27420" cy="29705"/>
            </a:xfrm>
            <a:custGeom>
              <a:avLst/>
              <a:gdLst>
                <a:gd name="T0" fmla="*/ 11 w 11"/>
                <a:gd name="T1" fmla="*/ 9 h 12"/>
                <a:gd name="T2" fmla="*/ 6 w 11"/>
                <a:gd name="T3" fmla="*/ 12 h 12"/>
                <a:gd name="T4" fmla="*/ 0 w 11"/>
                <a:gd name="T5" fmla="*/ 5 h 12"/>
                <a:gd name="T6" fmla="*/ 4 w 11"/>
                <a:gd name="T7" fmla="*/ 1 h 12"/>
                <a:gd name="T8" fmla="*/ 11 w 11"/>
                <a:gd name="T9" fmla="*/ 9 h 12"/>
              </a:gdLst>
              <a:ahLst/>
              <a:cxnLst>
                <a:cxn ang="0">
                  <a:pos x="T0" y="T1"/>
                </a:cxn>
                <a:cxn ang="0">
                  <a:pos x="T2" y="T3"/>
                </a:cxn>
                <a:cxn ang="0">
                  <a:pos x="T4" y="T5"/>
                </a:cxn>
                <a:cxn ang="0">
                  <a:pos x="T6" y="T7"/>
                </a:cxn>
                <a:cxn ang="0">
                  <a:pos x="T8" y="T9"/>
                </a:cxn>
              </a:cxnLst>
              <a:rect l="0" t="0" r="r" b="b"/>
              <a:pathLst>
                <a:path w="11" h="12">
                  <a:moveTo>
                    <a:pt x="11" y="9"/>
                  </a:moveTo>
                  <a:cubicBezTo>
                    <a:pt x="9" y="10"/>
                    <a:pt x="8" y="12"/>
                    <a:pt x="6" y="12"/>
                  </a:cubicBezTo>
                  <a:cubicBezTo>
                    <a:pt x="3" y="11"/>
                    <a:pt x="1" y="8"/>
                    <a:pt x="0" y="5"/>
                  </a:cubicBezTo>
                  <a:cubicBezTo>
                    <a:pt x="0" y="1"/>
                    <a:pt x="1" y="0"/>
                    <a:pt x="4" y="1"/>
                  </a:cubicBezTo>
                  <a:cubicBezTo>
                    <a:pt x="6" y="2"/>
                    <a:pt x="8" y="5"/>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1" name="Freeform 2733">
              <a:extLst>
                <a:ext uri="{FF2B5EF4-FFF2-40B4-BE49-F238E27FC236}">
                  <a16:creationId xmlns:a16="http://schemas.microsoft.com/office/drawing/2014/main" id="{DD78EEE1-67F5-6D9D-F7A7-925E0C60ABCD}"/>
                </a:ext>
              </a:extLst>
            </p:cNvPr>
            <p:cNvSpPr>
              <a:spLocks/>
            </p:cNvSpPr>
            <p:nvPr/>
          </p:nvSpPr>
          <p:spPr bwMode="auto">
            <a:xfrm rot="5094805">
              <a:off x="1559734" y="1584360"/>
              <a:ext cx="29705" cy="34275"/>
            </a:xfrm>
            <a:custGeom>
              <a:avLst/>
              <a:gdLst>
                <a:gd name="T0" fmla="*/ 12 w 12"/>
                <a:gd name="T1" fmla="*/ 9 h 14"/>
                <a:gd name="T2" fmla="*/ 6 w 12"/>
                <a:gd name="T3" fmla="*/ 13 h 14"/>
                <a:gd name="T4" fmla="*/ 0 w 12"/>
                <a:gd name="T5" fmla="*/ 6 h 14"/>
                <a:gd name="T6" fmla="*/ 4 w 12"/>
                <a:gd name="T7" fmla="*/ 1 h 14"/>
                <a:gd name="T8" fmla="*/ 12 w 12"/>
                <a:gd name="T9" fmla="*/ 9 h 14"/>
              </a:gdLst>
              <a:ahLst/>
              <a:cxnLst>
                <a:cxn ang="0">
                  <a:pos x="T0" y="T1"/>
                </a:cxn>
                <a:cxn ang="0">
                  <a:pos x="T2" y="T3"/>
                </a:cxn>
                <a:cxn ang="0">
                  <a:pos x="T4" y="T5"/>
                </a:cxn>
                <a:cxn ang="0">
                  <a:pos x="T6" y="T7"/>
                </a:cxn>
                <a:cxn ang="0">
                  <a:pos x="T8" y="T9"/>
                </a:cxn>
              </a:cxnLst>
              <a:rect l="0" t="0" r="r" b="b"/>
              <a:pathLst>
                <a:path w="12" h="14">
                  <a:moveTo>
                    <a:pt x="12" y="9"/>
                  </a:moveTo>
                  <a:cubicBezTo>
                    <a:pt x="9" y="11"/>
                    <a:pt x="8" y="14"/>
                    <a:pt x="6" y="13"/>
                  </a:cubicBezTo>
                  <a:cubicBezTo>
                    <a:pt x="3" y="13"/>
                    <a:pt x="1" y="10"/>
                    <a:pt x="0" y="6"/>
                  </a:cubicBezTo>
                  <a:cubicBezTo>
                    <a:pt x="0" y="2"/>
                    <a:pt x="1" y="0"/>
                    <a:pt x="4" y="1"/>
                  </a:cubicBezTo>
                  <a:cubicBezTo>
                    <a:pt x="6" y="2"/>
                    <a:pt x="8" y="5"/>
                    <a:pt x="1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2" name="Freeform 2734">
              <a:extLst>
                <a:ext uri="{FF2B5EF4-FFF2-40B4-BE49-F238E27FC236}">
                  <a16:creationId xmlns:a16="http://schemas.microsoft.com/office/drawing/2014/main" id="{D6010166-F2EC-C0A9-46D0-C6BB1412E174}"/>
                </a:ext>
              </a:extLst>
            </p:cNvPr>
            <p:cNvSpPr>
              <a:spLocks/>
            </p:cNvSpPr>
            <p:nvPr/>
          </p:nvSpPr>
          <p:spPr bwMode="auto">
            <a:xfrm rot="5094805">
              <a:off x="1507642" y="1782952"/>
              <a:ext cx="27420" cy="38845"/>
            </a:xfrm>
            <a:custGeom>
              <a:avLst/>
              <a:gdLst>
                <a:gd name="T0" fmla="*/ 7 w 11"/>
                <a:gd name="T1" fmla="*/ 16 h 16"/>
                <a:gd name="T2" fmla="*/ 1 w 11"/>
                <a:gd name="T3" fmla="*/ 5 h 16"/>
                <a:gd name="T4" fmla="*/ 5 w 11"/>
                <a:gd name="T5" fmla="*/ 1 h 16"/>
                <a:gd name="T6" fmla="*/ 11 w 11"/>
                <a:gd name="T7" fmla="*/ 9 h 16"/>
                <a:gd name="T8" fmla="*/ 7 w 11"/>
                <a:gd name="T9" fmla="*/ 16 h 16"/>
              </a:gdLst>
              <a:ahLst/>
              <a:cxnLst>
                <a:cxn ang="0">
                  <a:pos x="T0" y="T1"/>
                </a:cxn>
                <a:cxn ang="0">
                  <a:pos x="T2" y="T3"/>
                </a:cxn>
                <a:cxn ang="0">
                  <a:pos x="T4" y="T5"/>
                </a:cxn>
                <a:cxn ang="0">
                  <a:pos x="T6" y="T7"/>
                </a:cxn>
                <a:cxn ang="0">
                  <a:pos x="T8" y="T9"/>
                </a:cxn>
              </a:cxnLst>
              <a:rect l="0" t="0" r="r" b="b"/>
              <a:pathLst>
                <a:path w="11" h="16">
                  <a:moveTo>
                    <a:pt x="7" y="16"/>
                  </a:moveTo>
                  <a:cubicBezTo>
                    <a:pt x="4" y="11"/>
                    <a:pt x="2" y="8"/>
                    <a:pt x="1" y="5"/>
                  </a:cubicBezTo>
                  <a:cubicBezTo>
                    <a:pt x="0" y="1"/>
                    <a:pt x="3" y="0"/>
                    <a:pt x="5" y="1"/>
                  </a:cubicBezTo>
                  <a:cubicBezTo>
                    <a:pt x="8" y="2"/>
                    <a:pt x="11" y="5"/>
                    <a:pt x="11" y="9"/>
                  </a:cubicBezTo>
                  <a:cubicBezTo>
                    <a:pt x="10" y="12"/>
                    <a:pt x="8" y="13"/>
                    <a:pt x="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3" name="Freeform 2735">
              <a:extLst>
                <a:ext uri="{FF2B5EF4-FFF2-40B4-BE49-F238E27FC236}">
                  <a16:creationId xmlns:a16="http://schemas.microsoft.com/office/drawing/2014/main" id="{E4F85219-981C-2BD5-8A93-8FC094B3365D}"/>
                </a:ext>
              </a:extLst>
            </p:cNvPr>
            <p:cNvSpPr>
              <a:spLocks/>
            </p:cNvSpPr>
            <p:nvPr/>
          </p:nvSpPr>
          <p:spPr bwMode="auto">
            <a:xfrm rot="5094805">
              <a:off x="1478504" y="1983876"/>
              <a:ext cx="29705" cy="38845"/>
            </a:xfrm>
            <a:custGeom>
              <a:avLst/>
              <a:gdLst>
                <a:gd name="T0" fmla="*/ 12 w 12"/>
                <a:gd name="T1" fmla="*/ 8 h 15"/>
                <a:gd name="T2" fmla="*/ 7 w 12"/>
                <a:gd name="T3" fmla="*/ 15 h 15"/>
                <a:gd name="T4" fmla="*/ 1 w 12"/>
                <a:gd name="T5" fmla="*/ 8 h 15"/>
                <a:gd name="T6" fmla="*/ 4 w 12"/>
                <a:gd name="T7" fmla="*/ 1 h 15"/>
                <a:gd name="T8" fmla="*/ 12 w 12"/>
                <a:gd name="T9" fmla="*/ 8 h 15"/>
              </a:gdLst>
              <a:ahLst/>
              <a:cxnLst>
                <a:cxn ang="0">
                  <a:pos x="T0" y="T1"/>
                </a:cxn>
                <a:cxn ang="0">
                  <a:pos x="T2" y="T3"/>
                </a:cxn>
                <a:cxn ang="0">
                  <a:pos x="T4" y="T5"/>
                </a:cxn>
                <a:cxn ang="0">
                  <a:pos x="T6" y="T7"/>
                </a:cxn>
                <a:cxn ang="0">
                  <a:pos x="T8" y="T9"/>
                </a:cxn>
              </a:cxnLst>
              <a:rect l="0" t="0" r="r" b="b"/>
              <a:pathLst>
                <a:path w="12" h="15">
                  <a:moveTo>
                    <a:pt x="12" y="8"/>
                  </a:moveTo>
                  <a:cubicBezTo>
                    <a:pt x="10" y="12"/>
                    <a:pt x="8" y="15"/>
                    <a:pt x="7" y="15"/>
                  </a:cubicBezTo>
                  <a:cubicBezTo>
                    <a:pt x="4" y="15"/>
                    <a:pt x="1" y="12"/>
                    <a:pt x="1" y="8"/>
                  </a:cubicBezTo>
                  <a:cubicBezTo>
                    <a:pt x="0" y="3"/>
                    <a:pt x="2" y="0"/>
                    <a:pt x="4" y="1"/>
                  </a:cubicBezTo>
                  <a:cubicBezTo>
                    <a:pt x="6" y="1"/>
                    <a:pt x="9" y="5"/>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4" name="Freeform 2736">
              <a:extLst>
                <a:ext uri="{FF2B5EF4-FFF2-40B4-BE49-F238E27FC236}">
                  <a16:creationId xmlns:a16="http://schemas.microsoft.com/office/drawing/2014/main" id="{BB93C28D-BC01-428B-C957-80580F379B8D}"/>
                </a:ext>
              </a:extLst>
            </p:cNvPr>
            <p:cNvSpPr>
              <a:spLocks/>
            </p:cNvSpPr>
            <p:nvPr/>
          </p:nvSpPr>
          <p:spPr bwMode="auto">
            <a:xfrm rot="5094805">
              <a:off x="1473167" y="2181636"/>
              <a:ext cx="29705" cy="38845"/>
            </a:xfrm>
            <a:custGeom>
              <a:avLst/>
              <a:gdLst>
                <a:gd name="T0" fmla="*/ 12 w 12"/>
                <a:gd name="T1" fmla="*/ 7 h 16"/>
                <a:gd name="T2" fmla="*/ 7 w 12"/>
                <a:gd name="T3" fmla="*/ 15 h 16"/>
                <a:gd name="T4" fmla="*/ 1 w 12"/>
                <a:gd name="T5" fmla="*/ 9 h 16"/>
                <a:gd name="T6" fmla="*/ 4 w 12"/>
                <a:gd name="T7" fmla="*/ 1 h 16"/>
                <a:gd name="T8" fmla="*/ 12 w 12"/>
                <a:gd name="T9" fmla="*/ 7 h 16"/>
              </a:gdLst>
              <a:ahLst/>
              <a:cxnLst>
                <a:cxn ang="0">
                  <a:pos x="T0" y="T1"/>
                </a:cxn>
                <a:cxn ang="0">
                  <a:pos x="T2" y="T3"/>
                </a:cxn>
                <a:cxn ang="0">
                  <a:pos x="T4" y="T5"/>
                </a:cxn>
                <a:cxn ang="0">
                  <a:pos x="T6" y="T7"/>
                </a:cxn>
                <a:cxn ang="0">
                  <a:pos x="T8" y="T9"/>
                </a:cxn>
              </a:cxnLst>
              <a:rect l="0" t="0" r="r" b="b"/>
              <a:pathLst>
                <a:path w="12" h="16">
                  <a:moveTo>
                    <a:pt x="12" y="7"/>
                  </a:moveTo>
                  <a:cubicBezTo>
                    <a:pt x="10" y="10"/>
                    <a:pt x="9" y="14"/>
                    <a:pt x="7" y="15"/>
                  </a:cubicBezTo>
                  <a:cubicBezTo>
                    <a:pt x="4" y="16"/>
                    <a:pt x="2" y="13"/>
                    <a:pt x="1" y="9"/>
                  </a:cubicBezTo>
                  <a:cubicBezTo>
                    <a:pt x="0" y="4"/>
                    <a:pt x="2" y="0"/>
                    <a:pt x="4" y="1"/>
                  </a:cubicBezTo>
                  <a:cubicBezTo>
                    <a:pt x="6" y="1"/>
                    <a:pt x="9" y="4"/>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5" name="Freeform 2737">
              <a:extLst>
                <a:ext uri="{FF2B5EF4-FFF2-40B4-BE49-F238E27FC236}">
                  <a16:creationId xmlns:a16="http://schemas.microsoft.com/office/drawing/2014/main" id="{D0EEE021-D150-5AF6-A057-FD3419C099B1}"/>
                </a:ext>
              </a:extLst>
            </p:cNvPr>
            <p:cNvSpPr>
              <a:spLocks/>
            </p:cNvSpPr>
            <p:nvPr/>
          </p:nvSpPr>
          <p:spPr bwMode="auto">
            <a:xfrm rot="5094805">
              <a:off x="1499491" y="2374283"/>
              <a:ext cx="29705" cy="38845"/>
            </a:xfrm>
            <a:custGeom>
              <a:avLst/>
              <a:gdLst>
                <a:gd name="T0" fmla="*/ 12 w 12"/>
                <a:gd name="T1" fmla="*/ 5 h 16"/>
                <a:gd name="T2" fmla="*/ 7 w 12"/>
                <a:gd name="T3" fmla="*/ 14 h 16"/>
                <a:gd name="T4" fmla="*/ 1 w 12"/>
                <a:gd name="T5" fmla="*/ 8 h 16"/>
                <a:gd name="T6" fmla="*/ 4 w 12"/>
                <a:gd name="T7" fmla="*/ 0 h 16"/>
                <a:gd name="T8" fmla="*/ 12 w 12"/>
                <a:gd name="T9" fmla="*/ 5 h 16"/>
              </a:gdLst>
              <a:ahLst/>
              <a:cxnLst>
                <a:cxn ang="0">
                  <a:pos x="T0" y="T1"/>
                </a:cxn>
                <a:cxn ang="0">
                  <a:pos x="T2" y="T3"/>
                </a:cxn>
                <a:cxn ang="0">
                  <a:pos x="T4" y="T5"/>
                </a:cxn>
                <a:cxn ang="0">
                  <a:pos x="T6" y="T7"/>
                </a:cxn>
                <a:cxn ang="0">
                  <a:pos x="T8" y="T9"/>
                </a:cxn>
              </a:cxnLst>
              <a:rect l="0" t="0" r="r" b="b"/>
              <a:pathLst>
                <a:path w="12" h="16">
                  <a:moveTo>
                    <a:pt x="12" y="5"/>
                  </a:moveTo>
                  <a:cubicBezTo>
                    <a:pt x="10" y="9"/>
                    <a:pt x="8" y="13"/>
                    <a:pt x="7" y="14"/>
                  </a:cubicBezTo>
                  <a:cubicBezTo>
                    <a:pt x="4" y="16"/>
                    <a:pt x="2" y="13"/>
                    <a:pt x="1" y="8"/>
                  </a:cubicBezTo>
                  <a:cubicBezTo>
                    <a:pt x="0" y="4"/>
                    <a:pt x="2" y="0"/>
                    <a:pt x="4" y="0"/>
                  </a:cubicBezTo>
                  <a:cubicBezTo>
                    <a:pt x="6" y="0"/>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6" name="Freeform 2738">
              <a:extLst>
                <a:ext uri="{FF2B5EF4-FFF2-40B4-BE49-F238E27FC236}">
                  <a16:creationId xmlns:a16="http://schemas.microsoft.com/office/drawing/2014/main" id="{F7632509-CE09-4F75-3F21-2BBDE9594F91}"/>
                </a:ext>
              </a:extLst>
            </p:cNvPr>
            <p:cNvSpPr>
              <a:spLocks/>
            </p:cNvSpPr>
            <p:nvPr/>
          </p:nvSpPr>
          <p:spPr bwMode="auto">
            <a:xfrm rot="5094805">
              <a:off x="1541746" y="2567798"/>
              <a:ext cx="29705" cy="34275"/>
            </a:xfrm>
            <a:custGeom>
              <a:avLst/>
              <a:gdLst>
                <a:gd name="T0" fmla="*/ 12 w 12"/>
                <a:gd name="T1" fmla="*/ 6 h 14"/>
                <a:gd name="T2" fmla="*/ 6 w 12"/>
                <a:gd name="T3" fmla="*/ 14 h 14"/>
                <a:gd name="T4" fmla="*/ 1 w 12"/>
                <a:gd name="T5" fmla="*/ 7 h 14"/>
                <a:gd name="T6" fmla="*/ 5 w 12"/>
                <a:gd name="T7" fmla="*/ 0 h 14"/>
                <a:gd name="T8" fmla="*/ 12 w 12"/>
                <a:gd name="T9" fmla="*/ 6 h 14"/>
              </a:gdLst>
              <a:ahLst/>
              <a:cxnLst>
                <a:cxn ang="0">
                  <a:pos x="T0" y="T1"/>
                </a:cxn>
                <a:cxn ang="0">
                  <a:pos x="T2" y="T3"/>
                </a:cxn>
                <a:cxn ang="0">
                  <a:pos x="T4" y="T5"/>
                </a:cxn>
                <a:cxn ang="0">
                  <a:pos x="T6" y="T7"/>
                </a:cxn>
                <a:cxn ang="0">
                  <a:pos x="T8" y="T9"/>
                </a:cxn>
              </a:cxnLst>
              <a:rect l="0" t="0" r="r" b="b"/>
              <a:pathLst>
                <a:path w="12" h="14">
                  <a:moveTo>
                    <a:pt x="12" y="6"/>
                  </a:moveTo>
                  <a:cubicBezTo>
                    <a:pt x="9" y="10"/>
                    <a:pt x="8" y="13"/>
                    <a:pt x="6" y="14"/>
                  </a:cubicBezTo>
                  <a:cubicBezTo>
                    <a:pt x="4" y="14"/>
                    <a:pt x="1" y="12"/>
                    <a:pt x="1" y="7"/>
                  </a:cubicBezTo>
                  <a:cubicBezTo>
                    <a:pt x="0" y="3"/>
                    <a:pt x="2" y="0"/>
                    <a:pt x="5" y="0"/>
                  </a:cubicBezTo>
                  <a:cubicBezTo>
                    <a:pt x="7" y="0"/>
                    <a:pt x="9" y="3"/>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7" name="Freeform 2739">
              <a:extLst>
                <a:ext uri="{FF2B5EF4-FFF2-40B4-BE49-F238E27FC236}">
                  <a16:creationId xmlns:a16="http://schemas.microsoft.com/office/drawing/2014/main" id="{8FA95B8A-5956-8E90-6D9C-904ED41C9E49}"/>
                </a:ext>
              </a:extLst>
            </p:cNvPr>
            <p:cNvSpPr>
              <a:spLocks/>
            </p:cNvSpPr>
            <p:nvPr/>
          </p:nvSpPr>
          <p:spPr bwMode="auto">
            <a:xfrm rot="5094805">
              <a:off x="1563721" y="2763127"/>
              <a:ext cx="29705" cy="34275"/>
            </a:xfrm>
            <a:custGeom>
              <a:avLst/>
              <a:gdLst>
                <a:gd name="T0" fmla="*/ 12 w 12"/>
                <a:gd name="T1" fmla="*/ 5 h 14"/>
                <a:gd name="T2" fmla="*/ 7 w 12"/>
                <a:gd name="T3" fmla="*/ 13 h 14"/>
                <a:gd name="T4" fmla="*/ 1 w 12"/>
                <a:gd name="T5" fmla="*/ 7 h 14"/>
                <a:gd name="T6" fmla="*/ 4 w 12"/>
                <a:gd name="T7" fmla="*/ 0 h 14"/>
                <a:gd name="T8" fmla="*/ 12 w 12"/>
                <a:gd name="T9" fmla="*/ 5 h 14"/>
              </a:gdLst>
              <a:ahLst/>
              <a:cxnLst>
                <a:cxn ang="0">
                  <a:pos x="T0" y="T1"/>
                </a:cxn>
                <a:cxn ang="0">
                  <a:pos x="T2" y="T3"/>
                </a:cxn>
                <a:cxn ang="0">
                  <a:pos x="T4" y="T5"/>
                </a:cxn>
                <a:cxn ang="0">
                  <a:pos x="T6" y="T7"/>
                </a:cxn>
                <a:cxn ang="0">
                  <a:pos x="T8" y="T9"/>
                </a:cxn>
              </a:cxnLst>
              <a:rect l="0" t="0" r="r" b="b"/>
              <a:pathLst>
                <a:path w="12" h="14">
                  <a:moveTo>
                    <a:pt x="12" y="5"/>
                  </a:moveTo>
                  <a:cubicBezTo>
                    <a:pt x="10" y="9"/>
                    <a:pt x="9" y="12"/>
                    <a:pt x="7" y="13"/>
                  </a:cubicBezTo>
                  <a:cubicBezTo>
                    <a:pt x="4" y="14"/>
                    <a:pt x="2" y="11"/>
                    <a:pt x="1" y="7"/>
                  </a:cubicBezTo>
                  <a:cubicBezTo>
                    <a:pt x="0" y="3"/>
                    <a:pt x="2" y="0"/>
                    <a:pt x="4" y="0"/>
                  </a:cubicBezTo>
                  <a:cubicBezTo>
                    <a:pt x="6" y="0"/>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8" name="Freeform 2740">
              <a:extLst>
                <a:ext uri="{FF2B5EF4-FFF2-40B4-BE49-F238E27FC236}">
                  <a16:creationId xmlns:a16="http://schemas.microsoft.com/office/drawing/2014/main" id="{7CAD8BA6-AE17-F068-5DFB-79737FF5780A}"/>
                </a:ext>
              </a:extLst>
            </p:cNvPr>
            <p:cNvSpPr>
              <a:spLocks/>
            </p:cNvSpPr>
            <p:nvPr/>
          </p:nvSpPr>
          <p:spPr bwMode="auto">
            <a:xfrm rot="5094805">
              <a:off x="1580950" y="2956788"/>
              <a:ext cx="25135" cy="34275"/>
            </a:xfrm>
            <a:custGeom>
              <a:avLst/>
              <a:gdLst>
                <a:gd name="T0" fmla="*/ 6 w 10"/>
                <a:gd name="T1" fmla="*/ 0 h 14"/>
                <a:gd name="T2" fmla="*/ 10 w 10"/>
                <a:gd name="T3" fmla="*/ 9 h 14"/>
                <a:gd name="T4" fmla="*/ 5 w 10"/>
                <a:gd name="T5" fmla="*/ 14 h 14"/>
                <a:gd name="T6" fmla="*/ 1 w 10"/>
                <a:gd name="T7" fmla="*/ 7 h 14"/>
                <a:gd name="T8" fmla="*/ 6 w 10"/>
                <a:gd name="T9" fmla="*/ 0 h 14"/>
              </a:gdLst>
              <a:ahLst/>
              <a:cxnLst>
                <a:cxn ang="0">
                  <a:pos x="T0" y="T1"/>
                </a:cxn>
                <a:cxn ang="0">
                  <a:pos x="T2" y="T3"/>
                </a:cxn>
                <a:cxn ang="0">
                  <a:pos x="T4" y="T5"/>
                </a:cxn>
                <a:cxn ang="0">
                  <a:pos x="T6" y="T7"/>
                </a:cxn>
                <a:cxn ang="0">
                  <a:pos x="T8" y="T9"/>
                </a:cxn>
              </a:cxnLst>
              <a:rect l="0" t="0" r="r" b="b"/>
              <a:pathLst>
                <a:path w="10" h="14">
                  <a:moveTo>
                    <a:pt x="6" y="0"/>
                  </a:moveTo>
                  <a:cubicBezTo>
                    <a:pt x="8" y="4"/>
                    <a:pt x="10" y="7"/>
                    <a:pt x="10" y="9"/>
                  </a:cubicBezTo>
                  <a:cubicBezTo>
                    <a:pt x="10" y="12"/>
                    <a:pt x="8" y="14"/>
                    <a:pt x="5" y="14"/>
                  </a:cubicBezTo>
                  <a:cubicBezTo>
                    <a:pt x="2" y="13"/>
                    <a:pt x="0" y="10"/>
                    <a:pt x="1" y="7"/>
                  </a:cubicBezTo>
                  <a:cubicBezTo>
                    <a:pt x="1" y="5"/>
                    <a:pt x="3" y="3"/>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9" name="Freeform 2741">
              <a:extLst>
                <a:ext uri="{FF2B5EF4-FFF2-40B4-BE49-F238E27FC236}">
                  <a16:creationId xmlns:a16="http://schemas.microsoft.com/office/drawing/2014/main" id="{8A97DA59-B350-2FA0-B7FD-F546CC1437DC}"/>
                </a:ext>
              </a:extLst>
            </p:cNvPr>
            <p:cNvSpPr>
              <a:spLocks/>
            </p:cNvSpPr>
            <p:nvPr/>
          </p:nvSpPr>
          <p:spPr bwMode="auto">
            <a:xfrm rot="5094805">
              <a:off x="1580561" y="3163062"/>
              <a:ext cx="29705" cy="25135"/>
            </a:xfrm>
            <a:custGeom>
              <a:avLst/>
              <a:gdLst>
                <a:gd name="T0" fmla="*/ 12 w 12"/>
                <a:gd name="T1" fmla="*/ 6 h 10"/>
                <a:gd name="T2" fmla="*/ 5 w 12"/>
                <a:gd name="T3" fmla="*/ 10 h 10"/>
                <a:gd name="T4" fmla="*/ 0 w 12"/>
                <a:gd name="T5" fmla="*/ 4 h 10"/>
                <a:gd name="T6" fmla="*/ 5 w 12"/>
                <a:gd name="T7" fmla="*/ 1 h 10"/>
                <a:gd name="T8" fmla="*/ 12 w 12"/>
                <a:gd name="T9" fmla="*/ 6 h 10"/>
              </a:gdLst>
              <a:ahLst/>
              <a:cxnLst>
                <a:cxn ang="0">
                  <a:pos x="T0" y="T1"/>
                </a:cxn>
                <a:cxn ang="0">
                  <a:pos x="T2" y="T3"/>
                </a:cxn>
                <a:cxn ang="0">
                  <a:pos x="T4" y="T5"/>
                </a:cxn>
                <a:cxn ang="0">
                  <a:pos x="T6" y="T7"/>
                </a:cxn>
                <a:cxn ang="0">
                  <a:pos x="T8" y="T9"/>
                </a:cxn>
              </a:cxnLst>
              <a:rect l="0" t="0" r="r" b="b"/>
              <a:pathLst>
                <a:path w="12" h="10">
                  <a:moveTo>
                    <a:pt x="12" y="6"/>
                  </a:moveTo>
                  <a:cubicBezTo>
                    <a:pt x="9" y="8"/>
                    <a:pt x="7" y="10"/>
                    <a:pt x="5" y="10"/>
                  </a:cubicBezTo>
                  <a:cubicBezTo>
                    <a:pt x="3" y="9"/>
                    <a:pt x="0" y="7"/>
                    <a:pt x="0" y="4"/>
                  </a:cubicBezTo>
                  <a:cubicBezTo>
                    <a:pt x="0" y="2"/>
                    <a:pt x="2" y="0"/>
                    <a:pt x="5" y="1"/>
                  </a:cubicBezTo>
                  <a:cubicBezTo>
                    <a:pt x="7" y="1"/>
                    <a:pt x="9" y="4"/>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0" name="Freeform 2742">
              <a:extLst>
                <a:ext uri="{FF2B5EF4-FFF2-40B4-BE49-F238E27FC236}">
                  <a16:creationId xmlns:a16="http://schemas.microsoft.com/office/drawing/2014/main" id="{2CA00848-60EA-F3B2-6A4F-8DD23E69B0BB}"/>
                </a:ext>
              </a:extLst>
            </p:cNvPr>
            <p:cNvSpPr>
              <a:spLocks/>
            </p:cNvSpPr>
            <p:nvPr/>
          </p:nvSpPr>
          <p:spPr bwMode="auto">
            <a:xfrm rot="5094805">
              <a:off x="1588783" y="3359712"/>
              <a:ext cx="27420" cy="22850"/>
            </a:xfrm>
            <a:custGeom>
              <a:avLst/>
              <a:gdLst>
                <a:gd name="T0" fmla="*/ 5 w 11"/>
                <a:gd name="T1" fmla="*/ 0 h 9"/>
                <a:gd name="T2" fmla="*/ 10 w 11"/>
                <a:gd name="T3" fmla="*/ 5 h 9"/>
                <a:gd name="T4" fmla="*/ 6 w 11"/>
                <a:gd name="T5" fmla="*/ 8 h 9"/>
                <a:gd name="T6" fmla="*/ 1 w 11"/>
                <a:gd name="T7" fmla="*/ 4 h 9"/>
                <a:gd name="T8" fmla="*/ 5 w 11"/>
                <a:gd name="T9" fmla="*/ 0 h 9"/>
              </a:gdLst>
              <a:ahLst/>
              <a:cxnLst>
                <a:cxn ang="0">
                  <a:pos x="T0" y="T1"/>
                </a:cxn>
                <a:cxn ang="0">
                  <a:pos x="T2" y="T3"/>
                </a:cxn>
                <a:cxn ang="0">
                  <a:pos x="T4" y="T5"/>
                </a:cxn>
                <a:cxn ang="0">
                  <a:pos x="T6" y="T7"/>
                </a:cxn>
                <a:cxn ang="0">
                  <a:pos x="T8" y="T9"/>
                </a:cxn>
              </a:cxnLst>
              <a:rect l="0" t="0" r="r" b="b"/>
              <a:pathLst>
                <a:path w="11" h="9">
                  <a:moveTo>
                    <a:pt x="5" y="0"/>
                  </a:moveTo>
                  <a:cubicBezTo>
                    <a:pt x="7" y="2"/>
                    <a:pt x="9" y="3"/>
                    <a:pt x="10" y="5"/>
                  </a:cubicBezTo>
                  <a:cubicBezTo>
                    <a:pt x="11" y="7"/>
                    <a:pt x="8" y="9"/>
                    <a:pt x="6" y="8"/>
                  </a:cubicBezTo>
                  <a:cubicBezTo>
                    <a:pt x="3" y="8"/>
                    <a:pt x="0" y="7"/>
                    <a:pt x="1" y="4"/>
                  </a:cubicBezTo>
                  <a:cubicBezTo>
                    <a:pt x="1" y="3"/>
                    <a:pt x="3"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1" name="Freeform 2743">
              <a:extLst>
                <a:ext uri="{FF2B5EF4-FFF2-40B4-BE49-F238E27FC236}">
                  <a16:creationId xmlns:a16="http://schemas.microsoft.com/office/drawing/2014/main" id="{BE97332B-6823-2E21-2818-81F0F01CEF7A}"/>
                </a:ext>
              </a:extLst>
            </p:cNvPr>
            <p:cNvSpPr>
              <a:spLocks/>
            </p:cNvSpPr>
            <p:nvPr/>
          </p:nvSpPr>
          <p:spPr bwMode="auto">
            <a:xfrm rot="5094805">
              <a:off x="1603929" y="3560219"/>
              <a:ext cx="27420" cy="13710"/>
            </a:xfrm>
            <a:custGeom>
              <a:avLst/>
              <a:gdLst>
                <a:gd name="T0" fmla="*/ 11 w 11"/>
                <a:gd name="T1" fmla="*/ 2 h 5"/>
                <a:gd name="T2" fmla="*/ 5 w 11"/>
                <a:gd name="T3" fmla="*/ 5 h 5"/>
                <a:gd name="T4" fmla="*/ 0 w 11"/>
                <a:gd name="T5" fmla="*/ 3 h 5"/>
                <a:gd name="T6" fmla="*/ 4 w 11"/>
                <a:gd name="T7" fmla="*/ 0 h 5"/>
                <a:gd name="T8" fmla="*/ 11 w 11"/>
                <a:gd name="T9" fmla="*/ 2 h 5"/>
              </a:gdLst>
              <a:ahLst/>
              <a:cxnLst>
                <a:cxn ang="0">
                  <a:pos x="T0" y="T1"/>
                </a:cxn>
                <a:cxn ang="0">
                  <a:pos x="T2" y="T3"/>
                </a:cxn>
                <a:cxn ang="0">
                  <a:pos x="T4" y="T5"/>
                </a:cxn>
                <a:cxn ang="0">
                  <a:pos x="T6" y="T7"/>
                </a:cxn>
                <a:cxn ang="0">
                  <a:pos x="T8" y="T9"/>
                </a:cxn>
              </a:cxnLst>
              <a:rect l="0" t="0" r="r" b="b"/>
              <a:pathLst>
                <a:path w="11" h="5">
                  <a:moveTo>
                    <a:pt x="11" y="2"/>
                  </a:moveTo>
                  <a:cubicBezTo>
                    <a:pt x="9" y="4"/>
                    <a:pt x="7" y="5"/>
                    <a:pt x="5" y="5"/>
                  </a:cubicBezTo>
                  <a:cubicBezTo>
                    <a:pt x="3" y="5"/>
                    <a:pt x="0" y="5"/>
                    <a:pt x="0" y="3"/>
                  </a:cubicBezTo>
                  <a:cubicBezTo>
                    <a:pt x="0" y="1"/>
                    <a:pt x="2" y="0"/>
                    <a:pt x="4" y="0"/>
                  </a:cubicBezTo>
                  <a:cubicBezTo>
                    <a:pt x="6" y="0"/>
                    <a:pt x="8"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2" name="Freeform 2744">
              <a:extLst>
                <a:ext uri="{FF2B5EF4-FFF2-40B4-BE49-F238E27FC236}">
                  <a16:creationId xmlns:a16="http://schemas.microsoft.com/office/drawing/2014/main" id="{8169E22D-4FC0-DDDA-F10A-1C7DB7B8ED43}"/>
                </a:ext>
              </a:extLst>
            </p:cNvPr>
            <p:cNvSpPr>
              <a:spLocks/>
            </p:cNvSpPr>
            <p:nvPr/>
          </p:nvSpPr>
          <p:spPr bwMode="auto">
            <a:xfrm rot="5094805">
              <a:off x="1637381" y="3756714"/>
              <a:ext cx="29705" cy="11425"/>
            </a:xfrm>
            <a:custGeom>
              <a:avLst/>
              <a:gdLst>
                <a:gd name="T0" fmla="*/ 12 w 12"/>
                <a:gd name="T1" fmla="*/ 1 h 5"/>
                <a:gd name="T2" fmla="*/ 6 w 12"/>
                <a:gd name="T3" fmla="*/ 5 h 5"/>
                <a:gd name="T4" fmla="*/ 1 w 12"/>
                <a:gd name="T5" fmla="*/ 3 h 5"/>
                <a:gd name="T6" fmla="*/ 5 w 12"/>
                <a:gd name="T7" fmla="*/ 0 h 5"/>
                <a:gd name="T8" fmla="*/ 12 w 12"/>
                <a:gd name="T9" fmla="*/ 1 h 5"/>
              </a:gdLst>
              <a:ahLst/>
              <a:cxnLst>
                <a:cxn ang="0">
                  <a:pos x="T0" y="T1"/>
                </a:cxn>
                <a:cxn ang="0">
                  <a:pos x="T2" y="T3"/>
                </a:cxn>
                <a:cxn ang="0">
                  <a:pos x="T4" y="T5"/>
                </a:cxn>
                <a:cxn ang="0">
                  <a:pos x="T6" y="T7"/>
                </a:cxn>
                <a:cxn ang="0">
                  <a:pos x="T8" y="T9"/>
                </a:cxn>
              </a:cxnLst>
              <a:rect l="0" t="0" r="r" b="b"/>
              <a:pathLst>
                <a:path w="12" h="5">
                  <a:moveTo>
                    <a:pt x="12" y="1"/>
                  </a:moveTo>
                  <a:cubicBezTo>
                    <a:pt x="9" y="3"/>
                    <a:pt x="8" y="4"/>
                    <a:pt x="6" y="5"/>
                  </a:cubicBezTo>
                  <a:cubicBezTo>
                    <a:pt x="3" y="5"/>
                    <a:pt x="1" y="5"/>
                    <a:pt x="1" y="3"/>
                  </a:cubicBezTo>
                  <a:cubicBezTo>
                    <a:pt x="0" y="2"/>
                    <a:pt x="2" y="1"/>
                    <a:pt x="5" y="0"/>
                  </a:cubicBezTo>
                  <a:cubicBezTo>
                    <a:pt x="7" y="0"/>
                    <a:pt x="9" y="1"/>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3" name="Freeform 2745">
              <a:extLst>
                <a:ext uri="{FF2B5EF4-FFF2-40B4-BE49-F238E27FC236}">
                  <a16:creationId xmlns:a16="http://schemas.microsoft.com/office/drawing/2014/main" id="{AF820E8F-3505-9D8D-BFF4-E7DE963B88AF}"/>
                </a:ext>
              </a:extLst>
            </p:cNvPr>
            <p:cNvSpPr>
              <a:spLocks/>
            </p:cNvSpPr>
            <p:nvPr/>
          </p:nvSpPr>
          <p:spPr bwMode="auto">
            <a:xfrm rot="5094805">
              <a:off x="1705617" y="3942398"/>
              <a:ext cx="25135" cy="13710"/>
            </a:xfrm>
            <a:custGeom>
              <a:avLst/>
              <a:gdLst>
                <a:gd name="T0" fmla="*/ 5 w 10"/>
                <a:gd name="T1" fmla="*/ 0 h 5"/>
                <a:gd name="T2" fmla="*/ 9 w 10"/>
                <a:gd name="T3" fmla="*/ 1 h 5"/>
                <a:gd name="T4" fmla="*/ 5 w 10"/>
                <a:gd name="T5" fmla="*/ 5 h 5"/>
                <a:gd name="T6" fmla="*/ 0 w 10"/>
                <a:gd name="T7" fmla="*/ 4 h 5"/>
                <a:gd name="T8" fmla="*/ 5 w 10"/>
                <a:gd name="T9" fmla="*/ 0 h 5"/>
              </a:gdLst>
              <a:ahLst/>
              <a:cxnLst>
                <a:cxn ang="0">
                  <a:pos x="T0" y="T1"/>
                </a:cxn>
                <a:cxn ang="0">
                  <a:pos x="T2" y="T3"/>
                </a:cxn>
                <a:cxn ang="0">
                  <a:pos x="T4" y="T5"/>
                </a:cxn>
                <a:cxn ang="0">
                  <a:pos x="T6" y="T7"/>
                </a:cxn>
                <a:cxn ang="0">
                  <a:pos x="T8" y="T9"/>
                </a:cxn>
              </a:cxnLst>
              <a:rect l="0" t="0" r="r" b="b"/>
              <a:pathLst>
                <a:path w="10" h="5">
                  <a:moveTo>
                    <a:pt x="5" y="0"/>
                  </a:moveTo>
                  <a:cubicBezTo>
                    <a:pt x="7" y="1"/>
                    <a:pt x="9" y="1"/>
                    <a:pt x="9" y="1"/>
                  </a:cubicBezTo>
                  <a:cubicBezTo>
                    <a:pt x="10" y="2"/>
                    <a:pt x="8" y="4"/>
                    <a:pt x="5" y="5"/>
                  </a:cubicBezTo>
                  <a:cubicBezTo>
                    <a:pt x="2" y="5"/>
                    <a:pt x="0" y="5"/>
                    <a:pt x="0" y="4"/>
                  </a:cubicBezTo>
                  <a:cubicBezTo>
                    <a:pt x="1" y="3"/>
                    <a:pt x="3"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4" name="Freeform 2746">
              <a:extLst>
                <a:ext uri="{FF2B5EF4-FFF2-40B4-BE49-F238E27FC236}">
                  <a16:creationId xmlns:a16="http://schemas.microsoft.com/office/drawing/2014/main" id="{1EC93EC6-4E04-1107-56E2-919797D13918}"/>
                </a:ext>
              </a:extLst>
            </p:cNvPr>
            <p:cNvSpPr>
              <a:spLocks/>
            </p:cNvSpPr>
            <p:nvPr/>
          </p:nvSpPr>
          <p:spPr bwMode="auto">
            <a:xfrm rot="5094805">
              <a:off x="1700139" y="1179578"/>
              <a:ext cx="29705" cy="29705"/>
            </a:xfrm>
            <a:custGeom>
              <a:avLst/>
              <a:gdLst>
                <a:gd name="T0" fmla="*/ 12 w 12"/>
                <a:gd name="T1" fmla="*/ 11 h 12"/>
                <a:gd name="T2" fmla="*/ 5 w 12"/>
                <a:gd name="T3" fmla="*/ 11 h 12"/>
                <a:gd name="T4" fmla="*/ 0 w 12"/>
                <a:gd name="T5" fmla="*/ 4 h 12"/>
                <a:gd name="T6" fmla="*/ 5 w 12"/>
                <a:gd name="T7" fmla="*/ 2 h 12"/>
                <a:gd name="T8" fmla="*/ 12 w 12"/>
                <a:gd name="T9" fmla="*/ 11 h 12"/>
              </a:gdLst>
              <a:ahLst/>
              <a:cxnLst>
                <a:cxn ang="0">
                  <a:pos x="T0" y="T1"/>
                </a:cxn>
                <a:cxn ang="0">
                  <a:pos x="T2" y="T3"/>
                </a:cxn>
                <a:cxn ang="0">
                  <a:pos x="T4" y="T5"/>
                </a:cxn>
                <a:cxn ang="0">
                  <a:pos x="T6" y="T7"/>
                </a:cxn>
                <a:cxn ang="0">
                  <a:pos x="T8" y="T9"/>
                </a:cxn>
              </a:cxnLst>
              <a:rect l="0" t="0" r="r" b="b"/>
              <a:pathLst>
                <a:path w="12" h="12">
                  <a:moveTo>
                    <a:pt x="12" y="11"/>
                  </a:moveTo>
                  <a:cubicBezTo>
                    <a:pt x="9" y="11"/>
                    <a:pt x="7" y="12"/>
                    <a:pt x="5" y="11"/>
                  </a:cubicBezTo>
                  <a:cubicBezTo>
                    <a:pt x="2" y="10"/>
                    <a:pt x="0" y="7"/>
                    <a:pt x="0" y="4"/>
                  </a:cubicBezTo>
                  <a:cubicBezTo>
                    <a:pt x="0" y="1"/>
                    <a:pt x="2" y="0"/>
                    <a:pt x="5" y="2"/>
                  </a:cubicBezTo>
                  <a:cubicBezTo>
                    <a:pt x="7" y="4"/>
                    <a:pt x="9" y="7"/>
                    <a:pt x="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5" name="Freeform 2747">
              <a:extLst>
                <a:ext uri="{FF2B5EF4-FFF2-40B4-BE49-F238E27FC236}">
                  <a16:creationId xmlns:a16="http://schemas.microsoft.com/office/drawing/2014/main" id="{464EA7B4-732C-11E4-AE4F-C04E775F3011}"/>
                </a:ext>
              </a:extLst>
            </p:cNvPr>
            <p:cNvSpPr>
              <a:spLocks/>
            </p:cNvSpPr>
            <p:nvPr/>
          </p:nvSpPr>
          <p:spPr bwMode="auto">
            <a:xfrm rot="5094805">
              <a:off x="1770977" y="971497"/>
              <a:ext cx="27420" cy="27420"/>
            </a:xfrm>
            <a:custGeom>
              <a:avLst/>
              <a:gdLst>
                <a:gd name="T0" fmla="*/ 6 w 11"/>
                <a:gd name="T1" fmla="*/ 11 h 11"/>
                <a:gd name="T2" fmla="*/ 1 w 11"/>
                <a:gd name="T3" fmla="*/ 3 h 11"/>
                <a:gd name="T4" fmla="*/ 6 w 11"/>
                <a:gd name="T5" fmla="*/ 1 h 11"/>
                <a:gd name="T6" fmla="*/ 11 w 11"/>
                <a:gd name="T7" fmla="*/ 8 h 11"/>
                <a:gd name="T8" fmla="*/ 6 w 11"/>
                <a:gd name="T9" fmla="*/ 11 h 11"/>
              </a:gdLst>
              <a:ahLst/>
              <a:cxnLst>
                <a:cxn ang="0">
                  <a:pos x="T0" y="T1"/>
                </a:cxn>
                <a:cxn ang="0">
                  <a:pos x="T2" y="T3"/>
                </a:cxn>
                <a:cxn ang="0">
                  <a:pos x="T4" y="T5"/>
                </a:cxn>
                <a:cxn ang="0">
                  <a:pos x="T6" y="T7"/>
                </a:cxn>
                <a:cxn ang="0">
                  <a:pos x="T8" y="T9"/>
                </a:cxn>
              </a:cxnLst>
              <a:rect l="0" t="0" r="r" b="b"/>
              <a:pathLst>
                <a:path w="11" h="11">
                  <a:moveTo>
                    <a:pt x="6" y="11"/>
                  </a:moveTo>
                  <a:cubicBezTo>
                    <a:pt x="4" y="8"/>
                    <a:pt x="2" y="5"/>
                    <a:pt x="1" y="3"/>
                  </a:cubicBezTo>
                  <a:cubicBezTo>
                    <a:pt x="0" y="1"/>
                    <a:pt x="3" y="0"/>
                    <a:pt x="6" y="1"/>
                  </a:cubicBezTo>
                  <a:cubicBezTo>
                    <a:pt x="8" y="3"/>
                    <a:pt x="11" y="6"/>
                    <a:pt x="11" y="8"/>
                  </a:cubicBezTo>
                  <a:cubicBezTo>
                    <a:pt x="10" y="9"/>
                    <a:pt x="8" y="10"/>
                    <a:pt x="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6" name="Freeform 2748">
              <a:extLst>
                <a:ext uri="{FF2B5EF4-FFF2-40B4-BE49-F238E27FC236}">
                  <a16:creationId xmlns:a16="http://schemas.microsoft.com/office/drawing/2014/main" id="{5F3A430A-540F-40AE-4EA5-405D3242DBA7}"/>
                </a:ext>
              </a:extLst>
            </p:cNvPr>
            <p:cNvSpPr>
              <a:spLocks/>
            </p:cNvSpPr>
            <p:nvPr/>
          </p:nvSpPr>
          <p:spPr bwMode="auto">
            <a:xfrm rot="5094805">
              <a:off x="1835596" y="773136"/>
              <a:ext cx="25135" cy="20565"/>
            </a:xfrm>
            <a:custGeom>
              <a:avLst/>
              <a:gdLst>
                <a:gd name="T0" fmla="*/ 5 w 10"/>
                <a:gd name="T1" fmla="*/ 0 h 9"/>
                <a:gd name="T2" fmla="*/ 10 w 10"/>
                <a:gd name="T3" fmla="*/ 7 h 9"/>
                <a:gd name="T4" fmla="*/ 5 w 10"/>
                <a:gd name="T5" fmla="*/ 8 h 9"/>
                <a:gd name="T6" fmla="*/ 0 w 10"/>
                <a:gd name="T7" fmla="*/ 2 h 9"/>
                <a:gd name="T8" fmla="*/ 5 w 10"/>
                <a:gd name="T9" fmla="*/ 0 h 9"/>
              </a:gdLst>
              <a:ahLst/>
              <a:cxnLst>
                <a:cxn ang="0">
                  <a:pos x="T0" y="T1"/>
                </a:cxn>
                <a:cxn ang="0">
                  <a:pos x="T2" y="T3"/>
                </a:cxn>
                <a:cxn ang="0">
                  <a:pos x="T4" y="T5"/>
                </a:cxn>
                <a:cxn ang="0">
                  <a:pos x="T6" y="T7"/>
                </a:cxn>
                <a:cxn ang="0">
                  <a:pos x="T8" y="T9"/>
                </a:cxn>
              </a:cxnLst>
              <a:rect l="0" t="0" r="r" b="b"/>
              <a:pathLst>
                <a:path w="10" h="9">
                  <a:moveTo>
                    <a:pt x="5" y="0"/>
                  </a:moveTo>
                  <a:cubicBezTo>
                    <a:pt x="7" y="3"/>
                    <a:pt x="9" y="5"/>
                    <a:pt x="10" y="7"/>
                  </a:cubicBezTo>
                  <a:cubicBezTo>
                    <a:pt x="10" y="9"/>
                    <a:pt x="8" y="9"/>
                    <a:pt x="5" y="8"/>
                  </a:cubicBezTo>
                  <a:cubicBezTo>
                    <a:pt x="2" y="7"/>
                    <a:pt x="0" y="4"/>
                    <a:pt x="0" y="2"/>
                  </a:cubicBezTo>
                  <a:cubicBezTo>
                    <a:pt x="1" y="1"/>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7" name="Freeform 2749">
              <a:extLst>
                <a:ext uri="{FF2B5EF4-FFF2-40B4-BE49-F238E27FC236}">
                  <a16:creationId xmlns:a16="http://schemas.microsoft.com/office/drawing/2014/main" id="{DAC91CEC-3A0B-F274-84B6-F923EE8F0F48}"/>
                </a:ext>
              </a:extLst>
            </p:cNvPr>
            <p:cNvSpPr>
              <a:spLocks/>
            </p:cNvSpPr>
            <p:nvPr/>
          </p:nvSpPr>
          <p:spPr bwMode="auto">
            <a:xfrm rot="5094805">
              <a:off x="1879615" y="574015"/>
              <a:ext cx="29705" cy="15995"/>
            </a:xfrm>
            <a:custGeom>
              <a:avLst/>
              <a:gdLst>
                <a:gd name="T0" fmla="*/ 12 w 12"/>
                <a:gd name="T1" fmla="*/ 5 h 7"/>
                <a:gd name="T2" fmla="*/ 7 w 12"/>
                <a:gd name="T3" fmla="*/ 6 h 7"/>
                <a:gd name="T4" fmla="*/ 1 w 12"/>
                <a:gd name="T5" fmla="*/ 2 h 7"/>
                <a:gd name="T6" fmla="*/ 5 w 12"/>
                <a:gd name="T7" fmla="*/ 0 h 7"/>
                <a:gd name="T8" fmla="*/ 12 w 12"/>
                <a:gd name="T9" fmla="*/ 5 h 7"/>
              </a:gdLst>
              <a:ahLst/>
              <a:cxnLst>
                <a:cxn ang="0">
                  <a:pos x="T0" y="T1"/>
                </a:cxn>
                <a:cxn ang="0">
                  <a:pos x="T2" y="T3"/>
                </a:cxn>
                <a:cxn ang="0">
                  <a:pos x="T4" y="T5"/>
                </a:cxn>
                <a:cxn ang="0">
                  <a:pos x="T6" y="T7"/>
                </a:cxn>
                <a:cxn ang="0">
                  <a:pos x="T8" y="T9"/>
                </a:cxn>
              </a:cxnLst>
              <a:rect l="0" t="0" r="r" b="b"/>
              <a:pathLst>
                <a:path w="12" h="7">
                  <a:moveTo>
                    <a:pt x="12" y="5"/>
                  </a:moveTo>
                  <a:cubicBezTo>
                    <a:pt x="10" y="6"/>
                    <a:pt x="8" y="7"/>
                    <a:pt x="7" y="6"/>
                  </a:cubicBezTo>
                  <a:cubicBezTo>
                    <a:pt x="4" y="6"/>
                    <a:pt x="2" y="4"/>
                    <a:pt x="1" y="2"/>
                  </a:cubicBezTo>
                  <a:cubicBezTo>
                    <a:pt x="0" y="0"/>
                    <a:pt x="2" y="0"/>
                    <a:pt x="5" y="0"/>
                  </a:cubicBezTo>
                  <a:cubicBezTo>
                    <a:pt x="7" y="1"/>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8" name="Freeform 2750">
              <a:extLst>
                <a:ext uri="{FF2B5EF4-FFF2-40B4-BE49-F238E27FC236}">
                  <a16:creationId xmlns:a16="http://schemas.microsoft.com/office/drawing/2014/main" id="{776421D3-70FC-4513-7335-15373BFA589E}"/>
                </a:ext>
              </a:extLst>
            </p:cNvPr>
            <p:cNvSpPr>
              <a:spLocks/>
            </p:cNvSpPr>
            <p:nvPr/>
          </p:nvSpPr>
          <p:spPr bwMode="auto">
            <a:xfrm rot="5094805">
              <a:off x="1903469" y="379292"/>
              <a:ext cx="27420" cy="13710"/>
            </a:xfrm>
            <a:custGeom>
              <a:avLst/>
              <a:gdLst>
                <a:gd name="T0" fmla="*/ 11 w 11"/>
                <a:gd name="T1" fmla="*/ 3 h 5"/>
                <a:gd name="T2" fmla="*/ 5 w 11"/>
                <a:gd name="T3" fmla="*/ 5 h 5"/>
                <a:gd name="T4" fmla="*/ 0 w 11"/>
                <a:gd name="T5" fmla="*/ 2 h 5"/>
                <a:gd name="T6" fmla="*/ 4 w 11"/>
                <a:gd name="T7" fmla="*/ 0 h 5"/>
                <a:gd name="T8" fmla="*/ 11 w 11"/>
                <a:gd name="T9" fmla="*/ 3 h 5"/>
              </a:gdLst>
              <a:ahLst/>
              <a:cxnLst>
                <a:cxn ang="0">
                  <a:pos x="T0" y="T1"/>
                </a:cxn>
                <a:cxn ang="0">
                  <a:pos x="T2" y="T3"/>
                </a:cxn>
                <a:cxn ang="0">
                  <a:pos x="T4" y="T5"/>
                </a:cxn>
                <a:cxn ang="0">
                  <a:pos x="T6" y="T7"/>
                </a:cxn>
                <a:cxn ang="0">
                  <a:pos x="T8" y="T9"/>
                </a:cxn>
              </a:cxnLst>
              <a:rect l="0" t="0" r="r" b="b"/>
              <a:pathLst>
                <a:path w="11" h="5">
                  <a:moveTo>
                    <a:pt x="11" y="3"/>
                  </a:moveTo>
                  <a:cubicBezTo>
                    <a:pt x="9" y="4"/>
                    <a:pt x="7" y="5"/>
                    <a:pt x="5" y="5"/>
                  </a:cubicBezTo>
                  <a:cubicBezTo>
                    <a:pt x="3" y="5"/>
                    <a:pt x="0" y="3"/>
                    <a:pt x="0" y="2"/>
                  </a:cubicBezTo>
                  <a:cubicBezTo>
                    <a:pt x="0" y="0"/>
                    <a:pt x="2" y="0"/>
                    <a:pt x="4" y="0"/>
                  </a:cubicBezTo>
                  <a:cubicBezTo>
                    <a:pt x="6" y="0"/>
                    <a:pt x="8"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9" name="Freeform 2751">
              <a:extLst>
                <a:ext uri="{FF2B5EF4-FFF2-40B4-BE49-F238E27FC236}">
                  <a16:creationId xmlns:a16="http://schemas.microsoft.com/office/drawing/2014/main" id="{BD5829E8-B502-1857-410E-F29205A302BA}"/>
                </a:ext>
              </a:extLst>
            </p:cNvPr>
            <p:cNvSpPr>
              <a:spLocks/>
            </p:cNvSpPr>
            <p:nvPr/>
          </p:nvSpPr>
          <p:spPr bwMode="auto">
            <a:xfrm rot="5094805">
              <a:off x="1892883" y="183152"/>
              <a:ext cx="22850" cy="13710"/>
            </a:xfrm>
            <a:custGeom>
              <a:avLst/>
              <a:gdLst>
                <a:gd name="T0" fmla="*/ 6 w 10"/>
                <a:gd name="T1" fmla="*/ 5 h 5"/>
                <a:gd name="T2" fmla="*/ 1 w 10"/>
                <a:gd name="T3" fmla="*/ 2 h 5"/>
                <a:gd name="T4" fmla="*/ 5 w 10"/>
                <a:gd name="T5" fmla="*/ 0 h 5"/>
                <a:gd name="T6" fmla="*/ 10 w 10"/>
                <a:gd name="T7" fmla="*/ 2 h 5"/>
                <a:gd name="T8" fmla="*/ 6 w 10"/>
                <a:gd name="T9" fmla="*/ 5 h 5"/>
              </a:gdLst>
              <a:ahLst/>
              <a:cxnLst>
                <a:cxn ang="0">
                  <a:pos x="T0" y="T1"/>
                </a:cxn>
                <a:cxn ang="0">
                  <a:pos x="T2" y="T3"/>
                </a:cxn>
                <a:cxn ang="0">
                  <a:pos x="T4" y="T5"/>
                </a:cxn>
                <a:cxn ang="0">
                  <a:pos x="T6" y="T7"/>
                </a:cxn>
                <a:cxn ang="0">
                  <a:pos x="T8" y="T9"/>
                </a:cxn>
              </a:cxnLst>
              <a:rect l="0" t="0" r="r" b="b"/>
              <a:pathLst>
                <a:path w="10" h="5">
                  <a:moveTo>
                    <a:pt x="6" y="5"/>
                  </a:moveTo>
                  <a:cubicBezTo>
                    <a:pt x="4" y="4"/>
                    <a:pt x="1" y="3"/>
                    <a:pt x="1" y="2"/>
                  </a:cubicBezTo>
                  <a:cubicBezTo>
                    <a:pt x="0" y="1"/>
                    <a:pt x="2" y="0"/>
                    <a:pt x="5" y="0"/>
                  </a:cubicBezTo>
                  <a:cubicBezTo>
                    <a:pt x="8" y="0"/>
                    <a:pt x="10" y="1"/>
                    <a:pt x="10" y="2"/>
                  </a:cubicBezTo>
                  <a:cubicBezTo>
                    <a:pt x="10" y="3"/>
                    <a:pt x="8"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0" name="Freeform 2752">
              <a:extLst>
                <a:ext uri="{FF2B5EF4-FFF2-40B4-BE49-F238E27FC236}">
                  <a16:creationId xmlns:a16="http://schemas.microsoft.com/office/drawing/2014/main" id="{1FB22714-7817-56AB-3899-E4AD03FECEB2}"/>
                </a:ext>
              </a:extLst>
            </p:cNvPr>
            <p:cNvSpPr>
              <a:spLocks/>
            </p:cNvSpPr>
            <p:nvPr/>
          </p:nvSpPr>
          <p:spPr bwMode="auto">
            <a:xfrm rot="5094805">
              <a:off x="1836230" y="-1269"/>
              <a:ext cx="27420" cy="11425"/>
            </a:xfrm>
            <a:custGeom>
              <a:avLst/>
              <a:gdLst>
                <a:gd name="T0" fmla="*/ 11 w 11"/>
                <a:gd name="T1" fmla="*/ 0 h 5"/>
                <a:gd name="T2" fmla="*/ 5 w 11"/>
                <a:gd name="T3" fmla="*/ 4 h 5"/>
                <a:gd name="T4" fmla="*/ 0 w 11"/>
                <a:gd name="T5" fmla="*/ 4 h 5"/>
                <a:gd name="T6" fmla="*/ 5 w 11"/>
                <a:gd name="T7" fmla="*/ 0 h 5"/>
                <a:gd name="T8" fmla="*/ 11 w 11"/>
                <a:gd name="T9" fmla="*/ 0 h 5"/>
              </a:gdLst>
              <a:ahLst/>
              <a:cxnLst>
                <a:cxn ang="0">
                  <a:pos x="T0" y="T1"/>
                </a:cxn>
                <a:cxn ang="0">
                  <a:pos x="T2" y="T3"/>
                </a:cxn>
                <a:cxn ang="0">
                  <a:pos x="T4" y="T5"/>
                </a:cxn>
                <a:cxn ang="0">
                  <a:pos x="T6" y="T7"/>
                </a:cxn>
                <a:cxn ang="0">
                  <a:pos x="T8" y="T9"/>
                </a:cxn>
              </a:cxnLst>
              <a:rect l="0" t="0" r="r" b="b"/>
              <a:pathLst>
                <a:path w="11" h="5">
                  <a:moveTo>
                    <a:pt x="11" y="0"/>
                  </a:moveTo>
                  <a:cubicBezTo>
                    <a:pt x="8" y="2"/>
                    <a:pt x="7" y="3"/>
                    <a:pt x="5" y="4"/>
                  </a:cubicBezTo>
                  <a:cubicBezTo>
                    <a:pt x="2" y="5"/>
                    <a:pt x="0" y="5"/>
                    <a:pt x="0" y="4"/>
                  </a:cubicBezTo>
                  <a:cubicBezTo>
                    <a:pt x="0" y="2"/>
                    <a:pt x="2" y="1"/>
                    <a:pt x="5" y="0"/>
                  </a:cubicBezTo>
                  <a:cubicBezTo>
                    <a:pt x="7"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1" name="Freeform 2773">
              <a:extLst>
                <a:ext uri="{FF2B5EF4-FFF2-40B4-BE49-F238E27FC236}">
                  <a16:creationId xmlns:a16="http://schemas.microsoft.com/office/drawing/2014/main" id="{503244CA-57FB-F5E7-F795-5C6C5093EBBE}"/>
                </a:ext>
              </a:extLst>
            </p:cNvPr>
            <p:cNvSpPr>
              <a:spLocks/>
            </p:cNvSpPr>
            <p:nvPr/>
          </p:nvSpPr>
          <p:spPr bwMode="auto">
            <a:xfrm rot="5094805">
              <a:off x="3055446" y="6919153"/>
              <a:ext cx="25135" cy="9140"/>
            </a:xfrm>
            <a:custGeom>
              <a:avLst/>
              <a:gdLst>
                <a:gd name="T0" fmla="*/ 11 w 11"/>
                <a:gd name="T1" fmla="*/ 0 h 4"/>
                <a:gd name="T2" fmla="*/ 5 w 11"/>
                <a:gd name="T3" fmla="*/ 3 h 4"/>
                <a:gd name="T4" fmla="*/ 0 w 11"/>
                <a:gd name="T5" fmla="*/ 3 h 4"/>
                <a:gd name="T6" fmla="*/ 4 w 11"/>
                <a:gd name="T7" fmla="*/ 0 h 4"/>
                <a:gd name="T8" fmla="*/ 11 w 11"/>
                <a:gd name="T9" fmla="*/ 0 h 4"/>
              </a:gdLst>
              <a:ahLst/>
              <a:cxnLst>
                <a:cxn ang="0">
                  <a:pos x="T0" y="T1"/>
                </a:cxn>
                <a:cxn ang="0">
                  <a:pos x="T2" y="T3"/>
                </a:cxn>
                <a:cxn ang="0">
                  <a:pos x="T4" y="T5"/>
                </a:cxn>
                <a:cxn ang="0">
                  <a:pos x="T6" y="T7"/>
                </a:cxn>
                <a:cxn ang="0">
                  <a:pos x="T8" y="T9"/>
                </a:cxn>
              </a:cxnLst>
              <a:rect l="0" t="0" r="r" b="b"/>
              <a:pathLst>
                <a:path w="11" h="4">
                  <a:moveTo>
                    <a:pt x="11" y="0"/>
                  </a:moveTo>
                  <a:cubicBezTo>
                    <a:pt x="8" y="1"/>
                    <a:pt x="6" y="2"/>
                    <a:pt x="5" y="3"/>
                  </a:cubicBezTo>
                  <a:cubicBezTo>
                    <a:pt x="2" y="4"/>
                    <a:pt x="0" y="4"/>
                    <a:pt x="0" y="3"/>
                  </a:cubicBezTo>
                  <a:cubicBezTo>
                    <a:pt x="0" y="2"/>
                    <a:pt x="2" y="1"/>
                    <a:pt x="4" y="0"/>
                  </a:cubicBezTo>
                  <a:cubicBezTo>
                    <a:pt x="6"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2" name="Freeform 2774">
              <a:extLst>
                <a:ext uri="{FF2B5EF4-FFF2-40B4-BE49-F238E27FC236}">
                  <a16:creationId xmlns:a16="http://schemas.microsoft.com/office/drawing/2014/main" id="{8B40DA96-8537-7B34-2D84-6C06838C227C}"/>
                </a:ext>
              </a:extLst>
            </p:cNvPr>
            <p:cNvSpPr>
              <a:spLocks/>
            </p:cNvSpPr>
            <p:nvPr/>
          </p:nvSpPr>
          <p:spPr bwMode="auto">
            <a:xfrm rot="5094805">
              <a:off x="1791107" y="4129576"/>
              <a:ext cx="29705" cy="13710"/>
            </a:xfrm>
            <a:custGeom>
              <a:avLst/>
              <a:gdLst>
                <a:gd name="T0" fmla="*/ 12 w 12"/>
                <a:gd name="T1" fmla="*/ 0 h 6"/>
                <a:gd name="T2" fmla="*/ 6 w 12"/>
                <a:gd name="T3" fmla="*/ 5 h 6"/>
                <a:gd name="T4" fmla="*/ 0 w 12"/>
                <a:gd name="T5" fmla="*/ 5 h 6"/>
                <a:gd name="T6" fmla="*/ 5 w 12"/>
                <a:gd name="T7" fmla="*/ 1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9" y="2"/>
                    <a:pt x="8" y="4"/>
                    <a:pt x="6" y="5"/>
                  </a:cubicBezTo>
                  <a:cubicBezTo>
                    <a:pt x="3" y="6"/>
                    <a:pt x="1" y="6"/>
                    <a:pt x="0" y="5"/>
                  </a:cubicBezTo>
                  <a:cubicBezTo>
                    <a:pt x="0" y="4"/>
                    <a:pt x="2" y="2"/>
                    <a:pt x="5" y="1"/>
                  </a:cubicBezTo>
                  <a:cubicBezTo>
                    <a:pt x="6" y="1"/>
                    <a:pt x="8"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3" name="Freeform 2775">
              <a:extLst>
                <a:ext uri="{FF2B5EF4-FFF2-40B4-BE49-F238E27FC236}">
                  <a16:creationId xmlns:a16="http://schemas.microsoft.com/office/drawing/2014/main" id="{01FD536A-F03A-6658-5B74-ACEF819846BD}"/>
                </a:ext>
              </a:extLst>
            </p:cNvPr>
            <p:cNvSpPr>
              <a:spLocks/>
            </p:cNvSpPr>
            <p:nvPr/>
          </p:nvSpPr>
          <p:spPr bwMode="auto">
            <a:xfrm rot="5094805">
              <a:off x="1889124" y="4314699"/>
              <a:ext cx="29705" cy="15995"/>
            </a:xfrm>
            <a:custGeom>
              <a:avLst/>
              <a:gdLst>
                <a:gd name="T0" fmla="*/ 12 w 12"/>
                <a:gd name="T1" fmla="*/ 0 h 6"/>
                <a:gd name="T2" fmla="*/ 5 w 12"/>
                <a:gd name="T3" fmla="*/ 4 h 6"/>
                <a:gd name="T4" fmla="*/ 0 w 12"/>
                <a:gd name="T5" fmla="*/ 5 h 6"/>
                <a:gd name="T6" fmla="*/ 5 w 12"/>
                <a:gd name="T7" fmla="*/ 1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9" y="2"/>
                    <a:pt x="7" y="4"/>
                    <a:pt x="5" y="4"/>
                  </a:cubicBezTo>
                  <a:cubicBezTo>
                    <a:pt x="2" y="6"/>
                    <a:pt x="0" y="6"/>
                    <a:pt x="0" y="5"/>
                  </a:cubicBezTo>
                  <a:cubicBezTo>
                    <a:pt x="1" y="4"/>
                    <a:pt x="2" y="2"/>
                    <a:pt x="5" y="1"/>
                  </a:cubicBezTo>
                  <a:cubicBezTo>
                    <a:pt x="7" y="0"/>
                    <a:pt x="9"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4" name="Freeform 2776">
              <a:extLst>
                <a:ext uri="{FF2B5EF4-FFF2-40B4-BE49-F238E27FC236}">
                  <a16:creationId xmlns:a16="http://schemas.microsoft.com/office/drawing/2014/main" id="{4B51E5D4-B9CD-03E9-B14D-1BF3F4FD2114}"/>
                </a:ext>
              </a:extLst>
            </p:cNvPr>
            <p:cNvSpPr>
              <a:spLocks/>
            </p:cNvSpPr>
            <p:nvPr/>
          </p:nvSpPr>
          <p:spPr bwMode="auto">
            <a:xfrm rot="5094805">
              <a:off x="1998222" y="4496640"/>
              <a:ext cx="27420" cy="15995"/>
            </a:xfrm>
            <a:custGeom>
              <a:avLst/>
              <a:gdLst>
                <a:gd name="T0" fmla="*/ 11 w 11"/>
                <a:gd name="T1" fmla="*/ 0 h 6"/>
                <a:gd name="T2" fmla="*/ 6 w 11"/>
                <a:gd name="T3" fmla="*/ 4 h 6"/>
                <a:gd name="T4" fmla="*/ 0 w 11"/>
                <a:gd name="T5" fmla="*/ 6 h 6"/>
                <a:gd name="T6" fmla="*/ 4 w 11"/>
                <a:gd name="T7" fmla="*/ 2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9" y="2"/>
                    <a:pt x="8" y="3"/>
                    <a:pt x="6" y="4"/>
                  </a:cubicBezTo>
                  <a:cubicBezTo>
                    <a:pt x="3" y="6"/>
                    <a:pt x="1" y="6"/>
                    <a:pt x="0" y="6"/>
                  </a:cubicBezTo>
                  <a:cubicBezTo>
                    <a:pt x="0" y="5"/>
                    <a:pt x="1" y="3"/>
                    <a:pt x="4" y="2"/>
                  </a:cubicBezTo>
                  <a:cubicBezTo>
                    <a:pt x="6" y="1"/>
                    <a:pt x="8"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5" name="Freeform 2777">
              <a:extLst>
                <a:ext uri="{FF2B5EF4-FFF2-40B4-BE49-F238E27FC236}">
                  <a16:creationId xmlns:a16="http://schemas.microsoft.com/office/drawing/2014/main" id="{7A99D971-9541-8308-D534-B87524D5835F}"/>
                </a:ext>
              </a:extLst>
            </p:cNvPr>
            <p:cNvSpPr>
              <a:spLocks/>
            </p:cNvSpPr>
            <p:nvPr/>
          </p:nvSpPr>
          <p:spPr bwMode="auto">
            <a:xfrm rot="5094805">
              <a:off x="2110725" y="4676932"/>
              <a:ext cx="29705" cy="18280"/>
            </a:xfrm>
            <a:custGeom>
              <a:avLst/>
              <a:gdLst>
                <a:gd name="T0" fmla="*/ 12 w 12"/>
                <a:gd name="T1" fmla="*/ 0 h 7"/>
                <a:gd name="T2" fmla="*/ 6 w 12"/>
                <a:gd name="T3" fmla="*/ 5 h 7"/>
                <a:gd name="T4" fmla="*/ 1 w 12"/>
                <a:gd name="T5" fmla="*/ 7 h 7"/>
                <a:gd name="T6" fmla="*/ 4 w 12"/>
                <a:gd name="T7" fmla="*/ 3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9" y="3"/>
                    <a:pt x="8" y="4"/>
                    <a:pt x="6" y="5"/>
                  </a:cubicBezTo>
                  <a:cubicBezTo>
                    <a:pt x="4" y="7"/>
                    <a:pt x="1" y="7"/>
                    <a:pt x="1" y="7"/>
                  </a:cubicBezTo>
                  <a:cubicBezTo>
                    <a:pt x="0" y="6"/>
                    <a:pt x="2" y="4"/>
                    <a:pt x="4" y="3"/>
                  </a:cubicBezTo>
                  <a:cubicBezTo>
                    <a:pt x="6" y="2"/>
                    <a:pt x="8"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6" name="Freeform 2778">
              <a:extLst>
                <a:ext uri="{FF2B5EF4-FFF2-40B4-BE49-F238E27FC236}">
                  <a16:creationId xmlns:a16="http://schemas.microsoft.com/office/drawing/2014/main" id="{D942B273-82E0-8C0E-BB9C-F5BBBA4ABB2A}"/>
                </a:ext>
              </a:extLst>
            </p:cNvPr>
            <p:cNvSpPr>
              <a:spLocks/>
            </p:cNvSpPr>
            <p:nvPr/>
          </p:nvSpPr>
          <p:spPr bwMode="auto">
            <a:xfrm rot="5094805">
              <a:off x="2226650" y="4860549"/>
              <a:ext cx="27420" cy="13710"/>
            </a:xfrm>
            <a:custGeom>
              <a:avLst/>
              <a:gdLst>
                <a:gd name="T0" fmla="*/ 11 w 11"/>
                <a:gd name="T1" fmla="*/ 0 h 6"/>
                <a:gd name="T2" fmla="*/ 5 w 11"/>
                <a:gd name="T3" fmla="*/ 5 h 6"/>
                <a:gd name="T4" fmla="*/ 0 w 11"/>
                <a:gd name="T5" fmla="*/ 5 h 6"/>
                <a:gd name="T6" fmla="*/ 5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2"/>
                    <a:pt x="7" y="4"/>
                    <a:pt x="5" y="5"/>
                  </a:cubicBezTo>
                  <a:cubicBezTo>
                    <a:pt x="2" y="6"/>
                    <a:pt x="0" y="6"/>
                    <a:pt x="0" y="5"/>
                  </a:cubicBezTo>
                  <a:cubicBezTo>
                    <a:pt x="0" y="4"/>
                    <a:pt x="2" y="2"/>
                    <a:pt x="5" y="1"/>
                  </a:cubicBezTo>
                  <a:cubicBezTo>
                    <a:pt x="7" y="0"/>
                    <a:pt x="9"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7" name="Freeform 2779">
              <a:extLst>
                <a:ext uri="{FF2B5EF4-FFF2-40B4-BE49-F238E27FC236}">
                  <a16:creationId xmlns:a16="http://schemas.microsoft.com/office/drawing/2014/main" id="{C5EE649E-D27B-7E58-9BE1-1A913C413D39}"/>
                </a:ext>
              </a:extLst>
            </p:cNvPr>
            <p:cNvSpPr>
              <a:spLocks/>
            </p:cNvSpPr>
            <p:nvPr/>
          </p:nvSpPr>
          <p:spPr bwMode="auto">
            <a:xfrm rot="5094805">
              <a:off x="2341737" y="5045296"/>
              <a:ext cx="27420" cy="13710"/>
            </a:xfrm>
            <a:custGeom>
              <a:avLst/>
              <a:gdLst>
                <a:gd name="T0" fmla="*/ 11 w 11"/>
                <a:gd name="T1" fmla="*/ 0 h 6"/>
                <a:gd name="T2" fmla="*/ 4 w 11"/>
                <a:gd name="T3" fmla="*/ 5 h 6"/>
                <a:gd name="T4" fmla="*/ 0 w 11"/>
                <a:gd name="T5" fmla="*/ 5 h 6"/>
                <a:gd name="T6" fmla="*/ 4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2"/>
                    <a:pt x="6" y="4"/>
                    <a:pt x="4" y="5"/>
                  </a:cubicBezTo>
                  <a:cubicBezTo>
                    <a:pt x="2" y="6"/>
                    <a:pt x="0" y="6"/>
                    <a:pt x="0" y="5"/>
                  </a:cubicBezTo>
                  <a:cubicBezTo>
                    <a:pt x="0" y="4"/>
                    <a:pt x="2" y="2"/>
                    <a:pt x="4" y="1"/>
                  </a:cubicBezTo>
                  <a:cubicBezTo>
                    <a:pt x="6"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8" name="Freeform 2780">
              <a:extLst>
                <a:ext uri="{FF2B5EF4-FFF2-40B4-BE49-F238E27FC236}">
                  <a16:creationId xmlns:a16="http://schemas.microsoft.com/office/drawing/2014/main" id="{F48805D7-716C-0EDA-9CC2-1F4EAC6F52DD}"/>
                </a:ext>
              </a:extLst>
            </p:cNvPr>
            <p:cNvSpPr>
              <a:spLocks/>
            </p:cNvSpPr>
            <p:nvPr/>
          </p:nvSpPr>
          <p:spPr bwMode="auto">
            <a:xfrm rot="5094805">
              <a:off x="2451867" y="5225896"/>
              <a:ext cx="27420" cy="13710"/>
            </a:xfrm>
            <a:custGeom>
              <a:avLst/>
              <a:gdLst>
                <a:gd name="T0" fmla="*/ 11 w 11"/>
                <a:gd name="T1" fmla="*/ 0 h 6"/>
                <a:gd name="T2" fmla="*/ 5 w 11"/>
                <a:gd name="T3" fmla="*/ 5 h 6"/>
                <a:gd name="T4" fmla="*/ 0 w 11"/>
                <a:gd name="T5" fmla="*/ 5 h 6"/>
                <a:gd name="T6" fmla="*/ 5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9" y="2"/>
                    <a:pt x="7" y="4"/>
                    <a:pt x="5" y="5"/>
                  </a:cubicBezTo>
                  <a:cubicBezTo>
                    <a:pt x="3" y="6"/>
                    <a:pt x="0" y="6"/>
                    <a:pt x="0" y="5"/>
                  </a:cubicBezTo>
                  <a:cubicBezTo>
                    <a:pt x="0" y="4"/>
                    <a:pt x="2" y="2"/>
                    <a:pt x="5" y="1"/>
                  </a:cubicBezTo>
                  <a:cubicBezTo>
                    <a:pt x="7"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9" name="Freeform 2781">
              <a:extLst>
                <a:ext uri="{FF2B5EF4-FFF2-40B4-BE49-F238E27FC236}">
                  <a16:creationId xmlns:a16="http://schemas.microsoft.com/office/drawing/2014/main" id="{F5BFBEFB-AB1C-136D-F462-0D797461AB51}"/>
                </a:ext>
              </a:extLst>
            </p:cNvPr>
            <p:cNvSpPr>
              <a:spLocks/>
            </p:cNvSpPr>
            <p:nvPr/>
          </p:nvSpPr>
          <p:spPr bwMode="auto">
            <a:xfrm rot="5094805">
              <a:off x="2555372" y="5409380"/>
              <a:ext cx="27420" cy="13710"/>
            </a:xfrm>
            <a:custGeom>
              <a:avLst/>
              <a:gdLst>
                <a:gd name="T0" fmla="*/ 11 w 11"/>
                <a:gd name="T1" fmla="*/ 0 h 6"/>
                <a:gd name="T2" fmla="*/ 4 w 11"/>
                <a:gd name="T3" fmla="*/ 4 h 6"/>
                <a:gd name="T4" fmla="*/ 0 w 11"/>
                <a:gd name="T5" fmla="*/ 4 h 6"/>
                <a:gd name="T6" fmla="*/ 5 w 11"/>
                <a:gd name="T7" fmla="*/ 0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2"/>
                    <a:pt x="6" y="4"/>
                    <a:pt x="4" y="4"/>
                  </a:cubicBezTo>
                  <a:cubicBezTo>
                    <a:pt x="2" y="6"/>
                    <a:pt x="0" y="5"/>
                    <a:pt x="0" y="4"/>
                  </a:cubicBezTo>
                  <a:cubicBezTo>
                    <a:pt x="0" y="3"/>
                    <a:pt x="2" y="1"/>
                    <a:pt x="5" y="0"/>
                  </a:cubicBezTo>
                  <a:cubicBezTo>
                    <a:pt x="7"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0" name="Freeform 2782">
              <a:extLst>
                <a:ext uri="{FF2B5EF4-FFF2-40B4-BE49-F238E27FC236}">
                  <a16:creationId xmlns:a16="http://schemas.microsoft.com/office/drawing/2014/main" id="{841CA0D9-B882-7C29-B399-6E9453F8492A}"/>
                </a:ext>
              </a:extLst>
            </p:cNvPr>
            <p:cNvSpPr>
              <a:spLocks/>
            </p:cNvSpPr>
            <p:nvPr/>
          </p:nvSpPr>
          <p:spPr bwMode="auto">
            <a:xfrm rot="5094805">
              <a:off x="2647391" y="5591495"/>
              <a:ext cx="29705" cy="15995"/>
            </a:xfrm>
            <a:custGeom>
              <a:avLst/>
              <a:gdLst>
                <a:gd name="T0" fmla="*/ 12 w 12"/>
                <a:gd name="T1" fmla="*/ 0 h 6"/>
                <a:gd name="T2" fmla="*/ 6 w 12"/>
                <a:gd name="T3" fmla="*/ 5 h 6"/>
                <a:gd name="T4" fmla="*/ 1 w 12"/>
                <a:gd name="T5" fmla="*/ 5 h 6"/>
                <a:gd name="T6" fmla="*/ 5 w 12"/>
                <a:gd name="T7" fmla="*/ 1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9" y="2"/>
                    <a:pt x="8" y="4"/>
                    <a:pt x="6" y="5"/>
                  </a:cubicBezTo>
                  <a:cubicBezTo>
                    <a:pt x="3" y="6"/>
                    <a:pt x="1" y="6"/>
                    <a:pt x="1" y="5"/>
                  </a:cubicBezTo>
                  <a:cubicBezTo>
                    <a:pt x="0" y="3"/>
                    <a:pt x="2" y="2"/>
                    <a:pt x="5" y="1"/>
                  </a:cubicBezTo>
                  <a:cubicBezTo>
                    <a:pt x="7" y="0"/>
                    <a:pt x="8"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1" name="Freeform 2783">
              <a:extLst>
                <a:ext uri="{FF2B5EF4-FFF2-40B4-BE49-F238E27FC236}">
                  <a16:creationId xmlns:a16="http://schemas.microsoft.com/office/drawing/2014/main" id="{E92253DB-77E6-1A4B-2765-7ECFF39362D9}"/>
                </a:ext>
              </a:extLst>
            </p:cNvPr>
            <p:cNvSpPr>
              <a:spLocks/>
            </p:cNvSpPr>
            <p:nvPr/>
          </p:nvSpPr>
          <p:spPr bwMode="auto">
            <a:xfrm rot="5094805">
              <a:off x="2725966" y="5779589"/>
              <a:ext cx="27420" cy="13710"/>
            </a:xfrm>
            <a:custGeom>
              <a:avLst/>
              <a:gdLst>
                <a:gd name="T0" fmla="*/ 5 w 11"/>
                <a:gd name="T1" fmla="*/ 0 h 5"/>
                <a:gd name="T2" fmla="*/ 10 w 11"/>
                <a:gd name="T3" fmla="*/ 1 h 5"/>
                <a:gd name="T4" fmla="*/ 6 w 11"/>
                <a:gd name="T5" fmla="*/ 4 h 5"/>
                <a:gd name="T6" fmla="*/ 1 w 11"/>
                <a:gd name="T7" fmla="*/ 4 h 5"/>
                <a:gd name="T8" fmla="*/ 5 w 11"/>
                <a:gd name="T9" fmla="*/ 0 h 5"/>
              </a:gdLst>
              <a:ahLst/>
              <a:cxnLst>
                <a:cxn ang="0">
                  <a:pos x="T0" y="T1"/>
                </a:cxn>
                <a:cxn ang="0">
                  <a:pos x="T2" y="T3"/>
                </a:cxn>
                <a:cxn ang="0">
                  <a:pos x="T4" y="T5"/>
                </a:cxn>
                <a:cxn ang="0">
                  <a:pos x="T6" y="T7"/>
                </a:cxn>
                <a:cxn ang="0">
                  <a:pos x="T8" y="T9"/>
                </a:cxn>
              </a:cxnLst>
              <a:rect l="0" t="0" r="r" b="b"/>
              <a:pathLst>
                <a:path w="11" h="5">
                  <a:moveTo>
                    <a:pt x="5" y="0"/>
                  </a:moveTo>
                  <a:cubicBezTo>
                    <a:pt x="7" y="0"/>
                    <a:pt x="9" y="1"/>
                    <a:pt x="10" y="1"/>
                  </a:cubicBezTo>
                  <a:cubicBezTo>
                    <a:pt x="11" y="2"/>
                    <a:pt x="8" y="4"/>
                    <a:pt x="6" y="4"/>
                  </a:cubicBezTo>
                  <a:cubicBezTo>
                    <a:pt x="3" y="5"/>
                    <a:pt x="0" y="5"/>
                    <a:pt x="1" y="4"/>
                  </a:cubicBezTo>
                  <a:cubicBezTo>
                    <a:pt x="1" y="3"/>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2" name="Freeform 2784">
              <a:extLst>
                <a:ext uri="{FF2B5EF4-FFF2-40B4-BE49-F238E27FC236}">
                  <a16:creationId xmlns:a16="http://schemas.microsoft.com/office/drawing/2014/main" id="{CD4C0604-FEE4-4C4C-4631-99069683B1C2}"/>
                </a:ext>
              </a:extLst>
            </p:cNvPr>
            <p:cNvSpPr>
              <a:spLocks/>
            </p:cNvSpPr>
            <p:nvPr/>
          </p:nvSpPr>
          <p:spPr bwMode="auto">
            <a:xfrm rot="5094805">
              <a:off x="2784153" y="5971686"/>
              <a:ext cx="27420" cy="9140"/>
            </a:xfrm>
            <a:custGeom>
              <a:avLst/>
              <a:gdLst>
                <a:gd name="T0" fmla="*/ 11 w 11"/>
                <a:gd name="T1" fmla="*/ 1 h 4"/>
                <a:gd name="T2" fmla="*/ 5 w 11"/>
                <a:gd name="T3" fmla="*/ 4 h 4"/>
                <a:gd name="T4" fmla="*/ 0 w 11"/>
                <a:gd name="T5" fmla="*/ 3 h 4"/>
                <a:gd name="T6" fmla="*/ 4 w 11"/>
                <a:gd name="T7" fmla="*/ 0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9" y="2"/>
                    <a:pt x="7" y="3"/>
                    <a:pt x="5" y="4"/>
                  </a:cubicBezTo>
                  <a:cubicBezTo>
                    <a:pt x="3" y="4"/>
                    <a:pt x="0" y="4"/>
                    <a:pt x="0" y="3"/>
                  </a:cubicBezTo>
                  <a:cubicBezTo>
                    <a:pt x="0" y="2"/>
                    <a:pt x="1" y="1"/>
                    <a:pt x="4" y="0"/>
                  </a:cubicBezTo>
                  <a:cubicBezTo>
                    <a:pt x="6" y="0"/>
                    <a:pt x="8"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3" name="Freeform 2785">
              <a:extLst>
                <a:ext uri="{FF2B5EF4-FFF2-40B4-BE49-F238E27FC236}">
                  <a16:creationId xmlns:a16="http://schemas.microsoft.com/office/drawing/2014/main" id="{ED3E2B0C-46F4-C72D-E5E1-0E2352ABCBB7}"/>
                </a:ext>
              </a:extLst>
            </p:cNvPr>
            <p:cNvSpPr>
              <a:spLocks/>
            </p:cNvSpPr>
            <p:nvPr/>
          </p:nvSpPr>
          <p:spPr bwMode="auto">
            <a:xfrm rot="5094805">
              <a:off x="2820613" y="6162182"/>
              <a:ext cx="29705" cy="9140"/>
            </a:xfrm>
            <a:custGeom>
              <a:avLst/>
              <a:gdLst>
                <a:gd name="T0" fmla="*/ 12 w 12"/>
                <a:gd name="T1" fmla="*/ 1 h 3"/>
                <a:gd name="T2" fmla="*/ 5 w 12"/>
                <a:gd name="T3" fmla="*/ 3 h 3"/>
                <a:gd name="T4" fmla="*/ 1 w 12"/>
                <a:gd name="T5" fmla="*/ 2 h 3"/>
                <a:gd name="T6" fmla="*/ 5 w 12"/>
                <a:gd name="T7" fmla="*/ 0 h 3"/>
                <a:gd name="T8" fmla="*/ 12 w 12"/>
                <a:gd name="T9" fmla="*/ 1 h 3"/>
              </a:gdLst>
              <a:ahLst/>
              <a:cxnLst>
                <a:cxn ang="0">
                  <a:pos x="T0" y="T1"/>
                </a:cxn>
                <a:cxn ang="0">
                  <a:pos x="T2" y="T3"/>
                </a:cxn>
                <a:cxn ang="0">
                  <a:pos x="T4" y="T5"/>
                </a:cxn>
                <a:cxn ang="0">
                  <a:pos x="T6" y="T7"/>
                </a:cxn>
                <a:cxn ang="0">
                  <a:pos x="T8" y="T9"/>
                </a:cxn>
              </a:cxnLst>
              <a:rect l="0" t="0" r="r" b="b"/>
              <a:pathLst>
                <a:path w="12" h="3">
                  <a:moveTo>
                    <a:pt x="12" y="1"/>
                  </a:moveTo>
                  <a:cubicBezTo>
                    <a:pt x="9" y="2"/>
                    <a:pt x="7" y="3"/>
                    <a:pt x="5" y="3"/>
                  </a:cubicBezTo>
                  <a:cubicBezTo>
                    <a:pt x="3" y="3"/>
                    <a:pt x="0" y="3"/>
                    <a:pt x="1" y="2"/>
                  </a:cubicBezTo>
                  <a:cubicBezTo>
                    <a:pt x="1" y="1"/>
                    <a:pt x="3" y="0"/>
                    <a:pt x="5" y="0"/>
                  </a:cubicBezTo>
                  <a:cubicBezTo>
                    <a:pt x="7" y="0"/>
                    <a:pt x="9"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4" name="Freeform 2786">
              <a:extLst>
                <a:ext uri="{FF2B5EF4-FFF2-40B4-BE49-F238E27FC236}">
                  <a16:creationId xmlns:a16="http://schemas.microsoft.com/office/drawing/2014/main" id="{857A6DB3-24A8-D238-8236-1D1873D56ED8}"/>
                </a:ext>
              </a:extLst>
            </p:cNvPr>
            <p:cNvSpPr>
              <a:spLocks/>
            </p:cNvSpPr>
            <p:nvPr/>
          </p:nvSpPr>
          <p:spPr bwMode="auto">
            <a:xfrm rot="5094805">
              <a:off x="2866389" y="6354347"/>
              <a:ext cx="27420" cy="9140"/>
            </a:xfrm>
            <a:custGeom>
              <a:avLst/>
              <a:gdLst>
                <a:gd name="T0" fmla="*/ 11 w 11"/>
                <a:gd name="T1" fmla="*/ 1 h 4"/>
                <a:gd name="T2" fmla="*/ 5 w 11"/>
                <a:gd name="T3" fmla="*/ 4 h 4"/>
                <a:gd name="T4" fmla="*/ 0 w 11"/>
                <a:gd name="T5" fmla="*/ 3 h 4"/>
                <a:gd name="T6" fmla="*/ 5 w 11"/>
                <a:gd name="T7" fmla="*/ 0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9" y="2"/>
                    <a:pt x="7" y="3"/>
                    <a:pt x="5" y="4"/>
                  </a:cubicBezTo>
                  <a:cubicBezTo>
                    <a:pt x="2" y="4"/>
                    <a:pt x="0" y="4"/>
                    <a:pt x="0" y="3"/>
                  </a:cubicBezTo>
                  <a:cubicBezTo>
                    <a:pt x="0" y="2"/>
                    <a:pt x="2" y="1"/>
                    <a:pt x="5" y="0"/>
                  </a:cubicBezTo>
                  <a:cubicBezTo>
                    <a:pt x="7" y="0"/>
                    <a:pt x="9"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5" name="Freeform 2787">
              <a:extLst>
                <a:ext uri="{FF2B5EF4-FFF2-40B4-BE49-F238E27FC236}">
                  <a16:creationId xmlns:a16="http://schemas.microsoft.com/office/drawing/2014/main" id="{7E565782-EFDE-B07D-A87A-C090B901312E}"/>
                </a:ext>
              </a:extLst>
            </p:cNvPr>
            <p:cNvSpPr>
              <a:spLocks/>
            </p:cNvSpPr>
            <p:nvPr/>
          </p:nvSpPr>
          <p:spPr bwMode="auto">
            <a:xfrm rot="5094805">
              <a:off x="2922001" y="6539906"/>
              <a:ext cx="25135" cy="11425"/>
            </a:xfrm>
            <a:custGeom>
              <a:avLst/>
              <a:gdLst>
                <a:gd name="T0" fmla="*/ 5 w 10"/>
                <a:gd name="T1" fmla="*/ 0 h 4"/>
                <a:gd name="T2" fmla="*/ 10 w 10"/>
                <a:gd name="T3" fmla="*/ 1 h 4"/>
                <a:gd name="T4" fmla="*/ 5 w 10"/>
                <a:gd name="T5" fmla="*/ 3 h 4"/>
                <a:gd name="T6" fmla="*/ 1 w 10"/>
                <a:gd name="T7" fmla="*/ 3 h 4"/>
                <a:gd name="T8" fmla="*/ 5 w 10"/>
                <a:gd name="T9" fmla="*/ 0 h 4"/>
              </a:gdLst>
              <a:ahLst/>
              <a:cxnLst>
                <a:cxn ang="0">
                  <a:pos x="T0" y="T1"/>
                </a:cxn>
                <a:cxn ang="0">
                  <a:pos x="T2" y="T3"/>
                </a:cxn>
                <a:cxn ang="0">
                  <a:pos x="T4" y="T5"/>
                </a:cxn>
                <a:cxn ang="0">
                  <a:pos x="T6" y="T7"/>
                </a:cxn>
                <a:cxn ang="0">
                  <a:pos x="T8" y="T9"/>
                </a:cxn>
              </a:cxnLst>
              <a:rect l="0" t="0" r="r" b="b"/>
              <a:pathLst>
                <a:path w="10" h="4">
                  <a:moveTo>
                    <a:pt x="5" y="0"/>
                  </a:moveTo>
                  <a:cubicBezTo>
                    <a:pt x="7" y="0"/>
                    <a:pt x="9" y="1"/>
                    <a:pt x="10" y="1"/>
                  </a:cubicBezTo>
                  <a:cubicBezTo>
                    <a:pt x="10" y="2"/>
                    <a:pt x="8" y="3"/>
                    <a:pt x="5" y="3"/>
                  </a:cubicBezTo>
                  <a:cubicBezTo>
                    <a:pt x="3" y="4"/>
                    <a:pt x="0" y="4"/>
                    <a:pt x="1" y="3"/>
                  </a:cubicBezTo>
                  <a:cubicBezTo>
                    <a:pt x="1" y="2"/>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6" name="Freeform 2788">
              <a:extLst>
                <a:ext uri="{FF2B5EF4-FFF2-40B4-BE49-F238E27FC236}">
                  <a16:creationId xmlns:a16="http://schemas.microsoft.com/office/drawing/2014/main" id="{6C8C441E-5200-2089-E2BD-FA92F63E52F9}"/>
                </a:ext>
              </a:extLst>
            </p:cNvPr>
            <p:cNvSpPr>
              <a:spLocks/>
            </p:cNvSpPr>
            <p:nvPr/>
          </p:nvSpPr>
          <p:spPr bwMode="auto">
            <a:xfrm rot="5094805">
              <a:off x="2985676" y="6728078"/>
              <a:ext cx="25135" cy="9140"/>
            </a:xfrm>
            <a:custGeom>
              <a:avLst/>
              <a:gdLst>
                <a:gd name="T0" fmla="*/ 6 w 10"/>
                <a:gd name="T1" fmla="*/ 4 h 4"/>
                <a:gd name="T2" fmla="*/ 1 w 10"/>
                <a:gd name="T3" fmla="*/ 4 h 4"/>
                <a:gd name="T4" fmla="*/ 5 w 10"/>
                <a:gd name="T5" fmla="*/ 1 h 4"/>
                <a:gd name="T6" fmla="*/ 10 w 10"/>
                <a:gd name="T7" fmla="*/ 1 h 4"/>
                <a:gd name="T8" fmla="*/ 6 w 10"/>
                <a:gd name="T9" fmla="*/ 4 h 4"/>
              </a:gdLst>
              <a:ahLst/>
              <a:cxnLst>
                <a:cxn ang="0">
                  <a:pos x="T0" y="T1"/>
                </a:cxn>
                <a:cxn ang="0">
                  <a:pos x="T2" y="T3"/>
                </a:cxn>
                <a:cxn ang="0">
                  <a:pos x="T4" y="T5"/>
                </a:cxn>
                <a:cxn ang="0">
                  <a:pos x="T6" y="T7"/>
                </a:cxn>
                <a:cxn ang="0">
                  <a:pos x="T8" y="T9"/>
                </a:cxn>
              </a:cxnLst>
              <a:rect l="0" t="0" r="r" b="b"/>
              <a:pathLst>
                <a:path w="10" h="4">
                  <a:moveTo>
                    <a:pt x="6" y="4"/>
                  </a:moveTo>
                  <a:cubicBezTo>
                    <a:pt x="3" y="4"/>
                    <a:pt x="1" y="4"/>
                    <a:pt x="1" y="4"/>
                  </a:cubicBezTo>
                  <a:cubicBezTo>
                    <a:pt x="0" y="3"/>
                    <a:pt x="2" y="2"/>
                    <a:pt x="5" y="1"/>
                  </a:cubicBezTo>
                  <a:cubicBezTo>
                    <a:pt x="8" y="0"/>
                    <a:pt x="10" y="0"/>
                    <a:pt x="10" y="1"/>
                  </a:cubicBezTo>
                  <a:cubicBezTo>
                    <a:pt x="10" y="2"/>
                    <a:pt x="8"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7" name="Freeform 2789">
              <a:extLst>
                <a:ext uri="{FF2B5EF4-FFF2-40B4-BE49-F238E27FC236}">
                  <a16:creationId xmlns:a16="http://schemas.microsoft.com/office/drawing/2014/main" id="{59C9F880-F055-3291-A41E-4483979BB7AE}"/>
                </a:ext>
              </a:extLst>
            </p:cNvPr>
            <p:cNvSpPr>
              <a:spLocks/>
            </p:cNvSpPr>
            <p:nvPr/>
          </p:nvSpPr>
          <p:spPr bwMode="auto">
            <a:xfrm rot="5094805">
              <a:off x="2988765" y="6518003"/>
              <a:ext cx="22850" cy="9140"/>
            </a:xfrm>
            <a:custGeom>
              <a:avLst/>
              <a:gdLst>
                <a:gd name="T0" fmla="*/ 3 w 9"/>
                <a:gd name="T1" fmla="*/ 0 h 4"/>
                <a:gd name="T2" fmla="*/ 8 w 9"/>
                <a:gd name="T3" fmla="*/ 1 h 4"/>
                <a:gd name="T4" fmla="*/ 5 w 9"/>
                <a:gd name="T5" fmla="*/ 4 h 4"/>
                <a:gd name="T6" fmla="*/ 0 w 9"/>
                <a:gd name="T7" fmla="*/ 3 h 4"/>
                <a:gd name="T8" fmla="*/ 3 w 9"/>
                <a:gd name="T9" fmla="*/ 0 h 4"/>
              </a:gdLst>
              <a:ahLst/>
              <a:cxnLst>
                <a:cxn ang="0">
                  <a:pos x="T0" y="T1"/>
                </a:cxn>
                <a:cxn ang="0">
                  <a:pos x="T2" y="T3"/>
                </a:cxn>
                <a:cxn ang="0">
                  <a:pos x="T4" y="T5"/>
                </a:cxn>
                <a:cxn ang="0">
                  <a:pos x="T6" y="T7"/>
                </a:cxn>
                <a:cxn ang="0">
                  <a:pos x="T8" y="T9"/>
                </a:cxn>
              </a:cxnLst>
              <a:rect l="0" t="0" r="r" b="b"/>
              <a:pathLst>
                <a:path w="9" h="4">
                  <a:moveTo>
                    <a:pt x="3" y="0"/>
                  </a:moveTo>
                  <a:cubicBezTo>
                    <a:pt x="5" y="0"/>
                    <a:pt x="7" y="0"/>
                    <a:pt x="8" y="1"/>
                  </a:cubicBezTo>
                  <a:cubicBezTo>
                    <a:pt x="9" y="1"/>
                    <a:pt x="7" y="3"/>
                    <a:pt x="5" y="4"/>
                  </a:cubicBezTo>
                  <a:cubicBezTo>
                    <a:pt x="3" y="4"/>
                    <a:pt x="0" y="4"/>
                    <a:pt x="0" y="3"/>
                  </a:cubicBezTo>
                  <a:cubicBezTo>
                    <a:pt x="0" y="2"/>
                    <a:pt x="1"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8" name="Freeform 2790">
              <a:extLst>
                <a:ext uri="{FF2B5EF4-FFF2-40B4-BE49-F238E27FC236}">
                  <a16:creationId xmlns:a16="http://schemas.microsoft.com/office/drawing/2014/main" id="{3AD8A0E9-880D-0160-F0D9-7ED9640D7502}"/>
                </a:ext>
              </a:extLst>
            </p:cNvPr>
            <p:cNvSpPr>
              <a:spLocks/>
            </p:cNvSpPr>
            <p:nvPr/>
          </p:nvSpPr>
          <p:spPr bwMode="auto">
            <a:xfrm rot="5094805">
              <a:off x="2929633" y="6329223"/>
              <a:ext cx="27420" cy="11425"/>
            </a:xfrm>
            <a:custGeom>
              <a:avLst/>
              <a:gdLst>
                <a:gd name="T0" fmla="*/ 11 w 11"/>
                <a:gd name="T1" fmla="*/ 1 h 4"/>
                <a:gd name="T2" fmla="*/ 6 w 11"/>
                <a:gd name="T3" fmla="*/ 3 h 4"/>
                <a:gd name="T4" fmla="*/ 0 w 11"/>
                <a:gd name="T5" fmla="*/ 3 h 4"/>
                <a:gd name="T6" fmla="*/ 3 w 11"/>
                <a:gd name="T7" fmla="*/ 1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8" y="2"/>
                    <a:pt x="7" y="3"/>
                    <a:pt x="6" y="3"/>
                  </a:cubicBezTo>
                  <a:cubicBezTo>
                    <a:pt x="3" y="4"/>
                    <a:pt x="0" y="4"/>
                    <a:pt x="0" y="3"/>
                  </a:cubicBezTo>
                  <a:cubicBezTo>
                    <a:pt x="0" y="2"/>
                    <a:pt x="2" y="1"/>
                    <a:pt x="3" y="1"/>
                  </a:cubicBezTo>
                  <a:cubicBezTo>
                    <a:pt x="5" y="0"/>
                    <a:pt x="7"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9" name="Freeform 2791">
              <a:extLst>
                <a:ext uri="{FF2B5EF4-FFF2-40B4-BE49-F238E27FC236}">
                  <a16:creationId xmlns:a16="http://schemas.microsoft.com/office/drawing/2014/main" id="{DAC43CC0-2FB4-A24C-3079-0501FA842DAC}"/>
                </a:ext>
              </a:extLst>
            </p:cNvPr>
            <p:cNvSpPr>
              <a:spLocks/>
            </p:cNvSpPr>
            <p:nvPr/>
          </p:nvSpPr>
          <p:spPr bwMode="auto">
            <a:xfrm rot="5094805">
              <a:off x="2886345" y="6139334"/>
              <a:ext cx="25135" cy="11425"/>
            </a:xfrm>
            <a:custGeom>
              <a:avLst/>
              <a:gdLst>
                <a:gd name="T0" fmla="*/ 10 w 10"/>
                <a:gd name="T1" fmla="*/ 1 h 4"/>
                <a:gd name="T2" fmla="*/ 5 w 10"/>
                <a:gd name="T3" fmla="*/ 3 h 4"/>
                <a:gd name="T4" fmla="*/ 0 w 10"/>
                <a:gd name="T5" fmla="*/ 2 h 4"/>
                <a:gd name="T6" fmla="*/ 2 w 10"/>
                <a:gd name="T7" fmla="*/ 1 h 4"/>
                <a:gd name="T8" fmla="*/ 10 w 10"/>
                <a:gd name="T9" fmla="*/ 1 h 4"/>
              </a:gdLst>
              <a:ahLst/>
              <a:cxnLst>
                <a:cxn ang="0">
                  <a:pos x="T0" y="T1"/>
                </a:cxn>
                <a:cxn ang="0">
                  <a:pos x="T2" y="T3"/>
                </a:cxn>
                <a:cxn ang="0">
                  <a:pos x="T4" y="T5"/>
                </a:cxn>
                <a:cxn ang="0">
                  <a:pos x="T6" y="T7"/>
                </a:cxn>
                <a:cxn ang="0">
                  <a:pos x="T8" y="T9"/>
                </a:cxn>
              </a:cxnLst>
              <a:rect l="0" t="0" r="r" b="b"/>
              <a:pathLst>
                <a:path w="10" h="4">
                  <a:moveTo>
                    <a:pt x="10" y="1"/>
                  </a:moveTo>
                  <a:cubicBezTo>
                    <a:pt x="8" y="2"/>
                    <a:pt x="7" y="3"/>
                    <a:pt x="5" y="3"/>
                  </a:cubicBezTo>
                  <a:cubicBezTo>
                    <a:pt x="3" y="4"/>
                    <a:pt x="0" y="3"/>
                    <a:pt x="0" y="2"/>
                  </a:cubicBezTo>
                  <a:cubicBezTo>
                    <a:pt x="0" y="2"/>
                    <a:pt x="1" y="1"/>
                    <a:pt x="2" y="1"/>
                  </a:cubicBezTo>
                  <a:cubicBezTo>
                    <a:pt x="4" y="0"/>
                    <a:pt x="6"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0" name="Freeform 2792">
              <a:extLst>
                <a:ext uri="{FF2B5EF4-FFF2-40B4-BE49-F238E27FC236}">
                  <a16:creationId xmlns:a16="http://schemas.microsoft.com/office/drawing/2014/main" id="{A3EA5D2A-51EA-3EF8-5D0A-0B6CBD2D496A}"/>
                </a:ext>
              </a:extLst>
            </p:cNvPr>
            <p:cNvSpPr>
              <a:spLocks/>
            </p:cNvSpPr>
            <p:nvPr/>
          </p:nvSpPr>
          <p:spPr bwMode="auto">
            <a:xfrm rot="5094805">
              <a:off x="2850618" y="5945327"/>
              <a:ext cx="22850" cy="9140"/>
            </a:xfrm>
            <a:custGeom>
              <a:avLst/>
              <a:gdLst>
                <a:gd name="T0" fmla="*/ 4 w 9"/>
                <a:gd name="T1" fmla="*/ 0 h 4"/>
                <a:gd name="T2" fmla="*/ 8 w 9"/>
                <a:gd name="T3" fmla="*/ 2 h 4"/>
                <a:gd name="T4" fmla="*/ 4 w 9"/>
                <a:gd name="T5" fmla="*/ 4 h 4"/>
                <a:gd name="T6" fmla="*/ 0 w 9"/>
                <a:gd name="T7" fmla="*/ 3 h 4"/>
                <a:gd name="T8" fmla="*/ 4 w 9"/>
                <a:gd name="T9" fmla="*/ 0 h 4"/>
              </a:gdLst>
              <a:ahLst/>
              <a:cxnLst>
                <a:cxn ang="0">
                  <a:pos x="T0" y="T1"/>
                </a:cxn>
                <a:cxn ang="0">
                  <a:pos x="T2" y="T3"/>
                </a:cxn>
                <a:cxn ang="0">
                  <a:pos x="T4" y="T5"/>
                </a:cxn>
                <a:cxn ang="0">
                  <a:pos x="T6" y="T7"/>
                </a:cxn>
                <a:cxn ang="0">
                  <a:pos x="T8" y="T9"/>
                </a:cxn>
              </a:cxnLst>
              <a:rect l="0" t="0" r="r" b="b"/>
              <a:pathLst>
                <a:path w="9" h="4">
                  <a:moveTo>
                    <a:pt x="4" y="0"/>
                  </a:moveTo>
                  <a:cubicBezTo>
                    <a:pt x="6" y="1"/>
                    <a:pt x="8" y="1"/>
                    <a:pt x="8" y="2"/>
                  </a:cubicBezTo>
                  <a:cubicBezTo>
                    <a:pt x="9" y="2"/>
                    <a:pt x="6" y="4"/>
                    <a:pt x="4" y="4"/>
                  </a:cubicBezTo>
                  <a:cubicBezTo>
                    <a:pt x="3" y="4"/>
                    <a:pt x="0" y="4"/>
                    <a:pt x="0" y="3"/>
                  </a:cubicBezTo>
                  <a:cubicBezTo>
                    <a:pt x="0" y="3"/>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1" name="Freeform 2793">
              <a:extLst>
                <a:ext uri="{FF2B5EF4-FFF2-40B4-BE49-F238E27FC236}">
                  <a16:creationId xmlns:a16="http://schemas.microsoft.com/office/drawing/2014/main" id="{88EC62F7-F519-6A64-D77C-0D848A87E291}"/>
                </a:ext>
              </a:extLst>
            </p:cNvPr>
            <p:cNvSpPr>
              <a:spLocks/>
            </p:cNvSpPr>
            <p:nvPr/>
          </p:nvSpPr>
          <p:spPr bwMode="auto">
            <a:xfrm rot="5094805">
              <a:off x="2791486" y="5756547"/>
              <a:ext cx="27420" cy="11425"/>
            </a:xfrm>
            <a:custGeom>
              <a:avLst/>
              <a:gdLst>
                <a:gd name="T0" fmla="*/ 11 w 11"/>
                <a:gd name="T1" fmla="*/ 1 h 4"/>
                <a:gd name="T2" fmla="*/ 6 w 11"/>
                <a:gd name="T3" fmla="*/ 3 h 4"/>
                <a:gd name="T4" fmla="*/ 0 w 11"/>
                <a:gd name="T5" fmla="*/ 3 h 4"/>
                <a:gd name="T6" fmla="*/ 4 w 11"/>
                <a:gd name="T7" fmla="*/ 1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8" y="2"/>
                    <a:pt x="7" y="3"/>
                    <a:pt x="6" y="3"/>
                  </a:cubicBezTo>
                  <a:cubicBezTo>
                    <a:pt x="3" y="4"/>
                    <a:pt x="0" y="4"/>
                    <a:pt x="0" y="3"/>
                  </a:cubicBezTo>
                  <a:cubicBezTo>
                    <a:pt x="1" y="2"/>
                    <a:pt x="3" y="1"/>
                    <a:pt x="4" y="1"/>
                  </a:cubicBezTo>
                  <a:cubicBezTo>
                    <a:pt x="6" y="0"/>
                    <a:pt x="8"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2" name="Freeform 2794">
              <a:extLst>
                <a:ext uri="{FF2B5EF4-FFF2-40B4-BE49-F238E27FC236}">
                  <a16:creationId xmlns:a16="http://schemas.microsoft.com/office/drawing/2014/main" id="{93D8685B-8739-671E-8620-16C297A4B772}"/>
                </a:ext>
              </a:extLst>
            </p:cNvPr>
            <p:cNvSpPr>
              <a:spLocks/>
            </p:cNvSpPr>
            <p:nvPr/>
          </p:nvSpPr>
          <p:spPr bwMode="auto">
            <a:xfrm rot="5094805">
              <a:off x="2723066" y="5568993"/>
              <a:ext cx="22850" cy="9140"/>
            </a:xfrm>
            <a:custGeom>
              <a:avLst/>
              <a:gdLst>
                <a:gd name="T0" fmla="*/ 9 w 9"/>
                <a:gd name="T1" fmla="*/ 1 h 4"/>
                <a:gd name="T2" fmla="*/ 4 w 9"/>
                <a:gd name="T3" fmla="*/ 4 h 4"/>
                <a:gd name="T4" fmla="*/ 0 w 9"/>
                <a:gd name="T5" fmla="*/ 3 h 4"/>
                <a:gd name="T6" fmla="*/ 4 w 9"/>
                <a:gd name="T7" fmla="*/ 0 h 4"/>
                <a:gd name="T8" fmla="*/ 9 w 9"/>
                <a:gd name="T9" fmla="*/ 1 h 4"/>
              </a:gdLst>
              <a:ahLst/>
              <a:cxnLst>
                <a:cxn ang="0">
                  <a:pos x="T0" y="T1"/>
                </a:cxn>
                <a:cxn ang="0">
                  <a:pos x="T2" y="T3"/>
                </a:cxn>
                <a:cxn ang="0">
                  <a:pos x="T4" y="T5"/>
                </a:cxn>
                <a:cxn ang="0">
                  <a:pos x="T6" y="T7"/>
                </a:cxn>
                <a:cxn ang="0">
                  <a:pos x="T8" y="T9"/>
                </a:cxn>
              </a:cxnLst>
              <a:rect l="0" t="0" r="r" b="b"/>
              <a:pathLst>
                <a:path w="9" h="4">
                  <a:moveTo>
                    <a:pt x="9" y="1"/>
                  </a:moveTo>
                  <a:cubicBezTo>
                    <a:pt x="9" y="2"/>
                    <a:pt x="6" y="4"/>
                    <a:pt x="4" y="4"/>
                  </a:cubicBezTo>
                  <a:cubicBezTo>
                    <a:pt x="2" y="4"/>
                    <a:pt x="0" y="4"/>
                    <a:pt x="0" y="3"/>
                  </a:cubicBezTo>
                  <a:cubicBezTo>
                    <a:pt x="1" y="2"/>
                    <a:pt x="3" y="1"/>
                    <a:pt x="4" y="0"/>
                  </a:cubicBezTo>
                  <a:cubicBezTo>
                    <a:pt x="6" y="0"/>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3" name="Freeform 2795">
              <a:extLst>
                <a:ext uri="{FF2B5EF4-FFF2-40B4-BE49-F238E27FC236}">
                  <a16:creationId xmlns:a16="http://schemas.microsoft.com/office/drawing/2014/main" id="{8784C9E8-85E6-FF8B-70F3-FFF22D6235FE}"/>
                </a:ext>
              </a:extLst>
            </p:cNvPr>
            <p:cNvSpPr>
              <a:spLocks/>
            </p:cNvSpPr>
            <p:nvPr/>
          </p:nvSpPr>
          <p:spPr bwMode="auto">
            <a:xfrm rot="5094805">
              <a:off x="2636834" y="5382838"/>
              <a:ext cx="22850" cy="15995"/>
            </a:xfrm>
            <a:custGeom>
              <a:avLst/>
              <a:gdLst>
                <a:gd name="T0" fmla="*/ 10 w 10"/>
                <a:gd name="T1" fmla="*/ 0 h 6"/>
                <a:gd name="T2" fmla="*/ 5 w 10"/>
                <a:gd name="T3" fmla="*/ 5 h 6"/>
                <a:gd name="T4" fmla="*/ 0 w 10"/>
                <a:gd name="T5" fmla="*/ 5 h 6"/>
                <a:gd name="T6" fmla="*/ 2 w 10"/>
                <a:gd name="T7" fmla="*/ 2 h 6"/>
                <a:gd name="T8" fmla="*/ 10 w 10"/>
                <a:gd name="T9" fmla="*/ 0 h 6"/>
              </a:gdLst>
              <a:ahLst/>
              <a:cxnLst>
                <a:cxn ang="0">
                  <a:pos x="T0" y="T1"/>
                </a:cxn>
                <a:cxn ang="0">
                  <a:pos x="T2" y="T3"/>
                </a:cxn>
                <a:cxn ang="0">
                  <a:pos x="T4" y="T5"/>
                </a:cxn>
                <a:cxn ang="0">
                  <a:pos x="T6" y="T7"/>
                </a:cxn>
                <a:cxn ang="0">
                  <a:pos x="T8" y="T9"/>
                </a:cxn>
              </a:cxnLst>
              <a:rect l="0" t="0" r="r" b="b"/>
              <a:pathLst>
                <a:path w="10" h="6">
                  <a:moveTo>
                    <a:pt x="10" y="0"/>
                  </a:moveTo>
                  <a:cubicBezTo>
                    <a:pt x="8" y="2"/>
                    <a:pt x="7" y="4"/>
                    <a:pt x="5" y="5"/>
                  </a:cubicBezTo>
                  <a:cubicBezTo>
                    <a:pt x="3" y="6"/>
                    <a:pt x="0" y="6"/>
                    <a:pt x="0" y="5"/>
                  </a:cubicBezTo>
                  <a:cubicBezTo>
                    <a:pt x="0" y="4"/>
                    <a:pt x="1" y="2"/>
                    <a:pt x="2" y="2"/>
                  </a:cubicBezTo>
                  <a:cubicBezTo>
                    <a:pt x="4" y="1"/>
                    <a:pt x="6" y="1"/>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4" name="Freeform 2796">
              <a:extLst>
                <a:ext uri="{FF2B5EF4-FFF2-40B4-BE49-F238E27FC236}">
                  <a16:creationId xmlns:a16="http://schemas.microsoft.com/office/drawing/2014/main" id="{D4134969-8A1F-C484-68B6-C45F3E2F16BC}"/>
                </a:ext>
              </a:extLst>
            </p:cNvPr>
            <p:cNvSpPr>
              <a:spLocks/>
            </p:cNvSpPr>
            <p:nvPr/>
          </p:nvSpPr>
          <p:spPr bwMode="auto">
            <a:xfrm rot="5094805">
              <a:off x="2539954" y="5196470"/>
              <a:ext cx="22850" cy="15995"/>
            </a:xfrm>
            <a:custGeom>
              <a:avLst/>
              <a:gdLst>
                <a:gd name="T0" fmla="*/ 3 w 9"/>
                <a:gd name="T1" fmla="*/ 0 h 7"/>
                <a:gd name="T2" fmla="*/ 8 w 9"/>
                <a:gd name="T3" fmla="*/ 1 h 7"/>
                <a:gd name="T4" fmla="*/ 5 w 9"/>
                <a:gd name="T5" fmla="*/ 6 h 7"/>
                <a:gd name="T6" fmla="*/ 0 w 9"/>
                <a:gd name="T7" fmla="*/ 6 h 7"/>
                <a:gd name="T8" fmla="*/ 3 w 9"/>
                <a:gd name="T9" fmla="*/ 0 h 7"/>
              </a:gdLst>
              <a:ahLst/>
              <a:cxnLst>
                <a:cxn ang="0">
                  <a:pos x="T0" y="T1"/>
                </a:cxn>
                <a:cxn ang="0">
                  <a:pos x="T2" y="T3"/>
                </a:cxn>
                <a:cxn ang="0">
                  <a:pos x="T4" y="T5"/>
                </a:cxn>
                <a:cxn ang="0">
                  <a:pos x="T6" y="T7"/>
                </a:cxn>
                <a:cxn ang="0">
                  <a:pos x="T8" y="T9"/>
                </a:cxn>
              </a:cxnLst>
              <a:rect l="0" t="0" r="r" b="b"/>
              <a:pathLst>
                <a:path w="9" h="7">
                  <a:moveTo>
                    <a:pt x="3" y="0"/>
                  </a:moveTo>
                  <a:cubicBezTo>
                    <a:pt x="5" y="1"/>
                    <a:pt x="7" y="1"/>
                    <a:pt x="8" y="1"/>
                  </a:cubicBezTo>
                  <a:cubicBezTo>
                    <a:pt x="9" y="2"/>
                    <a:pt x="7" y="5"/>
                    <a:pt x="5" y="6"/>
                  </a:cubicBezTo>
                  <a:cubicBezTo>
                    <a:pt x="3" y="7"/>
                    <a:pt x="0" y="7"/>
                    <a:pt x="0" y="6"/>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5" name="Freeform 2797">
              <a:extLst>
                <a:ext uri="{FF2B5EF4-FFF2-40B4-BE49-F238E27FC236}">
                  <a16:creationId xmlns:a16="http://schemas.microsoft.com/office/drawing/2014/main" id="{04544EF0-5CB3-2C21-1C31-2B74C3E47A59}"/>
                </a:ext>
              </a:extLst>
            </p:cNvPr>
            <p:cNvSpPr>
              <a:spLocks/>
            </p:cNvSpPr>
            <p:nvPr/>
          </p:nvSpPr>
          <p:spPr bwMode="auto">
            <a:xfrm rot="5094805">
              <a:off x="2435312" y="5011945"/>
              <a:ext cx="22850" cy="18280"/>
            </a:xfrm>
            <a:custGeom>
              <a:avLst/>
              <a:gdLst>
                <a:gd name="T0" fmla="*/ 5 w 9"/>
                <a:gd name="T1" fmla="*/ 0 h 8"/>
                <a:gd name="T2" fmla="*/ 9 w 9"/>
                <a:gd name="T3" fmla="*/ 4 h 8"/>
                <a:gd name="T4" fmla="*/ 5 w 9"/>
                <a:gd name="T5" fmla="*/ 8 h 8"/>
                <a:gd name="T6" fmla="*/ 0 w 9"/>
                <a:gd name="T7" fmla="*/ 7 h 8"/>
                <a:gd name="T8" fmla="*/ 5 w 9"/>
                <a:gd name="T9" fmla="*/ 0 h 8"/>
              </a:gdLst>
              <a:ahLst/>
              <a:cxnLst>
                <a:cxn ang="0">
                  <a:pos x="T0" y="T1"/>
                </a:cxn>
                <a:cxn ang="0">
                  <a:pos x="T2" y="T3"/>
                </a:cxn>
                <a:cxn ang="0">
                  <a:pos x="T4" y="T5"/>
                </a:cxn>
                <a:cxn ang="0">
                  <a:pos x="T6" y="T7"/>
                </a:cxn>
                <a:cxn ang="0">
                  <a:pos x="T8" y="T9"/>
                </a:cxn>
              </a:cxnLst>
              <a:rect l="0" t="0" r="r" b="b"/>
              <a:pathLst>
                <a:path w="9" h="8">
                  <a:moveTo>
                    <a:pt x="5" y="0"/>
                  </a:moveTo>
                  <a:cubicBezTo>
                    <a:pt x="7" y="2"/>
                    <a:pt x="8" y="2"/>
                    <a:pt x="9" y="4"/>
                  </a:cubicBezTo>
                  <a:cubicBezTo>
                    <a:pt x="9" y="4"/>
                    <a:pt x="6" y="7"/>
                    <a:pt x="5" y="8"/>
                  </a:cubicBezTo>
                  <a:cubicBezTo>
                    <a:pt x="3" y="8"/>
                    <a:pt x="0" y="8"/>
                    <a:pt x="0" y="7"/>
                  </a:cubicBezTo>
                  <a:cubicBezTo>
                    <a:pt x="1" y="6"/>
                    <a:pt x="2" y="3"/>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6" name="Freeform 2798">
              <a:extLst>
                <a:ext uri="{FF2B5EF4-FFF2-40B4-BE49-F238E27FC236}">
                  <a16:creationId xmlns:a16="http://schemas.microsoft.com/office/drawing/2014/main" id="{CFD605BA-66CE-C615-6DC7-616D1A8113ED}"/>
                </a:ext>
              </a:extLst>
            </p:cNvPr>
            <p:cNvSpPr>
              <a:spLocks/>
            </p:cNvSpPr>
            <p:nvPr/>
          </p:nvSpPr>
          <p:spPr bwMode="auto">
            <a:xfrm rot="5094805">
              <a:off x="2319589" y="4832889"/>
              <a:ext cx="25135" cy="18280"/>
            </a:xfrm>
            <a:custGeom>
              <a:avLst/>
              <a:gdLst>
                <a:gd name="T0" fmla="*/ 10 w 10"/>
                <a:gd name="T1" fmla="*/ 0 h 8"/>
                <a:gd name="T2" fmla="*/ 5 w 10"/>
                <a:gd name="T3" fmla="*/ 6 h 8"/>
                <a:gd name="T4" fmla="*/ 0 w 10"/>
                <a:gd name="T5" fmla="*/ 6 h 8"/>
                <a:gd name="T6" fmla="*/ 3 w 10"/>
                <a:gd name="T7" fmla="*/ 1 h 8"/>
                <a:gd name="T8" fmla="*/ 10 w 10"/>
                <a:gd name="T9" fmla="*/ 0 h 8"/>
              </a:gdLst>
              <a:ahLst/>
              <a:cxnLst>
                <a:cxn ang="0">
                  <a:pos x="T0" y="T1"/>
                </a:cxn>
                <a:cxn ang="0">
                  <a:pos x="T2" y="T3"/>
                </a:cxn>
                <a:cxn ang="0">
                  <a:pos x="T4" y="T5"/>
                </a:cxn>
                <a:cxn ang="0">
                  <a:pos x="T6" y="T7"/>
                </a:cxn>
                <a:cxn ang="0">
                  <a:pos x="T8" y="T9"/>
                </a:cxn>
              </a:cxnLst>
              <a:rect l="0" t="0" r="r" b="b"/>
              <a:pathLst>
                <a:path w="10" h="8">
                  <a:moveTo>
                    <a:pt x="10" y="0"/>
                  </a:moveTo>
                  <a:cubicBezTo>
                    <a:pt x="8" y="3"/>
                    <a:pt x="7" y="5"/>
                    <a:pt x="5" y="6"/>
                  </a:cubicBezTo>
                  <a:cubicBezTo>
                    <a:pt x="3" y="8"/>
                    <a:pt x="0" y="8"/>
                    <a:pt x="0" y="6"/>
                  </a:cubicBezTo>
                  <a:cubicBezTo>
                    <a:pt x="0" y="4"/>
                    <a:pt x="2" y="1"/>
                    <a:pt x="3" y="1"/>
                  </a:cubicBezTo>
                  <a:cubicBezTo>
                    <a:pt x="5" y="0"/>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7" name="Freeform 2799">
              <a:extLst>
                <a:ext uri="{FF2B5EF4-FFF2-40B4-BE49-F238E27FC236}">
                  <a16:creationId xmlns:a16="http://schemas.microsoft.com/office/drawing/2014/main" id="{77777C91-75B7-8D3A-EB3F-4FD781EE9337}"/>
                </a:ext>
              </a:extLst>
            </p:cNvPr>
            <p:cNvSpPr>
              <a:spLocks/>
            </p:cNvSpPr>
            <p:nvPr/>
          </p:nvSpPr>
          <p:spPr bwMode="auto">
            <a:xfrm rot="5094805">
              <a:off x="2209265" y="4647930"/>
              <a:ext cx="20565" cy="22850"/>
            </a:xfrm>
            <a:custGeom>
              <a:avLst/>
              <a:gdLst>
                <a:gd name="T0" fmla="*/ 2 w 9"/>
                <a:gd name="T1" fmla="*/ 0 h 9"/>
                <a:gd name="T2" fmla="*/ 8 w 9"/>
                <a:gd name="T3" fmla="*/ 2 h 9"/>
                <a:gd name="T4" fmla="*/ 4 w 9"/>
                <a:gd name="T5" fmla="*/ 8 h 9"/>
                <a:gd name="T6" fmla="*/ 0 w 9"/>
                <a:gd name="T7" fmla="*/ 8 h 9"/>
                <a:gd name="T8" fmla="*/ 2 w 9"/>
                <a:gd name="T9" fmla="*/ 0 h 9"/>
              </a:gdLst>
              <a:ahLst/>
              <a:cxnLst>
                <a:cxn ang="0">
                  <a:pos x="T0" y="T1"/>
                </a:cxn>
                <a:cxn ang="0">
                  <a:pos x="T2" y="T3"/>
                </a:cxn>
                <a:cxn ang="0">
                  <a:pos x="T4" y="T5"/>
                </a:cxn>
                <a:cxn ang="0">
                  <a:pos x="T6" y="T7"/>
                </a:cxn>
                <a:cxn ang="0">
                  <a:pos x="T8" y="T9"/>
                </a:cxn>
              </a:cxnLst>
              <a:rect l="0" t="0" r="r" b="b"/>
              <a:pathLst>
                <a:path w="9" h="9">
                  <a:moveTo>
                    <a:pt x="2" y="0"/>
                  </a:moveTo>
                  <a:cubicBezTo>
                    <a:pt x="5" y="1"/>
                    <a:pt x="7" y="1"/>
                    <a:pt x="8" y="2"/>
                  </a:cubicBezTo>
                  <a:cubicBezTo>
                    <a:pt x="9" y="4"/>
                    <a:pt x="7" y="7"/>
                    <a:pt x="4" y="8"/>
                  </a:cubicBezTo>
                  <a:cubicBezTo>
                    <a:pt x="3" y="9"/>
                    <a:pt x="0" y="9"/>
                    <a:pt x="0" y="8"/>
                  </a:cubicBezTo>
                  <a:cubicBezTo>
                    <a:pt x="0" y="6"/>
                    <a:pt x="1" y="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8" name="Freeform 2800">
              <a:extLst>
                <a:ext uri="{FF2B5EF4-FFF2-40B4-BE49-F238E27FC236}">
                  <a16:creationId xmlns:a16="http://schemas.microsoft.com/office/drawing/2014/main" id="{59BF7F3D-E53D-8F32-C6E2-A9C1B5999928}"/>
                </a:ext>
              </a:extLst>
            </p:cNvPr>
            <p:cNvSpPr>
              <a:spLocks/>
            </p:cNvSpPr>
            <p:nvPr/>
          </p:nvSpPr>
          <p:spPr bwMode="auto">
            <a:xfrm rot="5094805">
              <a:off x="2094169" y="4460696"/>
              <a:ext cx="25135" cy="27420"/>
            </a:xfrm>
            <a:custGeom>
              <a:avLst/>
              <a:gdLst>
                <a:gd name="T0" fmla="*/ 10 w 10"/>
                <a:gd name="T1" fmla="*/ 5 h 11"/>
                <a:gd name="T2" fmla="*/ 6 w 10"/>
                <a:gd name="T3" fmla="*/ 9 h 11"/>
                <a:gd name="T4" fmla="*/ 1 w 10"/>
                <a:gd name="T5" fmla="*/ 8 h 11"/>
                <a:gd name="T6" fmla="*/ 4 w 10"/>
                <a:gd name="T7" fmla="*/ 2 h 11"/>
                <a:gd name="T8" fmla="*/ 10 w 10"/>
                <a:gd name="T9" fmla="*/ 5 h 11"/>
              </a:gdLst>
              <a:ahLst/>
              <a:cxnLst>
                <a:cxn ang="0">
                  <a:pos x="T0" y="T1"/>
                </a:cxn>
                <a:cxn ang="0">
                  <a:pos x="T2" y="T3"/>
                </a:cxn>
                <a:cxn ang="0">
                  <a:pos x="T4" y="T5"/>
                </a:cxn>
                <a:cxn ang="0">
                  <a:pos x="T6" y="T7"/>
                </a:cxn>
                <a:cxn ang="0">
                  <a:pos x="T8" y="T9"/>
                </a:cxn>
              </a:cxnLst>
              <a:rect l="0" t="0" r="r" b="b"/>
              <a:pathLst>
                <a:path w="10" h="11">
                  <a:moveTo>
                    <a:pt x="10" y="5"/>
                  </a:moveTo>
                  <a:cubicBezTo>
                    <a:pt x="9" y="6"/>
                    <a:pt x="8" y="8"/>
                    <a:pt x="6" y="9"/>
                  </a:cubicBezTo>
                  <a:cubicBezTo>
                    <a:pt x="4" y="11"/>
                    <a:pt x="0" y="10"/>
                    <a:pt x="1" y="8"/>
                  </a:cubicBezTo>
                  <a:cubicBezTo>
                    <a:pt x="1" y="6"/>
                    <a:pt x="3" y="4"/>
                    <a:pt x="4" y="2"/>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9" name="Freeform 2801">
              <a:extLst>
                <a:ext uri="{FF2B5EF4-FFF2-40B4-BE49-F238E27FC236}">
                  <a16:creationId xmlns:a16="http://schemas.microsoft.com/office/drawing/2014/main" id="{BB058B8E-53DA-A21F-FDE1-F51F3553FEA7}"/>
                </a:ext>
              </a:extLst>
            </p:cNvPr>
            <p:cNvSpPr>
              <a:spLocks/>
            </p:cNvSpPr>
            <p:nvPr/>
          </p:nvSpPr>
          <p:spPr bwMode="auto">
            <a:xfrm rot="5094805">
              <a:off x="1989632" y="4280838"/>
              <a:ext cx="22850" cy="22850"/>
            </a:xfrm>
            <a:custGeom>
              <a:avLst/>
              <a:gdLst>
                <a:gd name="T0" fmla="*/ 3 w 9"/>
                <a:gd name="T1" fmla="*/ 0 h 9"/>
                <a:gd name="T2" fmla="*/ 9 w 9"/>
                <a:gd name="T3" fmla="*/ 4 h 9"/>
                <a:gd name="T4" fmla="*/ 5 w 9"/>
                <a:gd name="T5" fmla="*/ 8 h 9"/>
                <a:gd name="T6" fmla="*/ 1 w 9"/>
                <a:gd name="T7" fmla="*/ 8 h 9"/>
                <a:gd name="T8" fmla="*/ 3 w 9"/>
                <a:gd name="T9" fmla="*/ 0 h 9"/>
              </a:gdLst>
              <a:ahLst/>
              <a:cxnLst>
                <a:cxn ang="0">
                  <a:pos x="T0" y="T1"/>
                </a:cxn>
                <a:cxn ang="0">
                  <a:pos x="T2" y="T3"/>
                </a:cxn>
                <a:cxn ang="0">
                  <a:pos x="T4" y="T5"/>
                </a:cxn>
                <a:cxn ang="0">
                  <a:pos x="T6" y="T7"/>
                </a:cxn>
                <a:cxn ang="0">
                  <a:pos x="T8" y="T9"/>
                </a:cxn>
              </a:cxnLst>
              <a:rect l="0" t="0" r="r" b="b"/>
              <a:pathLst>
                <a:path w="9" h="9">
                  <a:moveTo>
                    <a:pt x="3" y="0"/>
                  </a:moveTo>
                  <a:cubicBezTo>
                    <a:pt x="6" y="2"/>
                    <a:pt x="8" y="2"/>
                    <a:pt x="9" y="4"/>
                  </a:cubicBezTo>
                  <a:cubicBezTo>
                    <a:pt x="9" y="4"/>
                    <a:pt x="7" y="8"/>
                    <a:pt x="5" y="8"/>
                  </a:cubicBezTo>
                  <a:cubicBezTo>
                    <a:pt x="4" y="9"/>
                    <a:pt x="1" y="9"/>
                    <a:pt x="1" y="8"/>
                  </a:cubicBezTo>
                  <a:cubicBezTo>
                    <a:pt x="0"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0" name="Freeform 2802">
              <a:extLst>
                <a:ext uri="{FF2B5EF4-FFF2-40B4-BE49-F238E27FC236}">
                  <a16:creationId xmlns:a16="http://schemas.microsoft.com/office/drawing/2014/main" id="{3FEC29F8-E031-034D-B550-451C0438EDD6}"/>
                </a:ext>
              </a:extLst>
            </p:cNvPr>
            <p:cNvSpPr>
              <a:spLocks/>
            </p:cNvSpPr>
            <p:nvPr/>
          </p:nvSpPr>
          <p:spPr bwMode="auto">
            <a:xfrm rot="5094805">
              <a:off x="1894094" y="4095502"/>
              <a:ext cx="22850" cy="25135"/>
            </a:xfrm>
            <a:custGeom>
              <a:avLst/>
              <a:gdLst>
                <a:gd name="T0" fmla="*/ 9 w 9"/>
                <a:gd name="T1" fmla="*/ 5 h 10"/>
                <a:gd name="T2" fmla="*/ 5 w 9"/>
                <a:gd name="T3" fmla="*/ 8 h 10"/>
                <a:gd name="T4" fmla="*/ 0 w 9"/>
                <a:gd name="T5" fmla="*/ 7 h 10"/>
                <a:gd name="T6" fmla="*/ 4 w 9"/>
                <a:gd name="T7" fmla="*/ 2 h 10"/>
                <a:gd name="T8" fmla="*/ 9 w 9"/>
                <a:gd name="T9" fmla="*/ 5 h 10"/>
              </a:gdLst>
              <a:ahLst/>
              <a:cxnLst>
                <a:cxn ang="0">
                  <a:pos x="T0" y="T1"/>
                </a:cxn>
                <a:cxn ang="0">
                  <a:pos x="T2" y="T3"/>
                </a:cxn>
                <a:cxn ang="0">
                  <a:pos x="T4" y="T5"/>
                </a:cxn>
                <a:cxn ang="0">
                  <a:pos x="T6" y="T7"/>
                </a:cxn>
                <a:cxn ang="0">
                  <a:pos x="T8" y="T9"/>
                </a:cxn>
              </a:cxnLst>
              <a:rect l="0" t="0" r="r" b="b"/>
              <a:pathLst>
                <a:path w="9" h="10">
                  <a:moveTo>
                    <a:pt x="9" y="5"/>
                  </a:moveTo>
                  <a:cubicBezTo>
                    <a:pt x="8" y="6"/>
                    <a:pt x="7" y="7"/>
                    <a:pt x="5" y="8"/>
                  </a:cubicBezTo>
                  <a:cubicBezTo>
                    <a:pt x="3" y="10"/>
                    <a:pt x="0" y="9"/>
                    <a:pt x="0" y="7"/>
                  </a:cubicBezTo>
                  <a:cubicBezTo>
                    <a:pt x="1" y="5"/>
                    <a:pt x="2" y="3"/>
                    <a:pt x="4" y="2"/>
                  </a:cubicBezTo>
                  <a:cubicBezTo>
                    <a:pt x="6" y="0"/>
                    <a:pt x="9" y="2"/>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1" name="Freeform 2803">
              <a:extLst>
                <a:ext uri="{FF2B5EF4-FFF2-40B4-BE49-F238E27FC236}">
                  <a16:creationId xmlns:a16="http://schemas.microsoft.com/office/drawing/2014/main" id="{8909202D-6D25-D09B-8757-7B3FEF7F36B7}"/>
                </a:ext>
              </a:extLst>
            </p:cNvPr>
            <p:cNvSpPr>
              <a:spLocks/>
            </p:cNvSpPr>
            <p:nvPr/>
          </p:nvSpPr>
          <p:spPr bwMode="auto">
            <a:xfrm rot="5094805">
              <a:off x="3059374" y="6703378"/>
              <a:ext cx="20565" cy="13710"/>
            </a:xfrm>
            <a:custGeom>
              <a:avLst/>
              <a:gdLst>
                <a:gd name="T0" fmla="*/ 4 w 9"/>
                <a:gd name="T1" fmla="*/ 0 h 5"/>
                <a:gd name="T2" fmla="*/ 8 w 9"/>
                <a:gd name="T3" fmla="*/ 2 h 5"/>
                <a:gd name="T4" fmla="*/ 5 w 9"/>
                <a:gd name="T5" fmla="*/ 5 h 5"/>
                <a:gd name="T6" fmla="*/ 0 w 9"/>
                <a:gd name="T7" fmla="*/ 5 h 5"/>
                <a:gd name="T8" fmla="*/ 4 w 9"/>
                <a:gd name="T9" fmla="*/ 0 h 5"/>
              </a:gdLst>
              <a:ahLst/>
              <a:cxnLst>
                <a:cxn ang="0">
                  <a:pos x="T0" y="T1"/>
                </a:cxn>
                <a:cxn ang="0">
                  <a:pos x="T2" y="T3"/>
                </a:cxn>
                <a:cxn ang="0">
                  <a:pos x="T4" y="T5"/>
                </a:cxn>
                <a:cxn ang="0">
                  <a:pos x="T6" y="T7"/>
                </a:cxn>
                <a:cxn ang="0">
                  <a:pos x="T8" y="T9"/>
                </a:cxn>
              </a:cxnLst>
              <a:rect l="0" t="0" r="r" b="b"/>
              <a:pathLst>
                <a:path w="9" h="5">
                  <a:moveTo>
                    <a:pt x="4" y="0"/>
                  </a:moveTo>
                  <a:cubicBezTo>
                    <a:pt x="6" y="1"/>
                    <a:pt x="8" y="2"/>
                    <a:pt x="8" y="2"/>
                  </a:cubicBezTo>
                  <a:cubicBezTo>
                    <a:pt x="9" y="3"/>
                    <a:pt x="6" y="5"/>
                    <a:pt x="5" y="5"/>
                  </a:cubicBezTo>
                  <a:cubicBezTo>
                    <a:pt x="3" y="5"/>
                    <a:pt x="0" y="5"/>
                    <a:pt x="0" y="5"/>
                  </a:cubicBezTo>
                  <a:cubicBezTo>
                    <a:pt x="0" y="4"/>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2" name="Freeform 2804">
              <a:extLst>
                <a:ext uri="{FF2B5EF4-FFF2-40B4-BE49-F238E27FC236}">
                  <a16:creationId xmlns:a16="http://schemas.microsoft.com/office/drawing/2014/main" id="{BA48C03A-2E02-4D76-4C92-47E79E72D9E6}"/>
                </a:ext>
              </a:extLst>
            </p:cNvPr>
            <p:cNvSpPr>
              <a:spLocks/>
            </p:cNvSpPr>
            <p:nvPr/>
          </p:nvSpPr>
          <p:spPr bwMode="auto">
            <a:xfrm rot="5094805">
              <a:off x="3134526" y="6890431"/>
              <a:ext cx="22850" cy="13710"/>
            </a:xfrm>
            <a:custGeom>
              <a:avLst/>
              <a:gdLst>
                <a:gd name="T0" fmla="*/ 9 w 9"/>
                <a:gd name="T1" fmla="*/ 0 h 5"/>
                <a:gd name="T2" fmla="*/ 3 w 9"/>
                <a:gd name="T3" fmla="*/ 4 h 5"/>
                <a:gd name="T4" fmla="*/ 0 w 9"/>
                <a:gd name="T5" fmla="*/ 3 h 5"/>
                <a:gd name="T6" fmla="*/ 4 w 9"/>
                <a:gd name="T7" fmla="*/ 0 h 5"/>
                <a:gd name="T8" fmla="*/ 9 w 9"/>
                <a:gd name="T9" fmla="*/ 0 h 5"/>
              </a:gdLst>
              <a:ahLst/>
              <a:cxnLst>
                <a:cxn ang="0">
                  <a:pos x="T0" y="T1"/>
                </a:cxn>
                <a:cxn ang="0">
                  <a:pos x="T2" y="T3"/>
                </a:cxn>
                <a:cxn ang="0">
                  <a:pos x="T4" y="T5"/>
                </a:cxn>
                <a:cxn ang="0">
                  <a:pos x="T6" y="T7"/>
                </a:cxn>
                <a:cxn ang="0">
                  <a:pos x="T8" y="T9"/>
                </a:cxn>
              </a:cxnLst>
              <a:rect l="0" t="0" r="r" b="b"/>
              <a:pathLst>
                <a:path w="9" h="5">
                  <a:moveTo>
                    <a:pt x="9" y="0"/>
                  </a:moveTo>
                  <a:cubicBezTo>
                    <a:pt x="8" y="2"/>
                    <a:pt x="6" y="4"/>
                    <a:pt x="3" y="4"/>
                  </a:cubicBezTo>
                  <a:cubicBezTo>
                    <a:pt x="2" y="5"/>
                    <a:pt x="0" y="4"/>
                    <a:pt x="0" y="3"/>
                  </a:cubicBezTo>
                  <a:cubicBezTo>
                    <a:pt x="0" y="2"/>
                    <a:pt x="3" y="0"/>
                    <a:pt x="4" y="0"/>
                  </a:cubicBezTo>
                  <a:cubicBezTo>
                    <a:pt x="6" y="0"/>
                    <a:pt x="8"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3" name="Freeform 2826">
              <a:extLst>
                <a:ext uri="{FF2B5EF4-FFF2-40B4-BE49-F238E27FC236}">
                  <a16:creationId xmlns:a16="http://schemas.microsoft.com/office/drawing/2014/main" id="{0EEB357E-FBED-F2EF-F026-75989F4DF39A}"/>
                </a:ext>
              </a:extLst>
            </p:cNvPr>
            <p:cNvSpPr>
              <a:spLocks/>
            </p:cNvSpPr>
            <p:nvPr/>
          </p:nvSpPr>
          <p:spPr bwMode="auto">
            <a:xfrm rot="5094805">
              <a:off x="1893688" y="-24638"/>
              <a:ext cx="25135" cy="9140"/>
            </a:xfrm>
            <a:custGeom>
              <a:avLst/>
              <a:gdLst>
                <a:gd name="T0" fmla="*/ 5 w 10"/>
                <a:gd name="T1" fmla="*/ 4 h 4"/>
                <a:gd name="T2" fmla="*/ 1 w 10"/>
                <a:gd name="T3" fmla="*/ 4 h 4"/>
                <a:gd name="T4" fmla="*/ 5 w 10"/>
                <a:gd name="T5" fmla="*/ 1 h 4"/>
                <a:gd name="T6" fmla="*/ 9 w 10"/>
                <a:gd name="T7" fmla="*/ 1 h 4"/>
                <a:gd name="T8" fmla="*/ 5 w 10"/>
                <a:gd name="T9" fmla="*/ 4 h 4"/>
              </a:gdLst>
              <a:ahLst/>
              <a:cxnLst>
                <a:cxn ang="0">
                  <a:pos x="T0" y="T1"/>
                </a:cxn>
                <a:cxn ang="0">
                  <a:pos x="T2" y="T3"/>
                </a:cxn>
                <a:cxn ang="0">
                  <a:pos x="T4" y="T5"/>
                </a:cxn>
                <a:cxn ang="0">
                  <a:pos x="T6" y="T7"/>
                </a:cxn>
                <a:cxn ang="0">
                  <a:pos x="T8" y="T9"/>
                </a:cxn>
              </a:cxnLst>
              <a:rect l="0" t="0" r="r" b="b"/>
              <a:pathLst>
                <a:path w="10" h="4">
                  <a:moveTo>
                    <a:pt x="5" y="4"/>
                  </a:moveTo>
                  <a:cubicBezTo>
                    <a:pt x="4" y="4"/>
                    <a:pt x="2" y="4"/>
                    <a:pt x="1" y="4"/>
                  </a:cubicBezTo>
                  <a:cubicBezTo>
                    <a:pt x="0" y="4"/>
                    <a:pt x="3" y="2"/>
                    <a:pt x="5" y="1"/>
                  </a:cubicBezTo>
                  <a:cubicBezTo>
                    <a:pt x="7" y="0"/>
                    <a:pt x="10" y="0"/>
                    <a:pt x="9" y="1"/>
                  </a:cubicBezTo>
                  <a:cubicBezTo>
                    <a:pt x="9" y="2"/>
                    <a:pt x="7" y="3"/>
                    <a:pt x="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4" name="Freeform 2827">
              <a:extLst>
                <a:ext uri="{FF2B5EF4-FFF2-40B4-BE49-F238E27FC236}">
                  <a16:creationId xmlns:a16="http://schemas.microsoft.com/office/drawing/2014/main" id="{EA9A9117-975D-9C84-EF96-0136C91D6DEB}"/>
                </a:ext>
              </a:extLst>
            </p:cNvPr>
            <p:cNvSpPr>
              <a:spLocks/>
            </p:cNvSpPr>
            <p:nvPr/>
          </p:nvSpPr>
          <p:spPr bwMode="auto">
            <a:xfrm rot="5094805">
              <a:off x="1962957" y="161990"/>
              <a:ext cx="22850" cy="6855"/>
            </a:xfrm>
            <a:custGeom>
              <a:avLst/>
              <a:gdLst>
                <a:gd name="T0" fmla="*/ 5 w 9"/>
                <a:gd name="T1" fmla="*/ 0 h 3"/>
                <a:gd name="T2" fmla="*/ 9 w 9"/>
                <a:gd name="T3" fmla="*/ 2 h 3"/>
                <a:gd name="T4" fmla="*/ 4 w 9"/>
                <a:gd name="T5" fmla="*/ 3 h 3"/>
                <a:gd name="T6" fmla="*/ 0 w 9"/>
                <a:gd name="T7" fmla="*/ 3 h 3"/>
                <a:gd name="T8" fmla="*/ 5 w 9"/>
                <a:gd name="T9" fmla="*/ 0 h 3"/>
              </a:gdLst>
              <a:ahLst/>
              <a:cxnLst>
                <a:cxn ang="0">
                  <a:pos x="T0" y="T1"/>
                </a:cxn>
                <a:cxn ang="0">
                  <a:pos x="T2" y="T3"/>
                </a:cxn>
                <a:cxn ang="0">
                  <a:pos x="T4" y="T5"/>
                </a:cxn>
                <a:cxn ang="0">
                  <a:pos x="T6" y="T7"/>
                </a:cxn>
                <a:cxn ang="0">
                  <a:pos x="T8" y="T9"/>
                </a:cxn>
              </a:cxnLst>
              <a:rect l="0" t="0" r="r" b="b"/>
              <a:pathLst>
                <a:path w="9" h="3">
                  <a:moveTo>
                    <a:pt x="5" y="0"/>
                  </a:moveTo>
                  <a:cubicBezTo>
                    <a:pt x="7" y="1"/>
                    <a:pt x="8" y="1"/>
                    <a:pt x="9" y="2"/>
                  </a:cubicBezTo>
                  <a:cubicBezTo>
                    <a:pt x="9" y="2"/>
                    <a:pt x="6" y="3"/>
                    <a:pt x="4" y="3"/>
                  </a:cubicBezTo>
                  <a:cubicBezTo>
                    <a:pt x="3" y="3"/>
                    <a:pt x="0" y="3"/>
                    <a:pt x="0" y="3"/>
                  </a:cubicBezTo>
                  <a:cubicBezTo>
                    <a:pt x="1" y="2"/>
                    <a:pt x="2"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5" name="Freeform 2828">
              <a:extLst>
                <a:ext uri="{FF2B5EF4-FFF2-40B4-BE49-F238E27FC236}">
                  <a16:creationId xmlns:a16="http://schemas.microsoft.com/office/drawing/2014/main" id="{AD532655-97CE-1501-F03D-3ABC1808E8F8}"/>
                </a:ext>
              </a:extLst>
            </p:cNvPr>
            <p:cNvSpPr>
              <a:spLocks/>
            </p:cNvSpPr>
            <p:nvPr/>
          </p:nvSpPr>
          <p:spPr bwMode="auto">
            <a:xfrm rot="5094805">
              <a:off x="1990216" y="351119"/>
              <a:ext cx="22850" cy="9140"/>
            </a:xfrm>
            <a:custGeom>
              <a:avLst/>
              <a:gdLst>
                <a:gd name="T0" fmla="*/ 9 w 9"/>
                <a:gd name="T1" fmla="*/ 2 h 4"/>
                <a:gd name="T2" fmla="*/ 5 w 9"/>
                <a:gd name="T3" fmla="*/ 3 h 4"/>
                <a:gd name="T4" fmla="*/ 0 w 9"/>
                <a:gd name="T5" fmla="*/ 2 h 4"/>
                <a:gd name="T6" fmla="*/ 4 w 9"/>
                <a:gd name="T7" fmla="*/ 0 h 4"/>
                <a:gd name="T8" fmla="*/ 9 w 9"/>
                <a:gd name="T9" fmla="*/ 2 h 4"/>
              </a:gdLst>
              <a:ahLst/>
              <a:cxnLst>
                <a:cxn ang="0">
                  <a:pos x="T0" y="T1"/>
                </a:cxn>
                <a:cxn ang="0">
                  <a:pos x="T2" y="T3"/>
                </a:cxn>
                <a:cxn ang="0">
                  <a:pos x="T4" y="T5"/>
                </a:cxn>
                <a:cxn ang="0">
                  <a:pos x="T6" y="T7"/>
                </a:cxn>
                <a:cxn ang="0">
                  <a:pos x="T8" y="T9"/>
                </a:cxn>
              </a:cxnLst>
              <a:rect l="0" t="0" r="r" b="b"/>
              <a:pathLst>
                <a:path w="9" h="4">
                  <a:moveTo>
                    <a:pt x="9" y="2"/>
                  </a:moveTo>
                  <a:cubicBezTo>
                    <a:pt x="8" y="3"/>
                    <a:pt x="7" y="3"/>
                    <a:pt x="5" y="3"/>
                  </a:cubicBezTo>
                  <a:cubicBezTo>
                    <a:pt x="3" y="4"/>
                    <a:pt x="0" y="2"/>
                    <a:pt x="0" y="2"/>
                  </a:cubicBezTo>
                  <a:cubicBezTo>
                    <a:pt x="1" y="1"/>
                    <a:pt x="2" y="0"/>
                    <a:pt x="4" y="0"/>
                  </a:cubicBezTo>
                  <a:cubicBezTo>
                    <a:pt x="6" y="0"/>
                    <a:pt x="9" y="1"/>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6" name="Freeform 2829">
              <a:extLst>
                <a:ext uri="{FF2B5EF4-FFF2-40B4-BE49-F238E27FC236}">
                  <a16:creationId xmlns:a16="http://schemas.microsoft.com/office/drawing/2014/main" id="{CA02AE79-7764-9E18-BCDC-C1E450EF4C1F}"/>
                </a:ext>
              </a:extLst>
            </p:cNvPr>
            <p:cNvSpPr>
              <a:spLocks/>
            </p:cNvSpPr>
            <p:nvPr/>
          </p:nvSpPr>
          <p:spPr bwMode="auto">
            <a:xfrm rot="5094805">
              <a:off x="1989527" y="546083"/>
              <a:ext cx="25135" cy="15995"/>
            </a:xfrm>
            <a:custGeom>
              <a:avLst/>
              <a:gdLst>
                <a:gd name="T0" fmla="*/ 3 w 10"/>
                <a:gd name="T1" fmla="*/ 0 h 6"/>
                <a:gd name="T2" fmla="*/ 8 w 10"/>
                <a:gd name="T3" fmla="*/ 3 h 6"/>
                <a:gd name="T4" fmla="*/ 5 w 10"/>
                <a:gd name="T5" fmla="*/ 5 h 6"/>
                <a:gd name="T6" fmla="*/ 0 w 10"/>
                <a:gd name="T7" fmla="*/ 3 h 6"/>
                <a:gd name="T8" fmla="*/ 3 w 10"/>
                <a:gd name="T9" fmla="*/ 0 h 6"/>
              </a:gdLst>
              <a:ahLst/>
              <a:cxnLst>
                <a:cxn ang="0">
                  <a:pos x="T0" y="T1"/>
                </a:cxn>
                <a:cxn ang="0">
                  <a:pos x="T2" y="T3"/>
                </a:cxn>
                <a:cxn ang="0">
                  <a:pos x="T4" y="T5"/>
                </a:cxn>
                <a:cxn ang="0">
                  <a:pos x="T6" y="T7"/>
                </a:cxn>
                <a:cxn ang="0">
                  <a:pos x="T8" y="T9"/>
                </a:cxn>
              </a:cxnLst>
              <a:rect l="0" t="0" r="r" b="b"/>
              <a:pathLst>
                <a:path w="10" h="6">
                  <a:moveTo>
                    <a:pt x="3" y="0"/>
                  </a:moveTo>
                  <a:cubicBezTo>
                    <a:pt x="5" y="1"/>
                    <a:pt x="7" y="2"/>
                    <a:pt x="8" y="3"/>
                  </a:cubicBezTo>
                  <a:cubicBezTo>
                    <a:pt x="10" y="4"/>
                    <a:pt x="7" y="6"/>
                    <a:pt x="5" y="5"/>
                  </a:cubicBezTo>
                  <a:cubicBezTo>
                    <a:pt x="3" y="4"/>
                    <a:pt x="0" y="3"/>
                    <a:pt x="0" y="3"/>
                  </a:cubicBezTo>
                  <a:cubicBezTo>
                    <a:pt x="0" y="2"/>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7" name="Freeform 2830">
              <a:extLst>
                <a:ext uri="{FF2B5EF4-FFF2-40B4-BE49-F238E27FC236}">
                  <a16:creationId xmlns:a16="http://schemas.microsoft.com/office/drawing/2014/main" id="{E34F22BD-C636-2460-8FC2-EFC9397558E5}"/>
                </a:ext>
              </a:extLst>
            </p:cNvPr>
            <p:cNvSpPr>
              <a:spLocks/>
            </p:cNvSpPr>
            <p:nvPr/>
          </p:nvSpPr>
          <p:spPr bwMode="auto">
            <a:xfrm rot="5094805">
              <a:off x="1971373" y="739359"/>
              <a:ext cx="22850" cy="20565"/>
            </a:xfrm>
            <a:custGeom>
              <a:avLst/>
              <a:gdLst>
                <a:gd name="T0" fmla="*/ 3 w 9"/>
                <a:gd name="T1" fmla="*/ 0 h 8"/>
                <a:gd name="T2" fmla="*/ 8 w 9"/>
                <a:gd name="T3" fmla="*/ 6 h 8"/>
                <a:gd name="T4" fmla="*/ 5 w 9"/>
                <a:gd name="T5" fmla="*/ 7 h 8"/>
                <a:gd name="T6" fmla="*/ 0 w 9"/>
                <a:gd name="T7" fmla="*/ 5 h 8"/>
                <a:gd name="T8" fmla="*/ 3 w 9"/>
                <a:gd name="T9" fmla="*/ 0 h 8"/>
              </a:gdLst>
              <a:ahLst/>
              <a:cxnLst>
                <a:cxn ang="0">
                  <a:pos x="T0" y="T1"/>
                </a:cxn>
                <a:cxn ang="0">
                  <a:pos x="T2" y="T3"/>
                </a:cxn>
                <a:cxn ang="0">
                  <a:pos x="T4" y="T5"/>
                </a:cxn>
                <a:cxn ang="0">
                  <a:pos x="T6" y="T7"/>
                </a:cxn>
                <a:cxn ang="0">
                  <a:pos x="T8" y="T9"/>
                </a:cxn>
              </a:cxnLst>
              <a:rect l="0" t="0" r="r" b="b"/>
              <a:pathLst>
                <a:path w="9" h="8">
                  <a:moveTo>
                    <a:pt x="3" y="0"/>
                  </a:moveTo>
                  <a:cubicBezTo>
                    <a:pt x="5" y="3"/>
                    <a:pt x="8" y="4"/>
                    <a:pt x="8" y="6"/>
                  </a:cubicBezTo>
                  <a:cubicBezTo>
                    <a:pt x="9" y="7"/>
                    <a:pt x="7" y="8"/>
                    <a:pt x="5" y="7"/>
                  </a:cubicBezTo>
                  <a:cubicBezTo>
                    <a:pt x="4" y="7"/>
                    <a:pt x="0" y="5"/>
                    <a:pt x="0" y="5"/>
                  </a:cubicBezTo>
                  <a:cubicBezTo>
                    <a:pt x="0" y="3"/>
                    <a:pt x="1"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8" name="Freeform 2831">
              <a:extLst>
                <a:ext uri="{FF2B5EF4-FFF2-40B4-BE49-F238E27FC236}">
                  <a16:creationId xmlns:a16="http://schemas.microsoft.com/office/drawing/2014/main" id="{CE18CCF2-3EF9-2B52-45AA-1E4C18A32D99}"/>
                </a:ext>
              </a:extLst>
            </p:cNvPr>
            <p:cNvSpPr>
              <a:spLocks/>
            </p:cNvSpPr>
            <p:nvPr/>
          </p:nvSpPr>
          <p:spPr bwMode="auto">
            <a:xfrm rot="5094805">
              <a:off x="1931790" y="937776"/>
              <a:ext cx="25135" cy="22850"/>
            </a:xfrm>
            <a:custGeom>
              <a:avLst/>
              <a:gdLst>
                <a:gd name="T0" fmla="*/ 3 w 10"/>
                <a:gd name="T1" fmla="*/ 0 h 9"/>
                <a:gd name="T2" fmla="*/ 9 w 10"/>
                <a:gd name="T3" fmla="*/ 5 h 9"/>
                <a:gd name="T4" fmla="*/ 5 w 10"/>
                <a:gd name="T5" fmla="*/ 8 h 9"/>
                <a:gd name="T6" fmla="*/ 0 w 10"/>
                <a:gd name="T7" fmla="*/ 4 h 9"/>
                <a:gd name="T8" fmla="*/ 3 w 10"/>
                <a:gd name="T9" fmla="*/ 0 h 9"/>
              </a:gdLst>
              <a:ahLst/>
              <a:cxnLst>
                <a:cxn ang="0">
                  <a:pos x="T0" y="T1"/>
                </a:cxn>
                <a:cxn ang="0">
                  <a:pos x="T2" y="T3"/>
                </a:cxn>
                <a:cxn ang="0">
                  <a:pos x="T4" y="T5"/>
                </a:cxn>
                <a:cxn ang="0">
                  <a:pos x="T6" y="T7"/>
                </a:cxn>
                <a:cxn ang="0">
                  <a:pos x="T8" y="T9"/>
                </a:cxn>
              </a:cxnLst>
              <a:rect l="0" t="0" r="r" b="b"/>
              <a:pathLst>
                <a:path w="10" h="9">
                  <a:moveTo>
                    <a:pt x="3" y="0"/>
                  </a:moveTo>
                  <a:cubicBezTo>
                    <a:pt x="6" y="2"/>
                    <a:pt x="8" y="4"/>
                    <a:pt x="9" y="5"/>
                  </a:cubicBezTo>
                  <a:cubicBezTo>
                    <a:pt x="10" y="7"/>
                    <a:pt x="8" y="9"/>
                    <a:pt x="5" y="8"/>
                  </a:cubicBezTo>
                  <a:cubicBezTo>
                    <a:pt x="3" y="7"/>
                    <a:pt x="0" y="5"/>
                    <a:pt x="0" y="4"/>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9" name="Freeform 2832">
              <a:extLst>
                <a:ext uri="{FF2B5EF4-FFF2-40B4-BE49-F238E27FC236}">
                  <a16:creationId xmlns:a16="http://schemas.microsoft.com/office/drawing/2014/main" id="{B21EBEDB-7DB3-09D3-AA2D-ADCB20319F67}"/>
                </a:ext>
              </a:extLst>
            </p:cNvPr>
            <p:cNvSpPr>
              <a:spLocks/>
            </p:cNvSpPr>
            <p:nvPr/>
          </p:nvSpPr>
          <p:spPr bwMode="auto">
            <a:xfrm rot="5094805">
              <a:off x="1890143" y="1138874"/>
              <a:ext cx="22850" cy="25135"/>
            </a:xfrm>
            <a:custGeom>
              <a:avLst/>
              <a:gdLst>
                <a:gd name="T0" fmla="*/ 3 w 9"/>
                <a:gd name="T1" fmla="*/ 0 h 10"/>
                <a:gd name="T2" fmla="*/ 8 w 9"/>
                <a:gd name="T3" fmla="*/ 8 h 10"/>
                <a:gd name="T4" fmla="*/ 5 w 9"/>
                <a:gd name="T5" fmla="*/ 10 h 10"/>
                <a:gd name="T6" fmla="*/ 0 w 9"/>
                <a:gd name="T7" fmla="*/ 5 h 10"/>
                <a:gd name="T8" fmla="*/ 3 w 9"/>
                <a:gd name="T9" fmla="*/ 0 h 10"/>
              </a:gdLst>
              <a:ahLst/>
              <a:cxnLst>
                <a:cxn ang="0">
                  <a:pos x="T0" y="T1"/>
                </a:cxn>
                <a:cxn ang="0">
                  <a:pos x="T2" y="T3"/>
                </a:cxn>
                <a:cxn ang="0">
                  <a:pos x="T4" y="T5"/>
                </a:cxn>
                <a:cxn ang="0">
                  <a:pos x="T6" y="T7"/>
                </a:cxn>
                <a:cxn ang="0">
                  <a:pos x="T8" y="T9"/>
                </a:cxn>
              </a:cxnLst>
              <a:rect l="0" t="0" r="r" b="b"/>
              <a:pathLst>
                <a:path w="9" h="10">
                  <a:moveTo>
                    <a:pt x="3" y="0"/>
                  </a:moveTo>
                  <a:cubicBezTo>
                    <a:pt x="6" y="4"/>
                    <a:pt x="8" y="6"/>
                    <a:pt x="8" y="8"/>
                  </a:cubicBezTo>
                  <a:cubicBezTo>
                    <a:pt x="9" y="9"/>
                    <a:pt x="6" y="10"/>
                    <a:pt x="5" y="10"/>
                  </a:cubicBezTo>
                  <a:cubicBezTo>
                    <a:pt x="3" y="9"/>
                    <a:pt x="0" y="6"/>
                    <a:pt x="0" y="5"/>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0" name="Freeform 2833">
              <a:extLst>
                <a:ext uri="{FF2B5EF4-FFF2-40B4-BE49-F238E27FC236}">
                  <a16:creationId xmlns:a16="http://schemas.microsoft.com/office/drawing/2014/main" id="{1A5D340D-E8BF-A7DE-899E-8AD9499C49CE}"/>
                </a:ext>
              </a:extLst>
            </p:cNvPr>
            <p:cNvSpPr>
              <a:spLocks/>
            </p:cNvSpPr>
            <p:nvPr/>
          </p:nvSpPr>
          <p:spPr bwMode="auto">
            <a:xfrm rot="5094805">
              <a:off x="1842498" y="1339249"/>
              <a:ext cx="22850" cy="22850"/>
            </a:xfrm>
            <a:custGeom>
              <a:avLst/>
              <a:gdLst>
                <a:gd name="T0" fmla="*/ 9 w 9"/>
                <a:gd name="T1" fmla="*/ 8 h 9"/>
                <a:gd name="T2" fmla="*/ 6 w 9"/>
                <a:gd name="T3" fmla="*/ 9 h 9"/>
                <a:gd name="T4" fmla="*/ 0 w 9"/>
                <a:gd name="T5" fmla="*/ 3 h 9"/>
                <a:gd name="T6" fmla="*/ 4 w 9"/>
                <a:gd name="T7" fmla="*/ 0 h 9"/>
                <a:gd name="T8" fmla="*/ 9 w 9"/>
                <a:gd name="T9" fmla="*/ 8 h 9"/>
              </a:gdLst>
              <a:ahLst/>
              <a:cxnLst>
                <a:cxn ang="0">
                  <a:pos x="T0" y="T1"/>
                </a:cxn>
                <a:cxn ang="0">
                  <a:pos x="T2" y="T3"/>
                </a:cxn>
                <a:cxn ang="0">
                  <a:pos x="T4" y="T5"/>
                </a:cxn>
                <a:cxn ang="0">
                  <a:pos x="T6" y="T7"/>
                </a:cxn>
                <a:cxn ang="0">
                  <a:pos x="T8" y="T9"/>
                </a:cxn>
              </a:cxnLst>
              <a:rect l="0" t="0" r="r" b="b"/>
              <a:pathLst>
                <a:path w="9" h="9">
                  <a:moveTo>
                    <a:pt x="9" y="8"/>
                  </a:moveTo>
                  <a:cubicBezTo>
                    <a:pt x="8" y="8"/>
                    <a:pt x="7" y="9"/>
                    <a:pt x="6" y="9"/>
                  </a:cubicBezTo>
                  <a:cubicBezTo>
                    <a:pt x="3" y="9"/>
                    <a:pt x="0" y="5"/>
                    <a:pt x="0" y="3"/>
                  </a:cubicBezTo>
                  <a:cubicBezTo>
                    <a:pt x="1" y="1"/>
                    <a:pt x="2" y="0"/>
                    <a:pt x="4" y="0"/>
                  </a:cubicBezTo>
                  <a:cubicBezTo>
                    <a:pt x="6" y="0"/>
                    <a:pt x="9" y="4"/>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1" name="Freeform 2834">
              <a:extLst>
                <a:ext uri="{FF2B5EF4-FFF2-40B4-BE49-F238E27FC236}">
                  <a16:creationId xmlns:a16="http://schemas.microsoft.com/office/drawing/2014/main" id="{0B30D02F-4FBD-2B25-78CE-F2D069827CF2}"/>
                </a:ext>
              </a:extLst>
            </p:cNvPr>
            <p:cNvSpPr>
              <a:spLocks/>
            </p:cNvSpPr>
            <p:nvPr/>
          </p:nvSpPr>
          <p:spPr bwMode="auto">
            <a:xfrm rot="5094805">
              <a:off x="1799713" y="1537021"/>
              <a:ext cx="20565" cy="31990"/>
            </a:xfrm>
            <a:custGeom>
              <a:avLst/>
              <a:gdLst>
                <a:gd name="T0" fmla="*/ 6 w 9"/>
                <a:gd name="T1" fmla="*/ 13 h 13"/>
                <a:gd name="T2" fmla="*/ 0 w 9"/>
                <a:gd name="T3" fmla="*/ 4 h 13"/>
                <a:gd name="T4" fmla="*/ 3 w 9"/>
                <a:gd name="T5" fmla="*/ 0 h 13"/>
                <a:gd name="T6" fmla="*/ 9 w 9"/>
                <a:gd name="T7" fmla="*/ 7 h 13"/>
                <a:gd name="T8" fmla="*/ 6 w 9"/>
                <a:gd name="T9" fmla="*/ 13 h 13"/>
              </a:gdLst>
              <a:ahLst/>
              <a:cxnLst>
                <a:cxn ang="0">
                  <a:pos x="T0" y="T1"/>
                </a:cxn>
                <a:cxn ang="0">
                  <a:pos x="T2" y="T3"/>
                </a:cxn>
                <a:cxn ang="0">
                  <a:pos x="T4" y="T5"/>
                </a:cxn>
                <a:cxn ang="0">
                  <a:pos x="T6" y="T7"/>
                </a:cxn>
                <a:cxn ang="0">
                  <a:pos x="T8" y="T9"/>
                </a:cxn>
              </a:cxnLst>
              <a:rect l="0" t="0" r="r" b="b"/>
              <a:pathLst>
                <a:path w="9" h="13">
                  <a:moveTo>
                    <a:pt x="6" y="13"/>
                  </a:moveTo>
                  <a:cubicBezTo>
                    <a:pt x="3" y="9"/>
                    <a:pt x="1" y="6"/>
                    <a:pt x="0" y="4"/>
                  </a:cubicBezTo>
                  <a:cubicBezTo>
                    <a:pt x="0" y="3"/>
                    <a:pt x="2" y="1"/>
                    <a:pt x="3" y="0"/>
                  </a:cubicBezTo>
                  <a:cubicBezTo>
                    <a:pt x="6" y="0"/>
                    <a:pt x="9" y="4"/>
                    <a:pt x="9" y="7"/>
                  </a:cubicBezTo>
                  <a:cubicBezTo>
                    <a:pt x="8" y="9"/>
                    <a:pt x="7" y="10"/>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2" name="Freeform 2835">
              <a:extLst>
                <a:ext uri="{FF2B5EF4-FFF2-40B4-BE49-F238E27FC236}">
                  <a16:creationId xmlns:a16="http://schemas.microsoft.com/office/drawing/2014/main" id="{92E88D47-1A93-A129-037B-DB8643F4532D}"/>
                </a:ext>
              </a:extLst>
            </p:cNvPr>
            <p:cNvSpPr>
              <a:spLocks/>
            </p:cNvSpPr>
            <p:nvPr/>
          </p:nvSpPr>
          <p:spPr bwMode="auto">
            <a:xfrm rot="5094805">
              <a:off x="1775030" y="1735360"/>
              <a:ext cx="20565" cy="34275"/>
            </a:xfrm>
            <a:custGeom>
              <a:avLst/>
              <a:gdLst>
                <a:gd name="T0" fmla="*/ 4 w 8"/>
                <a:gd name="T1" fmla="*/ 0 h 14"/>
                <a:gd name="T2" fmla="*/ 8 w 8"/>
                <a:gd name="T3" fmla="*/ 10 h 14"/>
                <a:gd name="T4" fmla="*/ 4 w 8"/>
                <a:gd name="T5" fmla="*/ 13 h 14"/>
                <a:gd name="T6" fmla="*/ 0 w 8"/>
                <a:gd name="T7" fmla="*/ 8 h 14"/>
                <a:gd name="T8" fmla="*/ 4 w 8"/>
                <a:gd name="T9" fmla="*/ 0 h 14"/>
              </a:gdLst>
              <a:ahLst/>
              <a:cxnLst>
                <a:cxn ang="0">
                  <a:pos x="T0" y="T1"/>
                </a:cxn>
                <a:cxn ang="0">
                  <a:pos x="T2" y="T3"/>
                </a:cxn>
                <a:cxn ang="0">
                  <a:pos x="T4" y="T5"/>
                </a:cxn>
                <a:cxn ang="0">
                  <a:pos x="T6" y="T7"/>
                </a:cxn>
                <a:cxn ang="0">
                  <a:pos x="T8" y="T9"/>
                </a:cxn>
              </a:cxnLst>
              <a:rect l="0" t="0" r="r" b="b"/>
              <a:pathLst>
                <a:path w="8" h="14">
                  <a:moveTo>
                    <a:pt x="4" y="0"/>
                  </a:moveTo>
                  <a:cubicBezTo>
                    <a:pt x="6" y="5"/>
                    <a:pt x="8" y="8"/>
                    <a:pt x="8" y="10"/>
                  </a:cubicBezTo>
                  <a:cubicBezTo>
                    <a:pt x="8" y="12"/>
                    <a:pt x="6" y="14"/>
                    <a:pt x="4" y="13"/>
                  </a:cubicBezTo>
                  <a:cubicBezTo>
                    <a:pt x="3" y="13"/>
                    <a:pt x="0" y="9"/>
                    <a:pt x="0" y="8"/>
                  </a:cubicBezTo>
                  <a:cubicBezTo>
                    <a:pt x="0" y="5"/>
                    <a:pt x="2" y="3"/>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3" name="Freeform 2836">
              <a:extLst>
                <a:ext uri="{FF2B5EF4-FFF2-40B4-BE49-F238E27FC236}">
                  <a16:creationId xmlns:a16="http://schemas.microsoft.com/office/drawing/2014/main" id="{694199E6-7DE0-D829-C2A7-43668C66E9F9}"/>
                </a:ext>
              </a:extLst>
            </p:cNvPr>
            <p:cNvSpPr>
              <a:spLocks/>
            </p:cNvSpPr>
            <p:nvPr/>
          </p:nvSpPr>
          <p:spPr bwMode="auto">
            <a:xfrm rot="5094805">
              <a:off x="1751573" y="1936718"/>
              <a:ext cx="27420" cy="31990"/>
            </a:xfrm>
            <a:custGeom>
              <a:avLst/>
              <a:gdLst>
                <a:gd name="T0" fmla="*/ 11 w 11"/>
                <a:gd name="T1" fmla="*/ 6 h 13"/>
                <a:gd name="T2" fmla="*/ 6 w 11"/>
                <a:gd name="T3" fmla="*/ 12 h 13"/>
                <a:gd name="T4" fmla="*/ 0 w 11"/>
                <a:gd name="T5" fmla="*/ 6 h 13"/>
                <a:gd name="T6" fmla="*/ 3 w 11"/>
                <a:gd name="T7" fmla="*/ 1 h 13"/>
                <a:gd name="T8" fmla="*/ 11 w 11"/>
                <a:gd name="T9" fmla="*/ 6 h 13"/>
              </a:gdLst>
              <a:ahLst/>
              <a:cxnLst>
                <a:cxn ang="0">
                  <a:pos x="T0" y="T1"/>
                </a:cxn>
                <a:cxn ang="0">
                  <a:pos x="T2" y="T3"/>
                </a:cxn>
                <a:cxn ang="0">
                  <a:pos x="T4" y="T5"/>
                </a:cxn>
                <a:cxn ang="0">
                  <a:pos x="T6" y="T7"/>
                </a:cxn>
                <a:cxn ang="0">
                  <a:pos x="T8" y="T9"/>
                </a:cxn>
              </a:cxnLst>
              <a:rect l="0" t="0" r="r" b="b"/>
              <a:pathLst>
                <a:path w="11" h="13">
                  <a:moveTo>
                    <a:pt x="11" y="6"/>
                  </a:moveTo>
                  <a:cubicBezTo>
                    <a:pt x="8" y="9"/>
                    <a:pt x="7" y="11"/>
                    <a:pt x="6" y="12"/>
                  </a:cubicBezTo>
                  <a:cubicBezTo>
                    <a:pt x="3" y="13"/>
                    <a:pt x="0" y="9"/>
                    <a:pt x="0" y="6"/>
                  </a:cubicBezTo>
                  <a:cubicBezTo>
                    <a:pt x="0" y="4"/>
                    <a:pt x="2" y="0"/>
                    <a:pt x="3" y="1"/>
                  </a:cubicBezTo>
                  <a:cubicBezTo>
                    <a:pt x="5" y="1"/>
                    <a:pt x="7" y="3"/>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4" name="Freeform 2837">
              <a:extLst>
                <a:ext uri="{FF2B5EF4-FFF2-40B4-BE49-F238E27FC236}">
                  <a16:creationId xmlns:a16="http://schemas.microsoft.com/office/drawing/2014/main" id="{9534FCB1-D233-2335-09DC-663604F5DFBD}"/>
                </a:ext>
              </a:extLst>
            </p:cNvPr>
            <p:cNvSpPr>
              <a:spLocks/>
            </p:cNvSpPr>
            <p:nvPr/>
          </p:nvSpPr>
          <p:spPr bwMode="auto">
            <a:xfrm rot="5094805">
              <a:off x="1766526" y="2128296"/>
              <a:ext cx="22850" cy="36560"/>
            </a:xfrm>
            <a:custGeom>
              <a:avLst/>
              <a:gdLst>
                <a:gd name="T0" fmla="*/ 4 w 9"/>
                <a:gd name="T1" fmla="*/ 0 h 15"/>
                <a:gd name="T2" fmla="*/ 9 w 9"/>
                <a:gd name="T3" fmla="*/ 11 h 15"/>
                <a:gd name="T4" fmla="*/ 5 w 9"/>
                <a:gd name="T5" fmla="*/ 15 h 15"/>
                <a:gd name="T6" fmla="*/ 0 w 9"/>
                <a:gd name="T7" fmla="*/ 11 h 15"/>
                <a:gd name="T8" fmla="*/ 4 w 9"/>
                <a:gd name="T9" fmla="*/ 0 h 15"/>
              </a:gdLst>
              <a:ahLst/>
              <a:cxnLst>
                <a:cxn ang="0">
                  <a:pos x="T0" y="T1"/>
                </a:cxn>
                <a:cxn ang="0">
                  <a:pos x="T2" y="T3"/>
                </a:cxn>
                <a:cxn ang="0">
                  <a:pos x="T4" y="T5"/>
                </a:cxn>
                <a:cxn ang="0">
                  <a:pos x="T6" y="T7"/>
                </a:cxn>
                <a:cxn ang="0">
                  <a:pos x="T8" y="T9"/>
                </a:cxn>
              </a:cxnLst>
              <a:rect l="0" t="0" r="r" b="b"/>
              <a:pathLst>
                <a:path w="9" h="15">
                  <a:moveTo>
                    <a:pt x="4" y="0"/>
                  </a:moveTo>
                  <a:cubicBezTo>
                    <a:pt x="6" y="5"/>
                    <a:pt x="8" y="8"/>
                    <a:pt x="9" y="11"/>
                  </a:cubicBezTo>
                  <a:cubicBezTo>
                    <a:pt x="9" y="12"/>
                    <a:pt x="6" y="15"/>
                    <a:pt x="5" y="15"/>
                  </a:cubicBezTo>
                  <a:cubicBezTo>
                    <a:pt x="3" y="15"/>
                    <a:pt x="0" y="12"/>
                    <a:pt x="0" y="11"/>
                  </a:cubicBezTo>
                  <a:cubicBezTo>
                    <a:pt x="0" y="8"/>
                    <a:pt x="2" y="5"/>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5" name="Freeform 2838">
              <a:extLst>
                <a:ext uri="{FF2B5EF4-FFF2-40B4-BE49-F238E27FC236}">
                  <a16:creationId xmlns:a16="http://schemas.microsoft.com/office/drawing/2014/main" id="{50313126-B020-B06C-B99D-18895646E832}"/>
                </a:ext>
              </a:extLst>
            </p:cNvPr>
            <p:cNvSpPr>
              <a:spLocks/>
            </p:cNvSpPr>
            <p:nvPr/>
          </p:nvSpPr>
          <p:spPr bwMode="auto">
            <a:xfrm rot="5094805">
              <a:off x="1799678" y="2320336"/>
              <a:ext cx="22850" cy="36560"/>
            </a:xfrm>
            <a:custGeom>
              <a:avLst/>
              <a:gdLst>
                <a:gd name="T0" fmla="*/ 3 w 9"/>
                <a:gd name="T1" fmla="*/ 0 h 15"/>
                <a:gd name="T2" fmla="*/ 8 w 9"/>
                <a:gd name="T3" fmla="*/ 10 h 15"/>
                <a:gd name="T4" fmla="*/ 5 w 9"/>
                <a:gd name="T5" fmla="*/ 15 h 15"/>
                <a:gd name="T6" fmla="*/ 0 w 9"/>
                <a:gd name="T7" fmla="*/ 11 h 15"/>
                <a:gd name="T8" fmla="*/ 3 w 9"/>
                <a:gd name="T9" fmla="*/ 0 h 15"/>
              </a:gdLst>
              <a:ahLst/>
              <a:cxnLst>
                <a:cxn ang="0">
                  <a:pos x="T0" y="T1"/>
                </a:cxn>
                <a:cxn ang="0">
                  <a:pos x="T2" y="T3"/>
                </a:cxn>
                <a:cxn ang="0">
                  <a:pos x="T4" y="T5"/>
                </a:cxn>
                <a:cxn ang="0">
                  <a:pos x="T6" y="T7"/>
                </a:cxn>
                <a:cxn ang="0">
                  <a:pos x="T8" y="T9"/>
                </a:cxn>
              </a:cxnLst>
              <a:rect l="0" t="0" r="r" b="b"/>
              <a:pathLst>
                <a:path w="9" h="15">
                  <a:moveTo>
                    <a:pt x="3" y="0"/>
                  </a:moveTo>
                  <a:cubicBezTo>
                    <a:pt x="6" y="5"/>
                    <a:pt x="8" y="7"/>
                    <a:pt x="8" y="10"/>
                  </a:cubicBezTo>
                  <a:cubicBezTo>
                    <a:pt x="9" y="11"/>
                    <a:pt x="6" y="15"/>
                    <a:pt x="5" y="15"/>
                  </a:cubicBezTo>
                  <a:cubicBezTo>
                    <a:pt x="3" y="15"/>
                    <a:pt x="0" y="12"/>
                    <a:pt x="0" y="11"/>
                  </a:cubicBezTo>
                  <a:cubicBezTo>
                    <a:pt x="0" y="8"/>
                    <a:pt x="2" y="5"/>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6" name="Freeform 2839">
              <a:extLst>
                <a:ext uri="{FF2B5EF4-FFF2-40B4-BE49-F238E27FC236}">
                  <a16:creationId xmlns:a16="http://schemas.microsoft.com/office/drawing/2014/main" id="{49BEE490-149F-D78F-9763-5A34DC3A044E}"/>
                </a:ext>
              </a:extLst>
            </p:cNvPr>
            <p:cNvSpPr>
              <a:spLocks/>
            </p:cNvSpPr>
            <p:nvPr/>
          </p:nvSpPr>
          <p:spPr bwMode="auto">
            <a:xfrm rot="5094805">
              <a:off x="1821344" y="2513292"/>
              <a:ext cx="25135" cy="34275"/>
            </a:xfrm>
            <a:custGeom>
              <a:avLst/>
              <a:gdLst>
                <a:gd name="T0" fmla="*/ 10 w 10"/>
                <a:gd name="T1" fmla="*/ 6 h 14"/>
                <a:gd name="T2" fmla="*/ 5 w 10"/>
                <a:gd name="T3" fmla="*/ 12 h 14"/>
                <a:gd name="T4" fmla="*/ 1 w 10"/>
                <a:gd name="T5" fmla="*/ 6 h 14"/>
                <a:gd name="T6" fmla="*/ 6 w 10"/>
                <a:gd name="T7" fmla="*/ 1 h 14"/>
                <a:gd name="T8" fmla="*/ 10 w 10"/>
                <a:gd name="T9" fmla="*/ 6 h 14"/>
              </a:gdLst>
              <a:ahLst/>
              <a:cxnLst>
                <a:cxn ang="0">
                  <a:pos x="T0" y="T1"/>
                </a:cxn>
                <a:cxn ang="0">
                  <a:pos x="T2" y="T3"/>
                </a:cxn>
                <a:cxn ang="0">
                  <a:pos x="T4" y="T5"/>
                </a:cxn>
                <a:cxn ang="0">
                  <a:pos x="T6" y="T7"/>
                </a:cxn>
                <a:cxn ang="0">
                  <a:pos x="T8" y="T9"/>
                </a:cxn>
              </a:cxnLst>
              <a:rect l="0" t="0" r="r" b="b"/>
              <a:pathLst>
                <a:path w="10" h="14">
                  <a:moveTo>
                    <a:pt x="10" y="6"/>
                  </a:moveTo>
                  <a:cubicBezTo>
                    <a:pt x="10" y="12"/>
                    <a:pt x="7" y="14"/>
                    <a:pt x="5" y="12"/>
                  </a:cubicBezTo>
                  <a:cubicBezTo>
                    <a:pt x="3" y="11"/>
                    <a:pt x="1" y="8"/>
                    <a:pt x="1" y="6"/>
                  </a:cubicBezTo>
                  <a:cubicBezTo>
                    <a:pt x="0" y="3"/>
                    <a:pt x="4" y="0"/>
                    <a:pt x="6" y="1"/>
                  </a:cubicBezTo>
                  <a:cubicBezTo>
                    <a:pt x="8" y="3"/>
                    <a:pt x="9" y="5"/>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7" name="Freeform 2840">
              <a:extLst>
                <a:ext uri="{FF2B5EF4-FFF2-40B4-BE49-F238E27FC236}">
                  <a16:creationId xmlns:a16="http://schemas.microsoft.com/office/drawing/2014/main" id="{10FD35D2-081D-432E-D280-5653B35D117F}"/>
                </a:ext>
              </a:extLst>
            </p:cNvPr>
            <p:cNvSpPr>
              <a:spLocks/>
            </p:cNvSpPr>
            <p:nvPr/>
          </p:nvSpPr>
          <p:spPr bwMode="auto">
            <a:xfrm rot="5094805">
              <a:off x="1820761" y="2712923"/>
              <a:ext cx="25135" cy="34275"/>
            </a:xfrm>
            <a:custGeom>
              <a:avLst/>
              <a:gdLst>
                <a:gd name="T0" fmla="*/ 5 w 10"/>
                <a:gd name="T1" fmla="*/ 14 h 14"/>
                <a:gd name="T2" fmla="*/ 1 w 10"/>
                <a:gd name="T3" fmla="*/ 6 h 14"/>
                <a:gd name="T4" fmla="*/ 5 w 10"/>
                <a:gd name="T5" fmla="*/ 1 h 14"/>
                <a:gd name="T6" fmla="*/ 9 w 10"/>
                <a:gd name="T7" fmla="*/ 9 h 14"/>
                <a:gd name="T8" fmla="*/ 5 w 10"/>
                <a:gd name="T9" fmla="*/ 14 h 14"/>
              </a:gdLst>
              <a:ahLst/>
              <a:cxnLst>
                <a:cxn ang="0">
                  <a:pos x="T0" y="T1"/>
                </a:cxn>
                <a:cxn ang="0">
                  <a:pos x="T2" y="T3"/>
                </a:cxn>
                <a:cxn ang="0">
                  <a:pos x="T4" y="T5"/>
                </a:cxn>
                <a:cxn ang="0">
                  <a:pos x="T6" y="T7"/>
                </a:cxn>
                <a:cxn ang="0">
                  <a:pos x="T8" y="T9"/>
                </a:cxn>
              </a:cxnLst>
              <a:rect l="0" t="0" r="r" b="b"/>
              <a:pathLst>
                <a:path w="10" h="14">
                  <a:moveTo>
                    <a:pt x="5" y="14"/>
                  </a:moveTo>
                  <a:cubicBezTo>
                    <a:pt x="3" y="11"/>
                    <a:pt x="1" y="9"/>
                    <a:pt x="1" y="6"/>
                  </a:cubicBezTo>
                  <a:cubicBezTo>
                    <a:pt x="0" y="3"/>
                    <a:pt x="3" y="0"/>
                    <a:pt x="5" y="1"/>
                  </a:cubicBezTo>
                  <a:cubicBezTo>
                    <a:pt x="8" y="2"/>
                    <a:pt x="10" y="6"/>
                    <a:pt x="9" y="9"/>
                  </a:cubicBezTo>
                  <a:cubicBezTo>
                    <a:pt x="9" y="11"/>
                    <a:pt x="7" y="12"/>
                    <a:pt x="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8" name="Freeform 2841">
              <a:extLst>
                <a:ext uri="{FF2B5EF4-FFF2-40B4-BE49-F238E27FC236}">
                  <a16:creationId xmlns:a16="http://schemas.microsoft.com/office/drawing/2014/main" id="{BD309924-16F2-8494-942F-F08C1654E0AF}"/>
                </a:ext>
              </a:extLst>
            </p:cNvPr>
            <p:cNvSpPr>
              <a:spLocks/>
            </p:cNvSpPr>
            <p:nvPr/>
          </p:nvSpPr>
          <p:spPr bwMode="auto">
            <a:xfrm rot="5094805">
              <a:off x="1801865" y="2914078"/>
              <a:ext cx="27420" cy="31990"/>
            </a:xfrm>
            <a:custGeom>
              <a:avLst/>
              <a:gdLst>
                <a:gd name="T0" fmla="*/ 5 w 11"/>
                <a:gd name="T1" fmla="*/ 13 h 13"/>
                <a:gd name="T2" fmla="*/ 1 w 11"/>
                <a:gd name="T3" fmla="*/ 6 h 13"/>
                <a:gd name="T4" fmla="*/ 5 w 11"/>
                <a:gd name="T5" fmla="*/ 1 h 13"/>
                <a:gd name="T6" fmla="*/ 10 w 11"/>
                <a:gd name="T7" fmla="*/ 9 h 13"/>
                <a:gd name="T8" fmla="*/ 5 w 11"/>
                <a:gd name="T9" fmla="*/ 13 h 13"/>
              </a:gdLst>
              <a:ahLst/>
              <a:cxnLst>
                <a:cxn ang="0">
                  <a:pos x="T0" y="T1"/>
                </a:cxn>
                <a:cxn ang="0">
                  <a:pos x="T2" y="T3"/>
                </a:cxn>
                <a:cxn ang="0">
                  <a:pos x="T4" y="T5"/>
                </a:cxn>
                <a:cxn ang="0">
                  <a:pos x="T6" y="T7"/>
                </a:cxn>
                <a:cxn ang="0">
                  <a:pos x="T8" y="T9"/>
                </a:cxn>
              </a:cxnLst>
              <a:rect l="0" t="0" r="r" b="b"/>
              <a:pathLst>
                <a:path w="11" h="13">
                  <a:moveTo>
                    <a:pt x="5" y="13"/>
                  </a:moveTo>
                  <a:cubicBezTo>
                    <a:pt x="3" y="10"/>
                    <a:pt x="2" y="8"/>
                    <a:pt x="1" y="6"/>
                  </a:cubicBezTo>
                  <a:cubicBezTo>
                    <a:pt x="0" y="3"/>
                    <a:pt x="3" y="0"/>
                    <a:pt x="5" y="1"/>
                  </a:cubicBezTo>
                  <a:cubicBezTo>
                    <a:pt x="8" y="2"/>
                    <a:pt x="11" y="6"/>
                    <a:pt x="10" y="9"/>
                  </a:cubicBezTo>
                  <a:cubicBezTo>
                    <a:pt x="9" y="10"/>
                    <a:pt x="7" y="11"/>
                    <a:pt x="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9" name="Freeform 2842">
              <a:extLst>
                <a:ext uri="{FF2B5EF4-FFF2-40B4-BE49-F238E27FC236}">
                  <a16:creationId xmlns:a16="http://schemas.microsoft.com/office/drawing/2014/main" id="{EB1BBA34-C348-6664-EE2C-D322C0062316}"/>
                </a:ext>
              </a:extLst>
            </p:cNvPr>
            <p:cNvSpPr>
              <a:spLocks/>
            </p:cNvSpPr>
            <p:nvPr/>
          </p:nvSpPr>
          <p:spPr bwMode="auto">
            <a:xfrm rot="5094805">
              <a:off x="1776555" y="3122880"/>
              <a:ext cx="25135" cy="25135"/>
            </a:xfrm>
            <a:custGeom>
              <a:avLst/>
              <a:gdLst>
                <a:gd name="T0" fmla="*/ 10 w 10"/>
                <a:gd name="T1" fmla="*/ 5 h 10"/>
                <a:gd name="T2" fmla="*/ 6 w 10"/>
                <a:gd name="T3" fmla="*/ 9 h 10"/>
                <a:gd name="T4" fmla="*/ 0 w 10"/>
                <a:gd name="T5" fmla="*/ 4 h 10"/>
                <a:gd name="T6" fmla="*/ 2 w 10"/>
                <a:gd name="T7" fmla="*/ 0 h 10"/>
                <a:gd name="T8" fmla="*/ 10 w 10"/>
                <a:gd name="T9" fmla="*/ 5 h 10"/>
              </a:gdLst>
              <a:ahLst/>
              <a:cxnLst>
                <a:cxn ang="0">
                  <a:pos x="T0" y="T1"/>
                </a:cxn>
                <a:cxn ang="0">
                  <a:pos x="T2" y="T3"/>
                </a:cxn>
                <a:cxn ang="0">
                  <a:pos x="T4" y="T5"/>
                </a:cxn>
                <a:cxn ang="0">
                  <a:pos x="T6" y="T7"/>
                </a:cxn>
                <a:cxn ang="0">
                  <a:pos x="T8" y="T9"/>
                </a:cxn>
              </a:cxnLst>
              <a:rect l="0" t="0" r="r" b="b"/>
              <a:pathLst>
                <a:path w="10" h="10">
                  <a:moveTo>
                    <a:pt x="10" y="5"/>
                  </a:moveTo>
                  <a:cubicBezTo>
                    <a:pt x="8" y="7"/>
                    <a:pt x="7" y="9"/>
                    <a:pt x="6" y="9"/>
                  </a:cubicBezTo>
                  <a:cubicBezTo>
                    <a:pt x="3" y="10"/>
                    <a:pt x="0" y="7"/>
                    <a:pt x="0" y="4"/>
                  </a:cubicBezTo>
                  <a:cubicBezTo>
                    <a:pt x="0" y="2"/>
                    <a:pt x="1" y="0"/>
                    <a:pt x="2" y="0"/>
                  </a:cubicBezTo>
                  <a:cubicBezTo>
                    <a:pt x="4" y="0"/>
                    <a:pt x="6" y="3"/>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0" name="Freeform 2843">
              <a:extLst>
                <a:ext uri="{FF2B5EF4-FFF2-40B4-BE49-F238E27FC236}">
                  <a16:creationId xmlns:a16="http://schemas.microsoft.com/office/drawing/2014/main" id="{8259DC7F-28BC-A0FA-8C0B-C83C755446F1}"/>
                </a:ext>
              </a:extLst>
            </p:cNvPr>
            <p:cNvSpPr>
              <a:spLocks/>
            </p:cNvSpPr>
            <p:nvPr/>
          </p:nvSpPr>
          <p:spPr bwMode="auto">
            <a:xfrm rot="5094805">
              <a:off x="1755189" y="3322164"/>
              <a:ext cx="22850" cy="22850"/>
            </a:xfrm>
            <a:custGeom>
              <a:avLst/>
              <a:gdLst>
                <a:gd name="T0" fmla="*/ 4 w 9"/>
                <a:gd name="T1" fmla="*/ 0 h 10"/>
                <a:gd name="T2" fmla="*/ 9 w 9"/>
                <a:gd name="T3" fmla="*/ 8 h 10"/>
                <a:gd name="T4" fmla="*/ 4 w 9"/>
                <a:gd name="T5" fmla="*/ 10 h 10"/>
                <a:gd name="T6" fmla="*/ 0 w 9"/>
                <a:gd name="T7" fmla="*/ 5 h 10"/>
                <a:gd name="T8" fmla="*/ 4 w 9"/>
                <a:gd name="T9" fmla="*/ 0 h 10"/>
              </a:gdLst>
              <a:ahLst/>
              <a:cxnLst>
                <a:cxn ang="0">
                  <a:pos x="T0" y="T1"/>
                </a:cxn>
                <a:cxn ang="0">
                  <a:pos x="T2" y="T3"/>
                </a:cxn>
                <a:cxn ang="0">
                  <a:pos x="T4" y="T5"/>
                </a:cxn>
                <a:cxn ang="0">
                  <a:pos x="T6" y="T7"/>
                </a:cxn>
                <a:cxn ang="0">
                  <a:pos x="T8" y="T9"/>
                </a:cxn>
              </a:cxnLst>
              <a:rect l="0" t="0" r="r" b="b"/>
              <a:pathLst>
                <a:path w="9" h="10">
                  <a:moveTo>
                    <a:pt x="4" y="0"/>
                  </a:moveTo>
                  <a:cubicBezTo>
                    <a:pt x="7" y="4"/>
                    <a:pt x="8" y="6"/>
                    <a:pt x="9" y="8"/>
                  </a:cubicBezTo>
                  <a:cubicBezTo>
                    <a:pt x="9" y="9"/>
                    <a:pt x="6" y="10"/>
                    <a:pt x="4" y="10"/>
                  </a:cubicBezTo>
                  <a:cubicBezTo>
                    <a:pt x="3" y="9"/>
                    <a:pt x="0" y="6"/>
                    <a:pt x="0" y="5"/>
                  </a:cubicBezTo>
                  <a:cubicBezTo>
                    <a:pt x="0" y="4"/>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1" name="Freeform 2844">
              <a:extLst>
                <a:ext uri="{FF2B5EF4-FFF2-40B4-BE49-F238E27FC236}">
                  <a16:creationId xmlns:a16="http://schemas.microsoft.com/office/drawing/2014/main" id="{CB7FE97D-08E9-3822-9332-8A1F97190D23}"/>
                </a:ext>
              </a:extLst>
            </p:cNvPr>
            <p:cNvSpPr>
              <a:spLocks/>
            </p:cNvSpPr>
            <p:nvPr/>
          </p:nvSpPr>
          <p:spPr bwMode="auto">
            <a:xfrm rot="5094805">
              <a:off x="1742089" y="3524051"/>
              <a:ext cx="22850" cy="20565"/>
            </a:xfrm>
            <a:custGeom>
              <a:avLst/>
              <a:gdLst>
                <a:gd name="T0" fmla="*/ 9 w 9"/>
                <a:gd name="T1" fmla="*/ 4 h 9"/>
                <a:gd name="T2" fmla="*/ 4 w 9"/>
                <a:gd name="T3" fmla="*/ 8 h 9"/>
                <a:gd name="T4" fmla="*/ 0 w 9"/>
                <a:gd name="T5" fmla="*/ 4 h 9"/>
                <a:gd name="T6" fmla="*/ 5 w 9"/>
                <a:gd name="T7" fmla="*/ 1 h 9"/>
                <a:gd name="T8" fmla="*/ 9 w 9"/>
                <a:gd name="T9" fmla="*/ 4 h 9"/>
              </a:gdLst>
              <a:ahLst/>
              <a:cxnLst>
                <a:cxn ang="0">
                  <a:pos x="T0" y="T1"/>
                </a:cxn>
                <a:cxn ang="0">
                  <a:pos x="T2" y="T3"/>
                </a:cxn>
                <a:cxn ang="0">
                  <a:pos x="T4" y="T5"/>
                </a:cxn>
                <a:cxn ang="0">
                  <a:pos x="T6" y="T7"/>
                </a:cxn>
                <a:cxn ang="0">
                  <a:pos x="T8" y="T9"/>
                </a:cxn>
              </a:cxnLst>
              <a:rect l="0" t="0" r="r" b="b"/>
              <a:pathLst>
                <a:path w="9" h="9">
                  <a:moveTo>
                    <a:pt x="9" y="4"/>
                  </a:moveTo>
                  <a:cubicBezTo>
                    <a:pt x="9" y="8"/>
                    <a:pt x="7" y="9"/>
                    <a:pt x="4" y="8"/>
                  </a:cubicBezTo>
                  <a:cubicBezTo>
                    <a:pt x="2" y="7"/>
                    <a:pt x="1" y="5"/>
                    <a:pt x="0" y="4"/>
                  </a:cubicBezTo>
                  <a:cubicBezTo>
                    <a:pt x="0" y="2"/>
                    <a:pt x="3" y="0"/>
                    <a:pt x="5" y="1"/>
                  </a:cubicBezTo>
                  <a:cubicBezTo>
                    <a:pt x="7" y="2"/>
                    <a:pt x="8" y="4"/>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2" name="Freeform 2845">
              <a:extLst>
                <a:ext uri="{FF2B5EF4-FFF2-40B4-BE49-F238E27FC236}">
                  <a16:creationId xmlns:a16="http://schemas.microsoft.com/office/drawing/2014/main" id="{0124C160-64BE-AC1B-EF6D-D00522643F4F}"/>
                </a:ext>
              </a:extLst>
            </p:cNvPr>
            <p:cNvSpPr>
              <a:spLocks/>
            </p:cNvSpPr>
            <p:nvPr/>
          </p:nvSpPr>
          <p:spPr bwMode="auto">
            <a:xfrm rot="5094805">
              <a:off x="1759511" y="3719785"/>
              <a:ext cx="22850" cy="20565"/>
            </a:xfrm>
            <a:custGeom>
              <a:avLst/>
              <a:gdLst>
                <a:gd name="T0" fmla="*/ 4 w 9"/>
                <a:gd name="T1" fmla="*/ 0 h 9"/>
                <a:gd name="T2" fmla="*/ 9 w 9"/>
                <a:gd name="T3" fmla="*/ 6 h 9"/>
                <a:gd name="T4" fmla="*/ 5 w 9"/>
                <a:gd name="T5" fmla="*/ 9 h 9"/>
                <a:gd name="T6" fmla="*/ 0 w 9"/>
                <a:gd name="T7" fmla="*/ 6 h 9"/>
                <a:gd name="T8" fmla="*/ 4 w 9"/>
                <a:gd name="T9" fmla="*/ 0 h 9"/>
              </a:gdLst>
              <a:ahLst/>
              <a:cxnLst>
                <a:cxn ang="0">
                  <a:pos x="T0" y="T1"/>
                </a:cxn>
                <a:cxn ang="0">
                  <a:pos x="T2" y="T3"/>
                </a:cxn>
                <a:cxn ang="0">
                  <a:pos x="T4" y="T5"/>
                </a:cxn>
                <a:cxn ang="0">
                  <a:pos x="T6" y="T7"/>
                </a:cxn>
                <a:cxn ang="0">
                  <a:pos x="T8" y="T9"/>
                </a:cxn>
              </a:cxnLst>
              <a:rect l="0" t="0" r="r" b="b"/>
              <a:pathLst>
                <a:path w="9" h="9">
                  <a:moveTo>
                    <a:pt x="4" y="0"/>
                  </a:moveTo>
                  <a:cubicBezTo>
                    <a:pt x="6" y="3"/>
                    <a:pt x="8" y="4"/>
                    <a:pt x="9" y="6"/>
                  </a:cubicBezTo>
                  <a:cubicBezTo>
                    <a:pt x="9" y="6"/>
                    <a:pt x="6" y="8"/>
                    <a:pt x="5" y="9"/>
                  </a:cubicBezTo>
                  <a:cubicBezTo>
                    <a:pt x="3" y="9"/>
                    <a:pt x="0" y="7"/>
                    <a:pt x="0" y="6"/>
                  </a:cubicBezTo>
                  <a:cubicBezTo>
                    <a:pt x="0" y="4"/>
                    <a:pt x="2" y="3"/>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3" name="Freeform 2846">
              <a:extLst>
                <a:ext uri="{FF2B5EF4-FFF2-40B4-BE49-F238E27FC236}">
                  <a16:creationId xmlns:a16="http://schemas.microsoft.com/office/drawing/2014/main" id="{96E986F7-B1F7-4FA4-B648-D4FFF750CDD5}"/>
                </a:ext>
              </a:extLst>
            </p:cNvPr>
            <p:cNvSpPr>
              <a:spLocks/>
            </p:cNvSpPr>
            <p:nvPr/>
          </p:nvSpPr>
          <p:spPr bwMode="auto">
            <a:xfrm rot="5094805">
              <a:off x="1815625" y="3912075"/>
              <a:ext cx="22850" cy="20565"/>
            </a:xfrm>
            <a:custGeom>
              <a:avLst/>
              <a:gdLst>
                <a:gd name="T0" fmla="*/ 3 w 10"/>
                <a:gd name="T1" fmla="*/ 0 h 8"/>
                <a:gd name="T2" fmla="*/ 8 w 10"/>
                <a:gd name="T3" fmla="*/ 3 h 8"/>
                <a:gd name="T4" fmla="*/ 5 w 10"/>
                <a:gd name="T5" fmla="*/ 8 h 8"/>
                <a:gd name="T6" fmla="*/ 0 w 10"/>
                <a:gd name="T7" fmla="*/ 7 h 8"/>
                <a:gd name="T8" fmla="*/ 3 w 10"/>
                <a:gd name="T9" fmla="*/ 0 h 8"/>
              </a:gdLst>
              <a:ahLst/>
              <a:cxnLst>
                <a:cxn ang="0">
                  <a:pos x="T0" y="T1"/>
                </a:cxn>
                <a:cxn ang="0">
                  <a:pos x="T2" y="T3"/>
                </a:cxn>
                <a:cxn ang="0">
                  <a:pos x="T4" y="T5"/>
                </a:cxn>
                <a:cxn ang="0">
                  <a:pos x="T6" y="T7"/>
                </a:cxn>
                <a:cxn ang="0">
                  <a:pos x="T8" y="T9"/>
                </a:cxn>
              </a:cxnLst>
              <a:rect l="0" t="0" r="r" b="b"/>
              <a:pathLst>
                <a:path w="10" h="8">
                  <a:moveTo>
                    <a:pt x="3" y="0"/>
                  </a:moveTo>
                  <a:cubicBezTo>
                    <a:pt x="6" y="1"/>
                    <a:pt x="7" y="2"/>
                    <a:pt x="8" y="3"/>
                  </a:cubicBezTo>
                  <a:cubicBezTo>
                    <a:pt x="10" y="4"/>
                    <a:pt x="7" y="8"/>
                    <a:pt x="5" y="8"/>
                  </a:cubicBezTo>
                  <a:cubicBezTo>
                    <a:pt x="3" y="8"/>
                    <a:pt x="0" y="7"/>
                    <a:pt x="0" y="7"/>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4" name="Freeform 2848">
              <a:extLst>
                <a:ext uri="{FF2B5EF4-FFF2-40B4-BE49-F238E27FC236}">
                  <a16:creationId xmlns:a16="http://schemas.microsoft.com/office/drawing/2014/main" id="{ACD46B9F-7CFC-84E7-B544-697DBAD62AFB}"/>
                </a:ext>
              </a:extLst>
            </p:cNvPr>
            <p:cNvSpPr>
              <a:spLocks/>
            </p:cNvSpPr>
            <p:nvPr/>
          </p:nvSpPr>
          <p:spPr bwMode="auto">
            <a:xfrm rot="5094805">
              <a:off x="1967443" y="3970864"/>
              <a:ext cx="22850" cy="41130"/>
            </a:xfrm>
            <a:custGeom>
              <a:avLst/>
              <a:gdLst>
                <a:gd name="T0" fmla="*/ 3 w 9"/>
                <a:gd name="T1" fmla="*/ 0 h 16"/>
                <a:gd name="T2" fmla="*/ 8 w 9"/>
                <a:gd name="T3" fmla="*/ 7 h 16"/>
                <a:gd name="T4" fmla="*/ 5 w 9"/>
                <a:gd name="T5" fmla="*/ 15 h 16"/>
                <a:gd name="T6" fmla="*/ 1 w 9"/>
                <a:gd name="T7" fmla="*/ 10 h 16"/>
                <a:gd name="T8" fmla="*/ 3 w 9"/>
                <a:gd name="T9" fmla="*/ 0 h 16"/>
              </a:gdLst>
              <a:ahLst/>
              <a:cxnLst>
                <a:cxn ang="0">
                  <a:pos x="T0" y="T1"/>
                </a:cxn>
                <a:cxn ang="0">
                  <a:pos x="T2" y="T3"/>
                </a:cxn>
                <a:cxn ang="0">
                  <a:pos x="T4" y="T5"/>
                </a:cxn>
                <a:cxn ang="0">
                  <a:pos x="T6" y="T7"/>
                </a:cxn>
                <a:cxn ang="0">
                  <a:pos x="T8" y="T9"/>
                </a:cxn>
              </a:cxnLst>
              <a:rect l="0" t="0" r="r" b="b"/>
              <a:pathLst>
                <a:path w="9" h="16">
                  <a:moveTo>
                    <a:pt x="3" y="0"/>
                  </a:moveTo>
                  <a:cubicBezTo>
                    <a:pt x="5" y="3"/>
                    <a:pt x="7" y="5"/>
                    <a:pt x="8" y="7"/>
                  </a:cubicBezTo>
                  <a:cubicBezTo>
                    <a:pt x="9" y="10"/>
                    <a:pt x="7" y="16"/>
                    <a:pt x="5" y="15"/>
                  </a:cubicBezTo>
                  <a:cubicBezTo>
                    <a:pt x="3" y="15"/>
                    <a:pt x="1" y="13"/>
                    <a:pt x="1" y="10"/>
                  </a:cubicBezTo>
                  <a:cubicBezTo>
                    <a:pt x="0" y="8"/>
                    <a:pt x="2" y="5"/>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5" name="Freeform 2849">
              <a:extLst>
                <a:ext uri="{FF2B5EF4-FFF2-40B4-BE49-F238E27FC236}">
                  <a16:creationId xmlns:a16="http://schemas.microsoft.com/office/drawing/2014/main" id="{BE3FE826-EED4-5155-D432-499B6AFEEA92}"/>
                </a:ext>
              </a:extLst>
            </p:cNvPr>
            <p:cNvSpPr>
              <a:spLocks/>
            </p:cNvSpPr>
            <p:nvPr/>
          </p:nvSpPr>
          <p:spPr bwMode="auto">
            <a:xfrm rot="5094805">
              <a:off x="1890112" y="3786193"/>
              <a:ext cx="22850" cy="38845"/>
            </a:xfrm>
            <a:custGeom>
              <a:avLst/>
              <a:gdLst>
                <a:gd name="T0" fmla="*/ 9 w 9"/>
                <a:gd name="T1" fmla="*/ 7 h 15"/>
                <a:gd name="T2" fmla="*/ 4 w 9"/>
                <a:gd name="T3" fmla="*/ 13 h 15"/>
                <a:gd name="T4" fmla="*/ 0 w 9"/>
                <a:gd name="T5" fmla="*/ 6 h 15"/>
                <a:gd name="T6" fmla="*/ 4 w 9"/>
                <a:gd name="T7" fmla="*/ 1 h 15"/>
                <a:gd name="T8" fmla="*/ 9 w 9"/>
                <a:gd name="T9" fmla="*/ 7 h 15"/>
              </a:gdLst>
              <a:ahLst/>
              <a:cxnLst>
                <a:cxn ang="0">
                  <a:pos x="T0" y="T1"/>
                </a:cxn>
                <a:cxn ang="0">
                  <a:pos x="T2" y="T3"/>
                </a:cxn>
                <a:cxn ang="0">
                  <a:pos x="T4" y="T5"/>
                </a:cxn>
                <a:cxn ang="0">
                  <a:pos x="T6" y="T7"/>
                </a:cxn>
                <a:cxn ang="0">
                  <a:pos x="T8" y="T9"/>
                </a:cxn>
              </a:cxnLst>
              <a:rect l="0" t="0" r="r" b="b"/>
              <a:pathLst>
                <a:path w="9" h="15">
                  <a:moveTo>
                    <a:pt x="9" y="7"/>
                  </a:moveTo>
                  <a:cubicBezTo>
                    <a:pt x="7" y="10"/>
                    <a:pt x="6" y="12"/>
                    <a:pt x="4" y="13"/>
                  </a:cubicBezTo>
                  <a:cubicBezTo>
                    <a:pt x="2" y="15"/>
                    <a:pt x="0" y="10"/>
                    <a:pt x="0" y="6"/>
                  </a:cubicBezTo>
                  <a:cubicBezTo>
                    <a:pt x="0" y="2"/>
                    <a:pt x="2" y="0"/>
                    <a:pt x="4" y="1"/>
                  </a:cubicBezTo>
                  <a:cubicBezTo>
                    <a:pt x="6" y="2"/>
                    <a:pt x="7" y="4"/>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6" name="Freeform 2850">
              <a:extLst>
                <a:ext uri="{FF2B5EF4-FFF2-40B4-BE49-F238E27FC236}">
                  <a16:creationId xmlns:a16="http://schemas.microsoft.com/office/drawing/2014/main" id="{FBF5DA40-463F-CEF8-6198-40FA446782DC}"/>
                </a:ext>
              </a:extLst>
            </p:cNvPr>
            <p:cNvSpPr>
              <a:spLocks/>
            </p:cNvSpPr>
            <p:nvPr/>
          </p:nvSpPr>
          <p:spPr bwMode="auto">
            <a:xfrm rot="5094805">
              <a:off x="1856864" y="3591974"/>
              <a:ext cx="20565" cy="41130"/>
            </a:xfrm>
            <a:custGeom>
              <a:avLst/>
              <a:gdLst>
                <a:gd name="T0" fmla="*/ 4 w 9"/>
                <a:gd name="T1" fmla="*/ 0 h 17"/>
                <a:gd name="T2" fmla="*/ 8 w 9"/>
                <a:gd name="T3" fmla="*/ 10 h 17"/>
                <a:gd name="T4" fmla="*/ 3 w 9"/>
                <a:gd name="T5" fmla="*/ 15 h 17"/>
                <a:gd name="T6" fmla="*/ 0 w 9"/>
                <a:gd name="T7" fmla="*/ 8 h 17"/>
                <a:gd name="T8" fmla="*/ 4 w 9"/>
                <a:gd name="T9" fmla="*/ 0 h 17"/>
              </a:gdLst>
              <a:ahLst/>
              <a:cxnLst>
                <a:cxn ang="0">
                  <a:pos x="T0" y="T1"/>
                </a:cxn>
                <a:cxn ang="0">
                  <a:pos x="T2" y="T3"/>
                </a:cxn>
                <a:cxn ang="0">
                  <a:pos x="T4" y="T5"/>
                </a:cxn>
                <a:cxn ang="0">
                  <a:pos x="T6" y="T7"/>
                </a:cxn>
                <a:cxn ang="0">
                  <a:pos x="T8" y="T9"/>
                </a:cxn>
              </a:cxnLst>
              <a:rect l="0" t="0" r="r" b="b"/>
              <a:pathLst>
                <a:path w="9" h="17">
                  <a:moveTo>
                    <a:pt x="4" y="0"/>
                  </a:moveTo>
                  <a:cubicBezTo>
                    <a:pt x="6" y="5"/>
                    <a:pt x="7" y="7"/>
                    <a:pt x="8" y="10"/>
                  </a:cubicBezTo>
                  <a:cubicBezTo>
                    <a:pt x="9" y="13"/>
                    <a:pt x="5" y="17"/>
                    <a:pt x="3" y="15"/>
                  </a:cubicBezTo>
                  <a:cubicBezTo>
                    <a:pt x="2" y="14"/>
                    <a:pt x="0" y="10"/>
                    <a:pt x="0" y="8"/>
                  </a:cubicBezTo>
                  <a:cubicBezTo>
                    <a:pt x="0" y="6"/>
                    <a:pt x="2" y="4"/>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7" name="Freeform 2851">
              <a:extLst>
                <a:ext uri="{FF2B5EF4-FFF2-40B4-BE49-F238E27FC236}">
                  <a16:creationId xmlns:a16="http://schemas.microsoft.com/office/drawing/2014/main" id="{4EEA14CB-6357-2F6A-53E3-563C45093DAD}"/>
                </a:ext>
              </a:extLst>
            </p:cNvPr>
            <p:cNvSpPr>
              <a:spLocks/>
            </p:cNvSpPr>
            <p:nvPr/>
          </p:nvSpPr>
          <p:spPr bwMode="auto">
            <a:xfrm rot="5094805">
              <a:off x="1849471" y="3396277"/>
              <a:ext cx="25135" cy="34275"/>
            </a:xfrm>
            <a:custGeom>
              <a:avLst/>
              <a:gdLst>
                <a:gd name="T0" fmla="*/ 10 w 10"/>
                <a:gd name="T1" fmla="*/ 7 h 14"/>
                <a:gd name="T2" fmla="*/ 6 w 10"/>
                <a:gd name="T3" fmla="*/ 13 h 14"/>
                <a:gd name="T4" fmla="*/ 1 w 10"/>
                <a:gd name="T5" fmla="*/ 8 h 14"/>
                <a:gd name="T6" fmla="*/ 4 w 10"/>
                <a:gd name="T7" fmla="*/ 1 h 14"/>
                <a:gd name="T8" fmla="*/ 10 w 10"/>
                <a:gd name="T9" fmla="*/ 7 h 14"/>
              </a:gdLst>
              <a:ahLst/>
              <a:cxnLst>
                <a:cxn ang="0">
                  <a:pos x="T0" y="T1"/>
                </a:cxn>
                <a:cxn ang="0">
                  <a:pos x="T2" y="T3"/>
                </a:cxn>
                <a:cxn ang="0">
                  <a:pos x="T4" y="T5"/>
                </a:cxn>
                <a:cxn ang="0">
                  <a:pos x="T6" y="T7"/>
                </a:cxn>
                <a:cxn ang="0">
                  <a:pos x="T8" y="T9"/>
                </a:cxn>
              </a:cxnLst>
              <a:rect l="0" t="0" r="r" b="b"/>
              <a:pathLst>
                <a:path w="10" h="14">
                  <a:moveTo>
                    <a:pt x="10" y="7"/>
                  </a:moveTo>
                  <a:cubicBezTo>
                    <a:pt x="8" y="10"/>
                    <a:pt x="8" y="12"/>
                    <a:pt x="6" y="13"/>
                  </a:cubicBezTo>
                  <a:cubicBezTo>
                    <a:pt x="4" y="14"/>
                    <a:pt x="2" y="12"/>
                    <a:pt x="1" y="8"/>
                  </a:cubicBezTo>
                  <a:cubicBezTo>
                    <a:pt x="0" y="4"/>
                    <a:pt x="2" y="0"/>
                    <a:pt x="4" y="1"/>
                  </a:cubicBezTo>
                  <a:cubicBezTo>
                    <a:pt x="6" y="2"/>
                    <a:pt x="8" y="5"/>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8" name="Freeform 2852">
              <a:extLst>
                <a:ext uri="{FF2B5EF4-FFF2-40B4-BE49-F238E27FC236}">
                  <a16:creationId xmlns:a16="http://schemas.microsoft.com/office/drawing/2014/main" id="{FA86A34F-0D8A-B1C0-5E79-3DE630462206}"/>
                </a:ext>
              </a:extLst>
            </p:cNvPr>
            <p:cNvSpPr>
              <a:spLocks/>
            </p:cNvSpPr>
            <p:nvPr/>
          </p:nvSpPr>
          <p:spPr bwMode="auto">
            <a:xfrm rot="5094805">
              <a:off x="1875205" y="3192432"/>
              <a:ext cx="18280" cy="41130"/>
            </a:xfrm>
            <a:custGeom>
              <a:avLst/>
              <a:gdLst>
                <a:gd name="T0" fmla="*/ 3 w 8"/>
                <a:gd name="T1" fmla="*/ 0 h 16"/>
                <a:gd name="T2" fmla="*/ 7 w 8"/>
                <a:gd name="T3" fmla="*/ 10 h 16"/>
                <a:gd name="T4" fmla="*/ 3 w 8"/>
                <a:gd name="T5" fmla="*/ 14 h 16"/>
                <a:gd name="T6" fmla="*/ 0 w 8"/>
                <a:gd name="T7" fmla="*/ 7 h 16"/>
                <a:gd name="T8" fmla="*/ 3 w 8"/>
                <a:gd name="T9" fmla="*/ 0 h 16"/>
              </a:gdLst>
              <a:ahLst/>
              <a:cxnLst>
                <a:cxn ang="0">
                  <a:pos x="T0" y="T1"/>
                </a:cxn>
                <a:cxn ang="0">
                  <a:pos x="T2" y="T3"/>
                </a:cxn>
                <a:cxn ang="0">
                  <a:pos x="T4" y="T5"/>
                </a:cxn>
                <a:cxn ang="0">
                  <a:pos x="T6" y="T7"/>
                </a:cxn>
                <a:cxn ang="0">
                  <a:pos x="T8" y="T9"/>
                </a:cxn>
              </a:cxnLst>
              <a:rect l="0" t="0" r="r" b="b"/>
              <a:pathLst>
                <a:path w="8" h="16">
                  <a:moveTo>
                    <a:pt x="3" y="0"/>
                  </a:moveTo>
                  <a:cubicBezTo>
                    <a:pt x="5" y="5"/>
                    <a:pt x="7" y="8"/>
                    <a:pt x="7" y="10"/>
                  </a:cubicBezTo>
                  <a:cubicBezTo>
                    <a:pt x="8" y="14"/>
                    <a:pt x="5" y="16"/>
                    <a:pt x="3" y="14"/>
                  </a:cubicBezTo>
                  <a:cubicBezTo>
                    <a:pt x="1" y="12"/>
                    <a:pt x="0" y="9"/>
                    <a:pt x="0" y="7"/>
                  </a:cubicBezTo>
                  <a:cubicBezTo>
                    <a:pt x="0" y="5"/>
                    <a:pt x="1"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9" name="Freeform 2853">
              <a:extLst>
                <a:ext uri="{FF2B5EF4-FFF2-40B4-BE49-F238E27FC236}">
                  <a16:creationId xmlns:a16="http://schemas.microsoft.com/office/drawing/2014/main" id="{76CF78CD-5393-8A0A-E048-240B556A37A9}"/>
                </a:ext>
              </a:extLst>
            </p:cNvPr>
            <p:cNvSpPr>
              <a:spLocks/>
            </p:cNvSpPr>
            <p:nvPr/>
          </p:nvSpPr>
          <p:spPr bwMode="auto">
            <a:xfrm rot="5094805">
              <a:off x="1903090" y="2992452"/>
              <a:ext cx="22850" cy="36560"/>
            </a:xfrm>
            <a:custGeom>
              <a:avLst/>
              <a:gdLst>
                <a:gd name="T0" fmla="*/ 4 w 9"/>
                <a:gd name="T1" fmla="*/ 0 h 15"/>
                <a:gd name="T2" fmla="*/ 8 w 9"/>
                <a:gd name="T3" fmla="*/ 9 h 15"/>
                <a:gd name="T4" fmla="*/ 3 w 9"/>
                <a:gd name="T5" fmla="*/ 13 h 15"/>
                <a:gd name="T6" fmla="*/ 0 w 9"/>
                <a:gd name="T7" fmla="*/ 6 h 15"/>
                <a:gd name="T8" fmla="*/ 4 w 9"/>
                <a:gd name="T9" fmla="*/ 0 h 15"/>
              </a:gdLst>
              <a:ahLst/>
              <a:cxnLst>
                <a:cxn ang="0">
                  <a:pos x="T0" y="T1"/>
                </a:cxn>
                <a:cxn ang="0">
                  <a:pos x="T2" y="T3"/>
                </a:cxn>
                <a:cxn ang="0">
                  <a:pos x="T4" y="T5"/>
                </a:cxn>
                <a:cxn ang="0">
                  <a:pos x="T6" y="T7"/>
                </a:cxn>
                <a:cxn ang="0">
                  <a:pos x="T8" y="T9"/>
                </a:cxn>
              </a:cxnLst>
              <a:rect l="0" t="0" r="r" b="b"/>
              <a:pathLst>
                <a:path w="9" h="15">
                  <a:moveTo>
                    <a:pt x="4" y="0"/>
                  </a:moveTo>
                  <a:cubicBezTo>
                    <a:pt x="6" y="4"/>
                    <a:pt x="7" y="7"/>
                    <a:pt x="8" y="9"/>
                  </a:cubicBezTo>
                  <a:cubicBezTo>
                    <a:pt x="9" y="13"/>
                    <a:pt x="5" y="15"/>
                    <a:pt x="3" y="13"/>
                  </a:cubicBezTo>
                  <a:cubicBezTo>
                    <a:pt x="2" y="11"/>
                    <a:pt x="0" y="8"/>
                    <a:pt x="0" y="6"/>
                  </a:cubicBezTo>
                  <a:cubicBezTo>
                    <a:pt x="0" y="4"/>
                    <a:pt x="2" y="3"/>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0" name="Freeform 2854">
              <a:extLst>
                <a:ext uri="{FF2B5EF4-FFF2-40B4-BE49-F238E27FC236}">
                  <a16:creationId xmlns:a16="http://schemas.microsoft.com/office/drawing/2014/main" id="{141622AE-6CA6-9695-09EE-D220C8150052}"/>
                </a:ext>
              </a:extLst>
            </p:cNvPr>
            <p:cNvSpPr>
              <a:spLocks/>
            </p:cNvSpPr>
            <p:nvPr/>
          </p:nvSpPr>
          <p:spPr bwMode="auto">
            <a:xfrm rot="5094805">
              <a:off x="1932219" y="2795896"/>
              <a:ext cx="25135" cy="27420"/>
            </a:xfrm>
            <a:custGeom>
              <a:avLst/>
              <a:gdLst>
                <a:gd name="T0" fmla="*/ 10 w 10"/>
                <a:gd name="T1" fmla="*/ 6 h 11"/>
                <a:gd name="T2" fmla="*/ 5 w 10"/>
                <a:gd name="T3" fmla="*/ 10 h 11"/>
                <a:gd name="T4" fmla="*/ 0 w 10"/>
                <a:gd name="T5" fmla="*/ 4 h 11"/>
                <a:gd name="T6" fmla="*/ 4 w 10"/>
                <a:gd name="T7" fmla="*/ 1 h 11"/>
                <a:gd name="T8" fmla="*/ 10 w 10"/>
                <a:gd name="T9" fmla="*/ 6 h 11"/>
              </a:gdLst>
              <a:ahLst/>
              <a:cxnLst>
                <a:cxn ang="0">
                  <a:pos x="T0" y="T1"/>
                </a:cxn>
                <a:cxn ang="0">
                  <a:pos x="T2" y="T3"/>
                </a:cxn>
                <a:cxn ang="0">
                  <a:pos x="T4" y="T5"/>
                </a:cxn>
                <a:cxn ang="0">
                  <a:pos x="T6" y="T7"/>
                </a:cxn>
                <a:cxn ang="0">
                  <a:pos x="T8" y="T9"/>
                </a:cxn>
              </a:cxnLst>
              <a:rect l="0" t="0" r="r" b="b"/>
              <a:pathLst>
                <a:path w="10" h="11">
                  <a:moveTo>
                    <a:pt x="10" y="6"/>
                  </a:moveTo>
                  <a:cubicBezTo>
                    <a:pt x="8" y="8"/>
                    <a:pt x="7" y="10"/>
                    <a:pt x="5" y="10"/>
                  </a:cubicBezTo>
                  <a:cubicBezTo>
                    <a:pt x="3" y="11"/>
                    <a:pt x="0" y="7"/>
                    <a:pt x="0" y="4"/>
                  </a:cubicBezTo>
                  <a:cubicBezTo>
                    <a:pt x="1" y="2"/>
                    <a:pt x="3" y="0"/>
                    <a:pt x="4" y="1"/>
                  </a:cubicBezTo>
                  <a:cubicBezTo>
                    <a:pt x="5" y="1"/>
                    <a:pt x="7"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1" name="Freeform 2855">
              <a:extLst>
                <a:ext uri="{FF2B5EF4-FFF2-40B4-BE49-F238E27FC236}">
                  <a16:creationId xmlns:a16="http://schemas.microsoft.com/office/drawing/2014/main" id="{F04C5261-B754-BC01-387B-A56FE0557326}"/>
                </a:ext>
              </a:extLst>
            </p:cNvPr>
            <p:cNvSpPr>
              <a:spLocks/>
            </p:cNvSpPr>
            <p:nvPr/>
          </p:nvSpPr>
          <p:spPr bwMode="auto">
            <a:xfrm rot="5094805">
              <a:off x="1949775" y="2591424"/>
              <a:ext cx="22850" cy="31990"/>
            </a:xfrm>
            <a:custGeom>
              <a:avLst/>
              <a:gdLst>
                <a:gd name="T0" fmla="*/ 4 w 9"/>
                <a:gd name="T1" fmla="*/ 0 h 13"/>
                <a:gd name="T2" fmla="*/ 8 w 9"/>
                <a:gd name="T3" fmla="*/ 7 h 13"/>
                <a:gd name="T4" fmla="*/ 3 w 9"/>
                <a:gd name="T5" fmla="*/ 11 h 13"/>
                <a:gd name="T6" fmla="*/ 0 w 9"/>
                <a:gd name="T7" fmla="*/ 5 h 13"/>
                <a:gd name="T8" fmla="*/ 4 w 9"/>
                <a:gd name="T9" fmla="*/ 0 h 13"/>
              </a:gdLst>
              <a:ahLst/>
              <a:cxnLst>
                <a:cxn ang="0">
                  <a:pos x="T0" y="T1"/>
                </a:cxn>
                <a:cxn ang="0">
                  <a:pos x="T2" y="T3"/>
                </a:cxn>
                <a:cxn ang="0">
                  <a:pos x="T4" y="T5"/>
                </a:cxn>
                <a:cxn ang="0">
                  <a:pos x="T6" y="T7"/>
                </a:cxn>
                <a:cxn ang="0">
                  <a:pos x="T8" y="T9"/>
                </a:cxn>
              </a:cxnLst>
              <a:rect l="0" t="0" r="r" b="b"/>
              <a:pathLst>
                <a:path w="9" h="13">
                  <a:moveTo>
                    <a:pt x="4" y="0"/>
                  </a:moveTo>
                  <a:cubicBezTo>
                    <a:pt x="6" y="3"/>
                    <a:pt x="8" y="5"/>
                    <a:pt x="8" y="7"/>
                  </a:cubicBezTo>
                  <a:cubicBezTo>
                    <a:pt x="9" y="10"/>
                    <a:pt x="5" y="13"/>
                    <a:pt x="3" y="11"/>
                  </a:cubicBezTo>
                  <a:cubicBezTo>
                    <a:pt x="2" y="10"/>
                    <a:pt x="0" y="7"/>
                    <a:pt x="0" y="5"/>
                  </a:cubicBezTo>
                  <a:cubicBezTo>
                    <a:pt x="0" y="3"/>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2" name="Freeform 2856">
              <a:extLst>
                <a:ext uri="{FF2B5EF4-FFF2-40B4-BE49-F238E27FC236}">
                  <a16:creationId xmlns:a16="http://schemas.microsoft.com/office/drawing/2014/main" id="{25768094-DC61-2A27-FBB0-6C8FE219B35A}"/>
                </a:ext>
              </a:extLst>
            </p:cNvPr>
            <p:cNvSpPr>
              <a:spLocks/>
            </p:cNvSpPr>
            <p:nvPr/>
          </p:nvSpPr>
          <p:spPr bwMode="auto">
            <a:xfrm rot="5094805">
              <a:off x="1938139" y="2398505"/>
              <a:ext cx="25135" cy="27420"/>
            </a:xfrm>
            <a:custGeom>
              <a:avLst/>
              <a:gdLst>
                <a:gd name="T0" fmla="*/ 10 w 10"/>
                <a:gd name="T1" fmla="*/ 4 h 11"/>
                <a:gd name="T2" fmla="*/ 6 w 10"/>
                <a:gd name="T3" fmla="*/ 10 h 11"/>
                <a:gd name="T4" fmla="*/ 1 w 10"/>
                <a:gd name="T5" fmla="*/ 7 h 11"/>
                <a:gd name="T6" fmla="*/ 4 w 10"/>
                <a:gd name="T7" fmla="*/ 0 h 11"/>
                <a:gd name="T8" fmla="*/ 10 w 10"/>
                <a:gd name="T9" fmla="*/ 4 h 11"/>
              </a:gdLst>
              <a:ahLst/>
              <a:cxnLst>
                <a:cxn ang="0">
                  <a:pos x="T0" y="T1"/>
                </a:cxn>
                <a:cxn ang="0">
                  <a:pos x="T2" y="T3"/>
                </a:cxn>
                <a:cxn ang="0">
                  <a:pos x="T4" y="T5"/>
                </a:cxn>
                <a:cxn ang="0">
                  <a:pos x="T6" y="T7"/>
                </a:cxn>
                <a:cxn ang="0">
                  <a:pos x="T8" y="T9"/>
                </a:cxn>
              </a:cxnLst>
              <a:rect l="0" t="0" r="r" b="b"/>
              <a:pathLst>
                <a:path w="10" h="11">
                  <a:moveTo>
                    <a:pt x="10" y="4"/>
                  </a:moveTo>
                  <a:cubicBezTo>
                    <a:pt x="8" y="7"/>
                    <a:pt x="7" y="9"/>
                    <a:pt x="6" y="10"/>
                  </a:cubicBezTo>
                  <a:cubicBezTo>
                    <a:pt x="4" y="11"/>
                    <a:pt x="2" y="10"/>
                    <a:pt x="1" y="7"/>
                  </a:cubicBezTo>
                  <a:cubicBezTo>
                    <a:pt x="0" y="4"/>
                    <a:pt x="1" y="0"/>
                    <a:pt x="4" y="0"/>
                  </a:cubicBezTo>
                  <a:cubicBezTo>
                    <a:pt x="5" y="1"/>
                    <a:pt x="7" y="2"/>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3" name="Freeform 2857">
              <a:extLst>
                <a:ext uri="{FF2B5EF4-FFF2-40B4-BE49-F238E27FC236}">
                  <a16:creationId xmlns:a16="http://schemas.microsoft.com/office/drawing/2014/main" id="{3F433A1C-B662-566E-7E35-7258B159B671}"/>
                </a:ext>
              </a:extLst>
            </p:cNvPr>
            <p:cNvSpPr>
              <a:spLocks/>
            </p:cNvSpPr>
            <p:nvPr/>
          </p:nvSpPr>
          <p:spPr bwMode="auto">
            <a:xfrm rot="5094805">
              <a:off x="1900338" y="2204691"/>
              <a:ext cx="22850" cy="29705"/>
            </a:xfrm>
            <a:custGeom>
              <a:avLst/>
              <a:gdLst>
                <a:gd name="T0" fmla="*/ 10 w 10"/>
                <a:gd name="T1" fmla="*/ 4 h 12"/>
                <a:gd name="T2" fmla="*/ 6 w 10"/>
                <a:gd name="T3" fmla="*/ 10 h 12"/>
                <a:gd name="T4" fmla="*/ 1 w 10"/>
                <a:gd name="T5" fmla="*/ 7 h 12"/>
                <a:gd name="T6" fmla="*/ 4 w 10"/>
                <a:gd name="T7" fmla="*/ 1 h 12"/>
                <a:gd name="T8" fmla="*/ 10 w 10"/>
                <a:gd name="T9" fmla="*/ 4 h 12"/>
              </a:gdLst>
              <a:ahLst/>
              <a:cxnLst>
                <a:cxn ang="0">
                  <a:pos x="T0" y="T1"/>
                </a:cxn>
                <a:cxn ang="0">
                  <a:pos x="T2" y="T3"/>
                </a:cxn>
                <a:cxn ang="0">
                  <a:pos x="T4" y="T5"/>
                </a:cxn>
                <a:cxn ang="0">
                  <a:pos x="T6" y="T7"/>
                </a:cxn>
                <a:cxn ang="0">
                  <a:pos x="T8" y="T9"/>
                </a:cxn>
              </a:cxnLst>
              <a:rect l="0" t="0" r="r" b="b"/>
              <a:pathLst>
                <a:path w="10" h="12">
                  <a:moveTo>
                    <a:pt x="10" y="4"/>
                  </a:moveTo>
                  <a:cubicBezTo>
                    <a:pt x="8" y="7"/>
                    <a:pt x="7" y="9"/>
                    <a:pt x="6" y="10"/>
                  </a:cubicBezTo>
                  <a:cubicBezTo>
                    <a:pt x="4" y="12"/>
                    <a:pt x="2" y="10"/>
                    <a:pt x="1" y="7"/>
                  </a:cubicBezTo>
                  <a:cubicBezTo>
                    <a:pt x="0" y="4"/>
                    <a:pt x="1" y="0"/>
                    <a:pt x="4" y="1"/>
                  </a:cubicBezTo>
                  <a:cubicBezTo>
                    <a:pt x="6" y="1"/>
                    <a:pt x="7" y="2"/>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4" name="Freeform 2858">
              <a:extLst>
                <a:ext uri="{FF2B5EF4-FFF2-40B4-BE49-F238E27FC236}">
                  <a16:creationId xmlns:a16="http://schemas.microsoft.com/office/drawing/2014/main" id="{3D80B433-5C2A-C93A-9E98-545CB64B3708}"/>
                </a:ext>
              </a:extLst>
            </p:cNvPr>
            <p:cNvSpPr>
              <a:spLocks/>
            </p:cNvSpPr>
            <p:nvPr/>
          </p:nvSpPr>
          <p:spPr bwMode="auto">
            <a:xfrm rot="5094805">
              <a:off x="1883022" y="2009054"/>
              <a:ext cx="20565" cy="31990"/>
            </a:xfrm>
            <a:custGeom>
              <a:avLst/>
              <a:gdLst>
                <a:gd name="T0" fmla="*/ 4 w 8"/>
                <a:gd name="T1" fmla="*/ 0 h 13"/>
                <a:gd name="T2" fmla="*/ 8 w 8"/>
                <a:gd name="T3" fmla="*/ 7 h 13"/>
                <a:gd name="T4" fmla="*/ 3 w 8"/>
                <a:gd name="T5" fmla="*/ 11 h 13"/>
                <a:gd name="T6" fmla="*/ 0 w 8"/>
                <a:gd name="T7" fmla="*/ 6 h 13"/>
                <a:gd name="T8" fmla="*/ 4 w 8"/>
                <a:gd name="T9" fmla="*/ 0 h 13"/>
              </a:gdLst>
              <a:ahLst/>
              <a:cxnLst>
                <a:cxn ang="0">
                  <a:pos x="T0" y="T1"/>
                </a:cxn>
                <a:cxn ang="0">
                  <a:pos x="T2" y="T3"/>
                </a:cxn>
                <a:cxn ang="0">
                  <a:pos x="T4" y="T5"/>
                </a:cxn>
                <a:cxn ang="0">
                  <a:pos x="T6" y="T7"/>
                </a:cxn>
                <a:cxn ang="0">
                  <a:pos x="T8" y="T9"/>
                </a:cxn>
              </a:cxnLst>
              <a:rect l="0" t="0" r="r" b="b"/>
              <a:pathLst>
                <a:path w="8" h="13">
                  <a:moveTo>
                    <a:pt x="4" y="0"/>
                  </a:moveTo>
                  <a:cubicBezTo>
                    <a:pt x="6" y="3"/>
                    <a:pt x="7" y="5"/>
                    <a:pt x="8" y="7"/>
                  </a:cubicBezTo>
                  <a:cubicBezTo>
                    <a:pt x="8" y="10"/>
                    <a:pt x="5" y="13"/>
                    <a:pt x="3" y="11"/>
                  </a:cubicBezTo>
                  <a:cubicBezTo>
                    <a:pt x="2" y="10"/>
                    <a:pt x="0" y="7"/>
                    <a:pt x="0" y="6"/>
                  </a:cubicBezTo>
                  <a:cubicBezTo>
                    <a:pt x="0" y="4"/>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5" name="Freeform 2859">
              <a:extLst>
                <a:ext uri="{FF2B5EF4-FFF2-40B4-BE49-F238E27FC236}">
                  <a16:creationId xmlns:a16="http://schemas.microsoft.com/office/drawing/2014/main" id="{7B310073-B0AB-6878-9B8C-195605115A54}"/>
                </a:ext>
              </a:extLst>
            </p:cNvPr>
            <p:cNvSpPr>
              <a:spLocks/>
            </p:cNvSpPr>
            <p:nvPr/>
          </p:nvSpPr>
          <p:spPr bwMode="auto">
            <a:xfrm rot="5094805">
              <a:off x="1881724" y="1816260"/>
              <a:ext cx="25135" cy="27420"/>
            </a:xfrm>
            <a:custGeom>
              <a:avLst/>
              <a:gdLst>
                <a:gd name="T0" fmla="*/ 10 w 10"/>
                <a:gd name="T1" fmla="*/ 6 h 11"/>
                <a:gd name="T2" fmla="*/ 6 w 10"/>
                <a:gd name="T3" fmla="*/ 11 h 11"/>
                <a:gd name="T4" fmla="*/ 1 w 10"/>
                <a:gd name="T5" fmla="*/ 7 h 11"/>
                <a:gd name="T6" fmla="*/ 4 w 10"/>
                <a:gd name="T7" fmla="*/ 1 h 11"/>
                <a:gd name="T8" fmla="*/ 10 w 10"/>
                <a:gd name="T9" fmla="*/ 6 h 11"/>
              </a:gdLst>
              <a:ahLst/>
              <a:cxnLst>
                <a:cxn ang="0">
                  <a:pos x="T0" y="T1"/>
                </a:cxn>
                <a:cxn ang="0">
                  <a:pos x="T2" y="T3"/>
                </a:cxn>
                <a:cxn ang="0">
                  <a:pos x="T4" y="T5"/>
                </a:cxn>
                <a:cxn ang="0">
                  <a:pos x="T6" y="T7"/>
                </a:cxn>
                <a:cxn ang="0">
                  <a:pos x="T8" y="T9"/>
                </a:cxn>
              </a:cxnLst>
              <a:rect l="0" t="0" r="r" b="b"/>
              <a:pathLst>
                <a:path w="10" h="11">
                  <a:moveTo>
                    <a:pt x="10" y="6"/>
                  </a:moveTo>
                  <a:cubicBezTo>
                    <a:pt x="8" y="8"/>
                    <a:pt x="7" y="10"/>
                    <a:pt x="6" y="11"/>
                  </a:cubicBezTo>
                  <a:cubicBezTo>
                    <a:pt x="4" y="11"/>
                    <a:pt x="2" y="9"/>
                    <a:pt x="1" y="7"/>
                  </a:cubicBezTo>
                  <a:cubicBezTo>
                    <a:pt x="0" y="3"/>
                    <a:pt x="1" y="0"/>
                    <a:pt x="4" y="1"/>
                  </a:cubicBezTo>
                  <a:cubicBezTo>
                    <a:pt x="6" y="2"/>
                    <a:pt x="7"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6" name="Freeform 2860">
              <a:extLst>
                <a:ext uri="{FF2B5EF4-FFF2-40B4-BE49-F238E27FC236}">
                  <a16:creationId xmlns:a16="http://schemas.microsoft.com/office/drawing/2014/main" id="{E1FCA6BF-4CF7-C2C1-23AE-D6759A3D7BE2}"/>
                </a:ext>
              </a:extLst>
            </p:cNvPr>
            <p:cNvSpPr>
              <a:spLocks/>
            </p:cNvSpPr>
            <p:nvPr/>
          </p:nvSpPr>
          <p:spPr bwMode="auto">
            <a:xfrm rot="5094805">
              <a:off x="1897312" y="1618933"/>
              <a:ext cx="20565" cy="25135"/>
            </a:xfrm>
            <a:custGeom>
              <a:avLst/>
              <a:gdLst>
                <a:gd name="T0" fmla="*/ 9 w 9"/>
                <a:gd name="T1" fmla="*/ 5 h 10"/>
                <a:gd name="T2" fmla="*/ 5 w 9"/>
                <a:gd name="T3" fmla="*/ 9 h 10"/>
                <a:gd name="T4" fmla="*/ 0 w 9"/>
                <a:gd name="T5" fmla="*/ 3 h 10"/>
                <a:gd name="T6" fmla="*/ 4 w 9"/>
                <a:gd name="T7" fmla="*/ 0 h 10"/>
                <a:gd name="T8" fmla="*/ 9 w 9"/>
                <a:gd name="T9" fmla="*/ 5 h 10"/>
              </a:gdLst>
              <a:ahLst/>
              <a:cxnLst>
                <a:cxn ang="0">
                  <a:pos x="T0" y="T1"/>
                </a:cxn>
                <a:cxn ang="0">
                  <a:pos x="T2" y="T3"/>
                </a:cxn>
                <a:cxn ang="0">
                  <a:pos x="T4" y="T5"/>
                </a:cxn>
                <a:cxn ang="0">
                  <a:pos x="T6" y="T7"/>
                </a:cxn>
                <a:cxn ang="0">
                  <a:pos x="T8" y="T9"/>
                </a:cxn>
              </a:cxnLst>
              <a:rect l="0" t="0" r="r" b="b"/>
              <a:pathLst>
                <a:path w="9" h="10">
                  <a:moveTo>
                    <a:pt x="9" y="5"/>
                  </a:moveTo>
                  <a:cubicBezTo>
                    <a:pt x="8" y="7"/>
                    <a:pt x="7" y="9"/>
                    <a:pt x="5" y="9"/>
                  </a:cubicBezTo>
                  <a:cubicBezTo>
                    <a:pt x="3" y="10"/>
                    <a:pt x="0" y="6"/>
                    <a:pt x="0" y="3"/>
                  </a:cubicBezTo>
                  <a:cubicBezTo>
                    <a:pt x="1" y="2"/>
                    <a:pt x="3" y="0"/>
                    <a:pt x="4" y="0"/>
                  </a:cubicBezTo>
                  <a:cubicBezTo>
                    <a:pt x="5" y="1"/>
                    <a:pt x="7" y="3"/>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7" name="Freeform 2861">
              <a:extLst>
                <a:ext uri="{FF2B5EF4-FFF2-40B4-BE49-F238E27FC236}">
                  <a16:creationId xmlns:a16="http://schemas.microsoft.com/office/drawing/2014/main" id="{26F35960-261D-5786-F2A6-6E4BD5459D2D}"/>
                </a:ext>
              </a:extLst>
            </p:cNvPr>
            <p:cNvSpPr>
              <a:spLocks/>
            </p:cNvSpPr>
            <p:nvPr/>
          </p:nvSpPr>
          <p:spPr bwMode="auto">
            <a:xfrm rot="5094805">
              <a:off x="1923124" y="1421432"/>
              <a:ext cx="25135" cy="20565"/>
            </a:xfrm>
            <a:custGeom>
              <a:avLst/>
              <a:gdLst>
                <a:gd name="T0" fmla="*/ 10 w 10"/>
                <a:gd name="T1" fmla="*/ 7 h 9"/>
                <a:gd name="T2" fmla="*/ 5 w 10"/>
                <a:gd name="T3" fmla="*/ 9 h 9"/>
                <a:gd name="T4" fmla="*/ 1 w 10"/>
                <a:gd name="T5" fmla="*/ 3 h 9"/>
                <a:gd name="T6" fmla="*/ 5 w 10"/>
                <a:gd name="T7" fmla="*/ 1 h 9"/>
                <a:gd name="T8" fmla="*/ 10 w 10"/>
                <a:gd name="T9" fmla="*/ 7 h 9"/>
              </a:gdLst>
              <a:ahLst/>
              <a:cxnLst>
                <a:cxn ang="0">
                  <a:pos x="T0" y="T1"/>
                </a:cxn>
                <a:cxn ang="0">
                  <a:pos x="T2" y="T3"/>
                </a:cxn>
                <a:cxn ang="0">
                  <a:pos x="T4" y="T5"/>
                </a:cxn>
                <a:cxn ang="0">
                  <a:pos x="T6" y="T7"/>
                </a:cxn>
                <a:cxn ang="0">
                  <a:pos x="T8" y="T9"/>
                </a:cxn>
              </a:cxnLst>
              <a:rect l="0" t="0" r="r" b="b"/>
              <a:pathLst>
                <a:path w="10" h="9">
                  <a:moveTo>
                    <a:pt x="10" y="7"/>
                  </a:moveTo>
                  <a:cubicBezTo>
                    <a:pt x="8" y="8"/>
                    <a:pt x="7" y="9"/>
                    <a:pt x="5" y="9"/>
                  </a:cubicBezTo>
                  <a:cubicBezTo>
                    <a:pt x="3" y="9"/>
                    <a:pt x="0" y="5"/>
                    <a:pt x="1" y="3"/>
                  </a:cubicBezTo>
                  <a:cubicBezTo>
                    <a:pt x="1" y="1"/>
                    <a:pt x="3" y="0"/>
                    <a:pt x="5" y="1"/>
                  </a:cubicBezTo>
                  <a:cubicBezTo>
                    <a:pt x="7" y="2"/>
                    <a:pt x="8" y="4"/>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8" name="Freeform 2862">
              <a:extLst>
                <a:ext uri="{FF2B5EF4-FFF2-40B4-BE49-F238E27FC236}">
                  <a16:creationId xmlns:a16="http://schemas.microsoft.com/office/drawing/2014/main" id="{43138FA5-CB31-05C1-A08B-334F499D15CA}"/>
                </a:ext>
              </a:extLst>
            </p:cNvPr>
            <p:cNvSpPr>
              <a:spLocks/>
            </p:cNvSpPr>
            <p:nvPr/>
          </p:nvSpPr>
          <p:spPr bwMode="auto">
            <a:xfrm rot="5094805">
              <a:off x="1955976" y="1223517"/>
              <a:ext cx="25135" cy="20565"/>
            </a:xfrm>
            <a:custGeom>
              <a:avLst/>
              <a:gdLst>
                <a:gd name="T0" fmla="*/ 10 w 10"/>
                <a:gd name="T1" fmla="*/ 6 h 8"/>
                <a:gd name="T2" fmla="*/ 5 w 10"/>
                <a:gd name="T3" fmla="*/ 8 h 8"/>
                <a:gd name="T4" fmla="*/ 0 w 10"/>
                <a:gd name="T5" fmla="*/ 3 h 8"/>
                <a:gd name="T6" fmla="*/ 4 w 10"/>
                <a:gd name="T7" fmla="*/ 1 h 8"/>
                <a:gd name="T8" fmla="*/ 10 w 10"/>
                <a:gd name="T9" fmla="*/ 6 h 8"/>
              </a:gdLst>
              <a:ahLst/>
              <a:cxnLst>
                <a:cxn ang="0">
                  <a:pos x="T0" y="T1"/>
                </a:cxn>
                <a:cxn ang="0">
                  <a:pos x="T2" y="T3"/>
                </a:cxn>
                <a:cxn ang="0">
                  <a:pos x="T4" y="T5"/>
                </a:cxn>
                <a:cxn ang="0">
                  <a:pos x="T6" y="T7"/>
                </a:cxn>
                <a:cxn ang="0">
                  <a:pos x="T8" y="T9"/>
                </a:cxn>
              </a:cxnLst>
              <a:rect l="0" t="0" r="r" b="b"/>
              <a:pathLst>
                <a:path w="10" h="8">
                  <a:moveTo>
                    <a:pt x="10" y="6"/>
                  </a:moveTo>
                  <a:cubicBezTo>
                    <a:pt x="7" y="7"/>
                    <a:pt x="6" y="8"/>
                    <a:pt x="5" y="8"/>
                  </a:cubicBezTo>
                  <a:cubicBezTo>
                    <a:pt x="3" y="8"/>
                    <a:pt x="0" y="5"/>
                    <a:pt x="0" y="3"/>
                  </a:cubicBezTo>
                  <a:cubicBezTo>
                    <a:pt x="1" y="1"/>
                    <a:pt x="2" y="0"/>
                    <a:pt x="4" y="1"/>
                  </a:cubicBezTo>
                  <a:cubicBezTo>
                    <a:pt x="6" y="2"/>
                    <a:pt x="7"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9" name="Freeform 2863">
              <a:extLst>
                <a:ext uri="{FF2B5EF4-FFF2-40B4-BE49-F238E27FC236}">
                  <a16:creationId xmlns:a16="http://schemas.microsoft.com/office/drawing/2014/main" id="{8BFBD1FA-7120-7ADD-43EE-5F69D86D3445}"/>
                </a:ext>
              </a:extLst>
            </p:cNvPr>
            <p:cNvSpPr>
              <a:spLocks/>
            </p:cNvSpPr>
            <p:nvPr/>
          </p:nvSpPr>
          <p:spPr bwMode="auto">
            <a:xfrm rot="5094805">
              <a:off x="1988422" y="1023335"/>
              <a:ext cx="25135" cy="15995"/>
            </a:xfrm>
            <a:custGeom>
              <a:avLst/>
              <a:gdLst>
                <a:gd name="T0" fmla="*/ 10 w 10"/>
                <a:gd name="T1" fmla="*/ 5 h 7"/>
                <a:gd name="T2" fmla="*/ 6 w 10"/>
                <a:gd name="T3" fmla="*/ 7 h 7"/>
                <a:gd name="T4" fmla="*/ 1 w 10"/>
                <a:gd name="T5" fmla="*/ 4 h 7"/>
                <a:gd name="T6" fmla="*/ 4 w 10"/>
                <a:gd name="T7" fmla="*/ 1 h 7"/>
                <a:gd name="T8" fmla="*/ 10 w 10"/>
                <a:gd name="T9" fmla="*/ 5 h 7"/>
              </a:gdLst>
              <a:ahLst/>
              <a:cxnLst>
                <a:cxn ang="0">
                  <a:pos x="T0" y="T1"/>
                </a:cxn>
                <a:cxn ang="0">
                  <a:pos x="T2" y="T3"/>
                </a:cxn>
                <a:cxn ang="0">
                  <a:pos x="T4" y="T5"/>
                </a:cxn>
                <a:cxn ang="0">
                  <a:pos x="T6" y="T7"/>
                </a:cxn>
                <a:cxn ang="0">
                  <a:pos x="T8" y="T9"/>
                </a:cxn>
              </a:cxnLst>
              <a:rect l="0" t="0" r="r" b="b"/>
              <a:pathLst>
                <a:path w="10" h="7">
                  <a:moveTo>
                    <a:pt x="10" y="5"/>
                  </a:moveTo>
                  <a:cubicBezTo>
                    <a:pt x="8" y="6"/>
                    <a:pt x="7" y="7"/>
                    <a:pt x="6" y="7"/>
                  </a:cubicBezTo>
                  <a:cubicBezTo>
                    <a:pt x="4" y="7"/>
                    <a:pt x="2" y="6"/>
                    <a:pt x="1" y="4"/>
                  </a:cubicBezTo>
                  <a:cubicBezTo>
                    <a:pt x="0" y="2"/>
                    <a:pt x="2" y="0"/>
                    <a:pt x="4" y="1"/>
                  </a:cubicBezTo>
                  <a:cubicBezTo>
                    <a:pt x="6" y="2"/>
                    <a:pt x="8" y="3"/>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0" name="Freeform 2864">
              <a:extLst>
                <a:ext uri="{FF2B5EF4-FFF2-40B4-BE49-F238E27FC236}">
                  <a16:creationId xmlns:a16="http://schemas.microsoft.com/office/drawing/2014/main" id="{9516139C-8AA9-FF73-68D2-2BF01CD75795}"/>
                </a:ext>
              </a:extLst>
            </p:cNvPr>
            <p:cNvSpPr>
              <a:spLocks/>
            </p:cNvSpPr>
            <p:nvPr/>
          </p:nvSpPr>
          <p:spPr bwMode="auto">
            <a:xfrm rot="5094805">
              <a:off x="2014243" y="823752"/>
              <a:ext cx="25135" cy="15995"/>
            </a:xfrm>
            <a:custGeom>
              <a:avLst/>
              <a:gdLst>
                <a:gd name="T0" fmla="*/ 0 w 10"/>
                <a:gd name="T1" fmla="*/ 1 h 6"/>
                <a:gd name="T2" fmla="*/ 4 w 10"/>
                <a:gd name="T3" fmla="*/ 0 h 6"/>
                <a:gd name="T4" fmla="*/ 9 w 10"/>
                <a:gd name="T5" fmla="*/ 2 h 6"/>
                <a:gd name="T6" fmla="*/ 6 w 10"/>
                <a:gd name="T7" fmla="*/ 5 h 6"/>
                <a:gd name="T8" fmla="*/ 0 w 10"/>
                <a:gd name="T9" fmla="*/ 1 h 6"/>
              </a:gdLst>
              <a:ahLst/>
              <a:cxnLst>
                <a:cxn ang="0">
                  <a:pos x="T0" y="T1"/>
                </a:cxn>
                <a:cxn ang="0">
                  <a:pos x="T2" y="T3"/>
                </a:cxn>
                <a:cxn ang="0">
                  <a:pos x="T4" y="T5"/>
                </a:cxn>
                <a:cxn ang="0">
                  <a:pos x="T6" y="T7"/>
                </a:cxn>
                <a:cxn ang="0">
                  <a:pos x="T8" y="T9"/>
                </a:cxn>
              </a:cxnLst>
              <a:rect l="0" t="0" r="r" b="b"/>
              <a:pathLst>
                <a:path w="10" h="6">
                  <a:moveTo>
                    <a:pt x="0" y="1"/>
                  </a:moveTo>
                  <a:cubicBezTo>
                    <a:pt x="2" y="1"/>
                    <a:pt x="3" y="0"/>
                    <a:pt x="4" y="0"/>
                  </a:cubicBezTo>
                  <a:cubicBezTo>
                    <a:pt x="6" y="0"/>
                    <a:pt x="8" y="1"/>
                    <a:pt x="9" y="2"/>
                  </a:cubicBezTo>
                  <a:cubicBezTo>
                    <a:pt x="10" y="4"/>
                    <a:pt x="8" y="6"/>
                    <a:pt x="6" y="5"/>
                  </a:cubicBezTo>
                  <a:cubicBezTo>
                    <a:pt x="4" y="4"/>
                    <a:pt x="3" y="3"/>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1" name="Freeform 2865">
              <a:extLst>
                <a:ext uri="{FF2B5EF4-FFF2-40B4-BE49-F238E27FC236}">
                  <a16:creationId xmlns:a16="http://schemas.microsoft.com/office/drawing/2014/main" id="{3569EDFB-EC0C-E8FA-5110-29007190ADCD}"/>
                </a:ext>
              </a:extLst>
            </p:cNvPr>
            <p:cNvSpPr>
              <a:spLocks/>
            </p:cNvSpPr>
            <p:nvPr/>
          </p:nvSpPr>
          <p:spPr bwMode="auto">
            <a:xfrm rot="5094805">
              <a:off x="2035821" y="631517"/>
              <a:ext cx="22850" cy="9140"/>
            </a:xfrm>
            <a:custGeom>
              <a:avLst/>
              <a:gdLst>
                <a:gd name="T0" fmla="*/ 10 w 10"/>
                <a:gd name="T1" fmla="*/ 3 h 4"/>
                <a:gd name="T2" fmla="*/ 5 w 10"/>
                <a:gd name="T3" fmla="*/ 4 h 4"/>
                <a:gd name="T4" fmla="*/ 1 w 10"/>
                <a:gd name="T5" fmla="*/ 1 h 4"/>
                <a:gd name="T6" fmla="*/ 5 w 10"/>
                <a:gd name="T7" fmla="*/ 0 h 4"/>
                <a:gd name="T8" fmla="*/ 10 w 10"/>
                <a:gd name="T9" fmla="*/ 3 h 4"/>
              </a:gdLst>
              <a:ahLst/>
              <a:cxnLst>
                <a:cxn ang="0">
                  <a:pos x="T0" y="T1"/>
                </a:cxn>
                <a:cxn ang="0">
                  <a:pos x="T2" y="T3"/>
                </a:cxn>
                <a:cxn ang="0">
                  <a:pos x="T4" y="T5"/>
                </a:cxn>
                <a:cxn ang="0">
                  <a:pos x="T6" y="T7"/>
                </a:cxn>
                <a:cxn ang="0">
                  <a:pos x="T8" y="T9"/>
                </a:cxn>
              </a:cxnLst>
              <a:rect l="0" t="0" r="r" b="b"/>
              <a:pathLst>
                <a:path w="10" h="4">
                  <a:moveTo>
                    <a:pt x="10" y="3"/>
                  </a:moveTo>
                  <a:cubicBezTo>
                    <a:pt x="8" y="4"/>
                    <a:pt x="7" y="4"/>
                    <a:pt x="5" y="4"/>
                  </a:cubicBezTo>
                  <a:cubicBezTo>
                    <a:pt x="3" y="4"/>
                    <a:pt x="0" y="3"/>
                    <a:pt x="1" y="1"/>
                  </a:cubicBezTo>
                  <a:cubicBezTo>
                    <a:pt x="1" y="0"/>
                    <a:pt x="2" y="0"/>
                    <a:pt x="5" y="0"/>
                  </a:cubicBezTo>
                  <a:cubicBezTo>
                    <a:pt x="6" y="1"/>
                    <a:pt x="8" y="2"/>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2" name="Freeform 2866">
              <a:extLst>
                <a:ext uri="{FF2B5EF4-FFF2-40B4-BE49-F238E27FC236}">
                  <a16:creationId xmlns:a16="http://schemas.microsoft.com/office/drawing/2014/main" id="{07E98461-EC7A-85E2-30B7-DA6F1CC9B767}"/>
                </a:ext>
              </a:extLst>
            </p:cNvPr>
            <p:cNvSpPr>
              <a:spLocks/>
            </p:cNvSpPr>
            <p:nvPr/>
          </p:nvSpPr>
          <p:spPr bwMode="auto">
            <a:xfrm rot="5094805">
              <a:off x="2032151" y="436746"/>
              <a:ext cx="25135" cy="6855"/>
            </a:xfrm>
            <a:custGeom>
              <a:avLst/>
              <a:gdLst>
                <a:gd name="T0" fmla="*/ 0 w 10"/>
                <a:gd name="T1" fmla="*/ 1 h 3"/>
                <a:gd name="T2" fmla="*/ 4 w 10"/>
                <a:gd name="T3" fmla="*/ 0 h 3"/>
                <a:gd name="T4" fmla="*/ 8 w 10"/>
                <a:gd name="T5" fmla="*/ 1 h 3"/>
                <a:gd name="T6" fmla="*/ 5 w 10"/>
                <a:gd name="T7" fmla="*/ 3 h 3"/>
                <a:gd name="T8" fmla="*/ 0 w 10"/>
                <a:gd name="T9" fmla="*/ 1 h 3"/>
              </a:gdLst>
              <a:ahLst/>
              <a:cxnLst>
                <a:cxn ang="0">
                  <a:pos x="T0" y="T1"/>
                </a:cxn>
                <a:cxn ang="0">
                  <a:pos x="T2" y="T3"/>
                </a:cxn>
                <a:cxn ang="0">
                  <a:pos x="T4" y="T5"/>
                </a:cxn>
                <a:cxn ang="0">
                  <a:pos x="T6" y="T7"/>
                </a:cxn>
                <a:cxn ang="0">
                  <a:pos x="T8" y="T9"/>
                </a:cxn>
              </a:cxnLst>
              <a:rect l="0" t="0" r="r" b="b"/>
              <a:pathLst>
                <a:path w="10" h="3">
                  <a:moveTo>
                    <a:pt x="0" y="1"/>
                  </a:moveTo>
                  <a:cubicBezTo>
                    <a:pt x="2" y="1"/>
                    <a:pt x="2" y="0"/>
                    <a:pt x="4" y="0"/>
                  </a:cubicBezTo>
                  <a:cubicBezTo>
                    <a:pt x="5" y="0"/>
                    <a:pt x="8" y="0"/>
                    <a:pt x="8" y="1"/>
                  </a:cubicBezTo>
                  <a:cubicBezTo>
                    <a:pt x="10" y="2"/>
                    <a:pt x="8" y="3"/>
                    <a:pt x="5" y="3"/>
                  </a:cubicBezTo>
                  <a:cubicBezTo>
                    <a:pt x="4" y="3"/>
                    <a:pt x="2"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3" name="Freeform 2867">
              <a:extLst>
                <a:ext uri="{FF2B5EF4-FFF2-40B4-BE49-F238E27FC236}">
                  <a16:creationId xmlns:a16="http://schemas.microsoft.com/office/drawing/2014/main" id="{34856317-0733-6A04-2BF7-B7D7EE0FE031}"/>
                </a:ext>
              </a:extLst>
            </p:cNvPr>
            <p:cNvSpPr>
              <a:spLocks/>
            </p:cNvSpPr>
            <p:nvPr/>
          </p:nvSpPr>
          <p:spPr bwMode="auto">
            <a:xfrm rot="5094805">
              <a:off x="2010590" y="246172"/>
              <a:ext cx="20565" cy="6855"/>
            </a:xfrm>
            <a:custGeom>
              <a:avLst/>
              <a:gdLst>
                <a:gd name="T0" fmla="*/ 4 w 8"/>
                <a:gd name="T1" fmla="*/ 0 h 3"/>
                <a:gd name="T2" fmla="*/ 8 w 8"/>
                <a:gd name="T3" fmla="*/ 1 h 3"/>
                <a:gd name="T4" fmla="*/ 3 w 8"/>
                <a:gd name="T5" fmla="*/ 2 h 3"/>
                <a:gd name="T6" fmla="*/ 0 w 8"/>
                <a:gd name="T7" fmla="*/ 1 h 3"/>
                <a:gd name="T8" fmla="*/ 4 w 8"/>
                <a:gd name="T9" fmla="*/ 0 h 3"/>
              </a:gdLst>
              <a:ahLst/>
              <a:cxnLst>
                <a:cxn ang="0">
                  <a:pos x="T0" y="T1"/>
                </a:cxn>
                <a:cxn ang="0">
                  <a:pos x="T2" y="T3"/>
                </a:cxn>
                <a:cxn ang="0">
                  <a:pos x="T4" y="T5"/>
                </a:cxn>
                <a:cxn ang="0">
                  <a:pos x="T6" y="T7"/>
                </a:cxn>
                <a:cxn ang="0">
                  <a:pos x="T8" y="T9"/>
                </a:cxn>
              </a:cxnLst>
              <a:rect l="0" t="0" r="r" b="b"/>
              <a:pathLst>
                <a:path w="8" h="3">
                  <a:moveTo>
                    <a:pt x="4" y="0"/>
                  </a:moveTo>
                  <a:cubicBezTo>
                    <a:pt x="6" y="0"/>
                    <a:pt x="7" y="0"/>
                    <a:pt x="8" y="1"/>
                  </a:cubicBezTo>
                  <a:cubicBezTo>
                    <a:pt x="8" y="1"/>
                    <a:pt x="5" y="3"/>
                    <a:pt x="3" y="2"/>
                  </a:cubicBezTo>
                  <a:cubicBezTo>
                    <a:pt x="1" y="2"/>
                    <a:pt x="0" y="2"/>
                    <a:pt x="0" y="1"/>
                  </a:cubicBezTo>
                  <a:cubicBezTo>
                    <a:pt x="0" y="1"/>
                    <a:pt x="2"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4" name="Freeform 2868">
              <a:extLst>
                <a:ext uri="{FF2B5EF4-FFF2-40B4-BE49-F238E27FC236}">
                  <a16:creationId xmlns:a16="http://schemas.microsoft.com/office/drawing/2014/main" id="{901BE490-7161-C181-84CE-880ACC9A6611}"/>
                </a:ext>
              </a:extLst>
            </p:cNvPr>
            <p:cNvSpPr>
              <a:spLocks/>
            </p:cNvSpPr>
            <p:nvPr/>
          </p:nvSpPr>
          <p:spPr bwMode="auto">
            <a:xfrm rot="5094805">
              <a:off x="1956019" y="57190"/>
              <a:ext cx="20565" cy="9140"/>
            </a:xfrm>
            <a:custGeom>
              <a:avLst/>
              <a:gdLst>
                <a:gd name="T0" fmla="*/ 4 w 9"/>
                <a:gd name="T1" fmla="*/ 3 h 4"/>
                <a:gd name="T2" fmla="*/ 0 w 9"/>
                <a:gd name="T3" fmla="*/ 3 h 4"/>
                <a:gd name="T4" fmla="*/ 3 w 9"/>
                <a:gd name="T5" fmla="*/ 1 h 4"/>
                <a:gd name="T6" fmla="*/ 8 w 9"/>
                <a:gd name="T7" fmla="*/ 1 h 4"/>
                <a:gd name="T8" fmla="*/ 4 w 9"/>
                <a:gd name="T9" fmla="*/ 3 h 4"/>
              </a:gdLst>
              <a:ahLst/>
              <a:cxnLst>
                <a:cxn ang="0">
                  <a:pos x="T0" y="T1"/>
                </a:cxn>
                <a:cxn ang="0">
                  <a:pos x="T2" y="T3"/>
                </a:cxn>
                <a:cxn ang="0">
                  <a:pos x="T4" y="T5"/>
                </a:cxn>
                <a:cxn ang="0">
                  <a:pos x="T6" y="T7"/>
                </a:cxn>
                <a:cxn ang="0">
                  <a:pos x="T8" y="T9"/>
                </a:cxn>
              </a:cxnLst>
              <a:rect l="0" t="0" r="r" b="b"/>
              <a:pathLst>
                <a:path w="9" h="4">
                  <a:moveTo>
                    <a:pt x="4" y="3"/>
                  </a:moveTo>
                  <a:cubicBezTo>
                    <a:pt x="2" y="3"/>
                    <a:pt x="1" y="4"/>
                    <a:pt x="0" y="3"/>
                  </a:cubicBezTo>
                  <a:cubicBezTo>
                    <a:pt x="0" y="3"/>
                    <a:pt x="2" y="2"/>
                    <a:pt x="3" y="1"/>
                  </a:cubicBezTo>
                  <a:cubicBezTo>
                    <a:pt x="6" y="1"/>
                    <a:pt x="9" y="0"/>
                    <a:pt x="8" y="1"/>
                  </a:cubicBezTo>
                  <a:cubicBezTo>
                    <a:pt x="7" y="2"/>
                    <a:pt x="6"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5" name="Freeform 2886">
              <a:extLst>
                <a:ext uri="{FF2B5EF4-FFF2-40B4-BE49-F238E27FC236}">
                  <a16:creationId xmlns:a16="http://schemas.microsoft.com/office/drawing/2014/main" id="{3686160B-6E36-1C64-7431-9462189D8059}"/>
                </a:ext>
              </a:extLst>
            </p:cNvPr>
            <p:cNvSpPr>
              <a:spLocks/>
            </p:cNvSpPr>
            <p:nvPr/>
          </p:nvSpPr>
          <p:spPr bwMode="auto">
            <a:xfrm rot="5094805">
              <a:off x="3136596" y="6784927"/>
              <a:ext cx="18280" cy="13710"/>
            </a:xfrm>
            <a:custGeom>
              <a:avLst/>
              <a:gdLst>
                <a:gd name="T0" fmla="*/ 5 w 8"/>
                <a:gd name="T1" fmla="*/ 5 h 5"/>
                <a:gd name="T2" fmla="*/ 0 w 8"/>
                <a:gd name="T3" fmla="*/ 4 h 5"/>
                <a:gd name="T4" fmla="*/ 2 w 8"/>
                <a:gd name="T5" fmla="*/ 1 h 5"/>
                <a:gd name="T6" fmla="*/ 8 w 8"/>
                <a:gd name="T7" fmla="*/ 1 h 5"/>
                <a:gd name="T8" fmla="*/ 5 w 8"/>
                <a:gd name="T9" fmla="*/ 5 h 5"/>
              </a:gdLst>
              <a:ahLst/>
              <a:cxnLst>
                <a:cxn ang="0">
                  <a:pos x="T0" y="T1"/>
                </a:cxn>
                <a:cxn ang="0">
                  <a:pos x="T2" y="T3"/>
                </a:cxn>
                <a:cxn ang="0">
                  <a:pos x="T4" y="T5"/>
                </a:cxn>
                <a:cxn ang="0">
                  <a:pos x="T6" y="T7"/>
                </a:cxn>
                <a:cxn ang="0">
                  <a:pos x="T8" y="T9"/>
                </a:cxn>
              </a:cxnLst>
              <a:rect l="0" t="0" r="r" b="b"/>
              <a:pathLst>
                <a:path w="8" h="5">
                  <a:moveTo>
                    <a:pt x="5" y="5"/>
                  </a:moveTo>
                  <a:cubicBezTo>
                    <a:pt x="3" y="4"/>
                    <a:pt x="1" y="4"/>
                    <a:pt x="0" y="4"/>
                  </a:cubicBezTo>
                  <a:cubicBezTo>
                    <a:pt x="0" y="3"/>
                    <a:pt x="1" y="2"/>
                    <a:pt x="2" y="1"/>
                  </a:cubicBezTo>
                  <a:cubicBezTo>
                    <a:pt x="4" y="0"/>
                    <a:pt x="8" y="0"/>
                    <a:pt x="8" y="1"/>
                  </a:cubicBezTo>
                  <a:cubicBezTo>
                    <a:pt x="7" y="2"/>
                    <a:pt x="6" y="3"/>
                    <a:pt x="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6" name="Freeform 2887">
              <a:extLst>
                <a:ext uri="{FF2B5EF4-FFF2-40B4-BE49-F238E27FC236}">
                  <a16:creationId xmlns:a16="http://schemas.microsoft.com/office/drawing/2014/main" id="{175F3EC1-6DA4-B10D-1289-02EE4390A27A}"/>
                </a:ext>
              </a:extLst>
            </p:cNvPr>
            <p:cNvSpPr>
              <a:spLocks/>
            </p:cNvSpPr>
            <p:nvPr/>
          </p:nvSpPr>
          <p:spPr bwMode="auto">
            <a:xfrm rot="5094805">
              <a:off x="3060298" y="6598915"/>
              <a:ext cx="20565" cy="11425"/>
            </a:xfrm>
            <a:custGeom>
              <a:avLst/>
              <a:gdLst>
                <a:gd name="T0" fmla="*/ 4 w 8"/>
                <a:gd name="T1" fmla="*/ 5 h 5"/>
                <a:gd name="T2" fmla="*/ 0 w 8"/>
                <a:gd name="T3" fmla="*/ 4 h 5"/>
                <a:gd name="T4" fmla="*/ 3 w 8"/>
                <a:gd name="T5" fmla="*/ 1 h 5"/>
                <a:gd name="T6" fmla="*/ 7 w 8"/>
                <a:gd name="T7" fmla="*/ 2 h 5"/>
                <a:gd name="T8" fmla="*/ 4 w 8"/>
                <a:gd name="T9" fmla="*/ 5 h 5"/>
              </a:gdLst>
              <a:ahLst/>
              <a:cxnLst>
                <a:cxn ang="0">
                  <a:pos x="T0" y="T1"/>
                </a:cxn>
                <a:cxn ang="0">
                  <a:pos x="T2" y="T3"/>
                </a:cxn>
                <a:cxn ang="0">
                  <a:pos x="T4" y="T5"/>
                </a:cxn>
                <a:cxn ang="0">
                  <a:pos x="T6" y="T7"/>
                </a:cxn>
                <a:cxn ang="0">
                  <a:pos x="T8" y="T9"/>
                </a:cxn>
              </a:cxnLst>
              <a:rect l="0" t="0" r="r" b="b"/>
              <a:pathLst>
                <a:path w="8" h="5">
                  <a:moveTo>
                    <a:pt x="4" y="5"/>
                  </a:moveTo>
                  <a:cubicBezTo>
                    <a:pt x="2" y="4"/>
                    <a:pt x="0" y="4"/>
                    <a:pt x="0" y="4"/>
                  </a:cubicBezTo>
                  <a:cubicBezTo>
                    <a:pt x="0" y="3"/>
                    <a:pt x="1" y="2"/>
                    <a:pt x="3" y="1"/>
                  </a:cubicBezTo>
                  <a:cubicBezTo>
                    <a:pt x="5" y="0"/>
                    <a:pt x="8" y="1"/>
                    <a:pt x="7" y="2"/>
                  </a:cubicBezTo>
                  <a:cubicBezTo>
                    <a:pt x="7" y="3"/>
                    <a:pt x="5" y="3"/>
                    <a:pt x="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7" name="Freeform 2888">
              <a:extLst>
                <a:ext uri="{FF2B5EF4-FFF2-40B4-BE49-F238E27FC236}">
                  <a16:creationId xmlns:a16="http://schemas.microsoft.com/office/drawing/2014/main" id="{28986202-A1B6-82A3-EE64-9A43D81118EA}"/>
                </a:ext>
              </a:extLst>
            </p:cNvPr>
            <p:cNvSpPr>
              <a:spLocks/>
            </p:cNvSpPr>
            <p:nvPr/>
          </p:nvSpPr>
          <p:spPr bwMode="auto">
            <a:xfrm rot="5094805">
              <a:off x="2993103" y="6412093"/>
              <a:ext cx="22850" cy="9140"/>
            </a:xfrm>
            <a:custGeom>
              <a:avLst/>
              <a:gdLst>
                <a:gd name="T0" fmla="*/ 4 w 9"/>
                <a:gd name="T1" fmla="*/ 4 h 4"/>
                <a:gd name="T2" fmla="*/ 0 w 9"/>
                <a:gd name="T3" fmla="*/ 3 h 4"/>
                <a:gd name="T4" fmla="*/ 3 w 9"/>
                <a:gd name="T5" fmla="*/ 1 h 4"/>
                <a:gd name="T6" fmla="*/ 8 w 9"/>
                <a:gd name="T7" fmla="*/ 2 h 4"/>
                <a:gd name="T8" fmla="*/ 4 w 9"/>
                <a:gd name="T9" fmla="*/ 4 h 4"/>
              </a:gdLst>
              <a:ahLst/>
              <a:cxnLst>
                <a:cxn ang="0">
                  <a:pos x="T0" y="T1"/>
                </a:cxn>
                <a:cxn ang="0">
                  <a:pos x="T2" y="T3"/>
                </a:cxn>
                <a:cxn ang="0">
                  <a:pos x="T4" y="T5"/>
                </a:cxn>
                <a:cxn ang="0">
                  <a:pos x="T6" y="T7"/>
                </a:cxn>
                <a:cxn ang="0">
                  <a:pos x="T8" y="T9"/>
                </a:cxn>
              </a:cxnLst>
              <a:rect l="0" t="0" r="r" b="b"/>
              <a:pathLst>
                <a:path w="9" h="4">
                  <a:moveTo>
                    <a:pt x="4" y="4"/>
                  </a:moveTo>
                  <a:cubicBezTo>
                    <a:pt x="2" y="4"/>
                    <a:pt x="0" y="4"/>
                    <a:pt x="0" y="3"/>
                  </a:cubicBezTo>
                  <a:cubicBezTo>
                    <a:pt x="0" y="2"/>
                    <a:pt x="2" y="1"/>
                    <a:pt x="3" y="1"/>
                  </a:cubicBezTo>
                  <a:cubicBezTo>
                    <a:pt x="6" y="0"/>
                    <a:pt x="9" y="1"/>
                    <a:pt x="8" y="2"/>
                  </a:cubicBezTo>
                  <a:cubicBezTo>
                    <a:pt x="8" y="2"/>
                    <a:pt x="6" y="3"/>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8" name="Freeform 2889">
              <a:extLst>
                <a:ext uri="{FF2B5EF4-FFF2-40B4-BE49-F238E27FC236}">
                  <a16:creationId xmlns:a16="http://schemas.microsoft.com/office/drawing/2014/main" id="{07EBD96E-CD89-6B70-FE7F-8EFEA90D7725}"/>
                </a:ext>
              </a:extLst>
            </p:cNvPr>
            <p:cNvSpPr>
              <a:spLocks/>
            </p:cNvSpPr>
            <p:nvPr/>
          </p:nvSpPr>
          <p:spPr bwMode="auto">
            <a:xfrm rot="5094805">
              <a:off x="2942890" y="6222917"/>
              <a:ext cx="18280" cy="6855"/>
            </a:xfrm>
            <a:custGeom>
              <a:avLst/>
              <a:gdLst>
                <a:gd name="T0" fmla="*/ 4 w 8"/>
                <a:gd name="T1" fmla="*/ 3 h 3"/>
                <a:gd name="T2" fmla="*/ 0 w 8"/>
                <a:gd name="T3" fmla="*/ 2 h 3"/>
                <a:gd name="T4" fmla="*/ 2 w 8"/>
                <a:gd name="T5" fmla="*/ 1 h 3"/>
                <a:gd name="T6" fmla="*/ 8 w 8"/>
                <a:gd name="T7" fmla="*/ 1 h 3"/>
                <a:gd name="T8" fmla="*/ 4 w 8"/>
                <a:gd name="T9" fmla="*/ 3 h 3"/>
              </a:gdLst>
              <a:ahLst/>
              <a:cxnLst>
                <a:cxn ang="0">
                  <a:pos x="T0" y="T1"/>
                </a:cxn>
                <a:cxn ang="0">
                  <a:pos x="T2" y="T3"/>
                </a:cxn>
                <a:cxn ang="0">
                  <a:pos x="T4" y="T5"/>
                </a:cxn>
                <a:cxn ang="0">
                  <a:pos x="T6" y="T7"/>
                </a:cxn>
                <a:cxn ang="0">
                  <a:pos x="T8" y="T9"/>
                </a:cxn>
              </a:cxnLst>
              <a:rect l="0" t="0" r="r" b="b"/>
              <a:pathLst>
                <a:path w="8" h="3">
                  <a:moveTo>
                    <a:pt x="4" y="3"/>
                  </a:moveTo>
                  <a:cubicBezTo>
                    <a:pt x="2" y="3"/>
                    <a:pt x="0" y="3"/>
                    <a:pt x="0" y="2"/>
                  </a:cubicBezTo>
                  <a:cubicBezTo>
                    <a:pt x="0" y="2"/>
                    <a:pt x="1" y="1"/>
                    <a:pt x="2" y="1"/>
                  </a:cubicBezTo>
                  <a:cubicBezTo>
                    <a:pt x="4" y="0"/>
                    <a:pt x="8" y="0"/>
                    <a:pt x="8" y="1"/>
                  </a:cubicBezTo>
                  <a:cubicBezTo>
                    <a:pt x="7" y="2"/>
                    <a:pt x="6"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9" name="Freeform 2890">
              <a:extLst>
                <a:ext uri="{FF2B5EF4-FFF2-40B4-BE49-F238E27FC236}">
                  <a16:creationId xmlns:a16="http://schemas.microsoft.com/office/drawing/2014/main" id="{AE96DA08-958E-EE4D-F9B0-30A7F3073267}"/>
                </a:ext>
              </a:extLst>
            </p:cNvPr>
            <p:cNvSpPr>
              <a:spLocks/>
            </p:cNvSpPr>
            <p:nvPr/>
          </p:nvSpPr>
          <p:spPr bwMode="auto">
            <a:xfrm rot="5094805">
              <a:off x="2900529" y="6029306"/>
              <a:ext cx="20565" cy="9140"/>
            </a:xfrm>
            <a:custGeom>
              <a:avLst/>
              <a:gdLst>
                <a:gd name="T0" fmla="*/ 4 w 8"/>
                <a:gd name="T1" fmla="*/ 4 h 4"/>
                <a:gd name="T2" fmla="*/ 0 w 8"/>
                <a:gd name="T3" fmla="*/ 2 h 4"/>
                <a:gd name="T4" fmla="*/ 3 w 8"/>
                <a:gd name="T5" fmla="*/ 0 h 4"/>
                <a:gd name="T6" fmla="*/ 8 w 8"/>
                <a:gd name="T7" fmla="*/ 1 h 4"/>
                <a:gd name="T8" fmla="*/ 4 w 8"/>
                <a:gd name="T9" fmla="*/ 4 h 4"/>
              </a:gdLst>
              <a:ahLst/>
              <a:cxnLst>
                <a:cxn ang="0">
                  <a:pos x="T0" y="T1"/>
                </a:cxn>
                <a:cxn ang="0">
                  <a:pos x="T2" y="T3"/>
                </a:cxn>
                <a:cxn ang="0">
                  <a:pos x="T4" y="T5"/>
                </a:cxn>
                <a:cxn ang="0">
                  <a:pos x="T6" y="T7"/>
                </a:cxn>
                <a:cxn ang="0">
                  <a:pos x="T8" y="T9"/>
                </a:cxn>
              </a:cxnLst>
              <a:rect l="0" t="0" r="r" b="b"/>
              <a:pathLst>
                <a:path w="8" h="4">
                  <a:moveTo>
                    <a:pt x="4" y="4"/>
                  </a:moveTo>
                  <a:cubicBezTo>
                    <a:pt x="2" y="3"/>
                    <a:pt x="0" y="3"/>
                    <a:pt x="0" y="2"/>
                  </a:cubicBezTo>
                  <a:cubicBezTo>
                    <a:pt x="0" y="2"/>
                    <a:pt x="2" y="1"/>
                    <a:pt x="3" y="0"/>
                  </a:cubicBezTo>
                  <a:cubicBezTo>
                    <a:pt x="5" y="0"/>
                    <a:pt x="8" y="1"/>
                    <a:pt x="8" y="1"/>
                  </a:cubicBezTo>
                  <a:cubicBezTo>
                    <a:pt x="7" y="2"/>
                    <a:pt x="6" y="3"/>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0" name="Freeform 2891">
              <a:extLst>
                <a:ext uri="{FF2B5EF4-FFF2-40B4-BE49-F238E27FC236}">
                  <a16:creationId xmlns:a16="http://schemas.microsoft.com/office/drawing/2014/main" id="{1A4E62F4-6A23-82AD-FF9D-6CE171E3778B}"/>
                </a:ext>
              </a:extLst>
            </p:cNvPr>
            <p:cNvSpPr>
              <a:spLocks/>
            </p:cNvSpPr>
            <p:nvPr/>
          </p:nvSpPr>
          <p:spPr bwMode="auto">
            <a:xfrm rot="5094805">
              <a:off x="2859614" y="5839108"/>
              <a:ext cx="20565" cy="11425"/>
            </a:xfrm>
            <a:custGeom>
              <a:avLst/>
              <a:gdLst>
                <a:gd name="T0" fmla="*/ 3 w 8"/>
                <a:gd name="T1" fmla="*/ 0 h 4"/>
                <a:gd name="T2" fmla="*/ 7 w 8"/>
                <a:gd name="T3" fmla="*/ 2 h 4"/>
                <a:gd name="T4" fmla="*/ 2 w 8"/>
                <a:gd name="T5" fmla="*/ 4 h 4"/>
                <a:gd name="T6" fmla="*/ 0 w 8"/>
                <a:gd name="T7" fmla="*/ 3 h 4"/>
                <a:gd name="T8" fmla="*/ 3 w 8"/>
                <a:gd name="T9" fmla="*/ 0 h 4"/>
              </a:gdLst>
              <a:ahLst/>
              <a:cxnLst>
                <a:cxn ang="0">
                  <a:pos x="T0" y="T1"/>
                </a:cxn>
                <a:cxn ang="0">
                  <a:pos x="T2" y="T3"/>
                </a:cxn>
                <a:cxn ang="0">
                  <a:pos x="T4" y="T5"/>
                </a:cxn>
                <a:cxn ang="0">
                  <a:pos x="T6" y="T7"/>
                </a:cxn>
                <a:cxn ang="0">
                  <a:pos x="T8" y="T9"/>
                </a:cxn>
              </a:cxnLst>
              <a:rect l="0" t="0" r="r" b="b"/>
              <a:pathLst>
                <a:path w="8" h="4">
                  <a:moveTo>
                    <a:pt x="3" y="0"/>
                  </a:moveTo>
                  <a:cubicBezTo>
                    <a:pt x="5" y="1"/>
                    <a:pt x="7" y="1"/>
                    <a:pt x="7" y="2"/>
                  </a:cubicBezTo>
                  <a:cubicBezTo>
                    <a:pt x="8" y="2"/>
                    <a:pt x="4" y="4"/>
                    <a:pt x="2" y="4"/>
                  </a:cubicBezTo>
                  <a:cubicBezTo>
                    <a:pt x="1" y="4"/>
                    <a:pt x="0" y="3"/>
                    <a:pt x="0" y="3"/>
                  </a:cubicBezTo>
                  <a:cubicBezTo>
                    <a:pt x="0" y="2"/>
                    <a:pt x="1"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1" name="Freeform 2892">
              <a:extLst>
                <a:ext uri="{FF2B5EF4-FFF2-40B4-BE49-F238E27FC236}">
                  <a16:creationId xmlns:a16="http://schemas.microsoft.com/office/drawing/2014/main" id="{037AAF90-4A6B-5B07-FECE-69B18A72FC34}"/>
                </a:ext>
              </a:extLst>
            </p:cNvPr>
            <p:cNvSpPr>
              <a:spLocks/>
            </p:cNvSpPr>
            <p:nvPr/>
          </p:nvSpPr>
          <p:spPr bwMode="auto">
            <a:xfrm rot="5094805">
              <a:off x="2801426" y="5649297"/>
              <a:ext cx="20565" cy="11425"/>
            </a:xfrm>
            <a:custGeom>
              <a:avLst/>
              <a:gdLst>
                <a:gd name="T0" fmla="*/ 9 w 9"/>
                <a:gd name="T1" fmla="*/ 1 h 5"/>
                <a:gd name="T2" fmla="*/ 4 w 9"/>
                <a:gd name="T3" fmla="*/ 4 h 5"/>
                <a:gd name="T4" fmla="*/ 0 w 9"/>
                <a:gd name="T5" fmla="*/ 3 h 5"/>
                <a:gd name="T6" fmla="*/ 4 w 9"/>
                <a:gd name="T7" fmla="*/ 0 h 5"/>
                <a:gd name="T8" fmla="*/ 9 w 9"/>
                <a:gd name="T9" fmla="*/ 1 h 5"/>
              </a:gdLst>
              <a:ahLst/>
              <a:cxnLst>
                <a:cxn ang="0">
                  <a:pos x="T0" y="T1"/>
                </a:cxn>
                <a:cxn ang="0">
                  <a:pos x="T2" y="T3"/>
                </a:cxn>
                <a:cxn ang="0">
                  <a:pos x="T4" y="T5"/>
                </a:cxn>
                <a:cxn ang="0">
                  <a:pos x="T6" y="T7"/>
                </a:cxn>
                <a:cxn ang="0">
                  <a:pos x="T8" y="T9"/>
                </a:cxn>
              </a:cxnLst>
              <a:rect l="0" t="0" r="r" b="b"/>
              <a:pathLst>
                <a:path w="9" h="5">
                  <a:moveTo>
                    <a:pt x="9" y="1"/>
                  </a:moveTo>
                  <a:cubicBezTo>
                    <a:pt x="7" y="3"/>
                    <a:pt x="6" y="4"/>
                    <a:pt x="4" y="4"/>
                  </a:cubicBezTo>
                  <a:cubicBezTo>
                    <a:pt x="2" y="5"/>
                    <a:pt x="0" y="4"/>
                    <a:pt x="0" y="3"/>
                  </a:cubicBezTo>
                  <a:cubicBezTo>
                    <a:pt x="0" y="2"/>
                    <a:pt x="2" y="1"/>
                    <a:pt x="4" y="0"/>
                  </a:cubicBezTo>
                  <a:cubicBezTo>
                    <a:pt x="6" y="0"/>
                    <a:pt x="7" y="1"/>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2" name="Freeform 2893">
              <a:extLst>
                <a:ext uri="{FF2B5EF4-FFF2-40B4-BE49-F238E27FC236}">
                  <a16:creationId xmlns:a16="http://schemas.microsoft.com/office/drawing/2014/main" id="{7A4F9BC5-7CA7-AC1E-2949-5BF94B9B2CC5}"/>
                </a:ext>
              </a:extLst>
            </p:cNvPr>
            <p:cNvSpPr>
              <a:spLocks/>
            </p:cNvSpPr>
            <p:nvPr/>
          </p:nvSpPr>
          <p:spPr bwMode="auto">
            <a:xfrm rot="5094805">
              <a:off x="2729573" y="5458213"/>
              <a:ext cx="25135" cy="15995"/>
            </a:xfrm>
            <a:custGeom>
              <a:avLst/>
              <a:gdLst>
                <a:gd name="T0" fmla="*/ 10 w 10"/>
                <a:gd name="T1" fmla="*/ 2 h 6"/>
                <a:gd name="T2" fmla="*/ 5 w 10"/>
                <a:gd name="T3" fmla="*/ 5 h 6"/>
                <a:gd name="T4" fmla="*/ 1 w 10"/>
                <a:gd name="T5" fmla="*/ 3 h 6"/>
                <a:gd name="T6" fmla="*/ 5 w 10"/>
                <a:gd name="T7" fmla="*/ 0 h 6"/>
                <a:gd name="T8" fmla="*/ 10 w 10"/>
                <a:gd name="T9" fmla="*/ 2 h 6"/>
              </a:gdLst>
              <a:ahLst/>
              <a:cxnLst>
                <a:cxn ang="0">
                  <a:pos x="T0" y="T1"/>
                </a:cxn>
                <a:cxn ang="0">
                  <a:pos x="T2" y="T3"/>
                </a:cxn>
                <a:cxn ang="0">
                  <a:pos x="T4" y="T5"/>
                </a:cxn>
                <a:cxn ang="0">
                  <a:pos x="T6" y="T7"/>
                </a:cxn>
                <a:cxn ang="0">
                  <a:pos x="T8" y="T9"/>
                </a:cxn>
              </a:cxnLst>
              <a:rect l="0" t="0" r="r" b="b"/>
              <a:pathLst>
                <a:path w="10" h="6">
                  <a:moveTo>
                    <a:pt x="10" y="2"/>
                  </a:moveTo>
                  <a:cubicBezTo>
                    <a:pt x="8" y="3"/>
                    <a:pt x="6" y="4"/>
                    <a:pt x="5" y="5"/>
                  </a:cubicBezTo>
                  <a:cubicBezTo>
                    <a:pt x="3" y="6"/>
                    <a:pt x="0" y="5"/>
                    <a:pt x="1" y="3"/>
                  </a:cubicBezTo>
                  <a:cubicBezTo>
                    <a:pt x="1" y="2"/>
                    <a:pt x="3" y="0"/>
                    <a:pt x="5" y="0"/>
                  </a:cubicBezTo>
                  <a:cubicBezTo>
                    <a:pt x="7" y="0"/>
                    <a:pt x="8" y="1"/>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3" name="Freeform 2894">
              <a:extLst>
                <a:ext uri="{FF2B5EF4-FFF2-40B4-BE49-F238E27FC236}">
                  <a16:creationId xmlns:a16="http://schemas.microsoft.com/office/drawing/2014/main" id="{248DC4A7-C875-3271-9ECA-CC722413B19F}"/>
                </a:ext>
              </a:extLst>
            </p:cNvPr>
            <p:cNvSpPr>
              <a:spLocks/>
            </p:cNvSpPr>
            <p:nvPr/>
          </p:nvSpPr>
          <p:spPr bwMode="auto">
            <a:xfrm rot="5094805">
              <a:off x="2651114" y="5270419"/>
              <a:ext cx="20565" cy="20565"/>
            </a:xfrm>
            <a:custGeom>
              <a:avLst/>
              <a:gdLst>
                <a:gd name="T0" fmla="*/ 4 w 8"/>
                <a:gd name="T1" fmla="*/ 8 h 8"/>
                <a:gd name="T2" fmla="*/ 0 w 8"/>
                <a:gd name="T3" fmla="*/ 5 h 8"/>
                <a:gd name="T4" fmla="*/ 3 w 8"/>
                <a:gd name="T5" fmla="*/ 1 h 8"/>
                <a:gd name="T6" fmla="*/ 7 w 8"/>
                <a:gd name="T7" fmla="*/ 3 h 8"/>
                <a:gd name="T8" fmla="*/ 4 w 8"/>
                <a:gd name="T9" fmla="*/ 8 h 8"/>
              </a:gdLst>
              <a:ahLst/>
              <a:cxnLst>
                <a:cxn ang="0">
                  <a:pos x="T0" y="T1"/>
                </a:cxn>
                <a:cxn ang="0">
                  <a:pos x="T2" y="T3"/>
                </a:cxn>
                <a:cxn ang="0">
                  <a:pos x="T4" y="T5"/>
                </a:cxn>
                <a:cxn ang="0">
                  <a:pos x="T6" y="T7"/>
                </a:cxn>
                <a:cxn ang="0">
                  <a:pos x="T8" y="T9"/>
                </a:cxn>
              </a:cxnLst>
              <a:rect l="0" t="0" r="r" b="b"/>
              <a:pathLst>
                <a:path w="8" h="8">
                  <a:moveTo>
                    <a:pt x="4" y="8"/>
                  </a:moveTo>
                  <a:cubicBezTo>
                    <a:pt x="2" y="7"/>
                    <a:pt x="0" y="6"/>
                    <a:pt x="0" y="5"/>
                  </a:cubicBezTo>
                  <a:cubicBezTo>
                    <a:pt x="0" y="4"/>
                    <a:pt x="1" y="2"/>
                    <a:pt x="3" y="1"/>
                  </a:cubicBezTo>
                  <a:cubicBezTo>
                    <a:pt x="5" y="0"/>
                    <a:pt x="8" y="1"/>
                    <a:pt x="7" y="3"/>
                  </a:cubicBezTo>
                  <a:cubicBezTo>
                    <a:pt x="7" y="4"/>
                    <a:pt x="6" y="5"/>
                    <a:pt x="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4" name="Freeform 2895">
              <a:extLst>
                <a:ext uri="{FF2B5EF4-FFF2-40B4-BE49-F238E27FC236}">
                  <a16:creationId xmlns:a16="http://schemas.microsoft.com/office/drawing/2014/main" id="{E34E4EDA-D8DA-1C92-F9EB-1A4F66C23B82}"/>
                </a:ext>
              </a:extLst>
            </p:cNvPr>
            <p:cNvSpPr>
              <a:spLocks/>
            </p:cNvSpPr>
            <p:nvPr/>
          </p:nvSpPr>
          <p:spPr bwMode="auto">
            <a:xfrm rot="5094805">
              <a:off x="2557842" y="5086963"/>
              <a:ext cx="25135" cy="18280"/>
            </a:xfrm>
            <a:custGeom>
              <a:avLst/>
              <a:gdLst>
                <a:gd name="T0" fmla="*/ 10 w 10"/>
                <a:gd name="T1" fmla="*/ 1 h 8"/>
                <a:gd name="T2" fmla="*/ 6 w 10"/>
                <a:gd name="T3" fmla="*/ 7 h 8"/>
                <a:gd name="T4" fmla="*/ 1 w 10"/>
                <a:gd name="T5" fmla="*/ 6 h 8"/>
                <a:gd name="T6" fmla="*/ 4 w 10"/>
                <a:gd name="T7" fmla="*/ 0 h 8"/>
                <a:gd name="T8" fmla="*/ 10 w 10"/>
                <a:gd name="T9" fmla="*/ 1 h 8"/>
              </a:gdLst>
              <a:ahLst/>
              <a:cxnLst>
                <a:cxn ang="0">
                  <a:pos x="T0" y="T1"/>
                </a:cxn>
                <a:cxn ang="0">
                  <a:pos x="T2" y="T3"/>
                </a:cxn>
                <a:cxn ang="0">
                  <a:pos x="T4" y="T5"/>
                </a:cxn>
                <a:cxn ang="0">
                  <a:pos x="T6" y="T7"/>
                </a:cxn>
                <a:cxn ang="0">
                  <a:pos x="T8" y="T9"/>
                </a:cxn>
              </a:cxnLst>
              <a:rect l="0" t="0" r="r" b="b"/>
              <a:pathLst>
                <a:path w="10" h="8">
                  <a:moveTo>
                    <a:pt x="10" y="1"/>
                  </a:moveTo>
                  <a:cubicBezTo>
                    <a:pt x="8" y="4"/>
                    <a:pt x="7" y="5"/>
                    <a:pt x="6" y="7"/>
                  </a:cubicBezTo>
                  <a:cubicBezTo>
                    <a:pt x="4" y="8"/>
                    <a:pt x="2" y="8"/>
                    <a:pt x="1" y="6"/>
                  </a:cubicBezTo>
                  <a:cubicBezTo>
                    <a:pt x="0" y="4"/>
                    <a:pt x="2" y="1"/>
                    <a:pt x="4" y="0"/>
                  </a:cubicBezTo>
                  <a:cubicBezTo>
                    <a:pt x="6" y="0"/>
                    <a:pt x="8"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5" name="Freeform 2896">
              <a:extLst>
                <a:ext uri="{FF2B5EF4-FFF2-40B4-BE49-F238E27FC236}">
                  <a16:creationId xmlns:a16="http://schemas.microsoft.com/office/drawing/2014/main" id="{18BACFCD-7A14-2E90-7456-827D8014B6B6}"/>
                </a:ext>
              </a:extLst>
            </p:cNvPr>
            <p:cNvSpPr>
              <a:spLocks/>
            </p:cNvSpPr>
            <p:nvPr/>
          </p:nvSpPr>
          <p:spPr bwMode="auto">
            <a:xfrm rot="5094805">
              <a:off x="2464588" y="4899343"/>
              <a:ext cx="20565" cy="25135"/>
            </a:xfrm>
            <a:custGeom>
              <a:avLst/>
              <a:gdLst>
                <a:gd name="T0" fmla="*/ 3 w 9"/>
                <a:gd name="T1" fmla="*/ 0 h 10"/>
                <a:gd name="T2" fmla="*/ 8 w 9"/>
                <a:gd name="T3" fmla="*/ 3 h 10"/>
                <a:gd name="T4" fmla="*/ 4 w 9"/>
                <a:gd name="T5" fmla="*/ 10 h 10"/>
                <a:gd name="T6" fmla="*/ 0 w 9"/>
                <a:gd name="T7" fmla="*/ 7 h 10"/>
                <a:gd name="T8" fmla="*/ 3 w 9"/>
                <a:gd name="T9" fmla="*/ 0 h 10"/>
              </a:gdLst>
              <a:ahLst/>
              <a:cxnLst>
                <a:cxn ang="0">
                  <a:pos x="T0" y="T1"/>
                </a:cxn>
                <a:cxn ang="0">
                  <a:pos x="T2" y="T3"/>
                </a:cxn>
                <a:cxn ang="0">
                  <a:pos x="T4" y="T5"/>
                </a:cxn>
                <a:cxn ang="0">
                  <a:pos x="T6" y="T7"/>
                </a:cxn>
                <a:cxn ang="0">
                  <a:pos x="T8" y="T9"/>
                </a:cxn>
              </a:cxnLst>
              <a:rect l="0" t="0" r="r" b="b"/>
              <a:pathLst>
                <a:path w="9" h="10">
                  <a:moveTo>
                    <a:pt x="3" y="0"/>
                  </a:moveTo>
                  <a:cubicBezTo>
                    <a:pt x="5" y="2"/>
                    <a:pt x="7" y="2"/>
                    <a:pt x="8" y="3"/>
                  </a:cubicBezTo>
                  <a:cubicBezTo>
                    <a:pt x="9" y="5"/>
                    <a:pt x="7" y="9"/>
                    <a:pt x="4" y="10"/>
                  </a:cubicBezTo>
                  <a:cubicBezTo>
                    <a:pt x="3" y="10"/>
                    <a:pt x="1" y="9"/>
                    <a:pt x="0" y="7"/>
                  </a:cubicBezTo>
                  <a:cubicBezTo>
                    <a:pt x="0" y="6"/>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6" name="Freeform 2897">
              <a:extLst>
                <a:ext uri="{FF2B5EF4-FFF2-40B4-BE49-F238E27FC236}">
                  <a16:creationId xmlns:a16="http://schemas.microsoft.com/office/drawing/2014/main" id="{6EAE092D-6866-7165-EF4D-E38EBA48A8FF}"/>
                </a:ext>
              </a:extLst>
            </p:cNvPr>
            <p:cNvSpPr>
              <a:spLocks/>
            </p:cNvSpPr>
            <p:nvPr/>
          </p:nvSpPr>
          <p:spPr bwMode="auto">
            <a:xfrm rot="5094805">
              <a:off x="2361084" y="4713574"/>
              <a:ext cx="20565" cy="29705"/>
            </a:xfrm>
            <a:custGeom>
              <a:avLst/>
              <a:gdLst>
                <a:gd name="T0" fmla="*/ 3 w 8"/>
                <a:gd name="T1" fmla="*/ 0 h 12"/>
                <a:gd name="T2" fmla="*/ 7 w 8"/>
                <a:gd name="T3" fmla="*/ 5 h 12"/>
                <a:gd name="T4" fmla="*/ 3 w 8"/>
                <a:gd name="T5" fmla="*/ 11 h 12"/>
                <a:gd name="T6" fmla="*/ 0 w 8"/>
                <a:gd name="T7" fmla="*/ 7 h 12"/>
                <a:gd name="T8" fmla="*/ 3 w 8"/>
                <a:gd name="T9" fmla="*/ 0 h 12"/>
              </a:gdLst>
              <a:ahLst/>
              <a:cxnLst>
                <a:cxn ang="0">
                  <a:pos x="T0" y="T1"/>
                </a:cxn>
                <a:cxn ang="0">
                  <a:pos x="T2" y="T3"/>
                </a:cxn>
                <a:cxn ang="0">
                  <a:pos x="T4" y="T5"/>
                </a:cxn>
                <a:cxn ang="0">
                  <a:pos x="T6" y="T7"/>
                </a:cxn>
                <a:cxn ang="0">
                  <a:pos x="T8" y="T9"/>
                </a:cxn>
              </a:cxnLst>
              <a:rect l="0" t="0" r="r" b="b"/>
              <a:pathLst>
                <a:path w="8" h="12">
                  <a:moveTo>
                    <a:pt x="3" y="0"/>
                  </a:moveTo>
                  <a:cubicBezTo>
                    <a:pt x="5" y="2"/>
                    <a:pt x="7" y="3"/>
                    <a:pt x="7" y="5"/>
                  </a:cubicBezTo>
                  <a:cubicBezTo>
                    <a:pt x="8" y="7"/>
                    <a:pt x="5" y="12"/>
                    <a:pt x="3" y="11"/>
                  </a:cubicBezTo>
                  <a:cubicBezTo>
                    <a:pt x="1" y="11"/>
                    <a:pt x="0" y="9"/>
                    <a:pt x="0" y="7"/>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7" name="Freeform 2898">
              <a:extLst>
                <a:ext uri="{FF2B5EF4-FFF2-40B4-BE49-F238E27FC236}">
                  <a16:creationId xmlns:a16="http://schemas.microsoft.com/office/drawing/2014/main" id="{F7E0D474-37A1-765B-492D-7590C02BEAAE}"/>
                </a:ext>
              </a:extLst>
            </p:cNvPr>
            <p:cNvSpPr>
              <a:spLocks/>
            </p:cNvSpPr>
            <p:nvPr/>
          </p:nvSpPr>
          <p:spPr bwMode="auto">
            <a:xfrm rot="5094805">
              <a:off x="2250742" y="4530495"/>
              <a:ext cx="25135" cy="29705"/>
            </a:xfrm>
            <a:custGeom>
              <a:avLst/>
              <a:gdLst>
                <a:gd name="T0" fmla="*/ 10 w 10"/>
                <a:gd name="T1" fmla="*/ 2 h 12"/>
                <a:gd name="T2" fmla="*/ 6 w 10"/>
                <a:gd name="T3" fmla="*/ 10 h 12"/>
                <a:gd name="T4" fmla="*/ 1 w 10"/>
                <a:gd name="T5" fmla="*/ 8 h 12"/>
                <a:gd name="T6" fmla="*/ 4 w 10"/>
                <a:gd name="T7" fmla="*/ 0 h 12"/>
                <a:gd name="T8" fmla="*/ 10 w 10"/>
                <a:gd name="T9" fmla="*/ 2 h 12"/>
              </a:gdLst>
              <a:ahLst/>
              <a:cxnLst>
                <a:cxn ang="0">
                  <a:pos x="T0" y="T1"/>
                </a:cxn>
                <a:cxn ang="0">
                  <a:pos x="T2" y="T3"/>
                </a:cxn>
                <a:cxn ang="0">
                  <a:pos x="T4" y="T5"/>
                </a:cxn>
                <a:cxn ang="0">
                  <a:pos x="T6" y="T7"/>
                </a:cxn>
                <a:cxn ang="0">
                  <a:pos x="T8" y="T9"/>
                </a:cxn>
              </a:cxnLst>
              <a:rect l="0" t="0" r="r" b="b"/>
              <a:pathLst>
                <a:path w="10" h="12">
                  <a:moveTo>
                    <a:pt x="10" y="2"/>
                  </a:moveTo>
                  <a:cubicBezTo>
                    <a:pt x="8" y="5"/>
                    <a:pt x="8" y="8"/>
                    <a:pt x="6" y="10"/>
                  </a:cubicBezTo>
                  <a:cubicBezTo>
                    <a:pt x="4" y="12"/>
                    <a:pt x="2" y="11"/>
                    <a:pt x="1" y="8"/>
                  </a:cubicBezTo>
                  <a:cubicBezTo>
                    <a:pt x="0" y="5"/>
                    <a:pt x="2" y="0"/>
                    <a:pt x="4" y="0"/>
                  </a:cubicBezTo>
                  <a:cubicBezTo>
                    <a:pt x="6" y="0"/>
                    <a:pt x="8" y="1"/>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8" name="Freeform 2899">
              <a:extLst>
                <a:ext uri="{FF2B5EF4-FFF2-40B4-BE49-F238E27FC236}">
                  <a16:creationId xmlns:a16="http://schemas.microsoft.com/office/drawing/2014/main" id="{C8CCF3B9-C626-2F3B-DD92-CBE29B6C60BF}"/>
                </a:ext>
              </a:extLst>
            </p:cNvPr>
            <p:cNvSpPr>
              <a:spLocks/>
            </p:cNvSpPr>
            <p:nvPr/>
          </p:nvSpPr>
          <p:spPr bwMode="auto">
            <a:xfrm rot="5094805">
              <a:off x="2149619" y="4346906"/>
              <a:ext cx="22850" cy="31990"/>
            </a:xfrm>
            <a:custGeom>
              <a:avLst/>
              <a:gdLst>
                <a:gd name="T0" fmla="*/ 9 w 9"/>
                <a:gd name="T1" fmla="*/ 3 h 13"/>
                <a:gd name="T2" fmla="*/ 6 w 9"/>
                <a:gd name="T3" fmla="*/ 11 h 13"/>
                <a:gd name="T4" fmla="*/ 1 w 9"/>
                <a:gd name="T5" fmla="*/ 10 h 13"/>
                <a:gd name="T6" fmla="*/ 3 w 9"/>
                <a:gd name="T7" fmla="*/ 1 h 13"/>
                <a:gd name="T8" fmla="*/ 9 w 9"/>
                <a:gd name="T9" fmla="*/ 3 h 13"/>
              </a:gdLst>
              <a:ahLst/>
              <a:cxnLst>
                <a:cxn ang="0">
                  <a:pos x="T0" y="T1"/>
                </a:cxn>
                <a:cxn ang="0">
                  <a:pos x="T2" y="T3"/>
                </a:cxn>
                <a:cxn ang="0">
                  <a:pos x="T4" y="T5"/>
                </a:cxn>
                <a:cxn ang="0">
                  <a:pos x="T6" y="T7"/>
                </a:cxn>
                <a:cxn ang="0">
                  <a:pos x="T8" y="T9"/>
                </a:cxn>
              </a:cxnLst>
              <a:rect l="0" t="0" r="r" b="b"/>
              <a:pathLst>
                <a:path w="9" h="13">
                  <a:moveTo>
                    <a:pt x="9" y="3"/>
                  </a:moveTo>
                  <a:cubicBezTo>
                    <a:pt x="8" y="6"/>
                    <a:pt x="7" y="9"/>
                    <a:pt x="6" y="11"/>
                  </a:cubicBezTo>
                  <a:cubicBezTo>
                    <a:pt x="4" y="13"/>
                    <a:pt x="2" y="12"/>
                    <a:pt x="1" y="10"/>
                  </a:cubicBezTo>
                  <a:cubicBezTo>
                    <a:pt x="0" y="6"/>
                    <a:pt x="1" y="1"/>
                    <a:pt x="3" y="1"/>
                  </a:cubicBezTo>
                  <a:cubicBezTo>
                    <a:pt x="5" y="0"/>
                    <a:pt x="7"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9" name="Freeform 2900">
              <a:extLst>
                <a:ext uri="{FF2B5EF4-FFF2-40B4-BE49-F238E27FC236}">
                  <a16:creationId xmlns:a16="http://schemas.microsoft.com/office/drawing/2014/main" id="{1D436D69-E10C-2F0B-0EBD-B9779E2E3DF4}"/>
                </a:ext>
              </a:extLst>
            </p:cNvPr>
            <p:cNvSpPr>
              <a:spLocks/>
            </p:cNvSpPr>
            <p:nvPr/>
          </p:nvSpPr>
          <p:spPr bwMode="auto">
            <a:xfrm rot="5094805">
              <a:off x="2057398" y="4160230"/>
              <a:ext cx="20565" cy="34275"/>
            </a:xfrm>
            <a:custGeom>
              <a:avLst/>
              <a:gdLst>
                <a:gd name="T0" fmla="*/ 3 w 9"/>
                <a:gd name="T1" fmla="*/ 0 h 14"/>
                <a:gd name="T2" fmla="*/ 8 w 9"/>
                <a:gd name="T3" fmla="*/ 6 h 14"/>
                <a:gd name="T4" fmla="*/ 4 w 9"/>
                <a:gd name="T5" fmla="*/ 14 h 14"/>
                <a:gd name="T6" fmla="*/ 1 w 9"/>
                <a:gd name="T7" fmla="*/ 9 h 14"/>
                <a:gd name="T8" fmla="*/ 3 w 9"/>
                <a:gd name="T9" fmla="*/ 0 h 14"/>
              </a:gdLst>
              <a:ahLst/>
              <a:cxnLst>
                <a:cxn ang="0">
                  <a:pos x="T0" y="T1"/>
                </a:cxn>
                <a:cxn ang="0">
                  <a:pos x="T2" y="T3"/>
                </a:cxn>
                <a:cxn ang="0">
                  <a:pos x="T4" y="T5"/>
                </a:cxn>
                <a:cxn ang="0">
                  <a:pos x="T6" y="T7"/>
                </a:cxn>
                <a:cxn ang="0">
                  <a:pos x="T8" y="T9"/>
                </a:cxn>
              </a:cxnLst>
              <a:rect l="0" t="0" r="r" b="b"/>
              <a:pathLst>
                <a:path w="9" h="14">
                  <a:moveTo>
                    <a:pt x="3" y="0"/>
                  </a:moveTo>
                  <a:cubicBezTo>
                    <a:pt x="6" y="3"/>
                    <a:pt x="7" y="4"/>
                    <a:pt x="8" y="6"/>
                  </a:cubicBezTo>
                  <a:cubicBezTo>
                    <a:pt x="9" y="9"/>
                    <a:pt x="7" y="14"/>
                    <a:pt x="4" y="14"/>
                  </a:cubicBezTo>
                  <a:cubicBezTo>
                    <a:pt x="3" y="14"/>
                    <a:pt x="1" y="11"/>
                    <a:pt x="1" y="9"/>
                  </a:cubicBezTo>
                  <a:cubicBezTo>
                    <a:pt x="0" y="7"/>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0" name="Freeform 2901">
              <a:extLst>
                <a:ext uri="{FF2B5EF4-FFF2-40B4-BE49-F238E27FC236}">
                  <a16:creationId xmlns:a16="http://schemas.microsoft.com/office/drawing/2014/main" id="{02D0F374-DAA3-6DD8-162B-2B273A4491B7}"/>
                </a:ext>
              </a:extLst>
            </p:cNvPr>
            <p:cNvSpPr>
              <a:spLocks/>
            </p:cNvSpPr>
            <p:nvPr/>
          </p:nvSpPr>
          <p:spPr bwMode="auto">
            <a:xfrm rot="5094805">
              <a:off x="1787382" y="4023338"/>
              <a:ext cx="27420" cy="13710"/>
            </a:xfrm>
            <a:custGeom>
              <a:avLst/>
              <a:gdLst>
                <a:gd name="T0" fmla="*/ 0 w 11"/>
                <a:gd name="T1" fmla="*/ 5 h 6"/>
                <a:gd name="T2" fmla="*/ 5 w 11"/>
                <a:gd name="T3" fmla="*/ 1 h 6"/>
                <a:gd name="T4" fmla="*/ 10 w 11"/>
                <a:gd name="T5" fmla="*/ 2 h 6"/>
                <a:gd name="T6" fmla="*/ 6 w 11"/>
                <a:gd name="T7" fmla="*/ 5 h 6"/>
                <a:gd name="T8" fmla="*/ 0 w 11"/>
                <a:gd name="T9" fmla="*/ 5 h 6"/>
              </a:gdLst>
              <a:ahLst/>
              <a:cxnLst>
                <a:cxn ang="0">
                  <a:pos x="T0" y="T1"/>
                </a:cxn>
                <a:cxn ang="0">
                  <a:pos x="T2" y="T3"/>
                </a:cxn>
                <a:cxn ang="0">
                  <a:pos x="T4" y="T5"/>
                </a:cxn>
                <a:cxn ang="0">
                  <a:pos x="T6" y="T7"/>
                </a:cxn>
                <a:cxn ang="0">
                  <a:pos x="T8" y="T9"/>
                </a:cxn>
              </a:cxnLst>
              <a:rect l="0" t="0" r="r" b="b"/>
              <a:pathLst>
                <a:path w="11" h="6">
                  <a:moveTo>
                    <a:pt x="0" y="5"/>
                  </a:moveTo>
                  <a:cubicBezTo>
                    <a:pt x="2" y="3"/>
                    <a:pt x="4" y="1"/>
                    <a:pt x="5" y="1"/>
                  </a:cubicBezTo>
                  <a:cubicBezTo>
                    <a:pt x="8" y="0"/>
                    <a:pt x="11" y="0"/>
                    <a:pt x="10" y="2"/>
                  </a:cubicBezTo>
                  <a:cubicBezTo>
                    <a:pt x="9" y="3"/>
                    <a:pt x="7" y="5"/>
                    <a:pt x="6" y="5"/>
                  </a:cubicBezTo>
                  <a:cubicBezTo>
                    <a:pt x="4" y="6"/>
                    <a:pt x="2" y="5"/>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1" name="Freeform 2902">
              <a:extLst>
                <a:ext uri="{FF2B5EF4-FFF2-40B4-BE49-F238E27FC236}">
                  <a16:creationId xmlns:a16="http://schemas.microsoft.com/office/drawing/2014/main" id="{FD0F2C24-2DC6-E150-50B3-C7630E55DD04}"/>
                </a:ext>
              </a:extLst>
            </p:cNvPr>
            <p:cNvSpPr>
              <a:spLocks/>
            </p:cNvSpPr>
            <p:nvPr/>
          </p:nvSpPr>
          <p:spPr bwMode="auto">
            <a:xfrm rot="5094805">
              <a:off x="1878571" y="4209069"/>
              <a:ext cx="27420" cy="15995"/>
            </a:xfrm>
            <a:custGeom>
              <a:avLst/>
              <a:gdLst>
                <a:gd name="T0" fmla="*/ 11 w 11"/>
                <a:gd name="T1" fmla="*/ 0 h 6"/>
                <a:gd name="T2" fmla="*/ 4 w 11"/>
                <a:gd name="T3" fmla="*/ 5 h 6"/>
                <a:gd name="T4" fmla="*/ 1 w 11"/>
                <a:gd name="T5" fmla="*/ 5 h 6"/>
                <a:gd name="T6" fmla="*/ 4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3"/>
                    <a:pt x="6" y="4"/>
                    <a:pt x="4" y="5"/>
                  </a:cubicBezTo>
                  <a:cubicBezTo>
                    <a:pt x="3" y="6"/>
                    <a:pt x="1" y="5"/>
                    <a:pt x="1" y="5"/>
                  </a:cubicBezTo>
                  <a:cubicBezTo>
                    <a:pt x="0" y="4"/>
                    <a:pt x="2" y="2"/>
                    <a:pt x="4" y="1"/>
                  </a:cubicBezTo>
                  <a:cubicBezTo>
                    <a:pt x="6" y="1"/>
                    <a:pt x="8"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2" name="Freeform 2903">
              <a:extLst>
                <a:ext uri="{FF2B5EF4-FFF2-40B4-BE49-F238E27FC236}">
                  <a16:creationId xmlns:a16="http://schemas.microsoft.com/office/drawing/2014/main" id="{03C761E1-1801-5AF4-45CF-92D6F8D11761}"/>
                </a:ext>
              </a:extLst>
            </p:cNvPr>
            <p:cNvSpPr>
              <a:spLocks/>
            </p:cNvSpPr>
            <p:nvPr/>
          </p:nvSpPr>
          <p:spPr bwMode="auto">
            <a:xfrm rot="5094805">
              <a:off x="1981988" y="4392862"/>
              <a:ext cx="20565" cy="13710"/>
            </a:xfrm>
            <a:custGeom>
              <a:avLst/>
              <a:gdLst>
                <a:gd name="T0" fmla="*/ 3 w 9"/>
                <a:gd name="T1" fmla="*/ 0 h 6"/>
                <a:gd name="T2" fmla="*/ 9 w 9"/>
                <a:gd name="T3" fmla="*/ 0 h 6"/>
                <a:gd name="T4" fmla="*/ 6 w 9"/>
                <a:gd name="T5" fmla="*/ 4 h 6"/>
                <a:gd name="T6" fmla="*/ 0 w 9"/>
                <a:gd name="T7" fmla="*/ 4 h 6"/>
                <a:gd name="T8" fmla="*/ 3 w 9"/>
                <a:gd name="T9" fmla="*/ 0 h 6"/>
              </a:gdLst>
              <a:ahLst/>
              <a:cxnLst>
                <a:cxn ang="0">
                  <a:pos x="T0" y="T1"/>
                </a:cxn>
                <a:cxn ang="0">
                  <a:pos x="T2" y="T3"/>
                </a:cxn>
                <a:cxn ang="0">
                  <a:pos x="T4" y="T5"/>
                </a:cxn>
                <a:cxn ang="0">
                  <a:pos x="T6" y="T7"/>
                </a:cxn>
                <a:cxn ang="0">
                  <a:pos x="T8" y="T9"/>
                </a:cxn>
              </a:cxnLst>
              <a:rect l="0" t="0" r="r" b="b"/>
              <a:pathLst>
                <a:path w="9" h="6">
                  <a:moveTo>
                    <a:pt x="3" y="0"/>
                  </a:moveTo>
                  <a:cubicBezTo>
                    <a:pt x="6" y="0"/>
                    <a:pt x="8" y="0"/>
                    <a:pt x="9" y="0"/>
                  </a:cubicBezTo>
                  <a:cubicBezTo>
                    <a:pt x="9" y="1"/>
                    <a:pt x="7" y="3"/>
                    <a:pt x="6" y="4"/>
                  </a:cubicBezTo>
                  <a:cubicBezTo>
                    <a:pt x="3" y="5"/>
                    <a:pt x="0" y="6"/>
                    <a:pt x="0" y="4"/>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3" name="Freeform 2904">
              <a:extLst>
                <a:ext uri="{FF2B5EF4-FFF2-40B4-BE49-F238E27FC236}">
                  <a16:creationId xmlns:a16="http://schemas.microsoft.com/office/drawing/2014/main" id="{8D2AE82D-0898-1DFC-A341-EE96BA00FB1B}"/>
                </a:ext>
              </a:extLst>
            </p:cNvPr>
            <p:cNvSpPr>
              <a:spLocks/>
            </p:cNvSpPr>
            <p:nvPr/>
          </p:nvSpPr>
          <p:spPr bwMode="auto">
            <a:xfrm rot="5094805">
              <a:off x="2094693" y="4575429"/>
              <a:ext cx="22850" cy="15995"/>
            </a:xfrm>
            <a:custGeom>
              <a:avLst/>
              <a:gdLst>
                <a:gd name="T0" fmla="*/ 9 w 9"/>
                <a:gd name="T1" fmla="*/ 1 h 6"/>
                <a:gd name="T2" fmla="*/ 4 w 9"/>
                <a:gd name="T3" fmla="*/ 5 h 6"/>
                <a:gd name="T4" fmla="*/ 0 w 9"/>
                <a:gd name="T5" fmla="*/ 6 h 6"/>
                <a:gd name="T6" fmla="*/ 2 w 9"/>
                <a:gd name="T7" fmla="*/ 2 h 6"/>
                <a:gd name="T8" fmla="*/ 9 w 9"/>
                <a:gd name="T9" fmla="*/ 1 h 6"/>
              </a:gdLst>
              <a:ahLst/>
              <a:cxnLst>
                <a:cxn ang="0">
                  <a:pos x="T0" y="T1"/>
                </a:cxn>
                <a:cxn ang="0">
                  <a:pos x="T2" y="T3"/>
                </a:cxn>
                <a:cxn ang="0">
                  <a:pos x="T4" y="T5"/>
                </a:cxn>
                <a:cxn ang="0">
                  <a:pos x="T6" y="T7"/>
                </a:cxn>
                <a:cxn ang="0">
                  <a:pos x="T8" y="T9"/>
                </a:cxn>
              </a:cxnLst>
              <a:rect l="0" t="0" r="r" b="b"/>
              <a:pathLst>
                <a:path w="9" h="6">
                  <a:moveTo>
                    <a:pt x="9" y="1"/>
                  </a:moveTo>
                  <a:cubicBezTo>
                    <a:pt x="8" y="2"/>
                    <a:pt x="6" y="4"/>
                    <a:pt x="4" y="5"/>
                  </a:cubicBezTo>
                  <a:cubicBezTo>
                    <a:pt x="4" y="6"/>
                    <a:pt x="1" y="6"/>
                    <a:pt x="0" y="6"/>
                  </a:cubicBezTo>
                  <a:cubicBezTo>
                    <a:pt x="0" y="5"/>
                    <a:pt x="1" y="3"/>
                    <a:pt x="2" y="2"/>
                  </a:cubicBezTo>
                  <a:cubicBezTo>
                    <a:pt x="4" y="1"/>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4" name="Freeform 2905">
              <a:extLst>
                <a:ext uri="{FF2B5EF4-FFF2-40B4-BE49-F238E27FC236}">
                  <a16:creationId xmlns:a16="http://schemas.microsoft.com/office/drawing/2014/main" id="{02B6BE2A-C9BD-C9B1-C771-6B6CD4B8621C}"/>
                </a:ext>
              </a:extLst>
            </p:cNvPr>
            <p:cNvSpPr>
              <a:spLocks/>
            </p:cNvSpPr>
            <p:nvPr/>
          </p:nvSpPr>
          <p:spPr bwMode="auto">
            <a:xfrm rot="5094805">
              <a:off x="2209375" y="4755624"/>
              <a:ext cx="22850" cy="15995"/>
            </a:xfrm>
            <a:custGeom>
              <a:avLst/>
              <a:gdLst>
                <a:gd name="T0" fmla="*/ 9 w 9"/>
                <a:gd name="T1" fmla="*/ 1 h 6"/>
                <a:gd name="T2" fmla="*/ 5 w 9"/>
                <a:gd name="T3" fmla="*/ 5 h 6"/>
                <a:gd name="T4" fmla="*/ 1 w 9"/>
                <a:gd name="T5" fmla="*/ 6 h 6"/>
                <a:gd name="T6" fmla="*/ 3 w 9"/>
                <a:gd name="T7" fmla="*/ 2 h 6"/>
                <a:gd name="T8" fmla="*/ 9 w 9"/>
                <a:gd name="T9" fmla="*/ 1 h 6"/>
              </a:gdLst>
              <a:ahLst/>
              <a:cxnLst>
                <a:cxn ang="0">
                  <a:pos x="T0" y="T1"/>
                </a:cxn>
                <a:cxn ang="0">
                  <a:pos x="T2" y="T3"/>
                </a:cxn>
                <a:cxn ang="0">
                  <a:pos x="T4" y="T5"/>
                </a:cxn>
                <a:cxn ang="0">
                  <a:pos x="T6" y="T7"/>
                </a:cxn>
                <a:cxn ang="0">
                  <a:pos x="T8" y="T9"/>
                </a:cxn>
              </a:cxnLst>
              <a:rect l="0" t="0" r="r" b="b"/>
              <a:pathLst>
                <a:path w="9" h="6">
                  <a:moveTo>
                    <a:pt x="9" y="1"/>
                  </a:moveTo>
                  <a:cubicBezTo>
                    <a:pt x="8" y="2"/>
                    <a:pt x="7" y="4"/>
                    <a:pt x="5" y="5"/>
                  </a:cubicBezTo>
                  <a:cubicBezTo>
                    <a:pt x="4" y="6"/>
                    <a:pt x="1" y="6"/>
                    <a:pt x="1" y="6"/>
                  </a:cubicBezTo>
                  <a:cubicBezTo>
                    <a:pt x="0" y="5"/>
                    <a:pt x="2" y="3"/>
                    <a:pt x="3" y="2"/>
                  </a:cubicBezTo>
                  <a:cubicBezTo>
                    <a:pt x="5" y="1"/>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5" name="Freeform 2906">
              <a:extLst>
                <a:ext uri="{FF2B5EF4-FFF2-40B4-BE49-F238E27FC236}">
                  <a16:creationId xmlns:a16="http://schemas.microsoft.com/office/drawing/2014/main" id="{D532C6D7-907C-9DBE-AD8A-2E491571D823}"/>
                </a:ext>
              </a:extLst>
            </p:cNvPr>
            <p:cNvSpPr>
              <a:spLocks/>
            </p:cNvSpPr>
            <p:nvPr/>
          </p:nvSpPr>
          <p:spPr bwMode="auto">
            <a:xfrm rot="5094805">
              <a:off x="2324357" y="4940274"/>
              <a:ext cx="25135" cy="13710"/>
            </a:xfrm>
            <a:custGeom>
              <a:avLst/>
              <a:gdLst>
                <a:gd name="T0" fmla="*/ 10 w 10"/>
                <a:gd name="T1" fmla="*/ 0 h 6"/>
                <a:gd name="T2" fmla="*/ 4 w 10"/>
                <a:gd name="T3" fmla="*/ 5 h 6"/>
                <a:gd name="T4" fmla="*/ 0 w 10"/>
                <a:gd name="T5" fmla="*/ 5 h 6"/>
                <a:gd name="T6" fmla="*/ 3 w 10"/>
                <a:gd name="T7" fmla="*/ 1 h 6"/>
                <a:gd name="T8" fmla="*/ 10 w 10"/>
                <a:gd name="T9" fmla="*/ 0 h 6"/>
              </a:gdLst>
              <a:ahLst/>
              <a:cxnLst>
                <a:cxn ang="0">
                  <a:pos x="T0" y="T1"/>
                </a:cxn>
                <a:cxn ang="0">
                  <a:pos x="T2" y="T3"/>
                </a:cxn>
                <a:cxn ang="0">
                  <a:pos x="T4" y="T5"/>
                </a:cxn>
                <a:cxn ang="0">
                  <a:pos x="T6" y="T7"/>
                </a:cxn>
                <a:cxn ang="0">
                  <a:pos x="T8" y="T9"/>
                </a:cxn>
              </a:cxnLst>
              <a:rect l="0" t="0" r="r" b="b"/>
              <a:pathLst>
                <a:path w="10" h="6">
                  <a:moveTo>
                    <a:pt x="10" y="0"/>
                  </a:moveTo>
                  <a:cubicBezTo>
                    <a:pt x="7" y="2"/>
                    <a:pt x="6" y="4"/>
                    <a:pt x="4" y="5"/>
                  </a:cubicBezTo>
                  <a:cubicBezTo>
                    <a:pt x="3" y="6"/>
                    <a:pt x="0" y="6"/>
                    <a:pt x="0" y="5"/>
                  </a:cubicBezTo>
                  <a:cubicBezTo>
                    <a:pt x="0" y="4"/>
                    <a:pt x="2" y="2"/>
                    <a:pt x="3" y="1"/>
                  </a:cubicBezTo>
                  <a:cubicBezTo>
                    <a:pt x="5" y="0"/>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6" name="Freeform 2907">
              <a:extLst>
                <a:ext uri="{FF2B5EF4-FFF2-40B4-BE49-F238E27FC236}">
                  <a16:creationId xmlns:a16="http://schemas.microsoft.com/office/drawing/2014/main" id="{87AFB0CB-B4A5-4039-A262-930253B7D1C9}"/>
                </a:ext>
              </a:extLst>
            </p:cNvPr>
            <p:cNvSpPr>
              <a:spLocks/>
            </p:cNvSpPr>
            <p:nvPr/>
          </p:nvSpPr>
          <p:spPr bwMode="auto">
            <a:xfrm rot="5094805">
              <a:off x="2441323" y="5120469"/>
              <a:ext cx="20565" cy="13710"/>
            </a:xfrm>
            <a:custGeom>
              <a:avLst/>
              <a:gdLst>
                <a:gd name="T0" fmla="*/ 9 w 9"/>
                <a:gd name="T1" fmla="*/ 1 h 6"/>
                <a:gd name="T2" fmla="*/ 5 w 9"/>
                <a:gd name="T3" fmla="*/ 5 h 6"/>
                <a:gd name="T4" fmla="*/ 1 w 9"/>
                <a:gd name="T5" fmla="*/ 5 h 6"/>
                <a:gd name="T6" fmla="*/ 3 w 9"/>
                <a:gd name="T7" fmla="*/ 2 h 6"/>
                <a:gd name="T8" fmla="*/ 9 w 9"/>
                <a:gd name="T9" fmla="*/ 1 h 6"/>
              </a:gdLst>
              <a:ahLst/>
              <a:cxnLst>
                <a:cxn ang="0">
                  <a:pos x="T0" y="T1"/>
                </a:cxn>
                <a:cxn ang="0">
                  <a:pos x="T2" y="T3"/>
                </a:cxn>
                <a:cxn ang="0">
                  <a:pos x="T4" y="T5"/>
                </a:cxn>
                <a:cxn ang="0">
                  <a:pos x="T6" y="T7"/>
                </a:cxn>
                <a:cxn ang="0">
                  <a:pos x="T8" y="T9"/>
                </a:cxn>
              </a:cxnLst>
              <a:rect l="0" t="0" r="r" b="b"/>
              <a:pathLst>
                <a:path w="9" h="6">
                  <a:moveTo>
                    <a:pt x="9" y="1"/>
                  </a:moveTo>
                  <a:cubicBezTo>
                    <a:pt x="8" y="2"/>
                    <a:pt x="7" y="4"/>
                    <a:pt x="5" y="5"/>
                  </a:cubicBezTo>
                  <a:cubicBezTo>
                    <a:pt x="4" y="6"/>
                    <a:pt x="1" y="6"/>
                    <a:pt x="1" y="5"/>
                  </a:cubicBezTo>
                  <a:cubicBezTo>
                    <a:pt x="0" y="5"/>
                    <a:pt x="1" y="3"/>
                    <a:pt x="3" y="2"/>
                  </a:cubicBezTo>
                  <a:cubicBezTo>
                    <a:pt x="5" y="0"/>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7" name="Freeform 2908">
              <a:extLst>
                <a:ext uri="{FF2B5EF4-FFF2-40B4-BE49-F238E27FC236}">
                  <a16:creationId xmlns:a16="http://schemas.microsoft.com/office/drawing/2014/main" id="{58355506-F6F8-1740-DAB9-D312B304EB31}"/>
                </a:ext>
              </a:extLst>
            </p:cNvPr>
            <p:cNvSpPr>
              <a:spLocks/>
            </p:cNvSpPr>
            <p:nvPr/>
          </p:nvSpPr>
          <p:spPr bwMode="auto">
            <a:xfrm rot="5094805">
              <a:off x="2551559" y="5303451"/>
              <a:ext cx="18280" cy="11425"/>
            </a:xfrm>
            <a:custGeom>
              <a:avLst/>
              <a:gdLst>
                <a:gd name="T0" fmla="*/ 8 w 8"/>
                <a:gd name="T1" fmla="*/ 1 h 5"/>
                <a:gd name="T2" fmla="*/ 4 w 8"/>
                <a:gd name="T3" fmla="*/ 5 h 5"/>
                <a:gd name="T4" fmla="*/ 0 w 8"/>
                <a:gd name="T5" fmla="*/ 5 h 5"/>
                <a:gd name="T6" fmla="*/ 2 w 8"/>
                <a:gd name="T7" fmla="*/ 3 h 5"/>
                <a:gd name="T8" fmla="*/ 8 w 8"/>
                <a:gd name="T9" fmla="*/ 1 h 5"/>
              </a:gdLst>
              <a:ahLst/>
              <a:cxnLst>
                <a:cxn ang="0">
                  <a:pos x="T0" y="T1"/>
                </a:cxn>
                <a:cxn ang="0">
                  <a:pos x="T2" y="T3"/>
                </a:cxn>
                <a:cxn ang="0">
                  <a:pos x="T4" y="T5"/>
                </a:cxn>
                <a:cxn ang="0">
                  <a:pos x="T6" y="T7"/>
                </a:cxn>
                <a:cxn ang="0">
                  <a:pos x="T8" y="T9"/>
                </a:cxn>
              </a:cxnLst>
              <a:rect l="0" t="0" r="r" b="b"/>
              <a:pathLst>
                <a:path w="8" h="5">
                  <a:moveTo>
                    <a:pt x="8" y="1"/>
                  </a:moveTo>
                  <a:cubicBezTo>
                    <a:pt x="7" y="2"/>
                    <a:pt x="6" y="4"/>
                    <a:pt x="4" y="5"/>
                  </a:cubicBezTo>
                  <a:cubicBezTo>
                    <a:pt x="3" y="5"/>
                    <a:pt x="1" y="5"/>
                    <a:pt x="0" y="5"/>
                  </a:cubicBezTo>
                  <a:cubicBezTo>
                    <a:pt x="0" y="5"/>
                    <a:pt x="1" y="3"/>
                    <a:pt x="2" y="3"/>
                  </a:cubicBezTo>
                  <a:cubicBezTo>
                    <a:pt x="4" y="1"/>
                    <a:pt x="7" y="0"/>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8" name="Freeform 2909">
              <a:extLst>
                <a:ext uri="{FF2B5EF4-FFF2-40B4-BE49-F238E27FC236}">
                  <a16:creationId xmlns:a16="http://schemas.microsoft.com/office/drawing/2014/main" id="{456D33F6-910F-E02D-4EC0-E15D3CFE656B}"/>
                </a:ext>
              </a:extLst>
            </p:cNvPr>
            <p:cNvSpPr>
              <a:spLocks/>
            </p:cNvSpPr>
            <p:nvPr/>
          </p:nvSpPr>
          <p:spPr bwMode="auto">
            <a:xfrm rot="5094805">
              <a:off x="2643675" y="5487745"/>
              <a:ext cx="22850" cy="11425"/>
            </a:xfrm>
            <a:custGeom>
              <a:avLst/>
              <a:gdLst>
                <a:gd name="T0" fmla="*/ 9 w 9"/>
                <a:gd name="T1" fmla="*/ 0 h 4"/>
                <a:gd name="T2" fmla="*/ 5 w 9"/>
                <a:gd name="T3" fmla="*/ 3 h 4"/>
                <a:gd name="T4" fmla="*/ 1 w 9"/>
                <a:gd name="T5" fmla="*/ 4 h 4"/>
                <a:gd name="T6" fmla="*/ 3 w 9"/>
                <a:gd name="T7" fmla="*/ 1 h 4"/>
                <a:gd name="T8" fmla="*/ 9 w 9"/>
                <a:gd name="T9" fmla="*/ 0 h 4"/>
              </a:gdLst>
              <a:ahLst/>
              <a:cxnLst>
                <a:cxn ang="0">
                  <a:pos x="T0" y="T1"/>
                </a:cxn>
                <a:cxn ang="0">
                  <a:pos x="T2" y="T3"/>
                </a:cxn>
                <a:cxn ang="0">
                  <a:pos x="T4" y="T5"/>
                </a:cxn>
                <a:cxn ang="0">
                  <a:pos x="T6" y="T7"/>
                </a:cxn>
                <a:cxn ang="0">
                  <a:pos x="T8" y="T9"/>
                </a:cxn>
              </a:cxnLst>
              <a:rect l="0" t="0" r="r" b="b"/>
              <a:pathLst>
                <a:path w="9" h="4">
                  <a:moveTo>
                    <a:pt x="9" y="0"/>
                  </a:moveTo>
                  <a:cubicBezTo>
                    <a:pt x="8" y="1"/>
                    <a:pt x="7" y="2"/>
                    <a:pt x="5" y="3"/>
                  </a:cubicBezTo>
                  <a:cubicBezTo>
                    <a:pt x="4" y="4"/>
                    <a:pt x="1" y="4"/>
                    <a:pt x="1" y="4"/>
                  </a:cubicBezTo>
                  <a:cubicBezTo>
                    <a:pt x="0" y="3"/>
                    <a:pt x="2" y="2"/>
                    <a:pt x="3" y="1"/>
                  </a:cubicBezTo>
                  <a:cubicBezTo>
                    <a:pt x="5" y="0"/>
                    <a:pt x="8"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9" name="Freeform 2910">
              <a:extLst>
                <a:ext uri="{FF2B5EF4-FFF2-40B4-BE49-F238E27FC236}">
                  <a16:creationId xmlns:a16="http://schemas.microsoft.com/office/drawing/2014/main" id="{707D38F3-0595-1812-CF10-70BA9E48479B}"/>
                </a:ext>
              </a:extLst>
            </p:cNvPr>
            <p:cNvSpPr>
              <a:spLocks/>
            </p:cNvSpPr>
            <p:nvPr/>
          </p:nvSpPr>
          <p:spPr bwMode="auto">
            <a:xfrm rot="5094805">
              <a:off x="2725549" y="5674093"/>
              <a:ext cx="27420" cy="9140"/>
            </a:xfrm>
            <a:custGeom>
              <a:avLst/>
              <a:gdLst>
                <a:gd name="T0" fmla="*/ 0 w 11"/>
                <a:gd name="T1" fmla="*/ 4 h 4"/>
                <a:gd name="T2" fmla="*/ 5 w 11"/>
                <a:gd name="T3" fmla="*/ 1 h 4"/>
                <a:gd name="T4" fmla="*/ 10 w 11"/>
                <a:gd name="T5" fmla="*/ 1 h 4"/>
                <a:gd name="T6" fmla="*/ 6 w 11"/>
                <a:gd name="T7" fmla="*/ 4 h 4"/>
                <a:gd name="T8" fmla="*/ 0 w 11"/>
                <a:gd name="T9" fmla="*/ 4 h 4"/>
              </a:gdLst>
              <a:ahLst/>
              <a:cxnLst>
                <a:cxn ang="0">
                  <a:pos x="T0" y="T1"/>
                </a:cxn>
                <a:cxn ang="0">
                  <a:pos x="T2" y="T3"/>
                </a:cxn>
                <a:cxn ang="0">
                  <a:pos x="T4" y="T5"/>
                </a:cxn>
                <a:cxn ang="0">
                  <a:pos x="T6" y="T7"/>
                </a:cxn>
                <a:cxn ang="0">
                  <a:pos x="T8" y="T9"/>
                </a:cxn>
              </a:cxnLst>
              <a:rect l="0" t="0" r="r" b="b"/>
              <a:pathLst>
                <a:path w="11" h="4">
                  <a:moveTo>
                    <a:pt x="0" y="4"/>
                  </a:moveTo>
                  <a:cubicBezTo>
                    <a:pt x="2" y="3"/>
                    <a:pt x="4" y="2"/>
                    <a:pt x="5" y="1"/>
                  </a:cubicBezTo>
                  <a:cubicBezTo>
                    <a:pt x="8" y="0"/>
                    <a:pt x="11" y="0"/>
                    <a:pt x="10" y="1"/>
                  </a:cubicBezTo>
                  <a:cubicBezTo>
                    <a:pt x="9" y="2"/>
                    <a:pt x="7" y="3"/>
                    <a:pt x="6" y="4"/>
                  </a:cubicBezTo>
                  <a:cubicBezTo>
                    <a:pt x="4" y="4"/>
                    <a:pt x="2" y="4"/>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0" name="Freeform 2911">
              <a:extLst>
                <a:ext uri="{FF2B5EF4-FFF2-40B4-BE49-F238E27FC236}">
                  <a16:creationId xmlns:a16="http://schemas.microsoft.com/office/drawing/2014/main" id="{9002A0D5-FF3A-4C33-7B90-0A76D1F8BA05}"/>
                </a:ext>
              </a:extLst>
            </p:cNvPr>
            <p:cNvSpPr>
              <a:spLocks/>
            </p:cNvSpPr>
            <p:nvPr/>
          </p:nvSpPr>
          <p:spPr bwMode="auto">
            <a:xfrm rot="5094805">
              <a:off x="2793996" y="5864541"/>
              <a:ext cx="18280" cy="6855"/>
            </a:xfrm>
            <a:custGeom>
              <a:avLst/>
              <a:gdLst>
                <a:gd name="T0" fmla="*/ 8 w 8"/>
                <a:gd name="T1" fmla="*/ 1 h 3"/>
                <a:gd name="T2" fmla="*/ 4 w 8"/>
                <a:gd name="T3" fmla="*/ 3 h 3"/>
                <a:gd name="T4" fmla="*/ 0 w 8"/>
                <a:gd name="T5" fmla="*/ 3 h 3"/>
                <a:gd name="T6" fmla="*/ 2 w 8"/>
                <a:gd name="T7" fmla="*/ 1 h 3"/>
                <a:gd name="T8" fmla="*/ 8 w 8"/>
                <a:gd name="T9" fmla="*/ 1 h 3"/>
              </a:gdLst>
              <a:ahLst/>
              <a:cxnLst>
                <a:cxn ang="0">
                  <a:pos x="T0" y="T1"/>
                </a:cxn>
                <a:cxn ang="0">
                  <a:pos x="T2" y="T3"/>
                </a:cxn>
                <a:cxn ang="0">
                  <a:pos x="T4" y="T5"/>
                </a:cxn>
                <a:cxn ang="0">
                  <a:pos x="T6" y="T7"/>
                </a:cxn>
                <a:cxn ang="0">
                  <a:pos x="T8" y="T9"/>
                </a:cxn>
              </a:cxnLst>
              <a:rect l="0" t="0" r="r" b="b"/>
              <a:pathLst>
                <a:path w="8" h="3">
                  <a:moveTo>
                    <a:pt x="8" y="1"/>
                  </a:moveTo>
                  <a:cubicBezTo>
                    <a:pt x="7" y="1"/>
                    <a:pt x="6" y="2"/>
                    <a:pt x="4" y="3"/>
                  </a:cubicBezTo>
                  <a:cubicBezTo>
                    <a:pt x="3" y="3"/>
                    <a:pt x="0" y="3"/>
                    <a:pt x="0" y="3"/>
                  </a:cubicBezTo>
                  <a:cubicBezTo>
                    <a:pt x="0" y="2"/>
                    <a:pt x="1" y="1"/>
                    <a:pt x="2" y="1"/>
                  </a:cubicBezTo>
                  <a:cubicBezTo>
                    <a:pt x="4" y="0"/>
                    <a:pt x="7" y="0"/>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1" name="Freeform 2912">
              <a:extLst>
                <a:ext uri="{FF2B5EF4-FFF2-40B4-BE49-F238E27FC236}">
                  <a16:creationId xmlns:a16="http://schemas.microsoft.com/office/drawing/2014/main" id="{B2D511A7-E54C-E2A6-E19E-FC517F32E1CF}"/>
                </a:ext>
              </a:extLst>
            </p:cNvPr>
            <p:cNvSpPr>
              <a:spLocks/>
            </p:cNvSpPr>
            <p:nvPr/>
          </p:nvSpPr>
          <p:spPr bwMode="auto">
            <a:xfrm rot="5094805">
              <a:off x="2836437" y="6057641"/>
              <a:ext cx="27420" cy="6855"/>
            </a:xfrm>
            <a:custGeom>
              <a:avLst/>
              <a:gdLst>
                <a:gd name="T0" fmla="*/ 11 w 11"/>
                <a:gd name="T1" fmla="*/ 1 h 3"/>
                <a:gd name="T2" fmla="*/ 4 w 11"/>
                <a:gd name="T3" fmla="*/ 3 h 3"/>
                <a:gd name="T4" fmla="*/ 0 w 11"/>
                <a:gd name="T5" fmla="*/ 2 h 3"/>
                <a:gd name="T6" fmla="*/ 3 w 11"/>
                <a:gd name="T7" fmla="*/ 0 h 3"/>
                <a:gd name="T8" fmla="*/ 11 w 11"/>
                <a:gd name="T9" fmla="*/ 1 h 3"/>
              </a:gdLst>
              <a:ahLst/>
              <a:cxnLst>
                <a:cxn ang="0">
                  <a:pos x="T0" y="T1"/>
                </a:cxn>
                <a:cxn ang="0">
                  <a:pos x="T2" y="T3"/>
                </a:cxn>
                <a:cxn ang="0">
                  <a:pos x="T4" y="T5"/>
                </a:cxn>
                <a:cxn ang="0">
                  <a:pos x="T6" y="T7"/>
                </a:cxn>
                <a:cxn ang="0">
                  <a:pos x="T8" y="T9"/>
                </a:cxn>
              </a:cxnLst>
              <a:rect l="0" t="0" r="r" b="b"/>
              <a:pathLst>
                <a:path w="11" h="3">
                  <a:moveTo>
                    <a:pt x="11" y="1"/>
                  </a:moveTo>
                  <a:cubicBezTo>
                    <a:pt x="8" y="2"/>
                    <a:pt x="6" y="3"/>
                    <a:pt x="4" y="3"/>
                  </a:cubicBezTo>
                  <a:cubicBezTo>
                    <a:pt x="3" y="3"/>
                    <a:pt x="0" y="2"/>
                    <a:pt x="0" y="2"/>
                  </a:cubicBezTo>
                  <a:cubicBezTo>
                    <a:pt x="0" y="1"/>
                    <a:pt x="2" y="0"/>
                    <a:pt x="3" y="0"/>
                  </a:cubicBezTo>
                  <a:cubicBezTo>
                    <a:pt x="5" y="0"/>
                    <a:pt x="7"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2" name="Freeform 2913">
              <a:extLst>
                <a:ext uri="{FF2B5EF4-FFF2-40B4-BE49-F238E27FC236}">
                  <a16:creationId xmlns:a16="http://schemas.microsoft.com/office/drawing/2014/main" id="{9F756E98-EFEC-95B8-5456-BC4E5D118CF7}"/>
                </a:ext>
              </a:extLst>
            </p:cNvPr>
            <p:cNvSpPr>
              <a:spLocks/>
            </p:cNvSpPr>
            <p:nvPr/>
          </p:nvSpPr>
          <p:spPr bwMode="auto">
            <a:xfrm rot="5094805">
              <a:off x="2877158" y="6243481"/>
              <a:ext cx="22850" cy="9140"/>
            </a:xfrm>
            <a:custGeom>
              <a:avLst/>
              <a:gdLst>
                <a:gd name="T0" fmla="*/ 5 w 9"/>
                <a:gd name="T1" fmla="*/ 0 h 4"/>
                <a:gd name="T2" fmla="*/ 9 w 9"/>
                <a:gd name="T3" fmla="*/ 2 h 4"/>
                <a:gd name="T4" fmla="*/ 5 w 9"/>
                <a:gd name="T5" fmla="*/ 4 h 4"/>
                <a:gd name="T6" fmla="*/ 1 w 9"/>
                <a:gd name="T7" fmla="*/ 3 h 4"/>
                <a:gd name="T8" fmla="*/ 5 w 9"/>
                <a:gd name="T9" fmla="*/ 0 h 4"/>
              </a:gdLst>
              <a:ahLst/>
              <a:cxnLst>
                <a:cxn ang="0">
                  <a:pos x="T0" y="T1"/>
                </a:cxn>
                <a:cxn ang="0">
                  <a:pos x="T2" y="T3"/>
                </a:cxn>
                <a:cxn ang="0">
                  <a:pos x="T4" y="T5"/>
                </a:cxn>
                <a:cxn ang="0">
                  <a:pos x="T6" y="T7"/>
                </a:cxn>
                <a:cxn ang="0">
                  <a:pos x="T8" y="T9"/>
                </a:cxn>
              </a:cxnLst>
              <a:rect l="0" t="0" r="r" b="b"/>
              <a:pathLst>
                <a:path w="9" h="4">
                  <a:moveTo>
                    <a:pt x="5" y="0"/>
                  </a:moveTo>
                  <a:cubicBezTo>
                    <a:pt x="7" y="1"/>
                    <a:pt x="9" y="2"/>
                    <a:pt x="9" y="2"/>
                  </a:cubicBezTo>
                  <a:cubicBezTo>
                    <a:pt x="9" y="3"/>
                    <a:pt x="7" y="4"/>
                    <a:pt x="5" y="4"/>
                  </a:cubicBezTo>
                  <a:cubicBezTo>
                    <a:pt x="3" y="4"/>
                    <a:pt x="0" y="4"/>
                    <a:pt x="1" y="3"/>
                  </a:cubicBezTo>
                  <a:cubicBezTo>
                    <a:pt x="1" y="2"/>
                    <a:pt x="3"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3" name="Freeform 2914">
              <a:extLst>
                <a:ext uri="{FF2B5EF4-FFF2-40B4-BE49-F238E27FC236}">
                  <a16:creationId xmlns:a16="http://schemas.microsoft.com/office/drawing/2014/main" id="{F7C1EC42-7C6E-E2BC-3E30-A856EF6B81DA}"/>
                </a:ext>
              </a:extLst>
            </p:cNvPr>
            <p:cNvSpPr>
              <a:spLocks/>
            </p:cNvSpPr>
            <p:nvPr/>
          </p:nvSpPr>
          <p:spPr bwMode="auto">
            <a:xfrm rot="5094805">
              <a:off x="2925210" y="6435443"/>
              <a:ext cx="20565" cy="9140"/>
            </a:xfrm>
            <a:custGeom>
              <a:avLst/>
              <a:gdLst>
                <a:gd name="T0" fmla="*/ 3 w 9"/>
                <a:gd name="T1" fmla="*/ 0 h 4"/>
                <a:gd name="T2" fmla="*/ 9 w 9"/>
                <a:gd name="T3" fmla="*/ 1 h 4"/>
                <a:gd name="T4" fmla="*/ 6 w 9"/>
                <a:gd name="T5" fmla="*/ 3 h 4"/>
                <a:gd name="T6" fmla="*/ 0 w 9"/>
                <a:gd name="T7" fmla="*/ 3 h 4"/>
                <a:gd name="T8" fmla="*/ 3 w 9"/>
                <a:gd name="T9" fmla="*/ 0 h 4"/>
              </a:gdLst>
              <a:ahLst/>
              <a:cxnLst>
                <a:cxn ang="0">
                  <a:pos x="T0" y="T1"/>
                </a:cxn>
                <a:cxn ang="0">
                  <a:pos x="T2" y="T3"/>
                </a:cxn>
                <a:cxn ang="0">
                  <a:pos x="T4" y="T5"/>
                </a:cxn>
                <a:cxn ang="0">
                  <a:pos x="T6" y="T7"/>
                </a:cxn>
                <a:cxn ang="0">
                  <a:pos x="T8" y="T9"/>
                </a:cxn>
              </a:cxnLst>
              <a:rect l="0" t="0" r="r" b="b"/>
              <a:pathLst>
                <a:path w="9" h="4">
                  <a:moveTo>
                    <a:pt x="3" y="0"/>
                  </a:moveTo>
                  <a:cubicBezTo>
                    <a:pt x="6" y="0"/>
                    <a:pt x="8" y="1"/>
                    <a:pt x="9" y="1"/>
                  </a:cubicBezTo>
                  <a:cubicBezTo>
                    <a:pt x="9" y="1"/>
                    <a:pt x="7" y="3"/>
                    <a:pt x="6" y="3"/>
                  </a:cubicBezTo>
                  <a:cubicBezTo>
                    <a:pt x="4" y="4"/>
                    <a:pt x="0" y="4"/>
                    <a:pt x="0" y="3"/>
                  </a:cubicBezTo>
                  <a:cubicBezTo>
                    <a:pt x="0" y="2"/>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4" name="Freeform 2915">
              <a:extLst>
                <a:ext uri="{FF2B5EF4-FFF2-40B4-BE49-F238E27FC236}">
                  <a16:creationId xmlns:a16="http://schemas.microsoft.com/office/drawing/2014/main" id="{EA37A4D6-AC33-8E6E-7421-8F9AFEE0426F}"/>
                </a:ext>
              </a:extLst>
            </p:cNvPr>
            <p:cNvSpPr>
              <a:spLocks/>
            </p:cNvSpPr>
            <p:nvPr/>
          </p:nvSpPr>
          <p:spPr bwMode="auto">
            <a:xfrm rot="5094805">
              <a:off x="2981315" y="6627531"/>
              <a:ext cx="25135" cy="9140"/>
            </a:xfrm>
            <a:custGeom>
              <a:avLst/>
              <a:gdLst>
                <a:gd name="T0" fmla="*/ 10 w 10"/>
                <a:gd name="T1" fmla="*/ 0 h 4"/>
                <a:gd name="T2" fmla="*/ 3 w 10"/>
                <a:gd name="T3" fmla="*/ 4 h 4"/>
                <a:gd name="T4" fmla="*/ 0 w 10"/>
                <a:gd name="T5" fmla="*/ 3 h 4"/>
                <a:gd name="T6" fmla="*/ 3 w 10"/>
                <a:gd name="T7" fmla="*/ 1 h 4"/>
                <a:gd name="T8" fmla="*/ 10 w 10"/>
                <a:gd name="T9" fmla="*/ 0 h 4"/>
              </a:gdLst>
              <a:ahLst/>
              <a:cxnLst>
                <a:cxn ang="0">
                  <a:pos x="T0" y="T1"/>
                </a:cxn>
                <a:cxn ang="0">
                  <a:pos x="T2" y="T3"/>
                </a:cxn>
                <a:cxn ang="0">
                  <a:pos x="T4" y="T5"/>
                </a:cxn>
                <a:cxn ang="0">
                  <a:pos x="T6" y="T7"/>
                </a:cxn>
                <a:cxn ang="0">
                  <a:pos x="T8" y="T9"/>
                </a:cxn>
              </a:cxnLst>
              <a:rect l="0" t="0" r="r" b="b"/>
              <a:pathLst>
                <a:path w="10" h="4">
                  <a:moveTo>
                    <a:pt x="10" y="0"/>
                  </a:moveTo>
                  <a:cubicBezTo>
                    <a:pt x="7" y="2"/>
                    <a:pt x="5" y="3"/>
                    <a:pt x="3" y="4"/>
                  </a:cubicBezTo>
                  <a:cubicBezTo>
                    <a:pt x="2" y="4"/>
                    <a:pt x="0" y="3"/>
                    <a:pt x="0" y="3"/>
                  </a:cubicBezTo>
                  <a:cubicBezTo>
                    <a:pt x="0" y="2"/>
                    <a:pt x="2" y="1"/>
                    <a:pt x="3" y="1"/>
                  </a:cubicBezTo>
                  <a:cubicBezTo>
                    <a:pt x="5" y="0"/>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5" name="Freeform 2916">
              <a:extLst>
                <a:ext uri="{FF2B5EF4-FFF2-40B4-BE49-F238E27FC236}">
                  <a16:creationId xmlns:a16="http://schemas.microsoft.com/office/drawing/2014/main" id="{AC87F962-226C-B948-4A2A-CA6F96279B93}"/>
                </a:ext>
              </a:extLst>
            </p:cNvPr>
            <p:cNvSpPr>
              <a:spLocks/>
            </p:cNvSpPr>
            <p:nvPr/>
          </p:nvSpPr>
          <p:spPr bwMode="auto">
            <a:xfrm rot="5094805">
              <a:off x="3051518" y="6810639"/>
              <a:ext cx="22850" cy="9140"/>
            </a:xfrm>
            <a:custGeom>
              <a:avLst/>
              <a:gdLst>
                <a:gd name="T0" fmla="*/ 6 w 9"/>
                <a:gd name="T1" fmla="*/ 3 h 4"/>
                <a:gd name="T2" fmla="*/ 1 w 9"/>
                <a:gd name="T3" fmla="*/ 2 h 4"/>
                <a:gd name="T4" fmla="*/ 5 w 9"/>
                <a:gd name="T5" fmla="*/ 0 h 4"/>
                <a:gd name="T6" fmla="*/ 9 w 9"/>
                <a:gd name="T7" fmla="*/ 0 h 4"/>
                <a:gd name="T8" fmla="*/ 6 w 9"/>
                <a:gd name="T9" fmla="*/ 3 h 4"/>
              </a:gdLst>
              <a:ahLst/>
              <a:cxnLst>
                <a:cxn ang="0">
                  <a:pos x="T0" y="T1"/>
                </a:cxn>
                <a:cxn ang="0">
                  <a:pos x="T2" y="T3"/>
                </a:cxn>
                <a:cxn ang="0">
                  <a:pos x="T4" y="T5"/>
                </a:cxn>
                <a:cxn ang="0">
                  <a:pos x="T6" y="T7"/>
                </a:cxn>
                <a:cxn ang="0">
                  <a:pos x="T8" y="T9"/>
                </a:cxn>
              </a:cxnLst>
              <a:rect l="0" t="0" r="r" b="b"/>
              <a:pathLst>
                <a:path w="9" h="4">
                  <a:moveTo>
                    <a:pt x="6" y="3"/>
                  </a:moveTo>
                  <a:cubicBezTo>
                    <a:pt x="2" y="4"/>
                    <a:pt x="0" y="3"/>
                    <a:pt x="1" y="2"/>
                  </a:cubicBezTo>
                  <a:cubicBezTo>
                    <a:pt x="1" y="1"/>
                    <a:pt x="3" y="0"/>
                    <a:pt x="5" y="0"/>
                  </a:cubicBezTo>
                  <a:cubicBezTo>
                    <a:pt x="7" y="0"/>
                    <a:pt x="9" y="0"/>
                    <a:pt x="9" y="0"/>
                  </a:cubicBezTo>
                  <a:cubicBezTo>
                    <a:pt x="9" y="1"/>
                    <a:pt x="7" y="3"/>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6" name="Freeform 2939">
              <a:extLst>
                <a:ext uri="{FF2B5EF4-FFF2-40B4-BE49-F238E27FC236}">
                  <a16:creationId xmlns:a16="http://schemas.microsoft.com/office/drawing/2014/main" id="{25483A4C-9E89-AC04-314F-DACD464020D0}"/>
                </a:ext>
              </a:extLst>
            </p:cNvPr>
            <p:cNvSpPr>
              <a:spLocks/>
            </p:cNvSpPr>
            <p:nvPr/>
          </p:nvSpPr>
          <p:spPr bwMode="auto">
            <a:xfrm rot="5094805">
              <a:off x="1906325" y="78716"/>
              <a:ext cx="22850" cy="9140"/>
            </a:xfrm>
            <a:custGeom>
              <a:avLst/>
              <a:gdLst>
                <a:gd name="T0" fmla="*/ 4 w 9"/>
                <a:gd name="T1" fmla="*/ 0 h 4"/>
                <a:gd name="T2" fmla="*/ 9 w 9"/>
                <a:gd name="T3" fmla="*/ 2 h 4"/>
                <a:gd name="T4" fmla="*/ 5 w 9"/>
                <a:gd name="T5" fmla="*/ 4 h 4"/>
                <a:gd name="T6" fmla="*/ 1 w 9"/>
                <a:gd name="T7" fmla="*/ 3 h 4"/>
                <a:gd name="T8" fmla="*/ 4 w 9"/>
                <a:gd name="T9" fmla="*/ 0 h 4"/>
              </a:gdLst>
              <a:ahLst/>
              <a:cxnLst>
                <a:cxn ang="0">
                  <a:pos x="T0" y="T1"/>
                </a:cxn>
                <a:cxn ang="0">
                  <a:pos x="T2" y="T3"/>
                </a:cxn>
                <a:cxn ang="0">
                  <a:pos x="T4" y="T5"/>
                </a:cxn>
                <a:cxn ang="0">
                  <a:pos x="T6" y="T7"/>
                </a:cxn>
                <a:cxn ang="0">
                  <a:pos x="T8" y="T9"/>
                </a:cxn>
              </a:cxnLst>
              <a:rect l="0" t="0" r="r" b="b"/>
              <a:pathLst>
                <a:path w="9" h="4">
                  <a:moveTo>
                    <a:pt x="4" y="0"/>
                  </a:moveTo>
                  <a:cubicBezTo>
                    <a:pt x="6" y="1"/>
                    <a:pt x="8" y="1"/>
                    <a:pt x="9" y="2"/>
                  </a:cubicBezTo>
                  <a:cubicBezTo>
                    <a:pt x="9" y="2"/>
                    <a:pt x="7" y="3"/>
                    <a:pt x="5" y="4"/>
                  </a:cubicBezTo>
                  <a:cubicBezTo>
                    <a:pt x="3" y="4"/>
                    <a:pt x="0" y="4"/>
                    <a:pt x="1" y="3"/>
                  </a:cubicBezTo>
                  <a:cubicBezTo>
                    <a:pt x="1" y="2"/>
                    <a:pt x="3"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7" name="Freeform 2940">
              <a:extLst>
                <a:ext uri="{FF2B5EF4-FFF2-40B4-BE49-F238E27FC236}">
                  <a16:creationId xmlns:a16="http://schemas.microsoft.com/office/drawing/2014/main" id="{BD10B3DC-29A0-4229-AA0C-52CC1CE42EDB}"/>
                </a:ext>
              </a:extLst>
            </p:cNvPr>
            <p:cNvSpPr>
              <a:spLocks/>
            </p:cNvSpPr>
            <p:nvPr/>
          </p:nvSpPr>
          <p:spPr bwMode="auto">
            <a:xfrm rot="5094805">
              <a:off x="1947346" y="269011"/>
              <a:ext cx="20565" cy="9140"/>
            </a:xfrm>
            <a:custGeom>
              <a:avLst/>
              <a:gdLst>
                <a:gd name="T0" fmla="*/ 6 w 9"/>
                <a:gd name="T1" fmla="*/ 4 h 4"/>
                <a:gd name="T2" fmla="*/ 0 w 9"/>
                <a:gd name="T3" fmla="*/ 2 h 4"/>
                <a:gd name="T4" fmla="*/ 5 w 9"/>
                <a:gd name="T5" fmla="*/ 1 h 4"/>
                <a:gd name="T6" fmla="*/ 9 w 9"/>
                <a:gd name="T7" fmla="*/ 2 h 4"/>
                <a:gd name="T8" fmla="*/ 6 w 9"/>
                <a:gd name="T9" fmla="*/ 4 h 4"/>
              </a:gdLst>
              <a:ahLst/>
              <a:cxnLst>
                <a:cxn ang="0">
                  <a:pos x="T0" y="T1"/>
                </a:cxn>
                <a:cxn ang="0">
                  <a:pos x="T2" y="T3"/>
                </a:cxn>
                <a:cxn ang="0">
                  <a:pos x="T4" y="T5"/>
                </a:cxn>
                <a:cxn ang="0">
                  <a:pos x="T6" y="T7"/>
                </a:cxn>
                <a:cxn ang="0">
                  <a:pos x="T8" y="T9"/>
                </a:cxn>
              </a:cxnLst>
              <a:rect l="0" t="0" r="r" b="b"/>
              <a:pathLst>
                <a:path w="9" h="4">
                  <a:moveTo>
                    <a:pt x="6" y="4"/>
                  </a:moveTo>
                  <a:cubicBezTo>
                    <a:pt x="2" y="4"/>
                    <a:pt x="0" y="3"/>
                    <a:pt x="0" y="2"/>
                  </a:cubicBezTo>
                  <a:cubicBezTo>
                    <a:pt x="1" y="1"/>
                    <a:pt x="3" y="0"/>
                    <a:pt x="5" y="1"/>
                  </a:cubicBezTo>
                  <a:cubicBezTo>
                    <a:pt x="6" y="1"/>
                    <a:pt x="9" y="2"/>
                    <a:pt x="9" y="2"/>
                  </a:cubicBezTo>
                  <a:cubicBezTo>
                    <a:pt x="8" y="3"/>
                    <a:pt x="6" y="4"/>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8" name="Freeform 2941">
              <a:extLst>
                <a:ext uri="{FF2B5EF4-FFF2-40B4-BE49-F238E27FC236}">
                  <a16:creationId xmlns:a16="http://schemas.microsoft.com/office/drawing/2014/main" id="{16C4527F-FDBC-FA8D-AF8E-FAEA0D7EA95B}"/>
                </a:ext>
              </a:extLst>
            </p:cNvPr>
            <p:cNvSpPr>
              <a:spLocks/>
            </p:cNvSpPr>
            <p:nvPr/>
          </p:nvSpPr>
          <p:spPr bwMode="auto">
            <a:xfrm rot="5094805">
              <a:off x="1946648" y="466057"/>
              <a:ext cx="27420" cy="11425"/>
            </a:xfrm>
            <a:custGeom>
              <a:avLst/>
              <a:gdLst>
                <a:gd name="T0" fmla="*/ 11 w 11"/>
                <a:gd name="T1" fmla="*/ 3 h 4"/>
                <a:gd name="T2" fmla="*/ 4 w 11"/>
                <a:gd name="T3" fmla="*/ 4 h 4"/>
                <a:gd name="T4" fmla="*/ 0 w 11"/>
                <a:gd name="T5" fmla="*/ 1 h 4"/>
                <a:gd name="T6" fmla="*/ 3 w 11"/>
                <a:gd name="T7" fmla="*/ 0 h 4"/>
                <a:gd name="T8" fmla="*/ 11 w 11"/>
                <a:gd name="T9" fmla="*/ 3 h 4"/>
              </a:gdLst>
              <a:ahLst/>
              <a:cxnLst>
                <a:cxn ang="0">
                  <a:pos x="T0" y="T1"/>
                </a:cxn>
                <a:cxn ang="0">
                  <a:pos x="T2" y="T3"/>
                </a:cxn>
                <a:cxn ang="0">
                  <a:pos x="T4" y="T5"/>
                </a:cxn>
                <a:cxn ang="0">
                  <a:pos x="T6" y="T7"/>
                </a:cxn>
                <a:cxn ang="0">
                  <a:pos x="T8" y="T9"/>
                </a:cxn>
              </a:cxnLst>
              <a:rect l="0" t="0" r="r" b="b"/>
              <a:pathLst>
                <a:path w="11" h="4">
                  <a:moveTo>
                    <a:pt x="11" y="3"/>
                  </a:moveTo>
                  <a:cubicBezTo>
                    <a:pt x="7" y="4"/>
                    <a:pt x="6" y="4"/>
                    <a:pt x="4" y="4"/>
                  </a:cubicBezTo>
                  <a:cubicBezTo>
                    <a:pt x="3" y="4"/>
                    <a:pt x="0" y="2"/>
                    <a:pt x="0" y="1"/>
                  </a:cubicBezTo>
                  <a:cubicBezTo>
                    <a:pt x="0" y="1"/>
                    <a:pt x="2" y="0"/>
                    <a:pt x="3" y="0"/>
                  </a:cubicBezTo>
                  <a:cubicBezTo>
                    <a:pt x="5" y="0"/>
                    <a:pt x="7" y="1"/>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9" name="Freeform 2942">
              <a:extLst>
                <a:ext uri="{FF2B5EF4-FFF2-40B4-BE49-F238E27FC236}">
                  <a16:creationId xmlns:a16="http://schemas.microsoft.com/office/drawing/2014/main" id="{7392950E-DBA3-4E92-B00C-D687A935480C}"/>
                </a:ext>
              </a:extLst>
            </p:cNvPr>
            <p:cNvSpPr>
              <a:spLocks/>
            </p:cNvSpPr>
            <p:nvPr/>
          </p:nvSpPr>
          <p:spPr bwMode="auto">
            <a:xfrm rot="5094805">
              <a:off x="1924983" y="658601"/>
              <a:ext cx="22850" cy="15995"/>
            </a:xfrm>
            <a:custGeom>
              <a:avLst/>
              <a:gdLst>
                <a:gd name="T0" fmla="*/ 2 w 9"/>
                <a:gd name="T1" fmla="*/ 0 h 7"/>
                <a:gd name="T2" fmla="*/ 8 w 9"/>
                <a:gd name="T3" fmla="*/ 5 h 7"/>
                <a:gd name="T4" fmla="*/ 5 w 9"/>
                <a:gd name="T5" fmla="*/ 7 h 7"/>
                <a:gd name="T6" fmla="*/ 0 w 9"/>
                <a:gd name="T7" fmla="*/ 3 h 7"/>
                <a:gd name="T8" fmla="*/ 2 w 9"/>
                <a:gd name="T9" fmla="*/ 0 h 7"/>
              </a:gdLst>
              <a:ahLst/>
              <a:cxnLst>
                <a:cxn ang="0">
                  <a:pos x="T0" y="T1"/>
                </a:cxn>
                <a:cxn ang="0">
                  <a:pos x="T2" y="T3"/>
                </a:cxn>
                <a:cxn ang="0">
                  <a:pos x="T4" y="T5"/>
                </a:cxn>
                <a:cxn ang="0">
                  <a:pos x="T6" y="T7"/>
                </a:cxn>
                <a:cxn ang="0">
                  <a:pos x="T8" y="T9"/>
                </a:cxn>
              </a:cxnLst>
              <a:rect l="0" t="0" r="r" b="b"/>
              <a:pathLst>
                <a:path w="9" h="7">
                  <a:moveTo>
                    <a:pt x="2" y="0"/>
                  </a:moveTo>
                  <a:cubicBezTo>
                    <a:pt x="5" y="2"/>
                    <a:pt x="8" y="4"/>
                    <a:pt x="8" y="5"/>
                  </a:cubicBezTo>
                  <a:cubicBezTo>
                    <a:pt x="9" y="6"/>
                    <a:pt x="7" y="7"/>
                    <a:pt x="5" y="7"/>
                  </a:cubicBezTo>
                  <a:cubicBezTo>
                    <a:pt x="3" y="7"/>
                    <a:pt x="0" y="4"/>
                    <a:pt x="0" y="3"/>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0" name="Freeform 2943">
              <a:extLst>
                <a:ext uri="{FF2B5EF4-FFF2-40B4-BE49-F238E27FC236}">
                  <a16:creationId xmlns:a16="http://schemas.microsoft.com/office/drawing/2014/main" id="{893B4744-49FE-5524-8B39-1A3776575213}"/>
                </a:ext>
              </a:extLst>
            </p:cNvPr>
            <p:cNvSpPr>
              <a:spLocks/>
            </p:cNvSpPr>
            <p:nvPr/>
          </p:nvSpPr>
          <p:spPr bwMode="auto">
            <a:xfrm rot="5094805">
              <a:off x="1878872" y="862081"/>
              <a:ext cx="27420" cy="15995"/>
            </a:xfrm>
            <a:custGeom>
              <a:avLst/>
              <a:gdLst>
                <a:gd name="T0" fmla="*/ 11 w 11"/>
                <a:gd name="T1" fmla="*/ 6 h 7"/>
                <a:gd name="T2" fmla="*/ 4 w 11"/>
                <a:gd name="T3" fmla="*/ 6 h 7"/>
                <a:gd name="T4" fmla="*/ 0 w 11"/>
                <a:gd name="T5" fmla="*/ 2 h 7"/>
                <a:gd name="T6" fmla="*/ 3 w 11"/>
                <a:gd name="T7" fmla="*/ 0 h 7"/>
                <a:gd name="T8" fmla="*/ 11 w 11"/>
                <a:gd name="T9" fmla="*/ 6 h 7"/>
              </a:gdLst>
              <a:ahLst/>
              <a:cxnLst>
                <a:cxn ang="0">
                  <a:pos x="T0" y="T1"/>
                </a:cxn>
                <a:cxn ang="0">
                  <a:pos x="T2" y="T3"/>
                </a:cxn>
                <a:cxn ang="0">
                  <a:pos x="T4" y="T5"/>
                </a:cxn>
                <a:cxn ang="0">
                  <a:pos x="T6" y="T7"/>
                </a:cxn>
                <a:cxn ang="0">
                  <a:pos x="T8" y="T9"/>
                </a:cxn>
              </a:cxnLst>
              <a:rect l="0" t="0" r="r" b="b"/>
              <a:pathLst>
                <a:path w="11" h="7">
                  <a:moveTo>
                    <a:pt x="11" y="6"/>
                  </a:moveTo>
                  <a:cubicBezTo>
                    <a:pt x="8" y="6"/>
                    <a:pt x="6" y="7"/>
                    <a:pt x="4" y="6"/>
                  </a:cubicBezTo>
                  <a:cubicBezTo>
                    <a:pt x="3" y="6"/>
                    <a:pt x="0" y="3"/>
                    <a:pt x="0" y="2"/>
                  </a:cubicBezTo>
                  <a:cubicBezTo>
                    <a:pt x="0" y="1"/>
                    <a:pt x="2" y="0"/>
                    <a:pt x="3" y="0"/>
                  </a:cubicBezTo>
                  <a:cubicBezTo>
                    <a:pt x="5" y="1"/>
                    <a:pt x="7" y="3"/>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1" name="Freeform 2944">
              <a:extLst>
                <a:ext uri="{FF2B5EF4-FFF2-40B4-BE49-F238E27FC236}">
                  <a16:creationId xmlns:a16="http://schemas.microsoft.com/office/drawing/2014/main" id="{45EF812C-A6C7-C077-9A15-E3EAFB182825}"/>
                </a:ext>
              </a:extLst>
            </p:cNvPr>
            <p:cNvSpPr>
              <a:spLocks/>
            </p:cNvSpPr>
            <p:nvPr/>
          </p:nvSpPr>
          <p:spPr bwMode="auto">
            <a:xfrm rot="5094805">
              <a:off x="1714313" y="3834009"/>
              <a:ext cx="20565" cy="13710"/>
            </a:xfrm>
            <a:custGeom>
              <a:avLst/>
              <a:gdLst>
                <a:gd name="T0" fmla="*/ 6 w 9"/>
                <a:gd name="T1" fmla="*/ 6 h 6"/>
                <a:gd name="T2" fmla="*/ 1 w 9"/>
                <a:gd name="T3" fmla="*/ 4 h 6"/>
                <a:gd name="T4" fmla="*/ 5 w 9"/>
                <a:gd name="T5" fmla="*/ 0 h 6"/>
                <a:gd name="T6" fmla="*/ 9 w 9"/>
                <a:gd name="T7" fmla="*/ 2 h 6"/>
                <a:gd name="T8" fmla="*/ 6 w 9"/>
                <a:gd name="T9" fmla="*/ 6 h 6"/>
              </a:gdLst>
              <a:ahLst/>
              <a:cxnLst>
                <a:cxn ang="0">
                  <a:pos x="T0" y="T1"/>
                </a:cxn>
                <a:cxn ang="0">
                  <a:pos x="T2" y="T3"/>
                </a:cxn>
                <a:cxn ang="0">
                  <a:pos x="T4" y="T5"/>
                </a:cxn>
                <a:cxn ang="0">
                  <a:pos x="T6" y="T7"/>
                </a:cxn>
                <a:cxn ang="0">
                  <a:pos x="T8" y="T9"/>
                </a:cxn>
              </a:cxnLst>
              <a:rect l="0" t="0" r="r" b="b"/>
              <a:pathLst>
                <a:path w="9" h="6">
                  <a:moveTo>
                    <a:pt x="6" y="6"/>
                  </a:moveTo>
                  <a:cubicBezTo>
                    <a:pt x="4" y="5"/>
                    <a:pt x="2" y="5"/>
                    <a:pt x="1" y="4"/>
                  </a:cubicBezTo>
                  <a:cubicBezTo>
                    <a:pt x="0" y="3"/>
                    <a:pt x="2" y="0"/>
                    <a:pt x="5" y="0"/>
                  </a:cubicBezTo>
                  <a:cubicBezTo>
                    <a:pt x="6" y="0"/>
                    <a:pt x="9" y="1"/>
                    <a:pt x="9" y="2"/>
                  </a:cubicBezTo>
                  <a:cubicBezTo>
                    <a:pt x="9" y="3"/>
                    <a:pt x="8" y="4"/>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2" name="Freeform 2945">
              <a:extLst>
                <a:ext uri="{FF2B5EF4-FFF2-40B4-BE49-F238E27FC236}">
                  <a16:creationId xmlns:a16="http://schemas.microsoft.com/office/drawing/2014/main" id="{5B111A69-3EFC-9152-F29E-559E22F81FA1}"/>
                </a:ext>
              </a:extLst>
            </p:cNvPr>
            <p:cNvSpPr>
              <a:spLocks/>
            </p:cNvSpPr>
            <p:nvPr/>
          </p:nvSpPr>
          <p:spPr bwMode="auto">
            <a:xfrm rot="5094805">
              <a:off x="1673080" y="3641236"/>
              <a:ext cx="27420" cy="13710"/>
            </a:xfrm>
            <a:custGeom>
              <a:avLst/>
              <a:gdLst>
                <a:gd name="T0" fmla="*/ 0 w 11"/>
                <a:gd name="T1" fmla="*/ 2 h 5"/>
                <a:gd name="T2" fmla="*/ 6 w 11"/>
                <a:gd name="T3" fmla="*/ 0 h 5"/>
                <a:gd name="T4" fmla="*/ 10 w 11"/>
                <a:gd name="T5" fmla="*/ 3 h 5"/>
                <a:gd name="T6" fmla="*/ 6 w 11"/>
                <a:gd name="T7" fmla="*/ 5 h 5"/>
                <a:gd name="T8" fmla="*/ 0 w 11"/>
                <a:gd name="T9" fmla="*/ 2 h 5"/>
              </a:gdLst>
              <a:ahLst/>
              <a:cxnLst>
                <a:cxn ang="0">
                  <a:pos x="T0" y="T1"/>
                </a:cxn>
                <a:cxn ang="0">
                  <a:pos x="T2" y="T3"/>
                </a:cxn>
                <a:cxn ang="0">
                  <a:pos x="T4" y="T5"/>
                </a:cxn>
                <a:cxn ang="0">
                  <a:pos x="T6" y="T7"/>
                </a:cxn>
                <a:cxn ang="0">
                  <a:pos x="T8" y="T9"/>
                </a:cxn>
              </a:cxnLst>
              <a:rect l="0" t="0" r="r" b="b"/>
              <a:pathLst>
                <a:path w="11" h="5">
                  <a:moveTo>
                    <a:pt x="0" y="2"/>
                  </a:moveTo>
                  <a:cubicBezTo>
                    <a:pt x="3" y="1"/>
                    <a:pt x="4" y="0"/>
                    <a:pt x="6" y="0"/>
                  </a:cubicBezTo>
                  <a:cubicBezTo>
                    <a:pt x="8" y="0"/>
                    <a:pt x="11" y="2"/>
                    <a:pt x="10" y="3"/>
                  </a:cubicBezTo>
                  <a:cubicBezTo>
                    <a:pt x="10" y="4"/>
                    <a:pt x="7" y="5"/>
                    <a:pt x="6" y="5"/>
                  </a:cubicBezTo>
                  <a:cubicBezTo>
                    <a:pt x="4" y="5"/>
                    <a:pt x="3" y="4"/>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3" name="Freeform 2946">
              <a:extLst>
                <a:ext uri="{FF2B5EF4-FFF2-40B4-BE49-F238E27FC236}">
                  <a16:creationId xmlns:a16="http://schemas.microsoft.com/office/drawing/2014/main" id="{4FD1D65C-BB99-F5EC-D6FD-0A93C0602068}"/>
                </a:ext>
              </a:extLst>
            </p:cNvPr>
            <p:cNvSpPr>
              <a:spLocks/>
            </p:cNvSpPr>
            <p:nvPr/>
          </p:nvSpPr>
          <p:spPr bwMode="auto">
            <a:xfrm rot="5094805">
              <a:off x="1666111" y="3443642"/>
              <a:ext cx="22850" cy="20565"/>
            </a:xfrm>
            <a:custGeom>
              <a:avLst/>
              <a:gdLst>
                <a:gd name="T0" fmla="*/ 9 w 9"/>
                <a:gd name="T1" fmla="*/ 5 h 8"/>
                <a:gd name="T2" fmla="*/ 4 w 9"/>
                <a:gd name="T3" fmla="*/ 8 h 8"/>
                <a:gd name="T4" fmla="*/ 0 w 9"/>
                <a:gd name="T5" fmla="*/ 5 h 8"/>
                <a:gd name="T6" fmla="*/ 2 w 9"/>
                <a:gd name="T7" fmla="*/ 1 h 8"/>
                <a:gd name="T8" fmla="*/ 9 w 9"/>
                <a:gd name="T9" fmla="*/ 5 h 8"/>
              </a:gdLst>
              <a:ahLst/>
              <a:cxnLst>
                <a:cxn ang="0">
                  <a:pos x="T0" y="T1"/>
                </a:cxn>
                <a:cxn ang="0">
                  <a:pos x="T2" y="T3"/>
                </a:cxn>
                <a:cxn ang="0">
                  <a:pos x="T4" y="T5"/>
                </a:cxn>
                <a:cxn ang="0">
                  <a:pos x="T6" y="T7"/>
                </a:cxn>
                <a:cxn ang="0">
                  <a:pos x="T8" y="T9"/>
                </a:cxn>
              </a:cxnLst>
              <a:rect l="0" t="0" r="r" b="b"/>
              <a:pathLst>
                <a:path w="9" h="8">
                  <a:moveTo>
                    <a:pt x="9" y="5"/>
                  </a:moveTo>
                  <a:cubicBezTo>
                    <a:pt x="8" y="6"/>
                    <a:pt x="6" y="7"/>
                    <a:pt x="4" y="8"/>
                  </a:cubicBezTo>
                  <a:cubicBezTo>
                    <a:pt x="4" y="8"/>
                    <a:pt x="1" y="6"/>
                    <a:pt x="0" y="5"/>
                  </a:cubicBezTo>
                  <a:cubicBezTo>
                    <a:pt x="0" y="4"/>
                    <a:pt x="1" y="2"/>
                    <a:pt x="2" y="1"/>
                  </a:cubicBezTo>
                  <a:cubicBezTo>
                    <a:pt x="4" y="0"/>
                    <a:pt x="8" y="2"/>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4" name="Freeform 2947">
              <a:extLst>
                <a:ext uri="{FF2B5EF4-FFF2-40B4-BE49-F238E27FC236}">
                  <a16:creationId xmlns:a16="http://schemas.microsoft.com/office/drawing/2014/main" id="{11F5EE45-8857-380F-561F-2A70BCB87A62}"/>
                </a:ext>
              </a:extLst>
            </p:cNvPr>
            <p:cNvSpPr>
              <a:spLocks/>
            </p:cNvSpPr>
            <p:nvPr/>
          </p:nvSpPr>
          <p:spPr bwMode="auto">
            <a:xfrm rot="5094805">
              <a:off x="1673627" y="3243500"/>
              <a:ext cx="20565" cy="22850"/>
            </a:xfrm>
            <a:custGeom>
              <a:avLst/>
              <a:gdLst>
                <a:gd name="T0" fmla="*/ 9 w 9"/>
                <a:gd name="T1" fmla="*/ 6 h 9"/>
                <a:gd name="T2" fmla="*/ 4 w 9"/>
                <a:gd name="T3" fmla="*/ 9 h 9"/>
                <a:gd name="T4" fmla="*/ 0 w 9"/>
                <a:gd name="T5" fmla="*/ 5 h 9"/>
                <a:gd name="T6" fmla="*/ 2 w 9"/>
                <a:gd name="T7" fmla="*/ 1 h 9"/>
                <a:gd name="T8" fmla="*/ 9 w 9"/>
                <a:gd name="T9" fmla="*/ 6 h 9"/>
              </a:gdLst>
              <a:ahLst/>
              <a:cxnLst>
                <a:cxn ang="0">
                  <a:pos x="T0" y="T1"/>
                </a:cxn>
                <a:cxn ang="0">
                  <a:pos x="T2" y="T3"/>
                </a:cxn>
                <a:cxn ang="0">
                  <a:pos x="T4" y="T5"/>
                </a:cxn>
                <a:cxn ang="0">
                  <a:pos x="T6" y="T7"/>
                </a:cxn>
                <a:cxn ang="0">
                  <a:pos x="T8" y="T9"/>
                </a:cxn>
              </a:cxnLst>
              <a:rect l="0" t="0" r="r" b="b"/>
              <a:pathLst>
                <a:path w="9" h="9">
                  <a:moveTo>
                    <a:pt x="9" y="6"/>
                  </a:moveTo>
                  <a:cubicBezTo>
                    <a:pt x="7" y="7"/>
                    <a:pt x="6" y="8"/>
                    <a:pt x="4" y="9"/>
                  </a:cubicBezTo>
                  <a:cubicBezTo>
                    <a:pt x="3" y="9"/>
                    <a:pt x="0" y="6"/>
                    <a:pt x="0" y="5"/>
                  </a:cubicBezTo>
                  <a:cubicBezTo>
                    <a:pt x="0" y="3"/>
                    <a:pt x="1" y="1"/>
                    <a:pt x="2" y="1"/>
                  </a:cubicBezTo>
                  <a:cubicBezTo>
                    <a:pt x="4" y="0"/>
                    <a:pt x="7" y="2"/>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5" name="Freeform 2948">
              <a:extLst>
                <a:ext uri="{FF2B5EF4-FFF2-40B4-BE49-F238E27FC236}">
                  <a16:creationId xmlns:a16="http://schemas.microsoft.com/office/drawing/2014/main" id="{AF1F6040-D1E6-6F80-95AC-0A0DE41750CA}"/>
                </a:ext>
              </a:extLst>
            </p:cNvPr>
            <p:cNvSpPr>
              <a:spLocks/>
            </p:cNvSpPr>
            <p:nvPr/>
          </p:nvSpPr>
          <p:spPr bwMode="auto">
            <a:xfrm rot="5094805">
              <a:off x="1686622" y="3039231"/>
              <a:ext cx="22850" cy="27420"/>
            </a:xfrm>
            <a:custGeom>
              <a:avLst/>
              <a:gdLst>
                <a:gd name="T0" fmla="*/ 9 w 9"/>
                <a:gd name="T1" fmla="*/ 7 h 11"/>
                <a:gd name="T2" fmla="*/ 5 w 9"/>
                <a:gd name="T3" fmla="*/ 11 h 11"/>
                <a:gd name="T4" fmla="*/ 1 w 9"/>
                <a:gd name="T5" fmla="*/ 6 h 11"/>
                <a:gd name="T6" fmla="*/ 3 w 9"/>
                <a:gd name="T7" fmla="*/ 2 h 11"/>
                <a:gd name="T8" fmla="*/ 9 w 9"/>
                <a:gd name="T9" fmla="*/ 7 h 11"/>
              </a:gdLst>
              <a:ahLst/>
              <a:cxnLst>
                <a:cxn ang="0">
                  <a:pos x="T0" y="T1"/>
                </a:cxn>
                <a:cxn ang="0">
                  <a:pos x="T2" y="T3"/>
                </a:cxn>
                <a:cxn ang="0">
                  <a:pos x="T4" y="T5"/>
                </a:cxn>
                <a:cxn ang="0">
                  <a:pos x="T6" y="T7"/>
                </a:cxn>
                <a:cxn ang="0">
                  <a:pos x="T8" y="T9"/>
                </a:cxn>
              </a:cxnLst>
              <a:rect l="0" t="0" r="r" b="b"/>
              <a:pathLst>
                <a:path w="9" h="11">
                  <a:moveTo>
                    <a:pt x="9" y="7"/>
                  </a:moveTo>
                  <a:cubicBezTo>
                    <a:pt x="8" y="8"/>
                    <a:pt x="7" y="10"/>
                    <a:pt x="5" y="11"/>
                  </a:cubicBezTo>
                  <a:cubicBezTo>
                    <a:pt x="4" y="11"/>
                    <a:pt x="1" y="8"/>
                    <a:pt x="1" y="6"/>
                  </a:cubicBezTo>
                  <a:cubicBezTo>
                    <a:pt x="0" y="5"/>
                    <a:pt x="1" y="2"/>
                    <a:pt x="3" y="2"/>
                  </a:cubicBezTo>
                  <a:cubicBezTo>
                    <a:pt x="5" y="0"/>
                    <a:pt x="8" y="3"/>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6" name="Freeform 2949">
              <a:extLst>
                <a:ext uri="{FF2B5EF4-FFF2-40B4-BE49-F238E27FC236}">
                  <a16:creationId xmlns:a16="http://schemas.microsoft.com/office/drawing/2014/main" id="{DD9BB4F6-7E8F-29D9-5BBF-7909CFF03C76}"/>
                </a:ext>
              </a:extLst>
            </p:cNvPr>
            <p:cNvSpPr>
              <a:spLocks/>
            </p:cNvSpPr>
            <p:nvPr/>
          </p:nvSpPr>
          <p:spPr bwMode="auto">
            <a:xfrm rot="5094805">
              <a:off x="1694033" y="2834422"/>
              <a:ext cx="22850" cy="36560"/>
            </a:xfrm>
            <a:custGeom>
              <a:avLst/>
              <a:gdLst>
                <a:gd name="T0" fmla="*/ 6 w 10"/>
                <a:gd name="T1" fmla="*/ 15 h 15"/>
                <a:gd name="T2" fmla="*/ 1 w 10"/>
                <a:gd name="T3" fmla="*/ 7 h 15"/>
                <a:gd name="T4" fmla="*/ 5 w 10"/>
                <a:gd name="T5" fmla="*/ 2 h 15"/>
                <a:gd name="T6" fmla="*/ 10 w 10"/>
                <a:gd name="T7" fmla="*/ 7 h 15"/>
                <a:gd name="T8" fmla="*/ 6 w 10"/>
                <a:gd name="T9" fmla="*/ 15 h 15"/>
              </a:gdLst>
              <a:ahLst/>
              <a:cxnLst>
                <a:cxn ang="0">
                  <a:pos x="T0" y="T1"/>
                </a:cxn>
                <a:cxn ang="0">
                  <a:pos x="T2" y="T3"/>
                </a:cxn>
                <a:cxn ang="0">
                  <a:pos x="T4" y="T5"/>
                </a:cxn>
                <a:cxn ang="0">
                  <a:pos x="T6" y="T7"/>
                </a:cxn>
                <a:cxn ang="0">
                  <a:pos x="T8" y="T9"/>
                </a:cxn>
              </a:cxnLst>
              <a:rect l="0" t="0" r="r" b="b"/>
              <a:pathLst>
                <a:path w="10" h="15">
                  <a:moveTo>
                    <a:pt x="6" y="15"/>
                  </a:moveTo>
                  <a:cubicBezTo>
                    <a:pt x="4" y="11"/>
                    <a:pt x="2" y="9"/>
                    <a:pt x="1" y="7"/>
                  </a:cubicBezTo>
                  <a:cubicBezTo>
                    <a:pt x="0" y="4"/>
                    <a:pt x="2" y="0"/>
                    <a:pt x="5" y="2"/>
                  </a:cubicBezTo>
                  <a:cubicBezTo>
                    <a:pt x="7" y="2"/>
                    <a:pt x="9" y="5"/>
                    <a:pt x="10" y="7"/>
                  </a:cubicBezTo>
                  <a:cubicBezTo>
                    <a:pt x="10" y="9"/>
                    <a:pt x="8" y="11"/>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7" name="Freeform 2950">
              <a:extLst>
                <a:ext uri="{FF2B5EF4-FFF2-40B4-BE49-F238E27FC236}">
                  <a16:creationId xmlns:a16="http://schemas.microsoft.com/office/drawing/2014/main" id="{6905EE99-392A-8C79-7F44-AC62F1E8A2E6}"/>
                </a:ext>
              </a:extLst>
            </p:cNvPr>
            <p:cNvSpPr>
              <a:spLocks/>
            </p:cNvSpPr>
            <p:nvPr/>
          </p:nvSpPr>
          <p:spPr bwMode="auto">
            <a:xfrm rot="5094805">
              <a:off x="1694818" y="2634782"/>
              <a:ext cx="22850" cy="41130"/>
            </a:xfrm>
            <a:custGeom>
              <a:avLst/>
              <a:gdLst>
                <a:gd name="T0" fmla="*/ 3 w 9"/>
                <a:gd name="T1" fmla="*/ 0 h 16"/>
                <a:gd name="T2" fmla="*/ 9 w 9"/>
                <a:gd name="T3" fmla="*/ 9 h 16"/>
                <a:gd name="T4" fmla="*/ 6 w 9"/>
                <a:gd name="T5" fmla="*/ 14 h 16"/>
                <a:gd name="T6" fmla="*/ 0 w 9"/>
                <a:gd name="T7" fmla="*/ 8 h 16"/>
                <a:gd name="T8" fmla="*/ 3 w 9"/>
                <a:gd name="T9" fmla="*/ 0 h 16"/>
              </a:gdLst>
              <a:ahLst/>
              <a:cxnLst>
                <a:cxn ang="0">
                  <a:pos x="T0" y="T1"/>
                </a:cxn>
                <a:cxn ang="0">
                  <a:pos x="T2" y="T3"/>
                </a:cxn>
                <a:cxn ang="0">
                  <a:pos x="T4" y="T5"/>
                </a:cxn>
                <a:cxn ang="0">
                  <a:pos x="T6" y="T7"/>
                </a:cxn>
                <a:cxn ang="0">
                  <a:pos x="T8" y="T9"/>
                </a:cxn>
              </a:cxnLst>
              <a:rect l="0" t="0" r="r" b="b"/>
              <a:pathLst>
                <a:path w="9" h="16">
                  <a:moveTo>
                    <a:pt x="3" y="0"/>
                  </a:moveTo>
                  <a:cubicBezTo>
                    <a:pt x="6" y="4"/>
                    <a:pt x="8" y="6"/>
                    <a:pt x="9" y="9"/>
                  </a:cubicBezTo>
                  <a:cubicBezTo>
                    <a:pt x="9" y="10"/>
                    <a:pt x="7" y="13"/>
                    <a:pt x="6" y="14"/>
                  </a:cubicBezTo>
                  <a:cubicBezTo>
                    <a:pt x="4" y="16"/>
                    <a:pt x="0" y="12"/>
                    <a:pt x="0" y="8"/>
                  </a:cubicBezTo>
                  <a:cubicBezTo>
                    <a:pt x="0"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8" name="Freeform 2951">
              <a:extLst>
                <a:ext uri="{FF2B5EF4-FFF2-40B4-BE49-F238E27FC236}">
                  <a16:creationId xmlns:a16="http://schemas.microsoft.com/office/drawing/2014/main" id="{98C0E034-DAD0-13CF-5146-92161ECD950D}"/>
                </a:ext>
              </a:extLst>
            </p:cNvPr>
            <p:cNvSpPr>
              <a:spLocks/>
            </p:cNvSpPr>
            <p:nvPr/>
          </p:nvSpPr>
          <p:spPr bwMode="auto">
            <a:xfrm rot="5094805">
              <a:off x="1671908" y="2445258"/>
              <a:ext cx="22850" cy="34275"/>
            </a:xfrm>
            <a:custGeom>
              <a:avLst/>
              <a:gdLst>
                <a:gd name="T0" fmla="*/ 5 w 9"/>
                <a:gd name="T1" fmla="*/ 14 h 14"/>
                <a:gd name="T2" fmla="*/ 0 w 9"/>
                <a:gd name="T3" fmla="*/ 5 h 14"/>
                <a:gd name="T4" fmla="*/ 4 w 9"/>
                <a:gd name="T5" fmla="*/ 1 h 14"/>
                <a:gd name="T6" fmla="*/ 9 w 9"/>
                <a:gd name="T7" fmla="*/ 7 h 14"/>
                <a:gd name="T8" fmla="*/ 5 w 9"/>
                <a:gd name="T9" fmla="*/ 14 h 14"/>
              </a:gdLst>
              <a:ahLst/>
              <a:cxnLst>
                <a:cxn ang="0">
                  <a:pos x="T0" y="T1"/>
                </a:cxn>
                <a:cxn ang="0">
                  <a:pos x="T2" y="T3"/>
                </a:cxn>
                <a:cxn ang="0">
                  <a:pos x="T4" y="T5"/>
                </a:cxn>
                <a:cxn ang="0">
                  <a:pos x="T6" y="T7"/>
                </a:cxn>
                <a:cxn ang="0">
                  <a:pos x="T8" y="T9"/>
                </a:cxn>
              </a:cxnLst>
              <a:rect l="0" t="0" r="r" b="b"/>
              <a:pathLst>
                <a:path w="9" h="14">
                  <a:moveTo>
                    <a:pt x="5" y="14"/>
                  </a:moveTo>
                  <a:cubicBezTo>
                    <a:pt x="2" y="13"/>
                    <a:pt x="0" y="9"/>
                    <a:pt x="0" y="5"/>
                  </a:cubicBezTo>
                  <a:cubicBezTo>
                    <a:pt x="1" y="2"/>
                    <a:pt x="2" y="0"/>
                    <a:pt x="4" y="1"/>
                  </a:cubicBezTo>
                  <a:cubicBezTo>
                    <a:pt x="6" y="2"/>
                    <a:pt x="9" y="5"/>
                    <a:pt x="9" y="7"/>
                  </a:cubicBezTo>
                  <a:cubicBezTo>
                    <a:pt x="8" y="10"/>
                    <a:pt x="6" y="12"/>
                    <a:pt x="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9" name="Freeform 2952">
              <a:extLst>
                <a:ext uri="{FF2B5EF4-FFF2-40B4-BE49-F238E27FC236}">
                  <a16:creationId xmlns:a16="http://schemas.microsoft.com/office/drawing/2014/main" id="{D5053859-376E-9F1A-8EB3-2944BAA50EA4}"/>
                </a:ext>
              </a:extLst>
            </p:cNvPr>
            <p:cNvSpPr>
              <a:spLocks/>
            </p:cNvSpPr>
            <p:nvPr/>
          </p:nvSpPr>
          <p:spPr bwMode="auto">
            <a:xfrm rot="5094805">
              <a:off x="1634001" y="2246777"/>
              <a:ext cx="22850" cy="43415"/>
            </a:xfrm>
            <a:custGeom>
              <a:avLst/>
              <a:gdLst>
                <a:gd name="T0" fmla="*/ 3 w 9"/>
                <a:gd name="T1" fmla="*/ 0 h 17"/>
                <a:gd name="T2" fmla="*/ 9 w 9"/>
                <a:gd name="T3" fmla="*/ 9 h 17"/>
                <a:gd name="T4" fmla="*/ 6 w 9"/>
                <a:gd name="T5" fmla="*/ 15 h 17"/>
                <a:gd name="T6" fmla="*/ 0 w 9"/>
                <a:gd name="T7" fmla="*/ 9 h 17"/>
                <a:gd name="T8" fmla="*/ 3 w 9"/>
                <a:gd name="T9" fmla="*/ 0 h 17"/>
              </a:gdLst>
              <a:ahLst/>
              <a:cxnLst>
                <a:cxn ang="0">
                  <a:pos x="T0" y="T1"/>
                </a:cxn>
                <a:cxn ang="0">
                  <a:pos x="T2" y="T3"/>
                </a:cxn>
                <a:cxn ang="0">
                  <a:pos x="T4" y="T5"/>
                </a:cxn>
                <a:cxn ang="0">
                  <a:pos x="T6" y="T7"/>
                </a:cxn>
                <a:cxn ang="0">
                  <a:pos x="T8" y="T9"/>
                </a:cxn>
              </a:cxnLst>
              <a:rect l="0" t="0" r="r" b="b"/>
              <a:pathLst>
                <a:path w="9" h="17">
                  <a:moveTo>
                    <a:pt x="3" y="0"/>
                  </a:moveTo>
                  <a:cubicBezTo>
                    <a:pt x="6" y="4"/>
                    <a:pt x="8" y="6"/>
                    <a:pt x="9" y="9"/>
                  </a:cubicBezTo>
                  <a:cubicBezTo>
                    <a:pt x="9" y="10"/>
                    <a:pt x="7" y="14"/>
                    <a:pt x="6" y="15"/>
                  </a:cubicBezTo>
                  <a:cubicBezTo>
                    <a:pt x="4" y="17"/>
                    <a:pt x="0" y="13"/>
                    <a:pt x="0" y="9"/>
                  </a:cubicBezTo>
                  <a:cubicBezTo>
                    <a:pt x="0" y="7"/>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0" name="Freeform 2953">
              <a:extLst>
                <a:ext uri="{FF2B5EF4-FFF2-40B4-BE49-F238E27FC236}">
                  <a16:creationId xmlns:a16="http://schemas.microsoft.com/office/drawing/2014/main" id="{2C394E2F-7652-0CDF-C0A2-7BC0BA4890AF}"/>
                </a:ext>
              </a:extLst>
            </p:cNvPr>
            <p:cNvSpPr>
              <a:spLocks/>
            </p:cNvSpPr>
            <p:nvPr/>
          </p:nvSpPr>
          <p:spPr bwMode="auto">
            <a:xfrm rot="5094805">
              <a:off x="1620195" y="2054158"/>
              <a:ext cx="22850" cy="41130"/>
            </a:xfrm>
            <a:custGeom>
              <a:avLst/>
              <a:gdLst>
                <a:gd name="T0" fmla="*/ 3 w 9"/>
                <a:gd name="T1" fmla="*/ 0 h 17"/>
                <a:gd name="T2" fmla="*/ 9 w 9"/>
                <a:gd name="T3" fmla="*/ 10 h 17"/>
                <a:gd name="T4" fmla="*/ 6 w 9"/>
                <a:gd name="T5" fmla="*/ 15 h 17"/>
                <a:gd name="T6" fmla="*/ 0 w 9"/>
                <a:gd name="T7" fmla="*/ 9 h 17"/>
                <a:gd name="T8" fmla="*/ 3 w 9"/>
                <a:gd name="T9" fmla="*/ 0 h 17"/>
              </a:gdLst>
              <a:ahLst/>
              <a:cxnLst>
                <a:cxn ang="0">
                  <a:pos x="T0" y="T1"/>
                </a:cxn>
                <a:cxn ang="0">
                  <a:pos x="T2" y="T3"/>
                </a:cxn>
                <a:cxn ang="0">
                  <a:pos x="T4" y="T5"/>
                </a:cxn>
                <a:cxn ang="0">
                  <a:pos x="T6" y="T7"/>
                </a:cxn>
                <a:cxn ang="0">
                  <a:pos x="T8" y="T9"/>
                </a:cxn>
              </a:cxnLst>
              <a:rect l="0" t="0" r="r" b="b"/>
              <a:pathLst>
                <a:path w="9" h="17">
                  <a:moveTo>
                    <a:pt x="3" y="0"/>
                  </a:moveTo>
                  <a:cubicBezTo>
                    <a:pt x="6" y="4"/>
                    <a:pt x="8" y="7"/>
                    <a:pt x="9" y="10"/>
                  </a:cubicBezTo>
                  <a:cubicBezTo>
                    <a:pt x="9" y="11"/>
                    <a:pt x="7" y="14"/>
                    <a:pt x="6" y="15"/>
                  </a:cubicBezTo>
                  <a:cubicBezTo>
                    <a:pt x="4" y="17"/>
                    <a:pt x="0" y="12"/>
                    <a:pt x="0" y="9"/>
                  </a:cubicBezTo>
                  <a:cubicBezTo>
                    <a:pt x="0"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1" name="Freeform 2954">
              <a:extLst>
                <a:ext uri="{FF2B5EF4-FFF2-40B4-BE49-F238E27FC236}">
                  <a16:creationId xmlns:a16="http://schemas.microsoft.com/office/drawing/2014/main" id="{CE14694A-71FC-0387-B182-87C52191A2FA}"/>
                </a:ext>
              </a:extLst>
            </p:cNvPr>
            <p:cNvSpPr>
              <a:spLocks/>
            </p:cNvSpPr>
            <p:nvPr/>
          </p:nvSpPr>
          <p:spPr bwMode="auto">
            <a:xfrm rot="5094805">
              <a:off x="1627703" y="1860668"/>
              <a:ext cx="25135" cy="29705"/>
            </a:xfrm>
            <a:custGeom>
              <a:avLst/>
              <a:gdLst>
                <a:gd name="T0" fmla="*/ 0 w 11"/>
                <a:gd name="T1" fmla="*/ 3 h 12"/>
                <a:gd name="T2" fmla="*/ 6 w 11"/>
                <a:gd name="T3" fmla="*/ 0 h 12"/>
                <a:gd name="T4" fmla="*/ 11 w 11"/>
                <a:gd name="T5" fmla="*/ 7 h 12"/>
                <a:gd name="T6" fmla="*/ 7 w 11"/>
                <a:gd name="T7" fmla="*/ 11 h 12"/>
                <a:gd name="T8" fmla="*/ 0 w 11"/>
                <a:gd name="T9" fmla="*/ 3 h 12"/>
              </a:gdLst>
              <a:ahLst/>
              <a:cxnLst>
                <a:cxn ang="0">
                  <a:pos x="T0" y="T1"/>
                </a:cxn>
                <a:cxn ang="0">
                  <a:pos x="T2" y="T3"/>
                </a:cxn>
                <a:cxn ang="0">
                  <a:pos x="T4" y="T5"/>
                </a:cxn>
                <a:cxn ang="0">
                  <a:pos x="T6" y="T7"/>
                </a:cxn>
                <a:cxn ang="0">
                  <a:pos x="T8" y="T9"/>
                </a:cxn>
              </a:cxnLst>
              <a:rect l="0" t="0" r="r" b="b"/>
              <a:pathLst>
                <a:path w="11" h="12">
                  <a:moveTo>
                    <a:pt x="0" y="3"/>
                  </a:moveTo>
                  <a:cubicBezTo>
                    <a:pt x="3" y="1"/>
                    <a:pt x="4" y="0"/>
                    <a:pt x="6" y="0"/>
                  </a:cubicBezTo>
                  <a:cubicBezTo>
                    <a:pt x="8" y="0"/>
                    <a:pt x="11" y="5"/>
                    <a:pt x="11" y="7"/>
                  </a:cubicBezTo>
                  <a:cubicBezTo>
                    <a:pt x="10" y="9"/>
                    <a:pt x="8" y="12"/>
                    <a:pt x="7" y="11"/>
                  </a:cubicBezTo>
                  <a:cubicBezTo>
                    <a:pt x="5" y="10"/>
                    <a:pt x="3" y="7"/>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2" name="Freeform 2955">
              <a:extLst>
                <a:ext uri="{FF2B5EF4-FFF2-40B4-BE49-F238E27FC236}">
                  <a16:creationId xmlns:a16="http://schemas.microsoft.com/office/drawing/2014/main" id="{1B572ADF-9339-950A-8216-96B6AC0B7870}"/>
                </a:ext>
              </a:extLst>
            </p:cNvPr>
            <p:cNvSpPr>
              <a:spLocks/>
            </p:cNvSpPr>
            <p:nvPr/>
          </p:nvSpPr>
          <p:spPr bwMode="auto">
            <a:xfrm rot="5094805">
              <a:off x="1661595" y="1661615"/>
              <a:ext cx="22850" cy="29705"/>
            </a:xfrm>
            <a:custGeom>
              <a:avLst/>
              <a:gdLst>
                <a:gd name="T0" fmla="*/ 9 w 9"/>
                <a:gd name="T1" fmla="*/ 8 h 12"/>
                <a:gd name="T2" fmla="*/ 5 w 9"/>
                <a:gd name="T3" fmla="*/ 12 h 12"/>
                <a:gd name="T4" fmla="*/ 1 w 9"/>
                <a:gd name="T5" fmla="*/ 6 h 12"/>
                <a:gd name="T6" fmla="*/ 3 w 9"/>
                <a:gd name="T7" fmla="*/ 1 h 12"/>
                <a:gd name="T8" fmla="*/ 9 w 9"/>
                <a:gd name="T9" fmla="*/ 8 h 12"/>
              </a:gdLst>
              <a:ahLst/>
              <a:cxnLst>
                <a:cxn ang="0">
                  <a:pos x="T0" y="T1"/>
                </a:cxn>
                <a:cxn ang="0">
                  <a:pos x="T2" y="T3"/>
                </a:cxn>
                <a:cxn ang="0">
                  <a:pos x="T4" y="T5"/>
                </a:cxn>
                <a:cxn ang="0">
                  <a:pos x="T6" y="T7"/>
                </a:cxn>
                <a:cxn ang="0">
                  <a:pos x="T8" y="T9"/>
                </a:cxn>
              </a:cxnLst>
              <a:rect l="0" t="0" r="r" b="b"/>
              <a:pathLst>
                <a:path w="9" h="12">
                  <a:moveTo>
                    <a:pt x="9" y="8"/>
                  </a:moveTo>
                  <a:cubicBezTo>
                    <a:pt x="8" y="9"/>
                    <a:pt x="7" y="12"/>
                    <a:pt x="5" y="12"/>
                  </a:cubicBezTo>
                  <a:cubicBezTo>
                    <a:pt x="4" y="12"/>
                    <a:pt x="1" y="8"/>
                    <a:pt x="1" y="6"/>
                  </a:cubicBezTo>
                  <a:cubicBezTo>
                    <a:pt x="0" y="4"/>
                    <a:pt x="1" y="1"/>
                    <a:pt x="3" y="1"/>
                  </a:cubicBezTo>
                  <a:cubicBezTo>
                    <a:pt x="5" y="0"/>
                    <a:pt x="8" y="3"/>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3" name="Freeform 2956">
              <a:extLst>
                <a:ext uri="{FF2B5EF4-FFF2-40B4-BE49-F238E27FC236}">
                  <a16:creationId xmlns:a16="http://schemas.microsoft.com/office/drawing/2014/main" id="{E943E832-0711-CDC5-82B9-0D6BA1E9762C}"/>
                </a:ext>
              </a:extLst>
            </p:cNvPr>
            <p:cNvSpPr>
              <a:spLocks/>
            </p:cNvSpPr>
            <p:nvPr/>
          </p:nvSpPr>
          <p:spPr bwMode="auto">
            <a:xfrm rot="5094805">
              <a:off x="1706753" y="1461250"/>
              <a:ext cx="27420" cy="27420"/>
            </a:xfrm>
            <a:custGeom>
              <a:avLst/>
              <a:gdLst>
                <a:gd name="T0" fmla="*/ 0 w 11"/>
                <a:gd name="T1" fmla="*/ 2 h 11"/>
                <a:gd name="T2" fmla="*/ 5 w 11"/>
                <a:gd name="T3" fmla="*/ 1 h 11"/>
                <a:gd name="T4" fmla="*/ 10 w 11"/>
                <a:gd name="T5" fmla="*/ 8 h 11"/>
                <a:gd name="T6" fmla="*/ 6 w 11"/>
                <a:gd name="T7" fmla="*/ 11 h 11"/>
                <a:gd name="T8" fmla="*/ 0 w 11"/>
                <a:gd name="T9" fmla="*/ 2 h 11"/>
              </a:gdLst>
              <a:ahLst/>
              <a:cxnLst>
                <a:cxn ang="0">
                  <a:pos x="T0" y="T1"/>
                </a:cxn>
                <a:cxn ang="0">
                  <a:pos x="T2" y="T3"/>
                </a:cxn>
                <a:cxn ang="0">
                  <a:pos x="T4" y="T5"/>
                </a:cxn>
                <a:cxn ang="0">
                  <a:pos x="T6" y="T7"/>
                </a:cxn>
                <a:cxn ang="0">
                  <a:pos x="T8" y="T9"/>
                </a:cxn>
              </a:cxnLst>
              <a:rect l="0" t="0" r="r" b="b"/>
              <a:pathLst>
                <a:path w="11" h="11">
                  <a:moveTo>
                    <a:pt x="0" y="2"/>
                  </a:moveTo>
                  <a:cubicBezTo>
                    <a:pt x="2" y="2"/>
                    <a:pt x="4" y="0"/>
                    <a:pt x="5" y="1"/>
                  </a:cubicBezTo>
                  <a:cubicBezTo>
                    <a:pt x="8" y="1"/>
                    <a:pt x="11" y="6"/>
                    <a:pt x="10" y="8"/>
                  </a:cubicBezTo>
                  <a:cubicBezTo>
                    <a:pt x="10" y="10"/>
                    <a:pt x="8" y="11"/>
                    <a:pt x="6" y="11"/>
                  </a:cubicBezTo>
                  <a:cubicBezTo>
                    <a:pt x="4" y="9"/>
                    <a:pt x="3" y="6"/>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4" name="Freeform 2957">
              <a:extLst>
                <a:ext uri="{FF2B5EF4-FFF2-40B4-BE49-F238E27FC236}">
                  <a16:creationId xmlns:a16="http://schemas.microsoft.com/office/drawing/2014/main" id="{2E66245D-7310-D074-9EFA-8CA35954D9F0}"/>
                </a:ext>
              </a:extLst>
            </p:cNvPr>
            <p:cNvSpPr>
              <a:spLocks/>
            </p:cNvSpPr>
            <p:nvPr/>
          </p:nvSpPr>
          <p:spPr bwMode="auto">
            <a:xfrm rot="5094805">
              <a:off x="1769105" y="1261009"/>
              <a:ext cx="20565" cy="25135"/>
            </a:xfrm>
            <a:custGeom>
              <a:avLst/>
              <a:gdLst>
                <a:gd name="T0" fmla="*/ 9 w 9"/>
                <a:gd name="T1" fmla="*/ 8 h 10"/>
                <a:gd name="T2" fmla="*/ 4 w 9"/>
                <a:gd name="T3" fmla="*/ 10 h 10"/>
                <a:gd name="T4" fmla="*/ 0 w 9"/>
                <a:gd name="T5" fmla="*/ 5 h 10"/>
                <a:gd name="T6" fmla="*/ 2 w 9"/>
                <a:gd name="T7" fmla="*/ 1 h 10"/>
                <a:gd name="T8" fmla="*/ 9 w 9"/>
                <a:gd name="T9" fmla="*/ 8 h 10"/>
              </a:gdLst>
              <a:ahLst/>
              <a:cxnLst>
                <a:cxn ang="0">
                  <a:pos x="T0" y="T1"/>
                </a:cxn>
                <a:cxn ang="0">
                  <a:pos x="T2" y="T3"/>
                </a:cxn>
                <a:cxn ang="0">
                  <a:pos x="T4" y="T5"/>
                </a:cxn>
                <a:cxn ang="0">
                  <a:pos x="T6" y="T7"/>
                </a:cxn>
                <a:cxn ang="0">
                  <a:pos x="T8" y="T9"/>
                </a:cxn>
              </a:cxnLst>
              <a:rect l="0" t="0" r="r" b="b"/>
              <a:pathLst>
                <a:path w="9" h="10">
                  <a:moveTo>
                    <a:pt x="9" y="8"/>
                  </a:moveTo>
                  <a:cubicBezTo>
                    <a:pt x="8" y="8"/>
                    <a:pt x="6" y="10"/>
                    <a:pt x="4" y="10"/>
                  </a:cubicBezTo>
                  <a:cubicBezTo>
                    <a:pt x="4" y="10"/>
                    <a:pt x="1" y="6"/>
                    <a:pt x="0" y="5"/>
                  </a:cubicBezTo>
                  <a:cubicBezTo>
                    <a:pt x="0" y="3"/>
                    <a:pt x="1" y="1"/>
                    <a:pt x="2" y="1"/>
                  </a:cubicBezTo>
                  <a:cubicBezTo>
                    <a:pt x="4" y="0"/>
                    <a:pt x="8" y="4"/>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5" name="Freeform 2958">
              <a:extLst>
                <a:ext uri="{FF2B5EF4-FFF2-40B4-BE49-F238E27FC236}">
                  <a16:creationId xmlns:a16="http://schemas.microsoft.com/office/drawing/2014/main" id="{6CB35514-4F54-C4DB-B75E-100322B1B22D}"/>
                </a:ext>
              </a:extLst>
            </p:cNvPr>
            <p:cNvSpPr>
              <a:spLocks/>
            </p:cNvSpPr>
            <p:nvPr/>
          </p:nvSpPr>
          <p:spPr bwMode="auto">
            <a:xfrm rot="5094805">
              <a:off x="1825440" y="1057355"/>
              <a:ext cx="25135" cy="22850"/>
            </a:xfrm>
            <a:custGeom>
              <a:avLst/>
              <a:gdLst>
                <a:gd name="T0" fmla="*/ 6 w 10"/>
                <a:gd name="T1" fmla="*/ 9 h 9"/>
                <a:gd name="T2" fmla="*/ 1 w 10"/>
                <a:gd name="T3" fmla="*/ 2 h 9"/>
                <a:gd name="T4" fmla="*/ 5 w 10"/>
                <a:gd name="T5" fmla="*/ 2 h 9"/>
                <a:gd name="T6" fmla="*/ 10 w 10"/>
                <a:gd name="T7" fmla="*/ 7 h 9"/>
                <a:gd name="T8" fmla="*/ 6 w 10"/>
                <a:gd name="T9" fmla="*/ 9 h 9"/>
              </a:gdLst>
              <a:ahLst/>
              <a:cxnLst>
                <a:cxn ang="0">
                  <a:pos x="T0" y="T1"/>
                </a:cxn>
                <a:cxn ang="0">
                  <a:pos x="T2" y="T3"/>
                </a:cxn>
                <a:cxn ang="0">
                  <a:pos x="T4" y="T5"/>
                </a:cxn>
                <a:cxn ang="0">
                  <a:pos x="T6" y="T7"/>
                </a:cxn>
                <a:cxn ang="0">
                  <a:pos x="T8" y="T9"/>
                </a:cxn>
              </a:cxnLst>
              <a:rect l="0" t="0" r="r" b="b"/>
              <a:pathLst>
                <a:path w="10" h="9">
                  <a:moveTo>
                    <a:pt x="6" y="9"/>
                  </a:moveTo>
                  <a:cubicBezTo>
                    <a:pt x="2" y="7"/>
                    <a:pt x="0" y="4"/>
                    <a:pt x="1" y="2"/>
                  </a:cubicBezTo>
                  <a:cubicBezTo>
                    <a:pt x="1" y="0"/>
                    <a:pt x="3" y="0"/>
                    <a:pt x="5" y="2"/>
                  </a:cubicBezTo>
                  <a:cubicBezTo>
                    <a:pt x="7" y="3"/>
                    <a:pt x="10" y="6"/>
                    <a:pt x="10" y="7"/>
                  </a:cubicBezTo>
                  <a:cubicBezTo>
                    <a:pt x="9" y="8"/>
                    <a:pt x="7" y="9"/>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6" name="Freeform 2959">
              <a:extLst>
                <a:ext uri="{FF2B5EF4-FFF2-40B4-BE49-F238E27FC236}">
                  <a16:creationId xmlns:a16="http://schemas.microsoft.com/office/drawing/2014/main" id="{4322434F-C4B0-1F52-6C7E-237CFC5846D6}"/>
                </a:ext>
              </a:extLst>
            </p:cNvPr>
            <p:cNvSpPr>
              <a:spLocks/>
            </p:cNvSpPr>
            <p:nvPr/>
          </p:nvSpPr>
          <p:spPr bwMode="auto">
            <a:xfrm rot="5094805">
              <a:off x="2024190" y="1310339"/>
              <a:ext cx="25135" cy="13710"/>
            </a:xfrm>
            <a:custGeom>
              <a:avLst/>
              <a:gdLst>
                <a:gd name="T0" fmla="*/ 11 w 11"/>
                <a:gd name="T1" fmla="*/ 4 h 5"/>
                <a:gd name="T2" fmla="*/ 5 w 11"/>
                <a:gd name="T3" fmla="*/ 5 h 5"/>
                <a:gd name="T4" fmla="*/ 0 w 11"/>
                <a:gd name="T5" fmla="*/ 2 h 5"/>
                <a:gd name="T6" fmla="*/ 2 w 11"/>
                <a:gd name="T7" fmla="*/ 0 h 5"/>
                <a:gd name="T8" fmla="*/ 11 w 11"/>
                <a:gd name="T9" fmla="*/ 4 h 5"/>
              </a:gdLst>
              <a:ahLst/>
              <a:cxnLst>
                <a:cxn ang="0">
                  <a:pos x="T0" y="T1"/>
                </a:cxn>
                <a:cxn ang="0">
                  <a:pos x="T2" y="T3"/>
                </a:cxn>
                <a:cxn ang="0">
                  <a:pos x="T4" y="T5"/>
                </a:cxn>
                <a:cxn ang="0">
                  <a:pos x="T6" y="T7"/>
                </a:cxn>
                <a:cxn ang="0">
                  <a:pos x="T8" y="T9"/>
                </a:cxn>
              </a:cxnLst>
              <a:rect l="0" t="0" r="r" b="b"/>
              <a:pathLst>
                <a:path w="11" h="5">
                  <a:moveTo>
                    <a:pt x="11" y="4"/>
                  </a:moveTo>
                  <a:cubicBezTo>
                    <a:pt x="7" y="5"/>
                    <a:pt x="6" y="5"/>
                    <a:pt x="5" y="5"/>
                  </a:cubicBezTo>
                  <a:cubicBezTo>
                    <a:pt x="2" y="5"/>
                    <a:pt x="0" y="4"/>
                    <a:pt x="0" y="2"/>
                  </a:cubicBezTo>
                  <a:cubicBezTo>
                    <a:pt x="0" y="1"/>
                    <a:pt x="1" y="0"/>
                    <a:pt x="2" y="0"/>
                  </a:cubicBezTo>
                  <a:cubicBezTo>
                    <a:pt x="4" y="1"/>
                    <a:pt x="5" y="2"/>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7" name="Freeform 2960">
              <a:extLst>
                <a:ext uri="{FF2B5EF4-FFF2-40B4-BE49-F238E27FC236}">
                  <a16:creationId xmlns:a16="http://schemas.microsoft.com/office/drawing/2014/main" id="{A609A06B-CADD-1B34-D1DE-A5F3C8D46744}"/>
                </a:ext>
              </a:extLst>
            </p:cNvPr>
            <p:cNvSpPr>
              <a:spLocks/>
            </p:cNvSpPr>
            <p:nvPr/>
          </p:nvSpPr>
          <p:spPr bwMode="auto">
            <a:xfrm rot="5094805">
              <a:off x="2005842" y="1501542"/>
              <a:ext cx="18280" cy="18280"/>
            </a:xfrm>
            <a:custGeom>
              <a:avLst/>
              <a:gdLst>
                <a:gd name="T0" fmla="*/ 4 w 7"/>
                <a:gd name="T1" fmla="*/ 7 h 7"/>
                <a:gd name="T2" fmla="*/ 0 w 7"/>
                <a:gd name="T3" fmla="*/ 2 h 7"/>
                <a:gd name="T4" fmla="*/ 3 w 7"/>
                <a:gd name="T5" fmla="*/ 0 h 7"/>
                <a:gd name="T6" fmla="*/ 7 w 7"/>
                <a:gd name="T7" fmla="*/ 4 h 7"/>
                <a:gd name="T8" fmla="*/ 4 w 7"/>
                <a:gd name="T9" fmla="*/ 7 h 7"/>
              </a:gdLst>
              <a:ahLst/>
              <a:cxnLst>
                <a:cxn ang="0">
                  <a:pos x="T0" y="T1"/>
                </a:cxn>
                <a:cxn ang="0">
                  <a:pos x="T2" y="T3"/>
                </a:cxn>
                <a:cxn ang="0">
                  <a:pos x="T4" y="T5"/>
                </a:cxn>
                <a:cxn ang="0">
                  <a:pos x="T6" y="T7"/>
                </a:cxn>
                <a:cxn ang="0">
                  <a:pos x="T8" y="T9"/>
                </a:cxn>
              </a:cxnLst>
              <a:rect l="0" t="0" r="r" b="b"/>
              <a:pathLst>
                <a:path w="7" h="7">
                  <a:moveTo>
                    <a:pt x="4" y="7"/>
                  </a:moveTo>
                  <a:cubicBezTo>
                    <a:pt x="3" y="5"/>
                    <a:pt x="1" y="4"/>
                    <a:pt x="0" y="2"/>
                  </a:cubicBezTo>
                  <a:cubicBezTo>
                    <a:pt x="0" y="2"/>
                    <a:pt x="2" y="0"/>
                    <a:pt x="3" y="0"/>
                  </a:cubicBezTo>
                  <a:cubicBezTo>
                    <a:pt x="5" y="0"/>
                    <a:pt x="7" y="1"/>
                    <a:pt x="7" y="4"/>
                  </a:cubicBezTo>
                  <a:cubicBezTo>
                    <a:pt x="7" y="5"/>
                    <a:pt x="6" y="6"/>
                    <a:pt x="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8" name="Freeform 2961">
              <a:extLst>
                <a:ext uri="{FF2B5EF4-FFF2-40B4-BE49-F238E27FC236}">
                  <a16:creationId xmlns:a16="http://schemas.microsoft.com/office/drawing/2014/main" id="{49039578-A1E6-9DC6-0CA7-DD80A682C587}"/>
                </a:ext>
              </a:extLst>
            </p:cNvPr>
            <p:cNvSpPr>
              <a:spLocks/>
            </p:cNvSpPr>
            <p:nvPr/>
          </p:nvSpPr>
          <p:spPr bwMode="auto">
            <a:xfrm rot="5094805">
              <a:off x="1991586" y="1699699"/>
              <a:ext cx="27420" cy="22850"/>
            </a:xfrm>
            <a:custGeom>
              <a:avLst/>
              <a:gdLst>
                <a:gd name="T0" fmla="*/ 11 w 11"/>
                <a:gd name="T1" fmla="*/ 5 h 9"/>
                <a:gd name="T2" fmla="*/ 5 w 11"/>
                <a:gd name="T3" fmla="*/ 8 h 9"/>
                <a:gd name="T4" fmla="*/ 1 w 11"/>
                <a:gd name="T5" fmla="*/ 4 h 9"/>
                <a:gd name="T6" fmla="*/ 3 w 11"/>
                <a:gd name="T7" fmla="*/ 0 h 9"/>
                <a:gd name="T8" fmla="*/ 11 w 11"/>
                <a:gd name="T9" fmla="*/ 5 h 9"/>
              </a:gdLst>
              <a:ahLst/>
              <a:cxnLst>
                <a:cxn ang="0">
                  <a:pos x="T0" y="T1"/>
                </a:cxn>
                <a:cxn ang="0">
                  <a:pos x="T2" y="T3"/>
                </a:cxn>
                <a:cxn ang="0">
                  <a:pos x="T4" y="T5"/>
                </a:cxn>
                <a:cxn ang="0">
                  <a:pos x="T6" y="T7"/>
                </a:cxn>
                <a:cxn ang="0">
                  <a:pos x="T8" y="T9"/>
                </a:cxn>
              </a:cxnLst>
              <a:rect l="0" t="0" r="r" b="b"/>
              <a:pathLst>
                <a:path w="11" h="9">
                  <a:moveTo>
                    <a:pt x="11" y="5"/>
                  </a:moveTo>
                  <a:cubicBezTo>
                    <a:pt x="8" y="7"/>
                    <a:pt x="7" y="8"/>
                    <a:pt x="5" y="8"/>
                  </a:cubicBezTo>
                  <a:cubicBezTo>
                    <a:pt x="3" y="9"/>
                    <a:pt x="1" y="7"/>
                    <a:pt x="1" y="4"/>
                  </a:cubicBezTo>
                  <a:cubicBezTo>
                    <a:pt x="0" y="3"/>
                    <a:pt x="2" y="0"/>
                    <a:pt x="3" y="0"/>
                  </a:cubicBezTo>
                  <a:cubicBezTo>
                    <a:pt x="4" y="0"/>
                    <a:pt x="6" y="2"/>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9" name="Freeform 2962">
              <a:extLst>
                <a:ext uri="{FF2B5EF4-FFF2-40B4-BE49-F238E27FC236}">
                  <a16:creationId xmlns:a16="http://schemas.microsoft.com/office/drawing/2014/main" id="{F934C602-C698-6BD4-14DB-1526E8F941B6}"/>
                </a:ext>
              </a:extLst>
            </p:cNvPr>
            <p:cNvSpPr>
              <a:spLocks/>
            </p:cNvSpPr>
            <p:nvPr/>
          </p:nvSpPr>
          <p:spPr bwMode="auto">
            <a:xfrm rot="5094805">
              <a:off x="2001793" y="1889609"/>
              <a:ext cx="18280" cy="27420"/>
            </a:xfrm>
            <a:custGeom>
              <a:avLst/>
              <a:gdLst>
                <a:gd name="T0" fmla="*/ 2 w 8"/>
                <a:gd name="T1" fmla="*/ 0 h 12"/>
                <a:gd name="T2" fmla="*/ 7 w 8"/>
                <a:gd name="T3" fmla="*/ 6 h 12"/>
                <a:gd name="T4" fmla="*/ 5 w 8"/>
                <a:gd name="T5" fmla="*/ 12 h 12"/>
                <a:gd name="T6" fmla="*/ 0 w 8"/>
                <a:gd name="T7" fmla="*/ 6 h 12"/>
                <a:gd name="T8" fmla="*/ 2 w 8"/>
                <a:gd name="T9" fmla="*/ 0 h 12"/>
              </a:gdLst>
              <a:ahLst/>
              <a:cxnLst>
                <a:cxn ang="0">
                  <a:pos x="T0" y="T1"/>
                </a:cxn>
                <a:cxn ang="0">
                  <a:pos x="T2" y="T3"/>
                </a:cxn>
                <a:cxn ang="0">
                  <a:pos x="T4" y="T5"/>
                </a:cxn>
                <a:cxn ang="0">
                  <a:pos x="T6" y="T7"/>
                </a:cxn>
                <a:cxn ang="0">
                  <a:pos x="T8" y="T9"/>
                </a:cxn>
              </a:cxnLst>
              <a:rect l="0" t="0" r="r" b="b"/>
              <a:pathLst>
                <a:path w="8" h="12">
                  <a:moveTo>
                    <a:pt x="2" y="0"/>
                  </a:moveTo>
                  <a:cubicBezTo>
                    <a:pt x="5" y="3"/>
                    <a:pt x="6" y="4"/>
                    <a:pt x="7" y="6"/>
                  </a:cubicBezTo>
                  <a:cubicBezTo>
                    <a:pt x="8" y="8"/>
                    <a:pt x="7" y="12"/>
                    <a:pt x="5" y="12"/>
                  </a:cubicBezTo>
                  <a:cubicBezTo>
                    <a:pt x="3" y="11"/>
                    <a:pt x="0" y="10"/>
                    <a:pt x="0" y="6"/>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0" name="Freeform 2963">
              <a:extLst>
                <a:ext uri="{FF2B5EF4-FFF2-40B4-BE49-F238E27FC236}">
                  <a16:creationId xmlns:a16="http://schemas.microsoft.com/office/drawing/2014/main" id="{5D9BDC12-5DFE-BD1A-94DF-EF7677B20FF4}"/>
                </a:ext>
              </a:extLst>
            </p:cNvPr>
            <p:cNvSpPr>
              <a:spLocks/>
            </p:cNvSpPr>
            <p:nvPr/>
          </p:nvSpPr>
          <p:spPr bwMode="auto">
            <a:xfrm rot="5094805">
              <a:off x="2022524" y="2081515"/>
              <a:ext cx="20565" cy="31990"/>
            </a:xfrm>
            <a:custGeom>
              <a:avLst/>
              <a:gdLst>
                <a:gd name="T0" fmla="*/ 1 w 8"/>
                <a:gd name="T1" fmla="*/ 0 h 13"/>
                <a:gd name="T2" fmla="*/ 7 w 8"/>
                <a:gd name="T3" fmla="*/ 6 h 13"/>
                <a:gd name="T4" fmla="*/ 5 w 8"/>
                <a:gd name="T5" fmla="*/ 13 h 13"/>
                <a:gd name="T6" fmla="*/ 0 w 8"/>
                <a:gd name="T7" fmla="*/ 7 h 13"/>
                <a:gd name="T8" fmla="*/ 1 w 8"/>
                <a:gd name="T9" fmla="*/ 0 h 13"/>
              </a:gdLst>
              <a:ahLst/>
              <a:cxnLst>
                <a:cxn ang="0">
                  <a:pos x="T0" y="T1"/>
                </a:cxn>
                <a:cxn ang="0">
                  <a:pos x="T2" y="T3"/>
                </a:cxn>
                <a:cxn ang="0">
                  <a:pos x="T4" y="T5"/>
                </a:cxn>
                <a:cxn ang="0">
                  <a:pos x="T6" y="T7"/>
                </a:cxn>
                <a:cxn ang="0">
                  <a:pos x="T8" y="T9"/>
                </a:cxn>
              </a:cxnLst>
              <a:rect l="0" t="0" r="r" b="b"/>
              <a:pathLst>
                <a:path w="8" h="13">
                  <a:moveTo>
                    <a:pt x="1" y="0"/>
                  </a:moveTo>
                  <a:cubicBezTo>
                    <a:pt x="4" y="3"/>
                    <a:pt x="6" y="4"/>
                    <a:pt x="7" y="6"/>
                  </a:cubicBezTo>
                  <a:cubicBezTo>
                    <a:pt x="8" y="8"/>
                    <a:pt x="7" y="13"/>
                    <a:pt x="5" y="13"/>
                  </a:cubicBezTo>
                  <a:cubicBezTo>
                    <a:pt x="2" y="13"/>
                    <a:pt x="0" y="12"/>
                    <a:pt x="0" y="7"/>
                  </a:cubicBezTo>
                  <a:cubicBezTo>
                    <a:pt x="0" y="5"/>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1" name="Freeform 2964">
              <a:extLst>
                <a:ext uri="{FF2B5EF4-FFF2-40B4-BE49-F238E27FC236}">
                  <a16:creationId xmlns:a16="http://schemas.microsoft.com/office/drawing/2014/main" id="{6C08D7B7-C3C0-ED0F-B6AF-6BDB5099798D}"/>
                </a:ext>
              </a:extLst>
            </p:cNvPr>
            <p:cNvSpPr>
              <a:spLocks/>
            </p:cNvSpPr>
            <p:nvPr/>
          </p:nvSpPr>
          <p:spPr bwMode="auto">
            <a:xfrm rot="5094805">
              <a:off x="2056911" y="2274490"/>
              <a:ext cx="22850" cy="31990"/>
            </a:xfrm>
            <a:custGeom>
              <a:avLst/>
              <a:gdLst>
                <a:gd name="T0" fmla="*/ 9 w 9"/>
                <a:gd name="T1" fmla="*/ 4 h 13"/>
                <a:gd name="T2" fmla="*/ 4 w 9"/>
                <a:gd name="T3" fmla="*/ 12 h 13"/>
                <a:gd name="T4" fmla="*/ 0 w 9"/>
                <a:gd name="T5" fmla="*/ 7 h 13"/>
                <a:gd name="T6" fmla="*/ 4 w 9"/>
                <a:gd name="T7" fmla="*/ 1 h 13"/>
                <a:gd name="T8" fmla="*/ 9 w 9"/>
                <a:gd name="T9" fmla="*/ 4 h 13"/>
              </a:gdLst>
              <a:ahLst/>
              <a:cxnLst>
                <a:cxn ang="0">
                  <a:pos x="T0" y="T1"/>
                </a:cxn>
                <a:cxn ang="0">
                  <a:pos x="T2" y="T3"/>
                </a:cxn>
                <a:cxn ang="0">
                  <a:pos x="T4" y="T5"/>
                </a:cxn>
                <a:cxn ang="0">
                  <a:pos x="T6" y="T7"/>
                </a:cxn>
                <a:cxn ang="0">
                  <a:pos x="T8" y="T9"/>
                </a:cxn>
              </a:cxnLst>
              <a:rect l="0" t="0" r="r" b="b"/>
              <a:pathLst>
                <a:path w="9" h="13">
                  <a:moveTo>
                    <a:pt x="9" y="4"/>
                  </a:moveTo>
                  <a:cubicBezTo>
                    <a:pt x="6" y="9"/>
                    <a:pt x="6" y="12"/>
                    <a:pt x="4" y="12"/>
                  </a:cubicBezTo>
                  <a:cubicBezTo>
                    <a:pt x="2" y="13"/>
                    <a:pt x="0" y="12"/>
                    <a:pt x="0" y="7"/>
                  </a:cubicBezTo>
                  <a:cubicBezTo>
                    <a:pt x="0" y="2"/>
                    <a:pt x="1" y="0"/>
                    <a:pt x="4" y="1"/>
                  </a:cubicBezTo>
                  <a:cubicBezTo>
                    <a:pt x="5" y="1"/>
                    <a:pt x="7" y="3"/>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2" name="Freeform 2965">
              <a:extLst>
                <a:ext uri="{FF2B5EF4-FFF2-40B4-BE49-F238E27FC236}">
                  <a16:creationId xmlns:a16="http://schemas.microsoft.com/office/drawing/2014/main" id="{C796CCF4-1971-4DEA-F11F-E217FCCFD213}"/>
                </a:ext>
              </a:extLst>
            </p:cNvPr>
            <p:cNvSpPr>
              <a:spLocks/>
            </p:cNvSpPr>
            <p:nvPr/>
          </p:nvSpPr>
          <p:spPr bwMode="auto">
            <a:xfrm rot="5094805">
              <a:off x="2096794" y="2463743"/>
              <a:ext cx="20565" cy="34275"/>
            </a:xfrm>
            <a:custGeom>
              <a:avLst/>
              <a:gdLst>
                <a:gd name="T0" fmla="*/ 9 w 9"/>
                <a:gd name="T1" fmla="*/ 4 h 14"/>
                <a:gd name="T2" fmla="*/ 6 w 9"/>
                <a:gd name="T3" fmla="*/ 12 h 14"/>
                <a:gd name="T4" fmla="*/ 1 w 9"/>
                <a:gd name="T5" fmla="*/ 7 h 14"/>
                <a:gd name="T6" fmla="*/ 2 w 9"/>
                <a:gd name="T7" fmla="*/ 1 h 14"/>
                <a:gd name="T8" fmla="*/ 9 w 9"/>
                <a:gd name="T9" fmla="*/ 4 h 14"/>
              </a:gdLst>
              <a:ahLst/>
              <a:cxnLst>
                <a:cxn ang="0">
                  <a:pos x="T0" y="T1"/>
                </a:cxn>
                <a:cxn ang="0">
                  <a:pos x="T2" y="T3"/>
                </a:cxn>
                <a:cxn ang="0">
                  <a:pos x="T4" y="T5"/>
                </a:cxn>
                <a:cxn ang="0">
                  <a:pos x="T6" y="T7"/>
                </a:cxn>
                <a:cxn ang="0">
                  <a:pos x="T8" y="T9"/>
                </a:cxn>
              </a:cxnLst>
              <a:rect l="0" t="0" r="r" b="b"/>
              <a:pathLst>
                <a:path w="9" h="14">
                  <a:moveTo>
                    <a:pt x="9" y="4"/>
                  </a:moveTo>
                  <a:cubicBezTo>
                    <a:pt x="7" y="8"/>
                    <a:pt x="7" y="11"/>
                    <a:pt x="6" y="12"/>
                  </a:cubicBezTo>
                  <a:cubicBezTo>
                    <a:pt x="4" y="14"/>
                    <a:pt x="1" y="12"/>
                    <a:pt x="1" y="7"/>
                  </a:cubicBezTo>
                  <a:cubicBezTo>
                    <a:pt x="0" y="5"/>
                    <a:pt x="1" y="1"/>
                    <a:pt x="2" y="1"/>
                  </a:cubicBezTo>
                  <a:cubicBezTo>
                    <a:pt x="4" y="0"/>
                    <a:pt x="6" y="2"/>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3" name="Freeform 2966">
              <a:extLst>
                <a:ext uri="{FF2B5EF4-FFF2-40B4-BE49-F238E27FC236}">
                  <a16:creationId xmlns:a16="http://schemas.microsoft.com/office/drawing/2014/main" id="{AD4C4B1F-2D02-DBA0-FBB4-57ED78346146}"/>
                </a:ext>
              </a:extLst>
            </p:cNvPr>
            <p:cNvSpPr>
              <a:spLocks/>
            </p:cNvSpPr>
            <p:nvPr/>
          </p:nvSpPr>
          <p:spPr bwMode="auto">
            <a:xfrm rot="5094805">
              <a:off x="2105112" y="2660288"/>
              <a:ext cx="20565" cy="34275"/>
            </a:xfrm>
            <a:custGeom>
              <a:avLst/>
              <a:gdLst>
                <a:gd name="T0" fmla="*/ 8 w 8"/>
                <a:gd name="T1" fmla="*/ 5 h 14"/>
                <a:gd name="T2" fmla="*/ 5 w 8"/>
                <a:gd name="T3" fmla="*/ 13 h 14"/>
                <a:gd name="T4" fmla="*/ 0 w 8"/>
                <a:gd name="T5" fmla="*/ 7 h 14"/>
                <a:gd name="T6" fmla="*/ 2 w 8"/>
                <a:gd name="T7" fmla="*/ 0 h 14"/>
                <a:gd name="T8" fmla="*/ 8 w 8"/>
                <a:gd name="T9" fmla="*/ 5 h 14"/>
              </a:gdLst>
              <a:ahLst/>
              <a:cxnLst>
                <a:cxn ang="0">
                  <a:pos x="T0" y="T1"/>
                </a:cxn>
                <a:cxn ang="0">
                  <a:pos x="T2" y="T3"/>
                </a:cxn>
                <a:cxn ang="0">
                  <a:pos x="T4" y="T5"/>
                </a:cxn>
                <a:cxn ang="0">
                  <a:pos x="T6" y="T7"/>
                </a:cxn>
                <a:cxn ang="0">
                  <a:pos x="T8" y="T9"/>
                </a:cxn>
              </a:cxnLst>
              <a:rect l="0" t="0" r="r" b="b"/>
              <a:pathLst>
                <a:path w="8" h="14">
                  <a:moveTo>
                    <a:pt x="8" y="5"/>
                  </a:moveTo>
                  <a:cubicBezTo>
                    <a:pt x="7" y="9"/>
                    <a:pt x="6" y="12"/>
                    <a:pt x="5" y="13"/>
                  </a:cubicBezTo>
                  <a:cubicBezTo>
                    <a:pt x="3" y="14"/>
                    <a:pt x="1" y="12"/>
                    <a:pt x="0" y="7"/>
                  </a:cubicBezTo>
                  <a:cubicBezTo>
                    <a:pt x="0" y="5"/>
                    <a:pt x="1" y="0"/>
                    <a:pt x="2" y="0"/>
                  </a:cubicBezTo>
                  <a:cubicBezTo>
                    <a:pt x="3" y="0"/>
                    <a:pt x="5" y="3"/>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4" name="Freeform 2967">
              <a:extLst>
                <a:ext uri="{FF2B5EF4-FFF2-40B4-BE49-F238E27FC236}">
                  <a16:creationId xmlns:a16="http://schemas.microsoft.com/office/drawing/2014/main" id="{D1CD23AC-64C6-30BF-E20A-92A12EAD2AA3}"/>
                </a:ext>
              </a:extLst>
            </p:cNvPr>
            <p:cNvSpPr>
              <a:spLocks/>
            </p:cNvSpPr>
            <p:nvPr/>
          </p:nvSpPr>
          <p:spPr bwMode="auto">
            <a:xfrm rot="5094805">
              <a:off x="2093053" y="2854182"/>
              <a:ext cx="18280" cy="45700"/>
            </a:xfrm>
            <a:custGeom>
              <a:avLst/>
              <a:gdLst>
                <a:gd name="T0" fmla="*/ 3 w 8"/>
                <a:gd name="T1" fmla="*/ 0 h 18"/>
                <a:gd name="T2" fmla="*/ 7 w 8"/>
                <a:gd name="T3" fmla="*/ 10 h 18"/>
                <a:gd name="T4" fmla="*/ 4 w 8"/>
                <a:gd name="T5" fmla="*/ 16 h 18"/>
                <a:gd name="T6" fmla="*/ 0 w 8"/>
                <a:gd name="T7" fmla="*/ 10 h 18"/>
                <a:gd name="T8" fmla="*/ 3 w 8"/>
                <a:gd name="T9" fmla="*/ 0 h 18"/>
              </a:gdLst>
              <a:ahLst/>
              <a:cxnLst>
                <a:cxn ang="0">
                  <a:pos x="T0" y="T1"/>
                </a:cxn>
                <a:cxn ang="0">
                  <a:pos x="T2" y="T3"/>
                </a:cxn>
                <a:cxn ang="0">
                  <a:pos x="T4" y="T5"/>
                </a:cxn>
                <a:cxn ang="0">
                  <a:pos x="T6" y="T7"/>
                </a:cxn>
                <a:cxn ang="0">
                  <a:pos x="T8" y="T9"/>
                </a:cxn>
              </a:cxnLst>
              <a:rect l="0" t="0" r="r" b="b"/>
              <a:pathLst>
                <a:path w="8" h="18">
                  <a:moveTo>
                    <a:pt x="3" y="0"/>
                  </a:moveTo>
                  <a:cubicBezTo>
                    <a:pt x="5" y="5"/>
                    <a:pt x="7" y="7"/>
                    <a:pt x="7" y="10"/>
                  </a:cubicBezTo>
                  <a:cubicBezTo>
                    <a:pt x="8" y="16"/>
                    <a:pt x="6" y="18"/>
                    <a:pt x="4" y="16"/>
                  </a:cubicBezTo>
                  <a:cubicBezTo>
                    <a:pt x="3" y="15"/>
                    <a:pt x="0" y="11"/>
                    <a:pt x="0" y="10"/>
                  </a:cubicBezTo>
                  <a:cubicBezTo>
                    <a:pt x="1"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5" name="Freeform 2968">
              <a:extLst>
                <a:ext uri="{FF2B5EF4-FFF2-40B4-BE49-F238E27FC236}">
                  <a16:creationId xmlns:a16="http://schemas.microsoft.com/office/drawing/2014/main" id="{69967A1A-A8E2-E2E9-77DD-F4BB1434CB76}"/>
                </a:ext>
              </a:extLst>
            </p:cNvPr>
            <p:cNvSpPr>
              <a:spLocks/>
            </p:cNvSpPr>
            <p:nvPr/>
          </p:nvSpPr>
          <p:spPr bwMode="auto">
            <a:xfrm rot="5094805">
              <a:off x="2067435" y="3058327"/>
              <a:ext cx="18280" cy="41130"/>
            </a:xfrm>
            <a:custGeom>
              <a:avLst/>
              <a:gdLst>
                <a:gd name="T0" fmla="*/ 3 w 7"/>
                <a:gd name="T1" fmla="*/ 0 h 17"/>
                <a:gd name="T2" fmla="*/ 7 w 7"/>
                <a:gd name="T3" fmla="*/ 10 h 17"/>
                <a:gd name="T4" fmla="*/ 3 w 7"/>
                <a:gd name="T5" fmla="*/ 16 h 17"/>
                <a:gd name="T6" fmla="*/ 0 w 7"/>
                <a:gd name="T7" fmla="*/ 9 h 17"/>
                <a:gd name="T8" fmla="*/ 3 w 7"/>
                <a:gd name="T9" fmla="*/ 0 h 17"/>
              </a:gdLst>
              <a:ahLst/>
              <a:cxnLst>
                <a:cxn ang="0">
                  <a:pos x="T0" y="T1"/>
                </a:cxn>
                <a:cxn ang="0">
                  <a:pos x="T2" y="T3"/>
                </a:cxn>
                <a:cxn ang="0">
                  <a:pos x="T4" y="T5"/>
                </a:cxn>
                <a:cxn ang="0">
                  <a:pos x="T6" y="T7"/>
                </a:cxn>
                <a:cxn ang="0">
                  <a:pos x="T8" y="T9"/>
                </a:cxn>
              </a:cxnLst>
              <a:rect l="0" t="0" r="r" b="b"/>
              <a:pathLst>
                <a:path w="7" h="17">
                  <a:moveTo>
                    <a:pt x="3" y="0"/>
                  </a:moveTo>
                  <a:cubicBezTo>
                    <a:pt x="5" y="5"/>
                    <a:pt x="6" y="7"/>
                    <a:pt x="7" y="10"/>
                  </a:cubicBezTo>
                  <a:cubicBezTo>
                    <a:pt x="7" y="16"/>
                    <a:pt x="6" y="17"/>
                    <a:pt x="3" y="16"/>
                  </a:cubicBezTo>
                  <a:cubicBezTo>
                    <a:pt x="2" y="15"/>
                    <a:pt x="0" y="10"/>
                    <a:pt x="0" y="9"/>
                  </a:cubicBezTo>
                  <a:cubicBezTo>
                    <a:pt x="0" y="6"/>
                    <a:pt x="1"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6" name="Freeform 2969">
              <a:extLst>
                <a:ext uri="{FF2B5EF4-FFF2-40B4-BE49-F238E27FC236}">
                  <a16:creationId xmlns:a16="http://schemas.microsoft.com/office/drawing/2014/main" id="{18C6DC6C-56B0-2C42-221C-0DC181CA2385}"/>
                </a:ext>
              </a:extLst>
            </p:cNvPr>
            <p:cNvSpPr>
              <a:spLocks/>
            </p:cNvSpPr>
            <p:nvPr/>
          </p:nvSpPr>
          <p:spPr bwMode="auto">
            <a:xfrm rot="5094805">
              <a:off x="2036311" y="3265991"/>
              <a:ext cx="27420" cy="34275"/>
            </a:xfrm>
            <a:custGeom>
              <a:avLst/>
              <a:gdLst>
                <a:gd name="T0" fmla="*/ 11 w 11"/>
                <a:gd name="T1" fmla="*/ 8 h 14"/>
                <a:gd name="T2" fmla="*/ 5 w 11"/>
                <a:gd name="T3" fmla="*/ 13 h 14"/>
                <a:gd name="T4" fmla="*/ 0 w 11"/>
                <a:gd name="T5" fmla="*/ 6 h 14"/>
                <a:gd name="T6" fmla="*/ 2 w 11"/>
                <a:gd name="T7" fmla="*/ 0 h 14"/>
                <a:gd name="T8" fmla="*/ 11 w 11"/>
                <a:gd name="T9" fmla="*/ 8 h 14"/>
              </a:gdLst>
              <a:ahLst/>
              <a:cxnLst>
                <a:cxn ang="0">
                  <a:pos x="T0" y="T1"/>
                </a:cxn>
                <a:cxn ang="0">
                  <a:pos x="T2" y="T3"/>
                </a:cxn>
                <a:cxn ang="0">
                  <a:pos x="T4" y="T5"/>
                </a:cxn>
                <a:cxn ang="0">
                  <a:pos x="T6" y="T7"/>
                </a:cxn>
                <a:cxn ang="0">
                  <a:pos x="T8" y="T9"/>
                </a:cxn>
              </a:cxnLst>
              <a:rect l="0" t="0" r="r" b="b"/>
              <a:pathLst>
                <a:path w="11" h="14">
                  <a:moveTo>
                    <a:pt x="11" y="8"/>
                  </a:moveTo>
                  <a:cubicBezTo>
                    <a:pt x="8" y="11"/>
                    <a:pt x="7" y="13"/>
                    <a:pt x="5" y="13"/>
                  </a:cubicBezTo>
                  <a:cubicBezTo>
                    <a:pt x="3" y="14"/>
                    <a:pt x="1" y="12"/>
                    <a:pt x="0" y="6"/>
                  </a:cubicBezTo>
                  <a:cubicBezTo>
                    <a:pt x="0" y="4"/>
                    <a:pt x="1" y="0"/>
                    <a:pt x="2" y="0"/>
                  </a:cubicBezTo>
                  <a:cubicBezTo>
                    <a:pt x="4" y="0"/>
                    <a:pt x="6" y="3"/>
                    <a:pt x="1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7" name="Freeform 2970">
              <a:extLst>
                <a:ext uri="{FF2B5EF4-FFF2-40B4-BE49-F238E27FC236}">
                  <a16:creationId xmlns:a16="http://schemas.microsoft.com/office/drawing/2014/main" id="{1DDEB471-86B2-36C1-397E-1010C86D0CB0}"/>
                </a:ext>
              </a:extLst>
            </p:cNvPr>
            <p:cNvSpPr>
              <a:spLocks/>
            </p:cNvSpPr>
            <p:nvPr/>
          </p:nvSpPr>
          <p:spPr bwMode="auto">
            <a:xfrm rot="5094805">
              <a:off x="2024551" y="3468910"/>
              <a:ext cx="27420" cy="34275"/>
            </a:xfrm>
            <a:custGeom>
              <a:avLst/>
              <a:gdLst>
                <a:gd name="T0" fmla="*/ 11 w 11"/>
                <a:gd name="T1" fmla="*/ 7 h 14"/>
                <a:gd name="T2" fmla="*/ 5 w 11"/>
                <a:gd name="T3" fmla="*/ 13 h 14"/>
                <a:gd name="T4" fmla="*/ 0 w 11"/>
                <a:gd name="T5" fmla="*/ 6 h 14"/>
                <a:gd name="T6" fmla="*/ 2 w 11"/>
                <a:gd name="T7" fmla="*/ 0 h 14"/>
                <a:gd name="T8" fmla="*/ 11 w 11"/>
                <a:gd name="T9" fmla="*/ 7 h 14"/>
              </a:gdLst>
              <a:ahLst/>
              <a:cxnLst>
                <a:cxn ang="0">
                  <a:pos x="T0" y="T1"/>
                </a:cxn>
                <a:cxn ang="0">
                  <a:pos x="T2" y="T3"/>
                </a:cxn>
                <a:cxn ang="0">
                  <a:pos x="T4" y="T5"/>
                </a:cxn>
                <a:cxn ang="0">
                  <a:pos x="T6" y="T7"/>
                </a:cxn>
                <a:cxn ang="0">
                  <a:pos x="T8" y="T9"/>
                </a:cxn>
              </a:cxnLst>
              <a:rect l="0" t="0" r="r" b="b"/>
              <a:pathLst>
                <a:path w="11" h="14">
                  <a:moveTo>
                    <a:pt x="11" y="7"/>
                  </a:moveTo>
                  <a:cubicBezTo>
                    <a:pt x="7" y="10"/>
                    <a:pt x="6" y="12"/>
                    <a:pt x="5" y="13"/>
                  </a:cubicBezTo>
                  <a:cubicBezTo>
                    <a:pt x="2" y="14"/>
                    <a:pt x="0" y="11"/>
                    <a:pt x="0" y="6"/>
                  </a:cubicBezTo>
                  <a:cubicBezTo>
                    <a:pt x="0" y="4"/>
                    <a:pt x="1" y="0"/>
                    <a:pt x="2" y="0"/>
                  </a:cubicBezTo>
                  <a:cubicBezTo>
                    <a:pt x="3" y="0"/>
                    <a:pt x="5" y="2"/>
                    <a:pt x="1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8" name="Freeform 2971">
              <a:extLst>
                <a:ext uri="{FF2B5EF4-FFF2-40B4-BE49-F238E27FC236}">
                  <a16:creationId xmlns:a16="http://schemas.microsoft.com/office/drawing/2014/main" id="{5FA7599B-9904-B4D0-170C-DA49E9BE475A}"/>
                </a:ext>
              </a:extLst>
            </p:cNvPr>
            <p:cNvSpPr>
              <a:spLocks/>
            </p:cNvSpPr>
            <p:nvPr/>
          </p:nvSpPr>
          <p:spPr bwMode="auto">
            <a:xfrm rot="5094805">
              <a:off x="2041577" y="3660295"/>
              <a:ext cx="22850" cy="34275"/>
            </a:xfrm>
            <a:custGeom>
              <a:avLst/>
              <a:gdLst>
                <a:gd name="T0" fmla="*/ 9 w 9"/>
                <a:gd name="T1" fmla="*/ 3 h 14"/>
                <a:gd name="T2" fmla="*/ 6 w 9"/>
                <a:gd name="T3" fmla="*/ 12 h 14"/>
                <a:gd name="T4" fmla="*/ 1 w 9"/>
                <a:gd name="T5" fmla="*/ 7 h 14"/>
                <a:gd name="T6" fmla="*/ 2 w 9"/>
                <a:gd name="T7" fmla="*/ 0 h 14"/>
                <a:gd name="T8" fmla="*/ 9 w 9"/>
                <a:gd name="T9" fmla="*/ 3 h 14"/>
              </a:gdLst>
              <a:ahLst/>
              <a:cxnLst>
                <a:cxn ang="0">
                  <a:pos x="T0" y="T1"/>
                </a:cxn>
                <a:cxn ang="0">
                  <a:pos x="T2" y="T3"/>
                </a:cxn>
                <a:cxn ang="0">
                  <a:pos x="T4" y="T5"/>
                </a:cxn>
                <a:cxn ang="0">
                  <a:pos x="T6" y="T7"/>
                </a:cxn>
                <a:cxn ang="0">
                  <a:pos x="T8" y="T9"/>
                </a:cxn>
              </a:cxnLst>
              <a:rect l="0" t="0" r="r" b="b"/>
              <a:pathLst>
                <a:path w="9" h="14">
                  <a:moveTo>
                    <a:pt x="9" y="3"/>
                  </a:moveTo>
                  <a:cubicBezTo>
                    <a:pt x="7" y="8"/>
                    <a:pt x="7" y="11"/>
                    <a:pt x="6" y="12"/>
                  </a:cubicBezTo>
                  <a:cubicBezTo>
                    <a:pt x="3" y="14"/>
                    <a:pt x="1" y="11"/>
                    <a:pt x="1" y="7"/>
                  </a:cubicBezTo>
                  <a:cubicBezTo>
                    <a:pt x="0" y="5"/>
                    <a:pt x="1" y="0"/>
                    <a:pt x="2" y="0"/>
                  </a:cubicBezTo>
                  <a:cubicBezTo>
                    <a:pt x="4" y="0"/>
                    <a:pt x="6"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9" name="Freeform 2972">
              <a:extLst>
                <a:ext uri="{FF2B5EF4-FFF2-40B4-BE49-F238E27FC236}">
                  <a16:creationId xmlns:a16="http://schemas.microsoft.com/office/drawing/2014/main" id="{0CE7D615-5314-3D26-A7F8-85E92380FCCF}"/>
                </a:ext>
              </a:extLst>
            </p:cNvPr>
            <p:cNvSpPr>
              <a:spLocks/>
            </p:cNvSpPr>
            <p:nvPr/>
          </p:nvSpPr>
          <p:spPr bwMode="auto">
            <a:xfrm rot="5094805">
              <a:off x="2100912" y="3853635"/>
              <a:ext cx="18280" cy="27420"/>
            </a:xfrm>
            <a:custGeom>
              <a:avLst/>
              <a:gdLst>
                <a:gd name="T0" fmla="*/ 8 w 8"/>
                <a:gd name="T1" fmla="*/ 1 h 11"/>
                <a:gd name="T2" fmla="*/ 6 w 8"/>
                <a:gd name="T3" fmla="*/ 11 h 11"/>
                <a:gd name="T4" fmla="*/ 0 w 8"/>
                <a:gd name="T5" fmla="*/ 8 h 11"/>
                <a:gd name="T6" fmla="*/ 2 w 8"/>
                <a:gd name="T7" fmla="*/ 1 h 11"/>
                <a:gd name="T8" fmla="*/ 8 w 8"/>
                <a:gd name="T9" fmla="*/ 1 h 11"/>
              </a:gdLst>
              <a:ahLst/>
              <a:cxnLst>
                <a:cxn ang="0">
                  <a:pos x="T0" y="T1"/>
                </a:cxn>
                <a:cxn ang="0">
                  <a:pos x="T2" y="T3"/>
                </a:cxn>
                <a:cxn ang="0">
                  <a:pos x="T4" y="T5"/>
                </a:cxn>
                <a:cxn ang="0">
                  <a:pos x="T6" y="T7"/>
                </a:cxn>
                <a:cxn ang="0">
                  <a:pos x="T8" y="T9"/>
                </a:cxn>
              </a:cxnLst>
              <a:rect l="0" t="0" r="r" b="b"/>
              <a:pathLst>
                <a:path w="8" h="11">
                  <a:moveTo>
                    <a:pt x="8" y="1"/>
                  </a:moveTo>
                  <a:cubicBezTo>
                    <a:pt x="7" y="6"/>
                    <a:pt x="6" y="11"/>
                    <a:pt x="6" y="11"/>
                  </a:cubicBezTo>
                  <a:cubicBezTo>
                    <a:pt x="4" y="11"/>
                    <a:pt x="2" y="9"/>
                    <a:pt x="0" y="8"/>
                  </a:cubicBezTo>
                  <a:cubicBezTo>
                    <a:pt x="1" y="6"/>
                    <a:pt x="1" y="1"/>
                    <a:pt x="2" y="1"/>
                  </a:cubicBezTo>
                  <a:cubicBezTo>
                    <a:pt x="3" y="0"/>
                    <a:pt x="5" y="1"/>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0" name="Freeform 2973">
              <a:extLst>
                <a:ext uri="{FF2B5EF4-FFF2-40B4-BE49-F238E27FC236}">
                  <a16:creationId xmlns:a16="http://schemas.microsoft.com/office/drawing/2014/main" id="{E8626DC3-3C22-F89F-4690-5623F4168128}"/>
                </a:ext>
              </a:extLst>
            </p:cNvPr>
            <p:cNvSpPr>
              <a:spLocks/>
            </p:cNvSpPr>
            <p:nvPr/>
          </p:nvSpPr>
          <p:spPr bwMode="auto">
            <a:xfrm rot="5094805">
              <a:off x="2047436" y="1108788"/>
              <a:ext cx="22850" cy="11425"/>
            </a:xfrm>
            <a:custGeom>
              <a:avLst/>
              <a:gdLst>
                <a:gd name="T0" fmla="*/ 9 w 9"/>
                <a:gd name="T1" fmla="*/ 3 h 5"/>
                <a:gd name="T2" fmla="*/ 5 w 9"/>
                <a:gd name="T3" fmla="*/ 5 h 5"/>
                <a:gd name="T4" fmla="*/ 1 w 9"/>
                <a:gd name="T5" fmla="*/ 2 h 5"/>
                <a:gd name="T6" fmla="*/ 3 w 9"/>
                <a:gd name="T7" fmla="*/ 0 h 5"/>
                <a:gd name="T8" fmla="*/ 9 w 9"/>
                <a:gd name="T9" fmla="*/ 3 h 5"/>
              </a:gdLst>
              <a:ahLst/>
              <a:cxnLst>
                <a:cxn ang="0">
                  <a:pos x="T0" y="T1"/>
                </a:cxn>
                <a:cxn ang="0">
                  <a:pos x="T2" y="T3"/>
                </a:cxn>
                <a:cxn ang="0">
                  <a:pos x="T4" y="T5"/>
                </a:cxn>
                <a:cxn ang="0">
                  <a:pos x="T6" y="T7"/>
                </a:cxn>
                <a:cxn ang="0">
                  <a:pos x="T8" y="T9"/>
                </a:cxn>
              </a:cxnLst>
              <a:rect l="0" t="0" r="r" b="b"/>
              <a:pathLst>
                <a:path w="9" h="5">
                  <a:moveTo>
                    <a:pt x="9" y="3"/>
                  </a:moveTo>
                  <a:cubicBezTo>
                    <a:pt x="7" y="4"/>
                    <a:pt x="7" y="5"/>
                    <a:pt x="5" y="5"/>
                  </a:cubicBezTo>
                  <a:cubicBezTo>
                    <a:pt x="3" y="5"/>
                    <a:pt x="1" y="4"/>
                    <a:pt x="1" y="2"/>
                  </a:cubicBezTo>
                  <a:cubicBezTo>
                    <a:pt x="0" y="1"/>
                    <a:pt x="2" y="0"/>
                    <a:pt x="3" y="0"/>
                  </a:cubicBezTo>
                  <a:cubicBezTo>
                    <a:pt x="4" y="0"/>
                    <a:pt x="6"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1" name="Freeform 2974">
              <a:extLst>
                <a:ext uri="{FF2B5EF4-FFF2-40B4-BE49-F238E27FC236}">
                  <a16:creationId xmlns:a16="http://schemas.microsoft.com/office/drawing/2014/main" id="{C3237F90-BFEA-7A8C-BEF4-2A1915546C73}"/>
                </a:ext>
              </a:extLst>
            </p:cNvPr>
            <p:cNvSpPr>
              <a:spLocks/>
            </p:cNvSpPr>
            <p:nvPr/>
          </p:nvSpPr>
          <p:spPr bwMode="auto">
            <a:xfrm rot="5094805">
              <a:off x="2066632" y="912089"/>
              <a:ext cx="22850" cy="11425"/>
            </a:xfrm>
            <a:custGeom>
              <a:avLst/>
              <a:gdLst>
                <a:gd name="T0" fmla="*/ 9 w 9"/>
                <a:gd name="T1" fmla="*/ 3 h 5"/>
                <a:gd name="T2" fmla="*/ 5 w 9"/>
                <a:gd name="T3" fmla="*/ 4 h 5"/>
                <a:gd name="T4" fmla="*/ 1 w 9"/>
                <a:gd name="T5" fmla="*/ 2 h 5"/>
                <a:gd name="T6" fmla="*/ 2 w 9"/>
                <a:gd name="T7" fmla="*/ 0 h 5"/>
                <a:gd name="T8" fmla="*/ 9 w 9"/>
                <a:gd name="T9" fmla="*/ 3 h 5"/>
              </a:gdLst>
              <a:ahLst/>
              <a:cxnLst>
                <a:cxn ang="0">
                  <a:pos x="T0" y="T1"/>
                </a:cxn>
                <a:cxn ang="0">
                  <a:pos x="T2" y="T3"/>
                </a:cxn>
                <a:cxn ang="0">
                  <a:pos x="T4" y="T5"/>
                </a:cxn>
                <a:cxn ang="0">
                  <a:pos x="T6" y="T7"/>
                </a:cxn>
                <a:cxn ang="0">
                  <a:pos x="T8" y="T9"/>
                </a:cxn>
              </a:cxnLst>
              <a:rect l="0" t="0" r="r" b="b"/>
              <a:pathLst>
                <a:path w="9" h="5">
                  <a:moveTo>
                    <a:pt x="9" y="3"/>
                  </a:moveTo>
                  <a:cubicBezTo>
                    <a:pt x="7" y="3"/>
                    <a:pt x="6" y="4"/>
                    <a:pt x="5" y="4"/>
                  </a:cubicBezTo>
                  <a:cubicBezTo>
                    <a:pt x="3" y="5"/>
                    <a:pt x="1" y="3"/>
                    <a:pt x="1" y="2"/>
                  </a:cubicBezTo>
                  <a:cubicBezTo>
                    <a:pt x="0" y="1"/>
                    <a:pt x="2" y="0"/>
                    <a:pt x="2" y="0"/>
                  </a:cubicBezTo>
                  <a:cubicBezTo>
                    <a:pt x="4" y="1"/>
                    <a:pt x="6"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2" name="Freeform 2975">
              <a:extLst>
                <a:ext uri="{FF2B5EF4-FFF2-40B4-BE49-F238E27FC236}">
                  <a16:creationId xmlns:a16="http://schemas.microsoft.com/office/drawing/2014/main" id="{4F57B89B-527D-7A3A-404C-C2661792223F}"/>
                </a:ext>
              </a:extLst>
            </p:cNvPr>
            <p:cNvSpPr>
              <a:spLocks/>
            </p:cNvSpPr>
            <p:nvPr/>
          </p:nvSpPr>
          <p:spPr bwMode="auto">
            <a:xfrm rot="5094805">
              <a:off x="2080976" y="713624"/>
              <a:ext cx="20565" cy="9140"/>
            </a:xfrm>
            <a:custGeom>
              <a:avLst/>
              <a:gdLst>
                <a:gd name="T0" fmla="*/ 2 w 8"/>
                <a:gd name="T1" fmla="*/ 0 h 4"/>
                <a:gd name="T2" fmla="*/ 7 w 8"/>
                <a:gd name="T3" fmla="*/ 2 h 4"/>
                <a:gd name="T4" fmla="*/ 4 w 8"/>
                <a:gd name="T5" fmla="*/ 4 h 4"/>
                <a:gd name="T6" fmla="*/ 0 w 8"/>
                <a:gd name="T7" fmla="*/ 2 h 4"/>
                <a:gd name="T8" fmla="*/ 2 w 8"/>
                <a:gd name="T9" fmla="*/ 0 h 4"/>
              </a:gdLst>
              <a:ahLst/>
              <a:cxnLst>
                <a:cxn ang="0">
                  <a:pos x="T0" y="T1"/>
                </a:cxn>
                <a:cxn ang="0">
                  <a:pos x="T2" y="T3"/>
                </a:cxn>
                <a:cxn ang="0">
                  <a:pos x="T4" y="T5"/>
                </a:cxn>
                <a:cxn ang="0">
                  <a:pos x="T6" y="T7"/>
                </a:cxn>
                <a:cxn ang="0">
                  <a:pos x="T8" y="T9"/>
                </a:cxn>
              </a:cxnLst>
              <a:rect l="0" t="0" r="r" b="b"/>
              <a:pathLst>
                <a:path w="8" h="4">
                  <a:moveTo>
                    <a:pt x="2" y="0"/>
                  </a:moveTo>
                  <a:cubicBezTo>
                    <a:pt x="5" y="1"/>
                    <a:pt x="6" y="2"/>
                    <a:pt x="7" y="2"/>
                  </a:cubicBezTo>
                  <a:cubicBezTo>
                    <a:pt x="8" y="3"/>
                    <a:pt x="6" y="4"/>
                    <a:pt x="4" y="4"/>
                  </a:cubicBezTo>
                  <a:cubicBezTo>
                    <a:pt x="2" y="4"/>
                    <a:pt x="0" y="3"/>
                    <a:pt x="0" y="2"/>
                  </a:cubicBezTo>
                  <a:cubicBezTo>
                    <a:pt x="0" y="1"/>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3" name="Freeform 2976">
              <a:extLst>
                <a:ext uri="{FF2B5EF4-FFF2-40B4-BE49-F238E27FC236}">
                  <a16:creationId xmlns:a16="http://schemas.microsoft.com/office/drawing/2014/main" id="{3404E2D9-50C4-7D24-57BC-F4CB2E305BFA}"/>
                </a:ext>
              </a:extLst>
            </p:cNvPr>
            <p:cNvSpPr>
              <a:spLocks/>
            </p:cNvSpPr>
            <p:nvPr/>
          </p:nvSpPr>
          <p:spPr bwMode="auto">
            <a:xfrm rot="5094805">
              <a:off x="2077614" y="521227"/>
              <a:ext cx="20565" cy="9140"/>
            </a:xfrm>
            <a:custGeom>
              <a:avLst/>
              <a:gdLst>
                <a:gd name="T0" fmla="*/ 8 w 8"/>
                <a:gd name="T1" fmla="*/ 2 h 3"/>
                <a:gd name="T2" fmla="*/ 2 w 8"/>
                <a:gd name="T3" fmla="*/ 2 h 3"/>
                <a:gd name="T4" fmla="*/ 0 w 8"/>
                <a:gd name="T5" fmla="*/ 1 h 3"/>
                <a:gd name="T6" fmla="*/ 4 w 8"/>
                <a:gd name="T7" fmla="*/ 0 h 3"/>
                <a:gd name="T8" fmla="*/ 8 w 8"/>
                <a:gd name="T9" fmla="*/ 2 h 3"/>
              </a:gdLst>
              <a:ahLst/>
              <a:cxnLst>
                <a:cxn ang="0">
                  <a:pos x="T0" y="T1"/>
                </a:cxn>
                <a:cxn ang="0">
                  <a:pos x="T2" y="T3"/>
                </a:cxn>
                <a:cxn ang="0">
                  <a:pos x="T4" y="T5"/>
                </a:cxn>
                <a:cxn ang="0">
                  <a:pos x="T6" y="T7"/>
                </a:cxn>
                <a:cxn ang="0">
                  <a:pos x="T8" y="T9"/>
                </a:cxn>
              </a:cxnLst>
              <a:rect l="0" t="0" r="r" b="b"/>
              <a:pathLst>
                <a:path w="8" h="3">
                  <a:moveTo>
                    <a:pt x="8" y="2"/>
                  </a:moveTo>
                  <a:cubicBezTo>
                    <a:pt x="6" y="2"/>
                    <a:pt x="4" y="3"/>
                    <a:pt x="2" y="2"/>
                  </a:cubicBezTo>
                  <a:cubicBezTo>
                    <a:pt x="1" y="2"/>
                    <a:pt x="1" y="2"/>
                    <a:pt x="0" y="1"/>
                  </a:cubicBezTo>
                  <a:cubicBezTo>
                    <a:pt x="1" y="1"/>
                    <a:pt x="3" y="0"/>
                    <a:pt x="4" y="0"/>
                  </a:cubicBezTo>
                  <a:cubicBezTo>
                    <a:pt x="5" y="0"/>
                    <a:pt x="6" y="1"/>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4" name="Freeform 2977">
              <a:extLst>
                <a:ext uri="{FF2B5EF4-FFF2-40B4-BE49-F238E27FC236}">
                  <a16:creationId xmlns:a16="http://schemas.microsoft.com/office/drawing/2014/main" id="{10A944C1-DA39-A970-C993-18428D2EEC67}"/>
                </a:ext>
              </a:extLst>
            </p:cNvPr>
            <p:cNvSpPr>
              <a:spLocks/>
            </p:cNvSpPr>
            <p:nvPr/>
          </p:nvSpPr>
          <p:spPr bwMode="auto">
            <a:xfrm rot="5094805">
              <a:off x="2056989" y="331702"/>
              <a:ext cx="15995" cy="2285"/>
            </a:xfrm>
            <a:custGeom>
              <a:avLst/>
              <a:gdLst>
                <a:gd name="T0" fmla="*/ 7 w 7"/>
                <a:gd name="T1" fmla="*/ 0 h 1"/>
                <a:gd name="T2" fmla="*/ 5 w 7"/>
                <a:gd name="T3" fmla="*/ 1 h 1"/>
                <a:gd name="T4" fmla="*/ 0 w 7"/>
                <a:gd name="T5" fmla="*/ 1 h 1"/>
                <a:gd name="T6" fmla="*/ 1 w 7"/>
                <a:gd name="T7" fmla="*/ 0 h 1"/>
                <a:gd name="T8" fmla="*/ 7 w 7"/>
                <a:gd name="T9" fmla="*/ 0 h 1"/>
              </a:gdLst>
              <a:ahLst/>
              <a:cxnLst>
                <a:cxn ang="0">
                  <a:pos x="T0" y="T1"/>
                </a:cxn>
                <a:cxn ang="0">
                  <a:pos x="T2" y="T3"/>
                </a:cxn>
                <a:cxn ang="0">
                  <a:pos x="T4" y="T5"/>
                </a:cxn>
                <a:cxn ang="0">
                  <a:pos x="T6" y="T7"/>
                </a:cxn>
                <a:cxn ang="0">
                  <a:pos x="T8" y="T9"/>
                </a:cxn>
              </a:cxnLst>
              <a:rect l="0" t="0" r="r" b="b"/>
              <a:pathLst>
                <a:path w="7" h="1">
                  <a:moveTo>
                    <a:pt x="7" y="0"/>
                  </a:moveTo>
                  <a:cubicBezTo>
                    <a:pt x="6" y="0"/>
                    <a:pt x="5" y="1"/>
                    <a:pt x="5" y="1"/>
                  </a:cubicBezTo>
                  <a:cubicBezTo>
                    <a:pt x="3" y="1"/>
                    <a:pt x="1" y="1"/>
                    <a:pt x="0" y="1"/>
                  </a:cubicBezTo>
                  <a:cubicBezTo>
                    <a:pt x="0" y="0"/>
                    <a:pt x="0" y="0"/>
                    <a:pt x="1" y="0"/>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5" name="Freeform 2978">
              <a:extLst>
                <a:ext uri="{FF2B5EF4-FFF2-40B4-BE49-F238E27FC236}">
                  <a16:creationId xmlns:a16="http://schemas.microsoft.com/office/drawing/2014/main" id="{CB8B708B-D416-ED72-B682-8502F0EF506A}"/>
                </a:ext>
              </a:extLst>
            </p:cNvPr>
            <p:cNvSpPr>
              <a:spLocks/>
            </p:cNvSpPr>
            <p:nvPr/>
          </p:nvSpPr>
          <p:spPr bwMode="auto">
            <a:xfrm rot="5094805">
              <a:off x="2008205" y="143251"/>
              <a:ext cx="18280" cy="4570"/>
            </a:xfrm>
            <a:custGeom>
              <a:avLst/>
              <a:gdLst>
                <a:gd name="T0" fmla="*/ 1 w 8"/>
                <a:gd name="T1" fmla="*/ 1 h 2"/>
                <a:gd name="T2" fmla="*/ 6 w 8"/>
                <a:gd name="T3" fmla="*/ 0 h 2"/>
                <a:gd name="T4" fmla="*/ 4 w 8"/>
                <a:gd name="T5" fmla="*/ 2 h 2"/>
                <a:gd name="T6" fmla="*/ 0 w 8"/>
                <a:gd name="T7" fmla="*/ 2 h 2"/>
                <a:gd name="T8" fmla="*/ 1 w 8"/>
                <a:gd name="T9" fmla="*/ 1 h 2"/>
              </a:gdLst>
              <a:ahLst/>
              <a:cxnLst>
                <a:cxn ang="0">
                  <a:pos x="T0" y="T1"/>
                </a:cxn>
                <a:cxn ang="0">
                  <a:pos x="T2" y="T3"/>
                </a:cxn>
                <a:cxn ang="0">
                  <a:pos x="T4" y="T5"/>
                </a:cxn>
                <a:cxn ang="0">
                  <a:pos x="T6" y="T7"/>
                </a:cxn>
                <a:cxn ang="0">
                  <a:pos x="T8" y="T9"/>
                </a:cxn>
              </a:cxnLst>
              <a:rect l="0" t="0" r="r" b="b"/>
              <a:pathLst>
                <a:path w="8" h="2">
                  <a:moveTo>
                    <a:pt x="1" y="1"/>
                  </a:moveTo>
                  <a:cubicBezTo>
                    <a:pt x="4" y="0"/>
                    <a:pt x="6" y="0"/>
                    <a:pt x="6" y="0"/>
                  </a:cubicBezTo>
                  <a:cubicBezTo>
                    <a:pt x="8" y="0"/>
                    <a:pt x="6" y="1"/>
                    <a:pt x="4" y="2"/>
                  </a:cubicBezTo>
                  <a:cubicBezTo>
                    <a:pt x="2" y="2"/>
                    <a:pt x="0" y="2"/>
                    <a:pt x="0" y="2"/>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6" name="Freeform 2979">
              <a:extLst>
                <a:ext uri="{FF2B5EF4-FFF2-40B4-BE49-F238E27FC236}">
                  <a16:creationId xmlns:a16="http://schemas.microsoft.com/office/drawing/2014/main" id="{5E96F478-9B81-0253-F1BE-CB8C2EE3317C}"/>
                </a:ext>
              </a:extLst>
            </p:cNvPr>
            <p:cNvSpPr>
              <a:spLocks/>
            </p:cNvSpPr>
            <p:nvPr/>
          </p:nvSpPr>
          <p:spPr bwMode="auto">
            <a:xfrm rot="5094805">
              <a:off x="1925475" y="-42374"/>
              <a:ext cx="25135" cy="11425"/>
            </a:xfrm>
            <a:custGeom>
              <a:avLst/>
              <a:gdLst>
                <a:gd name="T0" fmla="*/ 10 w 10"/>
                <a:gd name="T1" fmla="*/ 0 h 5"/>
                <a:gd name="T2" fmla="*/ 4 w 10"/>
                <a:gd name="T3" fmla="*/ 3 h 5"/>
                <a:gd name="T4" fmla="*/ 0 w 10"/>
                <a:gd name="T5" fmla="*/ 5 h 5"/>
                <a:gd name="T6" fmla="*/ 2 w 10"/>
                <a:gd name="T7" fmla="*/ 3 h 5"/>
                <a:gd name="T8" fmla="*/ 10 w 10"/>
                <a:gd name="T9" fmla="*/ 0 h 5"/>
              </a:gdLst>
              <a:ahLst/>
              <a:cxnLst>
                <a:cxn ang="0">
                  <a:pos x="T0" y="T1"/>
                </a:cxn>
                <a:cxn ang="0">
                  <a:pos x="T2" y="T3"/>
                </a:cxn>
                <a:cxn ang="0">
                  <a:pos x="T4" y="T5"/>
                </a:cxn>
                <a:cxn ang="0">
                  <a:pos x="T6" y="T7"/>
                </a:cxn>
                <a:cxn ang="0">
                  <a:pos x="T8" y="T9"/>
                </a:cxn>
              </a:cxnLst>
              <a:rect l="0" t="0" r="r" b="b"/>
              <a:pathLst>
                <a:path w="10" h="5">
                  <a:moveTo>
                    <a:pt x="10" y="0"/>
                  </a:moveTo>
                  <a:cubicBezTo>
                    <a:pt x="7" y="2"/>
                    <a:pt x="5" y="3"/>
                    <a:pt x="4" y="3"/>
                  </a:cubicBezTo>
                  <a:cubicBezTo>
                    <a:pt x="2" y="4"/>
                    <a:pt x="0" y="5"/>
                    <a:pt x="0" y="5"/>
                  </a:cubicBezTo>
                  <a:cubicBezTo>
                    <a:pt x="0" y="5"/>
                    <a:pt x="1" y="4"/>
                    <a:pt x="2" y="3"/>
                  </a:cubicBezTo>
                  <a:cubicBezTo>
                    <a:pt x="3" y="3"/>
                    <a:pt x="5" y="2"/>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7" name="Freeform 3000">
              <a:extLst>
                <a:ext uri="{FF2B5EF4-FFF2-40B4-BE49-F238E27FC236}">
                  <a16:creationId xmlns:a16="http://schemas.microsoft.com/office/drawing/2014/main" id="{8AE67305-B678-A358-C89C-C6FE495C87E8}"/>
                </a:ext>
              </a:extLst>
            </p:cNvPr>
            <p:cNvSpPr>
              <a:spLocks/>
            </p:cNvSpPr>
            <p:nvPr/>
          </p:nvSpPr>
          <p:spPr bwMode="auto">
            <a:xfrm rot="5094805">
              <a:off x="3207916" y="6865644"/>
              <a:ext cx="20565" cy="11425"/>
            </a:xfrm>
            <a:custGeom>
              <a:avLst/>
              <a:gdLst>
                <a:gd name="T0" fmla="*/ 2 w 8"/>
                <a:gd name="T1" fmla="*/ 0 h 5"/>
                <a:gd name="T2" fmla="*/ 7 w 8"/>
                <a:gd name="T3" fmla="*/ 1 h 5"/>
                <a:gd name="T4" fmla="*/ 5 w 8"/>
                <a:gd name="T5" fmla="*/ 4 h 5"/>
                <a:gd name="T6" fmla="*/ 0 w 8"/>
                <a:gd name="T7" fmla="*/ 4 h 5"/>
                <a:gd name="T8" fmla="*/ 2 w 8"/>
                <a:gd name="T9" fmla="*/ 0 h 5"/>
              </a:gdLst>
              <a:ahLst/>
              <a:cxnLst>
                <a:cxn ang="0">
                  <a:pos x="T0" y="T1"/>
                </a:cxn>
                <a:cxn ang="0">
                  <a:pos x="T2" y="T3"/>
                </a:cxn>
                <a:cxn ang="0">
                  <a:pos x="T4" y="T5"/>
                </a:cxn>
                <a:cxn ang="0">
                  <a:pos x="T6" y="T7"/>
                </a:cxn>
                <a:cxn ang="0">
                  <a:pos x="T8" y="T9"/>
                </a:cxn>
              </a:cxnLst>
              <a:rect l="0" t="0" r="r" b="b"/>
              <a:pathLst>
                <a:path w="8" h="5">
                  <a:moveTo>
                    <a:pt x="2" y="0"/>
                  </a:moveTo>
                  <a:cubicBezTo>
                    <a:pt x="5" y="0"/>
                    <a:pt x="6" y="0"/>
                    <a:pt x="7" y="1"/>
                  </a:cubicBezTo>
                  <a:cubicBezTo>
                    <a:pt x="8" y="1"/>
                    <a:pt x="7" y="3"/>
                    <a:pt x="5" y="4"/>
                  </a:cubicBezTo>
                  <a:cubicBezTo>
                    <a:pt x="3" y="5"/>
                    <a:pt x="1" y="5"/>
                    <a:pt x="0" y="4"/>
                  </a:cubicBezTo>
                  <a:cubicBezTo>
                    <a:pt x="0" y="3"/>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8" name="Freeform 3001">
              <a:extLst>
                <a:ext uri="{FF2B5EF4-FFF2-40B4-BE49-F238E27FC236}">
                  <a16:creationId xmlns:a16="http://schemas.microsoft.com/office/drawing/2014/main" id="{6CD77F6F-AD41-5467-9630-7521909C9149}"/>
                </a:ext>
              </a:extLst>
            </p:cNvPr>
            <p:cNvSpPr>
              <a:spLocks/>
            </p:cNvSpPr>
            <p:nvPr/>
          </p:nvSpPr>
          <p:spPr bwMode="auto">
            <a:xfrm rot="5094805">
              <a:off x="2170770" y="4044402"/>
              <a:ext cx="25135" cy="29705"/>
            </a:xfrm>
            <a:custGeom>
              <a:avLst/>
              <a:gdLst>
                <a:gd name="T0" fmla="*/ 10 w 10"/>
                <a:gd name="T1" fmla="*/ 3 h 12"/>
                <a:gd name="T2" fmla="*/ 4 w 10"/>
                <a:gd name="T3" fmla="*/ 11 h 12"/>
                <a:gd name="T4" fmla="*/ 0 w 10"/>
                <a:gd name="T5" fmla="*/ 7 h 12"/>
                <a:gd name="T6" fmla="*/ 2 w 10"/>
                <a:gd name="T7" fmla="*/ 0 h 12"/>
                <a:gd name="T8" fmla="*/ 10 w 10"/>
                <a:gd name="T9" fmla="*/ 3 h 12"/>
              </a:gdLst>
              <a:ahLst/>
              <a:cxnLst>
                <a:cxn ang="0">
                  <a:pos x="T0" y="T1"/>
                </a:cxn>
                <a:cxn ang="0">
                  <a:pos x="T2" y="T3"/>
                </a:cxn>
                <a:cxn ang="0">
                  <a:pos x="T4" y="T5"/>
                </a:cxn>
                <a:cxn ang="0">
                  <a:pos x="T6" y="T7"/>
                </a:cxn>
                <a:cxn ang="0">
                  <a:pos x="T8" y="T9"/>
                </a:cxn>
              </a:cxnLst>
              <a:rect l="0" t="0" r="r" b="b"/>
              <a:pathLst>
                <a:path w="10" h="12">
                  <a:moveTo>
                    <a:pt x="10" y="3"/>
                  </a:moveTo>
                  <a:cubicBezTo>
                    <a:pt x="7" y="8"/>
                    <a:pt x="6" y="10"/>
                    <a:pt x="4" y="11"/>
                  </a:cubicBezTo>
                  <a:cubicBezTo>
                    <a:pt x="2" y="12"/>
                    <a:pt x="0" y="11"/>
                    <a:pt x="0" y="7"/>
                  </a:cubicBezTo>
                  <a:cubicBezTo>
                    <a:pt x="0" y="5"/>
                    <a:pt x="1" y="1"/>
                    <a:pt x="2" y="0"/>
                  </a:cubicBezTo>
                  <a:cubicBezTo>
                    <a:pt x="3" y="0"/>
                    <a:pt x="5" y="1"/>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9" name="Freeform 3002">
              <a:extLst>
                <a:ext uri="{FF2B5EF4-FFF2-40B4-BE49-F238E27FC236}">
                  <a16:creationId xmlns:a16="http://schemas.microsoft.com/office/drawing/2014/main" id="{A128BA02-4999-D251-AF27-87D6644F1B47}"/>
                </a:ext>
              </a:extLst>
            </p:cNvPr>
            <p:cNvSpPr>
              <a:spLocks/>
            </p:cNvSpPr>
            <p:nvPr/>
          </p:nvSpPr>
          <p:spPr bwMode="auto">
            <a:xfrm rot="5094805">
              <a:off x="2259287" y="4225986"/>
              <a:ext cx="20565" cy="31990"/>
            </a:xfrm>
            <a:custGeom>
              <a:avLst/>
              <a:gdLst>
                <a:gd name="T0" fmla="*/ 1 w 8"/>
                <a:gd name="T1" fmla="*/ 0 h 13"/>
                <a:gd name="T2" fmla="*/ 6 w 8"/>
                <a:gd name="T3" fmla="*/ 5 h 13"/>
                <a:gd name="T4" fmla="*/ 4 w 8"/>
                <a:gd name="T5" fmla="*/ 13 h 13"/>
                <a:gd name="T6" fmla="*/ 0 w 8"/>
                <a:gd name="T7" fmla="*/ 8 h 13"/>
                <a:gd name="T8" fmla="*/ 1 w 8"/>
                <a:gd name="T9" fmla="*/ 0 h 13"/>
              </a:gdLst>
              <a:ahLst/>
              <a:cxnLst>
                <a:cxn ang="0">
                  <a:pos x="T0" y="T1"/>
                </a:cxn>
                <a:cxn ang="0">
                  <a:pos x="T2" y="T3"/>
                </a:cxn>
                <a:cxn ang="0">
                  <a:pos x="T4" y="T5"/>
                </a:cxn>
                <a:cxn ang="0">
                  <a:pos x="T6" y="T7"/>
                </a:cxn>
                <a:cxn ang="0">
                  <a:pos x="T8" y="T9"/>
                </a:cxn>
              </a:cxnLst>
              <a:rect l="0" t="0" r="r" b="b"/>
              <a:pathLst>
                <a:path w="8" h="13">
                  <a:moveTo>
                    <a:pt x="1" y="0"/>
                  </a:moveTo>
                  <a:cubicBezTo>
                    <a:pt x="4" y="2"/>
                    <a:pt x="5" y="3"/>
                    <a:pt x="6" y="5"/>
                  </a:cubicBezTo>
                  <a:cubicBezTo>
                    <a:pt x="8" y="7"/>
                    <a:pt x="6" y="13"/>
                    <a:pt x="4" y="13"/>
                  </a:cubicBezTo>
                  <a:cubicBezTo>
                    <a:pt x="2" y="13"/>
                    <a:pt x="0" y="13"/>
                    <a:pt x="0" y="8"/>
                  </a:cubicBezTo>
                  <a:cubicBezTo>
                    <a:pt x="0" y="5"/>
                    <a:pt x="1" y="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0" name="Freeform 3003">
              <a:extLst>
                <a:ext uri="{FF2B5EF4-FFF2-40B4-BE49-F238E27FC236}">
                  <a16:creationId xmlns:a16="http://schemas.microsoft.com/office/drawing/2014/main" id="{A685FEE9-551D-B421-7FF6-563F94AA8732}"/>
                </a:ext>
              </a:extLst>
            </p:cNvPr>
            <p:cNvSpPr>
              <a:spLocks/>
            </p:cNvSpPr>
            <p:nvPr/>
          </p:nvSpPr>
          <p:spPr bwMode="auto">
            <a:xfrm rot="5094805">
              <a:off x="2346966" y="4413270"/>
              <a:ext cx="18280" cy="29705"/>
            </a:xfrm>
            <a:custGeom>
              <a:avLst/>
              <a:gdLst>
                <a:gd name="T0" fmla="*/ 1 w 8"/>
                <a:gd name="T1" fmla="*/ 0 h 12"/>
                <a:gd name="T2" fmla="*/ 6 w 8"/>
                <a:gd name="T3" fmla="*/ 4 h 12"/>
                <a:gd name="T4" fmla="*/ 4 w 8"/>
                <a:gd name="T5" fmla="*/ 12 h 12"/>
                <a:gd name="T6" fmla="*/ 0 w 8"/>
                <a:gd name="T7" fmla="*/ 7 h 12"/>
                <a:gd name="T8" fmla="*/ 1 w 8"/>
                <a:gd name="T9" fmla="*/ 0 h 12"/>
              </a:gdLst>
              <a:ahLst/>
              <a:cxnLst>
                <a:cxn ang="0">
                  <a:pos x="T0" y="T1"/>
                </a:cxn>
                <a:cxn ang="0">
                  <a:pos x="T2" y="T3"/>
                </a:cxn>
                <a:cxn ang="0">
                  <a:pos x="T4" y="T5"/>
                </a:cxn>
                <a:cxn ang="0">
                  <a:pos x="T6" y="T7"/>
                </a:cxn>
                <a:cxn ang="0">
                  <a:pos x="T8" y="T9"/>
                </a:cxn>
              </a:cxnLst>
              <a:rect l="0" t="0" r="r" b="b"/>
              <a:pathLst>
                <a:path w="8" h="12">
                  <a:moveTo>
                    <a:pt x="1" y="0"/>
                  </a:moveTo>
                  <a:cubicBezTo>
                    <a:pt x="4" y="2"/>
                    <a:pt x="5" y="3"/>
                    <a:pt x="6" y="4"/>
                  </a:cubicBezTo>
                  <a:cubicBezTo>
                    <a:pt x="8" y="6"/>
                    <a:pt x="6" y="11"/>
                    <a:pt x="4" y="12"/>
                  </a:cubicBezTo>
                  <a:cubicBezTo>
                    <a:pt x="2" y="12"/>
                    <a:pt x="0" y="12"/>
                    <a:pt x="0" y="7"/>
                  </a:cubicBezTo>
                  <a:cubicBezTo>
                    <a:pt x="0" y="5"/>
                    <a:pt x="1" y="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1" name="Freeform 3004">
              <a:extLst>
                <a:ext uri="{FF2B5EF4-FFF2-40B4-BE49-F238E27FC236}">
                  <a16:creationId xmlns:a16="http://schemas.microsoft.com/office/drawing/2014/main" id="{4B73C867-50E9-F14A-664D-21B2013D14CA}"/>
                </a:ext>
              </a:extLst>
            </p:cNvPr>
            <p:cNvSpPr>
              <a:spLocks/>
            </p:cNvSpPr>
            <p:nvPr/>
          </p:nvSpPr>
          <p:spPr bwMode="auto">
            <a:xfrm rot="5094805">
              <a:off x="2435773" y="4601392"/>
              <a:ext cx="20565" cy="25135"/>
            </a:xfrm>
            <a:custGeom>
              <a:avLst/>
              <a:gdLst>
                <a:gd name="T0" fmla="*/ 1 w 8"/>
                <a:gd name="T1" fmla="*/ 0 h 10"/>
                <a:gd name="T2" fmla="*/ 6 w 8"/>
                <a:gd name="T3" fmla="*/ 3 h 10"/>
                <a:gd name="T4" fmla="*/ 4 w 8"/>
                <a:gd name="T5" fmla="*/ 10 h 10"/>
                <a:gd name="T6" fmla="*/ 0 w 8"/>
                <a:gd name="T7" fmla="*/ 6 h 10"/>
                <a:gd name="T8" fmla="*/ 1 w 8"/>
                <a:gd name="T9" fmla="*/ 0 h 10"/>
              </a:gdLst>
              <a:ahLst/>
              <a:cxnLst>
                <a:cxn ang="0">
                  <a:pos x="T0" y="T1"/>
                </a:cxn>
                <a:cxn ang="0">
                  <a:pos x="T2" y="T3"/>
                </a:cxn>
                <a:cxn ang="0">
                  <a:pos x="T4" y="T5"/>
                </a:cxn>
                <a:cxn ang="0">
                  <a:pos x="T6" y="T7"/>
                </a:cxn>
                <a:cxn ang="0">
                  <a:pos x="T8" y="T9"/>
                </a:cxn>
              </a:cxnLst>
              <a:rect l="0" t="0" r="r" b="b"/>
              <a:pathLst>
                <a:path w="8" h="10">
                  <a:moveTo>
                    <a:pt x="1" y="0"/>
                  </a:moveTo>
                  <a:cubicBezTo>
                    <a:pt x="4" y="1"/>
                    <a:pt x="5" y="2"/>
                    <a:pt x="6" y="3"/>
                  </a:cubicBezTo>
                  <a:cubicBezTo>
                    <a:pt x="8" y="5"/>
                    <a:pt x="6" y="9"/>
                    <a:pt x="4" y="10"/>
                  </a:cubicBezTo>
                  <a:cubicBezTo>
                    <a:pt x="2" y="10"/>
                    <a:pt x="0" y="10"/>
                    <a:pt x="0"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2" name="Freeform 3005">
              <a:extLst>
                <a:ext uri="{FF2B5EF4-FFF2-40B4-BE49-F238E27FC236}">
                  <a16:creationId xmlns:a16="http://schemas.microsoft.com/office/drawing/2014/main" id="{1B24C46D-B5F8-CBC9-C16C-7F6688AEB939}"/>
                </a:ext>
              </a:extLst>
            </p:cNvPr>
            <p:cNvSpPr>
              <a:spLocks/>
            </p:cNvSpPr>
            <p:nvPr/>
          </p:nvSpPr>
          <p:spPr bwMode="auto">
            <a:xfrm rot="5094805">
              <a:off x="2521909" y="4783083"/>
              <a:ext cx="18280" cy="25135"/>
            </a:xfrm>
            <a:custGeom>
              <a:avLst/>
              <a:gdLst>
                <a:gd name="T0" fmla="*/ 5 w 7"/>
                <a:gd name="T1" fmla="*/ 10 h 10"/>
                <a:gd name="T2" fmla="*/ 1 w 7"/>
                <a:gd name="T3" fmla="*/ 6 h 10"/>
                <a:gd name="T4" fmla="*/ 3 w 7"/>
                <a:gd name="T5" fmla="*/ 1 h 10"/>
                <a:gd name="T6" fmla="*/ 7 w 7"/>
                <a:gd name="T7" fmla="*/ 4 h 10"/>
                <a:gd name="T8" fmla="*/ 5 w 7"/>
                <a:gd name="T9" fmla="*/ 10 h 10"/>
              </a:gdLst>
              <a:ahLst/>
              <a:cxnLst>
                <a:cxn ang="0">
                  <a:pos x="T0" y="T1"/>
                </a:cxn>
                <a:cxn ang="0">
                  <a:pos x="T2" y="T3"/>
                </a:cxn>
                <a:cxn ang="0">
                  <a:pos x="T4" y="T5"/>
                </a:cxn>
                <a:cxn ang="0">
                  <a:pos x="T6" y="T7"/>
                </a:cxn>
                <a:cxn ang="0">
                  <a:pos x="T8" y="T9"/>
                </a:cxn>
              </a:cxnLst>
              <a:rect l="0" t="0" r="r" b="b"/>
              <a:pathLst>
                <a:path w="7" h="10">
                  <a:moveTo>
                    <a:pt x="5" y="10"/>
                  </a:moveTo>
                  <a:cubicBezTo>
                    <a:pt x="3" y="8"/>
                    <a:pt x="1" y="7"/>
                    <a:pt x="1" y="6"/>
                  </a:cubicBezTo>
                  <a:cubicBezTo>
                    <a:pt x="0" y="5"/>
                    <a:pt x="2" y="2"/>
                    <a:pt x="3" y="1"/>
                  </a:cubicBezTo>
                  <a:cubicBezTo>
                    <a:pt x="5" y="0"/>
                    <a:pt x="7" y="1"/>
                    <a:pt x="7" y="4"/>
                  </a:cubicBezTo>
                  <a:cubicBezTo>
                    <a:pt x="7" y="5"/>
                    <a:pt x="6" y="7"/>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3" name="Freeform 3006">
              <a:extLst>
                <a:ext uri="{FF2B5EF4-FFF2-40B4-BE49-F238E27FC236}">
                  <a16:creationId xmlns:a16="http://schemas.microsoft.com/office/drawing/2014/main" id="{746D02E8-7E02-8AAE-B91E-4D70084CE3A7}"/>
                </a:ext>
              </a:extLst>
            </p:cNvPr>
            <p:cNvSpPr>
              <a:spLocks/>
            </p:cNvSpPr>
            <p:nvPr/>
          </p:nvSpPr>
          <p:spPr bwMode="auto">
            <a:xfrm rot="5094805">
              <a:off x="2605229" y="4975130"/>
              <a:ext cx="20565" cy="18280"/>
            </a:xfrm>
            <a:custGeom>
              <a:avLst/>
              <a:gdLst>
                <a:gd name="T0" fmla="*/ 8 w 8"/>
                <a:gd name="T1" fmla="*/ 3 h 7"/>
                <a:gd name="T2" fmla="*/ 2 w 8"/>
                <a:gd name="T3" fmla="*/ 7 h 7"/>
                <a:gd name="T4" fmla="*/ 0 w 8"/>
                <a:gd name="T5" fmla="*/ 4 h 7"/>
                <a:gd name="T6" fmla="*/ 4 w 8"/>
                <a:gd name="T7" fmla="*/ 0 h 7"/>
                <a:gd name="T8" fmla="*/ 8 w 8"/>
                <a:gd name="T9" fmla="*/ 3 h 7"/>
              </a:gdLst>
              <a:ahLst/>
              <a:cxnLst>
                <a:cxn ang="0">
                  <a:pos x="T0" y="T1"/>
                </a:cxn>
                <a:cxn ang="0">
                  <a:pos x="T2" y="T3"/>
                </a:cxn>
                <a:cxn ang="0">
                  <a:pos x="T4" y="T5"/>
                </a:cxn>
                <a:cxn ang="0">
                  <a:pos x="T6" y="T7"/>
                </a:cxn>
                <a:cxn ang="0">
                  <a:pos x="T8" y="T9"/>
                </a:cxn>
              </a:cxnLst>
              <a:rect l="0" t="0" r="r" b="b"/>
              <a:pathLst>
                <a:path w="8" h="7">
                  <a:moveTo>
                    <a:pt x="8" y="3"/>
                  </a:moveTo>
                  <a:cubicBezTo>
                    <a:pt x="5" y="5"/>
                    <a:pt x="4" y="6"/>
                    <a:pt x="2" y="7"/>
                  </a:cubicBezTo>
                  <a:cubicBezTo>
                    <a:pt x="1" y="7"/>
                    <a:pt x="0" y="5"/>
                    <a:pt x="0" y="4"/>
                  </a:cubicBezTo>
                  <a:cubicBezTo>
                    <a:pt x="0" y="2"/>
                    <a:pt x="2" y="0"/>
                    <a:pt x="4" y="0"/>
                  </a:cubicBezTo>
                  <a:cubicBezTo>
                    <a:pt x="5" y="0"/>
                    <a:pt x="6" y="2"/>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4" name="Freeform 3007">
              <a:extLst>
                <a:ext uri="{FF2B5EF4-FFF2-40B4-BE49-F238E27FC236}">
                  <a16:creationId xmlns:a16="http://schemas.microsoft.com/office/drawing/2014/main" id="{FD2FE2F1-D19E-B14D-E8C9-AAE8462D0748}"/>
                </a:ext>
              </a:extLst>
            </p:cNvPr>
            <p:cNvSpPr>
              <a:spLocks/>
            </p:cNvSpPr>
            <p:nvPr/>
          </p:nvSpPr>
          <p:spPr bwMode="auto">
            <a:xfrm rot="5094805">
              <a:off x="2680680" y="5166638"/>
              <a:ext cx="25135" cy="15995"/>
            </a:xfrm>
            <a:custGeom>
              <a:avLst/>
              <a:gdLst>
                <a:gd name="T0" fmla="*/ 10 w 10"/>
                <a:gd name="T1" fmla="*/ 1 h 6"/>
                <a:gd name="T2" fmla="*/ 4 w 10"/>
                <a:gd name="T3" fmla="*/ 5 h 6"/>
                <a:gd name="T4" fmla="*/ 0 w 10"/>
                <a:gd name="T5" fmla="*/ 4 h 6"/>
                <a:gd name="T6" fmla="*/ 2 w 10"/>
                <a:gd name="T7" fmla="*/ 1 h 6"/>
                <a:gd name="T8" fmla="*/ 10 w 10"/>
                <a:gd name="T9" fmla="*/ 1 h 6"/>
              </a:gdLst>
              <a:ahLst/>
              <a:cxnLst>
                <a:cxn ang="0">
                  <a:pos x="T0" y="T1"/>
                </a:cxn>
                <a:cxn ang="0">
                  <a:pos x="T2" y="T3"/>
                </a:cxn>
                <a:cxn ang="0">
                  <a:pos x="T4" y="T5"/>
                </a:cxn>
                <a:cxn ang="0">
                  <a:pos x="T6" y="T7"/>
                </a:cxn>
                <a:cxn ang="0">
                  <a:pos x="T8" y="T9"/>
                </a:cxn>
              </a:cxnLst>
              <a:rect l="0" t="0" r="r" b="b"/>
              <a:pathLst>
                <a:path w="10" h="6">
                  <a:moveTo>
                    <a:pt x="10" y="1"/>
                  </a:moveTo>
                  <a:cubicBezTo>
                    <a:pt x="7" y="3"/>
                    <a:pt x="6" y="4"/>
                    <a:pt x="4" y="5"/>
                  </a:cubicBezTo>
                  <a:cubicBezTo>
                    <a:pt x="2" y="6"/>
                    <a:pt x="0" y="6"/>
                    <a:pt x="0" y="4"/>
                  </a:cubicBezTo>
                  <a:cubicBezTo>
                    <a:pt x="0" y="3"/>
                    <a:pt x="1" y="1"/>
                    <a:pt x="2" y="1"/>
                  </a:cubicBezTo>
                  <a:cubicBezTo>
                    <a:pt x="3" y="0"/>
                    <a:pt x="5"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5" name="Freeform 3008">
              <a:extLst>
                <a:ext uri="{FF2B5EF4-FFF2-40B4-BE49-F238E27FC236}">
                  <a16:creationId xmlns:a16="http://schemas.microsoft.com/office/drawing/2014/main" id="{C3FF7736-7096-35E8-8A7B-33A3E97C3F1D}"/>
                </a:ext>
              </a:extLst>
            </p:cNvPr>
            <p:cNvSpPr>
              <a:spLocks/>
            </p:cNvSpPr>
            <p:nvPr/>
          </p:nvSpPr>
          <p:spPr bwMode="auto">
            <a:xfrm rot="5094805">
              <a:off x="2755541" y="5351723"/>
              <a:ext cx="20565" cy="13710"/>
            </a:xfrm>
            <a:custGeom>
              <a:avLst/>
              <a:gdLst>
                <a:gd name="T0" fmla="*/ 1 w 8"/>
                <a:gd name="T1" fmla="*/ 0 h 5"/>
                <a:gd name="T2" fmla="*/ 7 w 8"/>
                <a:gd name="T3" fmla="*/ 1 h 5"/>
                <a:gd name="T4" fmla="*/ 4 w 8"/>
                <a:gd name="T5" fmla="*/ 5 h 5"/>
                <a:gd name="T6" fmla="*/ 0 w 8"/>
                <a:gd name="T7" fmla="*/ 3 h 5"/>
                <a:gd name="T8" fmla="*/ 1 w 8"/>
                <a:gd name="T9" fmla="*/ 0 h 5"/>
              </a:gdLst>
              <a:ahLst/>
              <a:cxnLst>
                <a:cxn ang="0">
                  <a:pos x="T0" y="T1"/>
                </a:cxn>
                <a:cxn ang="0">
                  <a:pos x="T2" y="T3"/>
                </a:cxn>
                <a:cxn ang="0">
                  <a:pos x="T4" y="T5"/>
                </a:cxn>
                <a:cxn ang="0">
                  <a:pos x="T6" y="T7"/>
                </a:cxn>
                <a:cxn ang="0">
                  <a:pos x="T8" y="T9"/>
                </a:cxn>
              </a:cxnLst>
              <a:rect l="0" t="0" r="r" b="b"/>
              <a:pathLst>
                <a:path w="8" h="5">
                  <a:moveTo>
                    <a:pt x="1" y="0"/>
                  </a:moveTo>
                  <a:cubicBezTo>
                    <a:pt x="4" y="1"/>
                    <a:pt x="6" y="1"/>
                    <a:pt x="7" y="1"/>
                  </a:cubicBezTo>
                  <a:cubicBezTo>
                    <a:pt x="8" y="2"/>
                    <a:pt x="6" y="4"/>
                    <a:pt x="4" y="5"/>
                  </a:cubicBezTo>
                  <a:cubicBezTo>
                    <a:pt x="2" y="5"/>
                    <a:pt x="0" y="5"/>
                    <a:pt x="0" y="3"/>
                  </a:cubicBezTo>
                  <a:cubicBezTo>
                    <a:pt x="0" y="2"/>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6" name="Freeform 3009">
              <a:extLst>
                <a:ext uri="{FF2B5EF4-FFF2-40B4-BE49-F238E27FC236}">
                  <a16:creationId xmlns:a16="http://schemas.microsoft.com/office/drawing/2014/main" id="{7751F724-CA90-4D43-2D04-E9B77133EE61}"/>
                </a:ext>
              </a:extLst>
            </p:cNvPr>
            <p:cNvSpPr>
              <a:spLocks/>
            </p:cNvSpPr>
            <p:nvPr/>
          </p:nvSpPr>
          <p:spPr bwMode="auto">
            <a:xfrm rot="5094805">
              <a:off x="2815899" y="5543520"/>
              <a:ext cx="22850" cy="6855"/>
            </a:xfrm>
            <a:custGeom>
              <a:avLst/>
              <a:gdLst>
                <a:gd name="T0" fmla="*/ 9 w 9"/>
                <a:gd name="T1" fmla="*/ 1 h 3"/>
                <a:gd name="T2" fmla="*/ 3 w 9"/>
                <a:gd name="T3" fmla="*/ 3 h 3"/>
                <a:gd name="T4" fmla="*/ 0 w 9"/>
                <a:gd name="T5" fmla="*/ 2 h 3"/>
                <a:gd name="T6" fmla="*/ 4 w 9"/>
                <a:gd name="T7" fmla="*/ 0 h 3"/>
                <a:gd name="T8" fmla="*/ 9 w 9"/>
                <a:gd name="T9" fmla="*/ 1 h 3"/>
              </a:gdLst>
              <a:ahLst/>
              <a:cxnLst>
                <a:cxn ang="0">
                  <a:pos x="T0" y="T1"/>
                </a:cxn>
                <a:cxn ang="0">
                  <a:pos x="T2" y="T3"/>
                </a:cxn>
                <a:cxn ang="0">
                  <a:pos x="T4" y="T5"/>
                </a:cxn>
                <a:cxn ang="0">
                  <a:pos x="T6" y="T7"/>
                </a:cxn>
                <a:cxn ang="0">
                  <a:pos x="T8" y="T9"/>
                </a:cxn>
              </a:cxnLst>
              <a:rect l="0" t="0" r="r" b="b"/>
              <a:pathLst>
                <a:path w="9" h="3">
                  <a:moveTo>
                    <a:pt x="9" y="1"/>
                  </a:moveTo>
                  <a:cubicBezTo>
                    <a:pt x="6" y="2"/>
                    <a:pt x="4" y="3"/>
                    <a:pt x="3" y="3"/>
                  </a:cubicBezTo>
                  <a:cubicBezTo>
                    <a:pt x="2" y="3"/>
                    <a:pt x="0" y="2"/>
                    <a:pt x="0" y="2"/>
                  </a:cubicBezTo>
                  <a:cubicBezTo>
                    <a:pt x="0" y="1"/>
                    <a:pt x="2" y="0"/>
                    <a:pt x="4" y="0"/>
                  </a:cubicBezTo>
                  <a:cubicBezTo>
                    <a:pt x="6" y="0"/>
                    <a:pt x="6"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7" name="Freeform 3010">
              <a:extLst>
                <a:ext uri="{FF2B5EF4-FFF2-40B4-BE49-F238E27FC236}">
                  <a16:creationId xmlns:a16="http://schemas.microsoft.com/office/drawing/2014/main" id="{9E08C50E-A317-8C8D-449B-74378DE21430}"/>
                </a:ext>
              </a:extLst>
            </p:cNvPr>
            <p:cNvSpPr>
              <a:spLocks/>
            </p:cNvSpPr>
            <p:nvPr/>
          </p:nvSpPr>
          <p:spPr bwMode="auto">
            <a:xfrm rot="5094805">
              <a:off x="2870778" y="5734875"/>
              <a:ext cx="20565" cy="6855"/>
            </a:xfrm>
            <a:custGeom>
              <a:avLst/>
              <a:gdLst>
                <a:gd name="T0" fmla="*/ 9 w 9"/>
                <a:gd name="T1" fmla="*/ 0 h 3"/>
                <a:gd name="T2" fmla="*/ 4 w 9"/>
                <a:gd name="T3" fmla="*/ 3 h 3"/>
                <a:gd name="T4" fmla="*/ 0 w 9"/>
                <a:gd name="T5" fmla="*/ 2 h 3"/>
                <a:gd name="T6" fmla="*/ 4 w 9"/>
                <a:gd name="T7" fmla="*/ 0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6" y="2"/>
                    <a:pt x="5" y="3"/>
                    <a:pt x="4" y="3"/>
                  </a:cubicBezTo>
                  <a:cubicBezTo>
                    <a:pt x="2" y="3"/>
                    <a:pt x="0" y="3"/>
                    <a:pt x="0" y="2"/>
                  </a:cubicBezTo>
                  <a:cubicBezTo>
                    <a:pt x="0" y="1"/>
                    <a:pt x="1" y="1"/>
                    <a:pt x="4" y="0"/>
                  </a:cubicBezTo>
                  <a:cubicBezTo>
                    <a:pt x="5" y="0"/>
                    <a:pt x="7"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8" name="Freeform 3011">
              <a:extLst>
                <a:ext uri="{FF2B5EF4-FFF2-40B4-BE49-F238E27FC236}">
                  <a16:creationId xmlns:a16="http://schemas.microsoft.com/office/drawing/2014/main" id="{18DE68E9-872F-2DC0-AEF6-9A4D3B9DB7F0}"/>
                </a:ext>
              </a:extLst>
            </p:cNvPr>
            <p:cNvSpPr>
              <a:spLocks/>
            </p:cNvSpPr>
            <p:nvPr/>
          </p:nvSpPr>
          <p:spPr bwMode="auto">
            <a:xfrm rot="5094805">
              <a:off x="2912832" y="5923829"/>
              <a:ext cx="20565" cy="6855"/>
            </a:xfrm>
            <a:custGeom>
              <a:avLst/>
              <a:gdLst>
                <a:gd name="T0" fmla="*/ 3 w 8"/>
                <a:gd name="T1" fmla="*/ 3 h 3"/>
                <a:gd name="T2" fmla="*/ 0 w 8"/>
                <a:gd name="T3" fmla="*/ 1 h 3"/>
                <a:gd name="T4" fmla="*/ 4 w 8"/>
                <a:gd name="T5" fmla="*/ 0 h 3"/>
                <a:gd name="T6" fmla="*/ 7 w 8"/>
                <a:gd name="T7" fmla="*/ 1 h 3"/>
                <a:gd name="T8" fmla="*/ 3 w 8"/>
                <a:gd name="T9" fmla="*/ 3 h 3"/>
              </a:gdLst>
              <a:ahLst/>
              <a:cxnLst>
                <a:cxn ang="0">
                  <a:pos x="T0" y="T1"/>
                </a:cxn>
                <a:cxn ang="0">
                  <a:pos x="T2" y="T3"/>
                </a:cxn>
                <a:cxn ang="0">
                  <a:pos x="T4" y="T5"/>
                </a:cxn>
                <a:cxn ang="0">
                  <a:pos x="T6" y="T7"/>
                </a:cxn>
                <a:cxn ang="0">
                  <a:pos x="T8" y="T9"/>
                </a:cxn>
              </a:cxnLst>
              <a:rect l="0" t="0" r="r" b="b"/>
              <a:pathLst>
                <a:path w="8" h="3">
                  <a:moveTo>
                    <a:pt x="3" y="3"/>
                  </a:moveTo>
                  <a:cubicBezTo>
                    <a:pt x="2" y="2"/>
                    <a:pt x="1" y="2"/>
                    <a:pt x="0" y="1"/>
                  </a:cubicBezTo>
                  <a:cubicBezTo>
                    <a:pt x="0" y="1"/>
                    <a:pt x="2" y="0"/>
                    <a:pt x="4" y="0"/>
                  </a:cubicBezTo>
                  <a:cubicBezTo>
                    <a:pt x="6" y="0"/>
                    <a:pt x="8" y="0"/>
                    <a:pt x="7" y="1"/>
                  </a:cubicBezTo>
                  <a:cubicBezTo>
                    <a:pt x="7" y="1"/>
                    <a:pt x="5"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9" name="Freeform 3012">
              <a:extLst>
                <a:ext uri="{FF2B5EF4-FFF2-40B4-BE49-F238E27FC236}">
                  <a16:creationId xmlns:a16="http://schemas.microsoft.com/office/drawing/2014/main" id="{958C6636-4D43-3DE5-3278-7395FFE02711}"/>
                </a:ext>
              </a:extLst>
            </p:cNvPr>
            <p:cNvSpPr>
              <a:spLocks/>
            </p:cNvSpPr>
            <p:nvPr/>
          </p:nvSpPr>
          <p:spPr bwMode="auto">
            <a:xfrm rot="5094805">
              <a:off x="2948356" y="6115560"/>
              <a:ext cx="22850" cy="9140"/>
            </a:xfrm>
            <a:custGeom>
              <a:avLst/>
              <a:gdLst>
                <a:gd name="T0" fmla="*/ 9 w 9"/>
                <a:gd name="T1" fmla="*/ 0 h 3"/>
                <a:gd name="T2" fmla="*/ 4 w 9"/>
                <a:gd name="T3" fmla="*/ 2 h 3"/>
                <a:gd name="T4" fmla="*/ 0 w 9"/>
                <a:gd name="T5" fmla="*/ 2 h 3"/>
                <a:gd name="T6" fmla="*/ 4 w 9"/>
                <a:gd name="T7" fmla="*/ 0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6" y="2"/>
                    <a:pt x="5" y="2"/>
                    <a:pt x="4" y="2"/>
                  </a:cubicBezTo>
                  <a:cubicBezTo>
                    <a:pt x="2" y="3"/>
                    <a:pt x="0" y="2"/>
                    <a:pt x="0" y="2"/>
                  </a:cubicBezTo>
                  <a:cubicBezTo>
                    <a:pt x="0" y="1"/>
                    <a:pt x="2" y="0"/>
                    <a:pt x="4" y="0"/>
                  </a:cubicBezTo>
                  <a:cubicBezTo>
                    <a:pt x="6" y="0"/>
                    <a:pt x="7"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0" name="Freeform 3013">
              <a:extLst>
                <a:ext uri="{FF2B5EF4-FFF2-40B4-BE49-F238E27FC236}">
                  <a16:creationId xmlns:a16="http://schemas.microsoft.com/office/drawing/2014/main" id="{DB0C4346-3192-BC22-A9D6-77B22FB28F04}"/>
                </a:ext>
              </a:extLst>
            </p:cNvPr>
            <p:cNvSpPr>
              <a:spLocks/>
            </p:cNvSpPr>
            <p:nvPr/>
          </p:nvSpPr>
          <p:spPr bwMode="auto">
            <a:xfrm rot="5094805">
              <a:off x="2997449" y="6306385"/>
              <a:ext cx="18280" cy="9140"/>
            </a:xfrm>
            <a:custGeom>
              <a:avLst/>
              <a:gdLst>
                <a:gd name="T0" fmla="*/ 8 w 8"/>
                <a:gd name="T1" fmla="*/ 1 h 3"/>
                <a:gd name="T2" fmla="*/ 2 w 8"/>
                <a:gd name="T3" fmla="*/ 3 h 3"/>
                <a:gd name="T4" fmla="*/ 0 w 8"/>
                <a:gd name="T5" fmla="*/ 2 h 3"/>
                <a:gd name="T6" fmla="*/ 4 w 8"/>
                <a:gd name="T7" fmla="*/ 1 h 3"/>
                <a:gd name="T8" fmla="*/ 8 w 8"/>
                <a:gd name="T9" fmla="*/ 1 h 3"/>
              </a:gdLst>
              <a:ahLst/>
              <a:cxnLst>
                <a:cxn ang="0">
                  <a:pos x="T0" y="T1"/>
                </a:cxn>
                <a:cxn ang="0">
                  <a:pos x="T2" y="T3"/>
                </a:cxn>
                <a:cxn ang="0">
                  <a:pos x="T4" y="T5"/>
                </a:cxn>
                <a:cxn ang="0">
                  <a:pos x="T6" y="T7"/>
                </a:cxn>
                <a:cxn ang="0">
                  <a:pos x="T8" y="T9"/>
                </a:cxn>
              </a:cxnLst>
              <a:rect l="0" t="0" r="r" b="b"/>
              <a:pathLst>
                <a:path w="8" h="3">
                  <a:moveTo>
                    <a:pt x="8" y="1"/>
                  </a:moveTo>
                  <a:cubicBezTo>
                    <a:pt x="5" y="2"/>
                    <a:pt x="4" y="2"/>
                    <a:pt x="2" y="3"/>
                  </a:cubicBezTo>
                  <a:cubicBezTo>
                    <a:pt x="1" y="3"/>
                    <a:pt x="1" y="2"/>
                    <a:pt x="0" y="2"/>
                  </a:cubicBezTo>
                  <a:cubicBezTo>
                    <a:pt x="1" y="2"/>
                    <a:pt x="3" y="1"/>
                    <a:pt x="4" y="1"/>
                  </a:cubicBezTo>
                  <a:cubicBezTo>
                    <a:pt x="5" y="0"/>
                    <a:pt x="6" y="1"/>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1" name="Freeform 3014">
              <a:extLst>
                <a:ext uri="{FF2B5EF4-FFF2-40B4-BE49-F238E27FC236}">
                  <a16:creationId xmlns:a16="http://schemas.microsoft.com/office/drawing/2014/main" id="{825C9D3C-06C4-B461-8ACF-4FB22FB37699}"/>
                </a:ext>
              </a:extLst>
            </p:cNvPr>
            <p:cNvSpPr>
              <a:spLocks/>
            </p:cNvSpPr>
            <p:nvPr/>
          </p:nvSpPr>
          <p:spPr bwMode="auto">
            <a:xfrm rot="5094805">
              <a:off x="3054489" y="6497238"/>
              <a:ext cx="22850" cy="6855"/>
            </a:xfrm>
            <a:custGeom>
              <a:avLst/>
              <a:gdLst>
                <a:gd name="T0" fmla="*/ 9 w 9"/>
                <a:gd name="T1" fmla="*/ 0 h 3"/>
                <a:gd name="T2" fmla="*/ 4 w 9"/>
                <a:gd name="T3" fmla="*/ 2 h 3"/>
                <a:gd name="T4" fmla="*/ 0 w 9"/>
                <a:gd name="T5" fmla="*/ 2 h 3"/>
                <a:gd name="T6" fmla="*/ 4 w 9"/>
                <a:gd name="T7" fmla="*/ 1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6" y="1"/>
                    <a:pt x="6" y="2"/>
                    <a:pt x="4" y="2"/>
                  </a:cubicBezTo>
                  <a:cubicBezTo>
                    <a:pt x="2" y="3"/>
                    <a:pt x="0" y="3"/>
                    <a:pt x="0" y="2"/>
                  </a:cubicBezTo>
                  <a:cubicBezTo>
                    <a:pt x="0" y="2"/>
                    <a:pt x="2" y="1"/>
                    <a:pt x="4" y="1"/>
                  </a:cubicBezTo>
                  <a:cubicBezTo>
                    <a:pt x="6" y="0"/>
                    <a:pt x="7"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2" name="Freeform 3015">
              <a:extLst>
                <a:ext uri="{FF2B5EF4-FFF2-40B4-BE49-F238E27FC236}">
                  <a16:creationId xmlns:a16="http://schemas.microsoft.com/office/drawing/2014/main" id="{920FF5E1-ED51-42E8-3CED-CEB5E956B4EC}"/>
                </a:ext>
              </a:extLst>
            </p:cNvPr>
            <p:cNvSpPr>
              <a:spLocks/>
            </p:cNvSpPr>
            <p:nvPr/>
          </p:nvSpPr>
          <p:spPr bwMode="auto">
            <a:xfrm rot="5094805">
              <a:off x="3122813" y="6682613"/>
              <a:ext cx="25135" cy="11425"/>
            </a:xfrm>
            <a:custGeom>
              <a:avLst/>
              <a:gdLst>
                <a:gd name="T0" fmla="*/ 10 w 10"/>
                <a:gd name="T1" fmla="*/ 0 h 4"/>
                <a:gd name="T2" fmla="*/ 5 w 10"/>
                <a:gd name="T3" fmla="*/ 3 h 4"/>
                <a:gd name="T4" fmla="*/ 1 w 10"/>
                <a:gd name="T5" fmla="*/ 3 h 4"/>
                <a:gd name="T6" fmla="*/ 5 w 10"/>
                <a:gd name="T7" fmla="*/ 1 h 4"/>
                <a:gd name="T8" fmla="*/ 10 w 10"/>
                <a:gd name="T9" fmla="*/ 0 h 4"/>
              </a:gdLst>
              <a:ahLst/>
              <a:cxnLst>
                <a:cxn ang="0">
                  <a:pos x="T0" y="T1"/>
                </a:cxn>
                <a:cxn ang="0">
                  <a:pos x="T2" y="T3"/>
                </a:cxn>
                <a:cxn ang="0">
                  <a:pos x="T4" y="T5"/>
                </a:cxn>
                <a:cxn ang="0">
                  <a:pos x="T6" y="T7"/>
                </a:cxn>
                <a:cxn ang="0">
                  <a:pos x="T8" y="T9"/>
                </a:cxn>
              </a:cxnLst>
              <a:rect l="0" t="0" r="r" b="b"/>
              <a:pathLst>
                <a:path w="10" h="4">
                  <a:moveTo>
                    <a:pt x="10" y="0"/>
                  </a:moveTo>
                  <a:cubicBezTo>
                    <a:pt x="7" y="1"/>
                    <a:pt x="6" y="2"/>
                    <a:pt x="5" y="3"/>
                  </a:cubicBezTo>
                  <a:cubicBezTo>
                    <a:pt x="3" y="3"/>
                    <a:pt x="1" y="4"/>
                    <a:pt x="1" y="3"/>
                  </a:cubicBezTo>
                  <a:cubicBezTo>
                    <a:pt x="0" y="2"/>
                    <a:pt x="2" y="2"/>
                    <a:pt x="5" y="1"/>
                  </a:cubicBezTo>
                  <a:cubicBezTo>
                    <a:pt x="6" y="1"/>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3" name="Freeform 3016">
              <a:extLst>
                <a:ext uri="{FF2B5EF4-FFF2-40B4-BE49-F238E27FC236}">
                  <a16:creationId xmlns:a16="http://schemas.microsoft.com/office/drawing/2014/main" id="{17FBBC0F-73D5-C842-1E94-FA87AE0037D8}"/>
                </a:ext>
              </a:extLst>
            </p:cNvPr>
            <p:cNvSpPr>
              <a:spLocks/>
            </p:cNvSpPr>
            <p:nvPr/>
          </p:nvSpPr>
          <p:spPr bwMode="auto">
            <a:xfrm rot="5094805">
              <a:off x="2140343" y="1373834"/>
              <a:ext cx="15995" cy="22850"/>
            </a:xfrm>
            <a:custGeom>
              <a:avLst/>
              <a:gdLst>
                <a:gd name="T0" fmla="*/ 3 w 6"/>
                <a:gd name="T1" fmla="*/ 0 h 10"/>
                <a:gd name="T2" fmla="*/ 6 w 6"/>
                <a:gd name="T3" fmla="*/ 6 h 10"/>
                <a:gd name="T4" fmla="*/ 4 w 6"/>
                <a:gd name="T5" fmla="*/ 10 h 10"/>
                <a:gd name="T6" fmla="*/ 0 w 6"/>
                <a:gd name="T7" fmla="*/ 6 h 10"/>
                <a:gd name="T8" fmla="*/ 3 w 6"/>
                <a:gd name="T9" fmla="*/ 0 h 10"/>
              </a:gdLst>
              <a:ahLst/>
              <a:cxnLst>
                <a:cxn ang="0">
                  <a:pos x="T0" y="T1"/>
                </a:cxn>
                <a:cxn ang="0">
                  <a:pos x="T2" y="T3"/>
                </a:cxn>
                <a:cxn ang="0">
                  <a:pos x="T4" y="T5"/>
                </a:cxn>
                <a:cxn ang="0">
                  <a:pos x="T6" y="T7"/>
                </a:cxn>
                <a:cxn ang="0">
                  <a:pos x="T8" y="T9"/>
                </a:cxn>
              </a:cxnLst>
              <a:rect l="0" t="0" r="r" b="b"/>
              <a:pathLst>
                <a:path w="6" h="10">
                  <a:moveTo>
                    <a:pt x="3" y="0"/>
                  </a:moveTo>
                  <a:cubicBezTo>
                    <a:pt x="4" y="2"/>
                    <a:pt x="6" y="4"/>
                    <a:pt x="6" y="6"/>
                  </a:cubicBezTo>
                  <a:cubicBezTo>
                    <a:pt x="6" y="7"/>
                    <a:pt x="5" y="10"/>
                    <a:pt x="4" y="10"/>
                  </a:cubicBezTo>
                  <a:cubicBezTo>
                    <a:pt x="3" y="10"/>
                    <a:pt x="1" y="7"/>
                    <a:pt x="0" y="6"/>
                  </a:cubicBezTo>
                  <a:cubicBezTo>
                    <a:pt x="0" y="4"/>
                    <a:pt x="1"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4" name="Freeform 3017">
              <a:extLst>
                <a:ext uri="{FF2B5EF4-FFF2-40B4-BE49-F238E27FC236}">
                  <a16:creationId xmlns:a16="http://schemas.microsoft.com/office/drawing/2014/main" id="{156AF9CC-7F9D-D98C-6109-F6D5CDE9D011}"/>
                </a:ext>
              </a:extLst>
            </p:cNvPr>
            <p:cNvSpPr>
              <a:spLocks/>
            </p:cNvSpPr>
            <p:nvPr/>
          </p:nvSpPr>
          <p:spPr bwMode="auto">
            <a:xfrm rot="5094805">
              <a:off x="2153117" y="1565509"/>
              <a:ext cx="13710" cy="29705"/>
            </a:xfrm>
            <a:custGeom>
              <a:avLst/>
              <a:gdLst>
                <a:gd name="T0" fmla="*/ 2 w 6"/>
                <a:gd name="T1" fmla="*/ 0 h 12"/>
                <a:gd name="T2" fmla="*/ 5 w 6"/>
                <a:gd name="T3" fmla="*/ 7 h 12"/>
                <a:gd name="T4" fmla="*/ 3 w 6"/>
                <a:gd name="T5" fmla="*/ 12 h 12"/>
                <a:gd name="T6" fmla="*/ 0 w 6"/>
                <a:gd name="T7" fmla="*/ 7 h 12"/>
                <a:gd name="T8" fmla="*/ 2 w 6"/>
                <a:gd name="T9" fmla="*/ 0 h 12"/>
              </a:gdLst>
              <a:ahLst/>
              <a:cxnLst>
                <a:cxn ang="0">
                  <a:pos x="T0" y="T1"/>
                </a:cxn>
                <a:cxn ang="0">
                  <a:pos x="T2" y="T3"/>
                </a:cxn>
                <a:cxn ang="0">
                  <a:pos x="T4" y="T5"/>
                </a:cxn>
                <a:cxn ang="0">
                  <a:pos x="T6" y="T7"/>
                </a:cxn>
                <a:cxn ang="0">
                  <a:pos x="T8" y="T9"/>
                </a:cxn>
              </a:cxnLst>
              <a:rect l="0" t="0" r="r" b="b"/>
              <a:pathLst>
                <a:path w="6" h="12">
                  <a:moveTo>
                    <a:pt x="2" y="0"/>
                  </a:moveTo>
                  <a:cubicBezTo>
                    <a:pt x="4" y="3"/>
                    <a:pt x="5" y="5"/>
                    <a:pt x="5" y="7"/>
                  </a:cubicBezTo>
                  <a:cubicBezTo>
                    <a:pt x="6" y="9"/>
                    <a:pt x="4" y="12"/>
                    <a:pt x="3" y="12"/>
                  </a:cubicBezTo>
                  <a:cubicBezTo>
                    <a:pt x="2" y="12"/>
                    <a:pt x="0" y="9"/>
                    <a:pt x="0" y="7"/>
                  </a:cubicBezTo>
                  <a:cubicBezTo>
                    <a:pt x="0" y="5"/>
                    <a:pt x="1" y="3"/>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5" name="Freeform 3018">
              <a:extLst>
                <a:ext uri="{FF2B5EF4-FFF2-40B4-BE49-F238E27FC236}">
                  <a16:creationId xmlns:a16="http://schemas.microsoft.com/office/drawing/2014/main" id="{8FA9C52D-1255-8ABD-34AD-6681BA1E39F6}"/>
                </a:ext>
              </a:extLst>
            </p:cNvPr>
            <p:cNvSpPr>
              <a:spLocks/>
            </p:cNvSpPr>
            <p:nvPr/>
          </p:nvSpPr>
          <p:spPr bwMode="auto">
            <a:xfrm rot="5094805">
              <a:off x="2170328" y="1758764"/>
              <a:ext cx="18280" cy="29705"/>
            </a:xfrm>
            <a:custGeom>
              <a:avLst/>
              <a:gdLst>
                <a:gd name="T0" fmla="*/ 7 w 7"/>
                <a:gd name="T1" fmla="*/ 10 h 12"/>
                <a:gd name="T2" fmla="*/ 2 w 7"/>
                <a:gd name="T3" fmla="*/ 11 h 12"/>
                <a:gd name="T4" fmla="*/ 1 w 7"/>
                <a:gd name="T5" fmla="*/ 4 h 12"/>
                <a:gd name="T6" fmla="*/ 4 w 7"/>
                <a:gd name="T7" fmla="*/ 1 h 12"/>
                <a:gd name="T8" fmla="*/ 7 w 7"/>
                <a:gd name="T9" fmla="*/ 10 h 12"/>
              </a:gdLst>
              <a:ahLst/>
              <a:cxnLst>
                <a:cxn ang="0">
                  <a:pos x="T0" y="T1"/>
                </a:cxn>
                <a:cxn ang="0">
                  <a:pos x="T2" y="T3"/>
                </a:cxn>
                <a:cxn ang="0">
                  <a:pos x="T4" y="T5"/>
                </a:cxn>
                <a:cxn ang="0">
                  <a:pos x="T6" y="T7"/>
                </a:cxn>
                <a:cxn ang="0">
                  <a:pos x="T8" y="T9"/>
                </a:cxn>
              </a:cxnLst>
              <a:rect l="0" t="0" r="r" b="b"/>
              <a:pathLst>
                <a:path w="7" h="12">
                  <a:moveTo>
                    <a:pt x="7" y="10"/>
                  </a:moveTo>
                  <a:cubicBezTo>
                    <a:pt x="5" y="11"/>
                    <a:pt x="3" y="12"/>
                    <a:pt x="2" y="11"/>
                  </a:cubicBezTo>
                  <a:cubicBezTo>
                    <a:pt x="1" y="10"/>
                    <a:pt x="0" y="5"/>
                    <a:pt x="1" y="4"/>
                  </a:cubicBezTo>
                  <a:cubicBezTo>
                    <a:pt x="1" y="2"/>
                    <a:pt x="3" y="0"/>
                    <a:pt x="4" y="1"/>
                  </a:cubicBezTo>
                  <a:cubicBezTo>
                    <a:pt x="5" y="2"/>
                    <a:pt x="6" y="6"/>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6" name="Freeform 3020">
              <a:extLst>
                <a:ext uri="{FF2B5EF4-FFF2-40B4-BE49-F238E27FC236}">
                  <a16:creationId xmlns:a16="http://schemas.microsoft.com/office/drawing/2014/main" id="{F8EE03B7-6385-F2AD-582F-60EF53885986}"/>
                </a:ext>
              </a:extLst>
            </p:cNvPr>
            <p:cNvSpPr>
              <a:spLocks/>
            </p:cNvSpPr>
            <p:nvPr/>
          </p:nvSpPr>
          <p:spPr bwMode="auto">
            <a:xfrm rot="5094805">
              <a:off x="2204521" y="1947382"/>
              <a:ext cx="15995" cy="34275"/>
            </a:xfrm>
            <a:custGeom>
              <a:avLst/>
              <a:gdLst>
                <a:gd name="T0" fmla="*/ 6 w 6"/>
                <a:gd name="T1" fmla="*/ 9 h 14"/>
                <a:gd name="T2" fmla="*/ 3 w 6"/>
                <a:gd name="T3" fmla="*/ 13 h 14"/>
                <a:gd name="T4" fmla="*/ 0 w 6"/>
                <a:gd name="T5" fmla="*/ 6 h 14"/>
                <a:gd name="T6" fmla="*/ 2 w 6"/>
                <a:gd name="T7" fmla="*/ 0 h 14"/>
                <a:gd name="T8" fmla="*/ 6 w 6"/>
                <a:gd name="T9" fmla="*/ 9 h 14"/>
              </a:gdLst>
              <a:ahLst/>
              <a:cxnLst>
                <a:cxn ang="0">
                  <a:pos x="T0" y="T1"/>
                </a:cxn>
                <a:cxn ang="0">
                  <a:pos x="T2" y="T3"/>
                </a:cxn>
                <a:cxn ang="0">
                  <a:pos x="T4" y="T5"/>
                </a:cxn>
                <a:cxn ang="0">
                  <a:pos x="T6" y="T7"/>
                </a:cxn>
                <a:cxn ang="0">
                  <a:pos x="T8" y="T9"/>
                </a:cxn>
              </a:cxnLst>
              <a:rect l="0" t="0" r="r" b="b"/>
              <a:pathLst>
                <a:path w="6" h="14">
                  <a:moveTo>
                    <a:pt x="6" y="9"/>
                  </a:moveTo>
                  <a:cubicBezTo>
                    <a:pt x="5" y="11"/>
                    <a:pt x="4" y="14"/>
                    <a:pt x="3" y="13"/>
                  </a:cubicBezTo>
                  <a:cubicBezTo>
                    <a:pt x="1" y="12"/>
                    <a:pt x="0" y="8"/>
                    <a:pt x="0" y="6"/>
                  </a:cubicBezTo>
                  <a:cubicBezTo>
                    <a:pt x="0" y="3"/>
                    <a:pt x="1" y="0"/>
                    <a:pt x="2" y="0"/>
                  </a:cubicBezTo>
                  <a:cubicBezTo>
                    <a:pt x="3" y="0"/>
                    <a:pt x="5" y="5"/>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7" name="Freeform 3021">
              <a:extLst>
                <a:ext uri="{FF2B5EF4-FFF2-40B4-BE49-F238E27FC236}">
                  <a16:creationId xmlns:a16="http://schemas.microsoft.com/office/drawing/2014/main" id="{1D590117-EE5F-B5D6-2EAC-6F8C6D49541B}"/>
                </a:ext>
              </a:extLst>
            </p:cNvPr>
            <p:cNvSpPr>
              <a:spLocks/>
            </p:cNvSpPr>
            <p:nvPr/>
          </p:nvSpPr>
          <p:spPr bwMode="auto">
            <a:xfrm rot="5094805">
              <a:off x="2250287" y="2139344"/>
              <a:ext cx="18280" cy="34275"/>
            </a:xfrm>
            <a:custGeom>
              <a:avLst/>
              <a:gdLst>
                <a:gd name="T0" fmla="*/ 8 w 8"/>
                <a:gd name="T1" fmla="*/ 8 h 14"/>
                <a:gd name="T2" fmla="*/ 4 w 8"/>
                <a:gd name="T3" fmla="*/ 14 h 14"/>
                <a:gd name="T4" fmla="*/ 0 w 8"/>
                <a:gd name="T5" fmla="*/ 8 h 14"/>
                <a:gd name="T6" fmla="*/ 2 w 8"/>
                <a:gd name="T7" fmla="*/ 0 h 14"/>
                <a:gd name="T8" fmla="*/ 8 w 8"/>
                <a:gd name="T9" fmla="*/ 8 h 14"/>
              </a:gdLst>
              <a:ahLst/>
              <a:cxnLst>
                <a:cxn ang="0">
                  <a:pos x="T0" y="T1"/>
                </a:cxn>
                <a:cxn ang="0">
                  <a:pos x="T2" y="T3"/>
                </a:cxn>
                <a:cxn ang="0">
                  <a:pos x="T4" y="T5"/>
                </a:cxn>
                <a:cxn ang="0">
                  <a:pos x="T6" y="T7"/>
                </a:cxn>
                <a:cxn ang="0">
                  <a:pos x="T8" y="T9"/>
                </a:cxn>
              </a:cxnLst>
              <a:rect l="0" t="0" r="r" b="b"/>
              <a:pathLst>
                <a:path w="8" h="14">
                  <a:moveTo>
                    <a:pt x="8" y="8"/>
                  </a:moveTo>
                  <a:cubicBezTo>
                    <a:pt x="6" y="11"/>
                    <a:pt x="5" y="14"/>
                    <a:pt x="4" y="14"/>
                  </a:cubicBezTo>
                  <a:cubicBezTo>
                    <a:pt x="3" y="14"/>
                    <a:pt x="1" y="10"/>
                    <a:pt x="0" y="8"/>
                  </a:cubicBezTo>
                  <a:cubicBezTo>
                    <a:pt x="0" y="6"/>
                    <a:pt x="1" y="1"/>
                    <a:pt x="2" y="0"/>
                  </a:cubicBezTo>
                  <a:cubicBezTo>
                    <a:pt x="3" y="0"/>
                    <a:pt x="4" y="3"/>
                    <a:pt x="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8" name="Freeform 3022">
              <a:extLst>
                <a:ext uri="{FF2B5EF4-FFF2-40B4-BE49-F238E27FC236}">
                  <a16:creationId xmlns:a16="http://schemas.microsoft.com/office/drawing/2014/main" id="{508525CF-D2D2-8087-DC86-F7235A727359}"/>
                </a:ext>
              </a:extLst>
            </p:cNvPr>
            <p:cNvSpPr>
              <a:spLocks/>
            </p:cNvSpPr>
            <p:nvPr/>
          </p:nvSpPr>
          <p:spPr bwMode="auto">
            <a:xfrm rot="5094805">
              <a:off x="2312631" y="2319831"/>
              <a:ext cx="13710" cy="43415"/>
            </a:xfrm>
            <a:custGeom>
              <a:avLst/>
              <a:gdLst>
                <a:gd name="T0" fmla="*/ 1 w 6"/>
                <a:gd name="T1" fmla="*/ 0 h 18"/>
                <a:gd name="T2" fmla="*/ 5 w 6"/>
                <a:gd name="T3" fmla="*/ 8 h 18"/>
                <a:gd name="T4" fmla="*/ 4 w 6"/>
                <a:gd name="T5" fmla="*/ 18 h 18"/>
                <a:gd name="T6" fmla="*/ 0 w 6"/>
                <a:gd name="T7" fmla="*/ 12 h 18"/>
                <a:gd name="T8" fmla="*/ 1 w 6"/>
                <a:gd name="T9" fmla="*/ 0 h 18"/>
              </a:gdLst>
              <a:ahLst/>
              <a:cxnLst>
                <a:cxn ang="0">
                  <a:pos x="T0" y="T1"/>
                </a:cxn>
                <a:cxn ang="0">
                  <a:pos x="T2" y="T3"/>
                </a:cxn>
                <a:cxn ang="0">
                  <a:pos x="T4" y="T5"/>
                </a:cxn>
                <a:cxn ang="0">
                  <a:pos x="T6" y="T7"/>
                </a:cxn>
                <a:cxn ang="0">
                  <a:pos x="T8" y="T9"/>
                </a:cxn>
              </a:cxnLst>
              <a:rect l="0" t="0" r="r" b="b"/>
              <a:pathLst>
                <a:path w="6" h="18">
                  <a:moveTo>
                    <a:pt x="1" y="0"/>
                  </a:moveTo>
                  <a:cubicBezTo>
                    <a:pt x="3" y="4"/>
                    <a:pt x="5" y="6"/>
                    <a:pt x="5" y="8"/>
                  </a:cubicBezTo>
                  <a:cubicBezTo>
                    <a:pt x="6" y="11"/>
                    <a:pt x="5" y="15"/>
                    <a:pt x="4" y="18"/>
                  </a:cubicBezTo>
                  <a:cubicBezTo>
                    <a:pt x="3" y="16"/>
                    <a:pt x="1" y="15"/>
                    <a:pt x="0" y="12"/>
                  </a:cubicBezTo>
                  <a:cubicBezTo>
                    <a:pt x="0" y="10"/>
                    <a:pt x="1" y="6"/>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9" name="Freeform 3023">
              <a:extLst>
                <a:ext uri="{FF2B5EF4-FFF2-40B4-BE49-F238E27FC236}">
                  <a16:creationId xmlns:a16="http://schemas.microsoft.com/office/drawing/2014/main" id="{F8E9C1B3-3E93-71CC-F938-7E63CFBD2154}"/>
                </a:ext>
              </a:extLst>
            </p:cNvPr>
            <p:cNvSpPr>
              <a:spLocks/>
            </p:cNvSpPr>
            <p:nvPr/>
          </p:nvSpPr>
          <p:spPr bwMode="auto">
            <a:xfrm rot="5094805">
              <a:off x="2339148" y="2516837"/>
              <a:ext cx="18280" cy="38845"/>
            </a:xfrm>
            <a:custGeom>
              <a:avLst/>
              <a:gdLst>
                <a:gd name="T0" fmla="*/ 7 w 7"/>
                <a:gd name="T1" fmla="*/ 10 h 15"/>
                <a:gd name="T2" fmla="*/ 3 w 7"/>
                <a:gd name="T3" fmla="*/ 14 h 15"/>
                <a:gd name="T4" fmla="*/ 0 w 7"/>
                <a:gd name="T5" fmla="*/ 6 h 15"/>
                <a:gd name="T6" fmla="*/ 3 w 7"/>
                <a:gd name="T7" fmla="*/ 0 h 15"/>
                <a:gd name="T8" fmla="*/ 7 w 7"/>
                <a:gd name="T9" fmla="*/ 10 h 15"/>
              </a:gdLst>
              <a:ahLst/>
              <a:cxnLst>
                <a:cxn ang="0">
                  <a:pos x="T0" y="T1"/>
                </a:cxn>
                <a:cxn ang="0">
                  <a:pos x="T2" y="T3"/>
                </a:cxn>
                <a:cxn ang="0">
                  <a:pos x="T4" y="T5"/>
                </a:cxn>
                <a:cxn ang="0">
                  <a:pos x="T6" y="T7"/>
                </a:cxn>
                <a:cxn ang="0">
                  <a:pos x="T8" y="T9"/>
                </a:cxn>
              </a:cxnLst>
              <a:rect l="0" t="0" r="r" b="b"/>
              <a:pathLst>
                <a:path w="7" h="15">
                  <a:moveTo>
                    <a:pt x="7" y="10"/>
                  </a:moveTo>
                  <a:cubicBezTo>
                    <a:pt x="5" y="12"/>
                    <a:pt x="4" y="15"/>
                    <a:pt x="3" y="14"/>
                  </a:cubicBezTo>
                  <a:cubicBezTo>
                    <a:pt x="2" y="14"/>
                    <a:pt x="0" y="8"/>
                    <a:pt x="0" y="6"/>
                  </a:cubicBezTo>
                  <a:cubicBezTo>
                    <a:pt x="0" y="3"/>
                    <a:pt x="2" y="0"/>
                    <a:pt x="3" y="0"/>
                  </a:cubicBezTo>
                  <a:cubicBezTo>
                    <a:pt x="4" y="0"/>
                    <a:pt x="5" y="5"/>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0" name="Freeform 3024">
              <a:extLst>
                <a:ext uri="{FF2B5EF4-FFF2-40B4-BE49-F238E27FC236}">
                  <a16:creationId xmlns:a16="http://schemas.microsoft.com/office/drawing/2014/main" id="{B4472488-AD5D-9910-488C-C291584DA95D}"/>
                </a:ext>
              </a:extLst>
            </p:cNvPr>
            <p:cNvSpPr>
              <a:spLocks/>
            </p:cNvSpPr>
            <p:nvPr/>
          </p:nvSpPr>
          <p:spPr bwMode="auto">
            <a:xfrm rot="5094805">
              <a:off x="2338565" y="2716468"/>
              <a:ext cx="18280" cy="38845"/>
            </a:xfrm>
            <a:custGeom>
              <a:avLst/>
              <a:gdLst>
                <a:gd name="T0" fmla="*/ 8 w 8"/>
                <a:gd name="T1" fmla="*/ 10 h 16"/>
                <a:gd name="T2" fmla="*/ 4 w 8"/>
                <a:gd name="T3" fmla="*/ 15 h 16"/>
                <a:gd name="T4" fmla="*/ 0 w 8"/>
                <a:gd name="T5" fmla="*/ 8 h 16"/>
                <a:gd name="T6" fmla="*/ 2 w 8"/>
                <a:gd name="T7" fmla="*/ 1 h 16"/>
                <a:gd name="T8" fmla="*/ 8 w 8"/>
                <a:gd name="T9" fmla="*/ 10 h 16"/>
              </a:gdLst>
              <a:ahLst/>
              <a:cxnLst>
                <a:cxn ang="0">
                  <a:pos x="T0" y="T1"/>
                </a:cxn>
                <a:cxn ang="0">
                  <a:pos x="T2" y="T3"/>
                </a:cxn>
                <a:cxn ang="0">
                  <a:pos x="T4" y="T5"/>
                </a:cxn>
                <a:cxn ang="0">
                  <a:pos x="T6" y="T7"/>
                </a:cxn>
                <a:cxn ang="0">
                  <a:pos x="T8" y="T9"/>
                </a:cxn>
              </a:cxnLst>
              <a:rect l="0" t="0" r="r" b="b"/>
              <a:pathLst>
                <a:path w="8" h="16">
                  <a:moveTo>
                    <a:pt x="8" y="10"/>
                  </a:moveTo>
                  <a:cubicBezTo>
                    <a:pt x="6" y="13"/>
                    <a:pt x="5" y="16"/>
                    <a:pt x="4" y="15"/>
                  </a:cubicBezTo>
                  <a:cubicBezTo>
                    <a:pt x="2" y="15"/>
                    <a:pt x="1" y="11"/>
                    <a:pt x="0" y="8"/>
                  </a:cubicBezTo>
                  <a:cubicBezTo>
                    <a:pt x="0" y="6"/>
                    <a:pt x="1" y="1"/>
                    <a:pt x="2" y="1"/>
                  </a:cubicBezTo>
                  <a:cubicBezTo>
                    <a:pt x="3" y="0"/>
                    <a:pt x="4" y="4"/>
                    <a:pt x="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1" name="Freeform 3025">
              <a:extLst>
                <a:ext uri="{FF2B5EF4-FFF2-40B4-BE49-F238E27FC236}">
                  <a16:creationId xmlns:a16="http://schemas.microsoft.com/office/drawing/2014/main" id="{69B9A3AC-E681-F697-5FB8-B93141714383}"/>
                </a:ext>
              </a:extLst>
            </p:cNvPr>
            <p:cNvSpPr>
              <a:spLocks/>
            </p:cNvSpPr>
            <p:nvPr/>
          </p:nvSpPr>
          <p:spPr bwMode="auto">
            <a:xfrm rot="5094805">
              <a:off x="2317296" y="2915646"/>
              <a:ext cx="18280" cy="38845"/>
            </a:xfrm>
            <a:custGeom>
              <a:avLst/>
              <a:gdLst>
                <a:gd name="T0" fmla="*/ 7 w 7"/>
                <a:gd name="T1" fmla="*/ 11 h 16"/>
                <a:gd name="T2" fmla="*/ 3 w 7"/>
                <a:gd name="T3" fmla="*/ 15 h 16"/>
                <a:gd name="T4" fmla="*/ 0 w 7"/>
                <a:gd name="T5" fmla="*/ 6 h 16"/>
                <a:gd name="T6" fmla="*/ 3 w 7"/>
                <a:gd name="T7" fmla="*/ 1 h 16"/>
                <a:gd name="T8" fmla="*/ 7 w 7"/>
                <a:gd name="T9" fmla="*/ 11 h 16"/>
              </a:gdLst>
              <a:ahLst/>
              <a:cxnLst>
                <a:cxn ang="0">
                  <a:pos x="T0" y="T1"/>
                </a:cxn>
                <a:cxn ang="0">
                  <a:pos x="T2" y="T3"/>
                </a:cxn>
                <a:cxn ang="0">
                  <a:pos x="T4" y="T5"/>
                </a:cxn>
                <a:cxn ang="0">
                  <a:pos x="T6" y="T7"/>
                </a:cxn>
                <a:cxn ang="0">
                  <a:pos x="T8" y="T9"/>
                </a:cxn>
              </a:cxnLst>
              <a:rect l="0" t="0" r="r" b="b"/>
              <a:pathLst>
                <a:path w="7" h="16">
                  <a:moveTo>
                    <a:pt x="7" y="11"/>
                  </a:moveTo>
                  <a:cubicBezTo>
                    <a:pt x="5" y="13"/>
                    <a:pt x="4" y="16"/>
                    <a:pt x="3" y="15"/>
                  </a:cubicBezTo>
                  <a:cubicBezTo>
                    <a:pt x="2" y="14"/>
                    <a:pt x="0" y="8"/>
                    <a:pt x="0" y="6"/>
                  </a:cubicBezTo>
                  <a:cubicBezTo>
                    <a:pt x="0" y="3"/>
                    <a:pt x="2" y="0"/>
                    <a:pt x="3" y="1"/>
                  </a:cubicBezTo>
                  <a:cubicBezTo>
                    <a:pt x="4" y="1"/>
                    <a:pt x="5" y="6"/>
                    <a:pt x="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2" name="Freeform 3026">
              <a:extLst>
                <a:ext uri="{FF2B5EF4-FFF2-40B4-BE49-F238E27FC236}">
                  <a16:creationId xmlns:a16="http://schemas.microsoft.com/office/drawing/2014/main" id="{595721FB-E3FB-0210-B304-CC4C399F4D71}"/>
                </a:ext>
              </a:extLst>
            </p:cNvPr>
            <p:cNvSpPr>
              <a:spLocks/>
            </p:cNvSpPr>
            <p:nvPr/>
          </p:nvSpPr>
          <p:spPr bwMode="auto">
            <a:xfrm rot="5094805">
              <a:off x="2287029" y="3118016"/>
              <a:ext cx="15995" cy="36560"/>
            </a:xfrm>
            <a:custGeom>
              <a:avLst/>
              <a:gdLst>
                <a:gd name="T0" fmla="*/ 0 w 7"/>
                <a:gd name="T1" fmla="*/ 5 h 15"/>
                <a:gd name="T2" fmla="*/ 4 w 7"/>
                <a:gd name="T3" fmla="*/ 0 h 15"/>
                <a:gd name="T4" fmla="*/ 7 w 7"/>
                <a:gd name="T5" fmla="*/ 10 h 15"/>
                <a:gd name="T6" fmla="*/ 4 w 7"/>
                <a:gd name="T7" fmla="*/ 14 h 15"/>
                <a:gd name="T8" fmla="*/ 0 w 7"/>
                <a:gd name="T9" fmla="*/ 5 h 15"/>
              </a:gdLst>
              <a:ahLst/>
              <a:cxnLst>
                <a:cxn ang="0">
                  <a:pos x="T0" y="T1"/>
                </a:cxn>
                <a:cxn ang="0">
                  <a:pos x="T2" y="T3"/>
                </a:cxn>
                <a:cxn ang="0">
                  <a:pos x="T4" y="T5"/>
                </a:cxn>
                <a:cxn ang="0">
                  <a:pos x="T6" y="T7"/>
                </a:cxn>
                <a:cxn ang="0">
                  <a:pos x="T8" y="T9"/>
                </a:cxn>
              </a:cxnLst>
              <a:rect l="0" t="0" r="r" b="b"/>
              <a:pathLst>
                <a:path w="7" h="15">
                  <a:moveTo>
                    <a:pt x="0" y="5"/>
                  </a:moveTo>
                  <a:cubicBezTo>
                    <a:pt x="2" y="3"/>
                    <a:pt x="3" y="0"/>
                    <a:pt x="4" y="0"/>
                  </a:cubicBezTo>
                  <a:cubicBezTo>
                    <a:pt x="5" y="1"/>
                    <a:pt x="7" y="7"/>
                    <a:pt x="7" y="10"/>
                  </a:cubicBezTo>
                  <a:cubicBezTo>
                    <a:pt x="7" y="12"/>
                    <a:pt x="5" y="15"/>
                    <a:pt x="4" y="14"/>
                  </a:cubicBezTo>
                  <a:cubicBezTo>
                    <a:pt x="3" y="13"/>
                    <a:pt x="2" y="9"/>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3" name="Freeform 3027">
              <a:extLst>
                <a:ext uri="{FF2B5EF4-FFF2-40B4-BE49-F238E27FC236}">
                  <a16:creationId xmlns:a16="http://schemas.microsoft.com/office/drawing/2014/main" id="{6E45435E-4C48-BC30-7B36-F0CF458F3D5E}"/>
                </a:ext>
              </a:extLst>
            </p:cNvPr>
            <p:cNvSpPr>
              <a:spLocks/>
            </p:cNvSpPr>
            <p:nvPr/>
          </p:nvSpPr>
          <p:spPr bwMode="auto">
            <a:xfrm rot="5094805">
              <a:off x="2260669" y="3325469"/>
              <a:ext cx="20565" cy="34275"/>
            </a:xfrm>
            <a:custGeom>
              <a:avLst/>
              <a:gdLst>
                <a:gd name="T0" fmla="*/ 8 w 8"/>
                <a:gd name="T1" fmla="*/ 7 h 14"/>
                <a:gd name="T2" fmla="*/ 3 w 8"/>
                <a:gd name="T3" fmla="*/ 14 h 14"/>
                <a:gd name="T4" fmla="*/ 0 w 8"/>
                <a:gd name="T5" fmla="*/ 6 h 14"/>
                <a:gd name="T6" fmla="*/ 3 w 8"/>
                <a:gd name="T7" fmla="*/ 0 h 14"/>
                <a:gd name="T8" fmla="*/ 8 w 8"/>
                <a:gd name="T9" fmla="*/ 7 h 14"/>
              </a:gdLst>
              <a:ahLst/>
              <a:cxnLst>
                <a:cxn ang="0">
                  <a:pos x="T0" y="T1"/>
                </a:cxn>
                <a:cxn ang="0">
                  <a:pos x="T2" y="T3"/>
                </a:cxn>
                <a:cxn ang="0">
                  <a:pos x="T4" y="T5"/>
                </a:cxn>
                <a:cxn ang="0">
                  <a:pos x="T6" y="T7"/>
                </a:cxn>
                <a:cxn ang="0">
                  <a:pos x="T8" y="T9"/>
                </a:cxn>
              </a:cxnLst>
              <a:rect l="0" t="0" r="r" b="b"/>
              <a:pathLst>
                <a:path w="8" h="14">
                  <a:moveTo>
                    <a:pt x="8" y="7"/>
                  </a:moveTo>
                  <a:cubicBezTo>
                    <a:pt x="5" y="11"/>
                    <a:pt x="4" y="14"/>
                    <a:pt x="3" y="14"/>
                  </a:cubicBezTo>
                  <a:cubicBezTo>
                    <a:pt x="2" y="13"/>
                    <a:pt x="1" y="9"/>
                    <a:pt x="0" y="6"/>
                  </a:cubicBezTo>
                  <a:cubicBezTo>
                    <a:pt x="1" y="4"/>
                    <a:pt x="2" y="0"/>
                    <a:pt x="3" y="0"/>
                  </a:cubicBezTo>
                  <a:cubicBezTo>
                    <a:pt x="4" y="0"/>
                    <a:pt x="6" y="4"/>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4" name="Freeform 3028">
              <a:extLst>
                <a:ext uri="{FF2B5EF4-FFF2-40B4-BE49-F238E27FC236}">
                  <a16:creationId xmlns:a16="http://schemas.microsoft.com/office/drawing/2014/main" id="{6D860066-6D2A-19F9-8E1D-2F98618448DC}"/>
                </a:ext>
              </a:extLst>
            </p:cNvPr>
            <p:cNvSpPr>
              <a:spLocks/>
            </p:cNvSpPr>
            <p:nvPr/>
          </p:nvSpPr>
          <p:spPr bwMode="auto">
            <a:xfrm rot="5094805">
              <a:off x="2255341" y="3523431"/>
              <a:ext cx="15995" cy="34275"/>
            </a:xfrm>
            <a:custGeom>
              <a:avLst/>
              <a:gdLst>
                <a:gd name="T0" fmla="*/ 7 w 7"/>
                <a:gd name="T1" fmla="*/ 6 h 14"/>
                <a:gd name="T2" fmla="*/ 5 w 7"/>
                <a:gd name="T3" fmla="*/ 14 h 14"/>
                <a:gd name="T4" fmla="*/ 1 w 7"/>
                <a:gd name="T5" fmla="*/ 9 h 14"/>
                <a:gd name="T6" fmla="*/ 2 w 7"/>
                <a:gd name="T7" fmla="*/ 1 h 14"/>
                <a:gd name="T8" fmla="*/ 7 w 7"/>
                <a:gd name="T9" fmla="*/ 6 h 14"/>
              </a:gdLst>
              <a:ahLst/>
              <a:cxnLst>
                <a:cxn ang="0">
                  <a:pos x="T0" y="T1"/>
                </a:cxn>
                <a:cxn ang="0">
                  <a:pos x="T2" y="T3"/>
                </a:cxn>
                <a:cxn ang="0">
                  <a:pos x="T4" y="T5"/>
                </a:cxn>
                <a:cxn ang="0">
                  <a:pos x="T6" y="T7"/>
                </a:cxn>
                <a:cxn ang="0">
                  <a:pos x="T8" y="T9"/>
                </a:cxn>
              </a:cxnLst>
              <a:rect l="0" t="0" r="r" b="b"/>
              <a:pathLst>
                <a:path w="7" h="14">
                  <a:moveTo>
                    <a:pt x="7" y="6"/>
                  </a:moveTo>
                  <a:cubicBezTo>
                    <a:pt x="6" y="9"/>
                    <a:pt x="6" y="14"/>
                    <a:pt x="5" y="14"/>
                  </a:cubicBezTo>
                  <a:cubicBezTo>
                    <a:pt x="4" y="14"/>
                    <a:pt x="1" y="11"/>
                    <a:pt x="1" y="9"/>
                  </a:cubicBezTo>
                  <a:cubicBezTo>
                    <a:pt x="0" y="7"/>
                    <a:pt x="1" y="2"/>
                    <a:pt x="2" y="1"/>
                  </a:cubicBezTo>
                  <a:cubicBezTo>
                    <a:pt x="3" y="0"/>
                    <a:pt x="5" y="4"/>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5" name="Freeform 3029">
              <a:extLst>
                <a:ext uri="{FF2B5EF4-FFF2-40B4-BE49-F238E27FC236}">
                  <a16:creationId xmlns:a16="http://schemas.microsoft.com/office/drawing/2014/main" id="{62805554-F1DD-60C4-041F-48F34AAB0D07}"/>
                </a:ext>
              </a:extLst>
            </p:cNvPr>
            <p:cNvSpPr>
              <a:spLocks/>
            </p:cNvSpPr>
            <p:nvPr/>
          </p:nvSpPr>
          <p:spPr bwMode="auto">
            <a:xfrm rot="5094805">
              <a:off x="2274192" y="3724459"/>
              <a:ext cx="22850" cy="29705"/>
            </a:xfrm>
            <a:custGeom>
              <a:avLst/>
              <a:gdLst>
                <a:gd name="T0" fmla="*/ 9 w 9"/>
                <a:gd name="T1" fmla="*/ 7 h 12"/>
                <a:gd name="T2" fmla="*/ 4 w 9"/>
                <a:gd name="T3" fmla="*/ 12 h 12"/>
                <a:gd name="T4" fmla="*/ 0 w 9"/>
                <a:gd name="T5" fmla="*/ 7 h 12"/>
                <a:gd name="T6" fmla="*/ 2 w 9"/>
                <a:gd name="T7" fmla="*/ 0 h 12"/>
                <a:gd name="T8" fmla="*/ 9 w 9"/>
                <a:gd name="T9" fmla="*/ 7 h 12"/>
              </a:gdLst>
              <a:ahLst/>
              <a:cxnLst>
                <a:cxn ang="0">
                  <a:pos x="T0" y="T1"/>
                </a:cxn>
                <a:cxn ang="0">
                  <a:pos x="T2" y="T3"/>
                </a:cxn>
                <a:cxn ang="0">
                  <a:pos x="T4" y="T5"/>
                </a:cxn>
                <a:cxn ang="0">
                  <a:pos x="T6" y="T7"/>
                </a:cxn>
                <a:cxn ang="0">
                  <a:pos x="T8" y="T9"/>
                </a:cxn>
              </a:cxnLst>
              <a:rect l="0" t="0" r="r" b="b"/>
              <a:pathLst>
                <a:path w="9" h="12">
                  <a:moveTo>
                    <a:pt x="9" y="7"/>
                  </a:moveTo>
                  <a:cubicBezTo>
                    <a:pt x="6" y="10"/>
                    <a:pt x="5" y="12"/>
                    <a:pt x="4" y="12"/>
                  </a:cubicBezTo>
                  <a:cubicBezTo>
                    <a:pt x="3" y="12"/>
                    <a:pt x="1" y="9"/>
                    <a:pt x="0" y="7"/>
                  </a:cubicBezTo>
                  <a:cubicBezTo>
                    <a:pt x="1" y="5"/>
                    <a:pt x="1" y="1"/>
                    <a:pt x="2" y="0"/>
                  </a:cubicBezTo>
                  <a:cubicBezTo>
                    <a:pt x="3" y="0"/>
                    <a:pt x="5" y="3"/>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6" name="Freeform 3030">
              <a:extLst>
                <a:ext uri="{FF2B5EF4-FFF2-40B4-BE49-F238E27FC236}">
                  <a16:creationId xmlns:a16="http://schemas.microsoft.com/office/drawing/2014/main" id="{412D5BB4-4CFE-89BF-F5F9-6770C25EF093}"/>
                </a:ext>
              </a:extLst>
            </p:cNvPr>
            <p:cNvSpPr>
              <a:spLocks/>
            </p:cNvSpPr>
            <p:nvPr/>
          </p:nvSpPr>
          <p:spPr bwMode="auto">
            <a:xfrm rot="5094805">
              <a:off x="2333227" y="3911059"/>
              <a:ext cx="15995" cy="29705"/>
            </a:xfrm>
            <a:custGeom>
              <a:avLst/>
              <a:gdLst>
                <a:gd name="T0" fmla="*/ 6 w 6"/>
                <a:gd name="T1" fmla="*/ 4 h 12"/>
                <a:gd name="T2" fmla="*/ 4 w 6"/>
                <a:gd name="T3" fmla="*/ 12 h 12"/>
                <a:gd name="T4" fmla="*/ 0 w 6"/>
                <a:gd name="T5" fmla="*/ 8 h 12"/>
                <a:gd name="T6" fmla="*/ 2 w 6"/>
                <a:gd name="T7" fmla="*/ 1 h 12"/>
                <a:gd name="T8" fmla="*/ 6 w 6"/>
                <a:gd name="T9" fmla="*/ 4 h 12"/>
              </a:gdLst>
              <a:ahLst/>
              <a:cxnLst>
                <a:cxn ang="0">
                  <a:pos x="T0" y="T1"/>
                </a:cxn>
                <a:cxn ang="0">
                  <a:pos x="T2" y="T3"/>
                </a:cxn>
                <a:cxn ang="0">
                  <a:pos x="T4" y="T5"/>
                </a:cxn>
                <a:cxn ang="0">
                  <a:pos x="T6" y="T7"/>
                </a:cxn>
                <a:cxn ang="0">
                  <a:pos x="T8" y="T9"/>
                </a:cxn>
              </a:cxnLst>
              <a:rect l="0" t="0" r="r" b="b"/>
              <a:pathLst>
                <a:path w="6" h="12">
                  <a:moveTo>
                    <a:pt x="6" y="4"/>
                  </a:moveTo>
                  <a:cubicBezTo>
                    <a:pt x="5" y="8"/>
                    <a:pt x="5" y="12"/>
                    <a:pt x="4" y="12"/>
                  </a:cubicBezTo>
                  <a:cubicBezTo>
                    <a:pt x="3" y="12"/>
                    <a:pt x="1" y="10"/>
                    <a:pt x="0" y="8"/>
                  </a:cubicBezTo>
                  <a:cubicBezTo>
                    <a:pt x="0" y="7"/>
                    <a:pt x="1" y="2"/>
                    <a:pt x="2" y="1"/>
                  </a:cubicBezTo>
                  <a:cubicBezTo>
                    <a:pt x="3" y="0"/>
                    <a:pt x="4"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7" name="Freeform 3031">
              <a:extLst>
                <a:ext uri="{FF2B5EF4-FFF2-40B4-BE49-F238E27FC236}">
                  <a16:creationId xmlns:a16="http://schemas.microsoft.com/office/drawing/2014/main" id="{28E074BC-17C9-1CAC-2D1E-C7189E6767DF}"/>
                </a:ext>
              </a:extLst>
            </p:cNvPr>
            <p:cNvSpPr>
              <a:spLocks/>
            </p:cNvSpPr>
            <p:nvPr/>
          </p:nvSpPr>
          <p:spPr bwMode="auto">
            <a:xfrm rot="5094805">
              <a:off x="2136682" y="1179266"/>
              <a:ext cx="13710" cy="20565"/>
            </a:xfrm>
            <a:custGeom>
              <a:avLst/>
              <a:gdLst>
                <a:gd name="T0" fmla="*/ 3 w 6"/>
                <a:gd name="T1" fmla="*/ 0 h 8"/>
                <a:gd name="T2" fmla="*/ 6 w 6"/>
                <a:gd name="T3" fmla="*/ 5 h 8"/>
                <a:gd name="T4" fmla="*/ 4 w 6"/>
                <a:gd name="T5" fmla="*/ 8 h 8"/>
                <a:gd name="T6" fmla="*/ 1 w 6"/>
                <a:gd name="T7" fmla="*/ 5 h 8"/>
                <a:gd name="T8" fmla="*/ 3 w 6"/>
                <a:gd name="T9" fmla="*/ 0 h 8"/>
              </a:gdLst>
              <a:ahLst/>
              <a:cxnLst>
                <a:cxn ang="0">
                  <a:pos x="T0" y="T1"/>
                </a:cxn>
                <a:cxn ang="0">
                  <a:pos x="T2" y="T3"/>
                </a:cxn>
                <a:cxn ang="0">
                  <a:pos x="T4" y="T5"/>
                </a:cxn>
                <a:cxn ang="0">
                  <a:pos x="T6" y="T7"/>
                </a:cxn>
                <a:cxn ang="0">
                  <a:pos x="T8" y="T9"/>
                </a:cxn>
              </a:cxnLst>
              <a:rect l="0" t="0" r="r" b="b"/>
              <a:pathLst>
                <a:path w="6" h="8">
                  <a:moveTo>
                    <a:pt x="3" y="0"/>
                  </a:moveTo>
                  <a:cubicBezTo>
                    <a:pt x="4" y="2"/>
                    <a:pt x="6" y="4"/>
                    <a:pt x="6" y="5"/>
                  </a:cubicBezTo>
                  <a:cubicBezTo>
                    <a:pt x="6" y="6"/>
                    <a:pt x="5" y="8"/>
                    <a:pt x="4" y="8"/>
                  </a:cubicBezTo>
                  <a:cubicBezTo>
                    <a:pt x="3" y="8"/>
                    <a:pt x="1" y="6"/>
                    <a:pt x="1" y="5"/>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8" name="Freeform 3032">
              <a:extLst>
                <a:ext uri="{FF2B5EF4-FFF2-40B4-BE49-F238E27FC236}">
                  <a16:creationId xmlns:a16="http://schemas.microsoft.com/office/drawing/2014/main" id="{FBEC0AC4-78E2-56F6-C73D-38775C5682AC}"/>
                </a:ext>
              </a:extLst>
            </p:cNvPr>
            <p:cNvSpPr>
              <a:spLocks/>
            </p:cNvSpPr>
            <p:nvPr/>
          </p:nvSpPr>
          <p:spPr bwMode="auto">
            <a:xfrm rot="5094805">
              <a:off x="2131044" y="989356"/>
              <a:ext cx="13710" cy="15995"/>
            </a:xfrm>
            <a:custGeom>
              <a:avLst/>
              <a:gdLst>
                <a:gd name="T0" fmla="*/ 3 w 6"/>
                <a:gd name="T1" fmla="*/ 6 h 6"/>
                <a:gd name="T2" fmla="*/ 0 w 6"/>
                <a:gd name="T3" fmla="*/ 2 h 6"/>
                <a:gd name="T4" fmla="*/ 3 w 6"/>
                <a:gd name="T5" fmla="*/ 0 h 6"/>
                <a:gd name="T6" fmla="*/ 5 w 6"/>
                <a:gd name="T7" fmla="*/ 3 h 6"/>
                <a:gd name="T8" fmla="*/ 3 w 6"/>
                <a:gd name="T9" fmla="*/ 6 h 6"/>
              </a:gdLst>
              <a:ahLst/>
              <a:cxnLst>
                <a:cxn ang="0">
                  <a:pos x="T0" y="T1"/>
                </a:cxn>
                <a:cxn ang="0">
                  <a:pos x="T2" y="T3"/>
                </a:cxn>
                <a:cxn ang="0">
                  <a:pos x="T4" y="T5"/>
                </a:cxn>
                <a:cxn ang="0">
                  <a:pos x="T6" y="T7"/>
                </a:cxn>
                <a:cxn ang="0">
                  <a:pos x="T8" y="T9"/>
                </a:cxn>
              </a:cxnLst>
              <a:rect l="0" t="0" r="r" b="b"/>
              <a:pathLst>
                <a:path w="6" h="6">
                  <a:moveTo>
                    <a:pt x="3" y="6"/>
                  </a:moveTo>
                  <a:cubicBezTo>
                    <a:pt x="2" y="4"/>
                    <a:pt x="0" y="3"/>
                    <a:pt x="0" y="2"/>
                  </a:cubicBezTo>
                  <a:cubicBezTo>
                    <a:pt x="0" y="1"/>
                    <a:pt x="2" y="0"/>
                    <a:pt x="3" y="0"/>
                  </a:cubicBezTo>
                  <a:cubicBezTo>
                    <a:pt x="4" y="1"/>
                    <a:pt x="5" y="2"/>
                    <a:pt x="5" y="3"/>
                  </a:cubicBezTo>
                  <a:cubicBezTo>
                    <a:pt x="6" y="4"/>
                    <a:pt x="4" y="5"/>
                    <a:pt x="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9" name="Freeform 3033">
              <a:extLst>
                <a:ext uri="{FF2B5EF4-FFF2-40B4-BE49-F238E27FC236}">
                  <a16:creationId xmlns:a16="http://schemas.microsoft.com/office/drawing/2014/main" id="{7DCED197-D9D3-DEF6-C0D0-85B219C2154C}"/>
                </a:ext>
              </a:extLst>
            </p:cNvPr>
            <p:cNvSpPr>
              <a:spLocks/>
            </p:cNvSpPr>
            <p:nvPr/>
          </p:nvSpPr>
          <p:spPr bwMode="auto">
            <a:xfrm rot="5094805">
              <a:off x="2124251" y="800285"/>
              <a:ext cx="22850" cy="9140"/>
            </a:xfrm>
            <a:custGeom>
              <a:avLst/>
              <a:gdLst>
                <a:gd name="T0" fmla="*/ 9 w 9"/>
                <a:gd name="T1" fmla="*/ 2 h 4"/>
                <a:gd name="T2" fmla="*/ 4 w 9"/>
                <a:gd name="T3" fmla="*/ 3 h 4"/>
                <a:gd name="T4" fmla="*/ 0 w 9"/>
                <a:gd name="T5" fmla="*/ 2 h 4"/>
                <a:gd name="T6" fmla="*/ 3 w 9"/>
                <a:gd name="T7" fmla="*/ 0 h 4"/>
                <a:gd name="T8" fmla="*/ 9 w 9"/>
                <a:gd name="T9" fmla="*/ 2 h 4"/>
              </a:gdLst>
              <a:ahLst/>
              <a:cxnLst>
                <a:cxn ang="0">
                  <a:pos x="T0" y="T1"/>
                </a:cxn>
                <a:cxn ang="0">
                  <a:pos x="T2" y="T3"/>
                </a:cxn>
                <a:cxn ang="0">
                  <a:pos x="T4" y="T5"/>
                </a:cxn>
                <a:cxn ang="0">
                  <a:pos x="T6" y="T7"/>
                </a:cxn>
                <a:cxn ang="0">
                  <a:pos x="T8" y="T9"/>
                </a:cxn>
              </a:cxnLst>
              <a:rect l="0" t="0" r="r" b="b"/>
              <a:pathLst>
                <a:path w="9" h="4">
                  <a:moveTo>
                    <a:pt x="9" y="2"/>
                  </a:moveTo>
                  <a:cubicBezTo>
                    <a:pt x="6" y="3"/>
                    <a:pt x="5" y="4"/>
                    <a:pt x="4" y="3"/>
                  </a:cubicBezTo>
                  <a:cubicBezTo>
                    <a:pt x="3" y="3"/>
                    <a:pt x="1" y="2"/>
                    <a:pt x="0" y="2"/>
                  </a:cubicBezTo>
                  <a:cubicBezTo>
                    <a:pt x="1" y="1"/>
                    <a:pt x="1" y="0"/>
                    <a:pt x="3" y="0"/>
                  </a:cubicBezTo>
                  <a:cubicBezTo>
                    <a:pt x="3" y="0"/>
                    <a:pt x="5" y="1"/>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0" name="Freeform 3034">
              <a:extLst>
                <a:ext uri="{FF2B5EF4-FFF2-40B4-BE49-F238E27FC236}">
                  <a16:creationId xmlns:a16="http://schemas.microsoft.com/office/drawing/2014/main" id="{14B7768D-354C-567B-B1B9-CAC7ED77D71C}"/>
                </a:ext>
              </a:extLst>
            </p:cNvPr>
            <p:cNvSpPr>
              <a:spLocks/>
            </p:cNvSpPr>
            <p:nvPr/>
          </p:nvSpPr>
          <p:spPr bwMode="auto">
            <a:xfrm rot="5094805">
              <a:off x="2121543" y="602602"/>
              <a:ext cx="11425" cy="9140"/>
            </a:xfrm>
            <a:custGeom>
              <a:avLst/>
              <a:gdLst>
                <a:gd name="T0" fmla="*/ 1 w 5"/>
                <a:gd name="T1" fmla="*/ 0 h 3"/>
                <a:gd name="T2" fmla="*/ 5 w 5"/>
                <a:gd name="T3" fmla="*/ 1 h 3"/>
                <a:gd name="T4" fmla="*/ 3 w 5"/>
                <a:gd name="T5" fmla="*/ 3 h 3"/>
                <a:gd name="T6" fmla="*/ 0 w 5"/>
                <a:gd name="T7" fmla="*/ 2 h 3"/>
                <a:gd name="T8" fmla="*/ 1 w 5"/>
                <a:gd name="T9" fmla="*/ 0 h 3"/>
              </a:gdLst>
              <a:ahLst/>
              <a:cxnLst>
                <a:cxn ang="0">
                  <a:pos x="T0" y="T1"/>
                </a:cxn>
                <a:cxn ang="0">
                  <a:pos x="T2" y="T3"/>
                </a:cxn>
                <a:cxn ang="0">
                  <a:pos x="T4" y="T5"/>
                </a:cxn>
                <a:cxn ang="0">
                  <a:pos x="T6" y="T7"/>
                </a:cxn>
                <a:cxn ang="0">
                  <a:pos x="T8" y="T9"/>
                </a:cxn>
              </a:cxnLst>
              <a:rect l="0" t="0" r="r" b="b"/>
              <a:pathLst>
                <a:path w="5" h="3">
                  <a:moveTo>
                    <a:pt x="1" y="0"/>
                  </a:moveTo>
                  <a:cubicBezTo>
                    <a:pt x="3" y="1"/>
                    <a:pt x="5" y="1"/>
                    <a:pt x="5" y="1"/>
                  </a:cubicBezTo>
                  <a:cubicBezTo>
                    <a:pt x="5" y="2"/>
                    <a:pt x="4" y="2"/>
                    <a:pt x="3" y="3"/>
                  </a:cubicBezTo>
                  <a:cubicBezTo>
                    <a:pt x="2" y="2"/>
                    <a:pt x="0" y="2"/>
                    <a:pt x="0" y="2"/>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1" name="Freeform 3035">
              <a:extLst>
                <a:ext uri="{FF2B5EF4-FFF2-40B4-BE49-F238E27FC236}">
                  <a16:creationId xmlns:a16="http://schemas.microsoft.com/office/drawing/2014/main" id="{D7CA8C72-A573-7EF5-297D-2E19CD91C6EC}"/>
                </a:ext>
              </a:extLst>
            </p:cNvPr>
            <p:cNvSpPr>
              <a:spLocks/>
            </p:cNvSpPr>
            <p:nvPr/>
          </p:nvSpPr>
          <p:spPr bwMode="auto">
            <a:xfrm rot="5094805">
              <a:off x="2097592" y="414216"/>
              <a:ext cx="13710" cy="2285"/>
            </a:xfrm>
            <a:custGeom>
              <a:avLst/>
              <a:gdLst>
                <a:gd name="T0" fmla="*/ 3 w 6"/>
                <a:gd name="T1" fmla="*/ 0 h 1"/>
                <a:gd name="T2" fmla="*/ 6 w 6"/>
                <a:gd name="T3" fmla="*/ 0 h 1"/>
                <a:gd name="T4" fmla="*/ 4 w 6"/>
                <a:gd name="T5" fmla="*/ 1 h 1"/>
                <a:gd name="T6" fmla="*/ 0 w 6"/>
                <a:gd name="T7" fmla="*/ 1 h 1"/>
                <a:gd name="T8" fmla="*/ 3 w 6"/>
                <a:gd name="T9" fmla="*/ 0 h 1"/>
              </a:gdLst>
              <a:ahLst/>
              <a:cxnLst>
                <a:cxn ang="0">
                  <a:pos x="T0" y="T1"/>
                </a:cxn>
                <a:cxn ang="0">
                  <a:pos x="T2" y="T3"/>
                </a:cxn>
                <a:cxn ang="0">
                  <a:pos x="T4" y="T5"/>
                </a:cxn>
                <a:cxn ang="0">
                  <a:pos x="T6" y="T7"/>
                </a:cxn>
                <a:cxn ang="0">
                  <a:pos x="T8" y="T9"/>
                </a:cxn>
              </a:cxnLst>
              <a:rect l="0" t="0" r="r" b="b"/>
              <a:pathLst>
                <a:path w="6" h="1">
                  <a:moveTo>
                    <a:pt x="3" y="0"/>
                  </a:moveTo>
                  <a:cubicBezTo>
                    <a:pt x="4" y="0"/>
                    <a:pt x="6" y="0"/>
                    <a:pt x="6" y="0"/>
                  </a:cubicBezTo>
                  <a:cubicBezTo>
                    <a:pt x="6" y="1"/>
                    <a:pt x="4" y="1"/>
                    <a:pt x="4" y="1"/>
                  </a:cubicBezTo>
                  <a:cubicBezTo>
                    <a:pt x="2" y="1"/>
                    <a:pt x="1" y="1"/>
                    <a:pt x="0" y="1"/>
                  </a:cubicBezTo>
                  <a:cubicBezTo>
                    <a:pt x="0" y="1"/>
                    <a:pt x="2"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2" name="Freeform 3036">
              <a:extLst>
                <a:ext uri="{FF2B5EF4-FFF2-40B4-BE49-F238E27FC236}">
                  <a16:creationId xmlns:a16="http://schemas.microsoft.com/office/drawing/2014/main" id="{76E88DEF-A7B9-9C6B-C28D-A8D1B5A56B75}"/>
                </a:ext>
              </a:extLst>
            </p:cNvPr>
            <p:cNvSpPr>
              <a:spLocks/>
            </p:cNvSpPr>
            <p:nvPr/>
          </p:nvSpPr>
          <p:spPr bwMode="auto">
            <a:xfrm rot="5094805">
              <a:off x="2052309" y="226295"/>
              <a:ext cx="22850" cy="4570"/>
            </a:xfrm>
            <a:custGeom>
              <a:avLst/>
              <a:gdLst>
                <a:gd name="T0" fmla="*/ 9 w 9"/>
                <a:gd name="T1" fmla="*/ 0 h 1"/>
                <a:gd name="T2" fmla="*/ 4 w 9"/>
                <a:gd name="T3" fmla="*/ 1 h 1"/>
                <a:gd name="T4" fmla="*/ 0 w 9"/>
                <a:gd name="T5" fmla="*/ 1 h 1"/>
                <a:gd name="T6" fmla="*/ 3 w 9"/>
                <a:gd name="T7" fmla="*/ 1 h 1"/>
                <a:gd name="T8" fmla="*/ 9 w 9"/>
                <a:gd name="T9" fmla="*/ 0 h 1"/>
              </a:gdLst>
              <a:ahLst/>
              <a:cxnLst>
                <a:cxn ang="0">
                  <a:pos x="T0" y="T1"/>
                </a:cxn>
                <a:cxn ang="0">
                  <a:pos x="T2" y="T3"/>
                </a:cxn>
                <a:cxn ang="0">
                  <a:pos x="T4" y="T5"/>
                </a:cxn>
                <a:cxn ang="0">
                  <a:pos x="T6" y="T7"/>
                </a:cxn>
                <a:cxn ang="0">
                  <a:pos x="T8" y="T9"/>
                </a:cxn>
              </a:cxnLst>
              <a:rect l="0" t="0" r="r" b="b"/>
              <a:pathLst>
                <a:path w="9" h="1">
                  <a:moveTo>
                    <a:pt x="9" y="0"/>
                  </a:moveTo>
                  <a:cubicBezTo>
                    <a:pt x="6" y="0"/>
                    <a:pt x="5" y="1"/>
                    <a:pt x="4" y="1"/>
                  </a:cubicBezTo>
                  <a:cubicBezTo>
                    <a:pt x="3" y="1"/>
                    <a:pt x="2" y="1"/>
                    <a:pt x="0" y="1"/>
                  </a:cubicBezTo>
                  <a:cubicBezTo>
                    <a:pt x="1" y="1"/>
                    <a:pt x="2" y="1"/>
                    <a:pt x="3" y="1"/>
                  </a:cubicBezTo>
                  <a:cubicBezTo>
                    <a:pt x="4" y="0"/>
                    <a:pt x="5"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3" name="Freeform 3037">
              <a:extLst>
                <a:ext uri="{FF2B5EF4-FFF2-40B4-BE49-F238E27FC236}">
                  <a16:creationId xmlns:a16="http://schemas.microsoft.com/office/drawing/2014/main" id="{B9362A88-9E79-C823-8301-F2D6D5A5661E}"/>
                </a:ext>
              </a:extLst>
            </p:cNvPr>
            <p:cNvSpPr>
              <a:spLocks/>
            </p:cNvSpPr>
            <p:nvPr/>
          </p:nvSpPr>
          <p:spPr bwMode="auto">
            <a:xfrm rot="5094805">
              <a:off x="1986271" y="38634"/>
              <a:ext cx="15995" cy="4570"/>
            </a:xfrm>
            <a:custGeom>
              <a:avLst/>
              <a:gdLst>
                <a:gd name="T0" fmla="*/ 6 w 6"/>
                <a:gd name="T1" fmla="*/ 0 h 2"/>
                <a:gd name="T2" fmla="*/ 4 w 6"/>
                <a:gd name="T3" fmla="*/ 1 h 2"/>
                <a:gd name="T4" fmla="*/ 0 w 6"/>
                <a:gd name="T5" fmla="*/ 2 h 2"/>
                <a:gd name="T6" fmla="*/ 2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5" y="1"/>
                    <a:pt x="5" y="1"/>
                    <a:pt x="4" y="1"/>
                  </a:cubicBezTo>
                  <a:cubicBezTo>
                    <a:pt x="3" y="2"/>
                    <a:pt x="1" y="2"/>
                    <a:pt x="0" y="2"/>
                  </a:cubicBezTo>
                  <a:cubicBezTo>
                    <a:pt x="0" y="2"/>
                    <a:pt x="1" y="2"/>
                    <a:pt x="2" y="1"/>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4" name="Freeform 3058">
              <a:extLst>
                <a:ext uri="{FF2B5EF4-FFF2-40B4-BE49-F238E27FC236}">
                  <a16:creationId xmlns:a16="http://schemas.microsoft.com/office/drawing/2014/main" id="{545C7CC2-0616-EC77-2742-076AB205E65F}"/>
                </a:ext>
              </a:extLst>
            </p:cNvPr>
            <p:cNvSpPr>
              <a:spLocks/>
            </p:cNvSpPr>
            <p:nvPr/>
          </p:nvSpPr>
          <p:spPr bwMode="auto">
            <a:xfrm rot="5094805">
              <a:off x="3225512" y="6754169"/>
              <a:ext cx="15995" cy="11425"/>
            </a:xfrm>
            <a:custGeom>
              <a:avLst/>
              <a:gdLst>
                <a:gd name="T0" fmla="*/ 7 w 7"/>
                <a:gd name="T1" fmla="*/ 0 h 4"/>
                <a:gd name="T2" fmla="*/ 4 w 7"/>
                <a:gd name="T3" fmla="*/ 3 h 4"/>
                <a:gd name="T4" fmla="*/ 1 w 7"/>
                <a:gd name="T5" fmla="*/ 3 h 4"/>
                <a:gd name="T6" fmla="*/ 2 w 7"/>
                <a:gd name="T7" fmla="*/ 0 h 4"/>
                <a:gd name="T8" fmla="*/ 7 w 7"/>
                <a:gd name="T9" fmla="*/ 0 h 4"/>
              </a:gdLst>
              <a:ahLst/>
              <a:cxnLst>
                <a:cxn ang="0">
                  <a:pos x="T0" y="T1"/>
                </a:cxn>
                <a:cxn ang="0">
                  <a:pos x="T2" y="T3"/>
                </a:cxn>
                <a:cxn ang="0">
                  <a:pos x="T4" y="T5"/>
                </a:cxn>
                <a:cxn ang="0">
                  <a:pos x="T6" y="T7"/>
                </a:cxn>
                <a:cxn ang="0">
                  <a:pos x="T8" y="T9"/>
                </a:cxn>
              </a:cxnLst>
              <a:rect l="0" t="0" r="r" b="b"/>
              <a:pathLst>
                <a:path w="7" h="4">
                  <a:moveTo>
                    <a:pt x="7" y="0"/>
                  </a:moveTo>
                  <a:cubicBezTo>
                    <a:pt x="6" y="1"/>
                    <a:pt x="5" y="3"/>
                    <a:pt x="4" y="3"/>
                  </a:cubicBezTo>
                  <a:cubicBezTo>
                    <a:pt x="3" y="4"/>
                    <a:pt x="1" y="4"/>
                    <a:pt x="1" y="3"/>
                  </a:cubicBezTo>
                  <a:cubicBezTo>
                    <a:pt x="0" y="3"/>
                    <a:pt x="1" y="1"/>
                    <a:pt x="2" y="0"/>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5" name="Freeform 3059">
              <a:extLst>
                <a:ext uri="{FF2B5EF4-FFF2-40B4-BE49-F238E27FC236}">
                  <a16:creationId xmlns:a16="http://schemas.microsoft.com/office/drawing/2014/main" id="{8635DB9B-8440-1996-CDEA-B32FD7208DEC}"/>
                </a:ext>
              </a:extLst>
            </p:cNvPr>
            <p:cNvSpPr>
              <a:spLocks/>
            </p:cNvSpPr>
            <p:nvPr/>
          </p:nvSpPr>
          <p:spPr bwMode="auto">
            <a:xfrm rot="5094805">
              <a:off x="2398146" y="4100369"/>
              <a:ext cx="13710" cy="27420"/>
            </a:xfrm>
            <a:custGeom>
              <a:avLst/>
              <a:gdLst>
                <a:gd name="T0" fmla="*/ 0 w 6"/>
                <a:gd name="T1" fmla="*/ 5 h 11"/>
                <a:gd name="T2" fmla="*/ 3 w 6"/>
                <a:gd name="T3" fmla="*/ 0 h 11"/>
                <a:gd name="T4" fmla="*/ 6 w 6"/>
                <a:gd name="T5" fmla="*/ 6 h 11"/>
                <a:gd name="T6" fmla="*/ 3 w 6"/>
                <a:gd name="T7" fmla="*/ 11 h 11"/>
                <a:gd name="T8" fmla="*/ 0 w 6"/>
                <a:gd name="T9" fmla="*/ 5 h 11"/>
              </a:gdLst>
              <a:ahLst/>
              <a:cxnLst>
                <a:cxn ang="0">
                  <a:pos x="T0" y="T1"/>
                </a:cxn>
                <a:cxn ang="0">
                  <a:pos x="T2" y="T3"/>
                </a:cxn>
                <a:cxn ang="0">
                  <a:pos x="T4" y="T5"/>
                </a:cxn>
                <a:cxn ang="0">
                  <a:pos x="T6" y="T7"/>
                </a:cxn>
                <a:cxn ang="0">
                  <a:pos x="T8" y="T9"/>
                </a:cxn>
              </a:cxnLst>
              <a:rect l="0" t="0" r="r" b="b"/>
              <a:pathLst>
                <a:path w="6" h="11">
                  <a:moveTo>
                    <a:pt x="0" y="5"/>
                  </a:moveTo>
                  <a:cubicBezTo>
                    <a:pt x="1" y="3"/>
                    <a:pt x="2" y="0"/>
                    <a:pt x="3" y="0"/>
                  </a:cubicBezTo>
                  <a:cubicBezTo>
                    <a:pt x="4" y="1"/>
                    <a:pt x="6" y="4"/>
                    <a:pt x="6" y="6"/>
                  </a:cubicBezTo>
                  <a:cubicBezTo>
                    <a:pt x="6" y="8"/>
                    <a:pt x="4" y="11"/>
                    <a:pt x="3" y="11"/>
                  </a:cubicBezTo>
                  <a:cubicBezTo>
                    <a:pt x="2" y="11"/>
                    <a:pt x="1"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6" name="Freeform 3060">
              <a:extLst>
                <a:ext uri="{FF2B5EF4-FFF2-40B4-BE49-F238E27FC236}">
                  <a16:creationId xmlns:a16="http://schemas.microsoft.com/office/drawing/2014/main" id="{BA5D3608-FC8C-9D45-41CD-5B65747A585B}"/>
                </a:ext>
              </a:extLst>
            </p:cNvPr>
            <p:cNvSpPr>
              <a:spLocks/>
            </p:cNvSpPr>
            <p:nvPr/>
          </p:nvSpPr>
          <p:spPr bwMode="auto">
            <a:xfrm rot="5094805">
              <a:off x="2465437" y="4291655"/>
              <a:ext cx="13710" cy="22850"/>
            </a:xfrm>
            <a:custGeom>
              <a:avLst/>
              <a:gdLst>
                <a:gd name="T0" fmla="*/ 6 w 6"/>
                <a:gd name="T1" fmla="*/ 3 h 10"/>
                <a:gd name="T2" fmla="*/ 4 w 6"/>
                <a:gd name="T3" fmla="*/ 9 h 10"/>
                <a:gd name="T4" fmla="*/ 0 w 6"/>
                <a:gd name="T5" fmla="*/ 7 h 10"/>
                <a:gd name="T6" fmla="*/ 2 w 6"/>
                <a:gd name="T7" fmla="*/ 1 h 10"/>
                <a:gd name="T8" fmla="*/ 6 w 6"/>
                <a:gd name="T9" fmla="*/ 3 h 10"/>
              </a:gdLst>
              <a:ahLst/>
              <a:cxnLst>
                <a:cxn ang="0">
                  <a:pos x="T0" y="T1"/>
                </a:cxn>
                <a:cxn ang="0">
                  <a:pos x="T2" y="T3"/>
                </a:cxn>
                <a:cxn ang="0">
                  <a:pos x="T4" y="T5"/>
                </a:cxn>
                <a:cxn ang="0">
                  <a:pos x="T6" y="T7"/>
                </a:cxn>
                <a:cxn ang="0">
                  <a:pos x="T8" y="T9"/>
                </a:cxn>
              </a:cxnLst>
              <a:rect l="0" t="0" r="r" b="b"/>
              <a:pathLst>
                <a:path w="6" h="10">
                  <a:moveTo>
                    <a:pt x="6" y="3"/>
                  </a:moveTo>
                  <a:cubicBezTo>
                    <a:pt x="5" y="6"/>
                    <a:pt x="5" y="9"/>
                    <a:pt x="4" y="9"/>
                  </a:cubicBezTo>
                  <a:cubicBezTo>
                    <a:pt x="3" y="10"/>
                    <a:pt x="1" y="8"/>
                    <a:pt x="0" y="7"/>
                  </a:cubicBezTo>
                  <a:cubicBezTo>
                    <a:pt x="0" y="5"/>
                    <a:pt x="1" y="2"/>
                    <a:pt x="2" y="1"/>
                  </a:cubicBezTo>
                  <a:cubicBezTo>
                    <a:pt x="3" y="0"/>
                    <a:pt x="4" y="2"/>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7" name="Freeform 3061">
              <a:extLst>
                <a:ext uri="{FF2B5EF4-FFF2-40B4-BE49-F238E27FC236}">
                  <a16:creationId xmlns:a16="http://schemas.microsoft.com/office/drawing/2014/main" id="{CB5BBAB9-EC55-1ED0-98F2-B7EF508A2DF7}"/>
                </a:ext>
              </a:extLst>
            </p:cNvPr>
            <p:cNvSpPr>
              <a:spLocks/>
            </p:cNvSpPr>
            <p:nvPr/>
          </p:nvSpPr>
          <p:spPr bwMode="auto">
            <a:xfrm rot="5094805">
              <a:off x="2529500" y="4483973"/>
              <a:ext cx="22850" cy="20565"/>
            </a:xfrm>
            <a:custGeom>
              <a:avLst/>
              <a:gdLst>
                <a:gd name="T0" fmla="*/ 9 w 9"/>
                <a:gd name="T1" fmla="*/ 3 h 8"/>
                <a:gd name="T2" fmla="*/ 4 w 9"/>
                <a:gd name="T3" fmla="*/ 8 h 8"/>
                <a:gd name="T4" fmla="*/ 0 w 9"/>
                <a:gd name="T5" fmla="*/ 5 h 8"/>
                <a:gd name="T6" fmla="*/ 2 w 9"/>
                <a:gd name="T7" fmla="*/ 0 h 8"/>
                <a:gd name="T8" fmla="*/ 9 w 9"/>
                <a:gd name="T9" fmla="*/ 3 h 8"/>
              </a:gdLst>
              <a:ahLst/>
              <a:cxnLst>
                <a:cxn ang="0">
                  <a:pos x="T0" y="T1"/>
                </a:cxn>
                <a:cxn ang="0">
                  <a:pos x="T2" y="T3"/>
                </a:cxn>
                <a:cxn ang="0">
                  <a:pos x="T4" y="T5"/>
                </a:cxn>
                <a:cxn ang="0">
                  <a:pos x="T6" y="T7"/>
                </a:cxn>
                <a:cxn ang="0">
                  <a:pos x="T8" y="T9"/>
                </a:cxn>
              </a:cxnLst>
              <a:rect l="0" t="0" r="r" b="b"/>
              <a:pathLst>
                <a:path w="9" h="8">
                  <a:moveTo>
                    <a:pt x="9" y="3"/>
                  </a:moveTo>
                  <a:cubicBezTo>
                    <a:pt x="6" y="6"/>
                    <a:pt x="5" y="8"/>
                    <a:pt x="4" y="8"/>
                  </a:cubicBezTo>
                  <a:cubicBezTo>
                    <a:pt x="3" y="8"/>
                    <a:pt x="1" y="6"/>
                    <a:pt x="0" y="5"/>
                  </a:cubicBezTo>
                  <a:cubicBezTo>
                    <a:pt x="1" y="3"/>
                    <a:pt x="1" y="1"/>
                    <a:pt x="2" y="0"/>
                  </a:cubicBezTo>
                  <a:cubicBezTo>
                    <a:pt x="3" y="0"/>
                    <a:pt x="5" y="1"/>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8" name="Freeform 3062">
              <a:extLst>
                <a:ext uri="{FF2B5EF4-FFF2-40B4-BE49-F238E27FC236}">
                  <a16:creationId xmlns:a16="http://schemas.microsoft.com/office/drawing/2014/main" id="{B49EAC03-5798-56DA-F218-E3D658AC3949}"/>
                </a:ext>
              </a:extLst>
            </p:cNvPr>
            <p:cNvSpPr>
              <a:spLocks/>
            </p:cNvSpPr>
            <p:nvPr/>
          </p:nvSpPr>
          <p:spPr bwMode="auto">
            <a:xfrm rot="5094805">
              <a:off x="2604370" y="4669261"/>
              <a:ext cx="13710" cy="18280"/>
            </a:xfrm>
            <a:custGeom>
              <a:avLst/>
              <a:gdLst>
                <a:gd name="T0" fmla="*/ 0 w 6"/>
                <a:gd name="T1" fmla="*/ 4 h 7"/>
                <a:gd name="T2" fmla="*/ 4 w 6"/>
                <a:gd name="T3" fmla="*/ 0 h 7"/>
                <a:gd name="T4" fmla="*/ 6 w 6"/>
                <a:gd name="T5" fmla="*/ 4 h 7"/>
                <a:gd name="T6" fmla="*/ 3 w 6"/>
                <a:gd name="T7" fmla="*/ 7 h 7"/>
                <a:gd name="T8" fmla="*/ 0 w 6"/>
                <a:gd name="T9" fmla="*/ 4 h 7"/>
              </a:gdLst>
              <a:ahLst/>
              <a:cxnLst>
                <a:cxn ang="0">
                  <a:pos x="T0" y="T1"/>
                </a:cxn>
                <a:cxn ang="0">
                  <a:pos x="T2" y="T3"/>
                </a:cxn>
                <a:cxn ang="0">
                  <a:pos x="T4" y="T5"/>
                </a:cxn>
                <a:cxn ang="0">
                  <a:pos x="T6" y="T7"/>
                </a:cxn>
                <a:cxn ang="0">
                  <a:pos x="T8" y="T9"/>
                </a:cxn>
              </a:cxnLst>
              <a:rect l="0" t="0" r="r" b="b"/>
              <a:pathLst>
                <a:path w="6" h="7">
                  <a:moveTo>
                    <a:pt x="0" y="4"/>
                  </a:moveTo>
                  <a:cubicBezTo>
                    <a:pt x="1" y="2"/>
                    <a:pt x="3" y="0"/>
                    <a:pt x="4" y="0"/>
                  </a:cubicBezTo>
                  <a:cubicBezTo>
                    <a:pt x="5" y="0"/>
                    <a:pt x="6" y="3"/>
                    <a:pt x="6" y="4"/>
                  </a:cubicBezTo>
                  <a:cubicBezTo>
                    <a:pt x="6" y="5"/>
                    <a:pt x="4" y="7"/>
                    <a:pt x="3" y="7"/>
                  </a:cubicBezTo>
                  <a:cubicBezTo>
                    <a:pt x="2" y="7"/>
                    <a:pt x="1"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9" name="Freeform 3063">
              <a:extLst>
                <a:ext uri="{FF2B5EF4-FFF2-40B4-BE49-F238E27FC236}">
                  <a16:creationId xmlns:a16="http://schemas.microsoft.com/office/drawing/2014/main" id="{29432A7D-F639-BCEC-D310-55E45825F1F9}"/>
                </a:ext>
              </a:extLst>
            </p:cNvPr>
            <p:cNvSpPr>
              <a:spLocks/>
            </p:cNvSpPr>
            <p:nvPr/>
          </p:nvSpPr>
          <p:spPr bwMode="auto">
            <a:xfrm rot="5094805">
              <a:off x="2671565" y="4858368"/>
              <a:ext cx="11425" cy="15995"/>
            </a:xfrm>
            <a:custGeom>
              <a:avLst/>
              <a:gdLst>
                <a:gd name="T0" fmla="*/ 2 w 5"/>
                <a:gd name="T1" fmla="*/ 0 h 7"/>
                <a:gd name="T2" fmla="*/ 5 w 5"/>
                <a:gd name="T3" fmla="*/ 3 h 7"/>
                <a:gd name="T4" fmla="*/ 4 w 5"/>
                <a:gd name="T5" fmla="*/ 7 h 7"/>
                <a:gd name="T6" fmla="*/ 0 w 5"/>
                <a:gd name="T7" fmla="*/ 5 h 7"/>
                <a:gd name="T8" fmla="*/ 2 w 5"/>
                <a:gd name="T9" fmla="*/ 0 h 7"/>
              </a:gdLst>
              <a:ahLst/>
              <a:cxnLst>
                <a:cxn ang="0">
                  <a:pos x="T0" y="T1"/>
                </a:cxn>
                <a:cxn ang="0">
                  <a:pos x="T2" y="T3"/>
                </a:cxn>
                <a:cxn ang="0">
                  <a:pos x="T4" y="T5"/>
                </a:cxn>
                <a:cxn ang="0">
                  <a:pos x="T6" y="T7"/>
                </a:cxn>
                <a:cxn ang="0">
                  <a:pos x="T8" y="T9"/>
                </a:cxn>
              </a:cxnLst>
              <a:rect l="0" t="0" r="r" b="b"/>
              <a:pathLst>
                <a:path w="5" h="7">
                  <a:moveTo>
                    <a:pt x="2" y="0"/>
                  </a:moveTo>
                  <a:cubicBezTo>
                    <a:pt x="3" y="1"/>
                    <a:pt x="5" y="2"/>
                    <a:pt x="5" y="3"/>
                  </a:cubicBezTo>
                  <a:cubicBezTo>
                    <a:pt x="5" y="4"/>
                    <a:pt x="4" y="5"/>
                    <a:pt x="4" y="7"/>
                  </a:cubicBezTo>
                  <a:cubicBezTo>
                    <a:pt x="2" y="6"/>
                    <a:pt x="1" y="6"/>
                    <a:pt x="0" y="5"/>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0" name="Freeform 3064">
              <a:extLst>
                <a:ext uri="{FF2B5EF4-FFF2-40B4-BE49-F238E27FC236}">
                  <a16:creationId xmlns:a16="http://schemas.microsoft.com/office/drawing/2014/main" id="{5ABDF6CE-DF8E-6EFD-2CDE-70816EEA9DB3}"/>
                </a:ext>
              </a:extLst>
            </p:cNvPr>
            <p:cNvSpPr>
              <a:spLocks/>
            </p:cNvSpPr>
            <p:nvPr/>
          </p:nvSpPr>
          <p:spPr bwMode="auto">
            <a:xfrm rot="5094805">
              <a:off x="2729637" y="5047880"/>
              <a:ext cx="18280" cy="13710"/>
            </a:xfrm>
            <a:custGeom>
              <a:avLst/>
              <a:gdLst>
                <a:gd name="T0" fmla="*/ 0 w 7"/>
                <a:gd name="T1" fmla="*/ 3 h 5"/>
                <a:gd name="T2" fmla="*/ 4 w 7"/>
                <a:gd name="T3" fmla="*/ 0 h 5"/>
                <a:gd name="T4" fmla="*/ 7 w 7"/>
                <a:gd name="T5" fmla="*/ 2 h 5"/>
                <a:gd name="T6" fmla="*/ 4 w 7"/>
                <a:gd name="T7" fmla="*/ 5 h 5"/>
                <a:gd name="T8" fmla="*/ 0 w 7"/>
                <a:gd name="T9" fmla="*/ 3 h 5"/>
              </a:gdLst>
              <a:ahLst/>
              <a:cxnLst>
                <a:cxn ang="0">
                  <a:pos x="T0" y="T1"/>
                </a:cxn>
                <a:cxn ang="0">
                  <a:pos x="T2" y="T3"/>
                </a:cxn>
                <a:cxn ang="0">
                  <a:pos x="T4" y="T5"/>
                </a:cxn>
                <a:cxn ang="0">
                  <a:pos x="T6" y="T7"/>
                </a:cxn>
                <a:cxn ang="0">
                  <a:pos x="T8" y="T9"/>
                </a:cxn>
              </a:cxnLst>
              <a:rect l="0" t="0" r="r" b="b"/>
              <a:pathLst>
                <a:path w="7" h="5">
                  <a:moveTo>
                    <a:pt x="0" y="3"/>
                  </a:moveTo>
                  <a:cubicBezTo>
                    <a:pt x="2" y="2"/>
                    <a:pt x="3" y="0"/>
                    <a:pt x="4" y="0"/>
                  </a:cubicBezTo>
                  <a:cubicBezTo>
                    <a:pt x="5" y="0"/>
                    <a:pt x="7" y="2"/>
                    <a:pt x="7" y="2"/>
                  </a:cubicBezTo>
                  <a:cubicBezTo>
                    <a:pt x="7" y="3"/>
                    <a:pt x="5" y="5"/>
                    <a:pt x="4" y="5"/>
                  </a:cubicBezTo>
                  <a:cubicBezTo>
                    <a:pt x="3" y="5"/>
                    <a:pt x="2" y="4"/>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1" name="Freeform 3065">
              <a:extLst>
                <a:ext uri="{FF2B5EF4-FFF2-40B4-BE49-F238E27FC236}">
                  <a16:creationId xmlns:a16="http://schemas.microsoft.com/office/drawing/2014/main" id="{B606BF95-3872-0B67-C2A1-3FD5318E7667}"/>
                </a:ext>
              </a:extLst>
            </p:cNvPr>
            <p:cNvSpPr>
              <a:spLocks/>
            </p:cNvSpPr>
            <p:nvPr/>
          </p:nvSpPr>
          <p:spPr bwMode="auto">
            <a:xfrm rot="5094805">
              <a:off x="2788230" y="5244529"/>
              <a:ext cx="18280" cy="9140"/>
            </a:xfrm>
            <a:custGeom>
              <a:avLst/>
              <a:gdLst>
                <a:gd name="T0" fmla="*/ 8 w 8"/>
                <a:gd name="T1" fmla="*/ 1 h 4"/>
                <a:gd name="T2" fmla="*/ 3 w 8"/>
                <a:gd name="T3" fmla="*/ 4 h 4"/>
                <a:gd name="T4" fmla="*/ 0 w 8"/>
                <a:gd name="T5" fmla="*/ 3 h 4"/>
                <a:gd name="T6" fmla="*/ 3 w 8"/>
                <a:gd name="T7" fmla="*/ 0 h 4"/>
                <a:gd name="T8" fmla="*/ 8 w 8"/>
                <a:gd name="T9" fmla="*/ 1 h 4"/>
              </a:gdLst>
              <a:ahLst/>
              <a:cxnLst>
                <a:cxn ang="0">
                  <a:pos x="T0" y="T1"/>
                </a:cxn>
                <a:cxn ang="0">
                  <a:pos x="T2" y="T3"/>
                </a:cxn>
                <a:cxn ang="0">
                  <a:pos x="T4" y="T5"/>
                </a:cxn>
                <a:cxn ang="0">
                  <a:pos x="T6" y="T7"/>
                </a:cxn>
                <a:cxn ang="0">
                  <a:pos x="T8" y="T9"/>
                </a:cxn>
              </a:cxnLst>
              <a:rect l="0" t="0" r="r" b="b"/>
              <a:pathLst>
                <a:path w="8" h="4">
                  <a:moveTo>
                    <a:pt x="8" y="1"/>
                  </a:moveTo>
                  <a:cubicBezTo>
                    <a:pt x="5" y="3"/>
                    <a:pt x="4" y="4"/>
                    <a:pt x="3" y="4"/>
                  </a:cubicBezTo>
                  <a:cubicBezTo>
                    <a:pt x="2" y="4"/>
                    <a:pt x="1" y="3"/>
                    <a:pt x="0" y="3"/>
                  </a:cubicBezTo>
                  <a:cubicBezTo>
                    <a:pt x="1" y="2"/>
                    <a:pt x="1" y="1"/>
                    <a:pt x="3" y="0"/>
                  </a:cubicBezTo>
                  <a:cubicBezTo>
                    <a:pt x="4" y="0"/>
                    <a:pt x="5" y="1"/>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2" name="Freeform 3066">
              <a:extLst>
                <a:ext uri="{FF2B5EF4-FFF2-40B4-BE49-F238E27FC236}">
                  <a16:creationId xmlns:a16="http://schemas.microsoft.com/office/drawing/2014/main" id="{9579B073-25B4-6FA9-DCB3-38F09B49EABE}"/>
                </a:ext>
              </a:extLst>
            </p:cNvPr>
            <p:cNvSpPr>
              <a:spLocks/>
            </p:cNvSpPr>
            <p:nvPr/>
          </p:nvSpPr>
          <p:spPr bwMode="auto">
            <a:xfrm rot="5094805">
              <a:off x="2841566" y="5432575"/>
              <a:ext cx="15995" cy="6855"/>
            </a:xfrm>
            <a:custGeom>
              <a:avLst/>
              <a:gdLst>
                <a:gd name="T0" fmla="*/ 7 w 7"/>
                <a:gd name="T1" fmla="*/ 1 h 3"/>
                <a:gd name="T2" fmla="*/ 4 w 7"/>
                <a:gd name="T3" fmla="*/ 3 h 3"/>
                <a:gd name="T4" fmla="*/ 1 w 7"/>
                <a:gd name="T5" fmla="*/ 3 h 3"/>
                <a:gd name="T6" fmla="*/ 2 w 7"/>
                <a:gd name="T7" fmla="*/ 1 h 3"/>
                <a:gd name="T8" fmla="*/ 7 w 7"/>
                <a:gd name="T9" fmla="*/ 1 h 3"/>
              </a:gdLst>
              <a:ahLst/>
              <a:cxnLst>
                <a:cxn ang="0">
                  <a:pos x="T0" y="T1"/>
                </a:cxn>
                <a:cxn ang="0">
                  <a:pos x="T2" y="T3"/>
                </a:cxn>
                <a:cxn ang="0">
                  <a:pos x="T4" y="T5"/>
                </a:cxn>
                <a:cxn ang="0">
                  <a:pos x="T6" y="T7"/>
                </a:cxn>
                <a:cxn ang="0">
                  <a:pos x="T8" y="T9"/>
                </a:cxn>
              </a:cxnLst>
              <a:rect l="0" t="0" r="r" b="b"/>
              <a:pathLst>
                <a:path w="7" h="3">
                  <a:moveTo>
                    <a:pt x="7" y="1"/>
                  </a:moveTo>
                  <a:cubicBezTo>
                    <a:pt x="6" y="2"/>
                    <a:pt x="5" y="3"/>
                    <a:pt x="4" y="3"/>
                  </a:cubicBezTo>
                  <a:cubicBezTo>
                    <a:pt x="3" y="3"/>
                    <a:pt x="1" y="3"/>
                    <a:pt x="1" y="3"/>
                  </a:cubicBezTo>
                  <a:cubicBezTo>
                    <a:pt x="0" y="2"/>
                    <a:pt x="1" y="1"/>
                    <a:pt x="2" y="1"/>
                  </a:cubicBezTo>
                  <a:cubicBezTo>
                    <a:pt x="3" y="0"/>
                    <a:pt x="5" y="1"/>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3" name="Freeform 3067">
              <a:extLst>
                <a:ext uri="{FF2B5EF4-FFF2-40B4-BE49-F238E27FC236}">
                  <a16:creationId xmlns:a16="http://schemas.microsoft.com/office/drawing/2014/main" id="{D30378E0-7DCC-232E-43F8-AAF73E3341FB}"/>
                </a:ext>
              </a:extLst>
            </p:cNvPr>
            <p:cNvSpPr>
              <a:spLocks/>
            </p:cNvSpPr>
            <p:nvPr/>
          </p:nvSpPr>
          <p:spPr bwMode="auto">
            <a:xfrm rot="5094805">
              <a:off x="2885154" y="5626919"/>
              <a:ext cx="20565" cy="4570"/>
            </a:xfrm>
            <a:custGeom>
              <a:avLst/>
              <a:gdLst>
                <a:gd name="T0" fmla="*/ 8 w 8"/>
                <a:gd name="T1" fmla="*/ 0 h 2"/>
                <a:gd name="T2" fmla="*/ 3 w 8"/>
                <a:gd name="T3" fmla="*/ 2 h 2"/>
                <a:gd name="T4" fmla="*/ 0 w 8"/>
                <a:gd name="T5" fmla="*/ 1 h 2"/>
                <a:gd name="T6" fmla="*/ 3 w 8"/>
                <a:gd name="T7" fmla="*/ 0 h 2"/>
                <a:gd name="T8" fmla="*/ 8 w 8"/>
                <a:gd name="T9" fmla="*/ 0 h 2"/>
              </a:gdLst>
              <a:ahLst/>
              <a:cxnLst>
                <a:cxn ang="0">
                  <a:pos x="T0" y="T1"/>
                </a:cxn>
                <a:cxn ang="0">
                  <a:pos x="T2" y="T3"/>
                </a:cxn>
                <a:cxn ang="0">
                  <a:pos x="T4" y="T5"/>
                </a:cxn>
                <a:cxn ang="0">
                  <a:pos x="T6" y="T7"/>
                </a:cxn>
                <a:cxn ang="0">
                  <a:pos x="T8" y="T9"/>
                </a:cxn>
              </a:cxnLst>
              <a:rect l="0" t="0" r="r" b="b"/>
              <a:pathLst>
                <a:path w="8" h="2">
                  <a:moveTo>
                    <a:pt x="8" y="0"/>
                  </a:moveTo>
                  <a:cubicBezTo>
                    <a:pt x="5" y="1"/>
                    <a:pt x="4" y="2"/>
                    <a:pt x="3" y="2"/>
                  </a:cubicBezTo>
                  <a:cubicBezTo>
                    <a:pt x="2" y="2"/>
                    <a:pt x="1" y="2"/>
                    <a:pt x="0" y="1"/>
                  </a:cubicBezTo>
                  <a:cubicBezTo>
                    <a:pt x="1" y="1"/>
                    <a:pt x="2" y="0"/>
                    <a:pt x="3" y="0"/>
                  </a:cubicBezTo>
                  <a:cubicBezTo>
                    <a:pt x="4" y="0"/>
                    <a:pt x="5"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4" name="Freeform 3068">
              <a:extLst>
                <a:ext uri="{FF2B5EF4-FFF2-40B4-BE49-F238E27FC236}">
                  <a16:creationId xmlns:a16="http://schemas.microsoft.com/office/drawing/2014/main" id="{E38CEEA7-01B1-EAD0-7B60-E0D58172AC03}"/>
                </a:ext>
              </a:extLst>
            </p:cNvPr>
            <p:cNvSpPr>
              <a:spLocks/>
            </p:cNvSpPr>
            <p:nvPr/>
          </p:nvSpPr>
          <p:spPr bwMode="auto">
            <a:xfrm rot="5094805">
              <a:off x="2929289" y="5813597"/>
              <a:ext cx="15995" cy="4570"/>
            </a:xfrm>
            <a:custGeom>
              <a:avLst/>
              <a:gdLst>
                <a:gd name="T0" fmla="*/ 0 w 6"/>
                <a:gd name="T1" fmla="*/ 2 h 2"/>
                <a:gd name="T2" fmla="*/ 4 w 6"/>
                <a:gd name="T3" fmla="*/ 0 h 2"/>
                <a:gd name="T4" fmla="*/ 6 w 6"/>
                <a:gd name="T5" fmla="*/ 1 h 2"/>
                <a:gd name="T6" fmla="*/ 3 w 6"/>
                <a:gd name="T7" fmla="*/ 2 h 2"/>
                <a:gd name="T8" fmla="*/ 0 w 6"/>
                <a:gd name="T9" fmla="*/ 2 h 2"/>
              </a:gdLst>
              <a:ahLst/>
              <a:cxnLst>
                <a:cxn ang="0">
                  <a:pos x="T0" y="T1"/>
                </a:cxn>
                <a:cxn ang="0">
                  <a:pos x="T2" y="T3"/>
                </a:cxn>
                <a:cxn ang="0">
                  <a:pos x="T4" y="T5"/>
                </a:cxn>
                <a:cxn ang="0">
                  <a:pos x="T6" y="T7"/>
                </a:cxn>
                <a:cxn ang="0">
                  <a:pos x="T8" y="T9"/>
                </a:cxn>
              </a:cxnLst>
              <a:rect l="0" t="0" r="r" b="b"/>
              <a:pathLst>
                <a:path w="6" h="2">
                  <a:moveTo>
                    <a:pt x="0" y="2"/>
                  </a:moveTo>
                  <a:cubicBezTo>
                    <a:pt x="1" y="1"/>
                    <a:pt x="3" y="0"/>
                    <a:pt x="4" y="0"/>
                  </a:cubicBezTo>
                  <a:cubicBezTo>
                    <a:pt x="5" y="0"/>
                    <a:pt x="6" y="1"/>
                    <a:pt x="6" y="1"/>
                  </a:cubicBezTo>
                  <a:cubicBezTo>
                    <a:pt x="6" y="2"/>
                    <a:pt x="4" y="2"/>
                    <a:pt x="3" y="2"/>
                  </a:cubicBezTo>
                  <a:cubicBezTo>
                    <a:pt x="2" y="2"/>
                    <a:pt x="1"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5" name="Freeform 3069">
              <a:extLst>
                <a:ext uri="{FF2B5EF4-FFF2-40B4-BE49-F238E27FC236}">
                  <a16:creationId xmlns:a16="http://schemas.microsoft.com/office/drawing/2014/main" id="{2CE88FA2-D38B-A633-6BF4-D28B2B1AC594}"/>
                </a:ext>
              </a:extLst>
            </p:cNvPr>
            <p:cNvSpPr>
              <a:spLocks/>
            </p:cNvSpPr>
            <p:nvPr/>
          </p:nvSpPr>
          <p:spPr bwMode="auto">
            <a:xfrm rot="5094805">
              <a:off x="2962644" y="6007913"/>
              <a:ext cx="15995" cy="4570"/>
            </a:xfrm>
            <a:custGeom>
              <a:avLst/>
              <a:gdLst>
                <a:gd name="T0" fmla="*/ 7 w 7"/>
                <a:gd name="T1" fmla="*/ 1 h 2"/>
                <a:gd name="T2" fmla="*/ 3 w 7"/>
                <a:gd name="T3" fmla="*/ 2 h 2"/>
                <a:gd name="T4" fmla="*/ 1 w 7"/>
                <a:gd name="T5" fmla="*/ 1 h 2"/>
                <a:gd name="T6" fmla="*/ 4 w 7"/>
                <a:gd name="T7" fmla="*/ 0 h 2"/>
                <a:gd name="T8" fmla="*/ 7 w 7"/>
                <a:gd name="T9" fmla="*/ 1 h 2"/>
              </a:gdLst>
              <a:ahLst/>
              <a:cxnLst>
                <a:cxn ang="0">
                  <a:pos x="T0" y="T1"/>
                </a:cxn>
                <a:cxn ang="0">
                  <a:pos x="T2" y="T3"/>
                </a:cxn>
                <a:cxn ang="0">
                  <a:pos x="T4" y="T5"/>
                </a:cxn>
                <a:cxn ang="0">
                  <a:pos x="T6" y="T7"/>
                </a:cxn>
                <a:cxn ang="0">
                  <a:pos x="T8" y="T9"/>
                </a:cxn>
              </a:cxnLst>
              <a:rect l="0" t="0" r="r" b="b"/>
              <a:pathLst>
                <a:path w="7" h="2">
                  <a:moveTo>
                    <a:pt x="7" y="1"/>
                  </a:moveTo>
                  <a:cubicBezTo>
                    <a:pt x="5" y="1"/>
                    <a:pt x="4" y="2"/>
                    <a:pt x="3" y="2"/>
                  </a:cubicBezTo>
                  <a:cubicBezTo>
                    <a:pt x="2" y="2"/>
                    <a:pt x="0" y="1"/>
                    <a:pt x="1" y="1"/>
                  </a:cubicBezTo>
                  <a:cubicBezTo>
                    <a:pt x="1" y="0"/>
                    <a:pt x="3" y="0"/>
                    <a:pt x="4" y="0"/>
                  </a:cubicBezTo>
                  <a:cubicBezTo>
                    <a:pt x="5" y="0"/>
                    <a:pt x="5" y="0"/>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6" name="Freeform 3070">
              <a:extLst>
                <a:ext uri="{FF2B5EF4-FFF2-40B4-BE49-F238E27FC236}">
                  <a16:creationId xmlns:a16="http://schemas.microsoft.com/office/drawing/2014/main" id="{2130B2A5-EDC7-BE69-B558-7B593BC63487}"/>
                </a:ext>
              </a:extLst>
            </p:cNvPr>
            <p:cNvSpPr>
              <a:spLocks/>
            </p:cNvSpPr>
            <p:nvPr/>
          </p:nvSpPr>
          <p:spPr bwMode="auto">
            <a:xfrm rot="5094805">
              <a:off x="3000541" y="6201621"/>
              <a:ext cx="20565" cy="4570"/>
            </a:xfrm>
            <a:custGeom>
              <a:avLst/>
              <a:gdLst>
                <a:gd name="T0" fmla="*/ 8 w 8"/>
                <a:gd name="T1" fmla="*/ 0 h 2"/>
                <a:gd name="T2" fmla="*/ 3 w 8"/>
                <a:gd name="T3" fmla="*/ 2 h 2"/>
                <a:gd name="T4" fmla="*/ 0 w 8"/>
                <a:gd name="T5" fmla="*/ 1 h 2"/>
                <a:gd name="T6" fmla="*/ 3 w 8"/>
                <a:gd name="T7" fmla="*/ 0 h 2"/>
                <a:gd name="T8" fmla="*/ 8 w 8"/>
                <a:gd name="T9" fmla="*/ 0 h 2"/>
              </a:gdLst>
              <a:ahLst/>
              <a:cxnLst>
                <a:cxn ang="0">
                  <a:pos x="T0" y="T1"/>
                </a:cxn>
                <a:cxn ang="0">
                  <a:pos x="T2" y="T3"/>
                </a:cxn>
                <a:cxn ang="0">
                  <a:pos x="T4" y="T5"/>
                </a:cxn>
                <a:cxn ang="0">
                  <a:pos x="T6" y="T7"/>
                </a:cxn>
                <a:cxn ang="0">
                  <a:pos x="T8" y="T9"/>
                </a:cxn>
              </a:cxnLst>
              <a:rect l="0" t="0" r="r" b="b"/>
              <a:pathLst>
                <a:path w="8" h="2">
                  <a:moveTo>
                    <a:pt x="8" y="0"/>
                  </a:moveTo>
                  <a:cubicBezTo>
                    <a:pt x="5" y="1"/>
                    <a:pt x="4" y="2"/>
                    <a:pt x="3" y="2"/>
                  </a:cubicBezTo>
                  <a:cubicBezTo>
                    <a:pt x="2" y="2"/>
                    <a:pt x="1" y="1"/>
                    <a:pt x="0" y="1"/>
                  </a:cubicBezTo>
                  <a:cubicBezTo>
                    <a:pt x="1" y="1"/>
                    <a:pt x="2" y="0"/>
                    <a:pt x="3" y="0"/>
                  </a:cubicBezTo>
                  <a:cubicBezTo>
                    <a:pt x="4" y="0"/>
                    <a:pt x="5"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7" name="Freeform 3071">
              <a:extLst>
                <a:ext uri="{FF2B5EF4-FFF2-40B4-BE49-F238E27FC236}">
                  <a16:creationId xmlns:a16="http://schemas.microsoft.com/office/drawing/2014/main" id="{FA174FD0-2E00-B3ED-AD00-FE5033D91AAA}"/>
                </a:ext>
              </a:extLst>
            </p:cNvPr>
            <p:cNvSpPr>
              <a:spLocks/>
            </p:cNvSpPr>
            <p:nvPr/>
          </p:nvSpPr>
          <p:spPr bwMode="auto">
            <a:xfrm rot="5094805">
              <a:off x="3059471" y="6385840"/>
              <a:ext cx="15995" cy="6855"/>
            </a:xfrm>
            <a:custGeom>
              <a:avLst/>
              <a:gdLst>
                <a:gd name="T0" fmla="*/ 2 w 6"/>
                <a:gd name="T1" fmla="*/ 0 h 3"/>
                <a:gd name="T2" fmla="*/ 6 w 6"/>
                <a:gd name="T3" fmla="*/ 1 h 3"/>
                <a:gd name="T4" fmla="*/ 3 w 6"/>
                <a:gd name="T5" fmla="*/ 3 h 3"/>
                <a:gd name="T6" fmla="*/ 0 w 6"/>
                <a:gd name="T7" fmla="*/ 2 h 3"/>
                <a:gd name="T8" fmla="*/ 2 w 6"/>
                <a:gd name="T9" fmla="*/ 0 h 3"/>
              </a:gdLst>
              <a:ahLst/>
              <a:cxnLst>
                <a:cxn ang="0">
                  <a:pos x="T0" y="T1"/>
                </a:cxn>
                <a:cxn ang="0">
                  <a:pos x="T2" y="T3"/>
                </a:cxn>
                <a:cxn ang="0">
                  <a:pos x="T4" y="T5"/>
                </a:cxn>
                <a:cxn ang="0">
                  <a:pos x="T6" y="T7"/>
                </a:cxn>
                <a:cxn ang="0">
                  <a:pos x="T8" y="T9"/>
                </a:cxn>
              </a:cxnLst>
              <a:rect l="0" t="0" r="r" b="b"/>
              <a:pathLst>
                <a:path w="6" h="3">
                  <a:moveTo>
                    <a:pt x="2" y="0"/>
                  </a:moveTo>
                  <a:cubicBezTo>
                    <a:pt x="4" y="0"/>
                    <a:pt x="6" y="1"/>
                    <a:pt x="6" y="1"/>
                  </a:cubicBezTo>
                  <a:cubicBezTo>
                    <a:pt x="6" y="1"/>
                    <a:pt x="4" y="3"/>
                    <a:pt x="3" y="3"/>
                  </a:cubicBezTo>
                  <a:cubicBezTo>
                    <a:pt x="2" y="3"/>
                    <a:pt x="0" y="3"/>
                    <a:pt x="0" y="2"/>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8" name="Freeform 3072">
              <a:extLst>
                <a:ext uri="{FF2B5EF4-FFF2-40B4-BE49-F238E27FC236}">
                  <a16:creationId xmlns:a16="http://schemas.microsoft.com/office/drawing/2014/main" id="{F125134B-2A6F-DCFA-935E-8BE3A86F8CFA}"/>
                </a:ext>
              </a:extLst>
            </p:cNvPr>
            <p:cNvSpPr>
              <a:spLocks/>
            </p:cNvSpPr>
            <p:nvPr/>
          </p:nvSpPr>
          <p:spPr bwMode="auto">
            <a:xfrm rot="5094805">
              <a:off x="3135672" y="6571957"/>
              <a:ext cx="11425" cy="6855"/>
            </a:xfrm>
            <a:custGeom>
              <a:avLst/>
              <a:gdLst>
                <a:gd name="T0" fmla="*/ 2 w 5"/>
                <a:gd name="T1" fmla="*/ 0 h 3"/>
                <a:gd name="T2" fmla="*/ 5 w 5"/>
                <a:gd name="T3" fmla="*/ 0 h 3"/>
                <a:gd name="T4" fmla="*/ 4 w 5"/>
                <a:gd name="T5" fmla="*/ 3 h 3"/>
                <a:gd name="T6" fmla="*/ 0 w 5"/>
                <a:gd name="T7" fmla="*/ 3 h 3"/>
                <a:gd name="T8" fmla="*/ 2 w 5"/>
                <a:gd name="T9" fmla="*/ 0 h 3"/>
              </a:gdLst>
              <a:ahLst/>
              <a:cxnLst>
                <a:cxn ang="0">
                  <a:pos x="T0" y="T1"/>
                </a:cxn>
                <a:cxn ang="0">
                  <a:pos x="T2" y="T3"/>
                </a:cxn>
                <a:cxn ang="0">
                  <a:pos x="T4" y="T5"/>
                </a:cxn>
                <a:cxn ang="0">
                  <a:pos x="T6" y="T7"/>
                </a:cxn>
                <a:cxn ang="0">
                  <a:pos x="T8" y="T9"/>
                </a:cxn>
              </a:cxnLst>
              <a:rect l="0" t="0" r="r" b="b"/>
              <a:pathLst>
                <a:path w="5" h="3">
                  <a:moveTo>
                    <a:pt x="2" y="0"/>
                  </a:moveTo>
                  <a:cubicBezTo>
                    <a:pt x="3" y="0"/>
                    <a:pt x="5" y="0"/>
                    <a:pt x="5" y="0"/>
                  </a:cubicBezTo>
                  <a:cubicBezTo>
                    <a:pt x="5" y="1"/>
                    <a:pt x="4" y="2"/>
                    <a:pt x="4" y="3"/>
                  </a:cubicBezTo>
                  <a:cubicBezTo>
                    <a:pt x="2" y="3"/>
                    <a:pt x="1" y="3"/>
                    <a:pt x="0" y="3"/>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9" name="Freeform 3073">
              <a:extLst>
                <a:ext uri="{FF2B5EF4-FFF2-40B4-BE49-F238E27FC236}">
                  <a16:creationId xmlns:a16="http://schemas.microsoft.com/office/drawing/2014/main" id="{6BFFFEBC-0704-7D13-4C9D-2D50FEA3FF28}"/>
                </a:ext>
              </a:extLst>
            </p:cNvPr>
            <p:cNvSpPr>
              <a:spLocks/>
            </p:cNvSpPr>
            <p:nvPr/>
          </p:nvSpPr>
          <p:spPr bwMode="auto">
            <a:xfrm rot="5094805">
              <a:off x="2292010" y="1247927"/>
              <a:ext cx="15995" cy="22850"/>
            </a:xfrm>
            <a:custGeom>
              <a:avLst/>
              <a:gdLst>
                <a:gd name="T0" fmla="*/ 7 w 7"/>
                <a:gd name="T1" fmla="*/ 4 h 9"/>
                <a:gd name="T2" fmla="*/ 4 w 7"/>
                <a:gd name="T3" fmla="*/ 9 h 9"/>
                <a:gd name="T4" fmla="*/ 0 w 7"/>
                <a:gd name="T5" fmla="*/ 6 h 9"/>
                <a:gd name="T6" fmla="*/ 2 w 7"/>
                <a:gd name="T7" fmla="*/ 1 h 9"/>
                <a:gd name="T8" fmla="*/ 7 w 7"/>
                <a:gd name="T9" fmla="*/ 4 h 9"/>
              </a:gdLst>
              <a:ahLst/>
              <a:cxnLst>
                <a:cxn ang="0">
                  <a:pos x="T0" y="T1"/>
                </a:cxn>
                <a:cxn ang="0">
                  <a:pos x="T2" y="T3"/>
                </a:cxn>
                <a:cxn ang="0">
                  <a:pos x="T4" y="T5"/>
                </a:cxn>
                <a:cxn ang="0">
                  <a:pos x="T6" y="T7"/>
                </a:cxn>
                <a:cxn ang="0">
                  <a:pos x="T8" y="T9"/>
                </a:cxn>
              </a:cxnLst>
              <a:rect l="0" t="0" r="r" b="b"/>
              <a:pathLst>
                <a:path w="7" h="9">
                  <a:moveTo>
                    <a:pt x="7" y="4"/>
                  </a:moveTo>
                  <a:cubicBezTo>
                    <a:pt x="5" y="6"/>
                    <a:pt x="5" y="9"/>
                    <a:pt x="4" y="9"/>
                  </a:cubicBezTo>
                  <a:cubicBezTo>
                    <a:pt x="3" y="9"/>
                    <a:pt x="2" y="7"/>
                    <a:pt x="0" y="6"/>
                  </a:cubicBezTo>
                  <a:cubicBezTo>
                    <a:pt x="1" y="4"/>
                    <a:pt x="1" y="1"/>
                    <a:pt x="2" y="1"/>
                  </a:cubicBezTo>
                  <a:cubicBezTo>
                    <a:pt x="3" y="0"/>
                    <a:pt x="5" y="2"/>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0" name="Freeform 3074">
              <a:extLst>
                <a:ext uri="{FF2B5EF4-FFF2-40B4-BE49-F238E27FC236}">
                  <a16:creationId xmlns:a16="http://schemas.microsoft.com/office/drawing/2014/main" id="{5AFBDD21-F7E4-B64F-87BC-2E976CCA85C7}"/>
                </a:ext>
              </a:extLst>
            </p:cNvPr>
            <p:cNvSpPr>
              <a:spLocks/>
            </p:cNvSpPr>
            <p:nvPr/>
          </p:nvSpPr>
          <p:spPr bwMode="auto">
            <a:xfrm rot="5094805">
              <a:off x="2328277" y="1434066"/>
              <a:ext cx="13710" cy="27420"/>
            </a:xfrm>
            <a:custGeom>
              <a:avLst/>
              <a:gdLst>
                <a:gd name="T0" fmla="*/ 6 w 6"/>
                <a:gd name="T1" fmla="*/ 4 h 11"/>
                <a:gd name="T2" fmla="*/ 4 w 6"/>
                <a:gd name="T3" fmla="*/ 11 h 11"/>
                <a:gd name="T4" fmla="*/ 0 w 6"/>
                <a:gd name="T5" fmla="*/ 7 h 11"/>
                <a:gd name="T6" fmla="*/ 2 w 6"/>
                <a:gd name="T7" fmla="*/ 1 h 11"/>
                <a:gd name="T8" fmla="*/ 6 w 6"/>
                <a:gd name="T9" fmla="*/ 4 h 11"/>
              </a:gdLst>
              <a:ahLst/>
              <a:cxnLst>
                <a:cxn ang="0">
                  <a:pos x="T0" y="T1"/>
                </a:cxn>
                <a:cxn ang="0">
                  <a:pos x="T2" y="T3"/>
                </a:cxn>
                <a:cxn ang="0">
                  <a:pos x="T4" y="T5"/>
                </a:cxn>
                <a:cxn ang="0">
                  <a:pos x="T6" y="T7"/>
                </a:cxn>
                <a:cxn ang="0">
                  <a:pos x="T8" y="T9"/>
                </a:cxn>
              </a:cxnLst>
              <a:rect l="0" t="0" r="r" b="b"/>
              <a:pathLst>
                <a:path w="6" h="11">
                  <a:moveTo>
                    <a:pt x="6" y="4"/>
                  </a:moveTo>
                  <a:cubicBezTo>
                    <a:pt x="5" y="7"/>
                    <a:pt x="5" y="10"/>
                    <a:pt x="4" y="11"/>
                  </a:cubicBezTo>
                  <a:cubicBezTo>
                    <a:pt x="3" y="11"/>
                    <a:pt x="2" y="8"/>
                    <a:pt x="0" y="7"/>
                  </a:cubicBezTo>
                  <a:cubicBezTo>
                    <a:pt x="1" y="5"/>
                    <a:pt x="1" y="1"/>
                    <a:pt x="2" y="1"/>
                  </a:cubicBezTo>
                  <a:cubicBezTo>
                    <a:pt x="3" y="0"/>
                    <a:pt x="4" y="2"/>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1" name="Freeform 3075">
              <a:extLst>
                <a:ext uri="{FF2B5EF4-FFF2-40B4-BE49-F238E27FC236}">
                  <a16:creationId xmlns:a16="http://schemas.microsoft.com/office/drawing/2014/main" id="{98A6C8F8-63CD-C8CC-003A-868C1D808F08}"/>
                </a:ext>
              </a:extLst>
            </p:cNvPr>
            <p:cNvSpPr>
              <a:spLocks/>
            </p:cNvSpPr>
            <p:nvPr/>
          </p:nvSpPr>
          <p:spPr bwMode="auto">
            <a:xfrm rot="5094805">
              <a:off x="2370427" y="1622914"/>
              <a:ext cx="15995" cy="29705"/>
            </a:xfrm>
            <a:custGeom>
              <a:avLst/>
              <a:gdLst>
                <a:gd name="T0" fmla="*/ 6 w 6"/>
                <a:gd name="T1" fmla="*/ 4 h 12"/>
                <a:gd name="T2" fmla="*/ 4 w 6"/>
                <a:gd name="T3" fmla="*/ 12 h 12"/>
                <a:gd name="T4" fmla="*/ 0 w 6"/>
                <a:gd name="T5" fmla="*/ 7 h 12"/>
                <a:gd name="T6" fmla="*/ 2 w 6"/>
                <a:gd name="T7" fmla="*/ 0 h 12"/>
                <a:gd name="T8" fmla="*/ 6 w 6"/>
                <a:gd name="T9" fmla="*/ 4 h 12"/>
              </a:gdLst>
              <a:ahLst/>
              <a:cxnLst>
                <a:cxn ang="0">
                  <a:pos x="T0" y="T1"/>
                </a:cxn>
                <a:cxn ang="0">
                  <a:pos x="T2" y="T3"/>
                </a:cxn>
                <a:cxn ang="0">
                  <a:pos x="T4" y="T5"/>
                </a:cxn>
                <a:cxn ang="0">
                  <a:pos x="T6" y="T7"/>
                </a:cxn>
                <a:cxn ang="0">
                  <a:pos x="T8" y="T9"/>
                </a:cxn>
              </a:cxnLst>
              <a:rect l="0" t="0" r="r" b="b"/>
              <a:pathLst>
                <a:path w="6" h="12">
                  <a:moveTo>
                    <a:pt x="6" y="4"/>
                  </a:moveTo>
                  <a:cubicBezTo>
                    <a:pt x="5" y="8"/>
                    <a:pt x="5" y="11"/>
                    <a:pt x="4" y="12"/>
                  </a:cubicBezTo>
                  <a:cubicBezTo>
                    <a:pt x="3" y="12"/>
                    <a:pt x="1" y="9"/>
                    <a:pt x="0" y="7"/>
                  </a:cubicBezTo>
                  <a:cubicBezTo>
                    <a:pt x="1" y="5"/>
                    <a:pt x="1" y="1"/>
                    <a:pt x="2" y="0"/>
                  </a:cubicBezTo>
                  <a:cubicBezTo>
                    <a:pt x="3" y="0"/>
                    <a:pt x="4" y="2"/>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2" name="Freeform 3076">
              <a:extLst>
                <a:ext uri="{FF2B5EF4-FFF2-40B4-BE49-F238E27FC236}">
                  <a16:creationId xmlns:a16="http://schemas.microsoft.com/office/drawing/2014/main" id="{398102AF-E62A-859C-9E20-0351E8EC9FA1}"/>
                </a:ext>
              </a:extLst>
            </p:cNvPr>
            <p:cNvSpPr>
              <a:spLocks/>
            </p:cNvSpPr>
            <p:nvPr/>
          </p:nvSpPr>
          <p:spPr bwMode="auto">
            <a:xfrm rot="5094805">
              <a:off x="2419211" y="1806795"/>
              <a:ext cx="13710" cy="36560"/>
            </a:xfrm>
            <a:custGeom>
              <a:avLst/>
              <a:gdLst>
                <a:gd name="T0" fmla="*/ 3 w 5"/>
                <a:gd name="T1" fmla="*/ 15 h 15"/>
                <a:gd name="T2" fmla="*/ 0 w 5"/>
                <a:gd name="T3" fmla="*/ 6 h 15"/>
                <a:gd name="T4" fmla="*/ 2 w 5"/>
                <a:gd name="T5" fmla="*/ 0 h 15"/>
                <a:gd name="T6" fmla="*/ 5 w 5"/>
                <a:gd name="T7" fmla="*/ 7 h 15"/>
                <a:gd name="T8" fmla="*/ 3 w 5"/>
                <a:gd name="T9" fmla="*/ 15 h 15"/>
              </a:gdLst>
              <a:ahLst/>
              <a:cxnLst>
                <a:cxn ang="0">
                  <a:pos x="T0" y="T1"/>
                </a:cxn>
                <a:cxn ang="0">
                  <a:pos x="T2" y="T3"/>
                </a:cxn>
                <a:cxn ang="0">
                  <a:pos x="T4" y="T5"/>
                </a:cxn>
                <a:cxn ang="0">
                  <a:pos x="T6" y="T7"/>
                </a:cxn>
                <a:cxn ang="0">
                  <a:pos x="T8" y="T9"/>
                </a:cxn>
              </a:cxnLst>
              <a:rect l="0" t="0" r="r" b="b"/>
              <a:pathLst>
                <a:path w="5" h="15">
                  <a:moveTo>
                    <a:pt x="3" y="15"/>
                  </a:moveTo>
                  <a:cubicBezTo>
                    <a:pt x="1" y="11"/>
                    <a:pt x="0" y="8"/>
                    <a:pt x="0" y="6"/>
                  </a:cubicBezTo>
                  <a:cubicBezTo>
                    <a:pt x="0" y="3"/>
                    <a:pt x="1" y="0"/>
                    <a:pt x="2" y="0"/>
                  </a:cubicBezTo>
                  <a:cubicBezTo>
                    <a:pt x="3" y="0"/>
                    <a:pt x="5" y="5"/>
                    <a:pt x="5" y="7"/>
                  </a:cubicBezTo>
                  <a:cubicBezTo>
                    <a:pt x="5" y="10"/>
                    <a:pt x="4" y="12"/>
                    <a:pt x="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3" name="Freeform 3077">
              <a:extLst>
                <a:ext uri="{FF2B5EF4-FFF2-40B4-BE49-F238E27FC236}">
                  <a16:creationId xmlns:a16="http://schemas.microsoft.com/office/drawing/2014/main" id="{F390C4DD-0ACA-D38F-404F-A2097CA07E1D}"/>
                </a:ext>
              </a:extLst>
            </p:cNvPr>
            <p:cNvSpPr>
              <a:spLocks/>
            </p:cNvSpPr>
            <p:nvPr/>
          </p:nvSpPr>
          <p:spPr bwMode="auto">
            <a:xfrm rot="5094805">
              <a:off x="2485268" y="1992576"/>
              <a:ext cx="11425" cy="41130"/>
            </a:xfrm>
            <a:custGeom>
              <a:avLst/>
              <a:gdLst>
                <a:gd name="T0" fmla="*/ 2 w 5"/>
                <a:gd name="T1" fmla="*/ 0 h 17"/>
                <a:gd name="T2" fmla="*/ 5 w 5"/>
                <a:gd name="T3" fmla="*/ 10 h 17"/>
                <a:gd name="T4" fmla="*/ 3 w 5"/>
                <a:gd name="T5" fmla="*/ 17 h 17"/>
                <a:gd name="T6" fmla="*/ 0 w 5"/>
                <a:gd name="T7" fmla="*/ 9 h 17"/>
                <a:gd name="T8" fmla="*/ 2 w 5"/>
                <a:gd name="T9" fmla="*/ 0 h 17"/>
              </a:gdLst>
              <a:ahLst/>
              <a:cxnLst>
                <a:cxn ang="0">
                  <a:pos x="T0" y="T1"/>
                </a:cxn>
                <a:cxn ang="0">
                  <a:pos x="T2" y="T3"/>
                </a:cxn>
                <a:cxn ang="0">
                  <a:pos x="T4" y="T5"/>
                </a:cxn>
                <a:cxn ang="0">
                  <a:pos x="T6" y="T7"/>
                </a:cxn>
                <a:cxn ang="0">
                  <a:pos x="T8" y="T9"/>
                </a:cxn>
              </a:cxnLst>
              <a:rect l="0" t="0" r="r" b="b"/>
              <a:pathLst>
                <a:path w="5" h="17">
                  <a:moveTo>
                    <a:pt x="2" y="0"/>
                  </a:moveTo>
                  <a:cubicBezTo>
                    <a:pt x="3" y="5"/>
                    <a:pt x="5" y="8"/>
                    <a:pt x="5" y="10"/>
                  </a:cubicBezTo>
                  <a:cubicBezTo>
                    <a:pt x="5" y="13"/>
                    <a:pt x="4" y="17"/>
                    <a:pt x="3" y="17"/>
                  </a:cubicBezTo>
                  <a:cubicBezTo>
                    <a:pt x="2" y="17"/>
                    <a:pt x="0" y="12"/>
                    <a:pt x="0" y="9"/>
                  </a:cubicBezTo>
                  <a:cubicBezTo>
                    <a:pt x="0" y="7"/>
                    <a:pt x="1" y="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4" name="Freeform 3078">
              <a:extLst>
                <a:ext uri="{FF2B5EF4-FFF2-40B4-BE49-F238E27FC236}">
                  <a16:creationId xmlns:a16="http://schemas.microsoft.com/office/drawing/2014/main" id="{47E6F730-0E5B-0212-FEF7-5AA314FD8EFA}"/>
                </a:ext>
              </a:extLst>
            </p:cNvPr>
            <p:cNvSpPr>
              <a:spLocks/>
            </p:cNvSpPr>
            <p:nvPr/>
          </p:nvSpPr>
          <p:spPr bwMode="auto">
            <a:xfrm rot="5094805">
              <a:off x="2543446" y="2184470"/>
              <a:ext cx="15995" cy="36560"/>
            </a:xfrm>
            <a:custGeom>
              <a:avLst/>
              <a:gdLst>
                <a:gd name="T0" fmla="*/ 6 w 6"/>
                <a:gd name="T1" fmla="*/ 5 h 15"/>
                <a:gd name="T2" fmla="*/ 3 w 6"/>
                <a:gd name="T3" fmla="*/ 15 h 15"/>
                <a:gd name="T4" fmla="*/ 0 w 6"/>
                <a:gd name="T5" fmla="*/ 10 h 15"/>
                <a:gd name="T6" fmla="*/ 1 w 6"/>
                <a:gd name="T7" fmla="*/ 1 h 15"/>
                <a:gd name="T8" fmla="*/ 6 w 6"/>
                <a:gd name="T9" fmla="*/ 5 h 15"/>
              </a:gdLst>
              <a:ahLst/>
              <a:cxnLst>
                <a:cxn ang="0">
                  <a:pos x="T0" y="T1"/>
                </a:cxn>
                <a:cxn ang="0">
                  <a:pos x="T2" y="T3"/>
                </a:cxn>
                <a:cxn ang="0">
                  <a:pos x="T4" y="T5"/>
                </a:cxn>
                <a:cxn ang="0">
                  <a:pos x="T6" y="T7"/>
                </a:cxn>
                <a:cxn ang="0">
                  <a:pos x="T8" y="T9"/>
                </a:cxn>
              </a:cxnLst>
              <a:rect l="0" t="0" r="r" b="b"/>
              <a:pathLst>
                <a:path w="6" h="15">
                  <a:moveTo>
                    <a:pt x="6" y="5"/>
                  </a:moveTo>
                  <a:cubicBezTo>
                    <a:pt x="5" y="10"/>
                    <a:pt x="4" y="14"/>
                    <a:pt x="3" y="15"/>
                  </a:cubicBezTo>
                  <a:cubicBezTo>
                    <a:pt x="2" y="15"/>
                    <a:pt x="1" y="12"/>
                    <a:pt x="0" y="10"/>
                  </a:cubicBezTo>
                  <a:cubicBezTo>
                    <a:pt x="0" y="7"/>
                    <a:pt x="0" y="2"/>
                    <a:pt x="1" y="1"/>
                  </a:cubicBezTo>
                  <a:cubicBezTo>
                    <a:pt x="2" y="0"/>
                    <a:pt x="4" y="3"/>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5" name="Freeform 3079">
              <a:extLst>
                <a:ext uri="{FF2B5EF4-FFF2-40B4-BE49-F238E27FC236}">
                  <a16:creationId xmlns:a16="http://schemas.microsoft.com/office/drawing/2014/main" id="{308EFCCD-06AD-BEF8-1ED2-BC71DB5F4FD8}"/>
                </a:ext>
              </a:extLst>
            </p:cNvPr>
            <p:cNvSpPr>
              <a:spLocks/>
            </p:cNvSpPr>
            <p:nvPr/>
          </p:nvSpPr>
          <p:spPr bwMode="auto">
            <a:xfrm rot="5094805">
              <a:off x="2596879" y="2372411"/>
              <a:ext cx="15995" cy="36560"/>
            </a:xfrm>
            <a:custGeom>
              <a:avLst/>
              <a:gdLst>
                <a:gd name="T0" fmla="*/ 6 w 6"/>
                <a:gd name="T1" fmla="*/ 6 h 15"/>
                <a:gd name="T2" fmla="*/ 4 w 6"/>
                <a:gd name="T3" fmla="*/ 15 h 15"/>
                <a:gd name="T4" fmla="*/ 0 w 6"/>
                <a:gd name="T5" fmla="*/ 9 h 15"/>
                <a:gd name="T6" fmla="*/ 2 w 6"/>
                <a:gd name="T7" fmla="*/ 1 h 15"/>
                <a:gd name="T8" fmla="*/ 6 w 6"/>
                <a:gd name="T9" fmla="*/ 6 h 15"/>
              </a:gdLst>
              <a:ahLst/>
              <a:cxnLst>
                <a:cxn ang="0">
                  <a:pos x="T0" y="T1"/>
                </a:cxn>
                <a:cxn ang="0">
                  <a:pos x="T2" y="T3"/>
                </a:cxn>
                <a:cxn ang="0">
                  <a:pos x="T4" y="T5"/>
                </a:cxn>
                <a:cxn ang="0">
                  <a:pos x="T6" y="T7"/>
                </a:cxn>
                <a:cxn ang="0">
                  <a:pos x="T8" y="T9"/>
                </a:cxn>
              </a:cxnLst>
              <a:rect l="0" t="0" r="r" b="b"/>
              <a:pathLst>
                <a:path w="6" h="15">
                  <a:moveTo>
                    <a:pt x="6" y="6"/>
                  </a:moveTo>
                  <a:cubicBezTo>
                    <a:pt x="5" y="10"/>
                    <a:pt x="4" y="14"/>
                    <a:pt x="4" y="15"/>
                  </a:cubicBezTo>
                  <a:cubicBezTo>
                    <a:pt x="3" y="15"/>
                    <a:pt x="1" y="11"/>
                    <a:pt x="0" y="9"/>
                  </a:cubicBezTo>
                  <a:cubicBezTo>
                    <a:pt x="0" y="6"/>
                    <a:pt x="1" y="1"/>
                    <a:pt x="2" y="1"/>
                  </a:cubicBezTo>
                  <a:cubicBezTo>
                    <a:pt x="2" y="0"/>
                    <a:pt x="4" y="3"/>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6" name="Freeform 3080">
              <a:extLst>
                <a:ext uri="{FF2B5EF4-FFF2-40B4-BE49-F238E27FC236}">
                  <a16:creationId xmlns:a16="http://schemas.microsoft.com/office/drawing/2014/main" id="{EF818CFD-0224-E1E5-75C5-897F2DC3926A}"/>
                </a:ext>
              </a:extLst>
            </p:cNvPr>
            <p:cNvSpPr>
              <a:spLocks/>
            </p:cNvSpPr>
            <p:nvPr/>
          </p:nvSpPr>
          <p:spPr bwMode="auto">
            <a:xfrm rot="5094805">
              <a:off x="2608612" y="2569794"/>
              <a:ext cx="15995" cy="34275"/>
            </a:xfrm>
            <a:custGeom>
              <a:avLst/>
              <a:gdLst>
                <a:gd name="T0" fmla="*/ 7 w 7"/>
                <a:gd name="T1" fmla="*/ 8 h 14"/>
                <a:gd name="T2" fmla="*/ 3 w 7"/>
                <a:gd name="T3" fmla="*/ 13 h 14"/>
                <a:gd name="T4" fmla="*/ 0 w 7"/>
                <a:gd name="T5" fmla="*/ 5 h 14"/>
                <a:gd name="T6" fmla="*/ 3 w 7"/>
                <a:gd name="T7" fmla="*/ 0 h 14"/>
                <a:gd name="T8" fmla="*/ 7 w 7"/>
                <a:gd name="T9" fmla="*/ 8 h 14"/>
              </a:gdLst>
              <a:ahLst/>
              <a:cxnLst>
                <a:cxn ang="0">
                  <a:pos x="T0" y="T1"/>
                </a:cxn>
                <a:cxn ang="0">
                  <a:pos x="T2" y="T3"/>
                </a:cxn>
                <a:cxn ang="0">
                  <a:pos x="T4" y="T5"/>
                </a:cxn>
                <a:cxn ang="0">
                  <a:pos x="T6" y="T7"/>
                </a:cxn>
                <a:cxn ang="0">
                  <a:pos x="T8" y="T9"/>
                </a:cxn>
              </a:cxnLst>
              <a:rect l="0" t="0" r="r" b="b"/>
              <a:pathLst>
                <a:path w="7" h="14">
                  <a:moveTo>
                    <a:pt x="7" y="8"/>
                  </a:moveTo>
                  <a:cubicBezTo>
                    <a:pt x="5" y="11"/>
                    <a:pt x="4" y="14"/>
                    <a:pt x="3" y="13"/>
                  </a:cubicBezTo>
                  <a:cubicBezTo>
                    <a:pt x="2" y="13"/>
                    <a:pt x="1" y="8"/>
                    <a:pt x="0" y="5"/>
                  </a:cubicBezTo>
                  <a:cubicBezTo>
                    <a:pt x="1" y="3"/>
                    <a:pt x="2" y="0"/>
                    <a:pt x="3" y="0"/>
                  </a:cubicBezTo>
                  <a:cubicBezTo>
                    <a:pt x="4" y="0"/>
                    <a:pt x="5" y="4"/>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7" name="Freeform 3081">
              <a:extLst>
                <a:ext uri="{FF2B5EF4-FFF2-40B4-BE49-F238E27FC236}">
                  <a16:creationId xmlns:a16="http://schemas.microsoft.com/office/drawing/2014/main" id="{E0692BCF-89B1-CDAD-0CF6-7DBF0FEF5104}"/>
                </a:ext>
              </a:extLst>
            </p:cNvPr>
            <p:cNvSpPr>
              <a:spLocks/>
            </p:cNvSpPr>
            <p:nvPr/>
          </p:nvSpPr>
          <p:spPr bwMode="auto">
            <a:xfrm rot="5094805">
              <a:off x="2591056" y="2771981"/>
              <a:ext cx="18280" cy="34275"/>
            </a:xfrm>
            <a:custGeom>
              <a:avLst/>
              <a:gdLst>
                <a:gd name="T0" fmla="*/ 7 w 7"/>
                <a:gd name="T1" fmla="*/ 9 h 14"/>
                <a:gd name="T2" fmla="*/ 3 w 7"/>
                <a:gd name="T3" fmla="*/ 14 h 14"/>
                <a:gd name="T4" fmla="*/ 0 w 7"/>
                <a:gd name="T5" fmla="*/ 5 h 14"/>
                <a:gd name="T6" fmla="*/ 3 w 7"/>
                <a:gd name="T7" fmla="*/ 1 h 14"/>
                <a:gd name="T8" fmla="*/ 7 w 7"/>
                <a:gd name="T9" fmla="*/ 9 h 14"/>
              </a:gdLst>
              <a:ahLst/>
              <a:cxnLst>
                <a:cxn ang="0">
                  <a:pos x="T0" y="T1"/>
                </a:cxn>
                <a:cxn ang="0">
                  <a:pos x="T2" y="T3"/>
                </a:cxn>
                <a:cxn ang="0">
                  <a:pos x="T4" y="T5"/>
                </a:cxn>
                <a:cxn ang="0">
                  <a:pos x="T6" y="T7"/>
                </a:cxn>
                <a:cxn ang="0">
                  <a:pos x="T8" y="T9"/>
                </a:cxn>
              </a:cxnLst>
              <a:rect l="0" t="0" r="r" b="b"/>
              <a:pathLst>
                <a:path w="7" h="14">
                  <a:moveTo>
                    <a:pt x="7" y="9"/>
                  </a:moveTo>
                  <a:cubicBezTo>
                    <a:pt x="5" y="11"/>
                    <a:pt x="4" y="14"/>
                    <a:pt x="3" y="14"/>
                  </a:cubicBezTo>
                  <a:cubicBezTo>
                    <a:pt x="2" y="13"/>
                    <a:pt x="1" y="8"/>
                    <a:pt x="0" y="5"/>
                  </a:cubicBezTo>
                  <a:cubicBezTo>
                    <a:pt x="1" y="4"/>
                    <a:pt x="2" y="0"/>
                    <a:pt x="3" y="1"/>
                  </a:cubicBezTo>
                  <a:cubicBezTo>
                    <a:pt x="4" y="1"/>
                    <a:pt x="5" y="5"/>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8" name="Freeform 3082">
              <a:extLst>
                <a:ext uri="{FF2B5EF4-FFF2-40B4-BE49-F238E27FC236}">
                  <a16:creationId xmlns:a16="http://schemas.microsoft.com/office/drawing/2014/main" id="{1689F2ED-2C98-07E4-D31A-259FD69445B8}"/>
                </a:ext>
              </a:extLst>
            </p:cNvPr>
            <p:cNvSpPr>
              <a:spLocks/>
            </p:cNvSpPr>
            <p:nvPr/>
          </p:nvSpPr>
          <p:spPr bwMode="auto">
            <a:xfrm rot="5094805">
              <a:off x="2558619" y="2972365"/>
              <a:ext cx="13710" cy="38845"/>
            </a:xfrm>
            <a:custGeom>
              <a:avLst/>
              <a:gdLst>
                <a:gd name="T0" fmla="*/ 3 w 6"/>
                <a:gd name="T1" fmla="*/ 0 h 16"/>
                <a:gd name="T2" fmla="*/ 6 w 6"/>
                <a:gd name="T3" fmla="*/ 11 h 16"/>
                <a:gd name="T4" fmla="*/ 3 w 6"/>
                <a:gd name="T5" fmla="*/ 15 h 16"/>
                <a:gd name="T6" fmla="*/ 0 w 6"/>
                <a:gd name="T7" fmla="*/ 7 h 16"/>
                <a:gd name="T8" fmla="*/ 3 w 6"/>
                <a:gd name="T9" fmla="*/ 0 h 16"/>
              </a:gdLst>
              <a:ahLst/>
              <a:cxnLst>
                <a:cxn ang="0">
                  <a:pos x="T0" y="T1"/>
                </a:cxn>
                <a:cxn ang="0">
                  <a:pos x="T2" y="T3"/>
                </a:cxn>
                <a:cxn ang="0">
                  <a:pos x="T4" y="T5"/>
                </a:cxn>
                <a:cxn ang="0">
                  <a:pos x="T6" y="T7"/>
                </a:cxn>
                <a:cxn ang="0">
                  <a:pos x="T8" y="T9"/>
                </a:cxn>
              </a:cxnLst>
              <a:rect l="0" t="0" r="r" b="b"/>
              <a:pathLst>
                <a:path w="6" h="16">
                  <a:moveTo>
                    <a:pt x="3" y="0"/>
                  </a:moveTo>
                  <a:cubicBezTo>
                    <a:pt x="4" y="5"/>
                    <a:pt x="6" y="9"/>
                    <a:pt x="6" y="11"/>
                  </a:cubicBezTo>
                  <a:cubicBezTo>
                    <a:pt x="6" y="13"/>
                    <a:pt x="4" y="16"/>
                    <a:pt x="3" y="15"/>
                  </a:cubicBezTo>
                  <a:cubicBezTo>
                    <a:pt x="2" y="15"/>
                    <a:pt x="1" y="10"/>
                    <a:pt x="0" y="7"/>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9" name="Freeform 3083">
              <a:extLst>
                <a:ext uri="{FF2B5EF4-FFF2-40B4-BE49-F238E27FC236}">
                  <a16:creationId xmlns:a16="http://schemas.microsoft.com/office/drawing/2014/main" id="{215DA4E3-AFD7-D7FA-D06D-04E34CC02127}"/>
                </a:ext>
              </a:extLst>
            </p:cNvPr>
            <p:cNvSpPr>
              <a:spLocks/>
            </p:cNvSpPr>
            <p:nvPr/>
          </p:nvSpPr>
          <p:spPr bwMode="auto">
            <a:xfrm rot="5094805">
              <a:off x="2512816" y="3182788"/>
              <a:ext cx="15995" cy="31990"/>
            </a:xfrm>
            <a:custGeom>
              <a:avLst/>
              <a:gdLst>
                <a:gd name="T0" fmla="*/ 6 w 6"/>
                <a:gd name="T1" fmla="*/ 8 h 13"/>
                <a:gd name="T2" fmla="*/ 3 w 6"/>
                <a:gd name="T3" fmla="*/ 12 h 13"/>
                <a:gd name="T4" fmla="*/ 0 w 6"/>
                <a:gd name="T5" fmla="*/ 4 h 13"/>
                <a:gd name="T6" fmla="*/ 2 w 6"/>
                <a:gd name="T7" fmla="*/ 0 h 13"/>
                <a:gd name="T8" fmla="*/ 6 w 6"/>
                <a:gd name="T9" fmla="*/ 8 h 13"/>
              </a:gdLst>
              <a:ahLst/>
              <a:cxnLst>
                <a:cxn ang="0">
                  <a:pos x="T0" y="T1"/>
                </a:cxn>
                <a:cxn ang="0">
                  <a:pos x="T2" y="T3"/>
                </a:cxn>
                <a:cxn ang="0">
                  <a:pos x="T4" y="T5"/>
                </a:cxn>
                <a:cxn ang="0">
                  <a:pos x="T6" y="T7"/>
                </a:cxn>
                <a:cxn ang="0">
                  <a:pos x="T8" y="T9"/>
                </a:cxn>
              </a:cxnLst>
              <a:rect l="0" t="0" r="r" b="b"/>
              <a:pathLst>
                <a:path w="6" h="13">
                  <a:moveTo>
                    <a:pt x="6" y="8"/>
                  </a:moveTo>
                  <a:cubicBezTo>
                    <a:pt x="5" y="10"/>
                    <a:pt x="4" y="13"/>
                    <a:pt x="3" y="12"/>
                  </a:cubicBezTo>
                  <a:cubicBezTo>
                    <a:pt x="2" y="11"/>
                    <a:pt x="1" y="7"/>
                    <a:pt x="0" y="4"/>
                  </a:cubicBezTo>
                  <a:cubicBezTo>
                    <a:pt x="1" y="3"/>
                    <a:pt x="1" y="0"/>
                    <a:pt x="2" y="0"/>
                  </a:cubicBezTo>
                  <a:cubicBezTo>
                    <a:pt x="3" y="1"/>
                    <a:pt x="5" y="4"/>
                    <a:pt x="6"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0" name="Freeform 3084">
              <a:extLst>
                <a:ext uri="{FF2B5EF4-FFF2-40B4-BE49-F238E27FC236}">
                  <a16:creationId xmlns:a16="http://schemas.microsoft.com/office/drawing/2014/main" id="{1CDAE9B1-4AA2-0955-9AAD-CA88DA0D871A}"/>
                </a:ext>
              </a:extLst>
            </p:cNvPr>
            <p:cNvSpPr>
              <a:spLocks/>
            </p:cNvSpPr>
            <p:nvPr/>
          </p:nvSpPr>
          <p:spPr bwMode="auto">
            <a:xfrm rot="5094805">
              <a:off x="2483890" y="3388475"/>
              <a:ext cx="13710" cy="27420"/>
            </a:xfrm>
            <a:custGeom>
              <a:avLst/>
              <a:gdLst>
                <a:gd name="T0" fmla="*/ 6 w 6"/>
                <a:gd name="T1" fmla="*/ 5 h 11"/>
                <a:gd name="T2" fmla="*/ 4 w 6"/>
                <a:gd name="T3" fmla="*/ 11 h 11"/>
                <a:gd name="T4" fmla="*/ 0 w 6"/>
                <a:gd name="T5" fmla="*/ 6 h 11"/>
                <a:gd name="T6" fmla="*/ 2 w 6"/>
                <a:gd name="T7" fmla="*/ 0 h 11"/>
                <a:gd name="T8" fmla="*/ 6 w 6"/>
                <a:gd name="T9" fmla="*/ 5 h 11"/>
              </a:gdLst>
              <a:ahLst/>
              <a:cxnLst>
                <a:cxn ang="0">
                  <a:pos x="T0" y="T1"/>
                </a:cxn>
                <a:cxn ang="0">
                  <a:pos x="T2" y="T3"/>
                </a:cxn>
                <a:cxn ang="0">
                  <a:pos x="T4" y="T5"/>
                </a:cxn>
                <a:cxn ang="0">
                  <a:pos x="T6" y="T7"/>
                </a:cxn>
                <a:cxn ang="0">
                  <a:pos x="T8" y="T9"/>
                </a:cxn>
              </a:cxnLst>
              <a:rect l="0" t="0" r="r" b="b"/>
              <a:pathLst>
                <a:path w="6" h="11">
                  <a:moveTo>
                    <a:pt x="6" y="5"/>
                  </a:moveTo>
                  <a:cubicBezTo>
                    <a:pt x="5" y="8"/>
                    <a:pt x="5" y="11"/>
                    <a:pt x="4" y="11"/>
                  </a:cubicBezTo>
                  <a:cubicBezTo>
                    <a:pt x="3" y="11"/>
                    <a:pt x="1" y="8"/>
                    <a:pt x="0" y="6"/>
                  </a:cubicBezTo>
                  <a:cubicBezTo>
                    <a:pt x="1" y="4"/>
                    <a:pt x="1" y="0"/>
                    <a:pt x="2" y="0"/>
                  </a:cubicBezTo>
                  <a:cubicBezTo>
                    <a:pt x="3" y="0"/>
                    <a:pt x="4" y="3"/>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1" name="Freeform 3085">
              <a:extLst>
                <a:ext uri="{FF2B5EF4-FFF2-40B4-BE49-F238E27FC236}">
                  <a16:creationId xmlns:a16="http://schemas.microsoft.com/office/drawing/2014/main" id="{56E5BC4A-864C-65C4-31B6-87A951873638}"/>
                </a:ext>
              </a:extLst>
            </p:cNvPr>
            <p:cNvSpPr>
              <a:spLocks/>
            </p:cNvSpPr>
            <p:nvPr/>
          </p:nvSpPr>
          <p:spPr bwMode="auto">
            <a:xfrm rot="5094805">
              <a:off x="2475341" y="3587673"/>
              <a:ext cx="13710" cy="29705"/>
            </a:xfrm>
            <a:custGeom>
              <a:avLst/>
              <a:gdLst>
                <a:gd name="T0" fmla="*/ 2 w 5"/>
                <a:gd name="T1" fmla="*/ 0 h 12"/>
                <a:gd name="T2" fmla="*/ 5 w 5"/>
                <a:gd name="T3" fmla="*/ 8 h 12"/>
                <a:gd name="T4" fmla="*/ 2 w 5"/>
                <a:gd name="T5" fmla="*/ 12 h 12"/>
                <a:gd name="T6" fmla="*/ 0 w 5"/>
                <a:gd name="T7" fmla="*/ 6 h 12"/>
                <a:gd name="T8" fmla="*/ 2 w 5"/>
                <a:gd name="T9" fmla="*/ 0 h 12"/>
              </a:gdLst>
              <a:ahLst/>
              <a:cxnLst>
                <a:cxn ang="0">
                  <a:pos x="T0" y="T1"/>
                </a:cxn>
                <a:cxn ang="0">
                  <a:pos x="T2" y="T3"/>
                </a:cxn>
                <a:cxn ang="0">
                  <a:pos x="T4" y="T5"/>
                </a:cxn>
                <a:cxn ang="0">
                  <a:pos x="T6" y="T7"/>
                </a:cxn>
                <a:cxn ang="0">
                  <a:pos x="T8" y="T9"/>
                </a:cxn>
              </a:cxnLst>
              <a:rect l="0" t="0" r="r" b="b"/>
              <a:pathLst>
                <a:path w="5" h="12">
                  <a:moveTo>
                    <a:pt x="2" y="0"/>
                  </a:moveTo>
                  <a:cubicBezTo>
                    <a:pt x="3" y="3"/>
                    <a:pt x="5" y="6"/>
                    <a:pt x="5" y="8"/>
                  </a:cubicBezTo>
                  <a:cubicBezTo>
                    <a:pt x="5" y="10"/>
                    <a:pt x="3" y="12"/>
                    <a:pt x="2" y="12"/>
                  </a:cubicBezTo>
                  <a:cubicBezTo>
                    <a:pt x="1" y="12"/>
                    <a:pt x="0" y="8"/>
                    <a:pt x="0" y="6"/>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2" name="Freeform 3086">
              <a:extLst>
                <a:ext uri="{FF2B5EF4-FFF2-40B4-BE49-F238E27FC236}">
                  <a16:creationId xmlns:a16="http://schemas.microsoft.com/office/drawing/2014/main" id="{3E55DE77-69B9-702C-0671-C8D204F1A911}"/>
                </a:ext>
              </a:extLst>
            </p:cNvPr>
            <p:cNvSpPr>
              <a:spLocks/>
            </p:cNvSpPr>
            <p:nvPr/>
          </p:nvSpPr>
          <p:spPr bwMode="auto">
            <a:xfrm rot="5094805">
              <a:off x="2498454" y="3786328"/>
              <a:ext cx="13710" cy="22850"/>
            </a:xfrm>
            <a:custGeom>
              <a:avLst/>
              <a:gdLst>
                <a:gd name="T0" fmla="*/ 6 w 6"/>
                <a:gd name="T1" fmla="*/ 3 h 9"/>
                <a:gd name="T2" fmla="*/ 4 w 6"/>
                <a:gd name="T3" fmla="*/ 9 h 9"/>
                <a:gd name="T4" fmla="*/ 0 w 6"/>
                <a:gd name="T5" fmla="*/ 6 h 9"/>
                <a:gd name="T6" fmla="*/ 2 w 6"/>
                <a:gd name="T7" fmla="*/ 0 h 9"/>
                <a:gd name="T8" fmla="*/ 6 w 6"/>
                <a:gd name="T9" fmla="*/ 3 h 9"/>
              </a:gdLst>
              <a:ahLst/>
              <a:cxnLst>
                <a:cxn ang="0">
                  <a:pos x="T0" y="T1"/>
                </a:cxn>
                <a:cxn ang="0">
                  <a:pos x="T2" y="T3"/>
                </a:cxn>
                <a:cxn ang="0">
                  <a:pos x="T4" y="T5"/>
                </a:cxn>
                <a:cxn ang="0">
                  <a:pos x="T6" y="T7"/>
                </a:cxn>
                <a:cxn ang="0">
                  <a:pos x="T8" y="T9"/>
                </a:cxn>
              </a:cxnLst>
              <a:rect l="0" t="0" r="r" b="b"/>
              <a:pathLst>
                <a:path w="6" h="9">
                  <a:moveTo>
                    <a:pt x="6" y="3"/>
                  </a:moveTo>
                  <a:cubicBezTo>
                    <a:pt x="5" y="6"/>
                    <a:pt x="5" y="9"/>
                    <a:pt x="4" y="9"/>
                  </a:cubicBezTo>
                  <a:cubicBezTo>
                    <a:pt x="3" y="9"/>
                    <a:pt x="1" y="7"/>
                    <a:pt x="0" y="6"/>
                  </a:cubicBezTo>
                  <a:cubicBezTo>
                    <a:pt x="1" y="4"/>
                    <a:pt x="1" y="1"/>
                    <a:pt x="2" y="0"/>
                  </a:cubicBezTo>
                  <a:cubicBezTo>
                    <a:pt x="3" y="0"/>
                    <a:pt x="4" y="2"/>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3" name="Freeform 3087">
              <a:extLst>
                <a:ext uri="{FF2B5EF4-FFF2-40B4-BE49-F238E27FC236}">
                  <a16:creationId xmlns:a16="http://schemas.microsoft.com/office/drawing/2014/main" id="{06798F1B-998B-1AE6-F92A-8EA14446ABE0}"/>
                </a:ext>
              </a:extLst>
            </p:cNvPr>
            <p:cNvSpPr>
              <a:spLocks/>
            </p:cNvSpPr>
            <p:nvPr/>
          </p:nvSpPr>
          <p:spPr bwMode="auto">
            <a:xfrm rot="5094805">
              <a:off x="2258858" y="1055887"/>
              <a:ext cx="15995" cy="22850"/>
            </a:xfrm>
            <a:custGeom>
              <a:avLst/>
              <a:gdLst>
                <a:gd name="T0" fmla="*/ 3 w 6"/>
                <a:gd name="T1" fmla="*/ 0 h 9"/>
                <a:gd name="T2" fmla="*/ 6 w 6"/>
                <a:gd name="T3" fmla="*/ 6 h 9"/>
                <a:gd name="T4" fmla="*/ 3 w 6"/>
                <a:gd name="T5" fmla="*/ 9 h 9"/>
                <a:gd name="T6" fmla="*/ 1 w 6"/>
                <a:gd name="T7" fmla="*/ 5 h 9"/>
                <a:gd name="T8" fmla="*/ 3 w 6"/>
                <a:gd name="T9" fmla="*/ 0 h 9"/>
              </a:gdLst>
              <a:ahLst/>
              <a:cxnLst>
                <a:cxn ang="0">
                  <a:pos x="T0" y="T1"/>
                </a:cxn>
                <a:cxn ang="0">
                  <a:pos x="T2" y="T3"/>
                </a:cxn>
                <a:cxn ang="0">
                  <a:pos x="T4" y="T5"/>
                </a:cxn>
                <a:cxn ang="0">
                  <a:pos x="T6" y="T7"/>
                </a:cxn>
                <a:cxn ang="0">
                  <a:pos x="T8" y="T9"/>
                </a:cxn>
              </a:cxnLst>
              <a:rect l="0" t="0" r="r" b="b"/>
              <a:pathLst>
                <a:path w="6" h="9">
                  <a:moveTo>
                    <a:pt x="3" y="0"/>
                  </a:moveTo>
                  <a:cubicBezTo>
                    <a:pt x="4" y="3"/>
                    <a:pt x="6" y="5"/>
                    <a:pt x="6" y="6"/>
                  </a:cubicBezTo>
                  <a:cubicBezTo>
                    <a:pt x="6" y="7"/>
                    <a:pt x="4" y="9"/>
                    <a:pt x="3" y="9"/>
                  </a:cubicBezTo>
                  <a:cubicBezTo>
                    <a:pt x="2" y="9"/>
                    <a:pt x="1" y="6"/>
                    <a:pt x="1" y="5"/>
                  </a:cubicBezTo>
                  <a:cubicBezTo>
                    <a:pt x="0" y="4"/>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4" name="Freeform 3088">
              <a:extLst>
                <a:ext uri="{FF2B5EF4-FFF2-40B4-BE49-F238E27FC236}">
                  <a16:creationId xmlns:a16="http://schemas.microsoft.com/office/drawing/2014/main" id="{BD88CB37-34E7-1800-FC81-4BEE84DF8BFF}"/>
                </a:ext>
              </a:extLst>
            </p:cNvPr>
            <p:cNvSpPr>
              <a:spLocks/>
            </p:cNvSpPr>
            <p:nvPr/>
          </p:nvSpPr>
          <p:spPr bwMode="auto">
            <a:xfrm rot="5094805">
              <a:off x="2223730" y="873075"/>
              <a:ext cx="18280" cy="11425"/>
            </a:xfrm>
            <a:custGeom>
              <a:avLst/>
              <a:gdLst>
                <a:gd name="T0" fmla="*/ 7 w 7"/>
                <a:gd name="T1" fmla="*/ 3 h 5"/>
                <a:gd name="T2" fmla="*/ 3 w 7"/>
                <a:gd name="T3" fmla="*/ 5 h 5"/>
                <a:gd name="T4" fmla="*/ 0 w 7"/>
                <a:gd name="T5" fmla="*/ 2 h 5"/>
                <a:gd name="T6" fmla="*/ 3 w 7"/>
                <a:gd name="T7" fmla="*/ 0 h 5"/>
                <a:gd name="T8" fmla="*/ 7 w 7"/>
                <a:gd name="T9" fmla="*/ 3 h 5"/>
              </a:gdLst>
              <a:ahLst/>
              <a:cxnLst>
                <a:cxn ang="0">
                  <a:pos x="T0" y="T1"/>
                </a:cxn>
                <a:cxn ang="0">
                  <a:pos x="T2" y="T3"/>
                </a:cxn>
                <a:cxn ang="0">
                  <a:pos x="T4" y="T5"/>
                </a:cxn>
                <a:cxn ang="0">
                  <a:pos x="T6" y="T7"/>
                </a:cxn>
                <a:cxn ang="0">
                  <a:pos x="T8" y="T9"/>
                </a:cxn>
              </a:cxnLst>
              <a:rect l="0" t="0" r="r" b="b"/>
              <a:pathLst>
                <a:path w="7" h="5">
                  <a:moveTo>
                    <a:pt x="7" y="3"/>
                  </a:moveTo>
                  <a:cubicBezTo>
                    <a:pt x="5" y="4"/>
                    <a:pt x="4" y="5"/>
                    <a:pt x="3" y="5"/>
                  </a:cubicBezTo>
                  <a:cubicBezTo>
                    <a:pt x="2" y="5"/>
                    <a:pt x="1" y="3"/>
                    <a:pt x="0" y="2"/>
                  </a:cubicBezTo>
                  <a:cubicBezTo>
                    <a:pt x="1" y="1"/>
                    <a:pt x="2" y="0"/>
                    <a:pt x="3" y="0"/>
                  </a:cubicBezTo>
                  <a:cubicBezTo>
                    <a:pt x="4" y="0"/>
                    <a:pt x="5" y="1"/>
                    <a:pt x="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5" name="Freeform 3089">
              <a:extLst>
                <a:ext uri="{FF2B5EF4-FFF2-40B4-BE49-F238E27FC236}">
                  <a16:creationId xmlns:a16="http://schemas.microsoft.com/office/drawing/2014/main" id="{245B68EF-B757-0635-5329-F10C09E64637}"/>
                </a:ext>
              </a:extLst>
            </p:cNvPr>
            <p:cNvSpPr>
              <a:spLocks/>
            </p:cNvSpPr>
            <p:nvPr/>
          </p:nvSpPr>
          <p:spPr bwMode="auto">
            <a:xfrm rot="5094805">
              <a:off x="2195245" y="680929"/>
              <a:ext cx="11425" cy="13710"/>
            </a:xfrm>
            <a:custGeom>
              <a:avLst/>
              <a:gdLst>
                <a:gd name="T0" fmla="*/ 2 w 5"/>
                <a:gd name="T1" fmla="*/ 0 h 5"/>
                <a:gd name="T2" fmla="*/ 5 w 5"/>
                <a:gd name="T3" fmla="*/ 3 h 5"/>
                <a:gd name="T4" fmla="*/ 2 w 5"/>
                <a:gd name="T5" fmla="*/ 5 h 5"/>
                <a:gd name="T6" fmla="*/ 0 w 5"/>
                <a:gd name="T7" fmla="*/ 3 h 5"/>
                <a:gd name="T8" fmla="*/ 2 w 5"/>
                <a:gd name="T9" fmla="*/ 0 h 5"/>
              </a:gdLst>
              <a:ahLst/>
              <a:cxnLst>
                <a:cxn ang="0">
                  <a:pos x="T0" y="T1"/>
                </a:cxn>
                <a:cxn ang="0">
                  <a:pos x="T2" y="T3"/>
                </a:cxn>
                <a:cxn ang="0">
                  <a:pos x="T4" y="T5"/>
                </a:cxn>
                <a:cxn ang="0">
                  <a:pos x="T6" y="T7"/>
                </a:cxn>
                <a:cxn ang="0">
                  <a:pos x="T8" y="T9"/>
                </a:cxn>
              </a:cxnLst>
              <a:rect l="0" t="0" r="r" b="b"/>
              <a:pathLst>
                <a:path w="5" h="5">
                  <a:moveTo>
                    <a:pt x="2" y="0"/>
                  </a:moveTo>
                  <a:cubicBezTo>
                    <a:pt x="3" y="2"/>
                    <a:pt x="5" y="3"/>
                    <a:pt x="5" y="3"/>
                  </a:cubicBezTo>
                  <a:cubicBezTo>
                    <a:pt x="5" y="4"/>
                    <a:pt x="3" y="5"/>
                    <a:pt x="2" y="5"/>
                  </a:cubicBezTo>
                  <a:cubicBezTo>
                    <a:pt x="1" y="5"/>
                    <a:pt x="0" y="4"/>
                    <a:pt x="0" y="3"/>
                  </a:cubicBezTo>
                  <a:cubicBezTo>
                    <a:pt x="0" y="2"/>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6" name="Freeform 3090">
              <a:extLst>
                <a:ext uri="{FF2B5EF4-FFF2-40B4-BE49-F238E27FC236}">
                  <a16:creationId xmlns:a16="http://schemas.microsoft.com/office/drawing/2014/main" id="{13AADFF4-5E9B-0B71-DF8C-469CB117B3E6}"/>
                </a:ext>
              </a:extLst>
            </p:cNvPr>
            <p:cNvSpPr>
              <a:spLocks/>
            </p:cNvSpPr>
            <p:nvPr/>
          </p:nvSpPr>
          <p:spPr bwMode="auto">
            <a:xfrm rot="5094805">
              <a:off x="2155468" y="494058"/>
              <a:ext cx="11425" cy="9140"/>
            </a:xfrm>
            <a:custGeom>
              <a:avLst/>
              <a:gdLst>
                <a:gd name="T0" fmla="*/ 2 w 5"/>
                <a:gd name="T1" fmla="*/ 0 h 4"/>
                <a:gd name="T2" fmla="*/ 5 w 5"/>
                <a:gd name="T3" fmla="*/ 2 h 4"/>
                <a:gd name="T4" fmla="*/ 2 w 5"/>
                <a:gd name="T5" fmla="*/ 4 h 4"/>
                <a:gd name="T6" fmla="*/ 0 w 5"/>
                <a:gd name="T7" fmla="*/ 3 h 4"/>
                <a:gd name="T8" fmla="*/ 2 w 5"/>
                <a:gd name="T9" fmla="*/ 0 h 4"/>
              </a:gdLst>
              <a:ahLst/>
              <a:cxnLst>
                <a:cxn ang="0">
                  <a:pos x="T0" y="T1"/>
                </a:cxn>
                <a:cxn ang="0">
                  <a:pos x="T2" y="T3"/>
                </a:cxn>
                <a:cxn ang="0">
                  <a:pos x="T4" y="T5"/>
                </a:cxn>
                <a:cxn ang="0">
                  <a:pos x="T6" y="T7"/>
                </a:cxn>
                <a:cxn ang="0">
                  <a:pos x="T8" y="T9"/>
                </a:cxn>
              </a:cxnLst>
              <a:rect l="0" t="0" r="r" b="b"/>
              <a:pathLst>
                <a:path w="5" h="4">
                  <a:moveTo>
                    <a:pt x="2" y="0"/>
                  </a:moveTo>
                  <a:cubicBezTo>
                    <a:pt x="4" y="1"/>
                    <a:pt x="5" y="2"/>
                    <a:pt x="5" y="2"/>
                  </a:cubicBezTo>
                  <a:cubicBezTo>
                    <a:pt x="5" y="3"/>
                    <a:pt x="3" y="4"/>
                    <a:pt x="2" y="4"/>
                  </a:cubicBezTo>
                  <a:cubicBezTo>
                    <a:pt x="1" y="4"/>
                    <a:pt x="0" y="3"/>
                    <a:pt x="0" y="3"/>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7" name="Freeform 3091">
              <a:extLst>
                <a:ext uri="{FF2B5EF4-FFF2-40B4-BE49-F238E27FC236}">
                  <a16:creationId xmlns:a16="http://schemas.microsoft.com/office/drawing/2014/main" id="{EC0F9EA6-14FA-0358-25E1-6D4A4718218D}"/>
                </a:ext>
              </a:extLst>
            </p:cNvPr>
            <p:cNvSpPr>
              <a:spLocks/>
            </p:cNvSpPr>
            <p:nvPr/>
          </p:nvSpPr>
          <p:spPr bwMode="auto">
            <a:xfrm rot="5094805">
              <a:off x="2102026" y="308200"/>
              <a:ext cx="15995" cy="4570"/>
            </a:xfrm>
            <a:custGeom>
              <a:avLst/>
              <a:gdLst>
                <a:gd name="T0" fmla="*/ 6 w 6"/>
                <a:gd name="T1" fmla="*/ 0 h 2"/>
                <a:gd name="T2" fmla="*/ 3 w 6"/>
                <a:gd name="T3" fmla="*/ 2 h 2"/>
                <a:gd name="T4" fmla="*/ 0 w 6"/>
                <a:gd name="T5" fmla="*/ 2 h 2"/>
                <a:gd name="T6" fmla="*/ 2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5" y="1"/>
                    <a:pt x="4" y="2"/>
                    <a:pt x="3" y="2"/>
                  </a:cubicBezTo>
                  <a:cubicBezTo>
                    <a:pt x="2" y="2"/>
                    <a:pt x="1" y="2"/>
                    <a:pt x="0" y="2"/>
                  </a:cubicBezTo>
                  <a:cubicBezTo>
                    <a:pt x="1" y="2"/>
                    <a:pt x="1" y="1"/>
                    <a:pt x="2" y="1"/>
                  </a:cubicBezTo>
                  <a:cubicBezTo>
                    <a:pt x="3" y="0"/>
                    <a:pt x="4"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8" name="Freeform 3092">
              <a:extLst>
                <a:ext uri="{FF2B5EF4-FFF2-40B4-BE49-F238E27FC236}">
                  <a16:creationId xmlns:a16="http://schemas.microsoft.com/office/drawing/2014/main" id="{CD79B34D-51F5-00FD-2492-C44F2D5F6B41}"/>
                </a:ext>
              </a:extLst>
            </p:cNvPr>
            <p:cNvSpPr>
              <a:spLocks/>
            </p:cNvSpPr>
            <p:nvPr/>
          </p:nvSpPr>
          <p:spPr bwMode="auto">
            <a:xfrm rot="5094805">
              <a:off x="2032863" y="123953"/>
              <a:ext cx="15995" cy="4570"/>
            </a:xfrm>
            <a:custGeom>
              <a:avLst/>
              <a:gdLst>
                <a:gd name="T0" fmla="*/ 6 w 6"/>
                <a:gd name="T1" fmla="*/ 0 h 2"/>
                <a:gd name="T2" fmla="*/ 3 w 6"/>
                <a:gd name="T3" fmla="*/ 1 h 2"/>
                <a:gd name="T4" fmla="*/ 0 w 6"/>
                <a:gd name="T5" fmla="*/ 2 h 2"/>
                <a:gd name="T6" fmla="*/ 2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4" y="1"/>
                    <a:pt x="4" y="1"/>
                    <a:pt x="3" y="1"/>
                  </a:cubicBezTo>
                  <a:cubicBezTo>
                    <a:pt x="2" y="2"/>
                    <a:pt x="1" y="2"/>
                    <a:pt x="0" y="2"/>
                  </a:cubicBezTo>
                  <a:cubicBezTo>
                    <a:pt x="0" y="2"/>
                    <a:pt x="1" y="1"/>
                    <a:pt x="2" y="1"/>
                  </a:cubicBezTo>
                  <a:cubicBezTo>
                    <a:pt x="3" y="1"/>
                    <a:pt x="4"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9" name="Freeform 3093">
              <a:extLst>
                <a:ext uri="{FF2B5EF4-FFF2-40B4-BE49-F238E27FC236}">
                  <a16:creationId xmlns:a16="http://schemas.microsoft.com/office/drawing/2014/main" id="{A1F519E5-325C-4FD5-2E0F-DC125D88D451}"/>
                </a:ext>
              </a:extLst>
            </p:cNvPr>
            <p:cNvSpPr>
              <a:spLocks/>
            </p:cNvSpPr>
            <p:nvPr/>
          </p:nvSpPr>
          <p:spPr bwMode="auto">
            <a:xfrm rot="5094805">
              <a:off x="1943120" y="-60649"/>
              <a:ext cx="13710" cy="6855"/>
            </a:xfrm>
            <a:custGeom>
              <a:avLst/>
              <a:gdLst>
                <a:gd name="T0" fmla="*/ 6 w 6"/>
                <a:gd name="T1" fmla="*/ 0 h 3"/>
                <a:gd name="T2" fmla="*/ 2 w 6"/>
                <a:gd name="T3" fmla="*/ 2 h 3"/>
                <a:gd name="T4" fmla="*/ 0 w 6"/>
                <a:gd name="T5" fmla="*/ 3 h 3"/>
                <a:gd name="T6" fmla="*/ 2 w 6"/>
                <a:gd name="T7" fmla="*/ 1 h 3"/>
                <a:gd name="T8" fmla="*/ 6 w 6"/>
                <a:gd name="T9" fmla="*/ 0 h 3"/>
              </a:gdLst>
              <a:ahLst/>
              <a:cxnLst>
                <a:cxn ang="0">
                  <a:pos x="T0" y="T1"/>
                </a:cxn>
                <a:cxn ang="0">
                  <a:pos x="T2" y="T3"/>
                </a:cxn>
                <a:cxn ang="0">
                  <a:pos x="T4" y="T5"/>
                </a:cxn>
                <a:cxn ang="0">
                  <a:pos x="T6" y="T7"/>
                </a:cxn>
                <a:cxn ang="0">
                  <a:pos x="T8" y="T9"/>
                </a:cxn>
              </a:cxnLst>
              <a:rect l="0" t="0" r="r" b="b"/>
              <a:pathLst>
                <a:path w="6" h="3">
                  <a:moveTo>
                    <a:pt x="6" y="0"/>
                  </a:moveTo>
                  <a:cubicBezTo>
                    <a:pt x="4" y="1"/>
                    <a:pt x="3" y="1"/>
                    <a:pt x="2" y="2"/>
                  </a:cubicBezTo>
                  <a:cubicBezTo>
                    <a:pt x="1" y="2"/>
                    <a:pt x="0" y="3"/>
                    <a:pt x="0" y="3"/>
                  </a:cubicBezTo>
                  <a:cubicBezTo>
                    <a:pt x="0" y="2"/>
                    <a:pt x="1" y="2"/>
                    <a:pt x="2" y="1"/>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0" name="Freeform 3114">
              <a:extLst>
                <a:ext uri="{FF2B5EF4-FFF2-40B4-BE49-F238E27FC236}">
                  <a16:creationId xmlns:a16="http://schemas.microsoft.com/office/drawing/2014/main" id="{97DD70DA-21C8-5C4E-AEFC-4EB78570E29A}"/>
                </a:ext>
              </a:extLst>
            </p:cNvPr>
            <p:cNvSpPr>
              <a:spLocks/>
            </p:cNvSpPr>
            <p:nvPr/>
          </p:nvSpPr>
          <p:spPr bwMode="auto">
            <a:xfrm rot="5094805">
              <a:off x="3356122" y="6827634"/>
              <a:ext cx="11425" cy="15995"/>
            </a:xfrm>
            <a:custGeom>
              <a:avLst/>
              <a:gdLst>
                <a:gd name="T0" fmla="*/ 2 w 5"/>
                <a:gd name="T1" fmla="*/ 0 h 6"/>
                <a:gd name="T2" fmla="*/ 5 w 5"/>
                <a:gd name="T3" fmla="*/ 2 h 6"/>
                <a:gd name="T4" fmla="*/ 2 w 5"/>
                <a:gd name="T5" fmla="*/ 5 h 6"/>
                <a:gd name="T6" fmla="*/ 0 w 5"/>
                <a:gd name="T7" fmla="*/ 4 h 6"/>
                <a:gd name="T8" fmla="*/ 2 w 5"/>
                <a:gd name="T9" fmla="*/ 0 h 6"/>
              </a:gdLst>
              <a:ahLst/>
              <a:cxnLst>
                <a:cxn ang="0">
                  <a:pos x="T0" y="T1"/>
                </a:cxn>
                <a:cxn ang="0">
                  <a:pos x="T2" y="T3"/>
                </a:cxn>
                <a:cxn ang="0">
                  <a:pos x="T4" y="T5"/>
                </a:cxn>
                <a:cxn ang="0">
                  <a:pos x="T6" y="T7"/>
                </a:cxn>
                <a:cxn ang="0">
                  <a:pos x="T8" y="T9"/>
                </a:cxn>
              </a:cxnLst>
              <a:rect l="0" t="0" r="r" b="b"/>
              <a:pathLst>
                <a:path w="5" h="6">
                  <a:moveTo>
                    <a:pt x="2" y="0"/>
                  </a:moveTo>
                  <a:cubicBezTo>
                    <a:pt x="3" y="1"/>
                    <a:pt x="5" y="1"/>
                    <a:pt x="5" y="2"/>
                  </a:cubicBezTo>
                  <a:cubicBezTo>
                    <a:pt x="4" y="3"/>
                    <a:pt x="3" y="5"/>
                    <a:pt x="2" y="5"/>
                  </a:cubicBezTo>
                  <a:cubicBezTo>
                    <a:pt x="1" y="6"/>
                    <a:pt x="0" y="5"/>
                    <a:pt x="0" y="4"/>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1" name="Freeform 3115">
              <a:extLst>
                <a:ext uri="{FF2B5EF4-FFF2-40B4-BE49-F238E27FC236}">
                  <a16:creationId xmlns:a16="http://schemas.microsoft.com/office/drawing/2014/main" id="{1B80BC83-1B3F-D3B6-1518-C87BAB029CA1}"/>
                </a:ext>
              </a:extLst>
            </p:cNvPr>
            <p:cNvSpPr>
              <a:spLocks/>
            </p:cNvSpPr>
            <p:nvPr/>
          </p:nvSpPr>
          <p:spPr bwMode="auto">
            <a:xfrm rot="5094805">
              <a:off x="2538627" y="3979834"/>
              <a:ext cx="18280" cy="22850"/>
            </a:xfrm>
            <a:custGeom>
              <a:avLst/>
              <a:gdLst>
                <a:gd name="T0" fmla="*/ 7 w 7"/>
                <a:gd name="T1" fmla="*/ 4 h 9"/>
                <a:gd name="T2" fmla="*/ 3 w 7"/>
                <a:gd name="T3" fmla="*/ 9 h 9"/>
                <a:gd name="T4" fmla="*/ 0 w 7"/>
                <a:gd name="T5" fmla="*/ 4 h 9"/>
                <a:gd name="T6" fmla="*/ 3 w 7"/>
                <a:gd name="T7" fmla="*/ 0 h 9"/>
                <a:gd name="T8" fmla="*/ 7 w 7"/>
                <a:gd name="T9" fmla="*/ 4 h 9"/>
              </a:gdLst>
              <a:ahLst/>
              <a:cxnLst>
                <a:cxn ang="0">
                  <a:pos x="T0" y="T1"/>
                </a:cxn>
                <a:cxn ang="0">
                  <a:pos x="T2" y="T3"/>
                </a:cxn>
                <a:cxn ang="0">
                  <a:pos x="T4" y="T5"/>
                </a:cxn>
                <a:cxn ang="0">
                  <a:pos x="T6" y="T7"/>
                </a:cxn>
                <a:cxn ang="0">
                  <a:pos x="T8" y="T9"/>
                </a:cxn>
              </a:cxnLst>
              <a:rect l="0" t="0" r="r" b="b"/>
              <a:pathLst>
                <a:path w="7" h="9">
                  <a:moveTo>
                    <a:pt x="7" y="4"/>
                  </a:moveTo>
                  <a:cubicBezTo>
                    <a:pt x="5" y="6"/>
                    <a:pt x="4" y="9"/>
                    <a:pt x="3" y="9"/>
                  </a:cubicBezTo>
                  <a:cubicBezTo>
                    <a:pt x="2" y="8"/>
                    <a:pt x="1" y="6"/>
                    <a:pt x="0" y="4"/>
                  </a:cubicBezTo>
                  <a:cubicBezTo>
                    <a:pt x="1" y="3"/>
                    <a:pt x="2" y="0"/>
                    <a:pt x="3" y="0"/>
                  </a:cubicBezTo>
                  <a:cubicBezTo>
                    <a:pt x="4" y="0"/>
                    <a:pt x="5" y="2"/>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2" name="Freeform 3116">
              <a:extLst>
                <a:ext uri="{FF2B5EF4-FFF2-40B4-BE49-F238E27FC236}">
                  <a16:creationId xmlns:a16="http://schemas.microsoft.com/office/drawing/2014/main" id="{F8C32C28-033D-324B-4A72-4B47BB48D258}"/>
                </a:ext>
              </a:extLst>
            </p:cNvPr>
            <p:cNvSpPr>
              <a:spLocks/>
            </p:cNvSpPr>
            <p:nvPr/>
          </p:nvSpPr>
          <p:spPr bwMode="auto">
            <a:xfrm rot="5094805">
              <a:off x="2586476" y="4171805"/>
              <a:ext cx="15995" cy="18280"/>
            </a:xfrm>
            <a:custGeom>
              <a:avLst/>
              <a:gdLst>
                <a:gd name="T0" fmla="*/ 6 w 6"/>
                <a:gd name="T1" fmla="*/ 2 h 7"/>
                <a:gd name="T2" fmla="*/ 3 w 6"/>
                <a:gd name="T3" fmla="*/ 7 h 7"/>
                <a:gd name="T4" fmla="*/ 0 w 6"/>
                <a:gd name="T5" fmla="*/ 5 h 7"/>
                <a:gd name="T6" fmla="*/ 2 w 6"/>
                <a:gd name="T7" fmla="*/ 0 h 7"/>
                <a:gd name="T8" fmla="*/ 6 w 6"/>
                <a:gd name="T9" fmla="*/ 2 h 7"/>
              </a:gdLst>
              <a:ahLst/>
              <a:cxnLst>
                <a:cxn ang="0">
                  <a:pos x="T0" y="T1"/>
                </a:cxn>
                <a:cxn ang="0">
                  <a:pos x="T2" y="T3"/>
                </a:cxn>
                <a:cxn ang="0">
                  <a:pos x="T4" y="T5"/>
                </a:cxn>
                <a:cxn ang="0">
                  <a:pos x="T6" y="T7"/>
                </a:cxn>
                <a:cxn ang="0">
                  <a:pos x="T8" y="T9"/>
                </a:cxn>
              </a:cxnLst>
              <a:rect l="0" t="0" r="r" b="b"/>
              <a:pathLst>
                <a:path w="6" h="7">
                  <a:moveTo>
                    <a:pt x="6" y="2"/>
                  </a:moveTo>
                  <a:cubicBezTo>
                    <a:pt x="5" y="4"/>
                    <a:pt x="4" y="7"/>
                    <a:pt x="3" y="7"/>
                  </a:cubicBezTo>
                  <a:cubicBezTo>
                    <a:pt x="2" y="7"/>
                    <a:pt x="1" y="6"/>
                    <a:pt x="0" y="5"/>
                  </a:cubicBezTo>
                  <a:cubicBezTo>
                    <a:pt x="1" y="3"/>
                    <a:pt x="1" y="1"/>
                    <a:pt x="2" y="0"/>
                  </a:cubicBezTo>
                  <a:cubicBezTo>
                    <a:pt x="3" y="0"/>
                    <a:pt x="4" y="1"/>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3" name="Freeform 3117">
              <a:extLst>
                <a:ext uri="{FF2B5EF4-FFF2-40B4-BE49-F238E27FC236}">
                  <a16:creationId xmlns:a16="http://schemas.microsoft.com/office/drawing/2014/main" id="{A1F6EC33-31B4-20F6-42C3-0530B4D6E2B6}"/>
                </a:ext>
              </a:extLst>
            </p:cNvPr>
            <p:cNvSpPr>
              <a:spLocks/>
            </p:cNvSpPr>
            <p:nvPr/>
          </p:nvSpPr>
          <p:spPr bwMode="auto">
            <a:xfrm rot="5094805">
              <a:off x="2636804" y="4363565"/>
              <a:ext cx="13710" cy="18280"/>
            </a:xfrm>
            <a:custGeom>
              <a:avLst/>
              <a:gdLst>
                <a:gd name="T0" fmla="*/ 6 w 6"/>
                <a:gd name="T1" fmla="*/ 3 h 7"/>
                <a:gd name="T2" fmla="*/ 3 w 6"/>
                <a:gd name="T3" fmla="*/ 7 h 7"/>
                <a:gd name="T4" fmla="*/ 0 w 6"/>
                <a:gd name="T5" fmla="*/ 5 h 7"/>
                <a:gd name="T6" fmla="*/ 2 w 6"/>
                <a:gd name="T7" fmla="*/ 1 h 7"/>
                <a:gd name="T8" fmla="*/ 6 w 6"/>
                <a:gd name="T9" fmla="*/ 3 h 7"/>
              </a:gdLst>
              <a:ahLst/>
              <a:cxnLst>
                <a:cxn ang="0">
                  <a:pos x="T0" y="T1"/>
                </a:cxn>
                <a:cxn ang="0">
                  <a:pos x="T2" y="T3"/>
                </a:cxn>
                <a:cxn ang="0">
                  <a:pos x="T4" y="T5"/>
                </a:cxn>
                <a:cxn ang="0">
                  <a:pos x="T6" y="T7"/>
                </a:cxn>
                <a:cxn ang="0">
                  <a:pos x="T8" y="T9"/>
                </a:cxn>
              </a:cxnLst>
              <a:rect l="0" t="0" r="r" b="b"/>
              <a:pathLst>
                <a:path w="6" h="7">
                  <a:moveTo>
                    <a:pt x="6" y="3"/>
                  </a:moveTo>
                  <a:cubicBezTo>
                    <a:pt x="5" y="5"/>
                    <a:pt x="4" y="7"/>
                    <a:pt x="3" y="7"/>
                  </a:cubicBezTo>
                  <a:cubicBezTo>
                    <a:pt x="2" y="7"/>
                    <a:pt x="1" y="6"/>
                    <a:pt x="0" y="5"/>
                  </a:cubicBezTo>
                  <a:cubicBezTo>
                    <a:pt x="0" y="4"/>
                    <a:pt x="1" y="1"/>
                    <a:pt x="2" y="1"/>
                  </a:cubicBezTo>
                  <a:cubicBezTo>
                    <a:pt x="3" y="0"/>
                    <a:pt x="4" y="2"/>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4" name="Freeform 3118">
              <a:extLst>
                <a:ext uri="{FF2B5EF4-FFF2-40B4-BE49-F238E27FC236}">
                  <a16:creationId xmlns:a16="http://schemas.microsoft.com/office/drawing/2014/main" id="{5FAFDEE2-A0D3-83F7-E50D-F5C4447F6082}"/>
                </a:ext>
              </a:extLst>
            </p:cNvPr>
            <p:cNvSpPr>
              <a:spLocks/>
            </p:cNvSpPr>
            <p:nvPr/>
          </p:nvSpPr>
          <p:spPr bwMode="auto">
            <a:xfrm rot="5094805">
              <a:off x="2683409" y="4552113"/>
              <a:ext cx="13710" cy="18280"/>
            </a:xfrm>
            <a:custGeom>
              <a:avLst/>
              <a:gdLst>
                <a:gd name="T0" fmla="*/ 3 w 6"/>
                <a:gd name="T1" fmla="*/ 7 h 7"/>
                <a:gd name="T2" fmla="*/ 0 w 6"/>
                <a:gd name="T3" fmla="*/ 3 h 7"/>
                <a:gd name="T4" fmla="*/ 3 w 6"/>
                <a:gd name="T5" fmla="*/ 0 h 7"/>
                <a:gd name="T6" fmla="*/ 6 w 6"/>
                <a:gd name="T7" fmla="*/ 3 h 7"/>
                <a:gd name="T8" fmla="*/ 3 w 6"/>
                <a:gd name="T9" fmla="*/ 7 h 7"/>
              </a:gdLst>
              <a:ahLst/>
              <a:cxnLst>
                <a:cxn ang="0">
                  <a:pos x="T0" y="T1"/>
                </a:cxn>
                <a:cxn ang="0">
                  <a:pos x="T2" y="T3"/>
                </a:cxn>
                <a:cxn ang="0">
                  <a:pos x="T4" y="T5"/>
                </a:cxn>
                <a:cxn ang="0">
                  <a:pos x="T6" y="T7"/>
                </a:cxn>
                <a:cxn ang="0">
                  <a:pos x="T8" y="T9"/>
                </a:cxn>
              </a:cxnLst>
              <a:rect l="0" t="0" r="r" b="b"/>
              <a:pathLst>
                <a:path w="6" h="7">
                  <a:moveTo>
                    <a:pt x="3" y="7"/>
                  </a:moveTo>
                  <a:cubicBezTo>
                    <a:pt x="2" y="5"/>
                    <a:pt x="0" y="4"/>
                    <a:pt x="0" y="3"/>
                  </a:cubicBezTo>
                  <a:cubicBezTo>
                    <a:pt x="1" y="1"/>
                    <a:pt x="2" y="0"/>
                    <a:pt x="3" y="0"/>
                  </a:cubicBezTo>
                  <a:cubicBezTo>
                    <a:pt x="4" y="0"/>
                    <a:pt x="6" y="2"/>
                    <a:pt x="6" y="3"/>
                  </a:cubicBezTo>
                  <a:cubicBezTo>
                    <a:pt x="6" y="4"/>
                    <a:pt x="4" y="5"/>
                    <a:pt x="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5" name="Freeform 3119">
              <a:extLst>
                <a:ext uri="{FF2B5EF4-FFF2-40B4-BE49-F238E27FC236}">
                  <a16:creationId xmlns:a16="http://schemas.microsoft.com/office/drawing/2014/main" id="{4A856CA3-2834-4316-5C9D-12E524AFE80B}"/>
                </a:ext>
              </a:extLst>
            </p:cNvPr>
            <p:cNvSpPr>
              <a:spLocks/>
            </p:cNvSpPr>
            <p:nvPr/>
          </p:nvSpPr>
          <p:spPr bwMode="auto">
            <a:xfrm rot="5094805">
              <a:off x="2734768" y="4742533"/>
              <a:ext cx="13710" cy="18280"/>
            </a:xfrm>
            <a:custGeom>
              <a:avLst/>
              <a:gdLst>
                <a:gd name="T0" fmla="*/ 3 w 5"/>
                <a:gd name="T1" fmla="*/ 7 h 7"/>
                <a:gd name="T2" fmla="*/ 0 w 5"/>
                <a:gd name="T3" fmla="*/ 3 h 7"/>
                <a:gd name="T4" fmla="*/ 3 w 5"/>
                <a:gd name="T5" fmla="*/ 0 h 7"/>
                <a:gd name="T6" fmla="*/ 5 w 5"/>
                <a:gd name="T7" fmla="*/ 3 h 7"/>
                <a:gd name="T8" fmla="*/ 3 w 5"/>
                <a:gd name="T9" fmla="*/ 7 h 7"/>
              </a:gdLst>
              <a:ahLst/>
              <a:cxnLst>
                <a:cxn ang="0">
                  <a:pos x="T0" y="T1"/>
                </a:cxn>
                <a:cxn ang="0">
                  <a:pos x="T2" y="T3"/>
                </a:cxn>
                <a:cxn ang="0">
                  <a:pos x="T4" y="T5"/>
                </a:cxn>
                <a:cxn ang="0">
                  <a:pos x="T6" y="T7"/>
                </a:cxn>
                <a:cxn ang="0">
                  <a:pos x="T8" y="T9"/>
                </a:cxn>
              </a:cxnLst>
              <a:rect l="0" t="0" r="r" b="b"/>
              <a:pathLst>
                <a:path w="5" h="7">
                  <a:moveTo>
                    <a:pt x="3" y="7"/>
                  </a:moveTo>
                  <a:cubicBezTo>
                    <a:pt x="1" y="5"/>
                    <a:pt x="0" y="4"/>
                    <a:pt x="0" y="3"/>
                  </a:cubicBezTo>
                  <a:cubicBezTo>
                    <a:pt x="0" y="2"/>
                    <a:pt x="2" y="0"/>
                    <a:pt x="3" y="0"/>
                  </a:cubicBezTo>
                  <a:cubicBezTo>
                    <a:pt x="4" y="1"/>
                    <a:pt x="5" y="2"/>
                    <a:pt x="5" y="3"/>
                  </a:cubicBezTo>
                  <a:cubicBezTo>
                    <a:pt x="5" y="4"/>
                    <a:pt x="4" y="5"/>
                    <a:pt x="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6" name="Freeform 3120">
              <a:extLst>
                <a:ext uri="{FF2B5EF4-FFF2-40B4-BE49-F238E27FC236}">
                  <a16:creationId xmlns:a16="http://schemas.microsoft.com/office/drawing/2014/main" id="{966BE058-D28B-AABF-96A5-39B45363014B}"/>
                </a:ext>
              </a:extLst>
            </p:cNvPr>
            <p:cNvSpPr>
              <a:spLocks/>
            </p:cNvSpPr>
            <p:nvPr/>
          </p:nvSpPr>
          <p:spPr bwMode="auto">
            <a:xfrm rot="5094805">
              <a:off x="2784055" y="4937715"/>
              <a:ext cx="13710" cy="13710"/>
            </a:xfrm>
            <a:custGeom>
              <a:avLst/>
              <a:gdLst>
                <a:gd name="T0" fmla="*/ 6 w 6"/>
                <a:gd name="T1" fmla="*/ 1 h 5"/>
                <a:gd name="T2" fmla="*/ 3 w 6"/>
                <a:gd name="T3" fmla="*/ 5 h 5"/>
                <a:gd name="T4" fmla="*/ 0 w 6"/>
                <a:gd name="T5" fmla="*/ 3 h 5"/>
                <a:gd name="T6" fmla="*/ 2 w 6"/>
                <a:gd name="T7" fmla="*/ 0 h 5"/>
                <a:gd name="T8" fmla="*/ 6 w 6"/>
                <a:gd name="T9" fmla="*/ 1 h 5"/>
              </a:gdLst>
              <a:ahLst/>
              <a:cxnLst>
                <a:cxn ang="0">
                  <a:pos x="T0" y="T1"/>
                </a:cxn>
                <a:cxn ang="0">
                  <a:pos x="T2" y="T3"/>
                </a:cxn>
                <a:cxn ang="0">
                  <a:pos x="T4" y="T5"/>
                </a:cxn>
                <a:cxn ang="0">
                  <a:pos x="T6" y="T7"/>
                </a:cxn>
                <a:cxn ang="0">
                  <a:pos x="T8" y="T9"/>
                </a:cxn>
              </a:cxnLst>
              <a:rect l="0" t="0" r="r" b="b"/>
              <a:pathLst>
                <a:path w="6" h="5">
                  <a:moveTo>
                    <a:pt x="6" y="1"/>
                  </a:moveTo>
                  <a:cubicBezTo>
                    <a:pt x="5" y="3"/>
                    <a:pt x="4" y="4"/>
                    <a:pt x="3" y="5"/>
                  </a:cubicBezTo>
                  <a:cubicBezTo>
                    <a:pt x="2" y="5"/>
                    <a:pt x="1" y="4"/>
                    <a:pt x="0" y="3"/>
                  </a:cubicBezTo>
                  <a:cubicBezTo>
                    <a:pt x="0" y="2"/>
                    <a:pt x="1" y="0"/>
                    <a:pt x="2" y="0"/>
                  </a:cubicBezTo>
                  <a:cubicBezTo>
                    <a:pt x="3" y="0"/>
                    <a:pt x="4"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7" name="Freeform 3121">
              <a:extLst>
                <a:ext uri="{FF2B5EF4-FFF2-40B4-BE49-F238E27FC236}">
                  <a16:creationId xmlns:a16="http://schemas.microsoft.com/office/drawing/2014/main" id="{9E179E21-BACD-3414-18CA-E00BB261DC08}"/>
                </a:ext>
              </a:extLst>
            </p:cNvPr>
            <p:cNvSpPr>
              <a:spLocks/>
            </p:cNvSpPr>
            <p:nvPr/>
          </p:nvSpPr>
          <p:spPr bwMode="auto">
            <a:xfrm rot="5094805">
              <a:off x="2828577" y="5128540"/>
              <a:ext cx="18280" cy="13710"/>
            </a:xfrm>
            <a:custGeom>
              <a:avLst/>
              <a:gdLst>
                <a:gd name="T0" fmla="*/ 7 w 7"/>
                <a:gd name="T1" fmla="*/ 2 h 5"/>
                <a:gd name="T2" fmla="*/ 3 w 7"/>
                <a:gd name="T3" fmla="*/ 5 h 5"/>
                <a:gd name="T4" fmla="*/ 0 w 7"/>
                <a:gd name="T5" fmla="*/ 3 h 5"/>
                <a:gd name="T6" fmla="*/ 3 w 7"/>
                <a:gd name="T7" fmla="*/ 0 h 5"/>
                <a:gd name="T8" fmla="*/ 7 w 7"/>
                <a:gd name="T9" fmla="*/ 2 h 5"/>
              </a:gdLst>
              <a:ahLst/>
              <a:cxnLst>
                <a:cxn ang="0">
                  <a:pos x="T0" y="T1"/>
                </a:cxn>
                <a:cxn ang="0">
                  <a:pos x="T2" y="T3"/>
                </a:cxn>
                <a:cxn ang="0">
                  <a:pos x="T4" y="T5"/>
                </a:cxn>
                <a:cxn ang="0">
                  <a:pos x="T6" y="T7"/>
                </a:cxn>
                <a:cxn ang="0">
                  <a:pos x="T8" y="T9"/>
                </a:cxn>
              </a:cxnLst>
              <a:rect l="0" t="0" r="r" b="b"/>
              <a:pathLst>
                <a:path w="7" h="5">
                  <a:moveTo>
                    <a:pt x="7" y="2"/>
                  </a:moveTo>
                  <a:cubicBezTo>
                    <a:pt x="5" y="3"/>
                    <a:pt x="4" y="5"/>
                    <a:pt x="3" y="5"/>
                  </a:cubicBezTo>
                  <a:cubicBezTo>
                    <a:pt x="2" y="5"/>
                    <a:pt x="1" y="3"/>
                    <a:pt x="0" y="3"/>
                  </a:cubicBezTo>
                  <a:cubicBezTo>
                    <a:pt x="1" y="2"/>
                    <a:pt x="2" y="1"/>
                    <a:pt x="3" y="0"/>
                  </a:cubicBezTo>
                  <a:cubicBezTo>
                    <a:pt x="4" y="0"/>
                    <a:pt x="5" y="1"/>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8" name="Freeform 3122">
              <a:extLst>
                <a:ext uri="{FF2B5EF4-FFF2-40B4-BE49-F238E27FC236}">
                  <a16:creationId xmlns:a16="http://schemas.microsoft.com/office/drawing/2014/main" id="{27008B78-25F2-F129-5F1E-F83FA0BB62E5}"/>
                </a:ext>
              </a:extLst>
            </p:cNvPr>
            <p:cNvSpPr>
              <a:spLocks/>
            </p:cNvSpPr>
            <p:nvPr/>
          </p:nvSpPr>
          <p:spPr bwMode="auto">
            <a:xfrm rot="5094805">
              <a:off x="2871874" y="5320917"/>
              <a:ext cx="15995" cy="9140"/>
            </a:xfrm>
            <a:custGeom>
              <a:avLst/>
              <a:gdLst>
                <a:gd name="T0" fmla="*/ 6 w 6"/>
                <a:gd name="T1" fmla="*/ 1 h 4"/>
                <a:gd name="T2" fmla="*/ 3 w 6"/>
                <a:gd name="T3" fmla="*/ 4 h 4"/>
                <a:gd name="T4" fmla="*/ 0 w 6"/>
                <a:gd name="T5" fmla="*/ 3 h 4"/>
                <a:gd name="T6" fmla="*/ 2 w 6"/>
                <a:gd name="T7" fmla="*/ 1 h 4"/>
                <a:gd name="T8" fmla="*/ 6 w 6"/>
                <a:gd name="T9" fmla="*/ 1 h 4"/>
              </a:gdLst>
              <a:ahLst/>
              <a:cxnLst>
                <a:cxn ang="0">
                  <a:pos x="T0" y="T1"/>
                </a:cxn>
                <a:cxn ang="0">
                  <a:pos x="T2" y="T3"/>
                </a:cxn>
                <a:cxn ang="0">
                  <a:pos x="T4" y="T5"/>
                </a:cxn>
                <a:cxn ang="0">
                  <a:pos x="T6" y="T7"/>
                </a:cxn>
                <a:cxn ang="0">
                  <a:pos x="T8" y="T9"/>
                </a:cxn>
              </a:cxnLst>
              <a:rect l="0" t="0" r="r" b="b"/>
              <a:pathLst>
                <a:path w="6" h="4">
                  <a:moveTo>
                    <a:pt x="6" y="1"/>
                  </a:moveTo>
                  <a:cubicBezTo>
                    <a:pt x="5" y="2"/>
                    <a:pt x="4" y="4"/>
                    <a:pt x="3" y="4"/>
                  </a:cubicBezTo>
                  <a:cubicBezTo>
                    <a:pt x="3" y="4"/>
                    <a:pt x="1" y="3"/>
                    <a:pt x="0" y="3"/>
                  </a:cubicBezTo>
                  <a:cubicBezTo>
                    <a:pt x="1" y="2"/>
                    <a:pt x="1" y="1"/>
                    <a:pt x="2" y="1"/>
                  </a:cubicBezTo>
                  <a:cubicBezTo>
                    <a:pt x="3" y="0"/>
                    <a:pt x="5"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9" name="Freeform 3123">
              <a:extLst>
                <a:ext uri="{FF2B5EF4-FFF2-40B4-BE49-F238E27FC236}">
                  <a16:creationId xmlns:a16="http://schemas.microsoft.com/office/drawing/2014/main" id="{B2641F7E-17B6-FD53-C40B-3841E213D910}"/>
                </a:ext>
              </a:extLst>
            </p:cNvPr>
            <p:cNvSpPr>
              <a:spLocks/>
            </p:cNvSpPr>
            <p:nvPr/>
          </p:nvSpPr>
          <p:spPr bwMode="auto">
            <a:xfrm rot="5094805">
              <a:off x="2911960" y="5514731"/>
              <a:ext cx="13710" cy="6855"/>
            </a:xfrm>
            <a:custGeom>
              <a:avLst/>
              <a:gdLst>
                <a:gd name="T0" fmla="*/ 6 w 6"/>
                <a:gd name="T1" fmla="*/ 1 h 3"/>
                <a:gd name="T2" fmla="*/ 3 w 6"/>
                <a:gd name="T3" fmla="*/ 3 h 3"/>
                <a:gd name="T4" fmla="*/ 0 w 6"/>
                <a:gd name="T5" fmla="*/ 1 h 3"/>
                <a:gd name="T6" fmla="*/ 3 w 6"/>
                <a:gd name="T7" fmla="*/ 0 h 3"/>
                <a:gd name="T8" fmla="*/ 6 w 6"/>
                <a:gd name="T9" fmla="*/ 1 h 3"/>
              </a:gdLst>
              <a:ahLst/>
              <a:cxnLst>
                <a:cxn ang="0">
                  <a:pos x="T0" y="T1"/>
                </a:cxn>
                <a:cxn ang="0">
                  <a:pos x="T2" y="T3"/>
                </a:cxn>
                <a:cxn ang="0">
                  <a:pos x="T4" y="T5"/>
                </a:cxn>
                <a:cxn ang="0">
                  <a:pos x="T6" y="T7"/>
                </a:cxn>
                <a:cxn ang="0">
                  <a:pos x="T8" y="T9"/>
                </a:cxn>
              </a:cxnLst>
              <a:rect l="0" t="0" r="r" b="b"/>
              <a:pathLst>
                <a:path w="6" h="3">
                  <a:moveTo>
                    <a:pt x="6" y="1"/>
                  </a:moveTo>
                  <a:cubicBezTo>
                    <a:pt x="5" y="2"/>
                    <a:pt x="4" y="3"/>
                    <a:pt x="3" y="3"/>
                  </a:cubicBezTo>
                  <a:cubicBezTo>
                    <a:pt x="2" y="3"/>
                    <a:pt x="1" y="2"/>
                    <a:pt x="0" y="1"/>
                  </a:cubicBezTo>
                  <a:cubicBezTo>
                    <a:pt x="1" y="1"/>
                    <a:pt x="2" y="0"/>
                    <a:pt x="3" y="0"/>
                  </a:cubicBezTo>
                  <a:cubicBezTo>
                    <a:pt x="4" y="0"/>
                    <a:pt x="5"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0" name="Freeform 3124">
              <a:extLst>
                <a:ext uri="{FF2B5EF4-FFF2-40B4-BE49-F238E27FC236}">
                  <a16:creationId xmlns:a16="http://schemas.microsoft.com/office/drawing/2014/main" id="{74032AF2-6CBE-B3B8-9258-5BA1C65516EC}"/>
                </a:ext>
              </a:extLst>
            </p:cNvPr>
            <p:cNvSpPr>
              <a:spLocks/>
            </p:cNvSpPr>
            <p:nvPr/>
          </p:nvSpPr>
          <p:spPr bwMode="auto">
            <a:xfrm rot="5094805">
              <a:off x="2947291" y="5704389"/>
              <a:ext cx="11425" cy="9140"/>
            </a:xfrm>
            <a:custGeom>
              <a:avLst/>
              <a:gdLst>
                <a:gd name="T0" fmla="*/ 2 w 5"/>
                <a:gd name="T1" fmla="*/ 3 h 3"/>
                <a:gd name="T2" fmla="*/ 0 w 5"/>
                <a:gd name="T3" fmla="*/ 1 h 3"/>
                <a:gd name="T4" fmla="*/ 3 w 5"/>
                <a:gd name="T5" fmla="*/ 0 h 3"/>
                <a:gd name="T6" fmla="*/ 5 w 5"/>
                <a:gd name="T7" fmla="*/ 1 h 3"/>
                <a:gd name="T8" fmla="*/ 2 w 5"/>
                <a:gd name="T9" fmla="*/ 3 h 3"/>
              </a:gdLst>
              <a:ahLst/>
              <a:cxnLst>
                <a:cxn ang="0">
                  <a:pos x="T0" y="T1"/>
                </a:cxn>
                <a:cxn ang="0">
                  <a:pos x="T2" y="T3"/>
                </a:cxn>
                <a:cxn ang="0">
                  <a:pos x="T4" y="T5"/>
                </a:cxn>
                <a:cxn ang="0">
                  <a:pos x="T6" y="T7"/>
                </a:cxn>
                <a:cxn ang="0">
                  <a:pos x="T8" y="T9"/>
                </a:cxn>
              </a:cxnLst>
              <a:rect l="0" t="0" r="r" b="b"/>
              <a:pathLst>
                <a:path w="5" h="3">
                  <a:moveTo>
                    <a:pt x="2" y="3"/>
                  </a:moveTo>
                  <a:cubicBezTo>
                    <a:pt x="1" y="2"/>
                    <a:pt x="0" y="1"/>
                    <a:pt x="0" y="1"/>
                  </a:cubicBezTo>
                  <a:cubicBezTo>
                    <a:pt x="0" y="1"/>
                    <a:pt x="2" y="0"/>
                    <a:pt x="3" y="0"/>
                  </a:cubicBezTo>
                  <a:cubicBezTo>
                    <a:pt x="4" y="0"/>
                    <a:pt x="5" y="1"/>
                    <a:pt x="5" y="1"/>
                  </a:cubicBezTo>
                  <a:cubicBezTo>
                    <a:pt x="5" y="1"/>
                    <a:pt x="3"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1" name="Freeform 3125">
              <a:extLst>
                <a:ext uri="{FF2B5EF4-FFF2-40B4-BE49-F238E27FC236}">
                  <a16:creationId xmlns:a16="http://schemas.microsoft.com/office/drawing/2014/main" id="{47765BDD-8CE1-0887-D94F-607B3D76429E}"/>
                </a:ext>
              </a:extLst>
            </p:cNvPr>
            <p:cNvSpPr>
              <a:spLocks/>
            </p:cNvSpPr>
            <p:nvPr/>
          </p:nvSpPr>
          <p:spPr bwMode="auto">
            <a:xfrm rot="5094805">
              <a:off x="2978360" y="5900990"/>
              <a:ext cx="15995" cy="4570"/>
            </a:xfrm>
            <a:custGeom>
              <a:avLst/>
              <a:gdLst>
                <a:gd name="T0" fmla="*/ 6 w 6"/>
                <a:gd name="T1" fmla="*/ 1 h 2"/>
                <a:gd name="T2" fmla="*/ 2 w 6"/>
                <a:gd name="T3" fmla="*/ 2 h 2"/>
                <a:gd name="T4" fmla="*/ 0 w 6"/>
                <a:gd name="T5" fmla="*/ 1 h 2"/>
                <a:gd name="T6" fmla="*/ 2 w 6"/>
                <a:gd name="T7" fmla="*/ 0 h 2"/>
                <a:gd name="T8" fmla="*/ 6 w 6"/>
                <a:gd name="T9" fmla="*/ 1 h 2"/>
              </a:gdLst>
              <a:ahLst/>
              <a:cxnLst>
                <a:cxn ang="0">
                  <a:pos x="T0" y="T1"/>
                </a:cxn>
                <a:cxn ang="0">
                  <a:pos x="T2" y="T3"/>
                </a:cxn>
                <a:cxn ang="0">
                  <a:pos x="T4" y="T5"/>
                </a:cxn>
                <a:cxn ang="0">
                  <a:pos x="T6" y="T7"/>
                </a:cxn>
                <a:cxn ang="0">
                  <a:pos x="T8" y="T9"/>
                </a:cxn>
              </a:cxnLst>
              <a:rect l="0" t="0" r="r" b="b"/>
              <a:pathLst>
                <a:path w="6" h="2">
                  <a:moveTo>
                    <a:pt x="6" y="1"/>
                  </a:moveTo>
                  <a:cubicBezTo>
                    <a:pt x="4" y="1"/>
                    <a:pt x="3" y="2"/>
                    <a:pt x="2" y="2"/>
                  </a:cubicBezTo>
                  <a:cubicBezTo>
                    <a:pt x="1" y="2"/>
                    <a:pt x="1" y="1"/>
                    <a:pt x="0" y="1"/>
                  </a:cubicBezTo>
                  <a:cubicBezTo>
                    <a:pt x="1" y="0"/>
                    <a:pt x="1" y="0"/>
                    <a:pt x="2" y="0"/>
                  </a:cubicBezTo>
                  <a:cubicBezTo>
                    <a:pt x="3" y="0"/>
                    <a:pt x="4"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2" name="Freeform 3126">
              <a:extLst>
                <a:ext uri="{FF2B5EF4-FFF2-40B4-BE49-F238E27FC236}">
                  <a16:creationId xmlns:a16="http://schemas.microsoft.com/office/drawing/2014/main" id="{51136147-9452-43F9-C291-02A59080F12B}"/>
                </a:ext>
              </a:extLst>
            </p:cNvPr>
            <p:cNvSpPr>
              <a:spLocks/>
            </p:cNvSpPr>
            <p:nvPr/>
          </p:nvSpPr>
          <p:spPr bwMode="auto">
            <a:xfrm rot="5094805">
              <a:off x="3015967" y="6090445"/>
              <a:ext cx="13710" cy="6855"/>
            </a:xfrm>
            <a:custGeom>
              <a:avLst/>
              <a:gdLst>
                <a:gd name="T0" fmla="*/ 3 w 6"/>
                <a:gd name="T1" fmla="*/ 0 h 3"/>
                <a:gd name="T2" fmla="*/ 6 w 6"/>
                <a:gd name="T3" fmla="*/ 2 h 3"/>
                <a:gd name="T4" fmla="*/ 3 w 6"/>
                <a:gd name="T5" fmla="*/ 3 h 3"/>
                <a:gd name="T6" fmla="*/ 1 w 6"/>
                <a:gd name="T7" fmla="*/ 3 h 3"/>
                <a:gd name="T8" fmla="*/ 3 w 6"/>
                <a:gd name="T9" fmla="*/ 0 h 3"/>
              </a:gdLst>
              <a:ahLst/>
              <a:cxnLst>
                <a:cxn ang="0">
                  <a:pos x="T0" y="T1"/>
                </a:cxn>
                <a:cxn ang="0">
                  <a:pos x="T2" y="T3"/>
                </a:cxn>
                <a:cxn ang="0">
                  <a:pos x="T4" y="T5"/>
                </a:cxn>
                <a:cxn ang="0">
                  <a:pos x="T6" y="T7"/>
                </a:cxn>
                <a:cxn ang="0">
                  <a:pos x="T8" y="T9"/>
                </a:cxn>
              </a:cxnLst>
              <a:rect l="0" t="0" r="r" b="b"/>
              <a:pathLst>
                <a:path w="6" h="3">
                  <a:moveTo>
                    <a:pt x="3" y="0"/>
                  </a:moveTo>
                  <a:cubicBezTo>
                    <a:pt x="5" y="1"/>
                    <a:pt x="6" y="1"/>
                    <a:pt x="6" y="2"/>
                  </a:cubicBezTo>
                  <a:cubicBezTo>
                    <a:pt x="6" y="2"/>
                    <a:pt x="4" y="3"/>
                    <a:pt x="3" y="3"/>
                  </a:cubicBezTo>
                  <a:cubicBezTo>
                    <a:pt x="3" y="3"/>
                    <a:pt x="1" y="3"/>
                    <a:pt x="1" y="3"/>
                  </a:cubicBezTo>
                  <a:cubicBezTo>
                    <a:pt x="0" y="2"/>
                    <a:pt x="1"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3" name="Freeform 3127">
              <a:extLst>
                <a:ext uri="{FF2B5EF4-FFF2-40B4-BE49-F238E27FC236}">
                  <a16:creationId xmlns:a16="http://schemas.microsoft.com/office/drawing/2014/main" id="{9BBCCD31-4371-0E40-E132-474E28DDB726}"/>
                </a:ext>
              </a:extLst>
            </p:cNvPr>
            <p:cNvSpPr>
              <a:spLocks/>
            </p:cNvSpPr>
            <p:nvPr/>
          </p:nvSpPr>
          <p:spPr bwMode="auto">
            <a:xfrm rot="5094805">
              <a:off x="3068368" y="6279727"/>
              <a:ext cx="11425" cy="6855"/>
            </a:xfrm>
            <a:custGeom>
              <a:avLst/>
              <a:gdLst>
                <a:gd name="T0" fmla="*/ 3 w 5"/>
                <a:gd name="T1" fmla="*/ 3 h 3"/>
                <a:gd name="T2" fmla="*/ 0 w 5"/>
                <a:gd name="T3" fmla="*/ 2 h 3"/>
                <a:gd name="T4" fmla="*/ 2 w 5"/>
                <a:gd name="T5" fmla="*/ 1 h 3"/>
                <a:gd name="T6" fmla="*/ 5 w 5"/>
                <a:gd name="T7" fmla="*/ 1 h 3"/>
                <a:gd name="T8" fmla="*/ 3 w 5"/>
                <a:gd name="T9" fmla="*/ 3 h 3"/>
              </a:gdLst>
              <a:ahLst/>
              <a:cxnLst>
                <a:cxn ang="0">
                  <a:pos x="T0" y="T1"/>
                </a:cxn>
                <a:cxn ang="0">
                  <a:pos x="T2" y="T3"/>
                </a:cxn>
                <a:cxn ang="0">
                  <a:pos x="T4" y="T5"/>
                </a:cxn>
                <a:cxn ang="0">
                  <a:pos x="T6" y="T7"/>
                </a:cxn>
                <a:cxn ang="0">
                  <a:pos x="T8" y="T9"/>
                </a:cxn>
              </a:cxnLst>
              <a:rect l="0" t="0" r="r" b="b"/>
              <a:pathLst>
                <a:path w="5" h="3">
                  <a:moveTo>
                    <a:pt x="3" y="3"/>
                  </a:moveTo>
                  <a:cubicBezTo>
                    <a:pt x="1" y="3"/>
                    <a:pt x="0" y="3"/>
                    <a:pt x="0" y="2"/>
                  </a:cubicBezTo>
                  <a:cubicBezTo>
                    <a:pt x="0" y="2"/>
                    <a:pt x="1" y="1"/>
                    <a:pt x="2" y="1"/>
                  </a:cubicBezTo>
                  <a:cubicBezTo>
                    <a:pt x="3" y="0"/>
                    <a:pt x="4" y="0"/>
                    <a:pt x="5" y="1"/>
                  </a:cubicBezTo>
                  <a:cubicBezTo>
                    <a:pt x="5" y="1"/>
                    <a:pt x="4"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4" name="Freeform 3128">
              <a:extLst>
                <a:ext uri="{FF2B5EF4-FFF2-40B4-BE49-F238E27FC236}">
                  <a16:creationId xmlns:a16="http://schemas.microsoft.com/office/drawing/2014/main" id="{8E3CBD95-3BAF-C2CD-0BF1-7B87524C0F83}"/>
                </a:ext>
              </a:extLst>
            </p:cNvPr>
            <p:cNvSpPr>
              <a:spLocks/>
            </p:cNvSpPr>
            <p:nvPr/>
          </p:nvSpPr>
          <p:spPr bwMode="auto">
            <a:xfrm rot="5094805">
              <a:off x="3141235" y="6466779"/>
              <a:ext cx="18280" cy="6855"/>
            </a:xfrm>
            <a:custGeom>
              <a:avLst/>
              <a:gdLst>
                <a:gd name="T0" fmla="*/ 7 w 7"/>
                <a:gd name="T1" fmla="*/ 0 h 3"/>
                <a:gd name="T2" fmla="*/ 4 w 7"/>
                <a:gd name="T3" fmla="*/ 3 h 3"/>
                <a:gd name="T4" fmla="*/ 0 w 7"/>
                <a:gd name="T5" fmla="*/ 3 h 3"/>
                <a:gd name="T6" fmla="*/ 2 w 7"/>
                <a:gd name="T7" fmla="*/ 1 h 3"/>
                <a:gd name="T8" fmla="*/ 7 w 7"/>
                <a:gd name="T9" fmla="*/ 0 h 3"/>
              </a:gdLst>
              <a:ahLst/>
              <a:cxnLst>
                <a:cxn ang="0">
                  <a:pos x="T0" y="T1"/>
                </a:cxn>
                <a:cxn ang="0">
                  <a:pos x="T2" y="T3"/>
                </a:cxn>
                <a:cxn ang="0">
                  <a:pos x="T4" y="T5"/>
                </a:cxn>
                <a:cxn ang="0">
                  <a:pos x="T6" y="T7"/>
                </a:cxn>
                <a:cxn ang="0">
                  <a:pos x="T8" y="T9"/>
                </a:cxn>
              </a:cxnLst>
              <a:rect l="0" t="0" r="r" b="b"/>
              <a:pathLst>
                <a:path w="7" h="3">
                  <a:moveTo>
                    <a:pt x="7" y="0"/>
                  </a:moveTo>
                  <a:cubicBezTo>
                    <a:pt x="5" y="1"/>
                    <a:pt x="5" y="2"/>
                    <a:pt x="4" y="3"/>
                  </a:cubicBezTo>
                  <a:cubicBezTo>
                    <a:pt x="3" y="3"/>
                    <a:pt x="1" y="3"/>
                    <a:pt x="0" y="3"/>
                  </a:cubicBezTo>
                  <a:cubicBezTo>
                    <a:pt x="1" y="2"/>
                    <a:pt x="1" y="1"/>
                    <a:pt x="2" y="1"/>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5" name="Freeform 3129">
              <a:extLst>
                <a:ext uri="{FF2B5EF4-FFF2-40B4-BE49-F238E27FC236}">
                  <a16:creationId xmlns:a16="http://schemas.microsoft.com/office/drawing/2014/main" id="{095742FF-1F79-F2BD-B668-17661D9A7FEF}"/>
                </a:ext>
              </a:extLst>
            </p:cNvPr>
            <p:cNvSpPr>
              <a:spLocks/>
            </p:cNvSpPr>
            <p:nvPr/>
          </p:nvSpPr>
          <p:spPr bwMode="auto">
            <a:xfrm rot="5094805">
              <a:off x="3239059" y="6649830"/>
              <a:ext cx="13710" cy="9140"/>
            </a:xfrm>
            <a:custGeom>
              <a:avLst/>
              <a:gdLst>
                <a:gd name="T0" fmla="*/ 6 w 6"/>
                <a:gd name="T1" fmla="*/ 0 h 4"/>
                <a:gd name="T2" fmla="*/ 3 w 6"/>
                <a:gd name="T3" fmla="*/ 4 h 4"/>
                <a:gd name="T4" fmla="*/ 0 w 6"/>
                <a:gd name="T5" fmla="*/ 4 h 4"/>
                <a:gd name="T6" fmla="*/ 2 w 6"/>
                <a:gd name="T7" fmla="*/ 1 h 4"/>
                <a:gd name="T8" fmla="*/ 6 w 6"/>
                <a:gd name="T9" fmla="*/ 0 h 4"/>
              </a:gdLst>
              <a:ahLst/>
              <a:cxnLst>
                <a:cxn ang="0">
                  <a:pos x="T0" y="T1"/>
                </a:cxn>
                <a:cxn ang="0">
                  <a:pos x="T2" y="T3"/>
                </a:cxn>
                <a:cxn ang="0">
                  <a:pos x="T4" y="T5"/>
                </a:cxn>
                <a:cxn ang="0">
                  <a:pos x="T6" y="T7"/>
                </a:cxn>
                <a:cxn ang="0">
                  <a:pos x="T8" y="T9"/>
                </a:cxn>
              </a:cxnLst>
              <a:rect l="0" t="0" r="r" b="b"/>
              <a:pathLst>
                <a:path w="6" h="4">
                  <a:moveTo>
                    <a:pt x="6" y="0"/>
                  </a:moveTo>
                  <a:cubicBezTo>
                    <a:pt x="5" y="2"/>
                    <a:pt x="4" y="3"/>
                    <a:pt x="3" y="4"/>
                  </a:cubicBezTo>
                  <a:cubicBezTo>
                    <a:pt x="2" y="4"/>
                    <a:pt x="1" y="4"/>
                    <a:pt x="0" y="4"/>
                  </a:cubicBezTo>
                  <a:cubicBezTo>
                    <a:pt x="1" y="3"/>
                    <a:pt x="1" y="2"/>
                    <a:pt x="2" y="1"/>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6" name="Freeform 3130">
              <a:extLst>
                <a:ext uri="{FF2B5EF4-FFF2-40B4-BE49-F238E27FC236}">
                  <a16:creationId xmlns:a16="http://schemas.microsoft.com/office/drawing/2014/main" id="{0E6C589F-D142-9310-F35B-DFDA07B328E6}"/>
                </a:ext>
              </a:extLst>
            </p:cNvPr>
            <p:cNvSpPr>
              <a:spLocks/>
            </p:cNvSpPr>
            <p:nvPr/>
          </p:nvSpPr>
          <p:spPr bwMode="auto">
            <a:xfrm rot="5094805">
              <a:off x="3229533" y="6439832"/>
              <a:ext cx="9140" cy="9140"/>
            </a:xfrm>
            <a:custGeom>
              <a:avLst/>
              <a:gdLst>
                <a:gd name="T0" fmla="*/ 1 w 4"/>
                <a:gd name="T1" fmla="*/ 1 h 3"/>
                <a:gd name="T2" fmla="*/ 4 w 4"/>
                <a:gd name="T3" fmla="*/ 1 h 3"/>
                <a:gd name="T4" fmla="*/ 3 w 4"/>
                <a:gd name="T5" fmla="*/ 2 h 3"/>
                <a:gd name="T6" fmla="*/ 1 w 4"/>
                <a:gd name="T7" fmla="*/ 3 h 3"/>
                <a:gd name="T8" fmla="*/ 1 w 4"/>
                <a:gd name="T9" fmla="*/ 1 h 3"/>
              </a:gdLst>
              <a:ahLst/>
              <a:cxnLst>
                <a:cxn ang="0">
                  <a:pos x="T0" y="T1"/>
                </a:cxn>
                <a:cxn ang="0">
                  <a:pos x="T2" y="T3"/>
                </a:cxn>
                <a:cxn ang="0">
                  <a:pos x="T4" y="T5"/>
                </a:cxn>
                <a:cxn ang="0">
                  <a:pos x="T6" y="T7"/>
                </a:cxn>
                <a:cxn ang="0">
                  <a:pos x="T8" y="T9"/>
                </a:cxn>
              </a:cxnLst>
              <a:rect l="0" t="0" r="r" b="b"/>
              <a:pathLst>
                <a:path w="4" h="3">
                  <a:moveTo>
                    <a:pt x="1" y="1"/>
                  </a:moveTo>
                  <a:cubicBezTo>
                    <a:pt x="2" y="1"/>
                    <a:pt x="4" y="0"/>
                    <a:pt x="4" y="1"/>
                  </a:cubicBezTo>
                  <a:cubicBezTo>
                    <a:pt x="4" y="1"/>
                    <a:pt x="3" y="2"/>
                    <a:pt x="3" y="2"/>
                  </a:cubicBezTo>
                  <a:cubicBezTo>
                    <a:pt x="2" y="2"/>
                    <a:pt x="1" y="3"/>
                    <a:pt x="1" y="3"/>
                  </a:cubicBezTo>
                  <a:cubicBezTo>
                    <a:pt x="0" y="2"/>
                    <a:pt x="1"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7" name="Freeform 3131">
              <a:extLst>
                <a:ext uri="{FF2B5EF4-FFF2-40B4-BE49-F238E27FC236}">
                  <a16:creationId xmlns:a16="http://schemas.microsoft.com/office/drawing/2014/main" id="{29D3010D-57D0-14DF-3EC9-6E9C2084D177}"/>
                </a:ext>
              </a:extLst>
            </p:cNvPr>
            <p:cNvSpPr>
              <a:spLocks/>
            </p:cNvSpPr>
            <p:nvPr/>
          </p:nvSpPr>
          <p:spPr bwMode="auto">
            <a:xfrm rot="5094805">
              <a:off x="3138441" y="6256280"/>
              <a:ext cx="11425" cy="4570"/>
            </a:xfrm>
            <a:custGeom>
              <a:avLst/>
              <a:gdLst>
                <a:gd name="T0" fmla="*/ 4 w 4"/>
                <a:gd name="T1" fmla="*/ 0 h 2"/>
                <a:gd name="T2" fmla="*/ 1 w 4"/>
                <a:gd name="T3" fmla="*/ 2 h 2"/>
                <a:gd name="T4" fmla="*/ 0 w 4"/>
                <a:gd name="T5" fmla="*/ 1 h 2"/>
                <a:gd name="T6" fmla="*/ 2 w 4"/>
                <a:gd name="T7" fmla="*/ 0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3" y="1"/>
                    <a:pt x="2" y="1"/>
                    <a:pt x="1" y="2"/>
                  </a:cubicBezTo>
                  <a:cubicBezTo>
                    <a:pt x="1" y="2"/>
                    <a:pt x="0" y="1"/>
                    <a:pt x="0" y="1"/>
                  </a:cubicBezTo>
                  <a:cubicBezTo>
                    <a:pt x="0" y="1"/>
                    <a:pt x="2" y="0"/>
                    <a:pt x="2"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8" name="Freeform 3132">
              <a:extLst>
                <a:ext uri="{FF2B5EF4-FFF2-40B4-BE49-F238E27FC236}">
                  <a16:creationId xmlns:a16="http://schemas.microsoft.com/office/drawing/2014/main" id="{98B6E023-1804-E3FF-286D-06DBEA2B6A52}"/>
                </a:ext>
              </a:extLst>
            </p:cNvPr>
            <p:cNvSpPr>
              <a:spLocks/>
            </p:cNvSpPr>
            <p:nvPr/>
          </p:nvSpPr>
          <p:spPr bwMode="auto">
            <a:xfrm rot="5094805">
              <a:off x="3078074" y="6068850"/>
              <a:ext cx="13710" cy="2285"/>
            </a:xfrm>
            <a:custGeom>
              <a:avLst/>
              <a:gdLst>
                <a:gd name="T0" fmla="*/ 5 w 5"/>
                <a:gd name="T1" fmla="*/ 0 h 1"/>
                <a:gd name="T2" fmla="*/ 1 w 5"/>
                <a:gd name="T3" fmla="*/ 1 h 1"/>
                <a:gd name="T4" fmla="*/ 0 w 5"/>
                <a:gd name="T5" fmla="*/ 0 h 1"/>
                <a:gd name="T6" fmla="*/ 3 w 5"/>
                <a:gd name="T7" fmla="*/ 0 h 1"/>
                <a:gd name="T8" fmla="*/ 5 w 5"/>
                <a:gd name="T9" fmla="*/ 0 h 1"/>
              </a:gdLst>
              <a:ahLst/>
              <a:cxnLst>
                <a:cxn ang="0">
                  <a:pos x="T0" y="T1"/>
                </a:cxn>
                <a:cxn ang="0">
                  <a:pos x="T2" y="T3"/>
                </a:cxn>
                <a:cxn ang="0">
                  <a:pos x="T4" y="T5"/>
                </a:cxn>
                <a:cxn ang="0">
                  <a:pos x="T6" y="T7"/>
                </a:cxn>
                <a:cxn ang="0">
                  <a:pos x="T8" y="T9"/>
                </a:cxn>
              </a:cxnLst>
              <a:rect l="0" t="0" r="r" b="b"/>
              <a:pathLst>
                <a:path w="5" h="1">
                  <a:moveTo>
                    <a:pt x="5" y="0"/>
                  </a:moveTo>
                  <a:cubicBezTo>
                    <a:pt x="4" y="1"/>
                    <a:pt x="3" y="1"/>
                    <a:pt x="1" y="1"/>
                  </a:cubicBezTo>
                  <a:cubicBezTo>
                    <a:pt x="1" y="1"/>
                    <a:pt x="0" y="1"/>
                    <a:pt x="0" y="0"/>
                  </a:cubicBezTo>
                  <a:cubicBezTo>
                    <a:pt x="1" y="0"/>
                    <a:pt x="2" y="0"/>
                    <a:pt x="3" y="0"/>
                  </a:cubicBezTo>
                  <a:cubicBezTo>
                    <a:pt x="4" y="0"/>
                    <a:pt x="4"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9" name="Freeform 3133">
              <a:extLst>
                <a:ext uri="{FF2B5EF4-FFF2-40B4-BE49-F238E27FC236}">
                  <a16:creationId xmlns:a16="http://schemas.microsoft.com/office/drawing/2014/main" id="{A0D39B26-25A8-619C-DA6F-8F3F1A9EF20C}"/>
                </a:ext>
              </a:extLst>
            </p:cNvPr>
            <p:cNvSpPr>
              <a:spLocks/>
            </p:cNvSpPr>
            <p:nvPr/>
          </p:nvSpPr>
          <p:spPr bwMode="auto">
            <a:xfrm rot="5094805">
              <a:off x="3052791" y="5872779"/>
              <a:ext cx="11425" cy="6855"/>
            </a:xfrm>
            <a:custGeom>
              <a:avLst/>
              <a:gdLst>
                <a:gd name="T0" fmla="*/ 5 w 5"/>
                <a:gd name="T1" fmla="*/ 1 h 2"/>
                <a:gd name="T2" fmla="*/ 4 w 5"/>
                <a:gd name="T3" fmla="*/ 2 h 2"/>
                <a:gd name="T4" fmla="*/ 1 w 5"/>
                <a:gd name="T5" fmla="*/ 1 h 2"/>
                <a:gd name="T6" fmla="*/ 1 w 5"/>
                <a:gd name="T7" fmla="*/ 0 h 2"/>
                <a:gd name="T8" fmla="*/ 5 w 5"/>
                <a:gd name="T9" fmla="*/ 1 h 2"/>
              </a:gdLst>
              <a:ahLst/>
              <a:cxnLst>
                <a:cxn ang="0">
                  <a:pos x="T0" y="T1"/>
                </a:cxn>
                <a:cxn ang="0">
                  <a:pos x="T2" y="T3"/>
                </a:cxn>
                <a:cxn ang="0">
                  <a:pos x="T4" y="T5"/>
                </a:cxn>
                <a:cxn ang="0">
                  <a:pos x="T6" y="T7"/>
                </a:cxn>
                <a:cxn ang="0">
                  <a:pos x="T8" y="T9"/>
                </a:cxn>
              </a:cxnLst>
              <a:rect l="0" t="0" r="r" b="b"/>
              <a:pathLst>
                <a:path w="5" h="2">
                  <a:moveTo>
                    <a:pt x="5" y="1"/>
                  </a:moveTo>
                  <a:cubicBezTo>
                    <a:pt x="4" y="1"/>
                    <a:pt x="4" y="2"/>
                    <a:pt x="4" y="2"/>
                  </a:cubicBezTo>
                  <a:cubicBezTo>
                    <a:pt x="3" y="2"/>
                    <a:pt x="1" y="2"/>
                    <a:pt x="1" y="1"/>
                  </a:cubicBezTo>
                  <a:cubicBezTo>
                    <a:pt x="0" y="1"/>
                    <a:pt x="1" y="1"/>
                    <a:pt x="1" y="0"/>
                  </a:cubicBezTo>
                  <a:cubicBezTo>
                    <a:pt x="2" y="1"/>
                    <a:pt x="4" y="1"/>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0" name="Freeform 3134">
              <a:extLst>
                <a:ext uri="{FF2B5EF4-FFF2-40B4-BE49-F238E27FC236}">
                  <a16:creationId xmlns:a16="http://schemas.microsoft.com/office/drawing/2014/main" id="{248C9524-0E37-6B5E-8136-F8AABA7FCAFB}"/>
                </a:ext>
              </a:extLst>
            </p:cNvPr>
            <p:cNvSpPr>
              <a:spLocks/>
            </p:cNvSpPr>
            <p:nvPr/>
          </p:nvSpPr>
          <p:spPr bwMode="auto">
            <a:xfrm rot="5094805">
              <a:off x="3037645" y="5676843"/>
              <a:ext cx="11425" cy="6855"/>
            </a:xfrm>
            <a:custGeom>
              <a:avLst/>
              <a:gdLst>
                <a:gd name="T0" fmla="*/ 4 w 4"/>
                <a:gd name="T1" fmla="*/ 1 h 2"/>
                <a:gd name="T2" fmla="*/ 3 w 4"/>
                <a:gd name="T3" fmla="*/ 2 h 2"/>
                <a:gd name="T4" fmla="*/ 0 w 4"/>
                <a:gd name="T5" fmla="*/ 1 h 2"/>
                <a:gd name="T6" fmla="*/ 1 w 4"/>
                <a:gd name="T7" fmla="*/ 0 h 2"/>
                <a:gd name="T8" fmla="*/ 4 w 4"/>
                <a:gd name="T9" fmla="*/ 1 h 2"/>
              </a:gdLst>
              <a:ahLst/>
              <a:cxnLst>
                <a:cxn ang="0">
                  <a:pos x="T0" y="T1"/>
                </a:cxn>
                <a:cxn ang="0">
                  <a:pos x="T2" y="T3"/>
                </a:cxn>
                <a:cxn ang="0">
                  <a:pos x="T4" y="T5"/>
                </a:cxn>
                <a:cxn ang="0">
                  <a:pos x="T6" y="T7"/>
                </a:cxn>
                <a:cxn ang="0">
                  <a:pos x="T8" y="T9"/>
                </a:cxn>
              </a:cxnLst>
              <a:rect l="0" t="0" r="r" b="b"/>
              <a:pathLst>
                <a:path w="4" h="2">
                  <a:moveTo>
                    <a:pt x="4" y="1"/>
                  </a:moveTo>
                  <a:cubicBezTo>
                    <a:pt x="4" y="1"/>
                    <a:pt x="4" y="2"/>
                    <a:pt x="3" y="2"/>
                  </a:cubicBezTo>
                  <a:cubicBezTo>
                    <a:pt x="2" y="2"/>
                    <a:pt x="1" y="2"/>
                    <a:pt x="0" y="1"/>
                  </a:cubicBezTo>
                  <a:cubicBezTo>
                    <a:pt x="0" y="1"/>
                    <a:pt x="1" y="0"/>
                    <a:pt x="1" y="0"/>
                  </a:cubicBezTo>
                  <a:cubicBezTo>
                    <a:pt x="2"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1" name="Freeform 3135">
              <a:extLst>
                <a:ext uri="{FF2B5EF4-FFF2-40B4-BE49-F238E27FC236}">
                  <a16:creationId xmlns:a16="http://schemas.microsoft.com/office/drawing/2014/main" id="{F9AC53B8-766B-4968-BF0F-CA8FD757F006}"/>
                </a:ext>
              </a:extLst>
            </p:cNvPr>
            <p:cNvSpPr>
              <a:spLocks/>
            </p:cNvSpPr>
            <p:nvPr/>
          </p:nvSpPr>
          <p:spPr bwMode="auto">
            <a:xfrm rot="5094805">
              <a:off x="3029432" y="5482680"/>
              <a:ext cx="9140" cy="4570"/>
            </a:xfrm>
            <a:custGeom>
              <a:avLst/>
              <a:gdLst>
                <a:gd name="T0" fmla="*/ 1 w 4"/>
                <a:gd name="T1" fmla="*/ 2 h 2"/>
                <a:gd name="T2" fmla="*/ 0 w 4"/>
                <a:gd name="T3" fmla="*/ 0 h 2"/>
                <a:gd name="T4" fmla="*/ 2 w 4"/>
                <a:gd name="T5" fmla="*/ 0 h 2"/>
                <a:gd name="T6" fmla="*/ 4 w 4"/>
                <a:gd name="T7" fmla="*/ 2 h 2"/>
                <a:gd name="T8" fmla="*/ 1 w 4"/>
                <a:gd name="T9" fmla="*/ 2 h 2"/>
              </a:gdLst>
              <a:ahLst/>
              <a:cxnLst>
                <a:cxn ang="0">
                  <a:pos x="T0" y="T1"/>
                </a:cxn>
                <a:cxn ang="0">
                  <a:pos x="T2" y="T3"/>
                </a:cxn>
                <a:cxn ang="0">
                  <a:pos x="T4" y="T5"/>
                </a:cxn>
                <a:cxn ang="0">
                  <a:pos x="T6" y="T7"/>
                </a:cxn>
                <a:cxn ang="0">
                  <a:pos x="T8" y="T9"/>
                </a:cxn>
              </a:cxnLst>
              <a:rect l="0" t="0" r="r" b="b"/>
              <a:pathLst>
                <a:path w="4" h="2">
                  <a:moveTo>
                    <a:pt x="1" y="2"/>
                  </a:moveTo>
                  <a:cubicBezTo>
                    <a:pt x="1" y="2"/>
                    <a:pt x="0" y="1"/>
                    <a:pt x="0" y="0"/>
                  </a:cubicBezTo>
                  <a:cubicBezTo>
                    <a:pt x="0" y="0"/>
                    <a:pt x="2" y="0"/>
                    <a:pt x="2" y="0"/>
                  </a:cubicBezTo>
                  <a:cubicBezTo>
                    <a:pt x="3" y="0"/>
                    <a:pt x="3" y="1"/>
                    <a:pt x="4" y="2"/>
                  </a:cubicBezTo>
                  <a:cubicBezTo>
                    <a:pt x="4" y="2"/>
                    <a:pt x="3" y="2"/>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2" name="Freeform 3136">
              <a:extLst>
                <a:ext uri="{FF2B5EF4-FFF2-40B4-BE49-F238E27FC236}">
                  <a16:creationId xmlns:a16="http://schemas.microsoft.com/office/drawing/2014/main" id="{83E61000-C097-2C7D-7015-A59D0961382F}"/>
                </a:ext>
              </a:extLst>
            </p:cNvPr>
            <p:cNvSpPr>
              <a:spLocks/>
            </p:cNvSpPr>
            <p:nvPr/>
          </p:nvSpPr>
          <p:spPr bwMode="auto">
            <a:xfrm rot="5094805">
              <a:off x="3021210" y="5286030"/>
              <a:ext cx="11425" cy="6855"/>
            </a:xfrm>
            <a:custGeom>
              <a:avLst/>
              <a:gdLst>
                <a:gd name="T0" fmla="*/ 5 w 5"/>
                <a:gd name="T1" fmla="*/ 1 h 3"/>
                <a:gd name="T2" fmla="*/ 4 w 5"/>
                <a:gd name="T3" fmla="*/ 3 h 3"/>
                <a:gd name="T4" fmla="*/ 1 w 5"/>
                <a:gd name="T5" fmla="*/ 2 h 3"/>
                <a:gd name="T6" fmla="*/ 1 w 5"/>
                <a:gd name="T7" fmla="*/ 0 h 3"/>
                <a:gd name="T8" fmla="*/ 5 w 5"/>
                <a:gd name="T9" fmla="*/ 1 h 3"/>
              </a:gdLst>
              <a:ahLst/>
              <a:cxnLst>
                <a:cxn ang="0">
                  <a:pos x="T0" y="T1"/>
                </a:cxn>
                <a:cxn ang="0">
                  <a:pos x="T2" y="T3"/>
                </a:cxn>
                <a:cxn ang="0">
                  <a:pos x="T4" y="T5"/>
                </a:cxn>
                <a:cxn ang="0">
                  <a:pos x="T6" y="T7"/>
                </a:cxn>
                <a:cxn ang="0">
                  <a:pos x="T8" y="T9"/>
                </a:cxn>
              </a:cxnLst>
              <a:rect l="0" t="0" r="r" b="b"/>
              <a:pathLst>
                <a:path w="5" h="3">
                  <a:moveTo>
                    <a:pt x="5" y="1"/>
                  </a:moveTo>
                  <a:cubicBezTo>
                    <a:pt x="4" y="2"/>
                    <a:pt x="4" y="3"/>
                    <a:pt x="4" y="3"/>
                  </a:cubicBezTo>
                  <a:cubicBezTo>
                    <a:pt x="3" y="3"/>
                    <a:pt x="1" y="3"/>
                    <a:pt x="1" y="2"/>
                  </a:cubicBezTo>
                  <a:cubicBezTo>
                    <a:pt x="0" y="2"/>
                    <a:pt x="1" y="0"/>
                    <a:pt x="1" y="0"/>
                  </a:cubicBezTo>
                  <a:cubicBezTo>
                    <a:pt x="2" y="0"/>
                    <a:pt x="3" y="1"/>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3" name="Freeform 3137">
              <a:extLst>
                <a:ext uri="{FF2B5EF4-FFF2-40B4-BE49-F238E27FC236}">
                  <a16:creationId xmlns:a16="http://schemas.microsoft.com/office/drawing/2014/main" id="{CA22A239-9C71-AC91-71F0-97311FD08FA7}"/>
                </a:ext>
              </a:extLst>
            </p:cNvPr>
            <p:cNvSpPr>
              <a:spLocks/>
            </p:cNvSpPr>
            <p:nvPr/>
          </p:nvSpPr>
          <p:spPr bwMode="auto">
            <a:xfrm rot="5094805">
              <a:off x="3014029" y="5085956"/>
              <a:ext cx="11425" cy="13710"/>
            </a:xfrm>
            <a:custGeom>
              <a:avLst/>
              <a:gdLst>
                <a:gd name="T0" fmla="*/ 1 w 4"/>
                <a:gd name="T1" fmla="*/ 0 h 5"/>
                <a:gd name="T2" fmla="*/ 3 w 4"/>
                <a:gd name="T3" fmla="*/ 1 h 5"/>
                <a:gd name="T4" fmla="*/ 3 w 4"/>
                <a:gd name="T5" fmla="*/ 5 h 5"/>
                <a:gd name="T6" fmla="*/ 0 w 4"/>
                <a:gd name="T7" fmla="*/ 3 h 5"/>
                <a:gd name="T8" fmla="*/ 1 w 4"/>
                <a:gd name="T9" fmla="*/ 0 h 5"/>
              </a:gdLst>
              <a:ahLst/>
              <a:cxnLst>
                <a:cxn ang="0">
                  <a:pos x="T0" y="T1"/>
                </a:cxn>
                <a:cxn ang="0">
                  <a:pos x="T2" y="T3"/>
                </a:cxn>
                <a:cxn ang="0">
                  <a:pos x="T4" y="T5"/>
                </a:cxn>
                <a:cxn ang="0">
                  <a:pos x="T6" y="T7"/>
                </a:cxn>
                <a:cxn ang="0">
                  <a:pos x="T8" y="T9"/>
                </a:cxn>
              </a:cxnLst>
              <a:rect l="0" t="0" r="r" b="b"/>
              <a:pathLst>
                <a:path w="4" h="5">
                  <a:moveTo>
                    <a:pt x="1" y="0"/>
                  </a:moveTo>
                  <a:cubicBezTo>
                    <a:pt x="2" y="1"/>
                    <a:pt x="4" y="1"/>
                    <a:pt x="3" y="1"/>
                  </a:cubicBezTo>
                  <a:cubicBezTo>
                    <a:pt x="3" y="2"/>
                    <a:pt x="3" y="3"/>
                    <a:pt x="3" y="5"/>
                  </a:cubicBezTo>
                  <a:cubicBezTo>
                    <a:pt x="2" y="4"/>
                    <a:pt x="0" y="4"/>
                    <a:pt x="0" y="3"/>
                  </a:cubicBezTo>
                  <a:cubicBezTo>
                    <a:pt x="0" y="2"/>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4" name="Freeform 3138">
              <a:extLst>
                <a:ext uri="{FF2B5EF4-FFF2-40B4-BE49-F238E27FC236}">
                  <a16:creationId xmlns:a16="http://schemas.microsoft.com/office/drawing/2014/main" id="{E4A78675-E939-3BF2-1539-010146DEEA18}"/>
                </a:ext>
              </a:extLst>
            </p:cNvPr>
            <p:cNvSpPr>
              <a:spLocks/>
            </p:cNvSpPr>
            <p:nvPr/>
          </p:nvSpPr>
          <p:spPr bwMode="auto">
            <a:xfrm rot="5094805">
              <a:off x="3006849" y="4890453"/>
              <a:ext cx="11425" cy="11425"/>
            </a:xfrm>
            <a:custGeom>
              <a:avLst/>
              <a:gdLst>
                <a:gd name="T0" fmla="*/ 5 w 5"/>
                <a:gd name="T1" fmla="*/ 4 h 5"/>
                <a:gd name="T2" fmla="*/ 1 w 5"/>
                <a:gd name="T3" fmla="*/ 5 h 5"/>
                <a:gd name="T4" fmla="*/ 0 w 5"/>
                <a:gd name="T5" fmla="*/ 2 h 5"/>
                <a:gd name="T6" fmla="*/ 3 w 5"/>
                <a:gd name="T7" fmla="*/ 0 h 5"/>
                <a:gd name="T8" fmla="*/ 5 w 5"/>
                <a:gd name="T9" fmla="*/ 4 h 5"/>
              </a:gdLst>
              <a:ahLst/>
              <a:cxnLst>
                <a:cxn ang="0">
                  <a:pos x="T0" y="T1"/>
                </a:cxn>
                <a:cxn ang="0">
                  <a:pos x="T2" y="T3"/>
                </a:cxn>
                <a:cxn ang="0">
                  <a:pos x="T4" y="T5"/>
                </a:cxn>
                <a:cxn ang="0">
                  <a:pos x="T6" y="T7"/>
                </a:cxn>
                <a:cxn ang="0">
                  <a:pos x="T8" y="T9"/>
                </a:cxn>
              </a:cxnLst>
              <a:rect l="0" t="0" r="r" b="b"/>
              <a:pathLst>
                <a:path w="5" h="5">
                  <a:moveTo>
                    <a:pt x="5" y="4"/>
                  </a:moveTo>
                  <a:cubicBezTo>
                    <a:pt x="4" y="4"/>
                    <a:pt x="3" y="5"/>
                    <a:pt x="1" y="5"/>
                  </a:cubicBezTo>
                  <a:cubicBezTo>
                    <a:pt x="1" y="5"/>
                    <a:pt x="0" y="2"/>
                    <a:pt x="0" y="2"/>
                  </a:cubicBezTo>
                  <a:cubicBezTo>
                    <a:pt x="1" y="1"/>
                    <a:pt x="2" y="1"/>
                    <a:pt x="3" y="0"/>
                  </a:cubicBezTo>
                  <a:cubicBezTo>
                    <a:pt x="4" y="1"/>
                    <a:pt x="4" y="2"/>
                    <a:pt x="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5" name="Freeform 3139">
              <a:extLst>
                <a:ext uri="{FF2B5EF4-FFF2-40B4-BE49-F238E27FC236}">
                  <a16:creationId xmlns:a16="http://schemas.microsoft.com/office/drawing/2014/main" id="{4730D07B-A7E7-9566-31DC-C7CC391776CE}"/>
                </a:ext>
              </a:extLst>
            </p:cNvPr>
            <p:cNvSpPr>
              <a:spLocks/>
            </p:cNvSpPr>
            <p:nvPr/>
          </p:nvSpPr>
          <p:spPr bwMode="auto">
            <a:xfrm rot="5094805">
              <a:off x="2996254" y="4691826"/>
              <a:ext cx="11425" cy="15995"/>
            </a:xfrm>
            <a:custGeom>
              <a:avLst/>
              <a:gdLst>
                <a:gd name="T0" fmla="*/ 4 w 4"/>
                <a:gd name="T1" fmla="*/ 2 h 7"/>
                <a:gd name="T2" fmla="*/ 3 w 4"/>
                <a:gd name="T3" fmla="*/ 7 h 7"/>
                <a:gd name="T4" fmla="*/ 0 w 4"/>
                <a:gd name="T5" fmla="*/ 4 h 7"/>
                <a:gd name="T6" fmla="*/ 1 w 4"/>
                <a:gd name="T7" fmla="*/ 0 h 7"/>
                <a:gd name="T8" fmla="*/ 4 w 4"/>
                <a:gd name="T9" fmla="*/ 2 h 7"/>
              </a:gdLst>
              <a:ahLst/>
              <a:cxnLst>
                <a:cxn ang="0">
                  <a:pos x="T0" y="T1"/>
                </a:cxn>
                <a:cxn ang="0">
                  <a:pos x="T2" y="T3"/>
                </a:cxn>
                <a:cxn ang="0">
                  <a:pos x="T4" y="T5"/>
                </a:cxn>
                <a:cxn ang="0">
                  <a:pos x="T6" y="T7"/>
                </a:cxn>
                <a:cxn ang="0">
                  <a:pos x="T8" y="T9"/>
                </a:cxn>
              </a:cxnLst>
              <a:rect l="0" t="0" r="r" b="b"/>
              <a:pathLst>
                <a:path w="4" h="7">
                  <a:moveTo>
                    <a:pt x="4" y="2"/>
                  </a:moveTo>
                  <a:cubicBezTo>
                    <a:pt x="4" y="4"/>
                    <a:pt x="3" y="5"/>
                    <a:pt x="3" y="7"/>
                  </a:cubicBezTo>
                  <a:cubicBezTo>
                    <a:pt x="2" y="6"/>
                    <a:pt x="1" y="5"/>
                    <a:pt x="0" y="4"/>
                  </a:cubicBezTo>
                  <a:cubicBezTo>
                    <a:pt x="0" y="3"/>
                    <a:pt x="0" y="1"/>
                    <a:pt x="1" y="0"/>
                  </a:cubicBezTo>
                  <a:cubicBezTo>
                    <a:pt x="2" y="1"/>
                    <a:pt x="3"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6" name="Freeform 3140">
              <a:extLst>
                <a:ext uri="{FF2B5EF4-FFF2-40B4-BE49-F238E27FC236}">
                  <a16:creationId xmlns:a16="http://schemas.microsoft.com/office/drawing/2014/main" id="{8E92C903-D825-8211-E0F9-6EEA0BEC8D8A}"/>
                </a:ext>
              </a:extLst>
            </p:cNvPr>
            <p:cNvSpPr>
              <a:spLocks/>
            </p:cNvSpPr>
            <p:nvPr/>
          </p:nvSpPr>
          <p:spPr bwMode="auto">
            <a:xfrm rot="5094805">
              <a:off x="2987944" y="4493200"/>
              <a:ext cx="6855" cy="20565"/>
            </a:xfrm>
            <a:custGeom>
              <a:avLst/>
              <a:gdLst>
                <a:gd name="T0" fmla="*/ 0 w 3"/>
                <a:gd name="T1" fmla="*/ 0 h 8"/>
                <a:gd name="T2" fmla="*/ 3 w 3"/>
                <a:gd name="T3" fmla="*/ 3 h 8"/>
                <a:gd name="T4" fmla="*/ 2 w 3"/>
                <a:gd name="T5" fmla="*/ 8 h 8"/>
                <a:gd name="T6" fmla="*/ 0 w 3"/>
                <a:gd name="T7" fmla="*/ 6 h 8"/>
                <a:gd name="T8" fmla="*/ 0 w 3"/>
                <a:gd name="T9" fmla="*/ 0 h 8"/>
              </a:gdLst>
              <a:ahLst/>
              <a:cxnLst>
                <a:cxn ang="0">
                  <a:pos x="T0" y="T1"/>
                </a:cxn>
                <a:cxn ang="0">
                  <a:pos x="T2" y="T3"/>
                </a:cxn>
                <a:cxn ang="0">
                  <a:pos x="T4" y="T5"/>
                </a:cxn>
                <a:cxn ang="0">
                  <a:pos x="T6" y="T7"/>
                </a:cxn>
                <a:cxn ang="0">
                  <a:pos x="T8" y="T9"/>
                </a:cxn>
              </a:cxnLst>
              <a:rect l="0" t="0" r="r" b="b"/>
              <a:pathLst>
                <a:path w="3" h="8">
                  <a:moveTo>
                    <a:pt x="0" y="0"/>
                  </a:moveTo>
                  <a:cubicBezTo>
                    <a:pt x="1" y="1"/>
                    <a:pt x="3" y="2"/>
                    <a:pt x="3" y="3"/>
                  </a:cubicBezTo>
                  <a:cubicBezTo>
                    <a:pt x="3" y="5"/>
                    <a:pt x="3" y="6"/>
                    <a:pt x="2" y="8"/>
                  </a:cubicBezTo>
                  <a:cubicBezTo>
                    <a:pt x="1" y="8"/>
                    <a:pt x="0" y="7"/>
                    <a:pt x="0" y="6"/>
                  </a:cubicBezTo>
                  <a:cubicBezTo>
                    <a:pt x="0" y="5"/>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7" name="Freeform 3141">
              <a:extLst>
                <a:ext uri="{FF2B5EF4-FFF2-40B4-BE49-F238E27FC236}">
                  <a16:creationId xmlns:a16="http://schemas.microsoft.com/office/drawing/2014/main" id="{49EDDD76-FCCA-569D-E511-7F1378366CBC}"/>
                </a:ext>
              </a:extLst>
            </p:cNvPr>
            <p:cNvSpPr>
              <a:spLocks/>
            </p:cNvSpPr>
            <p:nvPr/>
          </p:nvSpPr>
          <p:spPr bwMode="auto">
            <a:xfrm rot="5094805">
              <a:off x="2969480" y="4298603"/>
              <a:ext cx="9140" cy="20565"/>
            </a:xfrm>
            <a:custGeom>
              <a:avLst/>
              <a:gdLst>
                <a:gd name="T0" fmla="*/ 4 w 4"/>
                <a:gd name="T1" fmla="*/ 2 h 8"/>
                <a:gd name="T2" fmla="*/ 4 w 4"/>
                <a:gd name="T3" fmla="*/ 8 h 8"/>
                <a:gd name="T4" fmla="*/ 0 w 4"/>
                <a:gd name="T5" fmla="*/ 5 h 8"/>
                <a:gd name="T6" fmla="*/ 1 w 4"/>
                <a:gd name="T7" fmla="*/ 1 h 8"/>
                <a:gd name="T8" fmla="*/ 4 w 4"/>
                <a:gd name="T9" fmla="*/ 2 h 8"/>
              </a:gdLst>
              <a:ahLst/>
              <a:cxnLst>
                <a:cxn ang="0">
                  <a:pos x="T0" y="T1"/>
                </a:cxn>
                <a:cxn ang="0">
                  <a:pos x="T2" y="T3"/>
                </a:cxn>
                <a:cxn ang="0">
                  <a:pos x="T4" y="T5"/>
                </a:cxn>
                <a:cxn ang="0">
                  <a:pos x="T6" y="T7"/>
                </a:cxn>
                <a:cxn ang="0">
                  <a:pos x="T8" y="T9"/>
                </a:cxn>
              </a:cxnLst>
              <a:rect l="0" t="0" r="r" b="b"/>
              <a:pathLst>
                <a:path w="4" h="8">
                  <a:moveTo>
                    <a:pt x="4" y="2"/>
                  </a:moveTo>
                  <a:cubicBezTo>
                    <a:pt x="4" y="4"/>
                    <a:pt x="4" y="6"/>
                    <a:pt x="4" y="8"/>
                  </a:cubicBezTo>
                  <a:cubicBezTo>
                    <a:pt x="2" y="7"/>
                    <a:pt x="1" y="6"/>
                    <a:pt x="0" y="5"/>
                  </a:cubicBezTo>
                  <a:cubicBezTo>
                    <a:pt x="0" y="4"/>
                    <a:pt x="0" y="1"/>
                    <a:pt x="1" y="1"/>
                  </a:cubicBezTo>
                  <a:cubicBezTo>
                    <a:pt x="2"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8" name="Freeform 3142">
              <a:extLst>
                <a:ext uri="{FF2B5EF4-FFF2-40B4-BE49-F238E27FC236}">
                  <a16:creationId xmlns:a16="http://schemas.microsoft.com/office/drawing/2014/main" id="{2D92D012-3D63-1CD2-0525-AA14513F09DF}"/>
                </a:ext>
              </a:extLst>
            </p:cNvPr>
            <p:cNvSpPr>
              <a:spLocks/>
            </p:cNvSpPr>
            <p:nvPr/>
          </p:nvSpPr>
          <p:spPr bwMode="auto">
            <a:xfrm rot="5094805">
              <a:off x="2947603" y="4105454"/>
              <a:ext cx="11425" cy="18280"/>
            </a:xfrm>
            <a:custGeom>
              <a:avLst/>
              <a:gdLst>
                <a:gd name="T0" fmla="*/ 4 w 4"/>
                <a:gd name="T1" fmla="*/ 1 h 8"/>
                <a:gd name="T2" fmla="*/ 3 w 4"/>
                <a:gd name="T3" fmla="*/ 8 h 8"/>
                <a:gd name="T4" fmla="*/ 0 w 4"/>
                <a:gd name="T5" fmla="*/ 5 h 8"/>
                <a:gd name="T6" fmla="*/ 0 w 4"/>
                <a:gd name="T7" fmla="*/ 0 h 8"/>
                <a:gd name="T8" fmla="*/ 4 w 4"/>
                <a:gd name="T9" fmla="*/ 1 h 8"/>
              </a:gdLst>
              <a:ahLst/>
              <a:cxnLst>
                <a:cxn ang="0">
                  <a:pos x="T0" y="T1"/>
                </a:cxn>
                <a:cxn ang="0">
                  <a:pos x="T2" y="T3"/>
                </a:cxn>
                <a:cxn ang="0">
                  <a:pos x="T4" y="T5"/>
                </a:cxn>
                <a:cxn ang="0">
                  <a:pos x="T6" y="T7"/>
                </a:cxn>
                <a:cxn ang="0">
                  <a:pos x="T8" y="T9"/>
                </a:cxn>
              </a:cxnLst>
              <a:rect l="0" t="0" r="r" b="b"/>
              <a:pathLst>
                <a:path w="4" h="8">
                  <a:moveTo>
                    <a:pt x="4" y="1"/>
                  </a:moveTo>
                  <a:cubicBezTo>
                    <a:pt x="4" y="4"/>
                    <a:pt x="3" y="6"/>
                    <a:pt x="3" y="8"/>
                  </a:cubicBezTo>
                  <a:cubicBezTo>
                    <a:pt x="2" y="7"/>
                    <a:pt x="1" y="6"/>
                    <a:pt x="0" y="5"/>
                  </a:cubicBezTo>
                  <a:cubicBezTo>
                    <a:pt x="0" y="4"/>
                    <a:pt x="0" y="0"/>
                    <a:pt x="0" y="0"/>
                  </a:cubicBezTo>
                  <a:cubicBezTo>
                    <a:pt x="1"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9" name="Freeform 3143">
              <a:extLst>
                <a:ext uri="{FF2B5EF4-FFF2-40B4-BE49-F238E27FC236}">
                  <a16:creationId xmlns:a16="http://schemas.microsoft.com/office/drawing/2014/main" id="{A979C2CE-7682-E2AD-22C8-DA08C1DBC876}"/>
                </a:ext>
              </a:extLst>
            </p:cNvPr>
            <p:cNvSpPr>
              <a:spLocks/>
            </p:cNvSpPr>
            <p:nvPr/>
          </p:nvSpPr>
          <p:spPr bwMode="auto">
            <a:xfrm rot="5094805">
              <a:off x="2927904" y="3909922"/>
              <a:ext cx="11425" cy="18280"/>
            </a:xfrm>
            <a:custGeom>
              <a:avLst/>
              <a:gdLst>
                <a:gd name="T0" fmla="*/ 5 w 5"/>
                <a:gd name="T1" fmla="*/ 6 h 8"/>
                <a:gd name="T2" fmla="*/ 2 w 5"/>
                <a:gd name="T3" fmla="*/ 8 h 8"/>
                <a:gd name="T4" fmla="*/ 0 w 5"/>
                <a:gd name="T5" fmla="*/ 3 h 8"/>
                <a:gd name="T6" fmla="*/ 3 w 5"/>
                <a:gd name="T7" fmla="*/ 0 h 8"/>
                <a:gd name="T8" fmla="*/ 5 w 5"/>
                <a:gd name="T9" fmla="*/ 6 h 8"/>
              </a:gdLst>
              <a:ahLst/>
              <a:cxnLst>
                <a:cxn ang="0">
                  <a:pos x="T0" y="T1"/>
                </a:cxn>
                <a:cxn ang="0">
                  <a:pos x="T2" y="T3"/>
                </a:cxn>
                <a:cxn ang="0">
                  <a:pos x="T4" y="T5"/>
                </a:cxn>
                <a:cxn ang="0">
                  <a:pos x="T6" y="T7"/>
                </a:cxn>
                <a:cxn ang="0">
                  <a:pos x="T8" y="T9"/>
                </a:cxn>
              </a:cxnLst>
              <a:rect l="0" t="0" r="r" b="b"/>
              <a:pathLst>
                <a:path w="5" h="8">
                  <a:moveTo>
                    <a:pt x="5" y="6"/>
                  </a:moveTo>
                  <a:cubicBezTo>
                    <a:pt x="4" y="7"/>
                    <a:pt x="3" y="8"/>
                    <a:pt x="2" y="8"/>
                  </a:cubicBezTo>
                  <a:cubicBezTo>
                    <a:pt x="1" y="8"/>
                    <a:pt x="0" y="3"/>
                    <a:pt x="0" y="3"/>
                  </a:cubicBezTo>
                  <a:cubicBezTo>
                    <a:pt x="1" y="1"/>
                    <a:pt x="2" y="1"/>
                    <a:pt x="3" y="0"/>
                  </a:cubicBezTo>
                  <a:cubicBezTo>
                    <a:pt x="4" y="1"/>
                    <a:pt x="4" y="3"/>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0" name="Freeform 3144">
              <a:extLst>
                <a:ext uri="{FF2B5EF4-FFF2-40B4-BE49-F238E27FC236}">
                  <a16:creationId xmlns:a16="http://schemas.microsoft.com/office/drawing/2014/main" id="{87A051F5-0FF7-6FB7-5AD5-787CF508B91F}"/>
                </a:ext>
              </a:extLst>
            </p:cNvPr>
            <p:cNvSpPr>
              <a:spLocks/>
            </p:cNvSpPr>
            <p:nvPr/>
          </p:nvSpPr>
          <p:spPr bwMode="auto">
            <a:xfrm rot="5094805">
              <a:off x="3343280" y="6623547"/>
              <a:ext cx="9140" cy="6855"/>
            </a:xfrm>
            <a:custGeom>
              <a:avLst/>
              <a:gdLst>
                <a:gd name="T0" fmla="*/ 1 w 4"/>
                <a:gd name="T1" fmla="*/ 1 h 3"/>
                <a:gd name="T2" fmla="*/ 4 w 4"/>
                <a:gd name="T3" fmla="*/ 0 h 3"/>
                <a:gd name="T4" fmla="*/ 2 w 4"/>
                <a:gd name="T5" fmla="*/ 2 h 3"/>
                <a:gd name="T6" fmla="*/ 0 w 4"/>
                <a:gd name="T7" fmla="*/ 3 h 3"/>
                <a:gd name="T8" fmla="*/ 1 w 4"/>
                <a:gd name="T9" fmla="*/ 1 h 3"/>
              </a:gdLst>
              <a:ahLst/>
              <a:cxnLst>
                <a:cxn ang="0">
                  <a:pos x="T0" y="T1"/>
                </a:cxn>
                <a:cxn ang="0">
                  <a:pos x="T2" y="T3"/>
                </a:cxn>
                <a:cxn ang="0">
                  <a:pos x="T4" y="T5"/>
                </a:cxn>
                <a:cxn ang="0">
                  <a:pos x="T6" y="T7"/>
                </a:cxn>
                <a:cxn ang="0">
                  <a:pos x="T8" y="T9"/>
                </a:cxn>
              </a:cxnLst>
              <a:rect l="0" t="0" r="r" b="b"/>
              <a:pathLst>
                <a:path w="4" h="3">
                  <a:moveTo>
                    <a:pt x="1" y="1"/>
                  </a:moveTo>
                  <a:cubicBezTo>
                    <a:pt x="3" y="1"/>
                    <a:pt x="3" y="0"/>
                    <a:pt x="4" y="0"/>
                  </a:cubicBezTo>
                  <a:cubicBezTo>
                    <a:pt x="4" y="1"/>
                    <a:pt x="3" y="2"/>
                    <a:pt x="2" y="2"/>
                  </a:cubicBezTo>
                  <a:cubicBezTo>
                    <a:pt x="2" y="3"/>
                    <a:pt x="0" y="3"/>
                    <a:pt x="0" y="3"/>
                  </a:cubicBezTo>
                  <a:cubicBezTo>
                    <a:pt x="0" y="2"/>
                    <a:pt x="1"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1" name="Freeform 3145">
              <a:extLst>
                <a:ext uri="{FF2B5EF4-FFF2-40B4-BE49-F238E27FC236}">
                  <a16:creationId xmlns:a16="http://schemas.microsoft.com/office/drawing/2014/main" id="{0CA49272-4A4E-CB44-593D-A224BF0047DE}"/>
                </a:ext>
              </a:extLst>
            </p:cNvPr>
            <p:cNvSpPr>
              <a:spLocks/>
            </p:cNvSpPr>
            <p:nvPr/>
          </p:nvSpPr>
          <p:spPr bwMode="auto">
            <a:xfrm rot="5094805">
              <a:off x="3476469" y="6804291"/>
              <a:ext cx="11425" cy="9140"/>
            </a:xfrm>
            <a:custGeom>
              <a:avLst/>
              <a:gdLst>
                <a:gd name="T0" fmla="*/ 4 w 4"/>
                <a:gd name="T1" fmla="*/ 0 h 3"/>
                <a:gd name="T2" fmla="*/ 1 w 4"/>
                <a:gd name="T3" fmla="*/ 3 h 3"/>
                <a:gd name="T4" fmla="*/ 0 w 4"/>
                <a:gd name="T5" fmla="*/ 3 h 3"/>
                <a:gd name="T6" fmla="*/ 3 w 4"/>
                <a:gd name="T7" fmla="*/ 0 h 3"/>
                <a:gd name="T8" fmla="*/ 4 w 4"/>
                <a:gd name="T9" fmla="*/ 0 h 3"/>
              </a:gdLst>
              <a:ahLst/>
              <a:cxnLst>
                <a:cxn ang="0">
                  <a:pos x="T0" y="T1"/>
                </a:cxn>
                <a:cxn ang="0">
                  <a:pos x="T2" y="T3"/>
                </a:cxn>
                <a:cxn ang="0">
                  <a:pos x="T4" y="T5"/>
                </a:cxn>
                <a:cxn ang="0">
                  <a:pos x="T6" y="T7"/>
                </a:cxn>
                <a:cxn ang="0">
                  <a:pos x="T8" y="T9"/>
                </a:cxn>
              </a:cxnLst>
              <a:rect l="0" t="0" r="r" b="b"/>
              <a:pathLst>
                <a:path w="4" h="3">
                  <a:moveTo>
                    <a:pt x="4" y="0"/>
                  </a:moveTo>
                  <a:cubicBezTo>
                    <a:pt x="3" y="1"/>
                    <a:pt x="2" y="2"/>
                    <a:pt x="1" y="3"/>
                  </a:cubicBezTo>
                  <a:cubicBezTo>
                    <a:pt x="1" y="3"/>
                    <a:pt x="0" y="3"/>
                    <a:pt x="0" y="3"/>
                  </a:cubicBezTo>
                  <a:cubicBezTo>
                    <a:pt x="1" y="2"/>
                    <a:pt x="2" y="1"/>
                    <a:pt x="3"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2" name="Freeform 3166">
              <a:extLst>
                <a:ext uri="{FF2B5EF4-FFF2-40B4-BE49-F238E27FC236}">
                  <a16:creationId xmlns:a16="http://schemas.microsoft.com/office/drawing/2014/main" id="{9890DC38-4159-0D4E-7ED8-56BC23EBD4D3}"/>
                </a:ext>
              </a:extLst>
            </p:cNvPr>
            <p:cNvSpPr>
              <a:spLocks/>
            </p:cNvSpPr>
            <p:nvPr/>
          </p:nvSpPr>
          <p:spPr bwMode="auto">
            <a:xfrm rot="5094805">
              <a:off x="2082162" y="98077"/>
              <a:ext cx="9140" cy="4570"/>
            </a:xfrm>
            <a:custGeom>
              <a:avLst/>
              <a:gdLst>
                <a:gd name="T0" fmla="*/ 2 w 4"/>
                <a:gd name="T1" fmla="*/ 2 h 2"/>
                <a:gd name="T2" fmla="*/ 0 w 4"/>
                <a:gd name="T3" fmla="*/ 1 h 2"/>
                <a:gd name="T4" fmla="*/ 2 w 4"/>
                <a:gd name="T5" fmla="*/ 0 h 2"/>
                <a:gd name="T6" fmla="*/ 4 w 4"/>
                <a:gd name="T7" fmla="*/ 0 h 2"/>
                <a:gd name="T8" fmla="*/ 2 w 4"/>
                <a:gd name="T9" fmla="*/ 2 h 2"/>
              </a:gdLst>
              <a:ahLst/>
              <a:cxnLst>
                <a:cxn ang="0">
                  <a:pos x="T0" y="T1"/>
                </a:cxn>
                <a:cxn ang="0">
                  <a:pos x="T2" y="T3"/>
                </a:cxn>
                <a:cxn ang="0">
                  <a:pos x="T4" y="T5"/>
                </a:cxn>
                <a:cxn ang="0">
                  <a:pos x="T6" y="T7"/>
                </a:cxn>
                <a:cxn ang="0">
                  <a:pos x="T8" y="T9"/>
                </a:cxn>
              </a:cxnLst>
              <a:rect l="0" t="0" r="r" b="b"/>
              <a:pathLst>
                <a:path w="4" h="2">
                  <a:moveTo>
                    <a:pt x="2" y="2"/>
                  </a:moveTo>
                  <a:cubicBezTo>
                    <a:pt x="1" y="2"/>
                    <a:pt x="0" y="2"/>
                    <a:pt x="0" y="1"/>
                  </a:cubicBezTo>
                  <a:cubicBezTo>
                    <a:pt x="0" y="1"/>
                    <a:pt x="2" y="0"/>
                    <a:pt x="2" y="0"/>
                  </a:cubicBezTo>
                  <a:cubicBezTo>
                    <a:pt x="3" y="0"/>
                    <a:pt x="4" y="0"/>
                    <a:pt x="4" y="0"/>
                  </a:cubicBezTo>
                  <a:cubicBezTo>
                    <a:pt x="4" y="0"/>
                    <a:pt x="3"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3" name="Freeform 3167">
              <a:extLst>
                <a:ext uri="{FF2B5EF4-FFF2-40B4-BE49-F238E27FC236}">
                  <a16:creationId xmlns:a16="http://schemas.microsoft.com/office/drawing/2014/main" id="{FBDA59A0-3CF0-E060-40A6-AC5D5F218583}"/>
                </a:ext>
              </a:extLst>
            </p:cNvPr>
            <p:cNvSpPr>
              <a:spLocks/>
            </p:cNvSpPr>
            <p:nvPr/>
          </p:nvSpPr>
          <p:spPr bwMode="auto">
            <a:xfrm rot="5094805">
              <a:off x="2186602" y="278041"/>
              <a:ext cx="9140" cy="6855"/>
            </a:xfrm>
            <a:custGeom>
              <a:avLst/>
              <a:gdLst>
                <a:gd name="T0" fmla="*/ 1 w 4"/>
                <a:gd name="T1" fmla="*/ 2 h 2"/>
                <a:gd name="T2" fmla="*/ 0 w 4"/>
                <a:gd name="T3" fmla="*/ 1 h 2"/>
                <a:gd name="T4" fmla="*/ 2 w 4"/>
                <a:gd name="T5" fmla="*/ 0 h 2"/>
                <a:gd name="T6" fmla="*/ 4 w 4"/>
                <a:gd name="T7" fmla="*/ 1 h 2"/>
                <a:gd name="T8" fmla="*/ 1 w 4"/>
                <a:gd name="T9" fmla="*/ 2 h 2"/>
              </a:gdLst>
              <a:ahLst/>
              <a:cxnLst>
                <a:cxn ang="0">
                  <a:pos x="T0" y="T1"/>
                </a:cxn>
                <a:cxn ang="0">
                  <a:pos x="T2" y="T3"/>
                </a:cxn>
                <a:cxn ang="0">
                  <a:pos x="T4" y="T5"/>
                </a:cxn>
                <a:cxn ang="0">
                  <a:pos x="T6" y="T7"/>
                </a:cxn>
                <a:cxn ang="0">
                  <a:pos x="T8" y="T9"/>
                </a:cxn>
              </a:cxnLst>
              <a:rect l="0" t="0" r="r" b="b"/>
              <a:pathLst>
                <a:path w="4" h="2">
                  <a:moveTo>
                    <a:pt x="1" y="2"/>
                  </a:moveTo>
                  <a:cubicBezTo>
                    <a:pt x="1" y="2"/>
                    <a:pt x="0" y="2"/>
                    <a:pt x="0" y="1"/>
                  </a:cubicBezTo>
                  <a:cubicBezTo>
                    <a:pt x="0" y="1"/>
                    <a:pt x="1" y="0"/>
                    <a:pt x="2" y="0"/>
                  </a:cubicBezTo>
                  <a:cubicBezTo>
                    <a:pt x="2" y="0"/>
                    <a:pt x="3" y="0"/>
                    <a:pt x="4" y="1"/>
                  </a:cubicBezTo>
                  <a:cubicBezTo>
                    <a:pt x="4" y="1"/>
                    <a:pt x="2" y="2"/>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4" name="Freeform 3168">
              <a:extLst>
                <a:ext uri="{FF2B5EF4-FFF2-40B4-BE49-F238E27FC236}">
                  <a16:creationId xmlns:a16="http://schemas.microsoft.com/office/drawing/2014/main" id="{BA98E5E3-5702-9007-F3DE-1E5D19993E44}"/>
                </a:ext>
              </a:extLst>
            </p:cNvPr>
            <p:cNvSpPr>
              <a:spLocks/>
            </p:cNvSpPr>
            <p:nvPr/>
          </p:nvSpPr>
          <p:spPr bwMode="auto">
            <a:xfrm rot="5094805">
              <a:off x="2285255" y="457475"/>
              <a:ext cx="6855" cy="9140"/>
            </a:xfrm>
            <a:custGeom>
              <a:avLst/>
              <a:gdLst>
                <a:gd name="T0" fmla="*/ 0 w 3"/>
                <a:gd name="T1" fmla="*/ 1 h 4"/>
                <a:gd name="T2" fmla="*/ 3 w 3"/>
                <a:gd name="T3" fmla="*/ 0 h 4"/>
                <a:gd name="T4" fmla="*/ 2 w 3"/>
                <a:gd name="T5" fmla="*/ 3 h 4"/>
                <a:gd name="T6" fmla="*/ 0 w 3"/>
                <a:gd name="T7" fmla="*/ 3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1" y="0"/>
                    <a:pt x="3" y="0"/>
                    <a:pt x="3" y="0"/>
                  </a:cubicBezTo>
                  <a:cubicBezTo>
                    <a:pt x="3" y="1"/>
                    <a:pt x="2" y="2"/>
                    <a:pt x="2" y="3"/>
                  </a:cubicBezTo>
                  <a:cubicBezTo>
                    <a:pt x="1" y="3"/>
                    <a:pt x="0" y="4"/>
                    <a:pt x="0" y="3"/>
                  </a:cubicBezTo>
                  <a:cubicBezTo>
                    <a:pt x="0" y="3"/>
                    <a:pt x="0"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5" name="Freeform 3169">
              <a:extLst>
                <a:ext uri="{FF2B5EF4-FFF2-40B4-BE49-F238E27FC236}">
                  <a16:creationId xmlns:a16="http://schemas.microsoft.com/office/drawing/2014/main" id="{907695B2-52AC-68D2-83FE-8AA67E4C7D67}"/>
                </a:ext>
              </a:extLst>
            </p:cNvPr>
            <p:cNvSpPr>
              <a:spLocks/>
            </p:cNvSpPr>
            <p:nvPr/>
          </p:nvSpPr>
          <p:spPr bwMode="auto">
            <a:xfrm rot="5094805">
              <a:off x="2377071" y="635029"/>
              <a:ext cx="9140" cy="15995"/>
            </a:xfrm>
            <a:custGeom>
              <a:avLst/>
              <a:gdLst>
                <a:gd name="T0" fmla="*/ 1 w 4"/>
                <a:gd name="T1" fmla="*/ 6 h 6"/>
                <a:gd name="T2" fmla="*/ 0 w 4"/>
                <a:gd name="T3" fmla="*/ 2 h 6"/>
                <a:gd name="T4" fmla="*/ 2 w 4"/>
                <a:gd name="T5" fmla="*/ 0 h 6"/>
                <a:gd name="T6" fmla="*/ 4 w 4"/>
                <a:gd name="T7" fmla="*/ 3 h 6"/>
                <a:gd name="T8" fmla="*/ 1 w 4"/>
                <a:gd name="T9" fmla="*/ 6 h 6"/>
              </a:gdLst>
              <a:ahLst/>
              <a:cxnLst>
                <a:cxn ang="0">
                  <a:pos x="T0" y="T1"/>
                </a:cxn>
                <a:cxn ang="0">
                  <a:pos x="T2" y="T3"/>
                </a:cxn>
                <a:cxn ang="0">
                  <a:pos x="T4" y="T5"/>
                </a:cxn>
                <a:cxn ang="0">
                  <a:pos x="T6" y="T7"/>
                </a:cxn>
                <a:cxn ang="0">
                  <a:pos x="T8" y="T9"/>
                </a:cxn>
              </a:cxnLst>
              <a:rect l="0" t="0" r="r" b="b"/>
              <a:pathLst>
                <a:path w="4" h="6">
                  <a:moveTo>
                    <a:pt x="1" y="6"/>
                  </a:moveTo>
                  <a:cubicBezTo>
                    <a:pt x="1" y="4"/>
                    <a:pt x="0" y="3"/>
                    <a:pt x="0" y="2"/>
                  </a:cubicBezTo>
                  <a:cubicBezTo>
                    <a:pt x="0" y="2"/>
                    <a:pt x="1" y="1"/>
                    <a:pt x="2" y="0"/>
                  </a:cubicBezTo>
                  <a:cubicBezTo>
                    <a:pt x="3" y="1"/>
                    <a:pt x="3" y="2"/>
                    <a:pt x="4" y="3"/>
                  </a:cubicBezTo>
                  <a:cubicBezTo>
                    <a:pt x="4" y="4"/>
                    <a:pt x="2" y="5"/>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6" name="Freeform 3170">
              <a:extLst>
                <a:ext uri="{FF2B5EF4-FFF2-40B4-BE49-F238E27FC236}">
                  <a16:creationId xmlns:a16="http://schemas.microsoft.com/office/drawing/2014/main" id="{F1E0C352-AC3E-2834-107D-5DDE146744A5}"/>
                </a:ext>
              </a:extLst>
            </p:cNvPr>
            <p:cNvSpPr>
              <a:spLocks/>
            </p:cNvSpPr>
            <p:nvPr/>
          </p:nvSpPr>
          <p:spPr bwMode="auto">
            <a:xfrm rot="5094805">
              <a:off x="2467952" y="818387"/>
              <a:ext cx="11425" cy="15995"/>
            </a:xfrm>
            <a:custGeom>
              <a:avLst/>
              <a:gdLst>
                <a:gd name="T0" fmla="*/ 4 w 4"/>
                <a:gd name="T1" fmla="*/ 3 h 7"/>
                <a:gd name="T2" fmla="*/ 1 w 4"/>
                <a:gd name="T3" fmla="*/ 7 h 7"/>
                <a:gd name="T4" fmla="*/ 0 w 4"/>
                <a:gd name="T5" fmla="*/ 4 h 7"/>
                <a:gd name="T6" fmla="*/ 2 w 4"/>
                <a:gd name="T7" fmla="*/ 0 h 7"/>
                <a:gd name="T8" fmla="*/ 4 w 4"/>
                <a:gd name="T9" fmla="*/ 3 h 7"/>
              </a:gdLst>
              <a:ahLst/>
              <a:cxnLst>
                <a:cxn ang="0">
                  <a:pos x="T0" y="T1"/>
                </a:cxn>
                <a:cxn ang="0">
                  <a:pos x="T2" y="T3"/>
                </a:cxn>
                <a:cxn ang="0">
                  <a:pos x="T4" y="T5"/>
                </a:cxn>
                <a:cxn ang="0">
                  <a:pos x="T6" y="T7"/>
                </a:cxn>
                <a:cxn ang="0">
                  <a:pos x="T8" y="T9"/>
                </a:cxn>
              </a:cxnLst>
              <a:rect l="0" t="0" r="r" b="b"/>
              <a:pathLst>
                <a:path w="4" h="7">
                  <a:moveTo>
                    <a:pt x="4" y="3"/>
                  </a:moveTo>
                  <a:cubicBezTo>
                    <a:pt x="3" y="4"/>
                    <a:pt x="2" y="6"/>
                    <a:pt x="1" y="7"/>
                  </a:cubicBezTo>
                  <a:cubicBezTo>
                    <a:pt x="1" y="6"/>
                    <a:pt x="0" y="5"/>
                    <a:pt x="0" y="4"/>
                  </a:cubicBezTo>
                  <a:cubicBezTo>
                    <a:pt x="0" y="3"/>
                    <a:pt x="1" y="2"/>
                    <a:pt x="2" y="0"/>
                  </a:cubicBezTo>
                  <a:cubicBezTo>
                    <a:pt x="3" y="1"/>
                    <a:pt x="3"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7" name="Freeform 3171">
              <a:extLst>
                <a:ext uri="{FF2B5EF4-FFF2-40B4-BE49-F238E27FC236}">
                  <a16:creationId xmlns:a16="http://schemas.microsoft.com/office/drawing/2014/main" id="{357C1154-9AE2-3D77-984F-F52534172318}"/>
                </a:ext>
              </a:extLst>
            </p:cNvPr>
            <p:cNvSpPr>
              <a:spLocks/>
            </p:cNvSpPr>
            <p:nvPr/>
          </p:nvSpPr>
          <p:spPr bwMode="auto">
            <a:xfrm rot="5094805">
              <a:off x="2558534" y="997291"/>
              <a:ext cx="11425" cy="18280"/>
            </a:xfrm>
            <a:custGeom>
              <a:avLst/>
              <a:gdLst>
                <a:gd name="T0" fmla="*/ 1 w 4"/>
                <a:gd name="T1" fmla="*/ 0 h 7"/>
                <a:gd name="T2" fmla="*/ 4 w 4"/>
                <a:gd name="T3" fmla="*/ 1 h 7"/>
                <a:gd name="T4" fmla="*/ 3 w 4"/>
                <a:gd name="T5" fmla="*/ 7 h 7"/>
                <a:gd name="T6" fmla="*/ 1 w 4"/>
                <a:gd name="T7" fmla="*/ 6 h 7"/>
                <a:gd name="T8" fmla="*/ 1 w 4"/>
                <a:gd name="T9" fmla="*/ 0 h 7"/>
              </a:gdLst>
              <a:ahLst/>
              <a:cxnLst>
                <a:cxn ang="0">
                  <a:pos x="T0" y="T1"/>
                </a:cxn>
                <a:cxn ang="0">
                  <a:pos x="T2" y="T3"/>
                </a:cxn>
                <a:cxn ang="0">
                  <a:pos x="T4" y="T5"/>
                </a:cxn>
                <a:cxn ang="0">
                  <a:pos x="T6" y="T7"/>
                </a:cxn>
                <a:cxn ang="0">
                  <a:pos x="T8" y="T9"/>
                </a:cxn>
              </a:cxnLst>
              <a:rect l="0" t="0" r="r" b="b"/>
              <a:pathLst>
                <a:path w="4" h="7">
                  <a:moveTo>
                    <a:pt x="1" y="0"/>
                  </a:moveTo>
                  <a:cubicBezTo>
                    <a:pt x="2" y="1"/>
                    <a:pt x="4" y="1"/>
                    <a:pt x="4" y="1"/>
                  </a:cubicBezTo>
                  <a:cubicBezTo>
                    <a:pt x="4" y="3"/>
                    <a:pt x="3" y="5"/>
                    <a:pt x="3" y="7"/>
                  </a:cubicBezTo>
                  <a:cubicBezTo>
                    <a:pt x="2" y="7"/>
                    <a:pt x="1" y="7"/>
                    <a:pt x="1"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8" name="Freeform 3172">
              <a:extLst>
                <a:ext uri="{FF2B5EF4-FFF2-40B4-BE49-F238E27FC236}">
                  <a16:creationId xmlns:a16="http://schemas.microsoft.com/office/drawing/2014/main" id="{305B3A63-D562-3A5D-7A94-749E6AA2BA0A}"/>
                </a:ext>
              </a:extLst>
            </p:cNvPr>
            <p:cNvSpPr>
              <a:spLocks/>
            </p:cNvSpPr>
            <p:nvPr/>
          </p:nvSpPr>
          <p:spPr bwMode="auto">
            <a:xfrm rot="5094805">
              <a:off x="2647148" y="1178770"/>
              <a:ext cx="9140" cy="22850"/>
            </a:xfrm>
            <a:custGeom>
              <a:avLst/>
              <a:gdLst>
                <a:gd name="T0" fmla="*/ 2 w 4"/>
                <a:gd name="T1" fmla="*/ 9 h 9"/>
                <a:gd name="T2" fmla="*/ 0 w 4"/>
                <a:gd name="T3" fmla="*/ 3 h 9"/>
                <a:gd name="T4" fmla="*/ 2 w 4"/>
                <a:gd name="T5" fmla="*/ 0 h 9"/>
                <a:gd name="T6" fmla="*/ 4 w 4"/>
                <a:gd name="T7" fmla="*/ 5 h 9"/>
                <a:gd name="T8" fmla="*/ 2 w 4"/>
                <a:gd name="T9" fmla="*/ 9 h 9"/>
              </a:gdLst>
              <a:ahLst/>
              <a:cxnLst>
                <a:cxn ang="0">
                  <a:pos x="T0" y="T1"/>
                </a:cxn>
                <a:cxn ang="0">
                  <a:pos x="T2" y="T3"/>
                </a:cxn>
                <a:cxn ang="0">
                  <a:pos x="T4" y="T5"/>
                </a:cxn>
                <a:cxn ang="0">
                  <a:pos x="T6" y="T7"/>
                </a:cxn>
                <a:cxn ang="0">
                  <a:pos x="T8" y="T9"/>
                </a:cxn>
              </a:cxnLst>
              <a:rect l="0" t="0" r="r" b="b"/>
              <a:pathLst>
                <a:path w="4" h="9">
                  <a:moveTo>
                    <a:pt x="2" y="9"/>
                  </a:moveTo>
                  <a:cubicBezTo>
                    <a:pt x="1" y="7"/>
                    <a:pt x="0" y="5"/>
                    <a:pt x="0" y="3"/>
                  </a:cubicBezTo>
                  <a:cubicBezTo>
                    <a:pt x="0" y="2"/>
                    <a:pt x="1" y="0"/>
                    <a:pt x="2" y="0"/>
                  </a:cubicBezTo>
                  <a:cubicBezTo>
                    <a:pt x="3" y="1"/>
                    <a:pt x="3" y="3"/>
                    <a:pt x="4" y="5"/>
                  </a:cubicBezTo>
                  <a:cubicBezTo>
                    <a:pt x="4" y="5"/>
                    <a:pt x="3" y="7"/>
                    <a:pt x="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9" name="Freeform 3173">
              <a:extLst>
                <a:ext uri="{FF2B5EF4-FFF2-40B4-BE49-F238E27FC236}">
                  <a16:creationId xmlns:a16="http://schemas.microsoft.com/office/drawing/2014/main" id="{254625B2-BD49-7FB1-F254-5804B6275498}"/>
                </a:ext>
              </a:extLst>
            </p:cNvPr>
            <p:cNvSpPr>
              <a:spLocks/>
            </p:cNvSpPr>
            <p:nvPr/>
          </p:nvSpPr>
          <p:spPr bwMode="auto">
            <a:xfrm rot="5094805">
              <a:off x="2737932" y="1359950"/>
              <a:ext cx="9140" cy="25135"/>
            </a:xfrm>
            <a:custGeom>
              <a:avLst/>
              <a:gdLst>
                <a:gd name="T0" fmla="*/ 1 w 4"/>
                <a:gd name="T1" fmla="*/ 10 h 10"/>
                <a:gd name="T2" fmla="*/ 0 w 4"/>
                <a:gd name="T3" fmla="*/ 3 h 10"/>
                <a:gd name="T4" fmla="*/ 1 w 4"/>
                <a:gd name="T5" fmla="*/ 0 h 10"/>
                <a:gd name="T6" fmla="*/ 4 w 4"/>
                <a:gd name="T7" fmla="*/ 6 h 10"/>
                <a:gd name="T8" fmla="*/ 1 w 4"/>
                <a:gd name="T9" fmla="*/ 10 h 10"/>
              </a:gdLst>
              <a:ahLst/>
              <a:cxnLst>
                <a:cxn ang="0">
                  <a:pos x="T0" y="T1"/>
                </a:cxn>
                <a:cxn ang="0">
                  <a:pos x="T2" y="T3"/>
                </a:cxn>
                <a:cxn ang="0">
                  <a:pos x="T4" y="T5"/>
                </a:cxn>
                <a:cxn ang="0">
                  <a:pos x="T6" y="T7"/>
                </a:cxn>
                <a:cxn ang="0">
                  <a:pos x="T8" y="T9"/>
                </a:cxn>
              </a:cxnLst>
              <a:rect l="0" t="0" r="r" b="b"/>
              <a:pathLst>
                <a:path w="4" h="10">
                  <a:moveTo>
                    <a:pt x="1" y="10"/>
                  </a:moveTo>
                  <a:cubicBezTo>
                    <a:pt x="1" y="7"/>
                    <a:pt x="0" y="5"/>
                    <a:pt x="0" y="3"/>
                  </a:cubicBezTo>
                  <a:cubicBezTo>
                    <a:pt x="0" y="3"/>
                    <a:pt x="1" y="0"/>
                    <a:pt x="1" y="0"/>
                  </a:cubicBezTo>
                  <a:cubicBezTo>
                    <a:pt x="2" y="2"/>
                    <a:pt x="3" y="3"/>
                    <a:pt x="4" y="6"/>
                  </a:cubicBezTo>
                  <a:cubicBezTo>
                    <a:pt x="4" y="6"/>
                    <a:pt x="2" y="8"/>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0" name="Freeform 3174">
              <a:extLst>
                <a:ext uri="{FF2B5EF4-FFF2-40B4-BE49-F238E27FC236}">
                  <a16:creationId xmlns:a16="http://schemas.microsoft.com/office/drawing/2014/main" id="{A149ED6E-F2D9-EECC-ADD0-45FFF69B723A}"/>
                </a:ext>
              </a:extLst>
            </p:cNvPr>
            <p:cNvSpPr>
              <a:spLocks/>
            </p:cNvSpPr>
            <p:nvPr/>
          </p:nvSpPr>
          <p:spPr bwMode="auto">
            <a:xfrm rot="5094805">
              <a:off x="2825196" y="1542479"/>
              <a:ext cx="11425" cy="22850"/>
            </a:xfrm>
            <a:custGeom>
              <a:avLst/>
              <a:gdLst>
                <a:gd name="T0" fmla="*/ 5 w 5"/>
                <a:gd name="T1" fmla="*/ 2 h 9"/>
                <a:gd name="T2" fmla="*/ 4 w 5"/>
                <a:gd name="T3" fmla="*/ 9 h 9"/>
                <a:gd name="T4" fmla="*/ 1 w 5"/>
                <a:gd name="T5" fmla="*/ 6 h 9"/>
                <a:gd name="T6" fmla="*/ 1 w 5"/>
                <a:gd name="T7" fmla="*/ 0 h 9"/>
                <a:gd name="T8" fmla="*/ 5 w 5"/>
                <a:gd name="T9" fmla="*/ 2 h 9"/>
              </a:gdLst>
              <a:ahLst/>
              <a:cxnLst>
                <a:cxn ang="0">
                  <a:pos x="T0" y="T1"/>
                </a:cxn>
                <a:cxn ang="0">
                  <a:pos x="T2" y="T3"/>
                </a:cxn>
                <a:cxn ang="0">
                  <a:pos x="T4" y="T5"/>
                </a:cxn>
                <a:cxn ang="0">
                  <a:pos x="T6" y="T7"/>
                </a:cxn>
                <a:cxn ang="0">
                  <a:pos x="T8" y="T9"/>
                </a:cxn>
              </a:cxnLst>
              <a:rect l="0" t="0" r="r" b="b"/>
              <a:pathLst>
                <a:path w="5" h="9">
                  <a:moveTo>
                    <a:pt x="5" y="2"/>
                  </a:moveTo>
                  <a:cubicBezTo>
                    <a:pt x="4" y="5"/>
                    <a:pt x="4" y="7"/>
                    <a:pt x="4" y="9"/>
                  </a:cubicBezTo>
                  <a:cubicBezTo>
                    <a:pt x="3" y="8"/>
                    <a:pt x="2" y="7"/>
                    <a:pt x="1" y="6"/>
                  </a:cubicBezTo>
                  <a:cubicBezTo>
                    <a:pt x="0" y="5"/>
                    <a:pt x="1" y="2"/>
                    <a:pt x="1" y="0"/>
                  </a:cubicBezTo>
                  <a:cubicBezTo>
                    <a:pt x="2" y="1"/>
                    <a:pt x="4" y="1"/>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1" name="Freeform 3175">
              <a:extLst>
                <a:ext uri="{FF2B5EF4-FFF2-40B4-BE49-F238E27FC236}">
                  <a16:creationId xmlns:a16="http://schemas.microsoft.com/office/drawing/2014/main" id="{6241FD21-FCC0-1976-75EB-0FA4C4E58962}"/>
                </a:ext>
              </a:extLst>
            </p:cNvPr>
            <p:cNvSpPr>
              <a:spLocks/>
            </p:cNvSpPr>
            <p:nvPr/>
          </p:nvSpPr>
          <p:spPr bwMode="auto">
            <a:xfrm rot="5094805">
              <a:off x="2909258" y="1726648"/>
              <a:ext cx="9140" cy="22850"/>
            </a:xfrm>
            <a:custGeom>
              <a:avLst/>
              <a:gdLst>
                <a:gd name="T0" fmla="*/ 4 w 4"/>
                <a:gd name="T1" fmla="*/ 2 h 9"/>
                <a:gd name="T2" fmla="*/ 3 w 4"/>
                <a:gd name="T3" fmla="*/ 9 h 9"/>
                <a:gd name="T4" fmla="*/ 0 w 4"/>
                <a:gd name="T5" fmla="*/ 5 h 9"/>
                <a:gd name="T6" fmla="*/ 0 w 4"/>
                <a:gd name="T7" fmla="*/ 0 h 9"/>
                <a:gd name="T8" fmla="*/ 4 w 4"/>
                <a:gd name="T9" fmla="*/ 2 h 9"/>
              </a:gdLst>
              <a:ahLst/>
              <a:cxnLst>
                <a:cxn ang="0">
                  <a:pos x="T0" y="T1"/>
                </a:cxn>
                <a:cxn ang="0">
                  <a:pos x="T2" y="T3"/>
                </a:cxn>
                <a:cxn ang="0">
                  <a:pos x="T4" y="T5"/>
                </a:cxn>
                <a:cxn ang="0">
                  <a:pos x="T6" y="T7"/>
                </a:cxn>
                <a:cxn ang="0">
                  <a:pos x="T8" y="T9"/>
                </a:cxn>
              </a:cxnLst>
              <a:rect l="0" t="0" r="r" b="b"/>
              <a:pathLst>
                <a:path w="4" h="9">
                  <a:moveTo>
                    <a:pt x="4" y="2"/>
                  </a:moveTo>
                  <a:cubicBezTo>
                    <a:pt x="4" y="5"/>
                    <a:pt x="3" y="7"/>
                    <a:pt x="3" y="9"/>
                  </a:cubicBezTo>
                  <a:cubicBezTo>
                    <a:pt x="2" y="8"/>
                    <a:pt x="1" y="7"/>
                    <a:pt x="0" y="5"/>
                  </a:cubicBezTo>
                  <a:cubicBezTo>
                    <a:pt x="0" y="5"/>
                    <a:pt x="0" y="2"/>
                    <a:pt x="0" y="0"/>
                  </a:cubicBezTo>
                  <a:cubicBezTo>
                    <a:pt x="2" y="1"/>
                    <a:pt x="3"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2" name="Freeform 3176">
              <a:extLst>
                <a:ext uri="{FF2B5EF4-FFF2-40B4-BE49-F238E27FC236}">
                  <a16:creationId xmlns:a16="http://schemas.microsoft.com/office/drawing/2014/main" id="{5C8C9DF3-829B-C12E-E5C7-64AE41060184}"/>
                </a:ext>
              </a:extLst>
            </p:cNvPr>
            <p:cNvSpPr>
              <a:spLocks/>
            </p:cNvSpPr>
            <p:nvPr/>
          </p:nvSpPr>
          <p:spPr bwMode="auto">
            <a:xfrm rot="5094805">
              <a:off x="2983166" y="1910278"/>
              <a:ext cx="13710" cy="27420"/>
            </a:xfrm>
            <a:custGeom>
              <a:avLst/>
              <a:gdLst>
                <a:gd name="T0" fmla="*/ 2 w 5"/>
                <a:gd name="T1" fmla="*/ 11 h 11"/>
                <a:gd name="T2" fmla="*/ 0 w 5"/>
                <a:gd name="T3" fmla="*/ 4 h 11"/>
                <a:gd name="T4" fmla="*/ 2 w 5"/>
                <a:gd name="T5" fmla="*/ 1 h 11"/>
                <a:gd name="T6" fmla="*/ 4 w 5"/>
                <a:gd name="T7" fmla="*/ 7 h 11"/>
                <a:gd name="T8" fmla="*/ 2 w 5"/>
                <a:gd name="T9" fmla="*/ 11 h 11"/>
              </a:gdLst>
              <a:ahLst/>
              <a:cxnLst>
                <a:cxn ang="0">
                  <a:pos x="T0" y="T1"/>
                </a:cxn>
                <a:cxn ang="0">
                  <a:pos x="T2" y="T3"/>
                </a:cxn>
                <a:cxn ang="0">
                  <a:pos x="T4" y="T5"/>
                </a:cxn>
                <a:cxn ang="0">
                  <a:pos x="T6" y="T7"/>
                </a:cxn>
                <a:cxn ang="0">
                  <a:pos x="T8" y="T9"/>
                </a:cxn>
              </a:cxnLst>
              <a:rect l="0" t="0" r="r" b="b"/>
              <a:pathLst>
                <a:path w="5" h="11">
                  <a:moveTo>
                    <a:pt x="2" y="11"/>
                  </a:moveTo>
                  <a:cubicBezTo>
                    <a:pt x="1" y="8"/>
                    <a:pt x="1" y="6"/>
                    <a:pt x="0" y="4"/>
                  </a:cubicBezTo>
                  <a:cubicBezTo>
                    <a:pt x="0" y="3"/>
                    <a:pt x="2" y="0"/>
                    <a:pt x="2" y="1"/>
                  </a:cubicBezTo>
                  <a:cubicBezTo>
                    <a:pt x="3" y="2"/>
                    <a:pt x="4" y="4"/>
                    <a:pt x="4" y="7"/>
                  </a:cubicBezTo>
                  <a:cubicBezTo>
                    <a:pt x="5" y="7"/>
                    <a:pt x="3"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3" name="Freeform 3177">
              <a:extLst>
                <a:ext uri="{FF2B5EF4-FFF2-40B4-BE49-F238E27FC236}">
                  <a16:creationId xmlns:a16="http://schemas.microsoft.com/office/drawing/2014/main" id="{65184553-162A-3DE7-0432-73320275F536}"/>
                </a:ext>
              </a:extLst>
            </p:cNvPr>
            <p:cNvSpPr>
              <a:spLocks/>
            </p:cNvSpPr>
            <p:nvPr/>
          </p:nvSpPr>
          <p:spPr bwMode="auto">
            <a:xfrm rot="5094805">
              <a:off x="3057197" y="2098979"/>
              <a:ext cx="6855" cy="25135"/>
            </a:xfrm>
            <a:custGeom>
              <a:avLst/>
              <a:gdLst>
                <a:gd name="T0" fmla="*/ 0 w 3"/>
                <a:gd name="T1" fmla="*/ 0 h 10"/>
                <a:gd name="T2" fmla="*/ 3 w 3"/>
                <a:gd name="T3" fmla="*/ 2 h 10"/>
                <a:gd name="T4" fmla="*/ 2 w 3"/>
                <a:gd name="T5" fmla="*/ 10 h 10"/>
                <a:gd name="T6" fmla="*/ 0 w 3"/>
                <a:gd name="T7" fmla="*/ 8 h 10"/>
                <a:gd name="T8" fmla="*/ 0 w 3"/>
                <a:gd name="T9" fmla="*/ 0 h 10"/>
              </a:gdLst>
              <a:ahLst/>
              <a:cxnLst>
                <a:cxn ang="0">
                  <a:pos x="T0" y="T1"/>
                </a:cxn>
                <a:cxn ang="0">
                  <a:pos x="T2" y="T3"/>
                </a:cxn>
                <a:cxn ang="0">
                  <a:pos x="T4" y="T5"/>
                </a:cxn>
                <a:cxn ang="0">
                  <a:pos x="T6" y="T7"/>
                </a:cxn>
                <a:cxn ang="0">
                  <a:pos x="T8" y="T9"/>
                </a:cxn>
              </a:cxnLst>
              <a:rect l="0" t="0" r="r" b="b"/>
              <a:pathLst>
                <a:path w="3" h="10">
                  <a:moveTo>
                    <a:pt x="0" y="0"/>
                  </a:moveTo>
                  <a:cubicBezTo>
                    <a:pt x="1" y="1"/>
                    <a:pt x="3" y="1"/>
                    <a:pt x="3" y="2"/>
                  </a:cubicBezTo>
                  <a:cubicBezTo>
                    <a:pt x="3" y="4"/>
                    <a:pt x="2" y="7"/>
                    <a:pt x="2" y="10"/>
                  </a:cubicBezTo>
                  <a:cubicBezTo>
                    <a:pt x="1" y="9"/>
                    <a:pt x="0" y="9"/>
                    <a:pt x="0" y="8"/>
                  </a:cubicBezTo>
                  <a:cubicBezTo>
                    <a:pt x="0" y="5"/>
                    <a:pt x="0"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4" name="Freeform 3178">
              <a:extLst>
                <a:ext uri="{FF2B5EF4-FFF2-40B4-BE49-F238E27FC236}">
                  <a16:creationId xmlns:a16="http://schemas.microsoft.com/office/drawing/2014/main" id="{B709872E-D218-C4EB-479E-D9B94D84E59D}"/>
                </a:ext>
              </a:extLst>
            </p:cNvPr>
            <p:cNvSpPr>
              <a:spLocks/>
            </p:cNvSpPr>
            <p:nvPr/>
          </p:nvSpPr>
          <p:spPr bwMode="auto">
            <a:xfrm rot="5094805">
              <a:off x="3101729" y="2290006"/>
              <a:ext cx="6855" cy="25135"/>
            </a:xfrm>
            <a:custGeom>
              <a:avLst/>
              <a:gdLst>
                <a:gd name="T0" fmla="*/ 0 w 3"/>
                <a:gd name="T1" fmla="*/ 0 h 10"/>
                <a:gd name="T2" fmla="*/ 3 w 3"/>
                <a:gd name="T3" fmla="*/ 3 h 10"/>
                <a:gd name="T4" fmla="*/ 2 w 3"/>
                <a:gd name="T5" fmla="*/ 10 h 10"/>
                <a:gd name="T6" fmla="*/ 0 w 3"/>
                <a:gd name="T7" fmla="*/ 8 h 10"/>
                <a:gd name="T8" fmla="*/ 0 w 3"/>
                <a:gd name="T9" fmla="*/ 0 h 10"/>
              </a:gdLst>
              <a:ahLst/>
              <a:cxnLst>
                <a:cxn ang="0">
                  <a:pos x="T0" y="T1"/>
                </a:cxn>
                <a:cxn ang="0">
                  <a:pos x="T2" y="T3"/>
                </a:cxn>
                <a:cxn ang="0">
                  <a:pos x="T4" y="T5"/>
                </a:cxn>
                <a:cxn ang="0">
                  <a:pos x="T6" y="T7"/>
                </a:cxn>
                <a:cxn ang="0">
                  <a:pos x="T8" y="T9"/>
                </a:cxn>
              </a:cxnLst>
              <a:rect l="0" t="0" r="r" b="b"/>
              <a:pathLst>
                <a:path w="3" h="10">
                  <a:moveTo>
                    <a:pt x="0" y="0"/>
                  </a:moveTo>
                  <a:cubicBezTo>
                    <a:pt x="1" y="2"/>
                    <a:pt x="3" y="3"/>
                    <a:pt x="3" y="3"/>
                  </a:cubicBezTo>
                  <a:cubicBezTo>
                    <a:pt x="3" y="6"/>
                    <a:pt x="2" y="8"/>
                    <a:pt x="2" y="10"/>
                  </a:cubicBezTo>
                  <a:cubicBezTo>
                    <a:pt x="1" y="10"/>
                    <a:pt x="0" y="9"/>
                    <a:pt x="0" y="8"/>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5" name="Freeform 3179">
              <a:extLst>
                <a:ext uri="{FF2B5EF4-FFF2-40B4-BE49-F238E27FC236}">
                  <a16:creationId xmlns:a16="http://schemas.microsoft.com/office/drawing/2014/main" id="{50493EDE-65EA-1196-FC2C-635CE94463EC}"/>
                </a:ext>
              </a:extLst>
            </p:cNvPr>
            <p:cNvSpPr>
              <a:spLocks/>
            </p:cNvSpPr>
            <p:nvPr/>
          </p:nvSpPr>
          <p:spPr bwMode="auto">
            <a:xfrm rot="5094805">
              <a:off x="3094310" y="2490042"/>
              <a:ext cx="11425" cy="25135"/>
            </a:xfrm>
            <a:custGeom>
              <a:avLst/>
              <a:gdLst>
                <a:gd name="T0" fmla="*/ 1 w 4"/>
                <a:gd name="T1" fmla="*/ 0 h 10"/>
                <a:gd name="T2" fmla="*/ 4 w 4"/>
                <a:gd name="T3" fmla="*/ 4 h 10"/>
                <a:gd name="T4" fmla="*/ 2 w 4"/>
                <a:gd name="T5" fmla="*/ 10 h 10"/>
                <a:gd name="T6" fmla="*/ 0 w 4"/>
                <a:gd name="T7" fmla="*/ 7 h 10"/>
                <a:gd name="T8" fmla="*/ 1 w 4"/>
                <a:gd name="T9" fmla="*/ 0 h 10"/>
              </a:gdLst>
              <a:ahLst/>
              <a:cxnLst>
                <a:cxn ang="0">
                  <a:pos x="T0" y="T1"/>
                </a:cxn>
                <a:cxn ang="0">
                  <a:pos x="T2" y="T3"/>
                </a:cxn>
                <a:cxn ang="0">
                  <a:pos x="T4" y="T5"/>
                </a:cxn>
                <a:cxn ang="0">
                  <a:pos x="T6" y="T7"/>
                </a:cxn>
                <a:cxn ang="0">
                  <a:pos x="T8" y="T9"/>
                </a:cxn>
              </a:cxnLst>
              <a:rect l="0" t="0" r="r" b="b"/>
              <a:pathLst>
                <a:path w="4" h="10">
                  <a:moveTo>
                    <a:pt x="1" y="0"/>
                  </a:moveTo>
                  <a:cubicBezTo>
                    <a:pt x="2" y="2"/>
                    <a:pt x="3" y="3"/>
                    <a:pt x="4" y="4"/>
                  </a:cubicBezTo>
                  <a:cubicBezTo>
                    <a:pt x="3" y="6"/>
                    <a:pt x="3" y="8"/>
                    <a:pt x="2" y="10"/>
                  </a:cubicBezTo>
                  <a:cubicBezTo>
                    <a:pt x="1" y="9"/>
                    <a:pt x="0" y="8"/>
                    <a:pt x="0" y="7"/>
                  </a:cubicBezTo>
                  <a:cubicBezTo>
                    <a:pt x="0" y="5"/>
                    <a:pt x="0" y="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6" name="Freeform 3180">
              <a:extLst>
                <a:ext uri="{FF2B5EF4-FFF2-40B4-BE49-F238E27FC236}">
                  <a16:creationId xmlns:a16="http://schemas.microsoft.com/office/drawing/2014/main" id="{8A543699-2FCA-CAF2-803B-61A621F50F9D}"/>
                </a:ext>
              </a:extLst>
            </p:cNvPr>
            <p:cNvSpPr>
              <a:spLocks/>
            </p:cNvSpPr>
            <p:nvPr/>
          </p:nvSpPr>
          <p:spPr bwMode="auto">
            <a:xfrm rot="5094805">
              <a:off x="3058555" y="2694053"/>
              <a:ext cx="9140" cy="25135"/>
            </a:xfrm>
            <a:custGeom>
              <a:avLst/>
              <a:gdLst>
                <a:gd name="T0" fmla="*/ 2 w 4"/>
                <a:gd name="T1" fmla="*/ 10 h 10"/>
                <a:gd name="T2" fmla="*/ 0 w 4"/>
                <a:gd name="T3" fmla="*/ 2 h 10"/>
                <a:gd name="T4" fmla="*/ 2 w 4"/>
                <a:gd name="T5" fmla="*/ 0 h 10"/>
                <a:gd name="T6" fmla="*/ 4 w 4"/>
                <a:gd name="T7" fmla="*/ 7 h 10"/>
                <a:gd name="T8" fmla="*/ 2 w 4"/>
                <a:gd name="T9" fmla="*/ 10 h 10"/>
              </a:gdLst>
              <a:ahLst/>
              <a:cxnLst>
                <a:cxn ang="0">
                  <a:pos x="T0" y="T1"/>
                </a:cxn>
                <a:cxn ang="0">
                  <a:pos x="T2" y="T3"/>
                </a:cxn>
                <a:cxn ang="0">
                  <a:pos x="T4" y="T5"/>
                </a:cxn>
                <a:cxn ang="0">
                  <a:pos x="T6" y="T7"/>
                </a:cxn>
                <a:cxn ang="0">
                  <a:pos x="T8" y="T9"/>
                </a:cxn>
              </a:cxnLst>
              <a:rect l="0" t="0" r="r" b="b"/>
              <a:pathLst>
                <a:path w="4" h="10">
                  <a:moveTo>
                    <a:pt x="2" y="10"/>
                  </a:moveTo>
                  <a:cubicBezTo>
                    <a:pt x="1" y="7"/>
                    <a:pt x="0" y="5"/>
                    <a:pt x="0" y="2"/>
                  </a:cubicBezTo>
                  <a:cubicBezTo>
                    <a:pt x="0" y="1"/>
                    <a:pt x="2" y="0"/>
                    <a:pt x="2" y="0"/>
                  </a:cubicBezTo>
                  <a:cubicBezTo>
                    <a:pt x="3" y="2"/>
                    <a:pt x="3" y="5"/>
                    <a:pt x="4" y="7"/>
                  </a:cubicBezTo>
                  <a:cubicBezTo>
                    <a:pt x="4" y="8"/>
                    <a:pt x="3" y="9"/>
                    <a:pt x="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7" name="Freeform 3181">
              <a:extLst>
                <a:ext uri="{FF2B5EF4-FFF2-40B4-BE49-F238E27FC236}">
                  <a16:creationId xmlns:a16="http://schemas.microsoft.com/office/drawing/2014/main" id="{CB9B22B3-9C6D-E921-4F9A-57ECB5972AFD}"/>
                </a:ext>
              </a:extLst>
            </p:cNvPr>
            <p:cNvSpPr>
              <a:spLocks/>
            </p:cNvSpPr>
            <p:nvPr/>
          </p:nvSpPr>
          <p:spPr bwMode="auto">
            <a:xfrm rot="5094805">
              <a:off x="3011720" y="2901246"/>
              <a:ext cx="9140" cy="27420"/>
            </a:xfrm>
            <a:custGeom>
              <a:avLst/>
              <a:gdLst>
                <a:gd name="T0" fmla="*/ 0 w 4"/>
                <a:gd name="T1" fmla="*/ 0 h 11"/>
                <a:gd name="T2" fmla="*/ 4 w 4"/>
                <a:gd name="T3" fmla="*/ 4 h 11"/>
                <a:gd name="T4" fmla="*/ 2 w 4"/>
                <a:gd name="T5" fmla="*/ 11 h 11"/>
                <a:gd name="T6" fmla="*/ 0 w 4"/>
                <a:gd name="T7" fmla="*/ 7 h 11"/>
                <a:gd name="T8" fmla="*/ 0 w 4"/>
                <a:gd name="T9" fmla="*/ 0 h 11"/>
              </a:gdLst>
              <a:ahLst/>
              <a:cxnLst>
                <a:cxn ang="0">
                  <a:pos x="T0" y="T1"/>
                </a:cxn>
                <a:cxn ang="0">
                  <a:pos x="T2" y="T3"/>
                </a:cxn>
                <a:cxn ang="0">
                  <a:pos x="T4" y="T5"/>
                </a:cxn>
                <a:cxn ang="0">
                  <a:pos x="T6" y="T7"/>
                </a:cxn>
                <a:cxn ang="0">
                  <a:pos x="T8" y="T9"/>
                </a:cxn>
              </a:cxnLst>
              <a:rect l="0" t="0" r="r" b="b"/>
              <a:pathLst>
                <a:path w="4" h="11">
                  <a:moveTo>
                    <a:pt x="0" y="0"/>
                  </a:moveTo>
                  <a:cubicBezTo>
                    <a:pt x="2" y="2"/>
                    <a:pt x="3" y="3"/>
                    <a:pt x="4" y="4"/>
                  </a:cubicBezTo>
                  <a:cubicBezTo>
                    <a:pt x="3" y="6"/>
                    <a:pt x="3" y="9"/>
                    <a:pt x="2" y="11"/>
                  </a:cubicBezTo>
                  <a:cubicBezTo>
                    <a:pt x="1" y="9"/>
                    <a:pt x="0" y="8"/>
                    <a:pt x="0" y="7"/>
                  </a:cubicBezTo>
                  <a:cubicBezTo>
                    <a:pt x="0" y="4"/>
                    <a:pt x="0"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8" name="Freeform 3182">
              <a:extLst>
                <a:ext uri="{FF2B5EF4-FFF2-40B4-BE49-F238E27FC236}">
                  <a16:creationId xmlns:a16="http://schemas.microsoft.com/office/drawing/2014/main" id="{A7ADC709-FA9C-CABA-2CE5-9A8C5AF705EF}"/>
                </a:ext>
              </a:extLst>
            </p:cNvPr>
            <p:cNvSpPr>
              <a:spLocks/>
            </p:cNvSpPr>
            <p:nvPr/>
          </p:nvSpPr>
          <p:spPr bwMode="auto">
            <a:xfrm rot="5094805">
              <a:off x="2963342" y="3105131"/>
              <a:ext cx="9140" cy="27420"/>
            </a:xfrm>
            <a:custGeom>
              <a:avLst/>
              <a:gdLst>
                <a:gd name="T0" fmla="*/ 1 w 4"/>
                <a:gd name="T1" fmla="*/ 0 h 11"/>
                <a:gd name="T2" fmla="*/ 4 w 4"/>
                <a:gd name="T3" fmla="*/ 5 h 11"/>
                <a:gd name="T4" fmla="*/ 3 w 4"/>
                <a:gd name="T5" fmla="*/ 11 h 11"/>
                <a:gd name="T6" fmla="*/ 1 w 4"/>
                <a:gd name="T7" fmla="*/ 7 h 11"/>
                <a:gd name="T8" fmla="*/ 1 w 4"/>
                <a:gd name="T9" fmla="*/ 0 h 11"/>
              </a:gdLst>
              <a:ahLst/>
              <a:cxnLst>
                <a:cxn ang="0">
                  <a:pos x="T0" y="T1"/>
                </a:cxn>
                <a:cxn ang="0">
                  <a:pos x="T2" y="T3"/>
                </a:cxn>
                <a:cxn ang="0">
                  <a:pos x="T4" y="T5"/>
                </a:cxn>
                <a:cxn ang="0">
                  <a:pos x="T6" y="T7"/>
                </a:cxn>
                <a:cxn ang="0">
                  <a:pos x="T8" y="T9"/>
                </a:cxn>
              </a:cxnLst>
              <a:rect l="0" t="0" r="r" b="b"/>
              <a:pathLst>
                <a:path w="4" h="11">
                  <a:moveTo>
                    <a:pt x="1" y="0"/>
                  </a:moveTo>
                  <a:cubicBezTo>
                    <a:pt x="3" y="2"/>
                    <a:pt x="3" y="3"/>
                    <a:pt x="4" y="5"/>
                  </a:cubicBezTo>
                  <a:cubicBezTo>
                    <a:pt x="4" y="7"/>
                    <a:pt x="3" y="9"/>
                    <a:pt x="3" y="11"/>
                  </a:cubicBezTo>
                  <a:cubicBezTo>
                    <a:pt x="2" y="10"/>
                    <a:pt x="1" y="8"/>
                    <a:pt x="1" y="7"/>
                  </a:cubicBezTo>
                  <a:cubicBezTo>
                    <a:pt x="0" y="5"/>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9" name="Freeform 3183">
              <a:extLst>
                <a:ext uri="{FF2B5EF4-FFF2-40B4-BE49-F238E27FC236}">
                  <a16:creationId xmlns:a16="http://schemas.microsoft.com/office/drawing/2014/main" id="{5999650F-32BB-3668-3E89-CD5F81BE39C6}"/>
                </a:ext>
              </a:extLst>
            </p:cNvPr>
            <p:cNvSpPr>
              <a:spLocks/>
            </p:cNvSpPr>
            <p:nvPr/>
          </p:nvSpPr>
          <p:spPr bwMode="auto">
            <a:xfrm rot="5094805">
              <a:off x="2919815" y="3313066"/>
              <a:ext cx="11425" cy="25135"/>
            </a:xfrm>
            <a:custGeom>
              <a:avLst/>
              <a:gdLst>
                <a:gd name="T0" fmla="*/ 5 w 5"/>
                <a:gd name="T1" fmla="*/ 2 h 10"/>
                <a:gd name="T2" fmla="*/ 4 w 5"/>
                <a:gd name="T3" fmla="*/ 10 h 10"/>
                <a:gd name="T4" fmla="*/ 1 w 5"/>
                <a:gd name="T5" fmla="*/ 5 h 10"/>
                <a:gd name="T6" fmla="*/ 1 w 5"/>
                <a:gd name="T7" fmla="*/ 0 h 10"/>
                <a:gd name="T8" fmla="*/ 5 w 5"/>
                <a:gd name="T9" fmla="*/ 2 h 10"/>
              </a:gdLst>
              <a:ahLst/>
              <a:cxnLst>
                <a:cxn ang="0">
                  <a:pos x="T0" y="T1"/>
                </a:cxn>
                <a:cxn ang="0">
                  <a:pos x="T2" y="T3"/>
                </a:cxn>
                <a:cxn ang="0">
                  <a:pos x="T4" y="T5"/>
                </a:cxn>
                <a:cxn ang="0">
                  <a:pos x="T6" y="T7"/>
                </a:cxn>
                <a:cxn ang="0">
                  <a:pos x="T8" y="T9"/>
                </a:cxn>
              </a:cxnLst>
              <a:rect l="0" t="0" r="r" b="b"/>
              <a:pathLst>
                <a:path w="5" h="10">
                  <a:moveTo>
                    <a:pt x="5" y="2"/>
                  </a:moveTo>
                  <a:cubicBezTo>
                    <a:pt x="5" y="5"/>
                    <a:pt x="4" y="8"/>
                    <a:pt x="4" y="10"/>
                  </a:cubicBezTo>
                  <a:cubicBezTo>
                    <a:pt x="3" y="8"/>
                    <a:pt x="2" y="7"/>
                    <a:pt x="1" y="5"/>
                  </a:cubicBezTo>
                  <a:cubicBezTo>
                    <a:pt x="0" y="4"/>
                    <a:pt x="1" y="0"/>
                    <a:pt x="1" y="0"/>
                  </a:cubicBezTo>
                  <a:cubicBezTo>
                    <a:pt x="2" y="0"/>
                    <a:pt x="3" y="1"/>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0" name="Freeform 3184">
              <a:extLst>
                <a:ext uri="{FF2B5EF4-FFF2-40B4-BE49-F238E27FC236}">
                  <a16:creationId xmlns:a16="http://schemas.microsoft.com/office/drawing/2014/main" id="{84379405-ED7B-48B2-E895-067C31832706}"/>
                </a:ext>
              </a:extLst>
            </p:cNvPr>
            <p:cNvSpPr>
              <a:spLocks/>
            </p:cNvSpPr>
            <p:nvPr/>
          </p:nvSpPr>
          <p:spPr bwMode="auto">
            <a:xfrm rot="5094805">
              <a:off x="2900928" y="3512138"/>
              <a:ext cx="9140" cy="27420"/>
            </a:xfrm>
            <a:custGeom>
              <a:avLst/>
              <a:gdLst>
                <a:gd name="T0" fmla="*/ 2 w 4"/>
                <a:gd name="T1" fmla="*/ 11 h 11"/>
                <a:gd name="T2" fmla="*/ 0 w 4"/>
                <a:gd name="T3" fmla="*/ 2 h 11"/>
                <a:gd name="T4" fmla="*/ 2 w 4"/>
                <a:gd name="T5" fmla="*/ 0 h 11"/>
                <a:gd name="T6" fmla="*/ 4 w 4"/>
                <a:gd name="T7" fmla="*/ 8 h 11"/>
                <a:gd name="T8" fmla="*/ 2 w 4"/>
                <a:gd name="T9" fmla="*/ 11 h 11"/>
              </a:gdLst>
              <a:ahLst/>
              <a:cxnLst>
                <a:cxn ang="0">
                  <a:pos x="T0" y="T1"/>
                </a:cxn>
                <a:cxn ang="0">
                  <a:pos x="T2" y="T3"/>
                </a:cxn>
                <a:cxn ang="0">
                  <a:pos x="T4" y="T5"/>
                </a:cxn>
                <a:cxn ang="0">
                  <a:pos x="T6" y="T7"/>
                </a:cxn>
                <a:cxn ang="0">
                  <a:pos x="T8" y="T9"/>
                </a:cxn>
              </a:cxnLst>
              <a:rect l="0" t="0" r="r" b="b"/>
              <a:pathLst>
                <a:path w="4" h="11">
                  <a:moveTo>
                    <a:pt x="2" y="11"/>
                  </a:moveTo>
                  <a:cubicBezTo>
                    <a:pt x="1" y="8"/>
                    <a:pt x="1" y="5"/>
                    <a:pt x="0" y="2"/>
                  </a:cubicBezTo>
                  <a:cubicBezTo>
                    <a:pt x="0" y="1"/>
                    <a:pt x="2" y="0"/>
                    <a:pt x="2" y="0"/>
                  </a:cubicBezTo>
                  <a:cubicBezTo>
                    <a:pt x="3" y="2"/>
                    <a:pt x="4" y="5"/>
                    <a:pt x="4" y="8"/>
                  </a:cubicBezTo>
                  <a:cubicBezTo>
                    <a:pt x="4" y="9"/>
                    <a:pt x="3" y="10"/>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1" name="Freeform 3185">
              <a:extLst>
                <a:ext uri="{FF2B5EF4-FFF2-40B4-BE49-F238E27FC236}">
                  <a16:creationId xmlns:a16="http://schemas.microsoft.com/office/drawing/2014/main" id="{C55A7ADB-7EEF-F2A2-7D62-10385930DEB6}"/>
                </a:ext>
              </a:extLst>
            </p:cNvPr>
            <p:cNvSpPr>
              <a:spLocks/>
            </p:cNvSpPr>
            <p:nvPr/>
          </p:nvSpPr>
          <p:spPr bwMode="auto">
            <a:xfrm rot="5094805">
              <a:off x="2906035" y="3710120"/>
              <a:ext cx="9140" cy="29705"/>
            </a:xfrm>
            <a:custGeom>
              <a:avLst/>
              <a:gdLst>
                <a:gd name="T0" fmla="*/ 2 w 4"/>
                <a:gd name="T1" fmla="*/ 12 h 12"/>
                <a:gd name="T2" fmla="*/ 0 w 4"/>
                <a:gd name="T3" fmla="*/ 3 h 12"/>
                <a:gd name="T4" fmla="*/ 2 w 4"/>
                <a:gd name="T5" fmla="*/ 0 h 12"/>
                <a:gd name="T6" fmla="*/ 4 w 4"/>
                <a:gd name="T7" fmla="*/ 8 h 12"/>
                <a:gd name="T8" fmla="*/ 2 w 4"/>
                <a:gd name="T9" fmla="*/ 12 h 12"/>
              </a:gdLst>
              <a:ahLst/>
              <a:cxnLst>
                <a:cxn ang="0">
                  <a:pos x="T0" y="T1"/>
                </a:cxn>
                <a:cxn ang="0">
                  <a:pos x="T2" y="T3"/>
                </a:cxn>
                <a:cxn ang="0">
                  <a:pos x="T4" y="T5"/>
                </a:cxn>
                <a:cxn ang="0">
                  <a:pos x="T6" y="T7"/>
                </a:cxn>
                <a:cxn ang="0">
                  <a:pos x="T8" y="T9"/>
                </a:cxn>
              </a:cxnLst>
              <a:rect l="0" t="0" r="r" b="b"/>
              <a:pathLst>
                <a:path w="4" h="12">
                  <a:moveTo>
                    <a:pt x="2" y="12"/>
                  </a:moveTo>
                  <a:cubicBezTo>
                    <a:pt x="1" y="9"/>
                    <a:pt x="0" y="6"/>
                    <a:pt x="0" y="3"/>
                  </a:cubicBezTo>
                  <a:cubicBezTo>
                    <a:pt x="0" y="3"/>
                    <a:pt x="2" y="0"/>
                    <a:pt x="2" y="0"/>
                  </a:cubicBezTo>
                  <a:cubicBezTo>
                    <a:pt x="3" y="3"/>
                    <a:pt x="4" y="5"/>
                    <a:pt x="4" y="8"/>
                  </a:cubicBezTo>
                  <a:cubicBezTo>
                    <a:pt x="4" y="9"/>
                    <a:pt x="3" y="10"/>
                    <a:pt x="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2" name="Freeform 3186">
              <a:extLst>
                <a:ext uri="{FF2B5EF4-FFF2-40B4-BE49-F238E27FC236}">
                  <a16:creationId xmlns:a16="http://schemas.microsoft.com/office/drawing/2014/main" id="{605258DB-8A0A-917E-56FA-99151820972C}"/>
                </a:ext>
              </a:extLst>
            </p:cNvPr>
            <p:cNvSpPr>
              <a:spLocks/>
            </p:cNvSpPr>
            <p:nvPr/>
          </p:nvSpPr>
          <p:spPr bwMode="auto">
            <a:xfrm rot="5094805">
              <a:off x="2733398" y="4044230"/>
              <a:ext cx="11425" cy="18280"/>
            </a:xfrm>
            <a:custGeom>
              <a:avLst/>
              <a:gdLst>
                <a:gd name="T0" fmla="*/ 5 w 5"/>
                <a:gd name="T1" fmla="*/ 7 h 7"/>
                <a:gd name="T2" fmla="*/ 1 w 5"/>
                <a:gd name="T3" fmla="*/ 6 h 7"/>
                <a:gd name="T4" fmla="*/ 1 w 5"/>
                <a:gd name="T5" fmla="*/ 2 h 7"/>
                <a:gd name="T6" fmla="*/ 3 w 5"/>
                <a:gd name="T7" fmla="*/ 0 h 7"/>
                <a:gd name="T8" fmla="*/ 5 w 5"/>
                <a:gd name="T9" fmla="*/ 7 h 7"/>
              </a:gdLst>
              <a:ahLst/>
              <a:cxnLst>
                <a:cxn ang="0">
                  <a:pos x="T0" y="T1"/>
                </a:cxn>
                <a:cxn ang="0">
                  <a:pos x="T2" y="T3"/>
                </a:cxn>
                <a:cxn ang="0">
                  <a:pos x="T4" y="T5"/>
                </a:cxn>
                <a:cxn ang="0">
                  <a:pos x="T6" y="T7"/>
                </a:cxn>
                <a:cxn ang="0">
                  <a:pos x="T8" y="T9"/>
                </a:cxn>
              </a:cxnLst>
              <a:rect l="0" t="0" r="r" b="b"/>
              <a:pathLst>
                <a:path w="5" h="7">
                  <a:moveTo>
                    <a:pt x="5" y="7"/>
                  </a:moveTo>
                  <a:cubicBezTo>
                    <a:pt x="4" y="7"/>
                    <a:pt x="2" y="7"/>
                    <a:pt x="1" y="6"/>
                  </a:cubicBezTo>
                  <a:cubicBezTo>
                    <a:pt x="1" y="6"/>
                    <a:pt x="0" y="3"/>
                    <a:pt x="1" y="2"/>
                  </a:cubicBezTo>
                  <a:cubicBezTo>
                    <a:pt x="1" y="1"/>
                    <a:pt x="3" y="0"/>
                    <a:pt x="3" y="0"/>
                  </a:cubicBezTo>
                  <a:cubicBezTo>
                    <a:pt x="4" y="1"/>
                    <a:pt x="4" y="4"/>
                    <a:pt x="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3" name="Freeform 3187">
              <a:extLst>
                <a:ext uri="{FF2B5EF4-FFF2-40B4-BE49-F238E27FC236}">
                  <a16:creationId xmlns:a16="http://schemas.microsoft.com/office/drawing/2014/main" id="{3825FF39-2C9D-BA2C-632F-23166C356BB8}"/>
                </a:ext>
              </a:extLst>
            </p:cNvPr>
            <p:cNvSpPr>
              <a:spLocks/>
            </p:cNvSpPr>
            <p:nvPr/>
          </p:nvSpPr>
          <p:spPr bwMode="auto">
            <a:xfrm rot="5094805">
              <a:off x="2771102" y="4238150"/>
              <a:ext cx="11425" cy="13710"/>
            </a:xfrm>
            <a:custGeom>
              <a:avLst/>
              <a:gdLst>
                <a:gd name="T0" fmla="*/ 5 w 5"/>
                <a:gd name="T1" fmla="*/ 6 h 6"/>
                <a:gd name="T2" fmla="*/ 1 w 5"/>
                <a:gd name="T3" fmla="*/ 6 h 6"/>
                <a:gd name="T4" fmla="*/ 1 w 5"/>
                <a:gd name="T5" fmla="*/ 2 h 6"/>
                <a:gd name="T6" fmla="*/ 3 w 5"/>
                <a:gd name="T7" fmla="*/ 0 h 6"/>
                <a:gd name="T8" fmla="*/ 5 w 5"/>
                <a:gd name="T9" fmla="*/ 6 h 6"/>
              </a:gdLst>
              <a:ahLst/>
              <a:cxnLst>
                <a:cxn ang="0">
                  <a:pos x="T0" y="T1"/>
                </a:cxn>
                <a:cxn ang="0">
                  <a:pos x="T2" y="T3"/>
                </a:cxn>
                <a:cxn ang="0">
                  <a:pos x="T4" y="T5"/>
                </a:cxn>
                <a:cxn ang="0">
                  <a:pos x="T6" y="T7"/>
                </a:cxn>
                <a:cxn ang="0">
                  <a:pos x="T8" y="T9"/>
                </a:cxn>
              </a:cxnLst>
              <a:rect l="0" t="0" r="r" b="b"/>
              <a:pathLst>
                <a:path w="5" h="6">
                  <a:moveTo>
                    <a:pt x="5" y="6"/>
                  </a:moveTo>
                  <a:cubicBezTo>
                    <a:pt x="3" y="6"/>
                    <a:pt x="2" y="6"/>
                    <a:pt x="1" y="6"/>
                  </a:cubicBezTo>
                  <a:cubicBezTo>
                    <a:pt x="1" y="6"/>
                    <a:pt x="0" y="2"/>
                    <a:pt x="1" y="2"/>
                  </a:cubicBezTo>
                  <a:cubicBezTo>
                    <a:pt x="1" y="1"/>
                    <a:pt x="3" y="0"/>
                    <a:pt x="3" y="0"/>
                  </a:cubicBezTo>
                  <a:cubicBezTo>
                    <a:pt x="4" y="1"/>
                    <a:pt x="4" y="3"/>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4" name="Freeform 3188">
              <a:extLst>
                <a:ext uri="{FF2B5EF4-FFF2-40B4-BE49-F238E27FC236}">
                  <a16:creationId xmlns:a16="http://schemas.microsoft.com/office/drawing/2014/main" id="{21EB0704-1786-3481-B4A3-6835954D6436}"/>
                </a:ext>
              </a:extLst>
            </p:cNvPr>
            <p:cNvSpPr>
              <a:spLocks/>
            </p:cNvSpPr>
            <p:nvPr/>
          </p:nvSpPr>
          <p:spPr bwMode="auto">
            <a:xfrm rot="5094805">
              <a:off x="2805489" y="4428840"/>
              <a:ext cx="13710" cy="18280"/>
            </a:xfrm>
            <a:custGeom>
              <a:avLst/>
              <a:gdLst>
                <a:gd name="T0" fmla="*/ 2 w 5"/>
                <a:gd name="T1" fmla="*/ 0 h 7"/>
                <a:gd name="T2" fmla="*/ 5 w 5"/>
                <a:gd name="T3" fmla="*/ 3 h 7"/>
                <a:gd name="T4" fmla="*/ 2 w 5"/>
                <a:gd name="T5" fmla="*/ 7 h 7"/>
                <a:gd name="T6" fmla="*/ 0 w 5"/>
                <a:gd name="T7" fmla="*/ 3 h 7"/>
                <a:gd name="T8" fmla="*/ 2 w 5"/>
                <a:gd name="T9" fmla="*/ 0 h 7"/>
              </a:gdLst>
              <a:ahLst/>
              <a:cxnLst>
                <a:cxn ang="0">
                  <a:pos x="T0" y="T1"/>
                </a:cxn>
                <a:cxn ang="0">
                  <a:pos x="T2" y="T3"/>
                </a:cxn>
                <a:cxn ang="0">
                  <a:pos x="T4" y="T5"/>
                </a:cxn>
                <a:cxn ang="0">
                  <a:pos x="T6" y="T7"/>
                </a:cxn>
                <a:cxn ang="0">
                  <a:pos x="T8" y="T9"/>
                </a:cxn>
              </a:cxnLst>
              <a:rect l="0" t="0" r="r" b="b"/>
              <a:pathLst>
                <a:path w="5" h="7">
                  <a:moveTo>
                    <a:pt x="2" y="0"/>
                  </a:moveTo>
                  <a:cubicBezTo>
                    <a:pt x="3" y="1"/>
                    <a:pt x="4" y="2"/>
                    <a:pt x="5" y="3"/>
                  </a:cubicBezTo>
                  <a:cubicBezTo>
                    <a:pt x="4" y="4"/>
                    <a:pt x="3" y="6"/>
                    <a:pt x="2" y="7"/>
                  </a:cubicBezTo>
                  <a:cubicBezTo>
                    <a:pt x="1" y="5"/>
                    <a:pt x="0" y="4"/>
                    <a:pt x="0" y="3"/>
                  </a:cubicBezTo>
                  <a:cubicBezTo>
                    <a:pt x="1" y="2"/>
                    <a:pt x="2"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5" name="Freeform 3189">
              <a:extLst>
                <a:ext uri="{FF2B5EF4-FFF2-40B4-BE49-F238E27FC236}">
                  <a16:creationId xmlns:a16="http://schemas.microsoft.com/office/drawing/2014/main" id="{027E966D-AC2B-C57D-20CE-1E457CF37A99}"/>
                </a:ext>
              </a:extLst>
            </p:cNvPr>
            <p:cNvSpPr>
              <a:spLocks/>
            </p:cNvSpPr>
            <p:nvPr/>
          </p:nvSpPr>
          <p:spPr bwMode="auto">
            <a:xfrm rot="5094805">
              <a:off x="2844339" y="4624004"/>
              <a:ext cx="9140" cy="11425"/>
            </a:xfrm>
            <a:custGeom>
              <a:avLst/>
              <a:gdLst>
                <a:gd name="T0" fmla="*/ 4 w 4"/>
                <a:gd name="T1" fmla="*/ 1 h 5"/>
                <a:gd name="T2" fmla="*/ 4 w 4"/>
                <a:gd name="T3" fmla="*/ 5 h 5"/>
                <a:gd name="T4" fmla="*/ 0 w 4"/>
                <a:gd name="T5" fmla="*/ 3 h 5"/>
                <a:gd name="T6" fmla="*/ 2 w 4"/>
                <a:gd name="T7" fmla="*/ 0 h 5"/>
                <a:gd name="T8" fmla="*/ 4 w 4"/>
                <a:gd name="T9" fmla="*/ 1 h 5"/>
              </a:gdLst>
              <a:ahLst/>
              <a:cxnLst>
                <a:cxn ang="0">
                  <a:pos x="T0" y="T1"/>
                </a:cxn>
                <a:cxn ang="0">
                  <a:pos x="T2" y="T3"/>
                </a:cxn>
                <a:cxn ang="0">
                  <a:pos x="T4" y="T5"/>
                </a:cxn>
                <a:cxn ang="0">
                  <a:pos x="T6" y="T7"/>
                </a:cxn>
                <a:cxn ang="0">
                  <a:pos x="T8" y="T9"/>
                </a:cxn>
              </a:cxnLst>
              <a:rect l="0" t="0" r="r" b="b"/>
              <a:pathLst>
                <a:path w="4" h="5">
                  <a:moveTo>
                    <a:pt x="4" y="1"/>
                  </a:moveTo>
                  <a:cubicBezTo>
                    <a:pt x="4" y="3"/>
                    <a:pt x="4" y="4"/>
                    <a:pt x="4" y="5"/>
                  </a:cubicBezTo>
                  <a:cubicBezTo>
                    <a:pt x="3" y="5"/>
                    <a:pt x="1" y="4"/>
                    <a:pt x="0" y="3"/>
                  </a:cubicBezTo>
                  <a:cubicBezTo>
                    <a:pt x="1" y="2"/>
                    <a:pt x="1" y="1"/>
                    <a:pt x="2" y="0"/>
                  </a:cubicBezTo>
                  <a:cubicBezTo>
                    <a:pt x="2"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6" name="Freeform 3190">
              <a:extLst>
                <a:ext uri="{FF2B5EF4-FFF2-40B4-BE49-F238E27FC236}">
                  <a16:creationId xmlns:a16="http://schemas.microsoft.com/office/drawing/2014/main" id="{DB2716F9-77BA-404E-0C8B-AF7AA406ED47}"/>
                </a:ext>
              </a:extLst>
            </p:cNvPr>
            <p:cNvSpPr>
              <a:spLocks/>
            </p:cNvSpPr>
            <p:nvPr/>
          </p:nvSpPr>
          <p:spPr bwMode="auto">
            <a:xfrm rot="5094805">
              <a:off x="2876450" y="4817182"/>
              <a:ext cx="11425" cy="11425"/>
            </a:xfrm>
            <a:custGeom>
              <a:avLst/>
              <a:gdLst>
                <a:gd name="T0" fmla="*/ 2 w 5"/>
                <a:gd name="T1" fmla="*/ 0 h 5"/>
                <a:gd name="T2" fmla="*/ 5 w 5"/>
                <a:gd name="T3" fmla="*/ 2 h 5"/>
                <a:gd name="T4" fmla="*/ 2 w 5"/>
                <a:gd name="T5" fmla="*/ 5 h 5"/>
                <a:gd name="T6" fmla="*/ 0 w 5"/>
                <a:gd name="T7" fmla="*/ 2 h 5"/>
                <a:gd name="T8" fmla="*/ 2 w 5"/>
                <a:gd name="T9" fmla="*/ 0 h 5"/>
              </a:gdLst>
              <a:ahLst/>
              <a:cxnLst>
                <a:cxn ang="0">
                  <a:pos x="T0" y="T1"/>
                </a:cxn>
                <a:cxn ang="0">
                  <a:pos x="T2" y="T3"/>
                </a:cxn>
                <a:cxn ang="0">
                  <a:pos x="T4" y="T5"/>
                </a:cxn>
                <a:cxn ang="0">
                  <a:pos x="T6" y="T7"/>
                </a:cxn>
                <a:cxn ang="0">
                  <a:pos x="T8" y="T9"/>
                </a:cxn>
              </a:cxnLst>
              <a:rect l="0" t="0" r="r" b="b"/>
              <a:pathLst>
                <a:path w="5" h="5">
                  <a:moveTo>
                    <a:pt x="2" y="0"/>
                  </a:moveTo>
                  <a:cubicBezTo>
                    <a:pt x="3" y="1"/>
                    <a:pt x="4" y="1"/>
                    <a:pt x="5" y="2"/>
                  </a:cubicBezTo>
                  <a:cubicBezTo>
                    <a:pt x="4" y="3"/>
                    <a:pt x="3" y="4"/>
                    <a:pt x="2" y="5"/>
                  </a:cubicBezTo>
                  <a:cubicBezTo>
                    <a:pt x="1" y="4"/>
                    <a:pt x="0" y="2"/>
                    <a:pt x="0" y="2"/>
                  </a:cubicBezTo>
                  <a:cubicBezTo>
                    <a:pt x="0"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7" name="Freeform 3191">
              <a:extLst>
                <a:ext uri="{FF2B5EF4-FFF2-40B4-BE49-F238E27FC236}">
                  <a16:creationId xmlns:a16="http://schemas.microsoft.com/office/drawing/2014/main" id="{F6753040-9D6D-DC55-8B08-1C8281868863}"/>
                </a:ext>
              </a:extLst>
            </p:cNvPr>
            <p:cNvSpPr>
              <a:spLocks/>
            </p:cNvSpPr>
            <p:nvPr/>
          </p:nvSpPr>
          <p:spPr bwMode="auto">
            <a:xfrm rot="5094805">
              <a:off x="2906188" y="5010668"/>
              <a:ext cx="11425" cy="9140"/>
            </a:xfrm>
            <a:custGeom>
              <a:avLst/>
              <a:gdLst>
                <a:gd name="T0" fmla="*/ 4 w 4"/>
                <a:gd name="T1" fmla="*/ 1 h 4"/>
                <a:gd name="T2" fmla="*/ 4 w 4"/>
                <a:gd name="T3" fmla="*/ 4 h 4"/>
                <a:gd name="T4" fmla="*/ 0 w 4"/>
                <a:gd name="T5" fmla="*/ 2 h 4"/>
                <a:gd name="T6" fmla="*/ 2 w 4"/>
                <a:gd name="T7" fmla="*/ 0 h 4"/>
                <a:gd name="T8" fmla="*/ 4 w 4"/>
                <a:gd name="T9" fmla="*/ 1 h 4"/>
              </a:gdLst>
              <a:ahLst/>
              <a:cxnLst>
                <a:cxn ang="0">
                  <a:pos x="T0" y="T1"/>
                </a:cxn>
                <a:cxn ang="0">
                  <a:pos x="T2" y="T3"/>
                </a:cxn>
                <a:cxn ang="0">
                  <a:pos x="T4" y="T5"/>
                </a:cxn>
                <a:cxn ang="0">
                  <a:pos x="T6" y="T7"/>
                </a:cxn>
                <a:cxn ang="0">
                  <a:pos x="T8" y="T9"/>
                </a:cxn>
              </a:cxnLst>
              <a:rect l="0" t="0" r="r" b="b"/>
              <a:pathLst>
                <a:path w="4" h="4">
                  <a:moveTo>
                    <a:pt x="4" y="1"/>
                  </a:moveTo>
                  <a:cubicBezTo>
                    <a:pt x="4" y="2"/>
                    <a:pt x="4" y="3"/>
                    <a:pt x="4" y="4"/>
                  </a:cubicBezTo>
                  <a:cubicBezTo>
                    <a:pt x="3" y="3"/>
                    <a:pt x="1" y="3"/>
                    <a:pt x="0" y="2"/>
                  </a:cubicBezTo>
                  <a:cubicBezTo>
                    <a:pt x="1" y="2"/>
                    <a:pt x="1" y="0"/>
                    <a:pt x="2" y="0"/>
                  </a:cubicBezTo>
                  <a:cubicBezTo>
                    <a:pt x="2"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8" name="Freeform 3192">
              <a:extLst>
                <a:ext uri="{FF2B5EF4-FFF2-40B4-BE49-F238E27FC236}">
                  <a16:creationId xmlns:a16="http://schemas.microsoft.com/office/drawing/2014/main" id="{CE9B4B8F-D910-D3E3-015D-A8965E1904A8}"/>
                </a:ext>
              </a:extLst>
            </p:cNvPr>
            <p:cNvSpPr>
              <a:spLocks/>
            </p:cNvSpPr>
            <p:nvPr/>
          </p:nvSpPr>
          <p:spPr bwMode="auto">
            <a:xfrm rot="5094805">
              <a:off x="2934990" y="5205389"/>
              <a:ext cx="11425" cy="9140"/>
            </a:xfrm>
            <a:custGeom>
              <a:avLst/>
              <a:gdLst>
                <a:gd name="T0" fmla="*/ 3 w 5"/>
                <a:gd name="T1" fmla="*/ 0 h 3"/>
                <a:gd name="T2" fmla="*/ 5 w 5"/>
                <a:gd name="T3" fmla="*/ 2 h 3"/>
                <a:gd name="T4" fmla="*/ 2 w 5"/>
                <a:gd name="T5" fmla="*/ 3 h 3"/>
                <a:gd name="T6" fmla="*/ 0 w 5"/>
                <a:gd name="T7" fmla="*/ 1 h 3"/>
                <a:gd name="T8" fmla="*/ 3 w 5"/>
                <a:gd name="T9" fmla="*/ 0 h 3"/>
              </a:gdLst>
              <a:ahLst/>
              <a:cxnLst>
                <a:cxn ang="0">
                  <a:pos x="T0" y="T1"/>
                </a:cxn>
                <a:cxn ang="0">
                  <a:pos x="T2" y="T3"/>
                </a:cxn>
                <a:cxn ang="0">
                  <a:pos x="T4" y="T5"/>
                </a:cxn>
                <a:cxn ang="0">
                  <a:pos x="T6" y="T7"/>
                </a:cxn>
                <a:cxn ang="0">
                  <a:pos x="T8" y="T9"/>
                </a:cxn>
              </a:cxnLst>
              <a:rect l="0" t="0" r="r" b="b"/>
              <a:pathLst>
                <a:path w="5" h="3">
                  <a:moveTo>
                    <a:pt x="3" y="0"/>
                  </a:moveTo>
                  <a:cubicBezTo>
                    <a:pt x="3" y="1"/>
                    <a:pt x="4" y="1"/>
                    <a:pt x="5" y="2"/>
                  </a:cubicBezTo>
                  <a:cubicBezTo>
                    <a:pt x="4" y="2"/>
                    <a:pt x="3" y="3"/>
                    <a:pt x="2" y="3"/>
                  </a:cubicBezTo>
                  <a:cubicBezTo>
                    <a:pt x="1" y="3"/>
                    <a:pt x="0" y="2"/>
                    <a:pt x="0"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9" name="Freeform 3193">
              <a:extLst>
                <a:ext uri="{FF2B5EF4-FFF2-40B4-BE49-F238E27FC236}">
                  <a16:creationId xmlns:a16="http://schemas.microsoft.com/office/drawing/2014/main" id="{523E3ACB-6013-AFC5-DB97-E2FBE9947298}"/>
                </a:ext>
              </a:extLst>
            </p:cNvPr>
            <p:cNvSpPr>
              <a:spLocks/>
            </p:cNvSpPr>
            <p:nvPr/>
          </p:nvSpPr>
          <p:spPr bwMode="auto">
            <a:xfrm rot="5094805">
              <a:off x="2959135" y="5400419"/>
              <a:ext cx="13710" cy="6855"/>
            </a:xfrm>
            <a:custGeom>
              <a:avLst/>
              <a:gdLst>
                <a:gd name="T0" fmla="*/ 5 w 5"/>
                <a:gd name="T1" fmla="*/ 3 h 3"/>
                <a:gd name="T2" fmla="*/ 1 w 5"/>
                <a:gd name="T3" fmla="*/ 3 h 3"/>
                <a:gd name="T4" fmla="*/ 1 w 5"/>
                <a:gd name="T5" fmla="*/ 1 h 3"/>
                <a:gd name="T6" fmla="*/ 3 w 5"/>
                <a:gd name="T7" fmla="*/ 1 h 3"/>
                <a:gd name="T8" fmla="*/ 5 w 5"/>
                <a:gd name="T9" fmla="*/ 3 h 3"/>
              </a:gdLst>
              <a:ahLst/>
              <a:cxnLst>
                <a:cxn ang="0">
                  <a:pos x="T0" y="T1"/>
                </a:cxn>
                <a:cxn ang="0">
                  <a:pos x="T2" y="T3"/>
                </a:cxn>
                <a:cxn ang="0">
                  <a:pos x="T4" y="T5"/>
                </a:cxn>
                <a:cxn ang="0">
                  <a:pos x="T6" y="T7"/>
                </a:cxn>
                <a:cxn ang="0">
                  <a:pos x="T8" y="T9"/>
                </a:cxn>
              </a:cxnLst>
              <a:rect l="0" t="0" r="r" b="b"/>
              <a:pathLst>
                <a:path w="5" h="3">
                  <a:moveTo>
                    <a:pt x="5" y="3"/>
                  </a:moveTo>
                  <a:cubicBezTo>
                    <a:pt x="4" y="3"/>
                    <a:pt x="2" y="3"/>
                    <a:pt x="1" y="3"/>
                  </a:cubicBezTo>
                  <a:cubicBezTo>
                    <a:pt x="1" y="3"/>
                    <a:pt x="0" y="1"/>
                    <a:pt x="1" y="1"/>
                  </a:cubicBezTo>
                  <a:cubicBezTo>
                    <a:pt x="1" y="1"/>
                    <a:pt x="3" y="0"/>
                    <a:pt x="3" y="1"/>
                  </a:cubicBezTo>
                  <a:cubicBezTo>
                    <a:pt x="4" y="1"/>
                    <a:pt x="4" y="2"/>
                    <a:pt x="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0" name="Freeform 3194">
              <a:extLst>
                <a:ext uri="{FF2B5EF4-FFF2-40B4-BE49-F238E27FC236}">
                  <a16:creationId xmlns:a16="http://schemas.microsoft.com/office/drawing/2014/main" id="{2F99A063-276C-B95E-8525-CC74F6104173}"/>
                </a:ext>
              </a:extLst>
            </p:cNvPr>
            <p:cNvSpPr>
              <a:spLocks/>
            </p:cNvSpPr>
            <p:nvPr/>
          </p:nvSpPr>
          <p:spPr bwMode="auto">
            <a:xfrm rot="5094805">
              <a:off x="2983289" y="5595651"/>
              <a:ext cx="11425" cy="4570"/>
            </a:xfrm>
            <a:custGeom>
              <a:avLst/>
              <a:gdLst>
                <a:gd name="T0" fmla="*/ 3 w 5"/>
                <a:gd name="T1" fmla="*/ 0 h 2"/>
                <a:gd name="T2" fmla="*/ 5 w 5"/>
                <a:gd name="T3" fmla="*/ 1 h 2"/>
                <a:gd name="T4" fmla="*/ 2 w 5"/>
                <a:gd name="T5" fmla="*/ 2 h 2"/>
                <a:gd name="T6" fmla="*/ 1 w 5"/>
                <a:gd name="T7" fmla="*/ 1 h 2"/>
                <a:gd name="T8" fmla="*/ 3 w 5"/>
                <a:gd name="T9" fmla="*/ 0 h 2"/>
              </a:gdLst>
              <a:ahLst/>
              <a:cxnLst>
                <a:cxn ang="0">
                  <a:pos x="T0" y="T1"/>
                </a:cxn>
                <a:cxn ang="0">
                  <a:pos x="T2" y="T3"/>
                </a:cxn>
                <a:cxn ang="0">
                  <a:pos x="T4" y="T5"/>
                </a:cxn>
                <a:cxn ang="0">
                  <a:pos x="T6" y="T7"/>
                </a:cxn>
                <a:cxn ang="0">
                  <a:pos x="T8" y="T9"/>
                </a:cxn>
              </a:cxnLst>
              <a:rect l="0" t="0" r="r" b="b"/>
              <a:pathLst>
                <a:path w="5" h="2">
                  <a:moveTo>
                    <a:pt x="3" y="0"/>
                  </a:moveTo>
                  <a:cubicBezTo>
                    <a:pt x="3" y="1"/>
                    <a:pt x="4" y="1"/>
                    <a:pt x="5" y="1"/>
                  </a:cubicBezTo>
                  <a:cubicBezTo>
                    <a:pt x="4" y="2"/>
                    <a:pt x="3" y="2"/>
                    <a:pt x="2" y="2"/>
                  </a:cubicBezTo>
                  <a:cubicBezTo>
                    <a:pt x="1" y="2"/>
                    <a:pt x="0" y="1"/>
                    <a:pt x="1"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1" name="Freeform 3195">
              <a:extLst>
                <a:ext uri="{FF2B5EF4-FFF2-40B4-BE49-F238E27FC236}">
                  <a16:creationId xmlns:a16="http://schemas.microsoft.com/office/drawing/2014/main" id="{86B5FC67-C268-8999-2660-6AA9121EC1B7}"/>
                </a:ext>
              </a:extLst>
            </p:cNvPr>
            <p:cNvSpPr>
              <a:spLocks/>
            </p:cNvSpPr>
            <p:nvPr/>
          </p:nvSpPr>
          <p:spPr bwMode="auto">
            <a:xfrm rot="5094805">
              <a:off x="3005061" y="5788704"/>
              <a:ext cx="11425" cy="4570"/>
            </a:xfrm>
            <a:custGeom>
              <a:avLst/>
              <a:gdLst>
                <a:gd name="T0" fmla="*/ 3 w 5"/>
                <a:gd name="T1" fmla="*/ 0 h 2"/>
                <a:gd name="T2" fmla="*/ 5 w 5"/>
                <a:gd name="T3" fmla="*/ 1 h 2"/>
                <a:gd name="T4" fmla="*/ 2 w 5"/>
                <a:gd name="T5" fmla="*/ 2 h 2"/>
                <a:gd name="T6" fmla="*/ 1 w 5"/>
                <a:gd name="T7" fmla="*/ 1 h 2"/>
                <a:gd name="T8" fmla="*/ 3 w 5"/>
                <a:gd name="T9" fmla="*/ 0 h 2"/>
              </a:gdLst>
              <a:ahLst/>
              <a:cxnLst>
                <a:cxn ang="0">
                  <a:pos x="T0" y="T1"/>
                </a:cxn>
                <a:cxn ang="0">
                  <a:pos x="T2" y="T3"/>
                </a:cxn>
                <a:cxn ang="0">
                  <a:pos x="T4" y="T5"/>
                </a:cxn>
                <a:cxn ang="0">
                  <a:pos x="T6" y="T7"/>
                </a:cxn>
                <a:cxn ang="0">
                  <a:pos x="T8" y="T9"/>
                </a:cxn>
              </a:cxnLst>
              <a:rect l="0" t="0" r="r" b="b"/>
              <a:pathLst>
                <a:path w="5" h="2">
                  <a:moveTo>
                    <a:pt x="3" y="0"/>
                  </a:moveTo>
                  <a:cubicBezTo>
                    <a:pt x="4" y="1"/>
                    <a:pt x="4" y="1"/>
                    <a:pt x="5" y="1"/>
                  </a:cubicBezTo>
                  <a:cubicBezTo>
                    <a:pt x="4" y="1"/>
                    <a:pt x="3" y="2"/>
                    <a:pt x="2" y="2"/>
                  </a:cubicBezTo>
                  <a:cubicBezTo>
                    <a:pt x="1" y="2"/>
                    <a:pt x="0" y="1"/>
                    <a:pt x="1"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2" name="Freeform 3196">
              <a:extLst>
                <a:ext uri="{FF2B5EF4-FFF2-40B4-BE49-F238E27FC236}">
                  <a16:creationId xmlns:a16="http://schemas.microsoft.com/office/drawing/2014/main" id="{599F6726-E415-18B8-EFBB-7BD454D39EF1}"/>
                </a:ext>
              </a:extLst>
            </p:cNvPr>
            <p:cNvSpPr>
              <a:spLocks/>
            </p:cNvSpPr>
            <p:nvPr/>
          </p:nvSpPr>
          <p:spPr bwMode="auto">
            <a:xfrm rot="5094805">
              <a:off x="3028173" y="5985074"/>
              <a:ext cx="11425" cy="2285"/>
            </a:xfrm>
            <a:custGeom>
              <a:avLst/>
              <a:gdLst>
                <a:gd name="T0" fmla="*/ 4 w 4"/>
                <a:gd name="T1" fmla="*/ 0 h 1"/>
                <a:gd name="T2" fmla="*/ 3 w 4"/>
                <a:gd name="T3" fmla="*/ 1 h 1"/>
                <a:gd name="T4" fmla="*/ 0 w 4"/>
                <a:gd name="T5" fmla="*/ 1 h 1"/>
                <a:gd name="T6" fmla="*/ 1 w 4"/>
                <a:gd name="T7" fmla="*/ 0 h 1"/>
                <a:gd name="T8" fmla="*/ 4 w 4"/>
                <a:gd name="T9" fmla="*/ 0 h 1"/>
              </a:gdLst>
              <a:ahLst/>
              <a:cxnLst>
                <a:cxn ang="0">
                  <a:pos x="T0" y="T1"/>
                </a:cxn>
                <a:cxn ang="0">
                  <a:pos x="T2" y="T3"/>
                </a:cxn>
                <a:cxn ang="0">
                  <a:pos x="T4" y="T5"/>
                </a:cxn>
                <a:cxn ang="0">
                  <a:pos x="T6" y="T7"/>
                </a:cxn>
                <a:cxn ang="0">
                  <a:pos x="T8" y="T9"/>
                </a:cxn>
              </a:cxnLst>
              <a:rect l="0" t="0" r="r" b="b"/>
              <a:pathLst>
                <a:path w="4" h="1">
                  <a:moveTo>
                    <a:pt x="4" y="0"/>
                  </a:moveTo>
                  <a:cubicBezTo>
                    <a:pt x="4" y="0"/>
                    <a:pt x="3" y="1"/>
                    <a:pt x="3" y="1"/>
                  </a:cubicBezTo>
                  <a:cubicBezTo>
                    <a:pt x="2" y="1"/>
                    <a:pt x="1" y="1"/>
                    <a:pt x="0" y="1"/>
                  </a:cubicBezTo>
                  <a:cubicBezTo>
                    <a:pt x="0" y="0"/>
                    <a:pt x="0" y="0"/>
                    <a:pt x="1" y="0"/>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3" name="Freeform 3197">
              <a:extLst>
                <a:ext uri="{FF2B5EF4-FFF2-40B4-BE49-F238E27FC236}">
                  <a16:creationId xmlns:a16="http://schemas.microsoft.com/office/drawing/2014/main" id="{4B40E65D-4F89-45D3-743C-75BE8D054F4C}"/>
                </a:ext>
              </a:extLst>
            </p:cNvPr>
            <p:cNvSpPr>
              <a:spLocks/>
            </p:cNvSpPr>
            <p:nvPr/>
          </p:nvSpPr>
          <p:spPr bwMode="auto">
            <a:xfrm rot="5094805">
              <a:off x="3072608" y="6173922"/>
              <a:ext cx="9140" cy="4570"/>
            </a:xfrm>
            <a:custGeom>
              <a:avLst/>
              <a:gdLst>
                <a:gd name="T0" fmla="*/ 2 w 4"/>
                <a:gd name="T1" fmla="*/ 0 h 2"/>
                <a:gd name="T2" fmla="*/ 4 w 4"/>
                <a:gd name="T3" fmla="*/ 0 h 2"/>
                <a:gd name="T4" fmla="*/ 1 w 4"/>
                <a:gd name="T5" fmla="*/ 2 h 2"/>
                <a:gd name="T6" fmla="*/ 0 w 4"/>
                <a:gd name="T7" fmla="*/ 1 h 2"/>
                <a:gd name="T8" fmla="*/ 2 w 4"/>
                <a:gd name="T9" fmla="*/ 0 h 2"/>
              </a:gdLst>
              <a:ahLst/>
              <a:cxnLst>
                <a:cxn ang="0">
                  <a:pos x="T0" y="T1"/>
                </a:cxn>
                <a:cxn ang="0">
                  <a:pos x="T2" y="T3"/>
                </a:cxn>
                <a:cxn ang="0">
                  <a:pos x="T4" y="T5"/>
                </a:cxn>
                <a:cxn ang="0">
                  <a:pos x="T6" y="T7"/>
                </a:cxn>
                <a:cxn ang="0">
                  <a:pos x="T8" y="T9"/>
                </a:cxn>
              </a:cxnLst>
              <a:rect l="0" t="0" r="r" b="b"/>
              <a:pathLst>
                <a:path w="4" h="2">
                  <a:moveTo>
                    <a:pt x="2" y="0"/>
                  </a:moveTo>
                  <a:cubicBezTo>
                    <a:pt x="3" y="0"/>
                    <a:pt x="4" y="0"/>
                    <a:pt x="4" y="0"/>
                  </a:cubicBezTo>
                  <a:cubicBezTo>
                    <a:pt x="3" y="1"/>
                    <a:pt x="2" y="1"/>
                    <a:pt x="1" y="2"/>
                  </a:cubicBezTo>
                  <a:cubicBezTo>
                    <a:pt x="1" y="1"/>
                    <a:pt x="0" y="1"/>
                    <a:pt x="0" y="1"/>
                  </a:cubicBezTo>
                  <a:cubicBezTo>
                    <a:pt x="0"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4" name="Freeform 3198">
              <a:extLst>
                <a:ext uri="{FF2B5EF4-FFF2-40B4-BE49-F238E27FC236}">
                  <a16:creationId xmlns:a16="http://schemas.microsoft.com/office/drawing/2014/main" id="{D58E2C97-294F-88CD-EF9B-E262C5F93710}"/>
                </a:ext>
              </a:extLst>
            </p:cNvPr>
            <p:cNvSpPr>
              <a:spLocks/>
            </p:cNvSpPr>
            <p:nvPr/>
          </p:nvSpPr>
          <p:spPr bwMode="auto">
            <a:xfrm rot="5094805">
              <a:off x="3144249" y="6360242"/>
              <a:ext cx="9140" cy="4570"/>
            </a:xfrm>
            <a:custGeom>
              <a:avLst/>
              <a:gdLst>
                <a:gd name="T0" fmla="*/ 3 w 4"/>
                <a:gd name="T1" fmla="*/ 0 h 2"/>
                <a:gd name="T2" fmla="*/ 4 w 4"/>
                <a:gd name="T3" fmla="*/ 0 h 2"/>
                <a:gd name="T4" fmla="*/ 1 w 4"/>
                <a:gd name="T5" fmla="*/ 2 h 2"/>
                <a:gd name="T6" fmla="*/ 0 w 4"/>
                <a:gd name="T7" fmla="*/ 1 h 2"/>
                <a:gd name="T8" fmla="*/ 3 w 4"/>
                <a:gd name="T9" fmla="*/ 0 h 2"/>
              </a:gdLst>
              <a:ahLst/>
              <a:cxnLst>
                <a:cxn ang="0">
                  <a:pos x="T0" y="T1"/>
                </a:cxn>
                <a:cxn ang="0">
                  <a:pos x="T2" y="T3"/>
                </a:cxn>
                <a:cxn ang="0">
                  <a:pos x="T4" y="T5"/>
                </a:cxn>
                <a:cxn ang="0">
                  <a:pos x="T6" y="T7"/>
                </a:cxn>
                <a:cxn ang="0">
                  <a:pos x="T8" y="T9"/>
                </a:cxn>
              </a:cxnLst>
              <a:rect l="0" t="0" r="r" b="b"/>
              <a:pathLst>
                <a:path w="4" h="2">
                  <a:moveTo>
                    <a:pt x="3" y="0"/>
                  </a:moveTo>
                  <a:cubicBezTo>
                    <a:pt x="3" y="0"/>
                    <a:pt x="4" y="0"/>
                    <a:pt x="4" y="0"/>
                  </a:cubicBezTo>
                  <a:cubicBezTo>
                    <a:pt x="3" y="1"/>
                    <a:pt x="2" y="1"/>
                    <a:pt x="1" y="2"/>
                  </a:cubicBezTo>
                  <a:cubicBezTo>
                    <a:pt x="1" y="2"/>
                    <a:pt x="0" y="1"/>
                    <a:pt x="0" y="1"/>
                  </a:cubicBezTo>
                  <a:cubicBezTo>
                    <a:pt x="1" y="1"/>
                    <a:pt x="2"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5" name="Freeform 3199">
              <a:extLst>
                <a:ext uri="{FF2B5EF4-FFF2-40B4-BE49-F238E27FC236}">
                  <a16:creationId xmlns:a16="http://schemas.microsoft.com/office/drawing/2014/main" id="{672BCA06-EEF5-138F-4FFB-32818049657F}"/>
                </a:ext>
              </a:extLst>
            </p:cNvPr>
            <p:cNvSpPr>
              <a:spLocks/>
            </p:cNvSpPr>
            <p:nvPr/>
          </p:nvSpPr>
          <p:spPr bwMode="auto">
            <a:xfrm rot="5094805">
              <a:off x="3240926" y="6542048"/>
              <a:ext cx="9140" cy="9140"/>
            </a:xfrm>
            <a:custGeom>
              <a:avLst/>
              <a:gdLst>
                <a:gd name="T0" fmla="*/ 4 w 4"/>
                <a:gd name="T1" fmla="*/ 1 h 3"/>
                <a:gd name="T2" fmla="*/ 3 w 4"/>
                <a:gd name="T3" fmla="*/ 3 h 3"/>
                <a:gd name="T4" fmla="*/ 0 w 4"/>
                <a:gd name="T5" fmla="*/ 2 h 3"/>
                <a:gd name="T6" fmla="*/ 3 w 4"/>
                <a:gd name="T7" fmla="*/ 0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4" y="1"/>
                    <a:pt x="3" y="2"/>
                    <a:pt x="3" y="3"/>
                  </a:cubicBezTo>
                  <a:cubicBezTo>
                    <a:pt x="2" y="2"/>
                    <a:pt x="1" y="2"/>
                    <a:pt x="0" y="2"/>
                  </a:cubicBezTo>
                  <a:cubicBezTo>
                    <a:pt x="1" y="2"/>
                    <a:pt x="2" y="1"/>
                    <a:pt x="3" y="0"/>
                  </a:cubicBezTo>
                  <a:cubicBezTo>
                    <a:pt x="3" y="0"/>
                    <a:pt x="4"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6" name="Freeform 3200">
              <a:extLst>
                <a:ext uri="{FF2B5EF4-FFF2-40B4-BE49-F238E27FC236}">
                  <a16:creationId xmlns:a16="http://schemas.microsoft.com/office/drawing/2014/main" id="{C1059130-807F-4593-FA39-20EE86ACD5BD}"/>
                </a:ext>
              </a:extLst>
            </p:cNvPr>
            <p:cNvSpPr>
              <a:spLocks/>
            </p:cNvSpPr>
            <p:nvPr/>
          </p:nvSpPr>
          <p:spPr bwMode="auto">
            <a:xfrm rot="5094805">
              <a:off x="3358183" y="6726496"/>
              <a:ext cx="11425" cy="6855"/>
            </a:xfrm>
            <a:custGeom>
              <a:avLst/>
              <a:gdLst>
                <a:gd name="T0" fmla="*/ 2 w 4"/>
                <a:gd name="T1" fmla="*/ 0 h 3"/>
                <a:gd name="T2" fmla="*/ 4 w 4"/>
                <a:gd name="T3" fmla="*/ 0 h 3"/>
                <a:gd name="T4" fmla="*/ 1 w 4"/>
                <a:gd name="T5" fmla="*/ 3 h 3"/>
                <a:gd name="T6" fmla="*/ 0 w 4"/>
                <a:gd name="T7" fmla="*/ 2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3" y="0"/>
                    <a:pt x="3" y="0"/>
                    <a:pt x="4" y="0"/>
                  </a:cubicBezTo>
                  <a:cubicBezTo>
                    <a:pt x="3" y="1"/>
                    <a:pt x="2" y="2"/>
                    <a:pt x="1" y="3"/>
                  </a:cubicBezTo>
                  <a:cubicBezTo>
                    <a:pt x="1" y="3"/>
                    <a:pt x="0" y="3"/>
                    <a:pt x="0" y="2"/>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7" name="Freeform 3201">
              <a:extLst>
                <a:ext uri="{FF2B5EF4-FFF2-40B4-BE49-F238E27FC236}">
                  <a16:creationId xmlns:a16="http://schemas.microsoft.com/office/drawing/2014/main" id="{24667CFA-2C78-55A8-85D0-A8AF0CEAD666}"/>
                </a:ext>
              </a:extLst>
            </p:cNvPr>
            <p:cNvSpPr>
              <a:spLocks/>
            </p:cNvSpPr>
            <p:nvPr/>
          </p:nvSpPr>
          <p:spPr bwMode="auto">
            <a:xfrm rot="5094805">
              <a:off x="3496965" y="6905697"/>
              <a:ext cx="11425" cy="9140"/>
            </a:xfrm>
            <a:custGeom>
              <a:avLst/>
              <a:gdLst>
                <a:gd name="T0" fmla="*/ 5 w 5"/>
                <a:gd name="T1" fmla="*/ 0 h 4"/>
                <a:gd name="T2" fmla="*/ 4 w 5"/>
                <a:gd name="T3" fmla="*/ 2 h 4"/>
                <a:gd name="T4" fmla="*/ 0 w 5"/>
                <a:gd name="T5" fmla="*/ 4 h 4"/>
                <a:gd name="T6" fmla="*/ 2 w 5"/>
                <a:gd name="T7" fmla="*/ 1 h 4"/>
                <a:gd name="T8" fmla="*/ 5 w 5"/>
                <a:gd name="T9" fmla="*/ 0 h 4"/>
              </a:gdLst>
              <a:ahLst/>
              <a:cxnLst>
                <a:cxn ang="0">
                  <a:pos x="T0" y="T1"/>
                </a:cxn>
                <a:cxn ang="0">
                  <a:pos x="T2" y="T3"/>
                </a:cxn>
                <a:cxn ang="0">
                  <a:pos x="T4" y="T5"/>
                </a:cxn>
                <a:cxn ang="0">
                  <a:pos x="T6" y="T7"/>
                </a:cxn>
                <a:cxn ang="0">
                  <a:pos x="T8" y="T9"/>
                </a:cxn>
              </a:cxnLst>
              <a:rect l="0" t="0" r="r" b="b"/>
              <a:pathLst>
                <a:path w="5" h="4">
                  <a:moveTo>
                    <a:pt x="5" y="0"/>
                  </a:moveTo>
                  <a:cubicBezTo>
                    <a:pt x="4" y="1"/>
                    <a:pt x="4" y="2"/>
                    <a:pt x="4" y="2"/>
                  </a:cubicBezTo>
                  <a:cubicBezTo>
                    <a:pt x="3" y="3"/>
                    <a:pt x="2" y="3"/>
                    <a:pt x="0" y="4"/>
                  </a:cubicBezTo>
                  <a:cubicBezTo>
                    <a:pt x="1" y="3"/>
                    <a:pt x="1" y="2"/>
                    <a:pt x="2" y="1"/>
                  </a:cubicBezTo>
                  <a:cubicBezTo>
                    <a:pt x="3" y="0"/>
                    <a:pt x="4"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8" name="Freeform 3223">
              <a:extLst>
                <a:ext uri="{FF2B5EF4-FFF2-40B4-BE49-F238E27FC236}">
                  <a16:creationId xmlns:a16="http://schemas.microsoft.com/office/drawing/2014/main" id="{137E512C-DD65-B345-71A5-9C9DAC02A1D3}"/>
                </a:ext>
              </a:extLst>
            </p:cNvPr>
            <p:cNvSpPr>
              <a:spLocks/>
            </p:cNvSpPr>
            <p:nvPr/>
          </p:nvSpPr>
          <p:spPr bwMode="auto">
            <a:xfrm rot="5094805">
              <a:off x="2005249" y="21187"/>
              <a:ext cx="9140" cy="2286"/>
            </a:xfrm>
            <a:custGeom>
              <a:avLst/>
              <a:gdLst>
                <a:gd name="T0" fmla="*/ 4 w 4"/>
                <a:gd name="T1" fmla="*/ 0 h 1"/>
                <a:gd name="T2" fmla="*/ 2 w 4"/>
                <a:gd name="T3" fmla="*/ 1 h 1"/>
                <a:gd name="T4" fmla="*/ 0 w 4"/>
                <a:gd name="T5" fmla="*/ 1 h 1"/>
                <a:gd name="T6" fmla="*/ 2 w 4"/>
                <a:gd name="T7" fmla="*/ 0 h 1"/>
                <a:gd name="T8" fmla="*/ 4 w 4"/>
                <a:gd name="T9" fmla="*/ 0 h 1"/>
              </a:gdLst>
              <a:ahLst/>
              <a:cxnLst>
                <a:cxn ang="0">
                  <a:pos x="T0" y="T1"/>
                </a:cxn>
                <a:cxn ang="0">
                  <a:pos x="T2" y="T3"/>
                </a:cxn>
                <a:cxn ang="0">
                  <a:pos x="T4" y="T5"/>
                </a:cxn>
                <a:cxn ang="0">
                  <a:pos x="T6" y="T7"/>
                </a:cxn>
                <a:cxn ang="0">
                  <a:pos x="T8" y="T9"/>
                </a:cxn>
              </a:cxnLst>
              <a:rect l="0" t="0" r="r" b="b"/>
              <a:pathLst>
                <a:path w="4" h="1">
                  <a:moveTo>
                    <a:pt x="4" y="0"/>
                  </a:moveTo>
                  <a:cubicBezTo>
                    <a:pt x="3" y="0"/>
                    <a:pt x="3" y="0"/>
                    <a:pt x="2" y="1"/>
                  </a:cubicBezTo>
                  <a:cubicBezTo>
                    <a:pt x="1" y="1"/>
                    <a:pt x="0" y="1"/>
                    <a:pt x="0" y="1"/>
                  </a:cubicBezTo>
                  <a:cubicBezTo>
                    <a:pt x="1" y="1"/>
                    <a:pt x="1" y="0"/>
                    <a:pt x="2"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9" name="Freeform 3224">
              <a:extLst>
                <a:ext uri="{FF2B5EF4-FFF2-40B4-BE49-F238E27FC236}">
                  <a16:creationId xmlns:a16="http://schemas.microsoft.com/office/drawing/2014/main" id="{56E36D0E-B379-F7FA-8AD5-5501BF10EA0E}"/>
                </a:ext>
              </a:extLst>
            </p:cNvPr>
            <p:cNvSpPr>
              <a:spLocks/>
            </p:cNvSpPr>
            <p:nvPr/>
          </p:nvSpPr>
          <p:spPr bwMode="auto">
            <a:xfrm rot="5094805">
              <a:off x="2099340" y="200824"/>
              <a:ext cx="11426" cy="4570"/>
            </a:xfrm>
            <a:custGeom>
              <a:avLst/>
              <a:gdLst>
                <a:gd name="T0" fmla="*/ 5 w 5"/>
                <a:gd name="T1" fmla="*/ 0 h 2"/>
                <a:gd name="T2" fmla="*/ 3 w 5"/>
                <a:gd name="T3" fmla="*/ 2 h 2"/>
                <a:gd name="T4" fmla="*/ 0 w 5"/>
                <a:gd name="T5" fmla="*/ 2 h 2"/>
                <a:gd name="T6" fmla="*/ 3 w 5"/>
                <a:gd name="T7" fmla="*/ 0 h 2"/>
                <a:gd name="T8" fmla="*/ 5 w 5"/>
                <a:gd name="T9" fmla="*/ 0 h 2"/>
              </a:gdLst>
              <a:ahLst/>
              <a:cxnLst>
                <a:cxn ang="0">
                  <a:pos x="T0" y="T1"/>
                </a:cxn>
                <a:cxn ang="0">
                  <a:pos x="T2" y="T3"/>
                </a:cxn>
                <a:cxn ang="0">
                  <a:pos x="T4" y="T5"/>
                </a:cxn>
                <a:cxn ang="0">
                  <a:pos x="T6" y="T7"/>
                </a:cxn>
                <a:cxn ang="0">
                  <a:pos x="T8" y="T9"/>
                </a:cxn>
              </a:cxnLst>
              <a:rect l="0" t="0" r="r" b="b"/>
              <a:pathLst>
                <a:path w="5" h="2">
                  <a:moveTo>
                    <a:pt x="5" y="0"/>
                  </a:moveTo>
                  <a:cubicBezTo>
                    <a:pt x="4" y="1"/>
                    <a:pt x="4" y="1"/>
                    <a:pt x="3" y="2"/>
                  </a:cubicBezTo>
                  <a:cubicBezTo>
                    <a:pt x="2" y="2"/>
                    <a:pt x="1" y="2"/>
                    <a:pt x="0" y="2"/>
                  </a:cubicBezTo>
                  <a:cubicBezTo>
                    <a:pt x="1" y="1"/>
                    <a:pt x="2" y="0"/>
                    <a:pt x="3" y="0"/>
                  </a:cubicBezTo>
                  <a:cubicBezTo>
                    <a:pt x="4" y="0"/>
                    <a:pt x="4"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0" name="Freeform 3225">
              <a:extLst>
                <a:ext uri="{FF2B5EF4-FFF2-40B4-BE49-F238E27FC236}">
                  <a16:creationId xmlns:a16="http://schemas.microsoft.com/office/drawing/2014/main" id="{198C6668-B8E9-BD04-B626-DFED63A6790E}"/>
                </a:ext>
              </a:extLst>
            </p:cNvPr>
            <p:cNvSpPr>
              <a:spLocks/>
            </p:cNvSpPr>
            <p:nvPr/>
          </p:nvSpPr>
          <p:spPr bwMode="auto">
            <a:xfrm rot="5094805">
              <a:off x="2178744" y="383015"/>
              <a:ext cx="11426" cy="6856"/>
            </a:xfrm>
            <a:custGeom>
              <a:avLst/>
              <a:gdLst>
                <a:gd name="T0" fmla="*/ 3 w 5"/>
                <a:gd name="T1" fmla="*/ 0 h 3"/>
                <a:gd name="T2" fmla="*/ 5 w 5"/>
                <a:gd name="T3" fmla="*/ 1 h 3"/>
                <a:gd name="T4" fmla="*/ 2 w 5"/>
                <a:gd name="T5" fmla="*/ 3 h 3"/>
                <a:gd name="T6" fmla="*/ 1 w 5"/>
                <a:gd name="T7" fmla="*/ 2 h 3"/>
                <a:gd name="T8" fmla="*/ 3 w 5"/>
                <a:gd name="T9" fmla="*/ 0 h 3"/>
              </a:gdLst>
              <a:ahLst/>
              <a:cxnLst>
                <a:cxn ang="0">
                  <a:pos x="T0" y="T1"/>
                </a:cxn>
                <a:cxn ang="0">
                  <a:pos x="T2" y="T3"/>
                </a:cxn>
                <a:cxn ang="0">
                  <a:pos x="T4" y="T5"/>
                </a:cxn>
                <a:cxn ang="0">
                  <a:pos x="T6" y="T7"/>
                </a:cxn>
                <a:cxn ang="0">
                  <a:pos x="T8" y="T9"/>
                </a:cxn>
              </a:cxnLst>
              <a:rect l="0" t="0" r="r" b="b"/>
              <a:pathLst>
                <a:path w="5" h="3">
                  <a:moveTo>
                    <a:pt x="3" y="0"/>
                  </a:moveTo>
                  <a:cubicBezTo>
                    <a:pt x="3" y="0"/>
                    <a:pt x="4" y="1"/>
                    <a:pt x="5" y="1"/>
                  </a:cubicBezTo>
                  <a:cubicBezTo>
                    <a:pt x="4" y="1"/>
                    <a:pt x="3" y="2"/>
                    <a:pt x="2" y="3"/>
                  </a:cubicBezTo>
                  <a:cubicBezTo>
                    <a:pt x="1" y="2"/>
                    <a:pt x="0" y="2"/>
                    <a:pt x="1" y="2"/>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1" name="Freeform 3226">
              <a:extLst>
                <a:ext uri="{FF2B5EF4-FFF2-40B4-BE49-F238E27FC236}">
                  <a16:creationId xmlns:a16="http://schemas.microsoft.com/office/drawing/2014/main" id="{DA675C0A-E8AE-DA7B-0DC6-5DD2BDE0EAC1}"/>
                </a:ext>
              </a:extLst>
            </p:cNvPr>
            <p:cNvSpPr>
              <a:spLocks/>
            </p:cNvSpPr>
            <p:nvPr/>
          </p:nvSpPr>
          <p:spPr bwMode="auto">
            <a:xfrm rot="5094805">
              <a:off x="2250385" y="569335"/>
              <a:ext cx="11426" cy="6856"/>
            </a:xfrm>
            <a:custGeom>
              <a:avLst/>
              <a:gdLst>
                <a:gd name="T0" fmla="*/ 4 w 4"/>
                <a:gd name="T1" fmla="*/ 2 h 3"/>
                <a:gd name="T2" fmla="*/ 0 w 4"/>
                <a:gd name="T3" fmla="*/ 3 h 3"/>
                <a:gd name="T4" fmla="*/ 0 w 4"/>
                <a:gd name="T5" fmla="*/ 1 h 3"/>
                <a:gd name="T6" fmla="*/ 3 w 4"/>
                <a:gd name="T7" fmla="*/ 0 h 3"/>
                <a:gd name="T8" fmla="*/ 4 w 4"/>
                <a:gd name="T9" fmla="*/ 2 h 3"/>
              </a:gdLst>
              <a:ahLst/>
              <a:cxnLst>
                <a:cxn ang="0">
                  <a:pos x="T0" y="T1"/>
                </a:cxn>
                <a:cxn ang="0">
                  <a:pos x="T2" y="T3"/>
                </a:cxn>
                <a:cxn ang="0">
                  <a:pos x="T4" y="T5"/>
                </a:cxn>
                <a:cxn ang="0">
                  <a:pos x="T6" y="T7"/>
                </a:cxn>
                <a:cxn ang="0">
                  <a:pos x="T8" y="T9"/>
                </a:cxn>
              </a:cxnLst>
              <a:rect l="0" t="0" r="r" b="b"/>
              <a:pathLst>
                <a:path w="4" h="3">
                  <a:moveTo>
                    <a:pt x="4" y="2"/>
                  </a:moveTo>
                  <a:cubicBezTo>
                    <a:pt x="3" y="3"/>
                    <a:pt x="2" y="3"/>
                    <a:pt x="0" y="3"/>
                  </a:cubicBezTo>
                  <a:cubicBezTo>
                    <a:pt x="0" y="3"/>
                    <a:pt x="0" y="2"/>
                    <a:pt x="0" y="1"/>
                  </a:cubicBezTo>
                  <a:cubicBezTo>
                    <a:pt x="1" y="1"/>
                    <a:pt x="2" y="0"/>
                    <a:pt x="3" y="0"/>
                  </a:cubicBezTo>
                  <a:cubicBezTo>
                    <a:pt x="3" y="0"/>
                    <a:pt x="4"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2" name="Freeform 3227">
              <a:extLst>
                <a:ext uri="{FF2B5EF4-FFF2-40B4-BE49-F238E27FC236}">
                  <a16:creationId xmlns:a16="http://schemas.microsoft.com/office/drawing/2014/main" id="{7E28E315-CC57-8B9D-7E85-D9935D57AE8C}"/>
                </a:ext>
              </a:extLst>
            </p:cNvPr>
            <p:cNvSpPr>
              <a:spLocks/>
            </p:cNvSpPr>
            <p:nvPr/>
          </p:nvSpPr>
          <p:spPr bwMode="auto">
            <a:xfrm rot="5094805">
              <a:off x="2315103" y="754084"/>
              <a:ext cx="9140" cy="9140"/>
            </a:xfrm>
            <a:custGeom>
              <a:avLst/>
              <a:gdLst>
                <a:gd name="T0" fmla="*/ 4 w 4"/>
                <a:gd name="T1" fmla="*/ 2 h 4"/>
                <a:gd name="T2" fmla="*/ 3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3"/>
                    <a:pt x="3" y="4"/>
                  </a:cubicBezTo>
                  <a:cubicBezTo>
                    <a:pt x="2" y="3"/>
                    <a:pt x="1" y="3"/>
                    <a:pt x="0" y="2"/>
                  </a:cubicBezTo>
                  <a:cubicBezTo>
                    <a:pt x="1" y="1"/>
                    <a:pt x="1" y="0"/>
                    <a:pt x="2" y="0"/>
                  </a:cubicBezTo>
                  <a:cubicBezTo>
                    <a:pt x="3" y="0"/>
                    <a:pt x="4"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3" name="Freeform 3228">
              <a:extLst>
                <a:ext uri="{FF2B5EF4-FFF2-40B4-BE49-F238E27FC236}">
                  <a16:creationId xmlns:a16="http://schemas.microsoft.com/office/drawing/2014/main" id="{5C1650C4-5BB9-D02D-6038-DF40F21EB4C3}"/>
                </a:ext>
              </a:extLst>
            </p:cNvPr>
            <p:cNvSpPr>
              <a:spLocks/>
            </p:cNvSpPr>
            <p:nvPr/>
          </p:nvSpPr>
          <p:spPr bwMode="auto">
            <a:xfrm rot="5094805">
              <a:off x="2378574" y="937695"/>
              <a:ext cx="9140" cy="11426"/>
            </a:xfrm>
            <a:custGeom>
              <a:avLst/>
              <a:gdLst>
                <a:gd name="T0" fmla="*/ 2 w 4"/>
                <a:gd name="T1" fmla="*/ 0 h 5"/>
                <a:gd name="T2" fmla="*/ 4 w 4"/>
                <a:gd name="T3" fmla="*/ 2 h 5"/>
                <a:gd name="T4" fmla="*/ 2 w 4"/>
                <a:gd name="T5" fmla="*/ 5 h 5"/>
                <a:gd name="T6" fmla="*/ 0 w 4"/>
                <a:gd name="T7" fmla="*/ 2 h 5"/>
                <a:gd name="T8" fmla="*/ 2 w 4"/>
                <a:gd name="T9" fmla="*/ 0 h 5"/>
              </a:gdLst>
              <a:ahLst/>
              <a:cxnLst>
                <a:cxn ang="0">
                  <a:pos x="T0" y="T1"/>
                </a:cxn>
                <a:cxn ang="0">
                  <a:pos x="T2" y="T3"/>
                </a:cxn>
                <a:cxn ang="0">
                  <a:pos x="T4" y="T5"/>
                </a:cxn>
                <a:cxn ang="0">
                  <a:pos x="T6" y="T7"/>
                </a:cxn>
                <a:cxn ang="0">
                  <a:pos x="T8" y="T9"/>
                </a:cxn>
              </a:cxnLst>
              <a:rect l="0" t="0" r="r" b="b"/>
              <a:pathLst>
                <a:path w="4" h="5">
                  <a:moveTo>
                    <a:pt x="2" y="0"/>
                  </a:moveTo>
                  <a:cubicBezTo>
                    <a:pt x="3" y="0"/>
                    <a:pt x="4" y="1"/>
                    <a:pt x="4" y="2"/>
                  </a:cubicBezTo>
                  <a:cubicBezTo>
                    <a:pt x="3" y="3"/>
                    <a:pt x="3" y="4"/>
                    <a:pt x="2" y="5"/>
                  </a:cubicBezTo>
                  <a:cubicBezTo>
                    <a:pt x="1" y="4"/>
                    <a:pt x="0" y="3"/>
                    <a:pt x="0" y="2"/>
                  </a:cubicBezTo>
                  <a:cubicBezTo>
                    <a:pt x="0"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4" name="Freeform 3229">
              <a:extLst>
                <a:ext uri="{FF2B5EF4-FFF2-40B4-BE49-F238E27FC236}">
                  <a16:creationId xmlns:a16="http://schemas.microsoft.com/office/drawing/2014/main" id="{88FDD023-F00B-34D8-CB56-757D639779C3}"/>
                </a:ext>
              </a:extLst>
            </p:cNvPr>
            <p:cNvSpPr>
              <a:spLocks/>
            </p:cNvSpPr>
            <p:nvPr/>
          </p:nvSpPr>
          <p:spPr bwMode="auto">
            <a:xfrm rot="5094805">
              <a:off x="2694450" y="3849171"/>
              <a:ext cx="13710" cy="22850"/>
            </a:xfrm>
            <a:custGeom>
              <a:avLst/>
              <a:gdLst>
                <a:gd name="T0" fmla="*/ 0 w 5"/>
                <a:gd name="T1" fmla="*/ 4 h 9"/>
                <a:gd name="T2" fmla="*/ 2 w 5"/>
                <a:gd name="T3" fmla="*/ 0 h 9"/>
                <a:gd name="T4" fmla="*/ 5 w 5"/>
                <a:gd name="T5" fmla="*/ 6 h 9"/>
                <a:gd name="T6" fmla="*/ 2 w 5"/>
                <a:gd name="T7" fmla="*/ 8 h 9"/>
                <a:gd name="T8" fmla="*/ 0 w 5"/>
                <a:gd name="T9" fmla="*/ 4 h 9"/>
              </a:gdLst>
              <a:ahLst/>
              <a:cxnLst>
                <a:cxn ang="0">
                  <a:pos x="T0" y="T1"/>
                </a:cxn>
                <a:cxn ang="0">
                  <a:pos x="T2" y="T3"/>
                </a:cxn>
                <a:cxn ang="0">
                  <a:pos x="T4" y="T5"/>
                </a:cxn>
                <a:cxn ang="0">
                  <a:pos x="T6" y="T7"/>
                </a:cxn>
                <a:cxn ang="0">
                  <a:pos x="T8" y="T9"/>
                </a:cxn>
              </a:cxnLst>
              <a:rect l="0" t="0" r="r" b="b"/>
              <a:pathLst>
                <a:path w="5" h="9">
                  <a:moveTo>
                    <a:pt x="0" y="4"/>
                  </a:moveTo>
                  <a:cubicBezTo>
                    <a:pt x="1" y="3"/>
                    <a:pt x="1" y="2"/>
                    <a:pt x="2" y="0"/>
                  </a:cubicBezTo>
                  <a:cubicBezTo>
                    <a:pt x="3" y="2"/>
                    <a:pt x="4" y="4"/>
                    <a:pt x="5" y="6"/>
                  </a:cubicBezTo>
                  <a:cubicBezTo>
                    <a:pt x="4" y="7"/>
                    <a:pt x="3" y="9"/>
                    <a:pt x="2" y="8"/>
                  </a:cubicBezTo>
                  <a:cubicBezTo>
                    <a:pt x="1" y="8"/>
                    <a:pt x="1"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5" name="Freeform 3230">
              <a:extLst>
                <a:ext uri="{FF2B5EF4-FFF2-40B4-BE49-F238E27FC236}">
                  <a16:creationId xmlns:a16="http://schemas.microsoft.com/office/drawing/2014/main" id="{E117B26F-0B9C-52BD-C321-F12B52676347}"/>
                </a:ext>
              </a:extLst>
            </p:cNvPr>
            <p:cNvSpPr>
              <a:spLocks/>
            </p:cNvSpPr>
            <p:nvPr/>
          </p:nvSpPr>
          <p:spPr bwMode="auto">
            <a:xfrm rot="5094805">
              <a:off x="2670209" y="3654248"/>
              <a:ext cx="9140" cy="22850"/>
            </a:xfrm>
            <a:custGeom>
              <a:avLst/>
              <a:gdLst>
                <a:gd name="T0" fmla="*/ 0 w 4"/>
                <a:gd name="T1" fmla="*/ 4 h 9"/>
                <a:gd name="T2" fmla="*/ 2 w 4"/>
                <a:gd name="T3" fmla="*/ 0 h 9"/>
                <a:gd name="T4" fmla="*/ 4 w 4"/>
                <a:gd name="T5" fmla="*/ 7 h 9"/>
                <a:gd name="T6" fmla="*/ 2 w 4"/>
                <a:gd name="T7" fmla="*/ 8 h 9"/>
                <a:gd name="T8" fmla="*/ 0 w 4"/>
                <a:gd name="T9" fmla="*/ 4 h 9"/>
              </a:gdLst>
              <a:ahLst/>
              <a:cxnLst>
                <a:cxn ang="0">
                  <a:pos x="T0" y="T1"/>
                </a:cxn>
                <a:cxn ang="0">
                  <a:pos x="T2" y="T3"/>
                </a:cxn>
                <a:cxn ang="0">
                  <a:pos x="T4" y="T5"/>
                </a:cxn>
                <a:cxn ang="0">
                  <a:pos x="T6" y="T7"/>
                </a:cxn>
                <a:cxn ang="0">
                  <a:pos x="T8" y="T9"/>
                </a:cxn>
              </a:cxnLst>
              <a:rect l="0" t="0" r="r" b="b"/>
              <a:pathLst>
                <a:path w="4" h="9">
                  <a:moveTo>
                    <a:pt x="0" y="4"/>
                  </a:moveTo>
                  <a:cubicBezTo>
                    <a:pt x="1" y="3"/>
                    <a:pt x="1" y="1"/>
                    <a:pt x="2" y="0"/>
                  </a:cubicBezTo>
                  <a:cubicBezTo>
                    <a:pt x="3" y="3"/>
                    <a:pt x="4" y="5"/>
                    <a:pt x="4" y="7"/>
                  </a:cubicBezTo>
                  <a:cubicBezTo>
                    <a:pt x="4" y="7"/>
                    <a:pt x="3" y="9"/>
                    <a:pt x="2" y="8"/>
                  </a:cubicBezTo>
                  <a:cubicBezTo>
                    <a:pt x="1" y="8"/>
                    <a:pt x="0" y="5"/>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6" name="Freeform 3231">
              <a:extLst>
                <a:ext uri="{FF2B5EF4-FFF2-40B4-BE49-F238E27FC236}">
                  <a16:creationId xmlns:a16="http://schemas.microsoft.com/office/drawing/2014/main" id="{A8BB3CD4-7CD8-2E51-279D-03DE94C0337D}"/>
                </a:ext>
              </a:extLst>
            </p:cNvPr>
            <p:cNvSpPr>
              <a:spLocks/>
            </p:cNvSpPr>
            <p:nvPr/>
          </p:nvSpPr>
          <p:spPr bwMode="auto">
            <a:xfrm rot="5094805">
              <a:off x="2678960" y="3457327"/>
              <a:ext cx="9140" cy="20566"/>
            </a:xfrm>
            <a:custGeom>
              <a:avLst/>
              <a:gdLst>
                <a:gd name="T0" fmla="*/ 4 w 4"/>
                <a:gd name="T1" fmla="*/ 8 h 8"/>
                <a:gd name="T2" fmla="*/ 0 w 4"/>
                <a:gd name="T3" fmla="*/ 7 h 8"/>
                <a:gd name="T4" fmla="*/ 0 w 4"/>
                <a:gd name="T5" fmla="*/ 1 h 8"/>
                <a:gd name="T6" fmla="*/ 3 w 4"/>
                <a:gd name="T7" fmla="*/ 1 h 8"/>
                <a:gd name="T8" fmla="*/ 4 w 4"/>
                <a:gd name="T9" fmla="*/ 8 h 8"/>
              </a:gdLst>
              <a:ahLst/>
              <a:cxnLst>
                <a:cxn ang="0">
                  <a:pos x="T0" y="T1"/>
                </a:cxn>
                <a:cxn ang="0">
                  <a:pos x="T2" y="T3"/>
                </a:cxn>
                <a:cxn ang="0">
                  <a:pos x="T4" y="T5"/>
                </a:cxn>
                <a:cxn ang="0">
                  <a:pos x="T6" y="T7"/>
                </a:cxn>
                <a:cxn ang="0">
                  <a:pos x="T8" y="T9"/>
                </a:cxn>
              </a:cxnLst>
              <a:rect l="0" t="0" r="r" b="b"/>
              <a:pathLst>
                <a:path w="4" h="8">
                  <a:moveTo>
                    <a:pt x="4" y="8"/>
                  </a:moveTo>
                  <a:cubicBezTo>
                    <a:pt x="3" y="8"/>
                    <a:pt x="2" y="7"/>
                    <a:pt x="0" y="7"/>
                  </a:cubicBezTo>
                  <a:cubicBezTo>
                    <a:pt x="0" y="7"/>
                    <a:pt x="0" y="2"/>
                    <a:pt x="0" y="1"/>
                  </a:cubicBezTo>
                  <a:cubicBezTo>
                    <a:pt x="1" y="0"/>
                    <a:pt x="2" y="0"/>
                    <a:pt x="3" y="1"/>
                  </a:cubicBezTo>
                  <a:cubicBezTo>
                    <a:pt x="3" y="2"/>
                    <a:pt x="4" y="5"/>
                    <a:pt x="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7" name="Freeform 3232">
              <a:extLst>
                <a:ext uri="{FF2B5EF4-FFF2-40B4-BE49-F238E27FC236}">
                  <a16:creationId xmlns:a16="http://schemas.microsoft.com/office/drawing/2014/main" id="{EE316572-E60E-F6CB-B6C0-D1741B84900A}"/>
                </a:ext>
              </a:extLst>
            </p:cNvPr>
            <p:cNvSpPr>
              <a:spLocks/>
            </p:cNvSpPr>
            <p:nvPr/>
          </p:nvSpPr>
          <p:spPr bwMode="auto">
            <a:xfrm rot="5094805">
              <a:off x="2711098" y="3252487"/>
              <a:ext cx="11426" cy="18280"/>
            </a:xfrm>
            <a:custGeom>
              <a:avLst/>
              <a:gdLst>
                <a:gd name="T0" fmla="*/ 2 w 5"/>
                <a:gd name="T1" fmla="*/ 8 h 8"/>
                <a:gd name="T2" fmla="*/ 0 w 5"/>
                <a:gd name="T3" fmla="*/ 3 h 8"/>
                <a:gd name="T4" fmla="*/ 4 w 5"/>
                <a:gd name="T5" fmla="*/ 0 h 8"/>
                <a:gd name="T6" fmla="*/ 5 w 5"/>
                <a:gd name="T7" fmla="*/ 6 h 8"/>
                <a:gd name="T8" fmla="*/ 2 w 5"/>
                <a:gd name="T9" fmla="*/ 8 h 8"/>
              </a:gdLst>
              <a:ahLst/>
              <a:cxnLst>
                <a:cxn ang="0">
                  <a:pos x="T0" y="T1"/>
                </a:cxn>
                <a:cxn ang="0">
                  <a:pos x="T2" y="T3"/>
                </a:cxn>
                <a:cxn ang="0">
                  <a:pos x="T4" y="T5"/>
                </a:cxn>
                <a:cxn ang="0">
                  <a:pos x="T6" y="T7"/>
                </a:cxn>
                <a:cxn ang="0">
                  <a:pos x="T8" y="T9"/>
                </a:cxn>
              </a:cxnLst>
              <a:rect l="0" t="0" r="r" b="b"/>
              <a:pathLst>
                <a:path w="5" h="8">
                  <a:moveTo>
                    <a:pt x="2" y="8"/>
                  </a:moveTo>
                  <a:cubicBezTo>
                    <a:pt x="2" y="6"/>
                    <a:pt x="1" y="4"/>
                    <a:pt x="0" y="3"/>
                  </a:cubicBezTo>
                  <a:cubicBezTo>
                    <a:pt x="1" y="2"/>
                    <a:pt x="2" y="1"/>
                    <a:pt x="4" y="0"/>
                  </a:cubicBezTo>
                  <a:cubicBezTo>
                    <a:pt x="4" y="2"/>
                    <a:pt x="5" y="5"/>
                    <a:pt x="5" y="6"/>
                  </a:cubicBezTo>
                  <a:cubicBezTo>
                    <a:pt x="5" y="8"/>
                    <a:pt x="3" y="7"/>
                    <a:pt x="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8" name="Freeform 3233">
              <a:extLst>
                <a:ext uri="{FF2B5EF4-FFF2-40B4-BE49-F238E27FC236}">
                  <a16:creationId xmlns:a16="http://schemas.microsoft.com/office/drawing/2014/main" id="{685D17A7-9DC4-ADC7-12EB-3C2B4D013DF7}"/>
                </a:ext>
              </a:extLst>
            </p:cNvPr>
            <p:cNvSpPr>
              <a:spLocks/>
            </p:cNvSpPr>
            <p:nvPr/>
          </p:nvSpPr>
          <p:spPr bwMode="auto">
            <a:xfrm rot="5094805">
              <a:off x="2764858" y="3042295"/>
              <a:ext cx="13710" cy="22850"/>
            </a:xfrm>
            <a:custGeom>
              <a:avLst/>
              <a:gdLst>
                <a:gd name="T0" fmla="*/ 0 w 5"/>
                <a:gd name="T1" fmla="*/ 3 h 9"/>
                <a:gd name="T2" fmla="*/ 2 w 5"/>
                <a:gd name="T3" fmla="*/ 0 h 9"/>
                <a:gd name="T4" fmla="*/ 5 w 5"/>
                <a:gd name="T5" fmla="*/ 8 h 9"/>
                <a:gd name="T6" fmla="*/ 2 w 5"/>
                <a:gd name="T7" fmla="*/ 8 h 9"/>
                <a:gd name="T8" fmla="*/ 0 w 5"/>
                <a:gd name="T9" fmla="*/ 3 h 9"/>
              </a:gdLst>
              <a:ahLst/>
              <a:cxnLst>
                <a:cxn ang="0">
                  <a:pos x="T0" y="T1"/>
                </a:cxn>
                <a:cxn ang="0">
                  <a:pos x="T2" y="T3"/>
                </a:cxn>
                <a:cxn ang="0">
                  <a:pos x="T4" y="T5"/>
                </a:cxn>
                <a:cxn ang="0">
                  <a:pos x="T6" y="T7"/>
                </a:cxn>
                <a:cxn ang="0">
                  <a:pos x="T8" y="T9"/>
                </a:cxn>
              </a:cxnLst>
              <a:rect l="0" t="0" r="r" b="b"/>
              <a:pathLst>
                <a:path w="5" h="9">
                  <a:moveTo>
                    <a:pt x="0" y="3"/>
                  </a:moveTo>
                  <a:cubicBezTo>
                    <a:pt x="1" y="2"/>
                    <a:pt x="2" y="1"/>
                    <a:pt x="2" y="0"/>
                  </a:cubicBezTo>
                  <a:cubicBezTo>
                    <a:pt x="3" y="3"/>
                    <a:pt x="4" y="5"/>
                    <a:pt x="5" y="8"/>
                  </a:cubicBezTo>
                  <a:cubicBezTo>
                    <a:pt x="4" y="8"/>
                    <a:pt x="3" y="9"/>
                    <a:pt x="2" y="8"/>
                  </a:cubicBezTo>
                  <a:cubicBezTo>
                    <a:pt x="2" y="8"/>
                    <a:pt x="1" y="5"/>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9" name="Freeform 3234">
              <a:extLst>
                <a:ext uri="{FF2B5EF4-FFF2-40B4-BE49-F238E27FC236}">
                  <a16:creationId xmlns:a16="http://schemas.microsoft.com/office/drawing/2014/main" id="{EB019CB8-AF07-C6BF-0742-EC23E0C11F82}"/>
                </a:ext>
              </a:extLst>
            </p:cNvPr>
            <p:cNvSpPr>
              <a:spLocks/>
            </p:cNvSpPr>
            <p:nvPr/>
          </p:nvSpPr>
          <p:spPr bwMode="auto">
            <a:xfrm rot="5094805">
              <a:off x="2820902" y="2834389"/>
              <a:ext cx="11426" cy="22850"/>
            </a:xfrm>
            <a:custGeom>
              <a:avLst/>
              <a:gdLst>
                <a:gd name="T0" fmla="*/ 5 w 5"/>
                <a:gd name="T1" fmla="*/ 3 h 9"/>
                <a:gd name="T2" fmla="*/ 4 w 5"/>
                <a:gd name="T3" fmla="*/ 9 h 9"/>
                <a:gd name="T4" fmla="*/ 0 w 5"/>
                <a:gd name="T5" fmla="*/ 4 h 9"/>
                <a:gd name="T6" fmla="*/ 2 w 5"/>
                <a:gd name="T7" fmla="*/ 0 h 9"/>
                <a:gd name="T8" fmla="*/ 5 w 5"/>
                <a:gd name="T9" fmla="*/ 3 h 9"/>
              </a:gdLst>
              <a:ahLst/>
              <a:cxnLst>
                <a:cxn ang="0">
                  <a:pos x="T0" y="T1"/>
                </a:cxn>
                <a:cxn ang="0">
                  <a:pos x="T2" y="T3"/>
                </a:cxn>
                <a:cxn ang="0">
                  <a:pos x="T4" y="T5"/>
                </a:cxn>
                <a:cxn ang="0">
                  <a:pos x="T6" y="T7"/>
                </a:cxn>
                <a:cxn ang="0">
                  <a:pos x="T8" y="T9"/>
                </a:cxn>
              </a:cxnLst>
              <a:rect l="0" t="0" r="r" b="b"/>
              <a:pathLst>
                <a:path w="5" h="9">
                  <a:moveTo>
                    <a:pt x="5" y="3"/>
                  </a:moveTo>
                  <a:cubicBezTo>
                    <a:pt x="5" y="5"/>
                    <a:pt x="4" y="7"/>
                    <a:pt x="4" y="9"/>
                  </a:cubicBezTo>
                  <a:cubicBezTo>
                    <a:pt x="3" y="7"/>
                    <a:pt x="2" y="6"/>
                    <a:pt x="0" y="4"/>
                  </a:cubicBezTo>
                  <a:cubicBezTo>
                    <a:pt x="1" y="3"/>
                    <a:pt x="1" y="0"/>
                    <a:pt x="2" y="0"/>
                  </a:cubicBezTo>
                  <a:cubicBezTo>
                    <a:pt x="3" y="0"/>
                    <a:pt x="4" y="2"/>
                    <a:pt x="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0" name="Freeform 3235">
              <a:extLst>
                <a:ext uri="{FF2B5EF4-FFF2-40B4-BE49-F238E27FC236}">
                  <a16:creationId xmlns:a16="http://schemas.microsoft.com/office/drawing/2014/main" id="{3D1D7D09-94B3-8C2D-EDA0-F4358DF0DC5A}"/>
                </a:ext>
              </a:extLst>
            </p:cNvPr>
            <p:cNvSpPr>
              <a:spLocks/>
            </p:cNvSpPr>
            <p:nvPr/>
          </p:nvSpPr>
          <p:spPr bwMode="auto">
            <a:xfrm rot="5094805">
              <a:off x="2862347" y="2628729"/>
              <a:ext cx="13710" cy="25135"/>
            </a:xfrm>
            <a:custGeom>
              <a:avLst/>
              <a:gdLst>
                <a:gd name="T0" fmla="*/ 0 w 5"/>
                <a:gd name="T1" fmla="*/ 4 h 10"/>
                <a:gd name="T2" fmla="*/ 2 w 5"/>
                <a:gd name="T3" fmla="*/ 0 h 10"/>
                <a:gd name="T4" fmla="*/ 5 w 5"/>
                <a:gd name="T5" fmla="*/ 8 h 10"/>
                <a:gd name="T6" fmla="*/ 2 w 5"/>
                <a:gd name="T7" fmla="*/ 9 h 10"/>
                <a:gd name="T8" fmla="*/ 0 w 5"/>
                <a:gd name="T9" fmla="*/ 4 h 10"/>
              </a:gdLst>
              <a:ahLst/>
              <a:cxnLst>
                <a:cxn ang="0">
                  <a:pos x="T0" y="T1"/>
                </a:cxn>
                <a:cxn ang="0">
                  <a:pos x="T2" y="T3"/>
                </a:cxn>
                <a:cxn ang="0">
                  <a:pos x="T4" y="T5"/>
                </a:cxn>
                <a:cxn ang="0">
                  <a:pos x="T6" y="T7"/>
                </a:cxn>
                <a:cxn ang="0">
                  <a:pos x="T8" y="T9"/>
                </a:cxn>
              </a:cxnLst>
              <a:rect l="0" t="0" r="r" b="b"/>
              <a:pathLst>
                <a:path w="5" h="10">
                  <a:moveTo>
                    <a:pt x="0" y="4"/>
                  </a:moveTo>
                  <a:cubicBezTo>
                    <a:pt x="1" y="3"/>
                    <a:pt x="1" y="1"/>
                    <a:pt x="2" y="0"/>
                  </a:cubicBezTo>
                  <a:cubicBezTo>
                    <a:pt x="3" y="3"/>
                    <a:pt x="4" y="6"/>
                    <a:pt x="5" y="8"/>
                  </a:cubicBezTo>
                  <a:cubicBezTo>
                    <a:pt x="4" y="9"/>
                    <a:pt x="3" y="10"/>
                    <a:pt x="2" y="9"/>
                  </a:cubicBezTo>
                  <a:cubicBezTo>
                    <a:pt x="1" y="9"/>
                    <a:pt x="1"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1" name="Freeform 3236">
              <a:extLst>
                <a:ext uri="{FF2B5EF4-FFF2-40B4-BE49-F238E27FC236}">
                  <a16:creationId xmlns:a16="http://schemas.microsoft.com/office/drawing/2014/main" id="{71D5A387-D93D-29D9-DAE5-5BF04A9A17A0}"/>
                </a:ext>
              </a:extLst>
            </p:cNvPr>
            <p:cNvSpPr>
              <a:spLocks/>
            </p:cNvSpPr>
            <p:nvPr/>
          </p:nvSpPr>
          <p:spPr bwMode="auto">
            <a:xfrm rot="5094805">
              <a:off x="2878765" y="2427786"/>
              <a:ext cx="11426" cy="22850"/>
            </a:xfrm>
            <a:custGeom>
              <a:avLst/>
              <a:gdLst>
                <a:gd name="T0" fmla="*/ 5 w 5"/>
                <a:gd name="T1" fmla="*/ 9 h 9"/>
                <a:gd name="T2" fmla="*/ 1 w 5"/>
                <a:gd name="T3" fmla="*/ 8 h 9"/>
                <a:gd name="T4" fmla="*/ 1 w 5"/>
                <a:gd name="T5" fmla="*/ 2 h 9"/>
                <a:gd name="T6" fmla="*/ 3 w 5"/>
                <a:gd name="T7" fmla="*/ 1 h 9"/>
                <a:gd name="T8" fmla="*/ 5 w 5"/>
                <a:gd name="T9" fmla="*/ 9 h 9"/>
              </a:gdLst>
              <a:ahLst/>
              <a:cxnLst>
                <a:cxn ang="0">
                  <a:pos x="T0" y="T1"/>
                </a:cxn>
                <a:cxn ang="0">
                  <a:pos x="T2" y="T3"/>
                </a:cxn>
                <a:cxn ang="0">
                  <a:pos x="T4" y="T5"/>
                </a:cxn>
                <a:cxn ang="0">
                  <a:pos x="T6" y="T7"/>
                </a:cxn>
                <a:cxn ang="0">
                  <a:pos x="T8" y="T9"/>
                </a:cxn>
              </a:cxnLst>
              <a:rect l="0" t="0" r="r" b="b"/>
              <a:pathLst>
                <a:path w="5" h="9">
                  <a:moveTo>
                    <a:pt x="5" y="9"/>
                  </a:moveTo>
                  <a:cubicBezTo>
                    <a:pt x="4" y="9"/>
                    <a:pt x="2" y="9"/>
                    <a:pt x="1" y="8"/>
                  </a:cubicBezTo>
                  <a:cubicBezTo>
                    <a:pt x="1" y="8"/>
                    <a:pt x="0" y="3"/>
                    <a:pt x="1" y="2"/>
                  </a:cubicBezTo>
                  <a:cubicBezTo>
                    <a:pt x="1" y="1"/>
                    <a:pt x="3" y="0"/>
                    <a:pt x="3" y="1"/>
                  </a:cubicBezTo>
                  <a:cubicBezTo>
                    <a:pt x="4" y="2"/>
                    <a:pt x="4" y="5"/>
                    <a:pt x="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2" name="Freeform 3237">
              <a:extLst>
                <a:ext uri="{FF2B5EF4-FFF2-40B4-BE49-F238E27FC236}">
                  <a16:creationId xmlns:a16="http://schemas.microsoft.com/office/drawing/2014/main" id="{E0DCE805-5909-8470-5478-B82FB4CFF4E9}"/>
                </a:ext>
              </a:extLst>
            </p:cNvPr>
            <p:cNvSpPr>
              <a:spLocks/>
            </p:cNvSpPr>
            <p:nvPr/>
          </p:nvSpPr>
          <p:spPr bwMode="auto">
            <a:xfrm rot="5094805">
              <a:off x="2848921" y="2231917"/>
              <a:ext cx="13710" cy="27420"/>
            </a:xfrm>
            <a:custGeom>
              <a:avLst/>
              <a:gdLst>
                <a:gd name="T0" fmla="*/ 5 w 5"/>
                <a:gd name="T1" fmla="*/ 6 h 11"/>
                <a:gd name="T2" fmla="*/ 3 w 5"/>
                <a:gd name="T3" fmla="*/ 11 h 11"/>
                <a:gd name="T4" fmla="*/ 0 w 5"/>
                <a:gd name="T5" fmla="*/ 3 h 11"/>
                <a:gd name="T6" fmla="*/ 3 w 5"/>
                <a:gd name="T7" fmla="*/ 0 h 11"/>
                <a:gd name="T8" fmla="*/ 5 w 5"/>
                <a:gd name="T9" fmla="*/ 6 h 11"/>
              </a:gdLst>
              <a:ahLst/>
              <a:cxnLst>
                <a:cxn ang="0">
                  <a:pos x="T0" y="T1"/>
                </a:cxn>
                <a:cxn ang="0">
                  <a:pos x="T2" y="T3"/>
                </a:cxn>
                <a:cxn ang="0">
                  <a:pos x="T4" y="T5"/>
                </a:cxn>
                <a:cxn ang="0">
                  <a:pos x="T6" y="T7"/>
                </a:cxn>
                <a:cxn ang="0">
                  <a:pos x="T8" y="T9"/>
                </a:cxn>
              </a:cxnLst>
              <a:rect l="0" t="0" r="r" b="b"/>
              <a:pathLst>
                <a:path w="5" h="11">
                  <a:moveTo>
                    <a:pt x="5" y="6"/>
                  </a:moveTo>
                  <a:cubicBezTo>
                    <a:pt x="4" y="8"/>
                    <a:pt x="3" y="9"/>
                    <a:pt x="3" y="11"/>
                  </a:cubicBezTo>
                  <a:cubicBezTo>
                    <a:pt x="2" y="8"/>
                    <a:pt x="1" y="6"/>
                    <a:pt x="0" y="3"/>
                  </a:cubicBezTo>
                  <a:cubicBezTo>
                    <a:pt x="1" y="2"/>
                    <a:pt x="2" y="0"/>
                    <a:pt x="3" y="0"/>
                  </a:cubicBezTo>
                  <a:cubicBezTo>
                    <a:pt x="3" y="1"/>
                    <a:pt x="4" y="4"/>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3" name="Freeform 3238">
              <a:extLst>
                <a:ext uri="{FF2B5EF4-FFF2-40B4-BE49-F238E27FC236}">
                  <a16:creationId xmlns:a16="http://schemas.microsoft.com/office/drawing/2014/main" id="{B3818C34-E857-5302-117A-EF3DB1369169}"/>
                </a:ext>
              </a:extLst>
            </p:cNvPr>
            <p:cNvSpPr>
              <a:spLocks/>
            </p:cNvSpPr>
            <p:nvPr/>
          </p:nvSpPr>
          <p:spPr bwMode="auto">
            <a:xfrm rot="5094805">
              <a:off x="2783915" y="2042916"/>
              <a:ext cx="9140" cy="27420"/>
            </a:xfrm>
            <a:custGeom>
              <a:avLst/>
              <a:gdLst>
                <a:gd name="T0" fmla="*/ 2 w 4"/>
                <a:gd name="T1" fmla="*/ 0 h 11"/>
                <a:gd name="T2" fmla="*/ 4 w 4"/>
                <a:gd name="T3" fmla="*/ 5 h 11"/>
                <a:gd name="T4" fmla="*/ 2 w 4"/>
                <a:gd name="T5" fmla="*/ 11 h 11"/>
                <a:gd name="T6" fmla="*/ 0 w 4"/>
                <a:gd name="T7" fmla="*/ 5 h 11"/>
                <a:gd name="T8" fmla="*/ 2 w 4"/>
                <a:gd name="T9" fmla="*/ 0 h 11"/>
              </a:gdLst>
              <a:ahLst/>
              <a:cxnLst>
                <a:cxn ang="0">
                  <a:pos x="T0" y="T1"/>
                </a:cxn>
                <a:cxn ang="0">
                  <a:pos x="T2" y="T3"/>
                </a:cxn>
                <a:cxn ang="0">
                  <a:pos x="T4" y="T5"/>
                </a:cxn>
                <a:cxn ang="0">
                  <a:pos x="T6" y="T7"/>
                </a:cxn>
                <a:cxn ang="0">
                  <a:pos x="T8" y="T9"/>
                </a:cxn>
              </a:cxnLst>
              <a:rect l="0" t="0" r="r" b="b"/>
              <a:pathLst>
                <a:path w="4" h="11">
                  <a:moveTo>
                    <a:pt x="2" y="0"/>
                  </a:moveTo>
                  <a:cubicBezTo>
                    <a:pt x="3" y="2"/>
                    <a:pt x="4" y="3"/>
                    <a:pt x="4" y="5"/>
                  </a:cubicBezTo>
                  <a:cubicBezTo>
                    <a:pt x="4" y="7"/>
                    <a:pt x="3" y="9"/>
                    <a:pt x="2" y="11"/>
                  </a:cubicBezTo>
                  <a:cubicBezTo>
                    <a:pt x="1" y="9"/>
                    <a:pt x="0" y="6"/>
                    <a:pt x="0" y="5"/>
                  </a:cubicBezTo>
                  <a:cubicBezTo>
                    <a:pt x="0" y="3"/>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4" name="Freeform 3239">
              <a:extLst>
                <a:ext uri="{FF2B5EF4-FFF2-40B4-BE49-F238E27FC236}">
                  <a16:creationId xmlns:a16="http://schemas.microsoft.com/office/drawing/2014/main" id="{ABA69411-4212-CDA8-C7CB-954B4353B49B}"/>
                </a:ext>
              </a:extLst>
            </p:cNvPr>
            <p:cNvSpPr>
              <a:spLocks/>
            </p:cNvSpPr>
            <p:nvPr/>
          </p:nvSpPr>
          <p:spPr bwMode="auto">
            <a:xfrm rot="5094805">
              <a:off x="2714753" y="1860955"/>
              <a:ext cx="9140" cy="22850"/>
            </a:xfrm>
            <a:custGeom>
              <a:avLst/>
              <a:gdLst>
                <a:gd name="T0" fmla="*/ 4 w 4"/>
                <a:gd name="T1" fmla="*/ 3 h 10"/>
                <a:gd name="T2" fmla="*/ 3 w 4"/>
                <a:gd name="T3" fmla="*/ 10 h 10"/>
                <a:gd name="T4" fmla="*/ 0 w 4"/>
                <a:gd name="T5" fmla="*/ 7 h 10"/>
                <a:gd name="T6" fmla="*/ 1 w 4"/>
                <a:gd name="T7" fmla="*/ 1 h 10"/>
                <a:gd name="T8" fmla="*/ 4 w 4"/>
                <a:gd name="T9" fmla="*/ 3 h 10"/>
              </a:gdLst>
              <a:ahLst/>
              <a:cxnLst>
                <a:cxn ang="0">
                  <a:pos x="T0" y="T1"/>
                </a:cxn>
                <a:cxn ang="0">
                  <a:pos x="T2" y="T3"/>
                </a:cxn>
                <a:cxn ang="0">
                  <a:pos x="T4" y="T5"/>
                </a:cxn>
                <a:cxn ang="0">
                  <a:pos x="T6" y="T7"/>
                </a:cxn>
                <a:cxn ang="0">
                  <a:pos x="T8" y="T9"/>
                </a:cxn>
              </a:cxnLst>
              <a:rect l="0" t="0" r="r" b="b"/>
              <a:pathLst>
                <a:path w="4" h="10">
                  <a:moveTo>
                    <a:pt x="4" y="3"/>
                  </a:moveTo>
                  <a:cubicBezTo>
                    <a:pt x="3" y="5"/>
                    <a:pt x="3" y="8"/>
                    <a:pt x="3" y="10"/>
                  </a:cubicBezTo>
                  <a:cubicBezTo>
                    <a:pt x="2" y="9"/>
                    <a:pt x="1" y="8"/>
                    <a:pt x="0" y="7"/>
                  </a:cubicBezTo>
                  <a:cubicBezTo>
                    <a:pt x="0" y="5"/>
                    <a:pt x="0" y="2"/>
                    <a:pt x="1" y="1"/>
                  </a:cubicBezTo>
                  <a:cubicBezTo>
                    <a:pt x="2" y="0"/>
                    <a:pt x="3"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5" name="Freeform 3240">
              <a:extLst>
                <a:ext uri="{FF2B5EF4-FFF2-40B4-BE49-F238E27FC236}">
                  <a16:creationId xmlns:a16="http://schemas.microsoft.com/office/drawing/2014/main" id="{B1FADD17-C9C2-E448-3551-63CB9C91FAEB}"/>
                </a:ext>
              </a:extLst>
            </p:cNvPr>
            <p:cNvSpPr>
              <a:spLocks/>
            </p:cNvSpPr>
            <p:nvPr/>
          </p:nvSpPr>
          <p:spPr bwMode="auto">
            <a:xfrm rot="5094805">
              <a:off x="2640932" y="1674732"/>
              <a:ext cx="11426" cy="25135"/>
            </a:xfrm>
            <a:custGeom>
              <a:avLst/>
              <a:gdLst>
                <a:gd name="T0" fmla="*/ 0 w 5"/>
                <a:gd name="T1" fmla="*/ 5 h 10"/>
                <a:gd name="T2" fmla="*/ 2 w 5"/>
                <a:gd name="T3" fmla="*/ 0 h 10"/>
                <a:gd name="T4" fmla="*/ 5 w 5"/>
                <a:gd name="T5" fmla="*/ 7 h 10"/>
                <a:gd name="T6" fmla="*/ 2 w 5"/>
                <a:gd name="T7" fmla="*/ 9 h 10"/>
                <a:gd name="T8" fmla="*/ 0 w 5"/>
                <a:gd name="T9" fmla="*/ 5 h 10"/>
              </a:gdLst>
              <a:ahLst/>
              <a:cxnLst>
                <a:cxn ang="0">
                  <a:pos x="T0" y="T1"/>
                </a:cxn>
                <a:cxn ang="0">
                  <a:pos x="T2" y="T3"/>
                </a:cxn>
                <a:cxn ang="0">
                  <a:pos x="T4" y="T5"/>
                </a:cxn>
                <a:cxn ang="0">
                  <a:pos x="T6" y="T7"/>
                </a:cxn>
                <a:cxn ang="0">
                  <a:pos x="T8" y="T9"/>
                </a:cxn>
              </a:cxnLst>
              <a:rect l="0" t="0" r="r" b="b"/>
              <a:pathLst>
                <a:path w="5" h="10">
                  <a:moveTo>
                    <a:pt x="0" y="5"/>
                  </a:moveTo>
                  <a:cubicBezTo>
                    <a:pt x="1" y="3"/>
                    <a:pt x="1" y="2"/>
                    <a:pt x="2" y="0"/>
                  </a:cubicBezTo>
                  <a:cubicBezTo>
                    <a:pt x="3" y="2"/>
                    <a:pt x="4" y="5"/>
                    <a:pt x="5" y="7"/>
                  </a:cubicBezTo>
                  <a:cubicBezTo>
                    <a:pt x="4" y="8"/>
                    <a:pt x="3" y="10"/>
                    <a:pt x="2" y="9"/>
                  </a:cubicBezTo>
                  <a:cubicBezTo>
                    <a:pt x="1" y="9"/>
                    <a:pt x="1" y="6"/>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6" name="Freeform 3241">
              <a:extLst>
                <a:ext uri="{FF2B5EF4-FFF2-40B4-BE49-F238E27FC236}">
                  <a16:creationId xmlns:a16="http://schemas.microsoft.com/office/drawing/2014/main" id="{6FA36A72-F38F-A38F-559D-5003F416F49C}"/>
                </a:ext>
              </a:extLst>
            </p:cNvPr>
            <p:cNvSpPr>
              <a:spLocks/>
            </p:cNvSpPr>
            <p:nvPr/>
          </p:nvSpPr>
          <p:spPr bwMode="auto">
            <a:xfrm rot="5094805">
              <a:off x="2570429" y="1489454"/>
              <a:ext cx="11426" cy="22850"/>
            </a:xfrm>
            <a:custGeom>
              <a:avLst/>
              <a:gdLst>
                <a:gd name="T0" fmla="*/ 2 w 4"/>
                <a:gd name="T1" fmla="*/ 9 h 9"/>
                <a:gd name="T2" fmla="*/ 0 w 4"/>
                <a:gd name="T3" fmla="*/ 4 h 9"/>
                <a:gd name="T4" fmla="*/ 3 w 4"/>
                <a:gd name="T5" fmla="*/ 0 h 9"/>
                <a:gd name="T6" fmla="*/ 4 w 4"/>
                <a:gd name="T7" fmla="*/ 6 h 9"/>
                <a:gd name="T8" fmla="*/ 2 w 4"/>
                <a:gd name="T9" fmla="*/ 9 h 9"/>
              </a:gdLst>
              <a:ahLst/>
              <a:cxnLst>
                <a:cxn ang="0">
                  <a:pos x="T0" y="T1"/>
                </a:cxn>
                <a:cxn ang="0">
                  <a:pos x="T2" y="T3"/>
                </a:cxn>
                <a:cxn ang="0">
                  <a:pos x="T4" y="T5"/>
                </a:cxn>
                <a:cxn ang="0">
                  <a:pos x="T6" y="T7"/>
                </a:cxn>
                <a:cxn ang="0">
                  <a:pos x="T8" y="T9"/>
                </a:cxn>
              </a:cxnLst>
              <a:rect l="0" t="0" r="r" b="b"/>
              <a:pathLst>
                <a:path w="4" h="9">
                  <a:moveTo>
                    <a:pt x="2" y="9"/>
                  </a:moveTo>
                  <a:cubicBezTo>
                    <a:pt x="1" y="7"/>
                    <a:pt x="0" y="6"/>
                    <a:pt x="0" y="4"/>
                  </a:cubicBezTo>
                  <a:cubicBezTo>
                    <a:pt x="1" y="3"/>
                    <a:pt x="2" y="1"/>
                    <a:pt x="3" y="0"/>
                  </a:cubicBezTo>
                  <a:cubicBezTo>
                    <a:pt x="3" y="2"/>
                    <a:pt x="4" y="4"/>
                    <a:pt x="4" y="6"/>
                  </a:cubicBezTo>
                  <a:cubicBezTo>
                    <a:pt x="4" y="7"/>
                    <a:pt x="3" y="8"/>
                    <a:pt x="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7" name="Freeform 3242">
              <a:extLst>
                <a:ext uri="{FF2B5EF4-FFF2-40B4-BE49-F238E27FC236}">
                  <a16:creationId xmlns:a16="http://schemas.microsoft.com/office/drawing/2014/main" id="{4D342F0A-FB81-4FA3-D697-C81FE46788A5}"/>
                </a:ext>
              </a:extLst>
            </p:cNvPr>
            <p:cNvSpPr>
              <a:spLocks/>
            </p:cNvSpPr>
            <p:nvPr/>
          </p:nvSpPr>
          <p:spPr bwMode="auto">
            <a:xfrm rot="5094805">
              <a:off x="2505819" y="1307086"/>
              <a:ext cx="11426" cy="18280"/>
            </a:xfrm>
            <a:custGeom>
              <a:avLst/>
              <a:gdLst>
                <a:gd name="T0" fmla="*/ 4 w 4"/>
                <a:gd name="T1" fmla="*/ 5 h 8"/>
                <a:gd name="T2" fmla="*/ 2 w 4"/>
                <a:gd name="T3" fmla="*/ 8 h 8"/>
                <a:gd name="T4" fmla="*/ 0 w 4"/>
                <a:gd name="T5" fmla="*/ 3 h 8"/>
                <a:gd name="T6" fmla="*/ 2 w 4"/>
                <a:gd name="T7" fmla="*/ 1 h 8"/>
                <a:gd name="T8" fmla="*/ 4 w 4"/>
                <a:gd name="T9" fmla="*/ 5 h 8"/>
              </a:gdLst>
              <a:ahLst/>
              <a:cxnLst>
                <a:cxn ang="0">
                  <a:pos x="T0" y="T1"/>
                </a:cxn>
                <a:cxn ang="0">
                  <a:pos x="T2" y="T3"/>
                </a:cxn>
                <a:cxn ang="0">
                  <a:pos x="T4" y="T5"/>
                </a:cxn>
                <a:cxn ang="0">
                  <a:pos x="T6" y="T7"/>
                </a:cxn>
                <a:cxn ang="0">
                  <a:pos x="T8" y="T9"/>
                </a:cxn>
              </a:cxnLst>
              <a:rect l="0" t="0" r="r" b="b"/>
              <a:pathLst>
                <a:path w="4" h="8">
                  <a:moveTo>
                    <a:pt x="4" y="5"/>
                  </a:moveTo>
                  <a:cubicBezTo>
                    <a:pt x="3" y="6"/>
                    <a:pt x="3" y="7"/>
                    <a:pt x="2" y="8"/>
                  </a:cubicBezTo>
                  <a:cubicBezTo>
                    <a:pt x="1" y="7"/>
                    <a:pt x="0" y="5"/>
                    <a:pt x="0" y="3"/>
                  </a:cubicBezTo>
                  <a:cubicBezTo>
                    <a:pt x="0" y="2"/>
                    <a:pt x="1" y="0"/>
                    <a:pt x="2" y="1"/>
                  </a:cubicBezTo>
                  <a:cubicBezTo>
                    <a:pt x="3" y="1"/>
                    <a:pt x="3" y="3"/>
                    <a:pt x="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8" name="Freeform 3243">
              <a:extLst>
                <a:ext uri="{FF2B5EF4-FFF2-40B4-BE49-F238E27FC236}">
                  <a16:creationId xmlns:a16="http://schemas.microsoft.com/office/drawing/2014/main" id="{2044C148-5C7F-1759-FFC6-BF68B852A1DC}"/>
                </a:ext>
              </a:extLst>
            </p:cNvPr>
            <p:cNvSpPr>
              <a:spLocks/>
            </p:cNvSpPr>
            <p:nvPr/>
          </p:nvSpPr>
          <p:spPr bwMode="auto">
            <a:xfrm rot="5094805">
              <a:off x="2442047" y="1119020"/>
              <a:ext cx="9140" cy="18280"/>
            </a:xfrm>
            <a:custGeom>
              <a:avLst/>
              <a:gdLst>
                <a:gd name="T0" fmla="*/ 4 w 4"/>
                <a:gd name="T1" fmla="*/ 2 h 7"/>
                <a:gd name="T2" fmla="*/ 4 w 4"/>
                <a:gd name="T3" fmla="*/ 7 h 7"/>
                <a:gd name="T4" fmla="*/ 0 w 4"/>
                <a:gd name="T5" fmla="*/ 5 h 7"/>
                <a:gd name="T6" fmla="*/ 2 w 4"/>
                <a:gd name="T7" fmla="*/ 1 h 7"/>
                <a:gd name="T8" fmla="*/ 4 w 4"/>
                <a:gd name="T9" fmla="*/ 2 h 7"/>
              </a:gdLst>
              <a:ahLst/>
              <a:cxnLst>
                <a:cxn ang="0">
                  <a:pos x="T0" y="T1"/>
                </a:cxn>
                <a:cxn ang="0">
                  <a:pos x="T2" y="T3"/>
                </a:cxn>
                <a:cxn ang="0">
                  <a:pos x="T4" y="T5"/>
                </a:cxn>
                <a:cxn ang="0">
                  <a:pos x="T6" y="T7"/>
                </a:cxn>
                <a:cxn ang="0">
                  <a:pos x="T8" y="T9"/>
                </a:cxn>
              </a:cxnLst>
              <a:rect l="0" t="0" r="r" b="b"/>
              <a:pathLst>
                <a:path w="4" h="7">
                  <a:moveTo>
                    <a:pt x="4" y="2"/>
                  </a:moveTo>
                  <a:cubicBezTo>
                    <a:pt x="4" y="3"/>
                    <a:pt x="4" y="5"/>
                    <a:pt x="4" y="7"/>
                  </a:cubicBezTo>
                  <a:cubicBezTo>
                    <a:pt x="3" y="6"/>
                    <a:pt x="2" y="5"/>
                    <a:pt x="0" y="5"/>
                  </a:cubicBezTo>
                  <a:cubicBezTo>
                    <a:pt x="1" y="3"/>
                    <a:pt x="1" y="1"/>
                    <a:pt x="2" y="1"/>
                  </a:cubicBezTo>
                  <a:cubicBezTo>
                    <a:pt x="2" y="0"/>
                    <a:pt x="4"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9" name="Freeform 3244">
              <a:extLst>
                <a:ext uri="{FF2B5EF4-FFF2-40B4-BE49-F238E27FC236}">
                  <a16:creationId xmlns:a16="http://schemas.microsoft.com/office/drawing/2014/main" id="{933D9ED6-8E2F-355C-8177-B80AE6AA4B6B}"/>
                </a:ext>
              </a:extLst>
            </p:cNvPr>
            <p:cNvSpPr>
              <a:spLocks/>
            </p:cNvSpPr>
            <p:nvPr/>
          </p:nvSpPr>
          <p:spPr bwMode="auto">
            <a:xfrm rot="5094805">
              <a:off x="3297242" y="6416896"/>
              <a:ext cx="2286" cy="4570"/>
            </a:xfrm>
            <a:custGeom>
              <a:avLst/>
              <a:gdLst>
                <a:gd name="T0" fmla="*/ 1 w 1"/>
                <a:gd name="T1" fmla="*/ 0 h 2"/>
                <a:gd name="T2" fmla="*/ 1 w 1"/>
                <a:gd name="T3" fmla="*/ 2 h 2"/>
                <a:gd name="T4" fmla="*/ 0 w 1"/>
                <a:gd name="T5" fmla="*/ 2 h 2"/>
                <a:gd name="T6" fmla="*/ 0 w 1"/>
                <a:gd name="T7" fmla="*/ 0 h 2"/>
                <a:gd name="T8" fmla="*/ 1 w 1"/>
                <a:gd name="T9" fmla="*/ 0 h 2"/>
              </a:gdLst>
              <a:ahLst/>
              <a:cxnLst>
                <a:cxn ang="0">
                  <a:pos x="T0" y="T1"/>
                </a:cxn>
                <a:cxn ang="0">
                  <a:pos x="T2" y="T3"/>
                </a:cxn>
                <a:cxn ang="0">
                  <a:pos x="T4" y="T5"/>
                </a:cxn>
                <a:cxn ang="0">
                  <a:pos x="T6" y="T7"/>
                </a:cxn>
                <a:cxn ang="0">
                  <a:pos x="T8" y="T9"/>
                </a:cxn>
              </a:cxnLst>
              <a:rect l="0" t="0" r="r" b="b"/>
              <a:pathLst>
                <a:path w="1" h="2">
                  <a:moveTo>
                    <a:pt x="1" y="0"/>
                  </a:moveTo>
                  <a:cubicBezTo>
                    <a:pt x="1" y="1"/>
                    <a:pt x="1" y="2"/>
                    <a:pt x="1" y="2"/>
                  </a:cubicBezTo>
                  <a:cubicBezTo>
                    <a:pt x="0" y="2"/>
                    <a:pt x="0" y="2"/>
                    <a:pt x="0" y="2"/>
                  </a:cubicBezTo>
                  <a:cubicBezTo>
                    <a:pt x="0" y="2"/>
                    <a:pt x="0" y="1"/>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0" name="Freeform 3245">
              <a:extLst>
                <a:ext uri="{FF2B5EF4-FFF2-40B4-BE49-F238E27FC236}">
                  <a16:creationId xmlns:a16="http://schemas.microsoft.com/office/drawing/2014/main" id="{DA5A95AC-0487-8B7E-2449-7DFD5E436E4F}"/>
                </a:ext>
              </a:extLst>
            </p:cNvPr>
            <p:cNvSpPr>
              <a:spLocks/>
            </p:cNvSpPr>
            <p:nvPr/>
          </p:nvSpPr>
          <p:spPr bwMode="auto">
            <a:xfrm rot="5094805">
              <a:off x="3205011" y="6232302"/>
              <a:ext cx="4570" cy="2286"/>
            </a:xfrm>
            <a:custGeom>
              <a:avLst/>
              <a:gdLst>
                <a:gd name="T0" fmla="*/ 2 w 2"/>
                <a:gd name="T1" fmla="*/ 0 h 1"/>
                <a:gd name="T2" fmla="*/ 1 w 2"/>
                <a:gd name="T3" fmla="*/ 1 h 1"/>
                <a:gd name="T4" fmla="*/ 0 w 2"/>
                <a:gd name="T5" fmla="*/ 1 h 1"/>
                <a:gd name="T6" fmla="*/ 1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2" y="1"/>
                    <a:pt x="1" y="1"/>
                  </a:cubicBezTo>
                  <a:cubicBezTo>
                    <a:pt x="1" y="1"/>
                    <a:pt x="0" y="1"/>
                    <a:pt x="0" y="1"/>
                  </a:cubicBezTo>
                  <a:cubicBezTo>
                    <a:pt x="0" y="1"/>
                    <a:pt x="1" y="0"/>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1" name="Freeform 3246">
              <a:extLst>
                <a:ext uri="{FF2B5EF4-FFF2-40B4-BE49-F238E27FC236}">
                  <a16:creationId xmlns:a16="http://schemas.microsoft.com/office/drawing/2014/main" id="{86BFB457-75B6-F3B9-9749-C97BF261170D}"/>
                </a:ext>
              </a:extLst>
            </p:cNvPr>
            <p:cNvSpPr>
              <a:spLocks/>
            </p:cNvSpPr>
            <p:nvPr/>
          </p:nvSpPr>
          <p:spPr bwMode="auto">
            <a:xfrm rot="5094805">
              <a:off x="3153758" y="6041980"/>
              <a:ext cx="2286" cy="4570"/>
            </a:xfrm>
            <a:custGeom>
              <a:avLst/>
              <a:gdLst>
                <a:gd name="T0" fmla="*/ 1 w 1"/>
                <a:gd name="T1" fmla="*/ 2 h 2"/>
                <a:gd name="T2" fmla="*/ 0 w 1"/>
                <a:gd name="T3" fmla="*/ 2 h 2"/>
                <a:gd name="T4" fmla="*/ 0 w 1"/>
                <a:gd name="T5" fmla="*/ 0 h 2"/>
                <a:gd name="T6" fmla="*/ 1 w 1"/>
                <a:gd name="T7" fmla="*/ 1 h 2"/>
                <a:gd name="T8" fmla="*/ 1 w 1"/>
                <a:gd name="T9" fmla="*/ 2 h 2"/>
              </a:gdLst>
              <a:ahLst/>
              <a:cxnLst>
                <a:cxn ang="0">
                  <a:pos x="T0" y="T1"/>
                </a:cxn>
                <a:cxn ang="0">
                  <a:pos x="T2" y="T3"/>
                </a:cxn>
                <a:cxn ang="0">
                  <a:pos x="T4" y="T5"/>
                </a:cxn>
                <a:cxn ang="0">
                  <a:pos x="T6" y="T7"/>
                </a:cxn>
                <a:cxn ang="0">
                  <a:pos x="T8" y="T9"/>
                </a:cxn>
              </a:cxnLst>
              <a:rect l="0" t="0" r="r" b="b"/>
              <a:pathLst>
                <a:path w="1" h="2">
                  <a:moveTo>
                    <a:pt x="1" y="2"/>
                  </a:moveTo>
                  <a:cubicBezTo>
                    <a:pt x="0" y="2"/>
                    <a:pt x="0" y="2"/>
                    <a:pt x="0" y="2"/>
                  </a:cubicBezTo>
                  <a:cubicBezTo>
                    <a:pt x="0" y="1"/>
                    <a:pt x="0" y="1"/>
                    <a:pt x="0" y="0"/>
                  </a:cubicBezTo>
                  <a:cubicBezTo>
                    <a:pt x="1" y="1"/>
                    <a:pt x="1" y="1"/>
                    <a:pt x="1" y="1"/>
                  </a:cubicBezTo>
                  <a:cubicBezTo>
                    <a:pt x="1" y="1"/>
                    <a:pt x="1"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2" name="Freeform 3247">
              <a:extLst>
                <a:ext uri="{FF2B5EF4-FFF2-40B4-BE49-F238E27FC236}">
                  <a16:creationId xmlns:a16="http://schemas.microsoft.com/office/drawing/2014/main" id="{111411DC-9051-D105-05D0-5EBFA8277C9E}"/>
                </a:ext>
              </a:extLst>
            </p:cNvPr>
            <p:cNvSpPr>
              <a:spLocks/>
            </p:cNvSpPr>
            <p:nvPr/>
          </p:nvSpPr>
          <p:spPr bwMode="auto">
            <a:xfrm rot="5094805">
              <a:off x="3123808" y="5848300"/>
              <a:ext cx="6856" cy="2286"/>
            </a:xfrm>
            <a:custGeom>
              <a:avLst/>
              <a:gdLst>
                <a:gd name="T0" fmla="*/ 2 w 3"/>
                <a:gd name="T1" fmla="*/ 0 h 1"/>
                <a:gd name="T2" fmla="*/ 2 w 3"/>
                <a:gd name="T3" fmla="*/ 1 h 1"/>
                <a:gd name="T4" fmla="*/ 2 w 3"/>
                <a:gd name="T5" fmla="*/ 1 h 1"/>
                <a:gd name="T6" fmla="*/ 0 w 3"/>
                <a:gd name="T7" fmla="*/ 0 h 1"/>
                <a:gd name="T8" fmla="*/ 2 w 3"/>
                <a:gd name="T9" fmla="*/ 0 h 1"/>
              </a:gdLst>
              <a:ahLst/>
              <a:cxnLst>
                <a:cxn ang="0">
                  <a:pos x="T0" y="T1"/>
                </a:cxn>
                <a:cxn ang="0">
                  <a:pos x="T2" y="T3"/>
                </a:cxn>
                <a:cxn ang="0">
                  <a:pos x="T4" y="T5"/>
                </a:cxn>
                <a:cxn ang="0">
                  <a:pos x="T6" y="T7"/>
                </a:cxn>
                <a:cxn ang="0">
                  <a:pos x="T8" y="T9"/>
                </a:cxn>
              </a:cxnLst>
              <a:rect l="0" t="0" r="r" b="b"/>
              <a:pathLst>
                <a:path w="3" h="1">
                  <a:moveTo>
                    <a:pt x="2" y="0"/>
                  </a:moveTo>
                  <a:cubicBezTo>
                    <a:pt x="2" y="0"/>
                    <a:pt x="2" y="0"/>
                    <a:pt x="2" y="1"/>
                  </a:cubicBezTo>
                  <a:cubicBezTo>
                    <a:pt x="3" y="1"/>
                    <a:pt x="2" y="1"/>
                    <a:pt x="2" y="1"/>
                  </a:cubicBezTo>
                  <a:cubicBezTo>
                    <a:pt x="1" y="1"/>
                    <a:pt x="1" y="1"/>
                    <a:pt x="0" y="0"/>
                  </a:cubicBezTo>
                  <a:cubicBezTo>
                    <a:pt x="0"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3" name="Freeform 3248">
              <a:extLst>
                <a:ext uri="{FF2B5EF4-FFF2-40B4-BE49-F238E27FC236}">
                  <a16:creationId xmlns:a16="http://schemas.microsoft.com/office/drawing/2014/main" id="{D720CEBD-3670-8A93-1433-4AA5205509F3}"/>
                </a:ext>
              </a:extLst>
            </p:cNvPr>
            <p:cNvSpPr>
              <a:spLocks/>
            </p:cNvSpPr>
            <p:nvPr/>
          </p:nvSpPr>
          <p:spPr bwMode="auto">
            <a:xfrm rot="5094805">
              <a:off x="3111043" y="5652257"/>
              <a:ext cx="4570" cy="4570"/>
            </a:xfrm>
            <a:custGeom>
              <a:avLst/>
              <a:gdLst>
                <a:gd name="T0" fmla="*/ 2 w 2"/>
                <a:gd name="T1" fmla="*/ 1 h 2"/>
                <a:gd name="T2" fmla="*/ 1 w 2"/>
                <a:gd name="T3" fmla="*/ 2 h 2"/>
                <a:gd name="T4" fmla="*/ 0 w 2"/>
                <a:gd name="T5" fmla="*/ 1 h 2"/>
                <a:gd name="T6" fmla="*/ 1 w 2"/>
                <a:gd name="T7" fmla="*/ 0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2"/>
                    <a:pt x="1" y="2"/>
                  </a:cubicBezTo>
                  <a:cubicBezTo>
                    <a:pt x="1" y="2"/>
                    <a:pt x="0" y="1"/>
                    <a:pt x="0" y="1"/>
                  </a:cubicBezTo>
                  <a:cubicBezTo>
                    <a:pt x="1" y="1"/>
                    <a:pt x="1" y="1"/>
                    <a:pt x="1" y="0"/>
                  </a:cubicBezTo>
                  <a:cubicBezTo>
                    <a:pt x="2" y="1"/>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4" name="Freeform 3249">
              <a:extLst>
                <a:ext uri="{FF2B5EF4-FFF2-40B4-BE49-F238E27FC236}">
                  <a16:creationId xmlns:a16="http://schemas.microsoft.com/office/drawing/2014/main" id="{A6804787-7A84-F99C-148A-0A15BC75FA3D}"/>
                </a:ext>
              </a:extLst>
            </p:cNvPr>
            <p:cNvSpPr>
              <a:spLocks/>
            </p:cNvSpPr>
            <p:nvPr/>
          </p:nvSpPr>
          <p:spPr bwMode="auto">
            <a:xfrm rot="5094805">
              <a:off x="3107373" y="5457487"/>
              <a:ext cx="6856" cy="2286"/>
            </a:xfrm>
            <a:custGeom>
              <a:avLst/>
              <a:gdLst>
                <a:gd name="T0" fmla="*/ 1 w 2"/>
                <a:gd name="T1" fmla="*/ 0 h 1"/>
                <a:gd name="T2" fmla="*/ 2 w 2"/>
                <a:gd name="T3" fmla="*/ 1 h 1"/>
                <a:gd name="T4" fmla="*/ 1 w 2"/>
                <a:gd name="T5" fmla="*/ 1 h 1"/>
                <a:gd name="T6" fmla="*/ 0 w 2"/>
                <a:gd name="T7" fmla="*/ 0 h 1"/>
                <a:gd name="T8" fmla="*/ 1 w 2"/>
                <a:gd name="T9" fmla="*/ 0 h 1"/>
              </a:gdLst>
              <a:ahLst/>
              <a:cxnLst>
                <a:cxn ang="0">
                  <a:pos x="T0" y="T1"/>
                </a:cxn>
                <a:cxn ang="0">
                  <a:pos x="T2" y="T3"/>
                </a:cxn>
                <a:cxn ang="0">
                  <a:pos x="T4" y="T5"/>
                </a:cxn>
                <a:cxn ang="0">
                  <a:pos x="T6" y="T7"/>
                </a:cxn>
                <a:cxn ang="0">
                  <a:pos x="T8" y="T9"/>
                </a:cxn>
              </a:cxnLst>
              <a:rect l="0" t="0" r="r" b="b"/>
              <a:pathLst>
                <a:path w="2" h="1">
                  <a:moveTo>
                    <a:pt x="1" y="0"/>
                  </a:moveTo>
                  <a:cubicBezTo>
                    <a:pt x="1" y="0"/>
                    <a:pt x="1" y="1"/>
                    <a:pt x="2" y="1"/>
                  </a:cubicBezTo>
                  <a:cubicBezTo>
                    <a:pt x="2" y="1"/>
                    <a:pt x="1" y="1"/>
                    <a:pt x="1" y="1"/>
                  </a:cubicBezTo>
                  <a:cubicBezTo>
                    <a:pt x="0" y="1"/>
                    <a:pt x="0"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5" name="Freeform 3250">
              <a:extLst>
                <a:ext uri="{FF2B5EF4-FFF2-40B4-BE49-F238E27FC236}">
                  <a16:creationId xmlns:a16="http://schemas.microsoft.com/office/drawing/2014/main" id="{90204B90-3F27-46C5-9EE0-DDA443BDF9C8}"/>
                </a:ext>
              </a:extLst>
            </p:cNvPr>
            <p:cNvSpPr>
              <a:spLocks/>
            </p:cNvSpPr>
            <p:nvPr/>
          </p:nvSpPr>
          <p:spPr bwMode="auto">
            <a:xfrm rot="5094805">
              <a:off x="3118303" y="5258183"/>
              <a:ext cx="4570" cy="2286"/>
            </a:xfrm>
            <a:custGeom>
              <a:avLst/>
              <a:gdLst>
                <a:gd name="T0" fmla="*/ 2 w 2"/>
                <a:gd name="T1" fmla="*/ 0 h 1"/>
                <a:gd name="T2" fmla="*/ 1 w 2"/>
                <a:gd name="T3" fmla="*/ 1 h 1"/>
                <a:gd name="T4" fmla="*/ 0 w 2"/>
                <a:gd name="T5" fmla="*/ 0 h 1"/>
                <a:gd name="T6" fmla="*/ 1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1" y="1"/>
                    <a:pt x="1" y="1"/>
                  </a:cubicBezTo>
                  <a:cubicBezTo>
                    <a:pt x="1" y="1"/>
                    <a:pt x="0" y="1"/>
                    <a:pt x="0" y="0"/>
                  </a:cubicBezTo>
                  <a:cubicBezTo>
                    <a:pt x="0" y="0"/>
                    <a:pt x="1" y="0"/>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6" name="Freeform 3251">
              <a:extLst>
                <a:ext uri="{FF2B5EF4-FFF2-40B4-BE49-F238E27FC236}">
                  <a16:creationId xmlns:a16="http://schemas.microsoft.com/office/drawing/2014/main" id="{22EE2583-0264-EDBB-AA9F-87E84940FF48}"/>
                </a:ext>
              </a:extLst>
            </p:cNvPr>
            <p:cNvSpPr>
              <a:spLocks/>
            </p:cNvSpPr>
            <p:nvPr/>
          </p:nvSpPr>
          <p:spPr bwMode="auto">
            <a:xfrm rot="5094805">
              <a:off x="3138435" y="5057964"/>
              <a:ext cx="4570" cy="4570"/>
            </a:xfrm>
            <a:custGeom>
              <a:avLst/>
              <a:gdLst>
                <a:gd name="T0" fmla="*/ 2 w 2"/>
                <a:gd name="T1" fmla="*/ 0 h 1"/>
                <a:gd name="T2" fmla="*/ 1 w 2"/>
                <a:gd name="T3" fmla="*/ 1 h 1"/>
                <a:gd name="T4" fmla="*/ 0 w 2"/>
                <a:gd name="T5" fmla="*/ 0 h 1"/>
                <a:gd name="T6" fmla="*/ 1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1" y="1"/>
                    <a:pt x="1" y="1"/>
                  </a:cubicBezTo>
                  <a:cubicBezTo>
                    <a:pt x="1" y="1"/>
                    <a:pt x="0" y="0"/>
                    <a:pt x="0" y="0"/>
                  </a:cubicBezTo>
                  <a:cubicBezTo>
                    <a:pt x="0" y="0"/>
                    <a:pt x="0" y="0"/>
                    <a:pt x="1" y="0"/>
                  </a:cubicBezTo>
                  <a:cubicBezTo>
                    <a:pt x="1"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7" name="Freeform 3252">
              <a:extLst>
                <a:ext uri="{FF2B5EF4-FFF2-40B4-BE49-F238E27FC236}">
                  <a16:creationId xmlns:a16="http://schemas.microsoft.com/office/drawing/2014/main" id="{69CE6C43-14B0-3DE0-5133-1CD150B43A89}"/>
                </a:ext>
              </a:extLst>
            </p:cNvPr>
            <p:cNvSpPr>
              <a:spLocks/>
            </p:cNvSpPr>
            <p:nvPr/>
          </p:nvSpPr>
          <p:spPr bwMode="auto">
            <a:xfrm rot="5094805">
              <a:off x="3167468" y="4856944"/>
              <a:ext cx="4570" cy="2286"/>
            </a:xfrm>
            <a:custGeom>
              <a:avLst/>
              <a:gdLst>
                <a:gd name="T0" fmla="*/ 2 w 2"/>
                <a:gd name="T1" fmla="*/ 1 h 1"/>
                <a:gd name="T2" fmla="*/ 1 w 2"/>
                <a:gd name="T3" fmla="*/ 1 h 1"/>
                <a:gd name="T4" fmla="*/ 0 w 2"/>
                <a:gd name="T5" fmla="*/ 1 h 1"/>
                <a:gd name="T6" fmla="*/ 1 w 2"/>
                <a:gd name="T7" fmla="*/ 0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1"/>
                    <a:pt x="1" y="1"/>
                    <a:pt x="1" y="1"/>
                  </a:cubicBezTo>
                  <a:cubicBezTo>
                    <a:pt x="0" y="1"/>
                    <a:pt x="0" y="1"/>
                    <a:pt x="0" y="1"/>
                  </a:cubicBezTo>
                  <a:cubicBezTo>
                    <a:pt x="0" y="0"/>
                    <a:pt x="0" y="0"/>
                    <a:pt x="1" y="0"/>
                  </a:cubicBezTo>
                  <a:cubicBezTo>
                    <a:pt x="1" y="0"/>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8" name="Freeform 3253">
              <a:extLst>
                <a:ext uri="{FF2B5EF4-FFF2-40B4-BE49-F238E27FC236}">
                  <a16:creationId xmlns:a16="http://schemas.microsoft.com/office/drawing/2014/main" id="{840382D0-CE6B-15B0-1A89-DE35D6EE8684}"/>
                </a:ext>
              </a:extLst>
            </p:cNvPr>
            <p:cNvSpPr>
              <a:spLocks/>
            </p:cNvSpPr>
            <p:nvPr/>
          </p:nvSpPr>
          <p:spPr bwMode="auto">
            <a:xfrm rot="5094805">
              <a:off x="3201051" y="4653233"/>
              <a:ext cx="4570" cy="4570"/>
            </a:xfrm>
            <a:custGeom>
              <a:avLst/>
              <a:gdLst>
                <a:gd name="T0" fmla="*/ 2 w 2"/>
                <a:gd name="T1" fmla="*/ 1 h 2"/>
                <a:gd name="T2" fmla="*/ 1 w 2"/>
                <a:gd name="T3" fmla="*/ 2 h 2"/>
                <a:gd name="T4" fmla="*/ 0 w 2"/>
                <a:gd name="T5" fmla="*/ 1 h 2"/>
                <a:gd name="T6" fmla="*/ 1 w 2"/>
                <a:gd name="T7" fmla="*/ 0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1"/>
                    <a:pt x="1" y="2"/>
                  </a:cubicBezTo>
                  <a:cubicBezTo>
                    <a:pt x="1" y="1"/>
                    <a:pt x="0" y="1"/>
                    <a:pt x="0" y="1"/>
                  </a:cubicBezTo>
                  <a:cubicBezTo>
                    <a:pt x="0" y="1"/>
                    <a:pt x="1" y="0"/>
                    <a:pt x="1" y="0"/>
                  </a:cubicBezTo>
                  <a:cubicBezTo>
                    <a:pt x="1"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9" name="Freeform 3254">
              <a:extLst>
                <a:ext uri="{FF2B5EF4-FFF2-40B4-BE49-F238E27FC236}">
                  <a16:creationId xmlns:a16="http://schemas.microsoft.com/office/drawing/2014/main" id="{3F93A703-F80A-B612-A5FC-7C21347EB80C}"/>
                </a:ext>
              </a:extLst>
            </p:cNvPr>
            <p:cNvSpPr>
              <a:spLocks/>
            </p:cNvSpPr>
            <p:nvPr/>
          </p:nvSpPr>
          <p:spPr bwMode="auto">
            <a:xfrm rot="5094805">
              <a:off x="3233498" y="4450766"/>
              <a:ext cx="4570" cy="4570"/>
            </a:xfrm>
            <a:custGeom>
              <a:avLst/>
              <a:gdLst>
                <a:gd name="T0" fmla="*/ 1 w 2"/>
                <a:gd name="T1" fmla="*/ 0 h 2"/>
                <a:gd name="T2" fmla="*/ 2 w 2"/>
                <a:gd name="T3" fmla="*/ 2 h 2"/>
                <a:gd name="T4" fmla="*/ 1 w 2"/>
                <a:gd name="T5" fmla="*/ 2 h 2"/>
                <a:gd name="T6" fmla="*/ 0 w 2"/>
                <a:gd name="T7" fmla="*/ 0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2" y="1"/>
                    <a:pt x="2" y="2"/>
                  </a:cubicBezTo>
                  <a:cubicBezTo>
                    <a:pt x="2" y="2"/>
                    <a:pt x="1" y="2"/>
                    <a:pt x="1" y="2"/>
                  </a:cubicBezTo>
                  <a:cubicBezTo>
                    <a:pt x="0" y="1"/>
                    <a:pt x="0" y="1"/>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0" name="Freeform 3255">
              <a:extLst>
                <a:ext uri="{FF2B5EF4-FFF2-40B4-BE49-F238E27FC236}">
                  <a16:creationId xmlns:a16="http://schemas.microsoft.com/office/drawing/2014/main" id="{BF8AE067-B24D-D615-35B5-58524462ED34}"/>
                </a:ext>
              </a:extLst>
            </p:cNvPr>
            <p:cNvSpPr>
              <a:spLocks/>
            </p:cNvSpPr>
            <p:nvPr/>
          </p:nvSpPr>
          <p:spPr bwMode="auto">
            <a:xfrm rot="5094805">
              <a:off x="3267082" y="4247054"/>
              <a:ext cx="4570" cy="6856"/>
            </a:xfrm>
            <a:custGeom>
              <a:avLst/>
              <a:gdLst>
                <a:gd name="T0" fmla="*/ 1 w 2"/>
                <a:gd name="T1" fmla="*/ 0 h 3"/>
                <a:gd name="T2" fmla="*/ 2 w 2"/>
                <a:gd name="T3" fmla="*/ 2 h 3"/>
                <a:gd name="T4" fmla="*/ 2 w 2"/>
                <a:gd name="T5" fmla="*/ 3 h 3"/>
                <a:gd name="T6" fmla="*/ 0 w 2"/>
                <a:gd name="T7" fmla="*/ 0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2" y="1"/>
                    <a:pt x="2" y="1"/>
                    <a:pt x="2" y="2"/>
                  </a:cubicBezTo>
                  <a:cubicBezTo>
                    <a:pt x="2" y="3"/>
                    <a:pt x="2" y="3"/>
                    <a:pt x="2" y="3"/>
                  </a:cubicBezTo>
                  <a:cubicBezTo>
                    <a:pt x="1" y="2"/>
                    <a:pt x="1" y="1"/>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1" name="Freeform 3256">
              <a:extLst>
                <a:ext uri="{FF2B5EF4-FFF2-40B4-BE49-F238E27FC236}">
                  <a16:creationId xmlns:a16="http://schemas.microsoft.com/office/drawing/2014/main" id="{B95219CF-CD63-D47A-5CA6-E2DBC3F0D0AB}"/>
                </a:ext>
              </a:extLst>
            </p:cNvPr>
            <p:cNvSpPr>
              <a:spLocks/>
            </p:cNvSpPr>
            <p:nvPr/>
          </p:nvSpPr>
          <p:spPr bwMode="auto">
            <a:xfrm rot="5094805">
              <a:off x="3297253" y="4042506"/>
              <a:ext cx="4570" cy="11426"/>
            </a:xfrm>
            <a:custGeom>
              <a:avLst/>
              <a:gdLst>
                <a:gd name="T0" fmla="*/ 1 w 2"/>
                <a:gd name="T1" fmla="*/ 0 h 4"/>
                <a:gd name="T2" fmla="*/ 2 w 2"/>
                <a:gd name="T3" fmla="*/ 3 h 4"/>
                <a:gd name="T4" fmla="*/ 1 w 2"/>
                <a:gd name="T5" fmla="*/ 4 h 4"/>
                <a:gd name="T6" fmla="*/ 0 w 2"/>
                <a:gd name="T7" fmla="*/ 1 h 4"/>
                <a:gd name="T8" fmla="*/ 1 w 2"/>
                <a:gd name="T9" fmla="*/ 0 h 4"/>
              </a:gdLst>
              <a:ahLst/>
              <a:cxnLst>
                <a:cxn ang="0">
                  <a:pos x="T0" y="T1"/>
                </a:cxn>
                <a:cxn ang="0">
                  <a:pos x="T2" y="T3"/>
                </a:cxn>
                <a:cxn ang="0">
                  <a:pos x="T4" y="T5"/>
                </a:cxn>
                <a:cxn ang="0">
                  <a:pos x="T6" y="T7"/>
                </a:cxn>
                <a:cxn ang="0">
                  <a:pos x="T8" y="T9"/>
                </a:cxn>
              </a:cxnLst>
              <a:rect l="0" t="0" r="r" b="b"/>
              <a:pathLst>
                <a:path w="2" h="4">
                  <a:moveTo>
                    <a:pt x="1" y="0"/>
                  </a:moveTo>
                  <a:cubicBezTo>
                    <a:pt x="1" y="1"/>
                    <a:pt x="2" y="2"/>
                    <a:pt x="2" y="3"/>
                  </a:cubicBezTo>
                  <a:cubicBezTo>
                    <a:pt x="2" y="4"/>
                    <a:pt x="2" y="4"/>
                    <a:pt x="1" y="4"/>
                  </a:cubicBezTo>
                  <a:cubicBezTo>
                    <a:pt x="1" y="3"/>
                    <a:pt x="0" y="2"/>
                    <a:pt x="0" y="1"/>
                  </a:cubicBezTo>
                  <a:cubicBezTo>
                    <a:pt x="0"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2" name="Freeform 3257">
              <a:extLst>
                <a:ext uri="{FF2B5EF4-FFF2-40B4-BE49-F238E27FC236}">
                  <a16:creationId xmlns:a16="http://schemas.microsoft.com/office/drawing/2014/main" id="{42CC5F57-0D86-9BA7-82E6-75E08A9F8C0B}"/>
                </a:ext>
              </a:extLst>
            </p:cNvPr>
            <p:cNvSpPr>
              <a:spLocks/>
            </p:cNvSpPr>
            <p:nvPr/>
          </p:nvSpPr>
          <p:spPr bwMode="auto">
            <a:xfrm rot="5094805">
              <a:off x="3323073" y="3842923"/>
              <a:ext cx="4570" cy="11426"/>
            </a:xfrm>
            <a:custGeom>
              <a:avLst/>
              <a:gdLst>
                <a:gd name="T0" fmla="*/ 1 w 2"/>
                <a:gd name="T1" fmla="*/ 0 h 5"/>
                <a:gd name="T2" fmla="*/ 2 w 2"/>
                <a:gd name="T3" fmla="*/ 4 h 5"/>
                <a:gd name="T4" fmla="*/ 1 w 2"/>
                <a:gd name="T5" fmla="*/ 5 h 5"/>
                <a:gd name="T6" fmla="*/ 0 w 2"/>
                <a:gd name="T7" fmla="*/ 1 h 5"/>
                <a:gd name="T8" fmla="*/ 1 w 2"/>
                <a:gd name="T9" fmla="*/ 0 h 5"/>
              </a:gdLst>
              <a:ahLst/>
              <a:cxnLst>
                <a:cxn ang="0">
                  <a:pos x="T0" y="T1"/>
                </a:cxn>
                <a:cxn ang="0">
                  <a:pos x="T2" y="T3"/>
                </a:cxn>
                <a:cxn ang="0">
                  <a:pos x="T4" y="T5"/>
                </a:cxn>
                <a:cxn ang="0">
                  <a:pos x="T6" y="T7"/>
                </a:cxn>
                <a:cxn ang="0">
                  <a:pos x="T8" y="T9"/>
                </a:cxn>
              </a:cxnLst>
              <a:rect l="0" t="0" r="r" b="b"/>
              <a:pathLst>
                <a:path w="2" h="5">
                  <a:moveTo>
                    <a:pt x="1" y="0"/>
                  </a:moveTo>
                  <a:cubicBezTo>
                    <a:pt x="1" y="1"/>
                    <a:pt x="2" y="3"/>
                    <a:pt x="2" y="4"/>
                  </a:cubicBezTo>
                  <a:cubicBezTo>
                    <a:pt x="2" y="4"/>
                    <a:pt x="1" y="5"/>
                    <a:pt x="1" y="5"/>
                  </a:cubicBezTo>
                  <a:cubicBezTo>
                    <a:pt x="1" y="4"/>
                    <a:pt x="0" y="2"/>
                    <a:pt x="0" y="1"/>
                  </a:cubicBezTo>
                  <a:cubicBezTo>
                    <a:pt x="0" y="1"/>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3" name="Freeform 3258">
              <a:extLst>
                <a:ext uri="{FF2B5EF4-FFF2-40B4-BE49-F238E27FC236}">
                  <a16:creationId xmlns:a16="http://schemas.microsoft.com/office/drawing/2014/main" id="{E55BEBFC-01E2-BA26-D14E-8EC2FFB7EE40}"/>
                </a:ext>
              </a:extLst>
            </p:cNvPr>
            <p:cNvSpPr>
              <a:spLocks/>
            </p:cNvSpPr>
            <p:nvPr/>
          </p:nvSpPr>
          <p:spPr bwMode="auto">
            <a:xfrm rot="5094805">
              <a:off x="3416670" y="6598759"/>
              <a:ext cx="6856" cy="4570"/>
            </a:xfrm>
            <a:custGeom>
              <a:avLst/>
              <a:gdLst>
                <a:gd name="T0" fmla="*/ 2 w 2"/>
                <a:gd name="T1" fmla="*/ 0 h 2"/>
                <a:gd name="T2" fmla="*/ 1 w 2"/>
                <a:gd name="T3" fmla="*/ 2 h 2"/>
                <a:gd name="T4" fmla="*/ 0 w 2"/>
                <a:gd name="T5" fmla="*/ 2 h 2"/>
                <a:gd name="T6" fmla="*/ 1 w 2"/>
                <a:gd name="T7" fmla="*/ 0 h 2"/>
                <a:gd name="T8" fmla="*/ 2 w 2"/>
                <a:gd name="T9" fmla="*/ 0 h 2"/>
              </a:gdLst>
              <a:ahLst/>
              <a:cxnLst>
                <a:cxn ang="0">
                  <a:pos x="T0" y="T1"/>
                </a:cxn>
                <a:cxn ang="0">
                  <a:pos x="T2" y="T3"/>
                </a:cxn>
                <a:cxn ang="0">
                  <a:pos x="T4" y="T5"/>
                </a:cxn>
                <a:cxn ang="0">
                  <a:pos x="T6" y="T7"/>
                </a:cxn>
                <a:cxn ang="0">
                  <a:pos x="T8" y="T9"/>
                </a:cxn>
              </a:cxnLst>
              <a:rect l="0" t="0" r="r" b="b"/>
              <a:pathLst>
                <a:path w="2" h="2">
                  <a:moveTo>
                    <a:pt x="2" y="0"/>
                  </a:moveTo>
                  <a:cubicBezTo>
                    <a:pt x="2" y="1"/>
                    <a:pt x="2" y="2"/>
                    <a:pt x="1" y="2"/>
                  </a:cubicBezTo>
                  <a:cubicBezTo>
                    <a:pt x="1" y="2"/>
                    <a:pt x="0" y="2"/>
                    <a:pt x="0" y="2"/>
                  </a:cubicBezTo>
                  <a:cubicBezTo>
                    <a:pt x="0" y="2"/>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4" name="Freeform 3259">
              <a:extLst>
                <a:ext uri="{FF2B5EF4-FFF2-40B4-BE49-F238E27FC236}">
                  <a16:creationId xmlns:a16="http://schemas.microsoft.com/office/drawing/2014/main" id="{87A9780C-C4A2-D221-7B3D-1C1CD6CA0490}"/>
                </a:ext>
              </a:extLst>
            </p:cNvPr>
            <p:cNvSpPr>
              <a:spLocks/>
            </p:cNvSpPr>
            <p:nvPr/>
          </p:nvSpPr>
          <p:spPr bwMode="auto">
            <a:xfrm rot="5094805">
              <a:off x="3571287" y="6774362"/>
              <a:ext cx="4570" cy="9140"/>
            </a:xfrm>
            <a:custGeom>
              <a:avLst/>
              <a:gdLst>
                <a:gd name="T0" fmla="*/ 2 w 2"/>
                <a:gd name="T1" fmla="*/ 0 h 3"/>
                <a:gd name="T2" fmla="*/ 2 w 2"/>
                <a:gd name="T3" fmla="*/ 3 h 3"/>
                <a:gd name="T4" fmla="*/ 1 w 2"/>
                <a:gd name="T5" fmla="*/ 3 h 3"/>
                <a:gd name="T6" fmla="*/ 1 w 2"/>
                <a:gd name="T7" fmla="*/ 0 h 3"/>
                <a:gd name="T8" fmla="*/ 2 w 2"/>
                <a:gd name="T9" fmla="*/ 0 h 3"/>
              </a:gdLst>
              <a:ahLst/>
              <a:cxnLst>
                <a:cxn ang="0">
                  <a:pos x="T0" y="T1"/>
                </a:cxn>
                <a:cxn ang="0">
                  <a:pos x="T2" y="T3"/>
                </a:cxn>
                <a:cxn ang="0">
                  <a:pos x="T4" y="T5"/>
                </a:cxn>
                <a:cxn ang="0">
                  <a:pos x="T6" y="T7"/>
                </a:cxn>
                <a:cxn ang="0">
                  <a:pos x="T8" y="T9"/>
                </a:cxn>
              </a:cxnLst>
              <a:rect l="0" t="0" r="r" b="b"/>
              <a:pathLst>
                <a:path w="2" h="3">
                  <a:moveTo>
                    <a:pt x="2" y="0"/>
                  </a:moveTo>
                  <a:cubicBezTo>
                    <a:pt x="2" y="1"/>
                    <a:pt x="2" y="2"/>
                    <a:pt x="2" y="3"/>
                  </a:cubicBezTo>
                  <a:cubicBezTo>
                    <a:pt x="1" y="3"/>
                    <a:pt x="0" y="3"/>
                    <a:pt x="1" y="3"/>
                  </a:cubicBezTo>
                  <a:cubicBezTo>
                    <a:pt x="1" y="2"/>
                    <a:pt x="1" y="1"/>
                    <a:pt x="1" y="0"/>
                  </a:cubicBezTo>
                  <a:cubicBezTo>
                    <a:pt x="2"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5" name="Freeform 3280">
              <a:extLst>
                <a:ext uri="{FF2B5EF4-FFF2-40B4-BE49-F238E27FC236}">
                  <a16:creationId xmlns:a16="http://schemas.microsoft.com/office/drawing/2014/main" id="{C19F6204-EBC9-A773-300B-AAE8BBA07C8F}"/>
                </a:ext>
              </a:extLst>
            </p:cNvPr>
            <p:cNvSpPr>
              <a:spLocks/>
            </p:cNvSpPr>
            <p:nvPr/>
          </p:nvSpPr>
          <p:spPr bwMode="auto">
            <a:xfrm rot="5094805">
              <a:off x="2146351" y="71920"/>
              <a:ext cx="4570" cy="4570"/>
            </a:xfrm>
            <a:custGeom>
              <a:avLst/>
              <a:gdLst>
                <a:gd name="T0" fmla="*/ 2 w 2"/>
                <a:gd name="T1" fmla="*/ 0 h 2"/>
                <a:gd name="T2" fmla="*/ 1 w 2"/>
                <a:gd name="T3" fmla="*/ 2 h 2"/>
                <a:gd name="T4" fmla="*/ 0 w 2"/>
                <a:gd name="T5" fmla="*/ 2 h 2"/>
                <a:gd name="T6" fmla="*/ 1 w 2"/>
                <a:gd name="T7" fmla="*/ 0 h 2"/>
                <a:gd name="T8" fmla="*/ 2 w 2"/>
                <a:gd name="T9" fmla="*/ 0 h 2"/>
              </a:gdLst>
              <a:ahLst/>
              <a:cxnLst>
                <a:cxn ang="0">
                  <a:pos x="T0" y="T1"/>
                </a:cxn>
                <a:cxn ang="0">
                  <a:pos x="T2" y="T3"/>
                </a:cxn>
                <a:cxn ang="0">
                  <a:pos x="T4" y="T5"/>
                </a:cxn>
                <a:cxn ang="0">
                  <a:pos x="T6" y="T7"/>
                </a:cxn>
                <a:cxn ang="0">
                  <a:pos x="T8" y="T9"/>
                </a:cxn>
              </a:cxnLst>
              <a:rect l="0" t="0" r="r" b="b"/>
              <a:pathLst>
                <a:path w="2" h="2">
                  <a:moveTo>
                    <a:pt x="2" y="0"/>
                  </a:moveTo>
                  <a:cubicBezTo>
                    <a:pt x="2" y="1"/>
                    <a:pt x="1" y="1"/>
                    <a:pt x="1" y="2"/>
                  </a:cubicBezTo>
                  <a:cubicBezTo>
                    <a:pt x="1" y="2"/>
                    <a:pt x="0" y="2"/>
                    <a:pt x="0" y="2"/>
                  </a:cubicBezTo>
                  <a:cubicBezTo>
                    <a:pt x="0" y="1"/>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6" name="Freeform 3281">
              <a:extLst>
                <a:ext uri="{FF2B5EF4-FFF2-40B4-BE49-F238E27FC236}">
                  <a16:creationId xmlns:a16="http://schemas.microsoft.com/office/drawing/2014/main" id="{3A31A743-3F56-E097-18C5-9262176CECA5}"/>
                </a:ext>
              </a:extLst>
            </p:cNvPr>
            <p:cNvSpPr>
              <a:spLocks/>
            </p:cNvSpPr>
            <p:nvPr/>
          </p:nvSpPr>
          <p:spPr bwMode="auto">
            <a:xfrm rot="5094805">
              <a:off x="2283590" y="247813"/>
              <a:ext cx="4570" cy="4570"/>
            </a:xfrm>
            <a:custGeom>
              <a:avLst/>
              <a:gdLst>
                <a:gd name="T0" fmla="*/ 1 w 2"/>
                <a:gd name="T1" fmla="*/ 0 h 2"/>
                <a:gd name="T2" fmla="*/ 2 w 2"/>
                <a:gd name="T3" fmla="*/ 1 h 2"/>
                <a:gd name="T4" fmla="*/ 1 w 2"/>
                <a:gd name="T5" fmla="*/ 2 h 2"/>
                <a:gd name="T6" fmla="*/ 0 w 2"/>
                <a:gd name="T7" fmla="*/ 2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1"/>
                    <a:pt x="2" y="1"/>
                    <a:pt x="2" y="1"/>
                  </a:cubicBezTo>
                  <a:cubicBezTo>
                    <a:pt x="2" y="1"/>
                    <a:pt x="1" y="2"/>
                    <a:pt x="1" y="2"/>
                  </a:cubicBezTo>
                  <a:cubicBezTo>
                    <a:pt x="1" y="2"/>
                    <a:pt x="0" y="2"/>
                    <a:pt x="0" y="2"/>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7" name="Freeform 3282">
              <a:extLst>
                <a:ext uri="{FF2B5EF4-FFF2-40B4-BE49-F238E27FC236}">
                  <a16:creationId xmlns:a16="http://schemas.microsoft.com/office/drawing/2014/main" id="{079F34A5-290C-BED1-5D15-D6242F566C00}"/>
                </a:ext>
              </a:extLst>
            </p:cNvPr>
            <p:cNvSpPr>
              <a:spLocks/>
            </p:cNvSpPr>
            <p:nvPr/>
          </p:nvSpPr>
          <p:spPr bwMode="auto">
            <a:xfrm rot="5094805">
              <a:off x="2414001" y="424313"/>
              <a:ext cx="4570" cy="4570"/>
            </a:xfrm>
            <a:custGeom>
              <a:avLst/>
              <a:gdLst>
                <a:gd name="T0" fmla="*/ 2 w 2"/>
                <a:gd name="T1" fmla="*/ 1 h 2"/>
                <a:gd name="T2" fmla="*/ 1 w 2"/>
                <a:gd name="T3" fmla="*/ 2 h 2"/>
                <a:gd name="T4" fmla="*/ 0 w 2"/>
                <a:gd name="T5" fmla="*/ 1 h 2"/>
                <a:gd name="T6" fmla="*/ 1 w 2"/>
                <a:gd name="T7" fmla="*/ 0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2"/>
                    <a:pt x="1" y="2"/>
                  </a:cubicBezTo>
                  <a:cubicBezTo>
                    <a:pt x="1" y="2"/>
                    <a:pt x="0" y="1"/>
                    <a:pt x="0" y="1"/>
                  </a:cubicBezTo>
                  <a:cubicBezTo>
                    <a:pt x="0" y="1"/>
                    <a:pt x="1" y="0"/>
                    <a:pt x="1" y="0"/>
                  </a:cubicBezTo>
                  <a:cubicBezTo>
                    <a:pt x="1" y="0"/>
                    <a:pt x="2"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8" name="Freeform 3283">
              <a:extLst>
                <a:ext uri="{FF2B5EF4-FFF2-40B4-BE49-F238E27FC236}">
                  <a16:creationId xmlns:a16="http://schemas.microsoft.com/office/drawing/2014/main" id="{80F7CF6B-9611-E0EF-E397-A79DEC024FC0}"/>
                </a:ext>
              </a:extLst>
            </p:cNvPr>
            <p:cNvSpPr>
              <a:spLocks/>
            </p:cNvSpPr>
            <p:nvPr/>
          </p:nvSpPr>
          <p:spPr bwMode="auto">
            <a:xfrm rot="5094805">
              <a:off x="2545549" y="599570"/>
              <a:ext cx="4570" cy="6856"/>
            </a:xfrm>
            <a:custGeom>
              <a:avLst/>
              <a:gdLst>
                <a:gd name="T0" fmla="*/ 1 w 2"/>
                <a:gd name="T1" fmla="*/ 0 h 3"/>
                <a:gd name="T2" fmla="*/ 2 w 2"/>
                <a:gd name="T3" fmla="*/ 2 h 3"/>
                <a:gd name="T4" fmla="*/ 1 w 2"/>
                <a:gd name="T5" fmla="*/ 3 h 3"/>
                <a:gd name="T6" fmla="*/ 0 w 2"/>
                <a:gd name="T7" fmla="*/ 1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1" y="1"/>
                    <a:pt x="2" y="1"/>
                    <a:pt x="2" y="2"/>
                  </a:cubicBezTo>
                  <a:cubicBezTo>
                    <a:pt x="2" y="2"/>
                    <a:pt x="1" y="2"/>
                    <a:pt x="1" y="3"/>
                  </a:cubicBezTo>
                  <a:cubicBezTo>
                    <a:pt x="1" y="2"/>
                    <a:pt x="0" y="2"/>
                    <a:pt x="0" y="1"/>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9" name="Freeform 3284">
              <a:extLst>
                <a:ext uri="{FF2B5EF4-FFF2-40B4-BE49-F238E27FC236}">
                  <a16:creationId xmlns:a16="http://schemas.microsoft.com/office/drawing/2014/main" id="{DFAB3700-E697-9635-3E6C-ED2889A99946}"/>
                </a:ext>
              </a:extLst>
            </p:cNvPr>
            <p:cNvSpPr>
              <a:spLocks/>
            </p:cNvSpPr>
            <p:nvPr/>
          </p:nvSpPr>
          <p:spPr bwMode="auto">
            <a:xfrm rot="5094805">
              <a:off x="2672644" y="777412"/>
              <a:ext cx="6856" cy="6856"/>
            </a:xfrm>
            <a:custGeom>
              <a:avLst/>
              <a:gdLst>
                <a:gd name="T0" fmla="*/ 1 w 2"/>
                <a:gd name="T1" fmla="*/ 0 h 3"/>
                <a:gd name="T2" fmla="*/ 2 w 2"/>
                <a:gd name="T3" fmla="*/ 2 h 3"/>
                <a:gd name="T4" fmla="*/ 1 w 2"/>
                <a:gd name="T5" fmla="*/ 3 h 3"/>
                <a:gd name="T6" fmla="*/ 0 w 2"/>
                <a:gd name="T7" fmla="*/ 1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2" y="1"/>
                    <a:pt x="2" y="1"/>
                    <a:pt x="2" y="2"/>
                  </a:cubicBezTo>
                  <a:cubicBezTo>
                    <a:pt x="2" y="2"/>
                    <a:pt x="2" y="3"/>
                    <a:pt x="1" y="3"/>
                  </a:cubicBezTo>
                  <a:cubicBezTo>
                    <a:pt x="1" y="2"/>
                    <a:pt x="1" y="2"/>
                    <a:pt x="0" y="1"/>
                  </a:cubicBezTo>
                  <a:cubicBezTo>
                    <a:pt x="0"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0" name="Freeform 3285">
              <a:extLst>
                <a:ext uri="{FF2B5EF4-FFF2-40B4-BE49-F238E27FC236}">
                  <a16:creationId xmlns:a16="http://schemas.microsoft.com/office/drawing/2014/main" id="{A8EF06EE-3DE7-4F6B-E7FA-AA64CD6CF326}"/>
                </a:ext>
              </a:extLst>
            </p:cNvPr>
            <p:cNvSpPr>
              <a:spLocks/>
            </p:cNvSpPr>
            <p:nvPr/>
          </p:nvSpPr>
          <p:spPr bwMode="auto">
            <a:xfrm rot="5094805">
              <a:off x="2796535" y="956893"/>
              <a:ext cx="4570" cy="9140"/>
            </a:xfrm>
            <a:custGeom>
              <a:avLst/>
              <a:gdLst>
                <a:gd name="T0" fmla="*/ 2 w 2"/>
                <a:gd name="T1" fmla="*/ 1 h 4"/>
                <a:gd name="T2" fmla="*/ 1 w 2"/>
                <a:gd name="T3" fmla="*/ 4 h 4"/>
                <a:gd name="T4" fmla="*/ 0 w 2"/>
                <a:gd name="T5" fmla="*/ 3 h 4"/>
                <a:gd name="T6" fmla="*/ 0 w 2"/>
                <a:gd name="T7" fmla="*/ 0 h 4"/>
                <a:gd name="T8" fmla="*/ 2 w 2"/>
                <a:gd name="T9" fmla="*/ 1 h 4"/>
              </a:gdLst>
              <a:ahLst/>
              <a:cxnLst>
                <a:cxn ang="0">
                  <a:pos x="T0" y="T1"/>
                </a:cxn>
                <a:cxn ang="0">
                  <a:pos x="T2" y="T3"/>
                </a:cxn>
                <a:cxn ang="0">
                  <a:pos x="T4" y="T5"/>
                </a:cxn>
                <a:cxn ang="0">
                  <a:pos x="T6" y="T7"/>
                </a:cxn>
                <a:cxn ang="0">
                  <a:pos x="T8" y="T9"/>
                </a:cxn>
              </a:cxnLst>
              <a:rect l="0" t="0" r="r" b="b"/>
              <a:pathLst>
                <a:path w="2" h="4">
                  <a:moveTo>
                    <a:pt x="2" y="1"/>
                  </a:moveTo>
                  <a:cubicBezTo>
                    <a:pt x="1" y="2"/>
                    <a:pt x="1" y="3"/>
                    <a:pt x="1" y="4"/>
                  </a:cubicBezTo>
                  <a:cubicBezTo>
                    <a:pt x="0" y="4"/>
                    <a:pt x="0" y="3"/>
                    <a:pt x="0" y="3"/>
                  </a:cubicBezTo>
                  <a:cubicBezTo>
                    <a:pt x="0" y="2"/>
                    <a:pt x="0" y="1"/>
                    <a:pt x="0" y="0"/>
                  </a:cubicBezTo>
                  <a:cubicBezTo>
                    <a:pt x="1" y="1"/>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1" name="Freeform 3286">
              <a:extLst>
                <a:ext uri="{FF2B5EF4-FFF2-40B4-BE49-F238E27FC236}">
                  <a16:creationId xmlns:a16="http://schemas.microsoft.com/office/drawing/2014/main" id="{C3EA0AD6-96EC-C6A8-7981-B2536EA6161E}"/>
                </a:ext>
              </a:extLst>
            </p:cNvPr>
            <p:cNvSpPr>
              <a:spLocks/>
            </p:cNvSpPr>
            <p:nvPr/>
          </p:nvSpPr>
          <p:spPr bwMode="auto">
            <a:xfrm rot="5094805">
              <a:off x="2915567" y="1134407"/>
              <a:ext cx="4570" cy="9140"/>
            </a:xfrm>
            <a:custGeom>
              <a:avLst/>
              <a:gdLst>
                <a:gd name="T0" fmla="*/ 2 w 2"/>
                <a:gd name="T1" fmla="*/ 0 h 3"/>
                <a:gd name="T2" fmla="*/ 1 w 2"/>
                <a:gd name="T3" fmla="*/ 3 h 3"/>
                <a:gd name="T4" fmla="*/ 0 w 2"/>
                <a:gd name="T5" fmla="*/ 3 h 3"/>
                <a:gd name="T6" fmla="*/ 1 w 2"/>
                <a:gd name="T7" fmla="*/ 0 h 3"/>
                <a:gd name="T8" fmla="*/ 2 w 2"/>
                <a:gd name="T9" fmla="*/ 0 h 3"/>
              </a:gdLst>
              <a:ahLst/>
              <a:cxnLst>
                <a:cxn ang="0">
                  <a:pos x="T0" y="T1"/>
                </a:cxn>
                <a:cxn ang="0">
                  <a:pos x="T2" y="T3"/>
                </a:cxn>
                <a:cxn ang="0">
                  <a:pos x="T4" y="T5"/>
                </a:cxn>
                <a:cxn ang="0">
                  <a:pos x="T6" y="T7"/>
                </a:cxn>
                <a:cxn ang="0">
                  <a:pos x="T8" y="T9"/>
                </a:cxn>
              </a:cxnLst>
              <a:rect l="0" t="0" r="r" b="b"/>
              <a:pathLst>
                <a:path w="2" h="3">
                  <a:moveTo>
                    <a:pt x="2" y="0"/>
                  </a:moveTo>
                  <a:cubicBezTo>
                    <a:pt x="2" y="1"/>
                    <a:pt x="1" y="2"/>
                    <a:pt x="1" y="3"/>
                  </a:cubicBezTo>
                  <a:cubicBezTo>
                    <a:pt x="1" y="3"/>
                    <a:pt x="0" y="3"/>
                    <a:pt x="0" y="3"/>
                  </a:cubicBezTo>
                  <a:cubicBezTo>
                    <a:pt x="0" y="2"/>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2" name="Freeform 3287">
              <a:extLst>
                <a:ext uri="{FF2B5EF4-FFF2-40B4-BE49-F238E27FC236}">
                  <a16:creationId xmlns:a16="http://schemas.microsoft.com/office/drawing/2014/main" id="{4C4CFBB1-DAF0-C63E-F6BE-944006A1FCCD}"/>
                </a:ext>
              </a:extLst>
            </p:cNvPr>
            <p:cNvSpPr>
              <a:spLocks/>
            </p:cNvSpPr>
            <p:nvPr/>
          </p:nvSpPr>
          <p:spPr bwMode="auto">
            <a:xfrm rot="5094805">
              <a:off x="3029111" y="1315846"/>
              <a:ext cx="4570" cy="6856"/>
            </a:xfrm>
            <a:custGeom>
              <a:avLst/>
              <a:gdLst>
                <a:gd name="T0" fmla="*/ 2 w 2"/>
                <a:gd name="T1" fmla="*/ 2 h 3"/>
                <a:gd name="T2" fmla="*/ 1 w 2"/>
                <a:gd name="T3" fmla="*/ 3 h 3"/>
                <a:gd name="T4" fmla="*/ 0 w 2"/>
                <a:gd name="T5" fmla="*/ 1 h 3"/>
                <a:gd name="T6" fmla="*/ 1 w 2"/>
                <a:gd name="T7" fmla="*/ 0 h 3"/>
                <a:gd name="T8" fmla="*/ 2 w 2"/>
                <a:gd name="T9" fmla="*/ 2 h 3"/>
              </a:gdLst>
              <a:ahLst/>
              <a:cxnLst>
                <a:cxn ang="0">
                  <a:pos x="T0" y="T1"/>
                </a:cxn>
                <a:cxn ang="0">
                  <a:pos x="T2" y="T3"/>
                </a:cxn>
                <a:cxn ang="0">
                  <a:pos x="T4" y="T5"/>
                </a:cxn>
                <a:cxn ang="0">
                  <a:pos x="T6" y="T7"/>
                </a:cxn>
                <a:cxn ang="0">
                  <a:pos x="T8" y="T9"/>
                </a:cxn>
              </a:cxnLst>
              <a:rect l="0" t="0" r="r" b="b"/>
              <a:pathLst>
                <a:path w="2" h="3">
                  <a:moveTo>
                    <a:pt x="2" y="2"/>
                  </a:moveTo>
                  <a:cubicBezTo>
                    <a:pt x="2" y="2"/>
                    <a:pt x="1" y="3"/>
                    <a:pt x="1" y="3"/>
                  </a:cubicBezTo>
                  <a:cubicBezTo>
                    <a:pt x="1" y="3"/>
                    <a:pt x="0" y="2"/>
                    <a:pt x="0" y="1"/>
                  </a:cubicBezTo>
                  <a:cubicBezTo>
                    <a:pt x="0" y="1"/>
                    <a:pt x="0" y="0"/>
                    <a:pt x="1" y="0"/>
                  </a:cubicBezTo>
                  <a:cubicBezTo>
                    <a:pt x="1" y="0"/>
                    <a:pt x="1"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3" name="Freeform 3288">
              <a:extLst>
                <a:ext uri="{FF2B5EF4-FFF2-40B4-BE49-F238E27FC236}">
                  <a16:creationId xmlns:a16="http://schemas.microsoft.com/office/drawing/2014/main" id="{D1C23122-C100-5DAA-5167-DA681250E816}"/>
                </a:ext>
              </a:extLst>
            </p:cNvPr>
            <p:cNvSpPr>
              <a:spLocks/>
            </p:cNvSpPr>
            <p:nvPr/>
          </p:nvSpPr>
          <p:spPr bwMode="auto">
            <a:xfrm rot="5094805">
              <a:off x="3132412" y="1494768"/>
              <a:ext cx="4570" cy="11426"/>
            </a:xfrm>
            <a:custGeom>
              <a:avLst/>
              <a:gdLst>
                <a:gd name="T0" fmla="*/ 2 w 2"/>
                <a:gd name="T1" fmla="*/ 0 h 4"/>
                <a:gd name="T2" fmla="*/ 1 w 2"/>
                <a:gd name="T3" fmla="*/ 4 h 4"/>
                <a:gd name="T4" fmla="*/ 0 w 2"/>
                <a:gd name="T5" fmla="*/ 3 h 4"/>
                <a:gd name="T6" fmla="*/ 1 w 2"/>
                <a:gd name="T7" fmla="*/ 0 h 4"/>
                <a:gd name="T8" fmla="*/ 2 w 2"/>
                <a:gd name="T9" fmla="*/ 0 h 4"/>
              </a:gdLst>
              <a:ahLst/>
              <a:cxnLst>
                <a:cxn ang="0">
                  <a:pos x="T0" y="T1"/>
                </a:cxn>
                <a:cxn ang="0">
                  <a:pos x="T2" y="T3"/>
                </a:cxn>
                <a:cxn ang="0">
                  <a:pos x="T4" y="T5"/>
                </a:cxn>
                <a:cxn ang="0">
                  <a:pos x="T6" y="T7"/>
                </a:cxn>
                <a:cxn ang="0">
                  <a:pos x="T8" y="T9"/>
                </a:cxn>
              </a:cxnLst>
              <a:rect l="0" t="0" r="r" b="b"/>
              <a:pathLst>
                <a:path w="2" h="4">
                  <a:moveTo>
                    <a:pt x="2" y="0"/>
                  </a:moveTo>
                  <a:cubicBezTo>
                    <a:pt x="2" y="1"/>
                    <a:pt x="1" y="3"/>
                    <a:pt x="1" y="4"/>
                  </a:cubicBezTo>
                  <a:cubicBezTo>
                    <a:pt x="1" y="3"/>
                    <a:pt x="0" y="3"/>
                    <a:pt x="0" y="3"/>
                  </a:cubicBezTo>
                  <a:cubicBezTo>
                    <a:pt x="0" y="2"/>
                    <a:pt x="0" y="1"/>
                    <a:pt x="1" y="0"/>
                  </a:cubicBezTo>
                  <a:cubicBezTo>
                    <a:pt x="1"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4" name="Freeform 3289">
              <a:extLst>
                <a:ext uri="{FF2B5EF4-FFF2-40B4-BE49-F238E27FC236}">
                  <a16:creationId xmlns:a16="http://schemas.microsoft.com/office/drawing/2014/main" id="{4970D122-6ACA-2668-312A-2AA9CED45E99}"/>
                </a:ext>
              </a:extLst>
            </p:cNvPr>
            <p:cNvSpPr>
              <a:spLocks/>
            </p:cNvSpPr>
            <p:nvPr/>
          </p:nvSpPr>
          <p:spPr bwMode="auto">
            <a:xfrm rot="5094805">
              <a:off x="3227749" y="1677828"/>
              <a:ext cx="4570" cy="9140"/>
            </a:xfrm>
            <a:custGeom>
              <a:avLst/>
              <a:gdLst>
                <a:gd name="T0" fmla="*/ 2 w 2"/>
                <a:gd name="T1" fmla="*/ 0 h 4"/>
                <a:gd name="T2" fmla="*/ 1 w 2"/>
                <a:gd name="T3" fmla="*/ 4 h 4"/>
                <a:gd name="T4" fmla="*/ 0 w 2"/>
                <a:gd name="T5" fmla="*/ 3 h 4"/>
                <a:gd name="T6" fmla="*/ 1 w 2"/>
                <a:gd name="T7" fmla="*/ 0 h 4"/>
                <a:gd name="T8" fmla="*/ 2 w 2"/>
                <a:gd name="T9" fmla="*/ 0 h 4"/>
              </a:gdLst>
              <a:ahLst/>
              <a:cxnLst>
                <a:cxn ang="0">
                  <a:pos x="T0" y="T1"/>
                </a:cxn>
                <a:cxn ang="0">
                  <a:pos x="T2" y="T3"/>
                </a:cxn>
                <a:cxn ang="0">
                  <a:pos x="T4" y="T5"/>
                </a:cxn>
                <a:cxn ang="0">
                  <a:pos x="T6" y="T7"/>
                </a:cxn>
                <a:cxn ang="0">
                  <a:pos x="T8" y="T9"/>
                </a:cxn>
              </a:cxnLst>
              <a:rect l="0" t="0" r="r" b="b"/>
              <a:pathLst>
                <a:path w="2" h="4">
                  <a:moveTo>
                    <a:pt x="2" y="0"/>
                  </a:moveTo>
                  <a:cubicBezTo>
                    <a:pt x="2" y="1"/>
                    <a:pt x="2" y="3"/>
                    <a:pt x="1" y="4"/>
                  </a:cubicBezTo>
                  <a:cubicBezTo>
                    <a:pt x="1" y="3"/>
                    <a:pt x="0" y="3"/>
                    <a:pt x="0" y="3"/>
                  </a:cubicBezTo>
                  <a:cubicBezTo>
                    <a:pt x="0" y="2"/>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5" name="Freeform 3290">
              <a:extLst>
                <a:ext uri="{FF2B5EF4-FFF2-40B4-BE49-F238E27FC236}">
                  <a16:creationId xmlns:a16="http://schemas.microsoft.com/office/drawing/2014/main" id="{7EF49C53-F317-931D-A816-9377BEA38F7E}"/>
                </a:ext>
              </a:extLst>
            </p:cNvPr>
            <p:cNvSpPr>
              <a:spLocks/>
            </p:cNvSpPr>
            <p:nvPr/>
          </p:nvSpPr>
          <p:spPr bwMode="auto">
            <a:xfrm rot="5094805">
              <a:off x="3313249" y="1862923"/>
              <a:ext cx="4570" cy="13710"/>
            </a:xfrm>
            <a:custGeom>
              <a:avLst/>
              <a:gdLst>
                <a:gd name="T0" fmla="*/ 2 w 2"/>
                <a:gd name="T1" fmla="*/ 3 h 5"/>
                <a:gd name="T2" fmla="*/ 1 w 2"/>
                <a:gd name="T3" fmla="*/ 5 h 5"/>
                <a:gd name="T4" fmla="*/ 0 w 2"/>
                <a:gd name="T5" fmla="*/ 2 h 5"/>
                <a:gd name="T6" fmla="*/ 1 w 2"/>
                <a:gd name="T7" fmla="*/ 0 h 5"/>
                <a:gd name="T8" fmla="*/ 2 w 2"/>
                <a:gd name="T9" fmla="*/ 3 h 5"/>
              </a:gdLst>
              <a:ahLst/>
              <a:cxnLst>
                <a:cxn ang="0">
                  <a:pos x="T0" y="T1"/>
                </a:cxn>
                <a:cxn ang="0">
                  <a:pos x="T2" y="T3"/>
                </a:cxn>
                <a:cxn ang="0">
                  <a:pos x="T4" y="T5"/>
                </a:cxn>
                <a:cxn ang="0">
                  <a:pos x="T6" y="T7"/>
                </a:cxn>
                <a:cxn ang="0">
                  <a:pos x="T8" y="T9"/>
                </a:cxn>
              </a:cxnLst>
              <a:rect l="0" t="0" r="r" b="b"/>
              <a:pathLst>
                <a:path w="2" h="5">
                  <a:moveTo>
                    <a:pt x="2" y="3"/>
                  </a:moveTo>
                  <a:cubicBezTo>
                    <a:pt x="2" y="4"/>
                    <a:pt x="1" y="4"/>
                    <a:pt x="1" y="5"/>
                  </a:cubicBezTo>
                  <a:cubicBezTo>
                    <a:pt x="1" y="4"/>
                    <a:pt x="0" y="3"/>
                    <a:pt x="0" y="2"/>
                  </a:cubicBezTo>
                  <a:cubicBezTo>
                    <a:pt x="0" y="1"/>
                    <a:pt x="1" y="1"/>
                    <a:pt x="1" y="0"/>
                  </a:cubicBezTo>
                  <a:cubicBezTo>
                    <a:pt x="1" y="1"/>
                    <a:pt x="2"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6" name="Freeform 3291">
              <a:extLst>
                <a:ext uri="{FF2B5EF4-FFF2-40B4-BE49-F238E27FC236}">
                  <a16:creationId xmlns:a16="http://schemas.microsoft.com/office/drawing/2014/main" id="{C074A3CD-8AF4-0276-EADE-4F13337E9E39}"/>
                </a:ext>
              </a:extLst>
            </p:cNvPr>
            <p:cNvSpPr>
              <a:spLocks/>
            </p:cNvSpPr>
            <p:nvPr/>
          </p:nvSpPr>
          <p:spPr bwMode="auto">
            <a:xfrm rot="5094805">
              <a:off x="3382613" y="2051731"/>
              <a:ext cx="4570" cy="9140"/>
            </a:xfrm>
            <a:custGeom>
              <a:avLst/>
              <a:gdLst>
                <a:gd name="T0" fmla="*/ 2 w 2"/>
                <a:gd name="T1" fmla="*/ 1 h 4"/>
                <a:gd name="T2" fmla="*/ 1 w 2"/>
                <a:gd name="T3" fmla="*/ 4 h 4"/>
                <a:gd name="T4" fmla="*/ 0 w 2"/>
                <a:gd name="T5" fmla="*/ 3 h 4"/>
                <a:gd name="T6" fmla="*/ 1 w 2"/>
                <a:gd name="T7" fmla="*/ 0 h 4"/>
                <a:gd name="T8" fmla="*/ 2 w 2"/>
                <a:gd name="T9" fmla="*/ 1 h 4"/>
              </a:gdLst>
              <a:ahLst/>
              <a:cxnLst>
                <a:cxn ang="0">
                  <a:pos x="T0" y="T1"/>
                </a:cxn>
                <a:cxn ang="0">
                  <a:pos x="T2" y="T3"/>
                </a:cxn>
                <a:cxn ang="0">
                  <a:pos x="T4" y="T5"/>
                </a:cxn>
                <a:cxn ang="0">
                  <a:pos x="T6" y="T7"/>
                </a:cxn>
                <a:cxn ang="0">
                  <a:pos x="T8" y="T9"/>
                </a:cxn>
              </a:cxnLst>
              <a:rect l="0" t="0" r="r" b="b"/>
              <a:pathLst>
                <a:path w="2" h="4">
                  <a:moveTo>
                    <a:pt x="2" y="1"/>
                  </a:moveTo>
                  <a:cubicBezTo>
                    <a:pt x="2" y="2"/>
                    <a:pt x="2" y="3"/>
                    <a:pt x="1" y="4"/>
                  </a:cubicBezTo>
                  <a:cubicBezTo>
                    <a:pt x="1" y="4"/>
                    <a:pt x="0" y="3"/>
                    <a:pt x="0" y="3"/>
                  </a:cubicBezTo>
                  <a:cubicBezTo>
                    <a:pt x="0" y="2"/>
                    <a:pt x="1" y="1"/>
                    <a:pt x="1" y="0"/>
                  </a:cubicBezTo>
                  <a:cubicBezTo>
                    <a:pt x="1"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7" name="Freeform 3292">
              <a:extLst>
                <a:ext uri="{FF2B5EF4-FFF2-40B4-BE49-F238E27FC236}">
                  <a16:creationId xmlns:a16="http://schemas.microsoft.com/office/drawing/2014/main" id="{6891BB3A-91F9-1931-8616-0139FD00E775}"/>
                </a:ext>
              </a:extLst>
            </p:cNvPr>
            <p:cNvSpPr>
              <a:spLocks/>
            </p:cNvSpPr>
            <p:nvPr/>
          </p:nvSpPr>
          <p:spPr bwMode="auto">
            <a:xfrm rot="5094805">
              <a:off x="3422593" y="2243164"/>
              <a:ext cx="4570" cy="9140"/>
            </a:xfrm>
            <a:custGeom>
              <a:avLst/>
              <a:gdLst>
                <a:gd name="T0" fmla="*/ 1 w 2"/>
                <a:gd name="T1" fmla="*/ 0 h 4"/>
                <a:gd name="T2" fmla="*/ 2 w 2"/>
                <a:gd name="T3" fmla="*/ 3 h 4"/>
                <a:gd name="T4" fmla="*/ 1 w 2"/>
                <a:gd name="T5" fmla="*/ 4 h 4"/>
                <a:gd name="T6" fmla="*/ 0 w 2"/>
                <a:gd name="T7" fmla="*/ 1 h 4"/>
                <a:gd name="T8" fmla="*/ 1 w 2"/>
                <a:gd name="T9" fmla="*/ 0 h 4"/>
              </a:gdLst>
              <a:ahLst/>
              <a:cxnLst>
                <a:cxn ang="0">
                  <a:pos x="T0" y="T1"/>
                </a:cxn>
                <a:cxn ang="0">
                  <a:pos x="T2" y="T3"/>
                </a:cxn>
                <a:cxn ang="0">
                  <a:pos x="T4" y="T5"/>
                </a:cxn>
                <a:cxn ang="0">
                  <a:pos x="T6" y="T7"/>
                </a:cxn>
                <a:cxn ang="0">
                  <a:pos x="T8" y="T9"/>
                </a:cxn>
              </a:cxnLst>
              <a:rect l="0" t="0" r="r" b="b"/>
              <a:pathLst>
                <a:path w="2" h="4">
                  <a:moveTo>
                    <a:pt x="1" y="0"/>
                  </a:moveTo>
                  <a:cubicBezTo>
                    <a:pt x="2" y="1"/>
                    <a:pt x="2" y="2"/>
                    <a:pt x="2" y="3"/>
                  </a:cubicBezTo>
                  <a:cubicBezTo>
                    <a:pt x="2" y="3"/>
                    <a:pt x="2" y="3"/>
                    <a:pt x="1" y="4"/>
                  </a:cubicBezTo>
                  <a:cubicBezTo>
                    <a:pt x="1" y="3"/>
                    <a:pt x="0" y="2"/>
                    <a:pt x="0" y="1"/>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8" name="Freeform 3293">
              <a:extLst>
                <a:ext uri="{FF2B5EF4-FFF2-40B4-BE49-F238E27FC236}">
                  <a16:creationId xmlns:a16="http://schemas.microsoft.com/office/drawing/2014/main" id="{A7581EFF-C482-0973-4344-34BEDBB15EBD}"/>
                </a:ext>
              </a:extLst>
            </p:cNvPr>
            <p:cNvSpPr>
              <a:spLocks/>
            </p:cNvSpPr>
            <p:nvPr/>
          </p:nvSpPr>
          <p:spPr bwMode="auto">
            <a:xfrm rot="5094805">
              <a:off x="3432251" y="2440739"/>
              <a:ext cx="4570" cy="11426"/>
            </a:xfrm>
            <a:custGeom>
              <a:avLst/>
              <a:gdLst>
                <a:gd name="T0" fmla="*/ 2 w 2"/>
                <a:gd name="T1" fmla="*/ 3 h 4"/>
                <a:gd name="T2" fmla="*/ 1 w 2"/>
                <a:gd name="T3" fmla="*/ 4 h 4"/>
                <a:gd name="T4" fmla="*/ 0 w 2"/>
                <a:gd name="T5" fmla="*/ 1 h 4"/>
                <a:gd name="T6" fmla="*/ 1 w 2"/>
                <a:gd name="T7" fmla="*/ 0 h 4"/>
                <a:gd name="T8" fmla="*/ 2 w 2"/>
                <a:gd name="T9" fmla="*/ 3 h 4"/>
              </a:gdLst>
              <a:ahLst/>
              <a:cxnLst>
                <a:cxn ang="0">
                  <a:pos x="T0" y="T1"/>
                </a:cxn>
                <a:cxn ang="0">
                  <a:pos x="T2" y="T3"/>
                </a:cxn>
                <a:cxn ang="0">
                  <a:pos x="T4" y="T5"/>
                </a:cxn>
                <a:cxn ang="0">
                  <a:pos x="T6" y="T7"/>
                </a:cxn>
                <a:cxn ang="0">
                  <a:pos x="T8" y="T9"/>
                </a:cxn>
              </a:cxnLst>
              <a:rect l="0" t="0" r="r" b="b"/>
              <a:pathLst>
                <a:path w="2" h="4">
                  <a:moveTo>
                    <a:pt x="2" y="3"/>
                  </a:moveTo>
                  <a:cubicBezTo>
                    <a:pt x="2" y="3"/>
                    <a:pt x="2" y="4"/>
                    <a:pt x="1" y="4"/>
                  </a:cubicBezTo>
                  <a:cubicBezTo>
                    <a:pt x="1" y="3"/>
                    <a:pt x="0" y="2"/>
                    <a:pt x="0" y="1"/>
                  </a:cubicBezTo>
                  <a:cubicBezTo>
                    <a:pt x="0" y="0"/>
                    <a:pt x="1" y="0"/>
                    <a:pt x="1" y="0"/>
                  </a:cubicBezTo>
                  <a:cubicBezTo>
                    <a:pt x="1" y="1"/>
                    <a:pt x="2"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9" name="Freeform 3294">
              <a:extLst>
                <a:ext uri="{FF2B5EF4-FFF2-40B4-BE49-F238E27FC236}">
                  <a16:creationId xmlns:a16="http://schemas.microsoft.com/office/drawing/2014/main" id="{E3A9EFA0-299A-94EC-6DB4-D49F1E0854D2}"/>
                </a:ext>
              </a:extLst>
            </p:cNvPr>
            <p:cNvSpPr>
              <a:spLocks/>
            </p:cNvSpPr>
            <p:nvPr/>
          </p:nvSpPr>
          <p:spPr bwMode="auto">
            <a:xfrm rot="5094805">
              <a:off x="3423501" y="2637661"/>
              <a:ext cx="4570" cy="13710"/>
            </a:xfrm>
            <a:custGeom>
              <a:avLst/>
              <a:gdLst>
                <a:gd name="T0" fmla="*/ 2 w 2"/>
                <a:gd name="T1" fmla="*/ 1 h 5"/>
                <a:gd name="T2" fmla="*/ 2 w 2"/>
                <a:gd name="T3" fmla="*/ 5 h 5"/>
                <a:gd name="T4" fmla="*/ 0 w 2"/>
                <a:gd name="T5" fmla="*/ 3 h 5"/>
                <a:gd name="T6" fmla="*/ 1 w 2"/>
                <a:gd name="T7" fmla="*/ 0 h 5"/>
                <a:gd name="T8" fmla="*/ 2 w 2"/>
                <a:gd name="T9" fmla="*/ 1 h 5"/>
              </a:gdLst>
              <a:ahLst/>
              <a:cxnLst>
                <a:cxn ang="0">
                  <a:pos x="T0" y="T1"/>
                </a:cxn>
                <a:cxn ang="0">
                  <a:pos x="T2" y="T3"/>
                </a:cxn>
                <a:cxn ang="0">
                  <a:pos x="T4" y="T5"/>
                </a:cxn>
                <a:cxn ang="0">
                  <a:pos x="T6" y="T7"/>
                </a:cxn>
                <a:cxn ang="0">
                  <a:pos x="T8" y="T9"/>
                </a:cxn>
              </a:cxnLst>
              <a:rect l="0" t="0" r="r" b="b"/>
              <a:pathLst>
                <a:path w="2" h="5">
                  <a:moveTo>
                    <a:pt x="2" y="1"/>
                  </a:moveTo>
                  <a:cubicBezTo>
                    <a:pt x="2" y="3"/>
                    <a:pt x="2" y="4"/>
                    <a:pt x="2" y="5"/>
                  </a:cubicBezTo>
                  <a:cubicBezTo>
                    <a:pt x="1" y="4"/>
                    <a:pt x="0" y="4"/>
                    <a:pt x="0" y="3"/>
                  </a:cubicBezTo>
                  <a:cubicBezTo>
                    <a:pt x="1" y="2"/>
                    <a:pt x="1" y="1"/>
                    <a:pt x="1" y="0"/>
                  </a:cubicBezTo>
                  <a:cubicBezTo>
                    <a:pt x="2"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0" name="Freeform 3295">
              <a:extLst>
                <a:ext uri="{FF2B5EF4-FFF2-40B4-BE49-F238E27FC236}">
                  <a16:creationId xmlns:a16="http://schemas.microsoft.com/office/drawing/2014/main" id="{4EB856BA-0AA4-BFC7-0FF8-742C09C78981}"/>
                </a:ext>
              </a:extLst>
            </p:cNvPr>
            <p:cNvSpPr>
              <a:spLocks/>
            </p:cNvSpPr>
            <p:nvPr/>
          </p:nvSpPr>
          <p:spPr bwMode="auto">
            <a:xfrm rot="5094805">
              <a:off x="3407189" y="2840986"/>
              <a:ext cx="4570" cy="13710"/>
            </a:xfrm>
            <a:custGeom>
              <a:avLst/>
              <a:gdLst>
                <a:gd name="T0" fmla="*/ 2 w 2"/>
                <a:gd name="T1" fmla="*/ 4 h 5"/>
                <a:gd name="T2" fmla="*/ 1 w 2"/>
                <a:gd name="T3" fmla="*/ 5 h 5"/>
                <a:gd name="T4" fmla="*/ 0 w 2"/>
                <a:gd name="T5" fmla="*/ 1 h 5"/>
                <a:gd name="T6" fmla="*/ 1 w 2"/>
                <a:gd name="T7" fmla="*/ 0 h 5"/>
                <a:gd name="T8" fmla="*/ 2 w 2"/>
                <a:gd name="T9" fmla="*/ 4 h 5"/>
              </a:gdLst>
              <a:ahLst/>
              <a:cxnLst>
                <a:cxn ang="0">
                  <a:pos x="T0" y="T1"/>
                </a:cxn>
                <a:cxn ang="0">
                  <a:pos x="T2" y="T3"/>
                </a:cxn>
                <a:cxn ang="0">
                  <a:pos x="T4" y="T5"/>
                </a:cxn>
                <a:cxn ang="0">
                  <a:pos x="T6" y="T7"/>
                </a:cxn>
                <a:cxn ang="0">
                  <a:pos x="T8" y="T9"/>
                </a:cxn>
              </a:cxnLst>
              <a:rect l="0" t="0" r="r" b="b"/>
              <a:pathLst>
                <a:path w="2" h="5">
                  <a:moveTo>
                    <a:pt x="2" y="4"/>
                  </a:moveTo>
                  <a:cubicBezTo>
                    <a:pt x="2" y="4"/>
                    <a:pt x="1" y="5"/>
                    <a:pt x="1" y="5"/>
                  </a:cubicBezTo>
                  <a:cubicBezTo>
                    <a:pt x="1" y="4"/>
                    <a:pt x="0" y="3"/>
                    <a:pt x="0" y="1"/>
                  </a:cubicBezTo>
                  <a:cubicBezTo>
                    <a:pt x="0" y="1"/>
                    <a:pt x="0" y="0"/>
                    <a:pt x="1" y="0"/>
                  </a:cubicBezTo>
                  <a:cubicBezTo>
                    <a:pt x="1" y="1"/>
                    <a:pt x="1" y="3"/>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1" name="Freeform 3296">
              <a:extLst>
                <a:ext uri="{FF2B5EF4-FFF2-40B4-BE49-F238E27FC236}">
                  <a16:creationId xmlns:a16="http://schemas.microsoft.com/office/drawing/2014/main" id="{4CB4A758-A781-CD19-E316-E4AA824BF8A7}"/>
                </a:ext>
              </a:extLst>
            </p:cNvPr>
            <p:cNvSpPr>
              <a:spLocks/>
            </p:cNvSpPr>
            <p:nvPr/>
          </p:nvSpPr>
          <p:spPr bwMode="auto">
            <a:xfrm rot="5094805">
              <a:off x="3387057" y="3038920"/>
              <a:ext cx="4570" cy="15996"/>
            </a:xfrm>
            <a:custGeom>
              <a:avLst/>
              <a:gdLst>
                <a:gd name="T0" fmla="*/ 2 w 2"/>
                <a:gd name="T1" fmla="*/ 4 h 6"/>
                <a:gd name="T2" fmla="*/ 2 w 2"/>
                <a:gd name="T3" fmla="*/ 6 h 6"/>
                <a:gd name="T4" fmla="*/ 0 w 2"/>
                <a:gd name="T5" fmla="*/ 1 h 6"/>
                <a:gd name="T6" fmla="*/ 1 w 2"/>
                <a:gd name="T7" fmla="*/ 0 h 6"/>
                <a:gd name="T8" fmla="*/ 2 w 2"/>
                <a:gd name="T9" fmla="*/ 4 h 6"/>
              </a:gdLst>
              <a:ahLst/>
              <a:cxnLst>
                <a:cxn ang="0">
                  <a:pos x="T0" y="T1"/>
                </a:cxn>
                <a:cxn ang="0">
                  <a:pos x="T2" y="T3"/>
                </a:cxn>
                <a:cxn ang="0">
                  <a:pos x="T4" y="T5"/>
                </a:cxn>
                <a:cxn ang="0">
                  <a:pos x="T6" y="T7"/>
                </a:cxn>
                <a:cxn ang="0">
                  <a:pos x="T8" y="T9"/>
                </a:cxn>
              </a:cxnLst>
              <a:rect l="0" t="0" r="r" b="b"/>
              <a:pathLst>
                <a:path w="2" h="6">
                  <a:moveTo>
                    <a:pt x="2" y="4"/>
                  </a:moveTo>
                  <a:cubicBezTo>
                    <a:pt x="2" y="5"/>
                    <a:pt x="2" y="5"/>
                    <a:pt x="2" y="6"/>
                  </a:cubicBezTo>
                  <a:cubicBezTo>
                    <a:pt x="1" y="4"/>
                    <a:pt x="1" y="3"/>
                    <a:pt x="0" y="1"/>
                  </a:cubicBezTo>
                  <a:cubicBezTo>
                    <a:pt x="0" y="1"/>
                    <a:pt x="1" y="0"/>
                    <a:pt x="1" y="0"/>
                  </a:cubicBezTo>
                  <a:cubicBezTo>
                    <a:pt x="2" y="1"/>
                    <a:pt x="2" y="3"/>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2" name="Freeform 3297">
              <a:extLst>
                <a:ext uri="{FF2B5EF4-FFF2-40B4-BE49-F238E27FC236}">
                  <a16:creationId xmlns:a16="http://schemas.microsoft.com/office/drawing/2014/main" id="{E459C3F2-21D6-F57E-4F19-EDEB1CD819C6}"/>
                </a:ext>
              </a:extLst>
            </p:cNvPr>
            <p:cNvSpPr>
              <a:spLocks/>
            </p:cNvSpPr>
            <p:nvPr/>
          </p:nvSpPr>
          <p:spPr bwMode="auto">
            <a:xfrm rot="5094805">
              <a:off x="3367333" y="3243691"/>
              <a:ext cx="4570" cy="13710"/>
            </a:xfrm>
            <a:custGeom>
              <a:avLst/>
              <a:gdLst>
                <a:gd name="T0" fmla="*/ 2 w 2"/>
                <a:gd name="T1" fmla="*/ 2 h 6"/>
                <a:gd name="T2" fmla="*/ 1 w 2"/>
                <a:gd name="T3" fmla="*/ 6 h 6"/>
                <a:gd name="T4" fmla="*/ 0 w 2"/>
                <a:gd name="T5" fmla="*/ 4 h 6"/>
                <a:gd name="T6" fmla="*/ 0 w 2"/>
                <a:gd name="T7" fmla="*/ 0 h 6"/>
                <a:gd name="T8" fmla="*/ 2 w 2"/>
                <a:gd name="T9" fmla="*/ 2 h 6"/>
              </a:gdLst>
              <a:ahLst/>
              <a:cxnLst>
                <a:cxn ang="0">
                  <a:pos x="T0" y="T1"/>
                </a:cxn>
                <a:cxn ang="0">
                  <a:pos x="T2" y="T3"/>
                </a:cxn>
                <a:cxn ang="0">
                  <a:pos x="T4" y="T5"/>
                </a:cxn>
                <a:cxn ang="0">
                  <a:pos x="T6" y="T7"/>
                </a:cxn>
                <a:cxn ang="0">
                  <a:pos x="T8" y="T9"/>
                </a:cxn>
              </a:cxnLst>
              <a:rect l="0" t="0" r="r" b="b"/>
              <a:pathLst>
                <a:path w="2" h="6">
                  <a:moveTo>
                    <a:pt x="2" y="2"/>
                  </a:moveTo>
                  <a:cubicBezTo>
                    <a:pt x="1" y="3"/>
                    <a:pt x="1" y="4"/>
                    <a:pt x="1" y="6"/>
                  </a:cubicBezTo>
                  <a:cubicBezTo>
                    <a:pt x="0" y="5"/>
                    <a:pt x="0" y="4"/>
                    <a:pt x="0" y="4"/>
                  </a:cubicBezTo>
                  <a:cubicBezTo>
                    <a:pt x="0" y="2"/>
                    <a:pt x="0" y="1"/>
                    <a:pt x="0" y="0"/>
                  </a:cubicBezTo>
                  <a:cubicBezTo>
                    <a:pt x="1" y="0"/>
                    <a:pt x="1"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3" name="Freeform 3298">
              <a:extLst>
                <a:ext uri="{FF2B5EF4-FFF2-40B4-BE49-F238E27FC236}">
                  <a16:creationId xmlns:a16="http://schemas.microsoft.com/office/drawing/2014/main" id="{125B597E-FDAC-DFAC-A664-0A56F3E86DD9}"/>
                </a:ext>
              </a:extLst>
            </p:cNvPr>
            <p:cNvSpPr>
              <a:spLocks/>
            </p:cNvSpPr>
            <p:nvPr/>
          </p:nvSpPr>
          <p:spPr bwMode="auto">
            <a:xfrm rot="5094805">
              <a:off x="3352892" y="3442262"/>
              <a:ext cx="4570" cy="13710"/>
            </a:xfrm>
            <a:custGeom>
              <a:avLst/>
              <a:gdLst>
                <a:gd name="T0" fmla="*/ 2 w 2"/>
                <a:gd name="T1" fmla="*/ 2 h 6"/>
                <a:gd name="T2" fmla="*/ 1 w 2"/>
                <a:gd name="T3" fmla="*/ 6 h 6"/>
                <a:gd name="T4" fmla="*/ 0 w 2"/>
                <a:gd name="T5" fmla="*/ 4 h 6"/>
                <a:gd name="T6" fmla="*/ 1 w 2"/>
                <a:gd name="T7" fmla="*/ 0 h 6"/>
                <a:gd name="T8" fmla="*/ 2 w 2"/>
                <a:gd name="T9" fmla="*/ 2 h 6"/>
              </a:gdLst>
              <a:ahLst/>
              <a:cxnLst>
                <a:cxn ang="0">
                  <a:pos x="T0" y="T1"/>
                </a:cxn>
                <a:cxn ang="0">
                  <a:pos x="T2" y="T3"/>
                </a:cxn>
                <a:cxn ang="0">
                  <a:pos x="T4" y="T5"/>
                </a:cxn>
                <a:cxn ang="0">
                  <a:pos x="T6" y="T7"/>
                </a:cxn>
                <a:cxn ang="0">
                  <a:pos x="T8" y="T9"/>
                </a:cxn>
              </a:cxnLst>
              <a:rect l="0" t="0" r="r" b="b"/>
              <a:pathLst>
                <a:path w="2" h="6">
                  <a:moveTo>
                    <a:pt x="2" y="2"/>
                  </a:moveTo>
                  <a:cubicBezTo>
                    <a:pt x="2" y="3"/>
                    <a:pt x="1" y="4"/>
                    <a:pt x="1" y="6"/>
                  </a:cubicBezTo>
                  <a:cubicBezTo>
                    <a:pt x="1" y="5"/>
                    <a:pt x="0" y="4"/>
                    <a:pt x="0" y="4"/>
                  </a:cubicBezTo>
                  <a:cubicBezTo>
                    <a:pt x="0" y="2"/>
                    <a:pt x="0" y="1"/>
                    <a:pt x="1" y="0"/>
                  </a:cubicBezTo>
                  <a:cubicBezTo>
                    <a:pt x="1" y="0"/>
                    <a:pt x="1"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4" name="Freeform 3299">
              <a:extLst>
                <a:ext uri="{FF2B5EF4-FFF2-40B4-BE49-F238E27FC236}">
                  <a16:creationId xmlns:a16="http://schemas.microsoft.com/office/drawing/2014/main" id="{28BCC94D-37F0-EB69-27D4-36ED35F7DC47}"/>
                </a:ext>
              </a:extLst>
            </p:cNvPr>
            <p:cNvSpPr>
              <a:spLocks/>
            </p:cNvSpPr>
            <p:nvPr/>
          </p:nvSpPr>
          <p:spPr bwMode="auto">
            <a:xfrm rot="5094805">
              <a:off x="3340718" y="3640428"/>
              <a:ext cx="9140" cy="13710"/>
            </a:xfrm>
            <a:custGeom>
              <a:avLst/>
              <a:gdLst>
                <a:gd name="T0" fmla="*/ 3 w 3"/>
                <a:gd name="T1" fmla="*/ 4 h 6"/>
                <a:gd name="T2" fmla="*/ 2 w 3"/>
                <a:gd name="T3" fmla="*/ 6 h 6"/>
                <a:gd name="T4" fmla="*/ 1 w 3"/>
                <a:gd name="T5" fmla="*/ 2 h 6"/>
                <a:gd name="T6" fmla="*/ 1 w 3"/>
                <a:gd name="T7" fmla="*/ 0 h 6"/>
                <a:gd name="T8" fmla="*/ 3 w 3"/>
                <a:gd name="T9" fmla="*/ 4 h 6"/>
              </a:gdLst>
              <a:ahLst/>
              <a:cxnLst>
                <a:cxn ang="0">
                  <a:pos x="T0" y="T1"/>
                </a:cxn>
                <a:cxn ang="0">
                  <a:pos x="T2" y="T3"/>
                </a:cxn>
                <a:cxn ang="0">
                  <a:pos x="T4" y="T5"/>
                </a:cxn>
                <a:cxn ang="0">
                  <a:pos x="T6" y="T7"/>
                </a:cxn>
                <a:cxn ang="0">
                  <a:pos x="T8" y="T9"/>
                </a:cxn>
              </a:cxnLst>
              <a:rect l="0" t="0" r="r" b="b"/>
              <a:pathLst>
                <a:path w="3" h="6">
                  <a:moveTo>
                    <a:pt x="3" y="4"/>
                  </a:moveTo>
                  <a:cubicBezTo>
                    <a:pt x="3" y="5"/>
                    <a:pt x="2" y="5"/>
                    <a:pt x="2" y="6"/>
                  </a:cubicBezTo>
                  <a:cubicBezTo>
                    <a:pt x="1" y="4"/>
                    <a:pt x="1" y="3"/>
                    <a:pt x="1" y="2"/>
                  </a:cubicBezTo>
                  <a:cubicBezTo>
                    <a:pt x="0" y="1"/>
                    <a:pt x="1" y="1"/>
                    <a:pt x="1" y="0"/>
                  </a:cubicBezTo>
                  <a:cubicBezTo>
                    <a:pt x="2" y="2"/>
                    <a:pt x="2" y="3"/>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5" name="Freeform 3300">
              <a:extLst>
                <a:ext uri="{FF2B5EF4-FFF2-40B4-BE49-F238E27FC236}">
                  <a16:creationId xmlns:a16="http://schemas.microsoft.com/office/drawing/2014/main" id="{EBF237E9-3507-1644-00AF-13038CD75807}"/>
                </a:ext>
              </a:extLst>
            </p:cNvPr>
            <p:cNvSpPr>
              <a:spLocks/>
            </p:cNvSpPr>
            <p:nvPr/>
          </p:nvSpPr>
          <p:spPr bwMode="auto">
            <a:xfrm rot="5094805">
              <a:off x="3145628" y="3976651"/>
              <a:ext cx="9140" cy="9140"/>
            </a:xfrm>
            <a:custGeom>
              <a:avLst/>
              <a:gdLst>
                <a:gd name="T0" fmla="*/ 4 w 4"/>
                <a:gd name="T1" fmla="*/ 2 h 4"/>
                <a:gd name="T2" fmla="*/ 1 w 4"/>
                <a:gd name="T3" fmla="*/ 4 h 4"/>
                <a:gd name="T4" fmla="*/ 0 w 4"/>
                <a:gd name="T5" fmla="*/ 2 h 4"/>
                <a:gd name="T6" fmla="*/ 3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3" y="3"/>
                    <a:pt x="2" y="4"/>
                    <a:pt x="1" y="4"/>
                  </a:cubicBezTo>
                  <a:cubicBezTo>
                    <a:pt x="1" y="4"/>
                    <a:pt x="1" y="2"/>
                    <a:pt x="0" y="2"/>
                  </a:cubicBezTo>
                  <a:cubicBezTo>
                    <a:pt x="1" y="1"/>
                    <a:pt x="2" y="0"/>
                    <a:pt x="3" y="0"/>
                  </a:cubicBezTo>
                  <a:cubicBezTo>
                    <a:pt x="3"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6" name="Freeform 3301">
              <a:extLst>
                <a:ext uri="{FF2B5EF4-FFF2-40B4-BE49-F238E27FC236}">
                  <a16:creationId xmlns:a16="http://schemas.microsoft.com/office/drawing/2014/main" id="{54D83FA7-271D-D2C8-BB62-6A9C3AD9B112}"/>
                </a:ext>
              </a:extLst>
            </p:cNvPr>
            <p:cNvSpPr>
              <a:spLocks/>
            </p:cNvSpPr>
            <p:nvPr/>
          </p:nvSpPr>
          <p:spPr bwMode="auto">
            <a:xfrm rot="5094805">
              <a:off x="3142470" y="4174314"/>
              <a:ext cx="6856" cy="6856"/>
            </a:xfrm>
            <a:custGeom>
              <a:avLst/>
              <a:gdLst>
                <a:gd name="T0" fmla="*/ 0 w 3"/>
                <a:gd name="T1" fmla="*/ 1 h 3"/>
                <a:gd name="T2" fmla="*/ 2 w 3"/>
                <a:gd name="T3" fmla="*/ 0 h 3"/>
                <a:gd name="T4" fmla="*/ 3 w 3"/>
                <a:gd name="T5" fmla="*/ 2 h 3"/>
                <a:gd name="T6" fmla="*/ 3 w 3"/>
                <a:gd name="T7" fmla="*/ 3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1" y="1"/>
                    <a:pt x="2" y="0"/>
                    <a:pt x="2" y="0"/>
                  </a:cubicBezTo>
                  <a:cubicBezTo>
                    <a:pt x="3" y="0"/>
                    <a:pt x="3" y="1"/>
                    <a:pt x="3" y="2"/>
                  </a:cubicBezTo>
                  <a:cubicBezTo>
                    <a:pt x="3" y="2"/>
                    <a:pt x="3" y="3"/>
                    <a:pt x="3" y="3"/>
                  </a:cubicBezTo>
                  <a:cubicBezTo>
                    <a:pt x="2" y="3"/>
                    <a:pt x="1"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7" name="Freeform 3302">
              <a:extLst>
                <a:ext uri="{FF2B5EF4-FFF2-40B4-BE49-F238E27FC236}">
                  <a16:creationId xmlns:a16="http://schemas.microsoft.com/office/drawing/2014/main" id="{FB42EDBC-FFC8-EE5B-E144-A2777202CDDB}"/>
                </a:ext>
              </a:extLst>
            </p:cNvPr>
            <p:cNvSpPr>
              <a:spLocks/>
            </p:cNvSpPr>
            <p:nvPr/>
          </p:nvSpPr>
          <p:spPr bwMode="auto">
            <a:xfrm rot="5094805">
              <a:off x="3136092" y="4373212"/>
              <a:ext cx="9140" cy="6856"/>
            </a:xfrm>
            <a:custGeom>
              <a:avLst/>
              <a:gdLst>
                <a:gd name="T0" fmla="*/ 3 w 3"/>
                <a:gd name="T1" fmla="*/ 2 h 2"/>
                <a:gd name="T2" fmla="*/ 1 w 3"/>
                <a:gd name="T3" fmla="*/ 2 h 2"/>
                <a:gd name="T4" fmla="*/ 0 w 3"/>
                <a:gd name="T5" fmla="*/ 1 h 2"/>
                <a:gd name="T6" fmla="*/ 2 w 3"/>
                <a:gd name="T7" fmla="*/ 0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2"/>
                    <a:pt x="2" y="2"/>
                    <a:pt x="1" y="2"/>
                  </a:cubicBezTo>
                  <a:cubicBezTo>
                    <a:pt x="1" y="2"/>
                    <a:pt x="0" y="1"/>
                    <a:pt x="0" y="1"/>
                  </a:cubicBezTo>
                  <a:cubicBezTo>
                    <a:pt x="1" y="0"/>
                    <a:pt x="2" y="0"/>
                    <a:pt x="2" y="0"/>
                  </a:cubicBezTo>
                  <a:cubicBezTo>
                    <a:pt x="3"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8" name="Freeform 3303">
              <a:extLst>
                <a:ext uri="{FF2B5EF4-FFF2-40B4-BE49-F238E27FC236}">
                  <a16:creationId xmlns:a16="http://schemas.microsoft.com/office/drawing/2014/main" id="{03068EF4-B0B6-58DD-9333-29403D6096D0}"/>
                </a:ext>
              </a:extLst>
            </p:cNvPr>
            <p:cNvSpPr>
              <a:spLocks/>
            </p:cNvSpPr>
            <p:nvPr/>
          </p:nvSpPr>
          <p:spPr bwMode="auto">
            <a:xfrm rot="5094805">
              <a:off x="3127446" y="4572515"/>
              <a:ext cx="6856" cy="6856"/>
            </a:xfrm>
            <a:custGeom>
              <a:avLst/>
              <a:gdLst>
                <a:gd name="T0" fmla="*/ 3 w 3"/>
                <a:gd name="T1" fmla="*/ 2 h 2"/>
                <a:gd name="T2" fmla="*/ 1 w 3"/>
                <a:gd name="T3" fmla="*/ 2 h 2"/>
                <a:gd name="T4" fmla="*/ 0 w 3"/>
                <a:gd name="T5" fmla="*/ 1 h 2"/>
                <a:gd name="T6" fmla="*/ 2 w 3"/>
                <a:gd name="T7" fmla="*/ 0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2"/>
                    <a:pt x="2" y="2"/>
                    <a:pt x="1" y="2"/>
                  </a:cubicBezTo>
                  <a:cubicBezTo>
                    <a:pt x="1" y="2"/>
                    <a:pt x="0" y="2"/>
                    <a:pt x="0" y="1"/>
                  </a:cubicBezTo>
                  <a:cubicBezTo>
                    <a:pt x="1" y="1"/>
                    <a:pt x="2" y="0"/>
                    <a:pt x="2" y="0"/>
                  </a:cubicBezTo>
                  <a:cubicBezTo>
                    <a:pt x="3"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9" name="Freeform 3304">
              <a:extLst>
                <a:ext uri="{FF2B5EF4-FFF2-40B4-BE49-F238E27FC236}">
                  <a16:creationId xmlns:a16="http://schemas.microsoft.com/office/drawing/2014/main" id="{1988496F-23AE-7105-6C66-0E13FF3A6735}"/>
                </a:ext>
              </a:extLst>
            </p:cNvPr>
            <p:cNvSpPr>
              <a:spLocks/>
            </p:cNvSpPr>
            <p:nvPr/>
          </p:nvSpPr>
          <p:spPr bwMode="auto">
            <a:xfrm rot="5094805">
              <a:off x="3114240" y="4774305"/>
              <a:ext cx="9140" cy="2286"/>
            </a:xfrm>
            <a:custGeom>
              <a:avLst/>
              <a:gdLst>
                <a:gd name="T0" fmla="*/ 3 w 3"/>
                <a:gd name="T1" fmla="*/ 1 h 1"/>
                <a:gd name="T2" fmla="*/ 1 w 3"/>
                <a:gd name="T3" fmla="*/ 1 h 1"/>
                <a:gd name="T4" fmla="*/ 0 w 3"/>
                <a:gd name="T5" fmla="*/ 0 h 1"/>
                <a:gd name="T6" fmla="*/ 2 w 3"/>
                <a:gd name="T7" fmla="*/ 0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2" y="1"/>
                    <a:pt x="2" y="1"/>
                    <a:pt x="1" y="1"/>
                  </a:cubicBezTo>
                  <a:cubicBezTo>
                    <a:pt x="1" y="1"/>
                    <a:pt x="0" y="1"/>
                    <a:pt x="0" y="0"/>
                  </a:cubicBezTo>
                  <a:cubicBezTo>
                    <a:pt x="1" y="0"/>
                    <a:pt x="2" y="0"/>
                    <a:pt x="2" y="0"/>
                  </a:cubicBezTo>
                  <a:cubicBezTo>
                    <a:pt x="3"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0" name="Freeform 3305">
              <a:extLst>
                <a:ext uri="{FF2B5EF4-FFF2-40B4-BE49-F238E27FC236}">
                  <a16:creationId xmlns:a16="http://schemas.microsoft.com/office/drawing/2014/main" id="{7DC69E15-20CC-6499-DDEA-B21D27BAEA37}"/>
                </a:ext>
              </a:extLst>
            </p:cNvPr>
            <p:cNvSpPr>
              <a:spLocks/>
            </p:cNvSpPr>
            <p:nvPr/>
          </p:nvSpPr>
          <p:spPr bwMode="auto">
            <a:xfrm rot="5094805">
              <a:off x="3099905" y="4972974"/>
              <a:ext cx="6856" cy="4570"/>
            </a:xfrm>
            <a:custGeom>
              <a:avLst/>
              <a:gdLst>
                <a:gd name="T0" fmla="*/ 0 w 3"/>
                <a:gd name="T1" fmla="*/ 0 h 1"/>
                <a:gd name="T2" fmla="*/ 2 w 3"/>
                <a:gd name="T3" fmla="*/ 0 h 1"/>
                <a:gd name="T4" fmla="*/ 3 w 3"/>
                <a:gd name="T5" fmla="*/ 1 h 1"/>
                <a:gd name="T6" fmla="*/ 2 w 3"/>
                <a:gd name="T7" fmla="*/ 1 h 1"/>
                <a:gd name="T8" fmla="*/ 0 w 3"/>
                <a:gd name="T9" fmla="*/ 0 h 1"/>
              </a:gdLst>
              <a:ahLst/>
              <a:cxnLst>
                <a:cxn ang="0">
                  <a:pos x="T0" y="T1"/>
                </a:cxn>
                <a:cxn ang="0">
                  <a:pos x="T2" y="T3"/>
                </a:cxn>
                <a:cxn ang="0">
                  <a:pos x="T4" y="T5"/>
                </a:cxn>
                <a:cxn ang="0">
                  <a:pos x="T6" y="T7"/>
                </a:cxn>
                <a:cxn ang="0">
                  <a:pos x="T8" y="T9"/>
                </a:cxn>
              </a:cxnLst>
              <a:rect l="0" t="0" r="r" b="b"/>
              <a:pathLst>
                <a:path w="3" h="1">
                  <a:moveTo>
                    <a:pt x="0" y="0"/>
                  </a:moveTo>
                  <a:cubicBezTo>
                    <a:pt x="0" y="0"/>
                    <a:pt x="1" y="0"/>
                    <a:pt x="2" y="0"/>
                  </a:cubicBezTo>
                  <a:cubicBezTo>
                    <a:pt x="2" y="0"/>
                    <a:pt x="3" y="0"/>
                    <a:pt x="3" y="1"/>
                  </a:cubicBezTo>
                  <a:cubicBezTo>
                    <a:pt x="3" y="1"/>
                    <a:pt x="3" y="1"/>
                    <a:pt x="2" y="1"/>
                  </a:cubicBezTo>
                  <a:cubicBezTo>
                    <a:pt x="1" y="1"/>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1" name="Freeform 3306">
              <a:extLst>
                <a:ext uri="{FF2B5EF4-FFF2-40B4-BE49-F238E27FC236}">
                  <a16:creationId xmlns:a16="http://schemas.microsoft.com/office/drawing/2014/main" id="{5FCBDBC4-4742-676A-4554-D34B70D99A9A}"/>
                </a:ext>
              </a:extLst>
            </p:cNvPr>
            <p:cNvSpPr>
              <a:spLocks/>
            </p:cNvSpPr>
            <p:nvPr/>
          </p:nvSpPr>
          <p:spPr bwMode="auto">
            <a:xfrm rot="5094805">
              <a:off x="3088878" y="5172382"/>
              <a:ext cx="6856" cy="2286"/>
            </a:xfrm>
            <a:custGeom>
              <a:avLst/>
              <a:gdLst>
                <a:gd name="T0" fmla="*/ 2 w 3"/>
                <a:gd name="T1" fmla="*/ 0 h 1"/>
                <a:gd name="T2" fmla="*/ 3 w 3"/>
                <a:gd name="T3" fmla="*/ 1 h 1"/>
                <a:gd name="T4" fmla="*/ 1 w 3"/>
                <a:gd name="T5" fmla="*/ 1 h 1"/>
                <a:gd name="T6" fmla="*/ 0 w 3"/>
                <a:gd name="T7" fmla="*/ 0 h 1"/>
                <a:gd name="T8" fmla="*/ 2 w 3"/>
                <a:gd name="T9" fmla="*/ 0 h 1"/>
              </a:gdLst>
              <a:ahLst/>
              <a:cxnLst>
                <a:cxn ang="0">
                  <a:pos x="T0" y="T1"/>
                </a:cxn>
                <a:cxn ang="0">
                  <a:pos x="T2" y="T3"/>
                </a:cxn>
                <a:cxn ang="0">
                  <a:pos x="T4" y="T5"/>
                </a:cxn>
                <a:cxn ang="0">
                  <a:pos x="T6" y="T7"/>
                </a:cxn>
                <a:cxn ang="0">
                  <a:pos x="T8" y="T9"/>
                </a:cxn>
              </a:cxnLst>
              <a:rect l="0" t="0" r="r" b="b"/>
              <a:pathLst>
                <a:path w="3" h="1">
                  <a:moveTo>
                    <a:pt x="2" y="0"/>
                  </a:moveTo>
                  <a:cubicBezTo>
                    <a:pt x="2" y="0"/>
                    <a:pt x="3" y="1"/>
                    <a:pt x="3" y="1"/>
                  </a:cubicBezTo>
                  <a:cubicBezTo>
                    <a:pt x="2" y="1"/>
                    <a:pt x="2" y="1"/>
                    <a:pt x="1" y="1"/>
                  </a:cubicBezTo>
                  <a:cubicBezTo>
                    <a:pt x="0" y="1"/>
                    <a:pt x="0" y="1"/>
                    <a:pt x="0" y="0"/>
                  </a:cubicBezTo>
                  <a:cubicBezTo>
                    <a:pt x="0"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2" name="Freeform 3307">
              <a:extLst>
                <a:ext uri="{FF2B5EF4-FFF2-40B4-BE49-F238E27FC236}">
                  <a16:creationId xmlns:a16="http://schemas.microsoft.com/office/drawing/2014/main" id="{B640AD25-B65E-C45A-1558-751C9971DF42}"/>
                </a:ext>
              </a:extLst>
            </p:cNvPr>
            <p:cNvSpPr>
              <a:spLocks/>
            </p:cNvSpPr>
            <p:nvPr/>
          </p:nvSpPr>
          <p:spPr bwMode="auto">
            <a:xfrm rot="5094805">
              <a:off x="3079191" y="5372823"/>
              <a:ext cx="6856" cy="2286"/>
            </a:xfrm>
            <a:custGeom>
              <a:avLst/>
              <a:gdLst>
                <a:gd name="T0" fmla="*/ 3 w 3"/>
                <a:gd name="T1" fmla="*/ 1 h 1"/>
                <a:gd name="T2" fmla="*/ 1 w 3"/>
                <a:gd name="T3" fmla="*/ 1 h 1"/>
                <a:gd name="T4" fmla="*/ 0 w 3"/>
                <a:gd name="T5" fmla="*/ 0 h 1"/>
                <a:gd name="T6" fmla="*/ 2 w 3"/>
                <a:gd name="T7" fmla="*/ 0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2" y="1"/>
                    <a:pt x="1" y="1"/>
                    <a:pt x="1" y="1"/>
                  </a:cubicBezTo>
                  <a:cubicBezTo>
                    <a:pt x="0" y="1"/>
                    <a:pt x="0" y="0"/>
                    <a:pt x="0" y="0"/>
                  </a:cubicBezTo>
                  <a:cubicBezTo>
                    <a:pt x="0" y="0"/>
                    <a:pt x="1" y="0"/>
                    <a:pt x="2" y="0"/>
                  </a:cubicBezTo>
                  <a:cubicBezTo>
                    <a:pt x="2"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3" name="Freeform 3308">
              <a:extLst>
                <a:ext uri="{FF2B5EF4-FFF2-40B4-BE49-F238E27FC236}">
                  <a16:creationId xmlns:a16="http://schemas.microsoft.com/office/drawing/2014/main" id="{9E7E6CBD-FA09-AFD0-06E6-C9787FBC17FE}"/>
                </a:ext>
              </a:extLst>
            </p:cNvPr>
            <p:cNvSpPr>
              <a:spLocks/>
            </p:cNvSpPr>
            <p:nvPr/>
          </p:nvSpPr>
          <p:spPr bwMode="auto">
            <a:xfrm rot="5094805">
              <a:off x="3073749" y="5570487"/>
              <a:ext cx="9140" cy="0"/>
            </a:xfrm>
            <a:custGeom>
              <a:avLst/>
              <a:gdLst>
                <a:gd name="T0" fmla="*/ 4 w 4"/>
                <a:gd name="T1" fmla="*/ 1 w 4"/>
                <a:gd name="T2" fmla="*/ 0 w 4"/>
                <a:gd name="T3" fmla="*/ 3 w 4"/>
                <a:gd name="T4" fmla="*/ 4 w 4"/>
              </a:gdLst>
              <a:ahLst/>
              <a:cxnLst>
                <a:cxn ang="0">
                  <a:pos x="T0" y="0"/>
                </a:cxn>
                <a:cxn ang="0">
                  <a:pos x="T1" y="0"/>
                </a:cxn>
                <a:cxn ang="0">
                  <a:pos x="T2" y="0"/>
                </a:cxn>
                <a:cxn ang="0">
                  <a:pos x="T3" y="0"/>
                </a:cxn>
                <a:cxn ang="0">
                  <a:pos x="T4" y="0"/>
                </a:cxn>
              </a:cxnLst>
              <a:rect l="0" t="0" r="r" b="b"/>
              <a:pathLst>
                <a:path w="4">
                  <a:moveTo>
                    <a:pt x="4" y="0"/>
                  </a:moveTo>
                  <a:cubicBezTo>
                    <a:pt x="3" y="0"/>
                    <a:pt x="2" y="0"/>
                    <a:pt x="1" y="0"/>
                  </a:cubicBezTo>
                  <a:cubicBezTo>
                    <a:pt x="1" y="0"/>
                    <a:pt x="0" y="0"/>
                    <a:pt x="0" y="0"/>
                  </a:cubicBezTo>
                  <a:cubicBezTo>
                    <a:pt x="1" y="0"/>
                    <a:pt x="2" y="0"/>
                    <a:pt x="3"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4" name="Freeform 3309">
              <a:extLst>
                <a:ext uri="{FF2B5EF4-FFF2-40B4-BE49-F238E27FC236}">
                  <a16:creationId xmlns:a16="http://schemas.microsoft.com/office/drawing/2014/main" id="{1C92446B-3533-896C-8AF7-6A4E2D5BD01F}"/>
                </a:ext>
              </a:extLst>
            </p:cNvPr>
            <p:cNvSpPr>
              <a:spLocks/>
            </p:cNvSpPr>
            <p:nvPr/>
          </p:nvSpPr>
          <p:spPr bwMode="auto">
            <a:xfrm rot="5094805">
              <a:off x="3079791" y="5767234"/>
              <a:ext cx="9140" cy="0"/>
            </a:xfrm>
            <a:custGeom>
              <a:avLst/>
              <a:gdLst>
                <a:gd name="T0" fmla="*/ 3 w 3"/>
                <a:gd name="T1" fmla="*/ 1 w 3"/>
                <a:gd name="T2" fmla="*/ 0 w 3"/>
                <a:gd name="T3" fmla="*/ 2 w 3"/>
                <a:gd name="T4" fmla="*/ 3 w 3"/>
              </a:gdLst>
              <a:ahLst/>
              <a:cxnLst>
                <a:cxn ang="0">
                  <a:pos x="T0" y="0"/>
                </a:cxn>
                <a:cxn ang="0">
                  <a:pos x="T1" y="0"/>
                </a:cxn>
                <a:cxn ang="0">
                  <a:pos x="T2" y="0"/>
                </a:cxn>
                <a:cxn ang="0">
                  <a:pos x="T3" y="0"/>
                </a:cxn>
                <a:cxn ang="0">
                  <a:pos x="T4" y="0"/>
                </a:cxn>
              </a:cxnLst>
              <a:rect l="0" t="0" r="r" b="b"/>
              <a:pathLst>
                <a:path w="3">
                  <a:moveTo>
                    <a:pt x="3" y="0"/>
                  </a:moveTo>
                  <a:cubicBezTo>
                    <a:pt x="2" y="0"/>
                    <a:pt x="2" y="0"/>
                    <a:pt x="1" y="0"/>
                  </a:cubicBezTo>
                  <a:cubicBezTo>
                    <a:pt x="0" y="0"/>
                    <a:pt x="0" y="0"/>
                    <a:pt x="0" y="0"/>
                  </a:cubicBezTo>
                  <a:cubicBezTo>
                    <a:pt x="1" y="0"/>
                    <a:pt x="1" y="0"/>
                    <a:pt x="2" y="0"/>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5" name="Freeform 3310">
              <a:extLst>
                <a:ext uri="{FF2B5EF4-FFF2-40B4-BE49-F238E27FC236}">
                  <a16:creationId xmlns:a16="http://schemas.microsoft.com/office/drawing/2014/main" id="{87D46712-BCA3-0584-DF45-82BE488884A4}"/>
                </a:ext>
              </a:extLst>
            </p:cNvPr>
            <p:cNvSpPr>
              <a:spLocks/>
            </p:cNvSpPr>
            <p:nvPr/>
          </p:nvSpPr>
          <p:spPr bwMode="auto">
            <a:xfrm rot="5094805">
              <a:off x="3099393" y="5960586"/>
              <a:ext cx="6856" cy="2286"/>
            </a:xfrm>
            <a:custGeom>
              <a:avLst/>
              <a:gdLst>
                <a:gd name="T0" fmla="*/ 3 w 3"/>
                <a:gd name="T1" fmla="*/ 0 h 1"/>
                <a:gd name="T2" fmla="*/ 1 w 3"/>
                <a:gd name="T3" fmla="*/ 1 h 1"/>
                <a:gd name="T4" fmla="*/ 0 w 3"/>
                <a:gd name="T5" fmla="*/ 0 h 1"/>
                <a:gd name="T6" fmla="*/ 2 w 3"/>
                <a:gd name="T7" fmla="*/ 0 h 1"/>
                <a:gd name="T8" fmla="*/ 3 w 3"/>
                <a:gd name="T9" fmla="*/ 0 h 1"/>
              </a:gdLst>
              <a:ahLst/>
              <a:cxnLst>
                <a:cxn ang="0">
                  <a:pos x="T0" y="T1"/>
                </a:cxn>
                <a:cxn ang="0">
                  <a:pos x="T2" y="T3"/>
                </a:cxn>
                <a:cxn ang="0">
                  <a:pos x="T4" y="T5"/>
                </a:cxn>
                <a:cxn ang="0">
                  <a:pos x="T6" y="T7"/>
                </a:cxn>
                <a:cxn ang="0">
                  <a:pos x="T8" y="T9"/>
                </a:cxn>
              </a:cxnLst>
              <a:rect l="0" t="0" r="r" b="b"/>
              <a:pathLst>
                <a:path w="3" h="1">
                  <a:moveTo>
                    <a:pt x="3" y="0"/>
                  </a:moveTo>
                  <a:cubicBezTo>
                    <a:pt x="2" y="1"/>
                    <a:pt x="2" y="1"/>
                    <a:pt x="1" y="1"/>
                  </a:cubicBezTo>
                  <a:cubicBezTo>
                    <a:pt x="1" y="1"/>
                    <a:pt x="0" y="1"/>
                    <a:pt x="0" y="0"/>
                  </a:cubicBezTo>
                  <a:cubicBezTo>
                    <a:pt x="1" y="0"/>
                    <a:pt x="1" y="0"/>
                    <a:pt x="2" y="0"/>
                  </a:cubicBezTo>
                  <a:cubicBezTo>
                    <a:pt x="3"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6" name="Freeform 3311">
              <a:extLst>
                <a:ext uri="{FF2B5EF4-FFF2-40B4-BE49-F238E27FC236}">
                  <a16:creationId xmlns:a16="http://schemas.microsoft.com/office/drawing/2014/main" id="{D3046492-9C45-241D-2DE7-663F4D67E39A}"/>
                </a:ext>
              </a:extLst>
            </p:cNvPr>
            <p:cNvSpPr>
              <a:spLocks/>
            </p:cNvSpPr>
            <p:nvPr/>
          </p:nvSpPr>
          <p:spPr bwMode="auto">
            <a:xfrm rot="5094805">
              <a:off x="3138129" y="6150880"/>
              <a:ext cx="9140" cy="2286"/>
            </a:xfrm>
            <a:custGeom>
              <a:avLst/>
              <a:gdLst>
                <a:gd name="T0" fmla="*/ 3 w 4"/>
                <a:gd name="T1" fmla="*/ 0 h 1"/>
                <a:gd name="T2" fmla="*/ 4 w 4"/>
                <a:gd name="T3" fmla="*/ 1 h 1"/>
                <a:gd name="T4" fmla="*/ 2 w 4"/>
                <a:gd name="T5" fmla="*/ 1 h 1"/>
                <a:gd name="T6" fmla="*/ 0 w 4"/>
                <a:gd name="T7" fmla="*/ 1 h 1"/>
                <a:gd name="T8" fmla="*/ 3 w 4"/>
                <a:gd name="T9" fmla="*/ 0 h 1"/>
              </a:gdLst>
              <a:ahLst/>
              <a:cxnLst>
                <a:cxn ang="0">
                  <a:pos x="T0" y="T1"/>
                </a:cxn>
                <a:cxn ang="0">
                  <a:pos x="T2" y="T3"/>
                </a:cxn>
                <a:cxn ang="0">
                  <a:pos x="T4" y="T5"/>
                </a:cxn>
                <a:cxn ang="0">
                  <a:pos x="T6" y="T7"/>
                </a:cxn>
                <a:cxn ang="0">
                  <a:pos x="T8" y="T9"/>
                </a:cxn>
              </a:cxnLst>
              <a:rect l="0" t="0" r="r" b="b"/>
              <a:pathLst>
                <a:path w="4" h="1">
                  <a:moveTo>
                    <a:pt x="3" y="0"/>
                  </a:moveTo>
                  <a:cubicBezTo>
                    <a:pt x="3" y="0"/>
                    <a:pt x="3" y="0"/>
                    <a:pt x="4" y="1"/>
                  </a:cubicBezTo>
                  <a:cubicBezTo>
                    <a:pt x="3" y="1"/>
                    <a:pt x="2" y="1"/>
                    <a:pt x="2" y="1"/>
                  </a:cubicBezTo>
                  <a:cubicBezTo>
                    <a:pt x="1" y="1"/>
                    <a:pt x="1" y="1"/>
                    <a:pt x="0"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7" name="Freeform 3312">
              <a:extLst>
                <a:ext uri="{FF2B5EF4-FFF2-40B4-BE49-F238E27FC236}">
                  <a16:creationId xmlns:a16="http://schemas.microsoft.com/office/drawing/2014/main" id="{0DE30655-DD59-8E72-861C-76235B69B43E}"/>
                </a:ext>
              </a:extLst>
            </p:cNvPr>
            <p:cNvSpPr>
              <a:spLocks/>
            </p:cNvSpPr>
            <p:nvPr/>
          </p:nvSpPr>
          <p:spPr bwMode="auto">
            <a:xfrm rot="5094805">
              <a:off x="3209973" y="6339475"/>
              <a:ext cx="9140" cy="2286"/>
            </a:xfrm>
            <a:custGeom>
              <a:avLst/>
              <a:gdLst>
                <a:gd name="T0" fmla="*/ 0 w 3"/>
                <a:gd name="T1" fmla="*/ 1 h 1"/>
                <a:gd name="T2" fmla="*/ 2 w 3"/>
                <a:gd name="T3" fmla="*/ 0 h 1"/>
                <a:gd name="T4" fmla="*/ 3 w 3"/>
                <a:gd name="T5" fmla="*/ 0 h 1"/>
                <a:gd name="T6" fmla="*/ 3 w 3"/>
                <a:gd name="T7" fmla="*/ 1 h 1"/>
                <a:gd name="T8" fmla="*/ 0 w 3"/>
                <a:gd name="T9" fmla="*/ 1 h 1"/>
              </a:gdLst>
              <a:ahLst/>
              <a:cxnLst>
                <a:cxn ang="0">
                  <a:pos x="T0" y="T1"/>
                </a:cxn>
                <a:cxn ang="0">
                  <a:pos x="T2" y="T3"/>
                </a:cxn>
                <a:cxn ang="0">
                  <a:pos x="T4" y="T5"/>
                </a:cxn>
                <a:cxn ang="0">
                  <a:pos x="T6" y="T7"/>
                </a:cxn>
                <a:cxn ang="0">
                  <a:pos x="T8" y="T9"/>
                </a:cxn>
              </a:cxnLst>
              <a:rect l="0" t="0" r="r" b="b"/>
              <a:pathLst>
                <a:path w="3" h="1">
                  <a:moveTo>
                    <a:pt x="0" y="1"/>
                  </a:moveTo>
                  <a:cubicBezTo>
                    <a:pt x="1" y="1"/>
                    <a:pt x="2" y="0"/>
                    <a:pt x="2" y="0"/>
                  </a:cubicBezTo>
                  <a:cubicBezTo>
                    <a:pt x="3" y="0"/>
                    <a:pt x="3" y="0"/>
                    <a:pt x="3" y="0"/>
                  </a:cubicBezTo>
                  <a:cubicBezTo>
                    <a:pt x="3" y="0"/>
                    <a:pt x="3" y="1"/>
                    <a:pt x="3" y="1"/>
                  </a:cubicBezTo>
                  <a:cubicBezTo>
                    <a:pt x="2" y="1"/>
                    <a:pt x="1"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8" name="Freeform 3313">
              <a:extLst>
                <a:ext uri="{FF2B5EF4-FFF2-40B4-BE49-F238E27FC236}">
                  <a16:creationId xmlns:a16="http://schemas.microsoft.com/office/drawing/2014/main" id="{58CBC26D-5E24-6A05-1FDA-88FF57CE3933}"/>
                </a:ext>
              </a:extLst>
            </p:cNvPr>
            <p:cNvSpPr>
              <a:spLocks/>
            </p:cNvSpPr>
            <p:nvPr/>
          </p:nvSpPr>
          <p:spPr bwMode="auto">
            <a:xfrm rot="5094805">
              <a:off x="3310266" y="6524397"/>
              <a:ext cx="9140" cy="4570"/>
            </a:xfrm>
            <a:custGeom>
              <a:avLst/>
              <a:gdLst>
                <a:gd name="T0" fmla="*/ 4 w 4"/>
                <a:gd name="T1" fmla="*/ 0 h 2"/>
                <a:gd name="T2" fmla="*/ 1 w 4"/>
                <a:gd name="T3" fmla="*/ 1 h 2"/>
                <a:gd name="T4" fmla="*/ 0 w 4"/>
                <a:gd name="T5" fmla="*/ 2 h 2"/>
                <a:gd name="T6" fmla="*/ 3 w 4"/>
                <a:gd name="T7" fmla="*/ 0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3" y="0"/>
                    <a:pt x="2" y="1"/>
                    <a:pt x="1" y="1"/>
                  </a:cubicBezTo>
                  <a:cubicBezTo>
                    <a:pt x="1" y="2"/>
                    <a:pt x="0" y="2"/>
                    <a:pt x="0" y="2"/>
                  </a:cubicBezTo>
                  <a:cubicBezTo>
                    <a:pt x="1" y="1"/>
                    <a:pt x="2" y="1"/>
                    <a:pt x="3"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9" name="Freeform 3314">
              <a:extLst>
                <a:ext uri="{FF2B5EF4-FFF2-40B4-BE49-F238E27FC236}">
                  <a16:creationId xmlns:a16="http://schemas.microsoft.com/office/drawing/2014/main" id="{74F282D9-23C1-E338-C58D-0A5127FF6648}"/>
                </a:ext>
              </a:extLst>
            </p:cNvPr>
            <p:cNvSpPr>
              <a:spLocks/>
            </p:cNvSpPr>
            <p:nvPr/>
          </p:nvSpPr>
          <p:spPr bwMode="auto">
            <a:xfrm rot="5094805">
              <a:off x="3438709" y="6703473"/>
              <a:ext cx="6856" cy="6856"/>
            </a:xfrm>
            <a:custGeom>
              <a:avLst/>
              <a:gdLst>
                <a:gd name="T0" fmla="*/ 3 w 3"/>
                <a:gd name="T1" fmla="*/ 1 h 2"/>
                <a:gd name="T2" fmla="*/ 0 w 3"/>
                <a:gd name="T3" fmla="*/ 2 h 2"/>
                <a:gd name="T4" fmla="*/ 1 w 3"/>
                <a:gd name="T5" fmla="*/ 1 h 2"/>
                <a:gd name="T6" fmla="*/ 3 w 3"/>
                <a:gd name="T7" fmla="*/ 0 h 2"/>
                <a:gd name="T8" fmla="*/ 3 w 3"/>
                <a:gd name="T9" fmla="*/ 1 h 2"/>
              </a:gdLst>
              <a:ahLst/>
              <a:cxnLst>
                <a:cxn ang="0">
                  <a:pos x="T0" y="T1"/>
                </a:cxn>
                <a:cxn ang="0">
                  <a:pos x="T2" y="T3"/>
                </a:cxn>
                <a:cxn ang="0">
                  <a:pos x="T4" y="T5"/>
                </a:cxn>
                <a:cxn ang="0">
                  <a:pos x="T6" y="T7"/>
                </a:cxn>
                <a:cxn ang="0">
                  <a:pos x="T8" y="T9"/>
                </a:cxn>
              </a:cxnLst>
              <a:rect l="0" t="0" r="r" b="b"/>
              <a:pathLst>
                <a:path w="3" h="2">
                  <a:moveTo>
                    <a:pt x="3" y="1"/>
                  </a:moveTo>
                  <a:cubicBezTo>
                    <a:pt x="2" y="1"/>
                    <a:pt x="1" y="2"/>
                    <a:pt x="0" y="2"/>
                  </a:cubicBezTo>
                  <a:cubicBezTo>
                    <a:pt x="0" y="2"/>
                    <a:pt x="1" y="1"/>
                    <a:pt x="1" y="1"/>
                  </a:cubicBezTo>
                  <a:cubicBezTo>
                    <a:pt x="2" y="1"/>
                    <a:pt x="3" y="0"/>
                    <a:pt x="3" y="0"/>
                  </a:cubicBezTo>
                  <a:cubicBezTo>
                    <a:pt x="3"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0" name="Freeform 3336">
              <a:extLst>
                <a:ext uri="{FF2B5EF4-FFF2-40B4-BE49-F238E27FC236}">
                  <a16:creationId xmlns:a16="http://schemas.microsoft.com/office/drawing/2014/main" id="{D93A6DFE-E5CC-F832-A6AB-6A6B87EA34C0}"/>
                </a:ext>
              </a:extLst>
            </p:cNvPr>
            <p:cNvSpPr>
              <a:spLocks/>
            </p:cNvSpPr>
            <p:nvPr/>
          </p:nvSpPr>
          <p:spPr bwMode="auto">
            <a:xfrm rot="5094805">
              <a:off x="2049051" y="-3252"/>
              <a:ext cx="6856" cy="4570"/>
            </a:xfrm>
            <a:custGeom>
              <a:avLst/>
              <a:gdLst>
                <a:gd name="T0" fmla="*/ 3 w 3"/>
                <a:gd name="T1" fmla="*/ 0 h 2"/>
                <a:gd name="T2" fmla="*/ 1 w 3"/>
                <a:gd name="T3" fmla="*/ 2 h 2"/>
                <a:gd name="T4" fmla="*/ 0 w 3"/>
                <a:gd name="T5" fmla="*/ 2 h 2"/>
                <a:gd name="T6" fmla="*/ 2 w 3"/>
                <a:gd name="T7" fmla="*/ 0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2" y="1"/>
                    <a:pt x="2" y="1"/>
                    <a:pt x="1" y="2"/>
                  </a:cubicBezTo>
                  <a:cubicBezTo>
                    <a:pt x="1" y="2"/>
                    <a:pt x="0" y="2"/>
                    <a:pt x="0" y="2"/>
                  </a:cubicBezTo>
                  <a:cubicBezTo>
                    <a:pt x="0" y="2"/>
                    <a:pt x="1" y="1"/>
                    <a:pt x="2" y="0"/>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1" name="Freeform 3337">
              <a:extLst>
                <a:ext uri="{FF2B5EF4-FFF2-40B4-BE49-F238E27FC236}">
                  <a16:creationId xmlns:a16="http://schemas.microsoft.com/office/drawing/2014/main" id="{8D45CFA4-2D87-B8C1-2182-B96E6E8FFE62}"/>
                </a:ext>
              </a:extLst>
            </p:cNvPr>
            <p:cNvSpPr>
              <a:spLocks/>
            </p:cNvSpPr>
            <p:nvPr/>
          </p:nvSpPr>
          <p:spPr bwMode="auto">
            <a:xfrm rot="5094805">
              <a:off x="2171592" y="174995"/>
              <a:ext cx="9140" cy="4570"/>
            </a:xfrm>
            <a:custGeom>
              <a:avLst/>
              <a:gdLst>
                <a:gd name="T0" fmla="*/ 3 w 3"/>
                <a:gd name="T1" fmla="*/ 0 h 2"/>
                <a:gd name="T2" fmla="*/ 1 w 3"/>
                <a:gd name="T3" fmla="*/ 2 h 2"/>
                <a:gd name="T4" fmla="*/ 0 w 3"/>
                <a:gd name="T5" fmla="*/ 2 h 2"/>
                <a:gd name="T6" fmla="*/ 2 w 3"/>
                <a:gd name="T7" fmla="*/ 1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3" y="1"/>
                    <a:pt x="2" y="2"/>
                    <a:pt x="1" y="2"/>
                  </a:cubicBezTo>
                  <a:cubicBezTo>
                    <a:pt x="1" y="2"/>
                    <a:pt x="0" y="2"/>
                    <a:pt x="0" y="2"/>
                  </a:cubicBezTo>
                  <a:cubicBezTo>
                    <a:pt x="1" y="2"/>
                    <a:pt x="1" y="1"/>
                    <a:pt x="2" y="1"/>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2" name="Freeform 3338">
              <a:extLst>
                <a:ext uri="{FF2B5EF4-FFF2-40B4-BE49-F238E27FC236}">
                  <a16:creationId xmlns:a16="http://schemas.microsoft.com/office/drawing/2014/main" id="{907D901A-A857-52D1-847B-1547C6CA5CC1}"/>
                </a:ext>
              </a:extLst>
            </p:cNvPr>
            <p:cNvSpPr>
              <a:spLocks/>
            </p:cNvSpPr>
            <p:nvPr/>
          </p:nvSpPr>
          <p:spPr bwMode="auto">
            <a:xfrm rot="5094805">
              <a:off x="2290720" y="352403"/>
              <a:ext cx="11426" cy="6856"/>
            </a:xfrm>
            <a:custGeom>
              <a:avLst/>
              <a:gdLst>
                <a:gd name="T0" fmla="*/ 4 w 4"/>
                <a:gd name="T1" fmla="*/ 1 h 3"/>
                <a:gd name="T2" fmla="*/ 1 w 4"/>
                <a:gd name="T3" fmla="*/ 2 h 3"/>
                <a:gd name="T4" fmla="*/ 0 w 4"/>
                <a:gd name="T5" fmla="*/ 2 h 3"/>
                <a:gd name="T6" fmla="*/ 3 w 4"/>
                <a:gd name="T7" fmla="*/ 1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1"/>
                    <a:pt x="2" y="2"/>
                    <a:pt x="1" y="2"/>
                  </a:cubicBezTo>
                  <a:cubicBezTo>
                    <a:pt x="1" y="3"/>
                    <a:pt x="1" y="2"/>
                    <a:pt x="0" y="2"/>
                  </a:cubicBezTo>
                  <a:cubicBezTo>
                    <a:pt x="1" y="2"/>
                    <a:pt x="2" y="1"/>
                    <a:pt x="3" y="1"/>
                  </a:cubicBezTo>
                  <a:cubicBezTo>
                    <a:pt x="3"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3" name="Freeform 3339">
              <a:extLst>
                <a:ext uri="{FF2B5EF4-FFF2-40B4-BE49-F238E27FC236}">
                  <a16:creationId xmlns:a16="http://schemas.microsoft.com/office/drawing/2014/main" id="{0DE6C99A-145F-28A8-F225-1251AED540F9}"/>
                </a:ext>
              </a:extLst>
            </p:cNvPr>
            <p:cNvSpPr>
              <a:spLocks/>
            </p:cNvSpPr>
            <p:nvPr/>
          </p:nvSpPr>
          <p:spPr bwMode="auto">
            <a:xfrm rot="5094805">
              <a:off x="2409963" y="532395"/>
              <a:ext cx="6856" cy="6856"/>
            </a:xfrm>
            <a:custGeom>
              <a:avLst/>
              <a:gdLst>
                <a:gd name="T0" fmla="*/ 3 w 3"/>
                <a:gd name="T1" fmla="*/ 1 h 3"/>
                <a:gd name="T2" fmla="*/ 0 w 3"/>
                <a:gd name="T3" fmla="*/ 3 h 3"/>
                <a:gd name="T4" fmla="*/ 0 w 3"/>
                <a:gd name="T5" fmla="*/ 2 h 3"/>
                <a:gd name="T6" fmla="*/ 2 w 3"/>
                <a:gd name="T7" fmla="*/ 0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2"/>
                    <a:pt x="1" y="2"/>
                    <a:pt x="0" y="3"/>
                  </a:cubicBezTo>
                  <a:cubicBezTo>
                    <a:pt x="0" y="3"/>
                    <a:pt x="0" y="3"/>
                    <a:pt x="0" y="2"/>
                  </a:cubicBezTo>
                  <a:cubicBezTo>
                    <a:pt x="0" y="2"/>
                    <a:pt x="1" y="1"/>
                    <a:pt x="2" y="0"/>
                  </a:cubicBezTo>
                  <a:cubicBezTo>
                    <a:pt x="2" y="0"/>
                    <a:pt x="2"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4" name="Freeform 3340">
              <a:extLst>
                <a:ext uri="{FF2B5EF4-FFF2-40B4-BE49-F238E27FC236}">
                  <a16:creationId xmlns:a16="http://schemas.microsoft.com/office/drawing/2014/main" id="{C775B82A-DCCC-A075-D212-1D11C5061C78}"/>
                </a:ext>
              </a:extLst>
            </p:cNvPr>
            <p:cNvSpPr>
              <a:spLocks/>
            </p:cNvSpPr>
            <p:nvPr/>
          </p:nvSpPr>
          <p:spPr bwMode="auto">
            <a:xfrm rot="5094805">
              <a:off x="2524443" y="710314"/>
              <a:ext cx="6856" cy="6856"/>
            </a:xfrm>
            <a:custGeom>
              <a:avLst/>
              <a:gdLst>
                <a:gd name="T0" fmla="*/ 3 w 3"/>
                <a:gd name="T1" fmla="*/ 1 h 3"/>
                <a:gd name="T2" fmla="*/ 1 w 3"/>
                <a:gd name="T3" fmla="*/ 3 h 3"/>
                <a:gd name="T4" fmla="*/ 0 w 3"/>
                <a:gd name="T5" fmla="*/ 2 h 3"/>
                <a:gd name="T6" fmla="*/ 2 w 3"/>
                <a:gd name="T7" fmla="*/ 0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2"/>
                    <a:pt x="1" y="2"/>
                    <a:pt x="1" y="3"/>
                  </a:cubicBezTo>
                  <a:cubicBezTo>
                    <a:pt x="0" y="3"/>
                    <a:pt x="0" y="3"/>
                    <a:pt x="0" y="2"/>
                  </a:cubicBezTo>
                  <a:cubicBezTo>
                    <a:pt x="0" y="2"/>
                    <a:pt x="1" y="1"/>
                    <a:pt x="2" y="0"/>
                  </a:cubicBezTo>
                  <a:cubicBezTo>
                    <a:pt x="2"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5" name="Freeform 3341">
              <a:extLst>
                <a:ext uri="{FF2B5EF4-FFF2-40B4-BE49-F238E27FC236}">
                  <a16:creationId xmlns:a16="http://schemas.microsoft.com/office/drawing/2014/main" id="{B596E173-80D5-7B5C-859E-C6584D74E30B}"/>
                </a:ext>
              </a:extLst>
            </p:cNvPr>
            <p:cNvSpPr>
              <a:spLocks/>
            </p:cNvSpPr>
            <p:nvPr/>
          </p:nvSpPr>
          <p:spPr bwMode="auto">
            <a:xfrm rot="5094805">
              <a:off x="2636646" y="888435"/>
              <a:ext cx="6856" cy="6856"/>
            </a:xfrm>
            <a:custGeom>
              <a:avLst/>
              <a:gdLst>
                <a:gd name="T0" fmla="*/ 3 w 3"/>
                <a:gd name="T1" fmla="*/ 1 h 3"/>
                <a:gd name="T2" fmla="*/ 1 w 3"/>
                <a:gd name="T3" fmla="*/ 3 h 3"/>
                <a:gd name="T4" fmla="*/ 0 w 3"/>
                <a:gd name="T5" fmla="*/ 2 h 3"/>
                <a:gd name="T6" fmla="*/ 2 w 3"/>
                <a:gd name="T7" fmla="*/ 0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2"/>
                    <a:pt x="2" y="3"/>
                    <a:pt x="1" y="3"/>
                  </a:cubicBezTo>
                  <a:cubicBezTo>
                    <a:pt x="1" y="3"/>
                    <a:pt x="0" y="3"/>
                    <a:pt x="0" y="2"/>
                  </a:cubicBezTo>
                  <a:cubicBezTo>
                    <a:pt x="1" y="2"/>
                    <a:pt x="2" y="1"/>
                    <a:pt x="2" y="0"/>
                  </a:cubicBezTo>
                  <a:cubicBezTo>
                    <a:pt x="3"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6" name="Freeform 3342">
              <a:extLst>
                <a:ext uri="{FF2B5EF4-FFF2-40B4-BE49-F238E27FC236}">
                  <a16:creationId xmlns:a16="http://schemas.microsoft.com/office/drawing/2014/main" id="{4F9416F4-DAD4-B2D6-01F6-5F49C0E67720}"/>
                </a:ext>
              </a:extLst>
            </p:cNvPr>
            <p:cNvSpPr>
              <a:spLocks/>
            </p:cNvSpPr>
            <p:nvPr/>
          </p:nvSpPr>
          <p:spPr bwMode="auto">
            <a:xfrm rot="5094805">
              <a:off x="2743256" y="1068100"/>
              <a:ext cx="9140" cy="6856"/>
            </a:xfrm>
            <a:custGeom>
              <a:avLst/>
              <a:gdLst>
                <a:gd name="T0" fmla="*/ 4 w 4"/>
                <a:gd name="T1" fmla="*/ 1 h 3"/>
                <a:gd name="T2" fmla="*/ 1 w 4"/>
                <a:gd name="T3" fmla="*/ 3 h 3"/>
                <a:gd name="T4" fmla="*/ 0 w 4"/>
                <a:gd name="T5" fmla="*/ 2 h 3"/>
                <a:gd name="T6" fmla="*/ 3 w 4"/>
                <a:gd name="T7" fmla="*/ 0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2"/>
                    <a:pt x="2" y="2"/>
                    <a:pt x="1" y="3"/>
                  </a:cubicBezTo>
                  <a:cubicBezTo>
                    <a:pt x="1" y="3"/>
                    <a:pt x="1" y="2"/>
                    <a:pt x="0" y="2"/>
                  </a:cubicBezTo>
                  <a:cubicBezTo>
                    <a:pt x="1" y="1"/>
                    <a:pt x="2" y="0"/>
                    <a:pt x="3" y="0"/>
                  </a:cubicBezTo>
                  <a:cubicBezTo>
                    <a:pt x="3" y="0"/>
                    <a:pt x="3" y="0"/>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7" name="Freeform 3343">
              <a:extLst>
                <a:ext uri="{FF2B5EF4-FFF2-40B4-BE49-F238E27FC236}">
                  <a16:creationId xmlns:a16="http://schemas.microsoft.com/office/drawing/2014/main" id="{A9BB87DF-EA97-F6B9-2E05-555D1DA9980E}"/>
                </a:ext>
              </a:extLst>
            </p:cNvPr>
            <p:cNvSpPr>
              <a:spLocks/>
            </p:cNvSpPr>
            <p:nvPr/>
          </p:nvSpPr>
          <p:spPr bwMode="auto">
            <a:xfrm rot="5094805">
              <a:off x="2851014" y="1246723"/>
              <a:ext cx="6856" cy="9140"/>
            </a:xfrm>
            <a:custGeom>
              <a:avLst/>
              <a:gdLst>
                <a:gd name="T0" fmla="*/ 3 w 3"/>
                <a:gd name="T1" fmla="*/ 2 h 4"/>
                <a:gd name="T2" fmla="*/ 1 w 3"/>
                <a:gd name="T3" fmla="*/ 4 h 4"/>
                <a:gd name="T4" fmla="*/ 0 w 3"/>
                <a:gd name="T5" fmla="*/ 3 h 4"/>
                <a:gd name="T6" fmla="*/ 2 w 3"/>
                <a:gd name="T7" fmla="*/ 1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3"/>
                    <a:pt x="2" y="4"/>
                    <a:pt x="1" y="4"/>
                  </a:cubicBezTo>
                  <a:cubicBezTo>
                    <a:pt x="1" y="4"/>
                    <a:pt x="0" y="3"/>
                    <a:pt x="0" y="3"/>
                  </a:cubicBezTo>
                  <a:cubicBezTo>
                    <a:pt x="1" y="2"/>
                    <a:pt x="2" y="1"/>
                    <a:pt x="2" y="1"/>
                  </a:cubicBezTo>
                  <a:cubicBezTo>
                    <a:pt x="3"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8" name="Freeform 3344">
              <a:extLst>
                <a:ext uri="{FF2B5EF4-FFF2-40B4-BE49-F238E27FC236}">
                  <a16:creationId xmlns:a16="http://schemas.microsoft.com/office/drawing/2014/main" id="{BCD7C916-F330-378A-3C33-9BB12126723F}"/>
                </a:ext>
              </a:extLst>
            </p:cNvPr>
            <p:cNvSpPr>
              <a:spLocks/>
            </p:cNvSpPr>
            <p:nvPr/>
          </p:nvSpPr>
          <p:spPr bwMode="auto">
            <a:xfrm rot="5094805">
              <a:off x="2948723" y="1429474"/>
              <a:ext cx="9140" cy="9140"/>
            </a:xfrm>
            <a:custGeom>
              <a:avLst/>
              <a:gdLst>
                <a:gd name="T0" fmla="*/ 3 w 3"/>
                <a:gd name="T1" fmla="*/ 1 h 4"/>
                <a:gd name="T2" fmla="*/ 1 w 3"/>
                <a:gd name="T3" fmla="*/ 3 h 4"/>
                <a:gd name="T4" fmla="*/ 0 w 3"/>
                <a:gd name="T5" fmla="*/ 2 h 4"/>
                <a:gd name="T6" fmla="*/ 2 w 3"/>
                <a:gd name="T7" fmla="*/ 0 h 4"/>
                <a:gd name="T8" fmla="*/ 3 w 3"/>
                <a:gd name="T9" fmla="*/ 1 h 4"/>
              </a:gdLst>
              <a:ahLst/>
              <a:cxnLst>
                <a:cxn ang="0">
                  <a:pos x="T0" y="T1"/>
                </a:cxn>
                <a:cxn ang="0">
                  <a:pos x="T2" y="T3"/>
                </a:cxn>
                <a:cxn ang="0">
                  <a:pos x="T4" y="T5"/>
                </a:cxn>
                <a:cxn ang="0">
                  <a:pos x="T6" y="T7"/>
                </a:cxn>
                <a:cxn ang="0">
                  <a:pos x="T8" y="T9"/>
                </a:cxn>
              </a:cxnLst>
              <a:rect l="0" t="0" r="r" b="b"/>
              <a:pathLst>
                <a:path w="3" h="4">
                  <a:moveTo>
                    <a:pt x="3" y="1"/>
                  </a:moveTo>
                  <a:cubicBezTo>
                    <a:pt x="2" y="2"/>
                    <a:pt x="2" y="3"/>
                    <a:pt x="1" y="3"/>
                  </a:cubicBezTo>
                  <a:cubicBezTo>
                    <a:pt x="1" y="4"/>
                    <a:pt x="0" y="3"/>
                    <a:pt x="0" y="2"/>
                  </a:cubicBezTo>
                  <a:cubicBezTo>
                    <a:pt x="0" y="1"/>
                    <a:pt x="1" y="0"/>
                    <a:pt x="2" y="0"/>
                  </a:cubicBezTo>
                  <a:cubicBezTo>
                    <a:pt x="2" y="0"/>
                    <a:pt x="3" y="0"/>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9" name="Freeform 3345">
              <a:extLst>
                <a:ext uri="{FF2B5EF4-FFF2-40B4-BE49-F238E27FC236}">
                  <a16:creationId xmlns:a16="http://schemas.microsoft.com/office/drawing/2014/main" id="{679F1092-EC20-7C91-2FE7-6DC6A64E1182}"/>
                </a:ext>
              </a:extLst>
            </p:cNvPr>
            <p:cNvSpPr>
              <a:spLocks/>
            </p:cNvSpPr>
            <p:nvPr/>
          </p:nvSpPr>
          <p:spPr bwMode="auto">
            <a:xfrm rot="5094805">
              <a:off x="3045301" y="1611387"/>
              <a:ext cx="6856" cy="11426"/>
            </a:xfrm>
            <a:custGeom>
              <a:avLst/>
              <a:gdLst>
                <a:gd name="T0" fmla="*/ 3 w 3"/>
                <a:gd name="T1" fmla="*/ 2 h 4"/>
                <a:gd name="T2" fmla="*/ 1 w 3"/>
                <a:gd name="T3" fmla="*/ 4 h 4"/>
                <a:gd name="T4" fmla="*/ 0 w 3"/>
                <a:gd name="T5" fmla="*/ 3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3"/>
                    <a:pt x="2" y="3"/>
                    <a:pt x="1" y="4"/>
                  </a:cubicBezTo>
                  <a:cubicBezTo>
                    <a:pt x="1" y="4"/>
                    <a:pt x="0" y="3"/>
                    <a:pt x="0" y="3"/>
                  </a:cubicBezTo>
                  <a:cubicBezTo>
                    <a:pt x="1" y="2"/>
                    <a:pt x="2" y="1"/>
                    <a:pt x="2" y="0"/>
                  </a:cubicBezTo>
                  <a:cubicBezTo>
                    <a:pt x="2"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0" name="Freeform 3346">
              <a:extLst>
                <a:ext uri="{FF2B5EF4-FFF2-40B4-BE49-F238E27FC236}">
                  <a16:creationId xmlns:a16="http://schemas.microsoft.com/office/drawing/2014/main" id="{F03EEB8D-9F0C-A506-335A-A2EAC3DE5ED2}"/>
                </a:ext>
              </a:extLst>
            </p:cNvPr>
            <p:cNvSpPr>
              <a:spLocks/>
            </p:cNvSpPr>
            <p:nvPr/>
          </p:nvSpPr>
          <p:spPr bwMode="auto">
            <a:xfrm rot="5094805">
              <a:off x="3130493" y="1796394"/>
              <a:ext cx="9140" cy="9140"/>
            </a:xfrm>
            <a:custGeom>
              <a:avLst/>
              <a:gdLst>
                <a:gd name="T0" fmla="*/ 4 w 4"/>
                <a:gd name="T1" fmla="*/ 1 h 4"/>
                <a:gd name="T2" fmla="*/ 1 w 4"/>
                <a:gd name="T3" fmla="*/ 4 h 4"/>
                <a:gd name="T4" fmla="*/ 0 w 4"/>
                <a:gd name="T5" fmla="*/ 3 h 4"/>
                <a:gd name="T6" fmla="*/ 3 w 4"/>
                <a:gd name="T7" fmla="*/ 0 h 4"/>
                <a:gd name="T8" fmla="*/ 4 w 4"/>
                <a:gd name="T9" fmla="*/ 1 h 4"/>
              </a:gdLst>
              <a:ahLst/>
              <a:cxnLst>
                <a:cxn ang="0">
                  <a:pos x="T0" y="T1"/>
                </a:cxn>
                <a:cxn ang="0">
                  <a:pos x="T2" y="T3"/>
                </a:cxn>
                <a:cxn ang="0">
                  <a:pos x="T4" y="T5"/>
                </a:cxn>
                <a:cxn ang="0">
                  <a:pos x="T6" y="T7"/>
                </a:cxn>
                <a:cxn ang="0">
                  <a:pos x="T8" y="T9"/>
                </a:cxn>
              </a:cxnLst>
              <a:rect l="0" t="0" r="r" b="b"/>
              <a:pathLst>
                <a:path w="4" h="4">
                  <a:moveTo>
                    <a:pt x="4" y="1"/>
                  </a:moveTo>
                  <a:cubicBezTo>
                    <a:pt x="3" y="2"/>
                    <a:pt x="2" y="3"/>
                    <a:pt x="1" y="4"/>
                  </a:cubicBezTo>
                  <a:cubicBezTo>
                    <a:pt x="1" y="4"/>
                    <a:pt x="1" y="3"/>
                    <a:pt x="0" y="3"/>
                  </a:cubicBezTo>
                  <a:cubicBezTo>
                    <a:pt x="1" y="2"/>
                    <a:pt x="2" y="1"/>
                    <a:pt x="3" y="0"/>
                  </a:cubicBezTo>
                  <a:cubicBezTo>
                    <a:pt x="3"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1" name="Freeform 3347">
              <a:extLst>
                <a:ext uri="{FF2B5EF4-FFF2-40B4-BE49-F238E27FC236}">
                  <a16:creationId xmlns:a16="http://schemas.microsoft.com/office/drawing/2014/main" id="{CA77D06B-D2CF-F282-B3E6-1945A681D27C}"/>
                </a:ext>
              </a:extLst>
            </p:cNvPr>
            <p:cNvSpPr>
              <a:spLocks/>
            </p:cNvSpPr>
            <p:nvPr/>
          </p:nvSpPr>
          <p:spPr bwMode="auto">
            <a:xfrm rot="5094805">
              <a:off x="3207823" y="1983349"/>
              <a:ext cx="9140" cy="6856"/>
            </a:xfrm>
            <a:custGeom>
              <a:avLst/>
              <a:gdLst>
                <a:gd name="T0" fmla="*/ 4 w 4"/>
                <a:gd name="T1" fmla="*/ 1 h 3"/>
                <a:gd name="T2" fmla="*/ 1 w 4"/>
                <a:gd name="T3" fmla="*/ 3 h 3"/>
                <a:gd name="T4" fmla="*/ 0 w 4"/>
                <a:gd name="T5" fmla="*/ 2 h 3"/>
                <a:gd name="T6" fmla="*/ 3 w 4"/>
                <a:gd name="T7" fmla="*/ 0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2"/>
                    <a:pt x="2" y="3"/>
                    <a:pt x="1" y="3"/>
                  </a:cubicBezTo>
                  <a:cubicBezTo>
                    <a:pt x="1" y="3"/>
                    <a:pt x="1" y="2"/>
                    <a:pt x="0" y="2"/>
                  </a:cubicBezTo>
                  <a:cubicBezTo>
                    <a:pt x="1" y="1"/>
                    <a:pt x="2" y="0"/>
                    <a:pt x="3" y="0"/>
                  </a:cubicBezTo>
                  <a:cubicBezTo>
                    <a:pt x="3"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2" name="Freeform 3348">
              <a:extLst>
                <a:ext uri="{FF2B5EF4-FFF2-40B4-BE49-F238E27FC236}">
                  <a16:creationId xmlns:a16="http://schemas.microsoft.com/office/drawing/2014/main" id="{EB9E1D1F-F3DF-DABF-551E-6474034245EF}"/>
                </a:ext>
              </a:extLst>
            </p:cNvPr>
            <p:cNvSpPr>
              <a:spLocks/>
            </p:cNvSpPr>
            <p:nvPr/>
          </p:nvSpPr>
          <p:spPr bwMode="auto">
            <a:xfrm rot="5094805">
              <a:off x="3267150" y="2171918"/>
              <a:ext cx="9140" cy="9140"/>
            </a:xfrm>
            <a:custGeom>
              <a:avLst/>
              <a:gdLst>
                <a:gd name="T0" fmla="*/ 3 w 3"/>
                <a:gd name="T1" fmla="*/ 2 h 4"/>
                <a:gd name="T2" fmla="*/ 1 w 3"/>
                <a:gd name="T3" fmla="*/ 4 h 4"/>
                <a:gd name="T4" fmla="*/ 0 w 3"/>
                <a:gd name="T5" fmla="*/ 2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2"/>
                    <a:pt x="1" y="3"/>
                    <a:pt x="1" y="4"/>
                  </a:cubicBezTo>
                  <a:cubicBezTo>
                    <a:pt x="0" y="4"/>
                    <a:pt x="0" y="3"/>
                    <a:pt x="0" y="2"/>
                  </a:cubicBezTo>
                  <a:cubicBezTo>
                    <a:pt x="0" y="1"/>
                    <a:pt x="1" y="1"/>
                    <a:pt x="2" y="0"/>
                  </a:cubicBezTo>
                  <a:cubicBezTo>
                    <a:pt x="2"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3" name="Freeform 3349">
              <a:extLst>
                <a:ext uri="{FF2B5EF4-FFF2-40B4-BE49-F238E27FC236}">
                  <a16:creationId xmlns:a16="http://schemas.microsoft.com/office/drawing/2014/main" id="{074F8407-7A71-BF79-6B42-E684C9A4275E}"/>
                </a:ext>
              </a:extLst>
            </p:cNvPr>
            <p:cNvSpPr>
              <a:spLocks/>
            </p:cNvSpPr>
            <p:nvPr/>
          </p:nvSpPr>
          <p:spPr bwMode="auto">
            <a:xfrm rot="5094805">
              <a:off x="3282296" y="2367855"/>
              <a:ext cx="9140" cy="9140"/>
            </a:xfrm>
            <a:custGeom>
              <a:avLst/>
              <a:gdLst>
                <a:gd name="T0" fmla="*/ 0 w 4"/>
                <a:gd name="T1" fmla="*/ 2 h 4"/>
                <a:gd name="T2" fmla="*/ 3 w 4"/>
                <a:gd name="T3" fmla="*/ 0 h 4"/>
                <a:gd name="T4" fmla="*/ 4 w 4"/>
                <a:gd name="T5" fmla="*/ 2 h 4"/>
                <a:gd name="T6" fmla="*/ 3 w 4"/>
                <a:gd name="T7" fmla="*/ 4 h 4"/>
                <a:gd name="T8" fmla="*/ 0 w 4"/>
                <a:gd name="T9" fmla="*/ 2 h 4"/>
              </a:gdLst>
              <a:ahLst/>
              <a:cxnLst>
                <a:cxn ang="0">
                  <a:pos x="T0" y="T1"/>
                </a:cxn>
                <a:cxn ang="0">
                  <a:pos x="T2" y="T3"/>
                </a:cxn>
                <a:cxn ang="0">
                  <a:pos x="T4" y="T5"/>
                </a:cxn>
                <a:cxn ang="0">
                  <a:pos x="T6" y="T7"/>
                </a:cxn>
                <a:cxn ang="0">
                  <a:pos x="T8" y="T9"/>
                </a:cxn>
              </a:cxnLst>
              <a:rect l="0" t="0" r="r" b="b"/>
              <a:pathLst>
                <a:path w="4" h="4">
                  <a:moveTo>
                    <a:pt x="0" y="2"/>
                  </a:moveTo>
                  <a:cubicBezTo>
                    <a:pt x="1" y="1"/>
                    <a:pt x="2" y="0"/>
                    <a:pt x="3" y="0"/>
                  </a:cubicBezTo>
                  <a:cubicBezTo>
                    <a:pt x="3" y="0"/>
                    <a:pt x="4" y="1"/>
                    <a:pt x="4" y="2"/>
                  </a:cubicBezTo>
                  <a:cubicBezTo>
                    <a:pt x="4" y="3"/>
                    <a:pt x="3" y="4"/>
                    <a:pt x="3" y="4"/>
                  </a:cubicBezTo>
                  <a:cubicBezTo>
                    <a:pt x="2" y="3"/>
                    <a:pt x="1"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4" name="Freeform 3350">
              <a:extLst>
                <a:ext uri="{FF2B5EF4-FFF2-40B4-BE49-F238E27FC236}">
                  <a16:creationId xmlns:a16="http://schemas.microsoft.com/office/drawing/2014/main" id="{CEBD4E50-E715-AE8B-D9D7-73E7227ECB69}"/>
                </a:ext>
              </a:extLst>
            </p:cNvPr>
            <p:cNvSpPr>
              <a:spLocks/>
            </p:cNvSpPr>
            <p:nvPr/>
          </p:nvSpPr>
          <p:spPr bwMode="auto">
            <a:xfrm rot="5094805">
              <a:off x="3270236" y="2568604"/>
              <a:ext cx="6856" cy="6856"/>
            </a:xfrm>
            <a:custGeom>
              <a:avLst/>
              <a:gdLst>
                <a:gd name="T0" fmla="*/ 3 w 3"/>
                <a:gd name="T1" fmla="*/ 2 h 3"/>
                <a:gd name="T2" fmla="*/ 1 w 3"/>
                <a:gd name="T3" fmla="*/ 3 h 3"/>
                <a:gd name="T4" fmla="*/ 0 w 3"/>
                <a:gd name="T5" fmla="*/ 1 h 3"/>
                <a:gd name="T6" fmla="*/ 2 w 3"/>
                <a:gd name="T7" fmla="*/ 0 h 3"/>
                <a:gd name="T8" fmla="*/ 3 w 3"/>
                <a:gd name="T9" fmla="*/ 2 h 3"/>
              </a:gdLst>
              <a:ahLst/>
              <a:cxnLst>
                <a:cxn ang="0">
                  <a:pos x="T0" y="T1"/>
                </a:cxn>
                <a:cxn ang="0">
                  <a:pos x="T2" y="T3"/>
                </a:cxn>
                <a:cxn ang="0">
                  <a:pos x="T4" y="T5"/>
                </a:cxn>
                <a:cxn ang="0">
                  <a:pos x="T6" y="T7"/>
                </a:cxn>
                <a:cxn ang="0">
                  <a:pos x="T8" y="T9"/>
                </a:cxn>
              </a:cxnLst>
              <a:rect l="0" t="0" r="r" b="b"/>
              <a:pathLst>
                <a:path w="3" h="3">
                  <a:moveTo>
                    <a:pt x="3" y="2"/>
                  </a:moveTo>
                  <a:cubicBezTo>
                    <a:pt x="3" y="2"/>
                    <a:pt x="2" y="3"/>
                    <a:pt x="1" y="3"/>
                  </a:cubicBezTo>
                  <a:cubicBezTo>
                    <a:pt x="1" y="3"/>
                    <a:pt x="0" y="2"/>
                    <a:pt x="0" y="1"/>
                  </a:cubicBezTo>
                  <a:cubicBezTo>
                    <a:pt x="1" y="1"/>
                    <a:pt x="1" y="0"/>
                    <a:pt x="2" y="0"/>
                  </a:cubicBezTo>
                  <a:cubicBezTo>
                    <a:pt x="2"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5" name="Freeform 3351">
              <a:extLst>
                <a:ext uri="{FF2B5EF4-FFF2-40B4-BE49-F238E27FC236}">
                  <a16:creationId xmlns:a16="http://schemas.microsoft.com/office/drawing/2014/main" id="{16A668A8-FCB5-AD27-F01E-59BAC549E4A9}"/>
                </a:ext>
              </a:extLst>
            </p:cNvPr>
            <p:cNvSpPr>
              <a:spLocks/>
            </p:cNvSpPr>
            <p:nvPr/>
          </p:nvSpPr>
          <p:spPr bwMode="auto">
            <a:xfrm rot="5094805">
              <a:off x="3240268" y="2770859"/>
              <a:ext cx="6856" cy="11426"/>
            </a:xfrm>
            <a:custGeom>
              <a:avLst/>
              <a:gdLst>
                <a:gd name="T0" fmla="*/ 3 w 3"/>
                <a:gd name="T1" fmla="*/ 2 h 4"/>
                <a:gd name="T2" fmla="*/ 1 w 3"/>
                <a:gd name="T3" fmla="*/ 4 h 4"/>
                <a:gd name="T4" fmla="*/ 0 w 3"/>
                <a:gd name="T5" fmla="*/ 1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3" y="3"/>
                    <a:pt x="2" y="4"/>
                    <a:pt x="1" y="4"/>
                  </a:cubicBezTo>
                  <a:cubicBezTo>
                    <a:pt x="1" y="4"/>
                    <a:pt x="0" y="2"/>
                    <a:pt x="0" y="1"/>
                  </a:cubicBezTo>
                  <a:cubicBezTo>
                    <a:pt x="1" y="1"/>
                    <a:pt x="1" y="0"/>
                    <a:pt x="2" y="0"/>
                  </a:cubicBezTo>
                  <a:cubicBezTo>
                    <a:pt x="3" y="0"/>
                    <a:pt x="3" y="2"/>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6" name="Freeform 3352">
              <a:extLst>
                <a:ext uri="{FF2B5EF4-FFF2-40B4-BE49-F238E27FC236}">
                  <a16:creationId xmlns:a16="http://schemas.microsoft.com/office/drawing/2014/main" id="{89913235-53CF-9EDA-3EEE-ADE55E85D2EA}"/>
                </a:ext>
              </a:extLst>
            </p:cNvPr>
            <p:cNvSpPr>
              <a:spLocks/>
            </p:cNvSpPr>
            <p:nvPr/>
          </p:nvSpPr>
          <p:spPr bwMode="auto">
            <a:xfrm rot="5094805">
              <a:off x="3203464" y="2978090"/>
              <a:ext cx="11426" cy="6856"/>
            </a:xfrm>
            <a:custGeom>
              <a:avLst/>
              <a:gdLst>
                <a:gd name="T0" fmla="*/ 4 w 4"/>
                <a:gd name="T1" fmla="*/ 2 h 3"/>
                <a:gd name="T2" fmla="*/ 1 w 4"/>
                <a:gd name="T3" fmla="*/ 3 h 3"/>
                <a:gd name="T4" fmla="*/ 0 w 4"/>
                <a:gd name="T5" fmla="*/ 1 h 3"/>
                <a:gd name="T6" fmla="*/ 3 w 4"/>
                <a:gd name="T7" fmla="*/ 0 h 3"/>
                <a:gd name="T8" fmla="*/ 4 w 4"/>
                <a:gd name="T9" fmla="*/ 2 h 3"/>
              </a:gdLst>
              <a:ahLst/>
              <a:cxnLst>
                <a:cxn ang="0">
                  <a:pos x="T0" y="T1"/>
                </a:cxn>
                <a:cxn ang="0">
                  <a:pos x="T2" y="T3"/>
                </a:cxn>
                <a:cxn ang="0">
                  <a:pos x="T4" y="T5"/>
                </a:cxn>
                <a:cxn ang="0">
                  <a:pos x="T6" y="T7"/>
                </a:cxn>
                <a:cxn ang="0">
                  <a:pos x="T8" y="T9"/>
                </a:cxn>
              </a:cxnLst>
              <a:rect l="0" t="0" r="r" b="b"/>
              <a:pathLst>
                <a:path w="4" h="3">
                  <a:moveTo>
                    <a:pt x="4" y="2"/>
                  </a:moveTo>
                  <a:cubicBezTo>
                    <a:pt x="3" y="3"/>
                    <a:pt x="2" y="3"/>
                    <a:pt x="1" y="3"/>
                  </a:cubicBezTo>
                  <a:cubicBezTo>
                    <a:pt x="1" y="3"/>
                    <a:pt x="1" y="2"/>
                    <a:pt x="0" y="1"/>
                  </a:cubicBezTo>
                  <a:cubicBezTo>
                    <a:pt x="1" y="0"/>
                    <a:pt x="2" y="0"/>
                    <a:pt x="3" y="0"/>
                  </a:cubicBezTo>
                  <a:cubicBezTo>
                    <a:pt x="3"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7" name="Freeform 3353">
              <a:extLst>
                <a:ext uri="{FF2B5EF4-FFF2-40B4-BE49-F238E27FC236}">
                  <a16:creationId xmlns:a16="http://schemas.microsoft.com/office/drawing/2014/main" id="{0B568C21-0916-8192-6111-427476647444}"/>
                </a:ext>
              </a:extLst>
            </p:cNvPr>
            <p:cNvSpPr>
              <a:spLocks/>
            </p:cNvSpPr>
            <p:nvPr/>
          </p:nvSpPr>
          <p:spPr bwMode="auto">
            <a:xfrm rot="5094805">
              <a:off x="3171124" y="3180654"/>
              <a:ext cx="9140" cy="9140"/>
            </a:xfrm>
            <a:custGeom>
              <a:avLst/>
              <a:gdLst>
                <a:gd name="T0" fmla="*/ 4 w 4"/>
                <a:gd name="T1" fmla="*/ 2 h 4"/>
                <a:gd name="T2" fmla="*/ 1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3" y="3"/>
                    <a:pt x="2" y="4"/>
                    <a:pt x="1" y="4"/>
                  </a:cubicBezTo>
                  <a:cubicBezTo>
                    <a:pt x="1" y="4"/>
                    <a:pt x="0" y="2"/>
                    <a:pt x="0" y="2"/>
                  </a:cubicBezTo>
                  <a:cubicBezTo>
                    <a:pt x="1" y="1"/>
                    <a:pt x="2" y="0"/>
                    <a:pt x="2" y="0"/>
                  </a:cubicBezTo>
                  <a:cubicBezTo>
                    <a:pt x="3"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8" name="Freeform 3354">
              <a:extLst>
                <a:ext uri="{FF2B5EF4-FFF2-40B4-BE49-F238E27FC236}">
                  <a16:creationId xmlns:a16="http://schemas.microsoft.com/office/drawing/2014/main" id="{72F5E963-E8AE-E579-61DD-BA1DEDF56964}"/>
                </a:ext>
              </a:extLst>
            </p:cNvPr>
            <p:cNvSpPr>
              <a:spLocks/>
            </p:cNvSpPr>
            <p:nvPr/>
          </p:nvSpPr>
          <p:spPr bwMode="auto">
            <a:xfrm rot="5094805">
              <a:off x="3150058" y="3382107"/>
              <a:ext cx="9140" cy="9140"/>
            </a:xfrm>
            <a:custGeom>
              <a:avLst/>
              <a:gdLst>
                <a:gd name="T0" fmla="*/ 3 w 3"/>
                <a:gd name="T1" fmla="*/ 3 h 4"/>
                <a:gd name="T2" fmla="*/ 1 w 3"/>
                <a:gd name="T3" fmla="*/ 4 h 4"/>
                <a:gd name="T4" fmla="*/ 0 w 3"/>
                <a:gd name="T5" fmla="*/ 2 h 4"/>
                <a:gd name="T6" fmla="*/ 2 w 3"/>
                <a:gd name="T7" fmla="*/ 0 h 4"/>
                <a:gd name="T8" fmla="*/ 3 w 3"/>
                <a:gd name="T9" fmla="*/ 3 h 4"/>
              </a:gdLst>
              <a:ahLst/>
              <a:cxnLst>
                <a:cxn ang="0">
                  <a:pos x="T0" y="T1"/>
                </a:cxn>
                <a:cxn ang="0">
                  <a:pos x="T2" y="T3"/>
                </a:cxn>
                <a:cxn ang="0">
                  <a:pos x="T4" y="T5"/>
                </a:cxn>
                <a:cxn ang="0">
                  <a:pos x="T6" y="T7"/>
                </a:cxn>
                <a:cxn ang="0">
                  <a:pos x="T8" y="T9"/>
                </a:cxn>
              </a:cxnLst>
              <a:rect l="0" t="0" r="r" b="b"/>
              <a:pathLst>
                <a:path w="3" h="4">
                  <a:moveTo>
                    <a:pt x="3" y="3"/>
                  </a:moveTo>
                  <a:cubicBezTo>
                    <a:pt x="3" y="3"/>
                    <a:pt x="2" y="4"/>
                    <a:pt x="1" y="4"/>
                  </a:cubicBezTo>
                  <a:cubicBezTo>
                    <a:pt x="1" y="4"/>
                    <a:pt x="0" y="3"/>
                    <a:pt x="0" y="2"/>
                  </a:cubicBezTo>
                  <a:cubicBezTo>
                    <a:pt x="1" y="1"/>
                    <a:pt x="1" y="0"/>
                    <a:pt x="2" y="0"/>
                  </a:cubicBezTo>
                  <a:cubicBezTo>
                    <a:pt x="2" y="0"/>
                    <a:pt x="3"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9" name="Freeform 3355">
              <a:extLst>
                <a:ext uri="{FF2B5EF4-FFF2-40B4-BE49-F238E27FC236}">
                  <a16:creationId xmlns:a16="http://schemas.microsoft.com/office/drawing/2014/main" id="{B807B073-5374-EB24-3C03-28631C0DA8AE}"/>
                </a:ext>
              </a:extLst>
            </p:cNvPr>
            <p:cNvSpPr>
              <a:spLocks/>
            </p:cNvSpPr>
            <p:nvPr/>
          </p:nvSpPr>
          <p:spPr bwMode="auto">
            <a:xfrm rot="5094805">
              <a:off x="3142549" y="3580168"/>
              <a:ext cx="6856" cy="11426"/>
            </a:xfrm>
            <a:custGeom>
              <a:avLst/>
              <a:gdLst>
                <a:gd name="T0" fmla="*/ 3 w 3"/>
                <a:gd name="T1" fmla="*/ 5 h 5"/>
                <a:gd name="T2" fmla="*/ 0 w 3"/>
                <a:gd name="T3" fmla="*/ 2 h 5"/>
                <a:gd name="T4" fmla="*/ 1 w 3"/>
                <a:gd name="T5" fmla="*/ 0 h 5"/>
                <a:gd name="T6" fmla="*/ 3 w 3"/>
                <a:gd name="T7" fmla="*/ 3 h 5"/>
                <a:gd name="T8" fmla="*/ 3 w 3"/>
                <a:gd name="T9" fmla="*/ 5 h 5"/>
              </a:gdLst>
              <a:ahLst/>
              <a:cxnLst>
                <a:cxn ang="0">
                  <a:pos x="T0" y="T1"/>
                </a:cxn>
                <a:cxn ang="0">
                  <a:pos x="T2" y="T3"/>
                </a:cxn>
                <a:cxn ang="0">
                  <a:pos x="T4" y="T5"/>
                </a:cxn>
                <a:cxn ang="0">
                  <a:pos x="T6" y="T7"/>
                </a:cxn>
                <a:cxn ang="0">
                  <a:pos x="T8" y="T9"/>
                </a:cxn>
              </a:cxnLst>
              <a:rect l="0" t="0" r="r" b="b"/>
              <a:pathLst>
                <a:path w="3" h="5">
                  <a:moveTo>
                    <a:pt x="3" y="5"/>
                  </a:moveTo>
                  <a:cubicBezTo>
                    <a:pt x="2" y="4"/>
                    <a:pt x="1" y="3"/>
                    <a:pt x="0" y="2"/>
                  </a:cubicBezTo>
                  <a:cubicBezTo>
                    <a:pt x="0" y="2"/>
                    <a:pt x="0" y="0"/>
                    <a:pt x="1" y="0"/>
                  </a:cubicBezTo>
                  <a:cubicBezTo>
                    <a:pt x="2" y="1"/>
                    <a:pt x="2" y="2"/>
                    <a:pt x="3" y="3"/>
                  </a:cubicBezTo>
                  <a:cubicBezTo>
                    <a:pt x="3" y="4"/>
                    <a:pt x="3" y="4"/>
                    <a:pt x="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0" name="Freeform 3356">
              <a:extLst>
                <a:ext uri="{FF2B5EF4-FFF2-40B4-BE49-F238E27FC236}">
                  <a16:creationId xmlns:a16="http://schemas.microsoft.com/office/drawing/2014/main" id="{284A3A7F-741C-DDCF-3F74-BBA5F1FC2068}"/>
                </a:ext>
              </a:extLst>
            </p:cNvPr>
            <p:cNvSpPr>
              <a:spLocks/>
            </p:cNvSpPr>
            <p:nvPr/>
          </p:nvSpPr>
          <p:spPr bwMode="auto">
            <a:xfrm rot="5094805">
              <a:off x="3146316" y="3777117"/>
              <a:ext cx="6856" cy="11426"/>
            </a:xfrm>
            <a:custGeom>
              <a:avLst/>
              <a:gdLst>
                <a:gd name="T0" fmla="*/ 3 w 3"/>
                <a:gd name="T1" fmla="*/ 2 h 4"/>
                <a:gd name="T2" fmla="*/ 1 w 3"/>
                <a:gd name="T3" fmla="*/ 4 h 4"/>
                <a:gd name="T4" fmla="*/ 0 w 3"/>
                <a:gd name="T5" fmla="*/ 2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3"/>
                    <a:pt x="2" y="4"/>
                    <a:pt x="1" y="4"/>
                  </a:cubicBezTo>
                  <a:cubicBezTo>
                    <a:pt x="0" y="4"/>
                    <a:pt x="0" y="2"/>
                    <a:pt x="0" y="2"/>
                  </a:cubicBezTo>
                  <a:cubicBezTo>
                    <a:pt x="0" y="1"/>
                    <a:pt x="1" y="0"/>
                    <a:pt x="2" y="0"/>
                  </a:cubicBezTo>
                  <a:cubicBezTo>
                    <a:pt x="2" y="0"/>
                    <a:pt x="3" y="2"/>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5173385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_Standard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2" y="294200"/>
            <a:ext cx="10972800" cy="590400"/>
          </a:xfrm>
        </p:spPr>
        <p:txBody>
          <a:bodyPr/>
          <a:lstStyle>
            <a:lvl1pPr>
              <a:defRPr sz="2398">
                <a:solidFill>
                  <a:schemeClr val="bg1"/>
                </a:solidFill>
              </a:defRPr>
            </a:lvl1pPr>
          </a:lstStyle>
          <a:p>
            <a:r>
              <a:rPr lang="en-US"/>
              <a:t>Standard slide</a:t>
            </a:r>
            <a:endParaRPr lang="en-GB"/>
          </a:p>
        </p:txBody>
      </p:sp>
      <p:sp>
        <p:nvSpPr>
          <p:cNvPr id="80" name="Line 10">
            <a:extLst>
              <a:ext uri="{FF2B5EF4-FFF2-40B4-BE49-F238E27FC236}">
                <a16:creationId xmlns:a16="http://schemas.microsoft.com/office/drawing/2014/main" id="{EF8E9275-C0E0-4ABA-8699-73E5E292EC85}"/>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8" noProof="0">
              <a:solidFill>
                <a:schemeClr val="bg1"/>
              </a:solidFill>
            </a:endParaRPr>
          </a:p>
        </p:txBody>
      </p:sp>
      <p:sp>
        <p:nvSpPr>
          <p:cNvPr id="3" name="Date Placeholder 2">
            <a:extLst>
              <a:ext uri="{FF2B5EF4-FFF2-40B4-BE49-F238E27FC236}">
                <a16:creationId xmlns:a16="http://schemas.microsoft.com/office/drawing/2014/main" id="{7BD5E823-546D-4100-9D33-42F450A382EF}"/>
              </a:ext>
            </a:extLst>
          </p:cNvPr>
          <p:cNvSpPr>
            <a:spLocks noGrp="1"/>
          </p:cNvSpPr>
          <p:nvPr>
            <p:ph type="dt" sz="half" idx="10"/>
          </p:nvPr>
        </p:nvSpPr>
        <p:spPr/>
        <p:txBody>
          <a:bodyPr/>
          <a:lstStyle/>
          <a:p>
            <a:fld id="{C3A9E02A-78D6-48B7-A389-464ED573BA5D}" type="datetime3">
              <a:rPr lang="en-US" smtClean="0"/>
              <a:t>7 August 2026</a:t>
            </a:fld>
            <a:endParaRPr lang="en-IN"/>
          </a:p>
        </p:txBody>
      </p:sp>
      <p:sp>
        <p:nvSpPr>
          <p:cNvPr id="4" name="Footer Placeholder 3">
            <a:extLst>
              <a:ext uri="{FF2B5EF4-FFF2-40B4-BE49-F238E27FC236}">
                <a16:creationId xmlns:a16="http://schemas.microsoft.com/office/drawing/2014/main" id="{D4EEA008-3E80-49A8-A128-C1EEB8A02F06}"/>
              </a:ext>
            </a:extLst>
          </p:cNvPr>
          <p:cNvSpPr>
            <a:spLocks noGrp="1"/>
          </p:cNvSpPr>
          <p:nvPr>
            <p:ph type="ftr" sz="quarter" idx="11"/>
          </p:nvPr>
        </p:nvSpPr>
        <p:spPr/>
        <p:txBody>
          <a:bodyPr/>
          <a:lstStyle/>
          <a:p>
            <a:r>
              <a:rPr lang="en-IN"/>
              <a:t>Presentation title</a:t>
            </a:r>
          </a:p>
        </p:txBody>
      </p:sp>
      <p:sp>
        <p:nvSpPr>
          <p:cNvPr id="5" name="Slide Number Placeholder 4">
            <a:extLst>
              <a:ext uri="{FF2B5EF4-FFF2-40B4-BE49-F238E27FC236}">
                <a16:creationId xmlns:a16="http://schemas.microsoft.com/office/drawing/2014/main" id="{0A192330-2E70-49F4-A5DA-F82320E7080E}"/>
              </a:ext>
            </a:extLst>
          </p:cNvPr>
          <p:cNvSpPr>
            <a:spLocks noGrp="1"/>
          </p:cNvSpPr>
          <p:nvPr>
            <p:ph type="sldNum" sz="quarter" idx="12"/>
          </p:nvPr>
        </p:nvSpPr>
        <p:spPr/>
        <p:txBody>
          <a:bodyPr/>
          <a:lstStyle/>
          <a:p>
            <a:r>
              <a:rPr lang="en-IN"/>
              <a:t>Page </a:t>
            </a:r>
            <a:fld id="{F1BC30E3-FFE5-4B91-AA19-87A149EBB9EE}" type="slidenum">
              <a:rPr smtClean="0"/>
              <a:pPr/>
              <a:t>‹#›</a:t>
            </a:fld>
            <a:endParaRPr/>
          </a:p>
        </p:txBody>
      </p:sp>
      <p:sp>
        <p:nvSpPr>
          <p:cNvPr id="6" name="Rectangle 5">
            <a:extLst>
              <a:ext uri="{FF2B5EF4-FFF2-40B4-BE49-F238E27FC236}">
                <a16:creationId xmlns:a16="http://schemas.microsoft.com/office/drawing/2014/main" id="{DAD14A73-5D4B-4898-BF8C-D68AECD6A7F0}"/>
              </a:ext>
            </a:extLst>
          </p:cNvPr>
          <p:cNvSpPr/>
          <p:nvPr userDrawn="1"/>
        </p:nvSpPr>
        <p:spPr>
          <a:xfrm>
            <a:off x="10903622" y="5956303"/>
            <a:ext cx="901231" cy="901697"/>
          </a:xfrm>
          <a:prstGeom prst="rect">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SG" sz="1198">
              <a:solidFill>
                <a:schemeClr val="tx1"/>
              </a:solidFill>
            </a:endParaRPr>
          </a:p>
        </p:txBody>
      </p:sp>
    </p:spTree>
    <p:extLst>
      <p:ext uri="{BB962C8B-B14F-4D97-AF65-F5344CB8AC3E}">
        <p14:creationId xmlns:p14="http://schemas.microsoft.com/office/powerpoint/2010/main" val="7027657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039" y="2130976"/>
            <a:ext cx="10363924" cy="1470086"/>
          </a:xfrm>
        </p:spPr>
        <p:txBody>
          <a:bodyPr/>
          <a:lstStyle/>
          <a:p>
            <a:r>
              <a:rPr lang="en-US"/>
              <a:t>Click to edit Master title style</a:t>
            </a:r>
            <a:endParaRPr lang="en-GB"/>
          </a:p>
        </p:txBody>
      </p:sp>
      <p:sp>
        <p:nvSpPr>
          <p:cNvPr id="3" name="Subtitle 2"/>
          <p:cNvSpPr>
            <a:spLocks noGrp="1"/>
          </p:cNvSpPr>
          <p:nvPr>
            <p:ph type="subTitle" idx="1"/>
          </p:nvPr>
        </p:nvSpPr>
        <p:spPr>
          <a:xfrm>
            <a:off x="1828076" y="3886153"/>
            <a:ext cx="8535848" cy="1752295"/>
          </a:xfrm>
        </p:spPr>
        <p:txBody>
          <a:bodyPr/>
          <a:lstStyle>
            <a:lvl1pPr marL="0" indent="0" algn="ctr">
              <a:buNone/>
              <a:defRPr/>
            </a:lvl1pPr>
            <a:lvl2pPr marL="414680" indent="0" algn="ctr">
              <a:buNone/>
              <a:defRPr/>
            </a:lvl2pPr>
            <a:lvl3pPr marL="829361" indent="0" algn="ctr">
              <a:buNone/>
              <a:defRPr/>
            </a:lvl3pPr>
            <a:lvl4pPr marL="1244041" indent="0" algn="ctr">
              <a:buNone/>
              <a:defRPr/>
            </a:lvl4pPr>
            <a:lvl5pPr marL="1658722" indent="0" algn="ctr">
              <a:buNone/>
              <a:defRPr/>
            </a:lvl5pPr>
            <a:lvl6pPr marL="2073402" indent="0" algn="ctr">
              <a:buNone/>
              <a:defRPr/>
            </a:lvl6pPr>
            <a:lvl7pPr marL="2488082" indent="0" algn="ctr">
              <a:buNone/>
              <a:defRPr/>
            </a:lvl7pPr>
            <a:lvl8pPr marL="2902763" indent="0" algn="ctr">
              <a:buNone/>
              <a:defRPr/>
            </a:lvl8pPr>
            <a:lvl9pPr marL="3317443" indent="0" algn="ctr">
              <a:buNone/>
              <a:defRPr/>
            </a:lvl9pPr>
          </a:lstStyle>
          <a:p>
            <a:r>
              <a:rPr lang="en-US"/>
              <a:t>Click to edit Master subtitle style</a:t>
            </a:r>
            <a:endParaRPr lang="en-GB"/>
          </a:p>
        </p:txBody>
      </p:sp>
      <p:sp>
        <p:nvSpPr>
          <p:cNvPr id="4" name="Footer Placeholder 3"/>
          <p:cNvSpPr>
            <a:spLocks noGrp="1"/>
          </p:cNvSpPr>
          <p:nvPr>
            <p:ph type="ftr" sz="quarter"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B72236F0-839E-4835-809C-E43B4AF95811}" type="slidenum">
              <a:rPr lang="en-US"/>
              <a:pPr/>
              <a:t>‹#›</a:t>
            </a:fld>
            <a:endParaRPr lang="en-US"/>
          </a:p>
        </p:txBody>
      </p:sp>
    </p:spTree>
    <p:extLst>
      <p:ext uri="{BB962C8B-B14F-4D97-AF65-F5344CB8AC3E}">
        <p14:creationId xmlns:p14="http://schemas.microsoft.com/office/powerpoint/2010/main" val="1196018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p:cNvSpPr>
            <a:spLocks noGrp="1"/>
          </p:cNvSpPr>
          <p:nvPr>
            <p:ph type="ftr" sz="quarter"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467849EE-29D7-41B8-B9BF-6EDD32BA3A82}" type="slidenum">
              <a:rPr lang="en-US"/>
              <a:pPr/>
              <a:t>‹#›</a:t>
            </a:fld>
            <a:endParaRPr lang="en-US"/>
          </a:p>
        </p:txBody>
      </p:sp>
    </p:spTree>
    <p:extLst>
      <p:ext uri="{BB962C8B-B14F-4D97-AF65-F5344CB8AC3E}">
        <p14:creationId xmlns:p14="http://schemas.microsoft.com/office/powerpoint/2010/main" val="31441887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908" y="4407378"/>
            <a:ext cx="10363924" cy="1362097"/>
          </a:xfrm>
        </p:spPr>
        <p:txBody>
          <a:bodyPr anchor="t"/>
          <a:lstStyle>
            <a:lvl1pPr algn="l">
              <a:defRPr sz="3628" b="1" cap="all"/>
            </a:lvl1pPr>
          </a:lstStyle>
          <a:p>
            <a:r>
              <a:rPr lang="en-US"/>
              <a:t>Click to edit Master title style</a:t>
            </a:r>
            <a:endParaRPr lang="en-GB"/>
          </a:p>
        </p:txBody>
      </p:sp>
      <p:sp>
        <p:nvSpPr>
          <p:cNvPr id="3" name="Text Placeholder 2"/>
          <p:cNvSpPr>
            <a:spLocks noGrp="1"/>
          </p:cNvSpPr>
          <p:nvPr>
            <p:ph type="body" idx="1"/>
          </p:nvPr>
        </p:nvSpPr>
        <p:spPr>
          <a:xfrm>
            <a:off x="962908" y="2907056"/>
            <a:ext cx="10363924" cy="1500322"/>
          </a:xfrm>
        </p:spPr>
        <p:txBody>
          <a:bodyPr anchor="b"/>
          <a:lstStyle>
            <a:lvl1pPr marL="0" indent="0">
              <a:buNone/>
              <a:defRPr sz="1814"/>
            </a:lvl1pPr>
            <a:lvl2pPr marL="414680" indent="0">
              <a:buNone/>
              <a:defRPr sz="1633"/>
            </a:lvl2pPr>
            <a:lvl3pPr marL="829361" indent="0">
              <a:buNone/>
              <a:defRPr sz="1451"/>
            </a:lvl3pPr>
            <a:lvl4pPr marL="1244041" indent="0">
              <a:buNone/>
              <a:defRPr sz="1270"/>
            </a:lvl4pPr>
            <a:lvl5pPr marL="1658722" indent="0">
              <a:buNone/>
              <a:defRPr sz="1270"/>
            </a:lvl5pPr>
            <a:lvl6pPr marL="2073402" indent="0">
              <a:buNone/>
              <a:defRPr sz="1270"/>
            </a:lvl6pPr>
            <a:lvl7pPr marL="2488082" indent="0">
              <a:buNone/>
              <a:defRPr sz="1270"/>
            </a:lvl7pPr>
            <a:lvl8pPr marL="2902763" indent="0">
              <a:buNone/>
              <a:defRPr sz="1270"/>
            </a:lvl8pPr>
            <a:lvl9pPr marL="3317443" indent="0">
              <a:buNone/>
              <a:defRPr sz="1270"/>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1F588B90-C002-4DB8-AF22-4B48CF87CF9B}" type="slidenum">
              <a:rPr lang="en-US"/>
              <a:pPr/>
              <a:t>‹#›</a:t>
            </a:fld>
            <a:endParaRPr lang="en-US"/>
          </a:p>
        </p:txBody>
      </p:sp>
    </p:spTree>
    <p:extLst>
      <p:ext uri="{BB962C8B-B14F-4D97-AF65-F5344CB8AC3E}">
        <p14:creationId xmlns:p14="http://schemas.microsoft.com/office/powerpoint/2010/main" val="32139684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96842" y="1274267"/>
            <a:ext cx="5308660" cy="4896925"/>
          </a:xfrm>
        </p:spPr>
        <p:txBody>
          <a:bodyPr/>
          <a:lstStyle>
            <a:lvl1pPr>
              <a:defRPr sz="2540"/>
            </a:lvl1pPr>
            <a:lvl2pPr>
              <a:defRPr sz="2177"/>
            </a:lvl2pPr>
            <a:lvl3pPr>
              <a:defRPr sz="1814"/>
            </a:lvl3pPr>
            <a:lvl4pPr>
              <a:defRPr sz="1633"/>
            </a:lvl4pPr>
            <a:lvl5pPr>
              <a:defRPr sz="1633"/>
            </a:lvl5pPr>
            <a:lvl6pPr>
              <a:defRPr sz="1633"/>
            </a:lvl6pPr>
            <a:lvl7pPr>
              <a:defRPr sz="1633"/>
            </a:lvl7pPr>
            <a:lvl8pPr>
              <a:defRPr sz="1633"/>
            </a:lvl8pPr>
            <a:lvl9pPr>
              <a:defRPr sz="16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9259" y="1274267"/>
            <a:ext cx="5308661" cy="4896925"/>
          </a:xfrm>
        </p:spPr>
        <p:txBody>
          <a:bodyPr/>
          <a:lstStyle>
            <a:lvl1pPr>
              <a:defRPr sz="2540"/>
            </a:lvl1pPr>
            <a:lvl2pPr>
              <a:defRPr sz="2177"/>
            </a:lvl2pPr>
            <a:lvl3pPr>
              <a:defRPr sz="1814"/>
            </a:lvl3pPr>
            <a:lvl4pPr>
              <a:defRPr sz="1633"/>
            </a:lvl4pPr>
            <a:lvl5pPr>
              <a:defRPr sz="1633"/>
            </a:lvl5pPr>
            <a:lvl6pPr>
              <a:defRPr sz="1633"/>
            </a:lvl6pPr>
            <a:lvl7pPr>
              <a:defRPr sz="1633"/>
            </a:lvl7pPr>
            <a:lvl8pPr>
              <a:defRPr sz="1633"/>
            </a:lvl8pPr>
            <a:lvl9pPr>
              <a:defRPr sz="16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0"/>
          </p:nvPr>
        </p:nvSpPr>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2858AAAB-6720-4559-81D2-4942F8453195}" type="slidenum">
              <a:rPr lang="en-US"/>
              <a:pPr/>
              <a:t>‹#›</a:t>
            </a:fld>
            <a:endParaRPr lang="en-US"/>
          </a:p>
        </p:txBody>
      </p:sp>
    </p:spTree>
    <p:extLst>
      <p:ext uri="{BB962C8B-B14F-4D97-AF65-F5344CB8AC3E}">
        <p14:creationId xmlns:p14="http://schemas.microsoft.com/office/powerpoint/2010/main" val="22211106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963" y="275012"/>
            <a:ext cx="10972076" cy="114324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963" y="1534879"/>
            <a:ext cx="5386489" cy="639293"/>
          </a:xfrm>
        </p:spPr>
        <p:txBody>
          <a:bodyPr anchor="b"/>
          <a:lstStyle>
            <a:lvl1pPr marL="0" indent="0">
              <a:buNone/>
              <a:defRPr sz="2177" b="1"/>
            </a:lvl1pPr>
            <a:lvl2pPr marL="414680" indent="0">
              <a:buNone/>
              <a:defRPr sz="1814" b="1"/>
            </a:lvl2pPr>
            <a:lvl3pPr marL="829361" indent="0">
              <a:buNone/>
              <a:defRPr sz="1633" b="1"/>
            </a:lvl3pPr>
            <a:lvl4pPr marL="1244041" indent="0">
              <a:buNone/>
              <a:defRPr sz="1451" b="1"/>
            </a:lvl4pPr>
            <a:lvl5pPr marL="1658722" indent="0">
              <a:buNone/>
              <a:defRPr sz="1451" b="1"/>
            </a:lvl5pPr>
            <a:lvl6pPr marL="2073402" indent="0">
              <a:buNone/>
              <a:defRPr sz="1451" b="1"/>
            </a:lvl6pPr>
            <a:lvl7pPr marL="2488082" indent="0">
              <a:buNone/>
              <a:defRPr sz="1451" b="1"/>
            </a:lvl7pPr>
            <a:lvl8pPr marL="2902763" indent="0">
              <a:buNone/>
              <a:defRPr sz="1451" b="1"/>
            </a:lvl8pPr>
            <a:lvl9pPr marL="3317443" indent="0">
              <a:buNone/>
              <a:defRPr sz="1451" b="1"/>
            </a:lvl9pPr>
          </a:lstStyle>
          <a:p>
            <a:pPr lvl="0"/>
            <a:r>
              <a:rPr lang="en-US"/>
              <a:t>Click to edit Master text styles</a:t>
            </a:r>
          </a:p>
        </p:txBody>
      </p:sp>
      <p:sp>
        <p:nvSpPr>
          <p:cNvPr id="4" name="Content Placeholder 3"/>
          <p:cNvSpPr>
            <a:spLocks noGrp="1"/>
          </p:cNvSpPr>
          <p:nvPr>
            <p:ph sz="half" idx="2"/>
          </p:nvPr>
        </p:nvSpPr>
        <p:spPr>
          <a:xfrm>
            <a:off x="609963" y="2174172"/>
            <a:ext cx="5386489" cy="3952385"/>
          </a:xfrm>
        </p:spPr>
        <p:txBody>
          <a:bodyPr/>
          <a:lstStyle>
            <a:lvl1pPr>
              <a:defRPr sz="2177"/>
            </a:lvl1pPr>
            <a:lvl2pPr>
              <a:defRPr sz="1814"/>
            </a:lvl2pPr>
            <a:lvl3pPr>
              <a:defRPr sz="1633"/>
            </a:lvl3pPr>
            <a:lvl4pPr>
              <a:defRPr sz="1451"/>
            </a:lvl4pPr>
            <a:lvl5pPr>
              <a:defRPr sz="1451"/>
            </a:lvl5pPr>
            <a:lvl6pPr>
              <a:defRPr sz="1451"/>
            </a:lvl6pPr>
            <a:lvl7pPr>
              <a:defRPr sz="1451"/>
            </a:lvl7pPr>
            <a:lvl8pPr>
              <a:defRPr sz="1451"/>
            </a:lvl8pPr>
            <a:lvl9pPr>
              <a:defRPr sz="14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739" y="1534879"/>
            <a:ext cx="5388300" cy="639293"/>
          </a:xfrm>
        </p:spPr>
        <p:txBody>
          <a:bodyPr anchor="b"/>
          <a:lstStyle>
            <a:lvl1pPr marL="0" indent="0">
              <a:buNone/>
              <a:defRPr sz="2177" b="1"/>
            </a:lvl1pPr>
            <a:lvl2pPr marL="414680" indent="0">
              <a:buNone/>
              <a:defRPr sz="1814" b="1"/>
            </a:lvl2pPr>
            <a:lvl3pPr marL="829361" indent="0">
              <a:buNone/>
              <a:defRPr sz="1633" b="1"/>
            </a:lvl3pPr>
            <a:lvl4pPr marL="1244041" indent="0">
              <a:buNone/>
              <a:defRPr sz="1451" b="1"/>
            </a:lvl4pPr>
            <a:lvl5pPr marL="1658722" indent="0">
              <a:buNone/>
              <a:defRPr sz="1451" b="1"/>
            </a:lvl5pPr>
            <a:lvl6pPr marL="2073402" indent="0">
              <a:buNone/>
              <a:defRPr sz="1451" b="1"/>
            </a:lvl6pPr>
            <a:lvl7pPr marL="2488082" indent="0">
              <a:buNone/>
              <a:defRPr sz="1451" b="1"/>
            </a:lvl7pPr>
            <a:lvl8pPr marL="2902763" indent="0">
              <a:buNone/>
              <a:defRPr sz="1451" b="1"/>
            </a:lvl8pPr>
            <a:lvl9pPr marL="3317443" indent="0">
              <a:buNone/>
              <a:defRPr sz="1451" b="1"/>
            </a:lvl9pPr>
          </a:lstStyle>
          <a:p>
            <a:pPr lvl="0"/>
            <a:r>
              <a:rPr lang="en-US"/>
              <a:t>Click to edit Master text styles</a:t>
            </a:r>
          </a:p>
        </p:txBody>
      </p:sp>
      <p:sp>
        <p:nvSpPr>
          <p:cNvPr id="6" name="Content Placeholder 5"/>
          <p:cNvSpPr>
            <a:spLocks noGrp="1"/>
          </p:cNvSpPr>
          <p:nvPr>
            <p:ph sz="quarter" idx="4"/>
          </p:nvPr>
        </p:nvSpPr>
        <p:spPr>
          <a:xfrm>
            <a:off x="6193739" y="2174172"/>
            <a:ext cx="5388300" cy="3952385"/>
          </a:xfrm>
        </p:spPr>
        <p:txBody>
          <a:bodyPr/>
          <a:lstStyle>
            <a:lvl1pPr>
              <a:defRPr sz="2177"/>
            </a:lvl1pPr>
            <a:lvl2pPr>
              <a:defRPr sz="1814"/>
            </a:lvl2pPr>
            <a:lvl3pPr>
              <a:defRPr sz="1633"/>
            </a:lvl3pPr>
            <a:lvl4pPr>
              <a:defRPr sz="1451"/>
            </a:lvl4pPr>
            <a:lvl5pPr>
              <a:defRPr sz="1451"/>
            </a:lvl5pPr>
            <a:lvl6pPr>
              <a:defRPr sz="1451"/>
            </a:lvl6pPr>
            <a:lvl7pPr>
              <a:defRPr sz="1451"/>
            </a:lvl7pPr>
            <a:lvl8pPr>
              <a:defRPr sz="1451"/>
            </a:lvl8pPr>
            <a:lvl9pPr>
              <a:defRPr sz="14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6"/>
          <p:cNvSpPr>
            <a:spLocks noGrp="1"/>
          </p:cNvSpPr>
          <p:nvPr>
            <p:ph type="ftr" sz="quarter" idx="10"/>
          </p:nvPr>
        </p:nvSpPr>
        <p:spPr/>
        <p:txBody>
          <a:bodyPr/>
          <a:lstStyle>
            <a:lvl1pPr>
              <a:defRPr/>
            </a:lvl1pPr>
          </a:lstStyle>
          <a:p>
            <a:endParaRPr lang="en-US"/>
          </a:p>
        </p:txBody>
      </p:sp>
      <p:sp>
        <p:nvSpPr>
          <p:cNvPr id="8" name="Slide Number Placeholder 7"/>
          <p:cNvSpPr>
            <a:spLocks noGrp="1"/>
          </p:cNvSpPr>
          <p:nvPr>
            <p:ph type="sldNum" sz="quarter" idx="11"/>
          </p:nvPr>
        </p:nvSpPr>
        <p:spPr/>
        <p:txBody>
          <a:bodyPr/>
          <a:lstStyle>
            <a:lvl1pPr>
              <a:defRPr/>
            </a:lvl1pPr>
          </a:lstStyle>
          <a:p>
            <a:fld id="{56CE6693-2B1F-4855-8AE8-163C6A26769D}" type="slidenum">
              <a:rPr lang="en-US"/>
              <a:pPr/>
              <a:t>‹#›</a:t>
            </a:fld>
            <a:endParaRPr lang="en-US"/>
          </a:p>
        </p:txBody>
      </p:sp>
    </p:spTree>
    <p:extLst>
      <p:ext uri="{BB962C8B-B14F-4D97-AF65-F5344CB8AC3E}">
        <p14:creationId xmlns:p14="http://schemas.microsoft.com/office/powerpoint/2010/main" val="21335082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Footer Placeholder 2"/>
          <p:cNvSpPr>
            <a:spLocks noGrp="1"/>
          </p:cNvSpPr>
          <p:nvPr>
            <p:ph type="ftr" sz="quarter" idx="10"/>
          </p:nvPr>
        </p:nvSpPr>
        <p:spPr/>
        <p:txBody>
          <a:bodyPr/>
          <a:lstStyle>
            <a:lvl1pPr>
              <a:defRPr/>
            </a:lvl1pPr>
          </a:lstStyle>
          <a:p>
            <a:endParaRPr lang="en-US"/>
          </a:p>
        </p:txBody>
      </p:sp>
      <p:sp>
        <p:nvSpPr>
          <p:cNvPr id="4" name="Slide Number Placeholder 3"/>
          <p:cNvSpPr>
            <a:spLocks noGrp="1"/>
          </p:cNvSpPr>
          <p:nvPr>
            <p:ph type="sldNum" sz="quarter" idx="11"/>
          </p:nvPr>
        </p:nvSpPr>
        <p:spPr/>
        <p:txBody>
          <a:bodyPr/>
          <a:lstStyle>
            <a:lvl1pPr>
              <a:defRPr/>
            </a:lvl1pPr>
          </a:lstStyle>
          <a:p>
            <a:fld id="{A733FE08-7775-400F-A127-B9C3DDC30DDB}" type="slidenum">
              <a:rPr lang="en-US"/>
              <a:pPr/>
              <a:t>‹#›</a:t>
            </a:fld>
            <a:endParaRPr lang="en-US"/>
          </a:p>
        </p:txBody>
      </p:sp>
    </p:spTree>
    <p:extLst>
      <p:ext uri="{BB962C8B-B14F-4D97-AF65-F5344CB8AC3E}">
        <p14:creationId xmlns:p14="http://schemas.microsoft.com/office/powerpoint/2010/main" val="29468312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endParaRPr lang="en-US"/>
          </a:p>
        </p:txBody>
      </p:sp>
      <p:sp>
        <p:nvSpPr>
          <p:cNvPr id="3" name="Slide Number Placeholder 2"/>
          <p:cNvSpPr>
            <a:spLocks noGrp="1"/>
          </p:cNvSpPr>
          <p:nvPr>
            <p:ph type="sldNum" sz="quarter" idx="11"/>
          </p:nvPr>
        </p:nvSpPr>
        <p:spPr/>
        <p:txBody>
          <a:bodyPr/>
          <a:lstStyle>
            <a:lvl1pPr>
              <a:defRPr/>
            </a:lvl1pPr>
          </a:lstStyle>
          <a:p>
            <a:fld id="{C5DA0192-C04B-420D-BBDD-EFC7DD46502D}" type="slidenum">
              <a:rPr lang="en-US"/>
              <a:pPr/>
              <a:t>‹#›</a:t>
            </a:fld>
            <a:endParaRPr lang="en-US"/>
          </a:p>
        </p:txBody>
      </p:sp>
    </p:spTree>
    <p:extLst>
      <p:ext uri="{BB962C8B-B14F-4D97-AF65-F5344CB8AC3E}">
        <p14:creationId xmlns:p14="http://schemas.microsoft.com/office/powerpoint/2010/main" val="32569016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963" y="273572"/>
            <a:ext cx="4010907" cy="1161958"/>
          </a:xfrm>
        </p:spPr>
        <p:txBody>
          <a:bodyPr anchor="b"/>
          <a:lstStyle>
            <a:lvl1pPr algn="l">
              <a:defRPr sz="1814" b="1"/>
            </a:lvl1pPr>
          </a:lstStyle>
          <a:p>
            <a:r>
              <a:rPr lang="en-US"/>
              <a:t>Click to edit Master title style</a:t>
            </a:r>
            <a:endParaRPr lang="en-GB"/>
          </a:p>
        </p:txBody>
      </p:sp>
      <p:sp>
        <p:nvSpPr>
          <p:cNvPr id="3" name="Content Placeholder 2"/>
          <p:cNvSpPr>
            <a:spLocks noGrp="1"/>
          </p:cNvSpPr>
          <p:nvPr>
            <p:ph idx="1"/>
          </p:nvPr>
        </p:nvSpPr>
        <p:spPr>
          <a:xfrm>
            <a:off x="4767478" y="273571"/>
            <a:ext cx="6814561" cy="5852986"/>
          </a:xfrm>
        </p:spPr>
        <p:txBody>
          <a:bodyPr/>
          <a:lstStyle>
            <a:lvl1pPr>
              <a:defRPr sz="2902"/>
            </a:lvl1pPr>
            <a:lvl2pPr>
              <a:defRPr sz="2540"/>
            </a:lvl2pPr>
            <a:lvl3pPr>
              <a:defRPr sz="2177"/>
            </a:lvl3pPr>
            <a:lvl4pPr>
              <a:defRPr sz="1814"/>
            </a:lvl4pPr>
            <a:lvl5pPr>
              <a:defRPr sz="1814"/>
            </a:lvl5pPr>
            <a:lvl6pPr>
              <a:defRPr sz="1814"/>
            </a:lvl6pPr>
            <a:lvl7pPr>
              <a:defRPr sz="1814"/>
            </a:lvl7pPr>
            <a:lvl8pPr>
              <a:defRPr sz="1814"/>
            </a:lvl8pPr>
            <a:lvl9pPr>
              <a:defRPr sz="181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963" y="1435530"/>
            <a:ext cx="4010907" cy="4691027"/>
          </a:xfrm>
        </p:spPr>
        <p:txBody>
          <a:bodyPr/>
          <a:lstStyle>
            <a:lvl1pPr marL="0" indent="0">
              <a:buNone/>
              <a:defRPr sz="1270"/>
            </a:lvl1pPr>
            <a:lvl2pPr marL="414680" indent="0">
              <a:buNone/>
              <a:defRPr sz="1088"/>
            </a:lvl2pPr>
            <a:lvl3pPr marL="829361" indent="0">
              <a:buNone/>
              <a:defRPr sz="907"/>
            </a:lvl3pPr>
            <a:lvl4pPr marL="1244041" indent="0">
              <a:buNone/>
              <a:defRPr sz="816"/>
            </a:lvl4pPr>
            <a:lvl5pPr marL="1658722" indent="0">
              <a:buNone/>
              <a:defRPr sz="816"/>
            </a:lvl5pPr>
            <a:lvl6pPr marL="2073402" indent="0">
              <a:buNone/>
              <a:defRPr sz="816"/>
            </a:lvl6pPr>
            <a:lvl7pPr marL="2488082" indent="0">
              <a:buNone/>
              <a:defRPr sz="816"/>
            </a:lvl7pPr>
            <a:lvl8pPr marL="2902763" indent="0">
              <a:buNone/>
              <a:defRPr sz="816"/>
            </a:lvl8pPr>
            <a:lvl9pPr marL="3317443" indent="0">
              <a:buNone/>
              <a:defRPr sz="816"/>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1517BE80-9F94-42B0-9561-D4BF5D2FA0CD}" type="slidenum">
              <a:rPr lang="en-US"/>
              <a:pPr/>
              <a:t>‹#›</a:t>
            </a:fld>
            <a:endParaRPr lang="en-US"/>
          </a:p>
        </p:txBody>
      </p:sp>
    </p:spTree>
    <p:extLst>
      <p:ext uri="{BB962C8B-B14F-4D97-AF65-F5344CB8AC3E}">
        <p14:creationId xmlns:p14="http://schemas.microsoft.com/office/powerpoint/2010/main" val="41523423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169" y="4800456"/>
            <a:ext cx="7315924" cy="567300"/>
          </a:xfrm>
        </p:spPr>
        <p:txBody>
          <a:bodyPr anchor="b"/>
          <a:lstStyle>
            <a:lvl1pPr algn="l">
              <a:defRPr sz="1814" b="1"/>
            </a:lvl1pPr>
          </a:lstStyle>
          <a:p>
            <a:r>
              <a:rPr lang="en-US"/>
              <a:t>Click to edit Master title style</a:t>
            </a:r>
            <a:endParaRPr lang="en-GB"/>
          </a:p>
        </p:txBody>
      </p:sp>
      <p:sp>
        <p:nvSpPr>
          <p:cNvPr id="3" name="Picture Placeholder 2"/>
          <p:cNvSpPr>
            <a:spLocks noGrp="1"/>
          </p:cNvSpPr>
          <p:nvPr>
            <p:ph type="pic" idx="1"/>
          </p:nvPr>
        </p:nvSpPr>
        <p:spPr>
          <a:xfrm>
            <a:off x="2389169" y="613376"/>
            <a:ext cx="7315924" cy="4113648"/>
          </a:xfrm>
        </p:spPr>
        <p:txBody>
          <a:bodyPr/>
          <a:lstStyle>
            <a:lvl1pPr marL="0" indent="0">
              <a:buNone/>
              <a:defRPr sz="2902"/>
            </a:lvl1pPr>
            <a:lvl2pPr marL="414680" indent="0">
              <a:buNone/>
              <a:defRPr sz="2540"/>
            </a:lvl2pPr>
            <a:lvl3pPr marL="829361" indent="0">
              <a:buNone/>
              <a:defRPr sz="2177"/>
            </a:lvl3pPr>
            <a:lvl4pPr marL="1244041" indent="0">
              <a:buNone/>
              <a:defRPr sz="1814"/>
            </a:lvl4pPr>
            <a:lvl5pPr marL="1658722" indent="0">
              <a:buNone/>
              <a:defRPr sz="1814"/>
            </a:lvl5pPr>
            <a:lvl6pPr marL="2073402" indent="0">
              <a:buNone/>
              <a:defRPr sz="1814"/>
            </a:lvl6pPr>
            <a:lvl7pPr marL="2488082" indent="0">
              <a:buNone/>
              <a:defRPr sz="1814"/>
            </a:lvl7pPr>
            <a:lvl8pPr marL="2902763" indent="0">
              <a:buNone/>
              <a:defRPr sz="1814"/>
            </a:lvl8pPr>
            <a:lvl9pPr marL="3317443" indent="0">
              <a:buNone/>
              <a:defRPr sz="1814"/>
            </a:lvl9pPr>
          </a:lstStyle>
          <a:p>
            <a:endParaRPr lang="en-GB"/>
          </a:p>
        </p:txBody>
      </p:sp>
      <p:sp>
        <p:nvSpPr>
          <p:cNvPr id="4" name="Text Placeholder 3"/>
          <p:cNvSpPr>
            <a:spLocks noGrp="1"/>
          </p:cNvSpPr>
          <p:nvPr>
            <p:ph type="body" sz="half" idx="2"/>
          </p:nvPr>
        </p:nvSpPr>
        <p:spPr>
          <a:xfrm>
            <a:off x="2389169" y="5367757"/>
            <a:ext cx="7315924" cy="804876"/>
          </a:xfrm>
        </p:spPr>
        <p:txBody>
          <a:bodyPr/>
          <a:lstStyle>
            <a:lvl1pPr marL="0" indent="0">
              <a:buNone/>
              <a:defRPr sz="1270"/>
            </a:lvl1pPr>
            <a:lvl2pPr marL="414680" indent="0">
              <a:buNone/>
              <a:defRPr sz="1088"/>
            </a:lvl2pPr>
            <a:lvl3pPr marL="829361" indent="0">
              <a:buNone/>
              <a:defRPr sz="907"/>
            </a:lvl3pPr>
            <a:lvl4pPr marL="1244041" indent="0">
              <a:buNone/>
              <a:defRPr sz="816"/>
            </a:lvl4pPr>
            <a:lvl5pPr marL="1658722" indent="0">
              <a:buNone/>
              <a:defRPr sz="816"/>
            </a:lvl5pPr>
            <a:lvl6pPr marL="2073402" indent="0">
              <a:buNone/>
              <a:defRPr sz="816"/>
            </a:lvl6pPr>
            <a:lvl7pPr marL="2488082" indent="0">
              <a:buNone/>
              <a:defRPr sz="816"/>
            </a:lvl7pPr>
            <a:lvl8pPr marL="2902763" indent="0">
              <a:buNone/>
              <a:defRPr sz="816"/>
            </a:lvl8pPr>
            <a:lvl9pPr marL="3317443" indent="0">
              <a:buNone/>
              <a:defRPr sz="816"/>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F155F875-9E96-4770-966A-4351DDE9DCC8}" type="slidenum">
              <a:rPr lang="en-US"/>
              <a:pPr/>
              <a:t>‹#›</a:t>
            </a:fld>
            <a:endParaRPr lang="en-US"/>
          </a:p>
        </p:txBody>
      </p:sp>
    </p:spTree>
    <p:extLst>
      <p:ext uri="{BB962C8B-B14F-4D97-AF65-F5344CB8AC3E}">
        <p14:creationId xmlns:p14="http://schemas.microsoft.com/office/powerpoint/2010/main" val="22024832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p:cNvSpPr>
            <a:spLocks noGrp="1"/>
          </p:cNvSpPr>
          <p:nvPr>
            <p:ph type="ftr" sz="quarter"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61D1AD42-C098-4E2A-9B4C-5160B2CC357F}" type="slidenum">
              <a:rPr lang="en-US"/>
              <a:pPr/>
              <a:t>‹#›</a:t>
            </a:fld>
            <a:endParaRPr lang="en-US"/>
          </a:p>
        </p:txBody>
      </p:sp>
    </p:spTree>
    <p:extLst>
      <p:ext uri="{BB962C8B-B14F-4D97-AF65-F5344CB8AC3E}">
        <p14:creationId xmlns:p14="http://schemas.microsoft.com/office/powerpoint/2010/main" val="13993811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91056" y="338365"/>
            <a:ext cx="2696865" cy="5832827"/>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96841" y="338365"/>
            <a:ext cx="7920456" cy="58328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p:cNvSpPr>
            <a:spLocks noGrp="1"/>
          </p:cNvSpPr>
          <p:nvPr>
            <p:ph type="ftr" sz="quarter"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E874015A-FAAE-444E-9B55-9856519D1EF3}" type="slidenum">
              <a:rPr lang="en-US"/>
              <a:pPr/>
              <a:t>‹#›</a:t>
            </a:fld>
            <a:endParaRPr lang="en-US"/>
          </a:p>
        </p:txBody>
      </p:sp>
    </p:spTree>
    <p:extLst>
      <p:ext uri="{BB962C8B-B14F-4D97-AF65-F5344CB8AC3E}">
        <p14:creationId xmlns:p14="http://schemas.microsoft.com/office/powerpoint/2010/main" val="31134679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Cover P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CB2CD9-CAD9-7725-A11C-34FAC16976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5676900"/>
          </a:xfrm>
          <a:prstGeom prst="rect">
            <a:avLst/>
          </a:prstGeom>
        </p:spPr>
      </p:pic>
      <p:sp>
        <p:nvSpPr>
          <p:cNvPr id="6" name="Rectangle 5">
            <a:extLst>
              <a:ext uri="{FF2B5EF4-FFF2-40B4-BE49-F238E27FC236}">
                <a16:creationId xmlns:a16="http://schemas.microsoft.com/office/drawing/2014/main" id="{923647CA-F737-51EB-A065-683D8C7FF9F5}"/>
              </a:ext>
            </a:extLst>
          </p:cNvPr>
          <p:cNvSpPr>
            <a:spLocks/>
          </p:cNvSpPr>
          <p:nvPr userDrawn="1"/>
        </p:nvSpPr>
        <p:spPr>
          <a:xfrm>
            <a:off x="0" y="1"/>
            <a:ext cx="12192000" cy="5676900"/>
          </a:xfrm>
          <a:prstGeom prst="rect">
            <a:avLst/>
          </a:prstGeom>
          <a:gradFill flip="none" rotWithShape="1">
            <a:gsLst>
              <a:gs pos="100000">
                <a:srgbClr val="015BA9">
                  <a:alpha val="0"/>
                </a:srgbClr>
              </a:gs>
              <a:gs pos="0">
                <a:srgbClr val="015BA9"/>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8">
              <a:solidFill>
                <a:schemeClr val="tx1"/>
              </a:solidFill>
            </a:endParaRPr>
          </a:p>
        </p:txBody>
      </p:sp>
      <p:sp>
        <p:nvSpPr>
          <p:cNvPr id="8" name="Freeform: Shape 7">
            <a:extLst>
              <a:ext uri="{FF2B5EF4-FFF2-40B4-BE49-F238E27FC236}">
                <a16:creationId xmlns:a16="http://schemas.microsoft.com/office/drawing/2014/main" id="{4D5C7EE0-B13A-8C48-6F35-803DE5BDC2EB}"/>
              </a:ext>
            </a:extLst>
          </p:cNvPr>
          <p:cNvSpPr/>
          <p:nvPr userDrawn="1"/>
        </p:nvSpPr>
        <p:spPr>
          <a:xfrm>
            <a:off x="0" y="4235452"/>
            <a:ext cx="12192000" cy="2622551"/>
          </a:xfrm>
          <a:custGeom>
            <a:avLst/>
            <a:gdLst>
              <a:gd name="connsiteX0" fmla="*/ 12198349 w 12198349"/>
              <a:gd name="connsiteY0" fmla="*/ 0 h 2667000"/>
              <a:gd name="connsiteX1" fmla="*/ 12198349 w 12198349"/>
              <a:gd name="connsiteY1" fmla="*/ 2667000 h 2667000"/>
              <a:gd name="connsiteX2" fmla="*/ 0 w 12198349"/>
              <a:gd name="connsiteY2" fmla="*/ 2667000 h 2667000"/>
              <a:gd name="connsiteX3" fmla="*/ 0 w 12198349"/>
              <a:gd name="connsiteY3" fmla="*/ 616717 h 2667000"/>
              <a:gd name="connsiteX0" fmla="*/ 12198349 w 12198349"/>
              <a:gd name="connsiteY0" fmla="*/ 0 h 2667000"/>
              <a:gd name="connsiteX1" fmla="*/ 12198349 w 12198349"/>
              <a:gd name="connsiteY1" fmla="*/ 2667000 h 2667000"/>
              <a:gd name="connsiteX2" fmla="*/ 0 w 12198349"/>
              <a:gd name="connsiteY2" fmla="*/ 2667000 h 2667000"/>
              <a:gd name="connsiteX3" fmla="*/ 0 w 12198349"/>
              <a:gd name="connsiteY3" fmla="*/ 788167 h 2667000"/>
              <a:gd name="connsiteX4" fmla="*/ 12198349 w 12198349"/>
              <a:gd name="connsiteY4" fmla="*/ 0 h 266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8349" h="2667000">
                <a:moveTo>
                  <a:pt x="12198349" y="0"/>
                </a:moveTo>
                <a:lnTo>
                  <a:pt x="12198349" y="2667000"/>
                </a:lnTo>
                <a:lnTo>
                  <a:pt x="0" y="2667000"/>
                </a:lnTo>
                <a:lnTo>
                  <a:pt x="0" y="788167"/>
                </a:lnTo>
                <a:cubicBezTo>
                  <a:pt x="4066116" y="582595"/>
                  <a:pt x="8132233" y="205572"/>
                  <a:pt x="12198349" y="0"/>
                </a:cubicBezTo>
                <a:close/>
              </a:path>
            </a:pathLst>
          </a:custGeom>
          <a:solidFill>
            <a:srgbClr val="042546"/>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ctr"/>
            <a:endParaRPr lang="en-IN" sz="1198">
              <a:solidFill>
                <a:schemeClr val="tx1"/>
              </a:solidFill>
            </a:endParaRPr>
          </a:p>
        </p:txBody>
      </p:sp>
      <p:sp>
        <p:nvSpPr>
          <p:cNvPr id="15" name="Freeform: Shape 14">
            <a:extLst>
              <a:ext uri="{FF2B5EF4-FFF2-40B4-BE49-F238E27FC236}">
                <a16:creationId xmlns:a16="http://schemas.microsoft.com/office/drawing/2014/main" id="{9E959DC8-2899-F315-2934-F53263F407FD}"/>
              </a:ext>
            </a:extLst>
          </p:cNvPr>
          <p:cNvSpPr/>
          <p:nvPr userDrawn="1"/>
        </p:nvSpPr>
        <p:spPr>
          <a:xfrm>
            <a:off x="1" y="2552703"/>
            <a:ext cx="5654905" cy="4256669"/>
          </a:xfrm>
          <a:custGeom>
            <a:avLst/>
            <a:gdLst>
              <a:gd name="connsiteX0" fmla="*/ 4838700 w 4838700"/>
              <a:gd name="connsiteY0" fmla="*/ 0 h 4256669"/>
              <a:gd name="connsiteX1" fmla="*/ 4379198 w 4838700"/>
              <a:gd name="connsiteY1" fmla="*/ 2847975 h 4256669"/>
              <a:gd name="connsiteX2" fmla="*/ 0 w 4838700"/>
              <a:gd name="connsiteY2" fmla="*/ 4256669 h 4256669"/>
              <a:gd name="connsiteX3" fmla="*/ 0 w 4838700"/>
              <a:gd name="connsiteY3" fmla="*/ 760103 h 4256669"/>
              <a:gd name="connsiteX0" fmla="*/ 4838700 w 4838700"/>
              <a:gd name="connsiteY0" fmla="*/ 0 h 4256669"/>
              <a:gd name="connsiteX1" fmla="*/ 4566556 w 4838700"/>
              <a:gd name="connsiteY1" fmla="*/ 3162300 h 4256669"/>
              <a:gd name="connsiteX2" fmla="*/ 0 w 4838700"/>
              <a:gd name="connsiteY2" fmla="*/ 4256669 h 4256669"/>
              <a:gd name="connsiteX3" fmla="*/ 0 w 4838700"/>
              <a:gd name="connsiteY3" fmla="*/ 760103 h 4256669"/>
              <a:gd name="connsiteX4" fmla="*/ 4838700 w 4838700"/>
              <a:gd name="connsiteY4" fmla="*/ 0 h 4256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700" h="4256669">
                <a:moveTo>
                  <a:pt x="4838700" y="0"/>
                </a:moveTo>
                <a:lnTo>
                  <a:pt x="4566556" y="3162300"/>
                </a:lnTo>
                <a:lnTo>
                  <a:pt x="0" y="4256669"/>
                </a:lnTo>
                <a:lnTo>
                  <a:pt x="0" y="760103"/>
                </a:lnTo>
                <a:lnTo>
                  <a:pt x="4838700" y="0"/>
                </a:lnTo>
                <a:close/>
              </a:path>
            </a:pathLst>
          </a:custGeom>
          <a:gradFill>
            <a:gsLst>
              <a:gs pos="100000">
                <a:srgbClr val="F83533"/>
              </a:gs>
              <a:gs pos="0">
                <a:srgbClr val="02459E"/>
              </a:gs>
            </a:gsLst>
            <a:lin ang="5400000" scaled="1"/>
          </a:gradFill>
          <a:ln>
            <a:noFill/>
          </a:ln>
          <a:effectLst>
            <a:outerShdw blurRad="50800" dist="38100" dir="5400000" algn="t" rotWithShape="0">
              <a:prstClr val="black">
                <a:alpha val="40000"/>
              </a:prstClr>
            </a:outerShdw>
          </a:effectLst>
        </p:spPr>
        <p:txBody>
          <a:bodyPr vert="horz" wrap="square" lIns="91344" tIns="45672" rIns="91344" bIns="45672" numCol="1" anchor="t" anchorCtr="0" compatLnSpc="1">
            <a:prstTxWarp prst="textNoShape">
              <a:avLst/>
            </a:prstTxWarp>
            <a:noAutofit/>
          </a:bodyPr>
          <a:lstStyle/>
          <a:p>
            <a:pPr fontAlgn="base">
              <a:spcBef>
                <a:spcPct val="0"/>
              </a:spcBef>
              <a:spcAft>
                <a:spcPct val="50000"/>
              </a:spcAft>
              <a:buClr>
                <a:schemeClr val="accent2"/>
              </a:buClr>
              <a:buSzPct val="80000"/>
              <a:buFont typeface="Arial" charset="0"/>
            </a:pPr>
            <a:endParaRPr lang="en-IN" sz="900">
              <a:solidFill>
                <a:schemeClr val="tx1"/>
              </a:solidFill>
              <a:latin typeface="EYInterstate Light" pitchFamily="2" charset="0"/>
            </a:endParaRPr>
          </a:p>
        </p:txBody>
      </p:sp>
      <p:grpSp>
        <p:nvGrpSpPr>
          <p:cNvPr id="72" name="Group 71">
            <a:extLst>
              <a:ext uri="{FF2B5EF4-FFF2-40B4-BE49-F238E27FC236}">
                <a16:creationId xmlns:a16="http://schemas.microsoft.com/office/drawing/2014/main" id="{50AC23CB-F45F-F49E-2BF9-EF9F09B624CA}"/>
              </a:ext>
            </a:extLst>
          </p:cNvPr>
          <p:cNvGrpSpPr/>
          <p:nvPr userDrawn="1"/>
        </p:nvGrpSpPr>
        <p:grpSpPr>
          <a:xfrm>
            <a:off x="10778844" y="5238912"/>
            <a:ext cx="1082111" cy="1263650"/>
            <a:chOff x="421256" y="5825818"/>
            <a:chExt cx="1082675" cy="1263650"/>
          </a:xfrm>
        </p:grpSpPr>
        <p:sp>
          <p:nvSpPr>
            <p:cNvPr id="73" name="Freeform 11">
              <a:extLst>
                <a:ext uri="{FF2B5EF4-FFF2-40B4-BE49-F238E27FC236}">
                  <a16:creationId xmlns:a16="http://schemas.microsoft.com/office/drawing/2014/main" id="{DCC77AB9-4D2E-FE4A-9E62-6ED76154BDD2}"/>
                </a:ext>
              </a:extLst>
            </p:cNvPr>
            <p:cNvSpPr>
              <a:spLocks/>
            </p:cNvSpPr>
            <p:nvPr userDrawn="1"/>
          </p:nvSpPr>
          <p:spPr bwMode="auto">
            <a:xfrm>
              <a:off x="421256" y="5825818"/>
              <a:ext cx="866775" cy="314325"/>
            </a:xfrm>
            <a:custGeom>
              <a:avLst/>
              <a:gdLst>
                <a:gd name="T0" fmla="*/ 546 w 546"/>
                <a:gd name="T1" fmla="*/ 0 h 198"/>
                <a:gd name="T2" fmla="*/ 0 w 546"/>
                <a:gd name="T3" fmla="*/ 198 h 198"/>
                <a:gd name="T4" fmla="*/ 546 w 546"/>
                <a:gd name="T5" fmla="*/ 102 h 198"/>
                <a:gd name="T6" fmla="*/ 546 w 546"/>
                <a:gd name="T7" fmla="*/ 0 h 198"/>
              </a:gdLst>
              <a:ahLst/>
              <a:cxnLst>
                <a:cxn ang="0">
                  <a:pos x="T0" y="T1"/>
                </a:cxn>
                <a:cxn ang="0">
                  <a:pos x="T2" y="T3"/>
                </a:cxn>
                <a:cxn ang="0">
                  <a:pos x="T4" y="T5"/>
                </a:cxn>
                <a:cxn ang="0">
                  <a:pos x="T6" y="T7"/>
                </a:cxn>
              </a:cxnLst>
              <a:rect l="0" t="0" r="r" b="b"/>
              <a:pathLst>
                <a:path w="546" h="198">
                  <a:moveTo>
                    <a:pt x="546" y="0"/>
                  </a:moveTo>
                  <a:lnTo>
                    <a:pt x="0" y="198"/>
                  </a:lnTo>
                  <a:lnTo>
                    <a:pt x="546" y="102"/>
                  </a:lnTo>
                  <a:lnTo>
                    <a:pt x="546"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3486" eaLnBrk="1" fontAlgn="base" latinLnBrk="0" hangingPunct="1">
                <a:lnSpc>
                  <a:spcPct val="100000"/>
                </a:lnSpc>
                <a:spcBef>
                  <a:spcPct val="0"/>
                </a:spcBef>
                <a:spcAft>
                  <a:spcPct val="50000"/>
                </a:spcAft>
                <a:buClr>
                  <a:srgbClr val="FFE600"/>
                </a:buClr>
                <a:buSzPct val="80000"/>
                <a:buFont typeface="Arial" charset="0"/>
                <a:buNone/>
                <a:tabLst/>
                <a:defRPr/>
              </a:pPr>
              <a:endParaRPr kumimoji="0" lang="en-GB" sz="900" b="0" i="0" u="none" strike="noStrike" kern="0" cap="none" spc="0" normalizeH="0" baseline="0" noProof="0">
                <a:ln>
                  <a:noFill/>
                </a:ln>
                <a:solidFill>
                  <a:srgbClr val="333333"/>
                </a:solidFill>
                <a:effectLst/>
                <a:uLnTx/>
                <a:uFillTx/>
              </a:endParaRPr>
            </a:p>
          </p:txBody>
        </p:sp>
        <p:sp>
          <p:nvSpPr>
            <p:cNvPr id="74" name="Freeform 12">
              <a:extLst>
                <a:ext uri="{FF2B5EF4-FFF2-40B4-BE49-F238E27FC236}">
                  <a16:creationId xmlns:a16="http://schemas.microsoft.com/office/drawing/2014/main" id="{60C9D6C0-DA7C-A580-8B8A-0E782808EAAB}"/>
                </a:ext>
              </a:extLst>
            </p:cNvPr>
            <p:cNvSpPr>
              <a:spLocks noEditPoints="1"/>
            </p:cNvSpPr>
            <p:nvPr userDrawn="1"/>
          </p:nvSpPr>
          <p:spPr bwMode="auto">
            <a:xfrm>
              <a:off x="421256" y="6273493"/>
              <a:ext cx="1082675" cy="815975"/>
            </a:xfrm>
            <a:custGeom>
              <a:avLst/>
              <a:gdLst>
                <a:gd name="T0" fmla="*/ 6 w 682"/>
                <a:gd name="T1" fmla="*/ 342 h 514"/>
                <a:gd name="T2" fmla="*/ 38 w 682"/>
                <a:gd name="T3" fmla="*/ 380 h 514"/>
                <a:gd name="T4" fmla="*/ 34 w 682"/>
                <a:gd name="T5" fmla="*/ 354 h 514"/>
                <a:gd name="T6" fmla="*/ 78 w 682"/>
                <a:gd name="T7" fmla="*/ 392 h 514"/>
                <a:gd name="T8" fmla="*/ 96 w 682"/>
                <a:gd name="T9" fmla="*/ 406 h 514"/>
                <a:gd name="T10" fmla="*/ 250 w 682"/>
                <a:gd name="T11" fmla="*/ 364 h 514"/>
                <a:gd name="T12" fmla="*/ 266 w 682"/>
                <a:gd name="T13" fmla="*/ 372 h 514"/>
                <a:gd name="T14" fmla="*/ 132 w 682"/>
                <a:gd name="T15" fmla="*/ 380 h 514"/>
                <a:gd name="T16" fmla="*/ 164 w 682"/>
                <a:gd name="T17" fmla="*/ 374 h 514"/>
                <a:gd name="T18" fmla="*/ 192 w 682"/>
                <a:gd name="T19" fmla="*/ 364 h 514"/>
                <a:gd name="T20" fmla="*/ 192 w 682"/>
                <a:gd name="T21" fmla="*/ 374 h 514"/>
                <a:gd name="T22" fmla="*/ 446 w 682"/>
                <a:gd name="T23" fmla="*/ 406 h 514"/>
                <a:gd name="T24" fmla="*/ 456 w 682"/>
                <a:gd name="T25" fmla="*/ 358 h 514"/>
                <a:gd name="T26" fmla="*/ 446 w 682"/>
                <a:gd name="T27" fmla="*/ 394 h 514"/>
                <a:gd name="T28" fmla="*/ 290 w 682"/>
                <a:gd name="T29" fmla="*/ 384 h 514"/>
                <a:gd name="T30" fmla="*/ 304 w 682"/>
                <a:gd name="T31" fmla="*/ 420 h 514"/>
                <a:gd name="T32" fmla="*/ 320 w 682"/>
                <a:gd name="T33" fmla="*/ 394 h 514"/>
                <a:gd name="T34" fmla="*/ 316 w 682"/>
                <a:gd name="T35" fmla="*/ 372 h 514"/>
                <a:gd name="T36" fmla="*/ 380 w 682"/>
                <a:gd name="T37" fmla="*/ 376 h 514"/>
                <a:gd name="T38" fmla="*/ 402 w 682"/>
                <a:gd name="T39" fmla="*/ 410 h 514"/>
                <a:gd name="T40" fmla="*/ 374 w 682"/>
                <a:gd name="T41" fmla="*/ 388 h 514"/>
                <a:gd name="T42" fmla="*/ 514 w 682"/>
                <a:gd name="T43" fmla="*/ 394 h 514"/>
                <a:gd name="T44" fmla="*/ 512 w 682"/>
                <a:gd name="T45" fmla="*/ 360 h 514"/>
                <a:gd name="T46" fmla="*/ 522 w 682"/>
                <a:gd name="T47" fmla="*/ 402 h 514"/>
                <a:gd name="T48" fmla="*/ 632 w 682"/>
                <a:gd name="T49" fmla="*/ 394 h 514"/>
                <a:gd name="T50" fmla="*/ 620 w 682"/>
                <a:gd name="T51" fmla="*/ 358 h 514"/>
                <a:gd name="T52" fmla="*/ 632 w 682"/>
                <a:gd name="T53" fmla="*/ 394 h 514"/>
                <a:gd name="T54" fmla="*/ 584 w 682"/>
                <a:gd name="T55" fmla="*/ 396 h 514"/>
                <a:gd name="T56" fmla="*/ 562 w 682"/>
                <a:gd name="T57" fmla="*/ 372 h 514"/>
                <a:gd name="T58" fmla="*/ 548 w 682"/>
                <a:gd name="T59" fmla="*/ 410 h 514"/>
                <a:gd name="T60" fmla="*/ 548 w 682"/>
                <a:gd name="T61" fmla="*/ 372 h 514"/>
                <a:gd name="T62" fmla="*/ 664 w 682"/>
                <a:gd name="T63" fmla="*/ 374 h 514"/>
                <a:gd name="T64" fmla="*/ 678 w 682"/>
                <a:gd name="T65" fmla="*/ 374 h 514"/>
                <a:gd name="T66" fmla="*/ 228 w 682"/>
                <a:gd name="T67" fmla="*/ 354 h 514"/>
                <a:gd name="T68" fmla="*/ 530 w 682"/>
                <a:gd name="T69" fmla="*/ 470 h 514"/>
                <a:gd name="T70" fmla="*/ 552 w 682"/>
                <a:gd name="T71" fmla="*/ 484 h 514"/>
                <a:gd name="T72" fmla="*/ 560 w 682"/>
                <a:gd name="T73" fmla="*/ 480 h 514"/>
                <a:gd name="T74" fmla="*/ 120 w 682"/>
                <a:gd name="T75" fmla="*/ 494 h 514"/>
                <a:gd name="T76" fmla="*/ 42 w 682"/>
                <a:gd name="T77" fmla="*/ 494 h 514"/>
                <a:gd name="T78" fmla="*/ 20 w 682"/>
                <a:gd name="T79" fmla="*/ 476 h 514"/>
                <a:gd name="T80" fmla="*/ 70 w 682"/>
                <a:gd name="T81" fmla="*/ 460 h 514"/>
                <a:gd name="T82" fmla="*/ 106 w 682"/>
                <a:gd name="T83" fmla="*/ 452 h 514"/>
                <a:gd name="T84" fmla="*/ 90 w 682"/>
                <a:gd name="T85" fmla="*/ 456 h 514"/>
                <a:gd name="T86" fmla="*/ 496 w 682"/>
                <a:gd name="T87" fmla="*/ 458 h 514"/>
                <a:gd name="T88" fmla="*/ 494 w 682"/>
                <a:gd name="T89" fmla="*/ 444 h 514"/>
                <a:gd name="T90" fmla="*/ 376 w 682"/>
                <a:gd name="T91" fmla="*/ 494 h 514"/>
                <a:gd name="T92" fmla="*/ 398 w 682"/>
                <a:gd name="T93" fmla="*/ 476 h 514"/>
                <a:gd name="T94" fmla="*/ 442 w 682"/>
                <a:gd name="T95" fmla="*/ 496 h 514"/>
                <a:gd name="T96" fmla="*/ 438 w 682"/>
                <a:gd name="T97" fmla="*/ 484 h 514"/>
                <a:gd name="T98" fmla="*/ 452 w 682"/>
                <a:gd name="T99" fmla="*/ 470 h 514"/>
                <a:gd name="T100" fmla="*/ 170 w 682"/>
                <a:gd name="T101" fmla="*/ 426 h 514"/>
                <a:gd name="T102" fmla="*/ 254 w 682"/>
                <a:gd name="T103" fmla="*/ 444 h 514"/>
                <a:gd name="T104" fmla="*/ 252 w 682"/>
                <a:gd name="T105" fmla="*/ 456 h 514"/>
                <a:gd name="T106" fmla="*/ 280 w 682"/>
                <a:gd name="T107" fmla="*/ 470 h 514"/>
                <a:gd name="T108" fmla="*/ 296 w 682"/>
                <a:gd name="T109" fmla="*/ 506 h 514"/>
                <a:gd name="T110" fmla="*/ 310 w 682"/>
                <a:gd name="T111" fmla="*/ 480 h 514"/>
                <a:gd name="T112" fmla="*/ 308 w 682"/>
                <a:gd name="T113" fmla="*/ 458 h 514"/>
                <a:gd name="T114" fmla="*/ 220 w 682"/>
                <a:gd name="T115" fmla="*/ 432 h 514"/>
                <a:gd name="T116" fmla="*/ 6 w 682"/>
                <a:gd name="T117" fmla="*/ 0 h 514"/>
                <a:gd name="T118" fmla="*/ 464 w 682"/>
                <a:gd name="T119" fmla="*/ 0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82" h="514">
                  <a:moveTo>
                    <a:pt x="58" y="388"/>
                  </a:moveTo>
                  <a:lnTo>
                    <a:pt x="58" y="388"/>
                  </a:lnTo>
                  <a:lnTo>
                    <a:pt x="56" y="382"/>
                  </a:lnTo>
                  <a:lnTo>
                    <a:pt x="54" y="378"/>
                  </a:lnTo>
                  <a:lnTo>
                    <a:pt x="48" y="372"/>
                  </a:lnTo>
                  <a:lnTo>
                    <a:pt x="48" y="372"/>
                  </a:lnTo>
                  <a:lnTo>
                    <a:pt x="54" y="368"/>
                  </a:lnTo>
                  <a:lnTo>
                    <a:pt x="56" y="360"/>
                  </a:lnTo>
                  <a:lnTo>
                    <a:pt x="56" y="360"/>
                  </a:lnTo>
                  <a:lnTo>
                    <a:pt x="54" y="352"/>
                  </a:lnTo>
                  <a:lnTo>
                    <a:pt x="50" y="346"/>
                  </a:lnTo>
                  <a:lnTo>
                    <a:pt x="44" y="344"/>
                  </a:lnTo>
                  <a:lnTo>
                    <a:pt x="34" y="342"/>
                  </a:lnTo>
                  <a:lnTo>
                    <a:pt x="6" y="342"/>
                  </a:lnTo>
                  <a:lnTo>
                    <a:pt x="6" y="410"/>
                  </a:lnTo>
                  <a:lnTo>
                    <a:pt x="34" y="410"/>
                  </a:lnTo>
                  <a:lnTo>
                    <a:pt x="34" y="410"/>
                  </a:lnTo>
                  <a:lnTo>
                    <a:pt x="44" y="408"/>
                  </a:lnTo>
                  <a:lnTo>
                    <a:pt x="52" y="404"/>
                  </a:lnTo>
                  <a:lnTo>
                    <a:pt x="56" y="396"/>
                  </a:lnTo>
                  <a:lnTo>
                    <a:pt x="58" y="388"/>
                  </a:lnTo>
                  <a:lnTo>
                    <a:pt x="58" y="388"/>
                  </a:lnTo>
                  <a:close/>
                  <a:moveTo>
                    <a:pt x="34" y="398"/>
                  </a:moveTo>
                  <a:lnTo>
                    <a:pt x="18" y="398"/>
                  </a:lnTo>
                  <a:lnTo>
                    <a:pt x="18" y="378"/>
                  </a:lnTo>
                  <a:lnTo>
                    <a:pt x="34" y="378"/>
                  </a:lnTo>
                  <a:lnTo>
                    <a:pt x="34" y="378"/>
                  </a:lnTo>
                  <a:lnTo>
                    <a:pt x="38" y="380"/>
                  </a:lnTo>
                  <a:lnTo>
                    <a:pt x="42" y="380"/>
                  </a:lnTo>
                  <a:lnTo>
                    <a:pt x="44" y="384"/>
                  </a:lnTo>
                  <a:lnTo>
                    <a:pt x="44" y="388"/>
                  </a:lnTo>
                  <a:lnTo>
                    <a:pt x="44" y="388"/>
                  </a:lnTo>
                  <a:lnTo>
                    <a:pt x="44" y="392"/>
                  </a:lnTo>
                  <a:lnTo>
                    <a:pt x="42" y="396"/>
                  </a:lnTo>
                  <a:lnTo>
                    <a:pt x="38" y="398"/>
                  </a:lnTo>
                  <a:lnTo>
                    <a:pt x="34" y="398"/>
                  </a:lnTo>
                  <a:lnTo>
                    <a:pt x="34" y="398"/>
                  </a:lnTo>
                  <a:close/>
                  <a:moveTo>
                    <a:pt x="34" y="368"/>
                  </a:moveTo>
                  <a:lnTo>
                    <a:pt x="18" y="368"/>
                  </a:lnTo>
                  <a:lnTo>
                    <a:pt x="18" y="354"/>
                  </a:lnTo>
                  <a:lnTo>
                    <a:pt x="34" y="354"/>
                  </a:lnTo>
                  <a:lnTo>
                    <a:pt x="34" y="354"/>
                  </a:lnTo>
                  <a:lnTo>
                    <a:pt x="40" y="356"/>
                  </a:lnTo>
                  <a:lnTo>
                    <a:pt x="42" y="358"/>
                  </a:lnTo>
                  <a:lnTo>
                    <a:pt x="42" y="360"/>
                  </a:lnTo>
                  <a:lnTo>
                    <a:pt x="42" y="360"/>
                  </a:lnTo>
                  <a:lnTo>
                    <a:pt x="40" y="366"/>
                  </a:lnTo>
                  <a:lnTo>
                    <a:pt x="38" y="366"/>
                  </a:lnTo>
                  <a:lnTo>
                    <a:pt x="34" y="368"/>
                  </a:lnTo>
                  <a:lnTo>
                    <a:pt x="34" y="368"/>
                  </a:lnTo>
                  <a:close/>
                  <a:moveTo>
                    <a:pt x="66" y="388"/>
                  </a:moveTo>
                  <a:lnTo>
                    <a:pt x="66" y="360"/>
                  </a:lnTo>
                  <a:lnTo>
                    <a:pt x="78" y="360"/>
                  </a:lnTo>
                  <a:lnTo>
                    <a:pt x="78" y="388"/>
                  </a:lnTo>
                  <a:lnTo>
                    <a:pt x="78" y="388"/>
                  </a:lnTo>
                  <a:lnTo>
                    <a:pt x="78" y="392"/>
                  </a:lnTo>
                  <a:lnTo>
                    <a:pt x="80" y="396"/>
                  </a:lnTo>
                  <a:lnTo>
                    <a:pt x="84" y="398"/>
                  </a:lnTo>
                  <a:lnTo>
                    <a:pt x="88" y="400"/>
                  </a:lnTo>
                  <a:lnTo>
                    <a:pt x="88" y="400"/>
                  </a:lnTo>
                  <a:lnTo>
                    <a:pt x="92" y="398"/>
                  </a:lnTo>
                  <a:lnTo>
                    <a:pt x="94" y="396"/>
                  </a:lnTo>
                  <a:lnTo>
                    <a:pt x="96" y="392"/>
                  </a:lnTo>
                  <a:lnTo>
                    <a:pt x="96" y="388"/>
                  </a:lnTo>
                  <a:lnTo>
                    <a:pt x="96" y="360"/>
                  </a:lnTo>
                  <a:lnTo>
                    <a:pt x="108" y="360"/>
                  </a:lnTo>
                  <a:lnTo>
                    <a:pt x="108" y="410"/>
                  </a:lnTo>
                  <a:lnTo>
                    <a:pt x="96" y="410"/>
                  </a:lnTo>
                  <a:lnTo>
                    <a:pt x="96" y="406"/>
                  </a:lnTo>
                  <a:lnTo>
                    <a:pt x="96" y="406"/>
                  </a:lnTo>
                  <a:lnTo>
                    <a:pt x="92" y="408"/>
                  </a:lnTo>
                  <a:lnTo>
                    <a:pt x="84" y="410"/>
                  </a:lnTo>
                  <a:lnTo>
                    <a:pt x="84" y="410"/>
                  </a:lnTo>
                  <a:lnTo>
                    <a:pt x="80" y="410"/>
                  </a:lnTo>
                  <a:lnTo>
                    <a:pt x="74" y="408"/>
                  </a:lnTo>
                  <a:lnTo>
                    <a:pt x="70" y="402"/>
                  </a:lnTo>
                  <a:lnTo>
                    <a:pt x="66" y="394"/>
                  </a:lnTo>
                  <a:lnTo>
                    <a:pt x="66" y="388"/>
                  </a:lnTo>
                  <a:lnTo>
                    <a:pt x="66" y="388"/>
                  </a:lnTo>
                  <a:close/>
                  <a:moveTo>
                    <a:pt x="250" y="410"/>
                  </a:moveTo>
                  <a:lnTo>
                    <a:pt x="238" y="410"/>
                  </a:lnTo>
                  <a:lnTo>
                    <a:pt x="238" y="360"/>
                  </a:lnTo>
                  <a:lnTo>
                    <a:pt x="250" y="360"/>
                  </a:lnTo>
                  <a:lnTo>
                    <a:pt x="250" y="364"/>
                  </a:lnTo>
                  <a:lnTo>
                    <a:pt x="250" y="364"/>
                  </a:lnTo>
                  <a:lnTo>
                    <a:pt x="256" y="360"/>
                  </a:lnTo>
                  <a:lnTo>
                    <a:pt x="262" y="358"/>
                  </a:lnTo>
                  <a:lnTo>
                    <a:pt x="262" y="358"/>
                  </a:lnTo>
                  <a:lnTo>
                    <a:pt x="270" y="360"/>
                  </a:lnTo>
                  <a:lnTo>
                    <a:pt x="276" y="364"/>
                  </a:lnTo>
                  <a:lnTo>
                    <a:pt x="280" y="372"/>
                  </a:lnTo>
                  <a:lnTo>
                    <a:pt x="280" y="382"/>
                  </a:lnTo>
                  <a:lnTo>
                    <a:pt x="280" y="410"/>
                  </a:lnTo>
                  <a:lnTo>
                    <a:pt x="268" y="410"/>
                  </a:lnTo>
                  <a:lnTo>
                    <a:pt x="268" y="382"/>
                  </a:lnTo>
                  <a:lnTo>
                    <a:pt x="268" y="382"/>
                  </a:lnTo>
                  <a:lnTo>
                    <a:pt x="268" y="376"/>
                  </a:lnTo>
                  <a:lnTo>
                    <a:pt x="266" y="372"/>
                  </a:lnTo>
                  <a:lnTo>
                    <a:pt x="264" y="370"/>
                  </a:lnTo>
                  <a:lnTo>
                    <a:pt x="260" y="370"/>
                  </a:lnTo>
                  <a:lnTo>
                    <a:pt x="260" y="370"/>
                  </a:lnTo>
                  <a:lnTo>
                    <a:pt x="256" y="370"/>
                  </a:lnTo>
                  <a:lnTo>
                    <a:pt x="254" y="374"/>
                  </a:lnTo>
                  <a:lnTo>
                    <a:pt x="252" y="376"/>
                  </a:lnTo>
                  <a:lnTo>
                    <a:pt x="250" y="382"/>
                  </a:lnTo>
                  <a:lnTo>
                    <a:pt x="250" y="410"/>
                  </a:lnTo>
                  <a:close/>
                  <a:moveTo>
                    <a:pt x="132" y="380"/>
                  </a:moveTo>
                  <a:lnTo>
                    <a:pt x="132" y="410"/>
                  </a:lnTo>
                  <a:lnTo>
                    <a:pt x="120" y="410"/>
                  </a:lnTo>
                  <a:lnTo>
                    <a:pt x="120" y="360"/>
                  </a:lnTo>
                  <a:lnTo>
                    <a:pt x="132" y="360"/>
                  </a:lnTo>
                  <a:lnTo>
                    <a:pt x="132" y="380"/>
                  </a:lnTo>
                  <a:close/>
                  <a:moveTo>
                    <a:pt x="142" y="346"/>
                  </a:moveTo>
                  <a:lnTo>
                    <a:pt x="154" y="340"/>
                  </a:lnTo>
                  <a:lnTo>
                    <a:pt x="154" y="348"/>
                  </a:lnTo>
                  <a:lnTo>
                    <a:pt x="154" y="410"/>
                  </a:lnTo>
                  <a:lnTo>
                    <a:pt x="142" y="410"/>
                  </a:lnTo>
                  <a:lnTo>
                    <a:pt x="142" y="346"/>
                  </a:lnTo>
                  <a:close/>
                  <a:moveTo>
                    <a:pt x="192" y="364"/>
                  </a:moveTo>
                  <a:lnTo>
                    <a:pt x="192" y="364"/>
                  </a:lnTo>
                  <a:lnTo>
                    <a:pt x="188" y="360"/>
                  </a:lnTo>
                  <a:lnTo>
                    <a:pt x="182" y="358"/>
                  </a:lnTo>
                  <a:lnTo>
                    <a:pt x="182" y="358"/>
                  </a:lnTo>
                  <a:lnTo>
                    <a:pt x="174" y="360"/>
                  </a:lnTo>
                  <a:lnTo>
                    <a:pt x="168" y="366"/>
                  </a:lnTo>
                  <a:lnTo>
                    <a:pt x="164" y="374"/>
                  </a:lnTo>
                  <a:lnTo>
                    <a:pt x="162" y="384"/>
                  </a:lnTo>
                  <a:lnTo>
                    <a:pt x="162" y="384"/>
                  </a:lnTo>
                  <a:lnTo>
                    <a:pt x="164" y="394"/>
                  </a:lnTo>
                  <a:lnTo>
                    <a:pt x="168" y="404"/>
                  </a:lnTo>
                  <a:lnTo>
                    <a:pt x="174" y="408"/>
                  </a:lnTo>
                  <a:lnTo>
                    <a:pt x="182" y="410"/>
                  </a:lnTo>
                  <a:lnTo>
                    <a:pt x="182" y="410"/>
                  </a:lnTo>
                  <a:lnTo>
                    <a:pt x="188" y="408"/>
                  </a:lnTo>
                  <a:lnTo>
                    <a:pt x="192" y="406"/>
                  </a:lnTo>
                  <a:lnTo>
                    <a:pt x="192" y="410"/>
                  </a:lnTo>
                  <a:lnTo>
                    <a:pt x="204" y="410"/>
                  </a:lnTo>
                  <a:lnTo>
                    <a:pt x="204" y="340"/>
                  </a:lnTo>
                  <a:lnTo>
                    <a:pt x="192" y="346"/>
                  </a:lnTo>
                  <a:lnTo>
                    <a:pt x="192" y="364"/>
                  </a:lnTo>
                  <a:close/>
                  <a:moveTo>
                    <a:pt x="184" y="398"/>
                  </a:moveTo>
                  <a:lnTo>
                    <a:pt x="184" y="398"/>
                  </a:lnTo>
                  <a:lnTo>
                    <a:pt x="180" y="398"/>
                  </a:lnTo>
                  <a:lnTo>
                    <a:pt x="178" y="396"/>
                  </a:lnTo>
                  <a:lnTo>
                    <a:pt x="176" y="392"/>
                  </a:lnTo>
                  <a:lnTo>
                    <a:pt x="174" y="384"/>
                  </a:lnTo>
                  <a:lnTo>
                    <a:pt x="174" y="384"/>
                  </a:lnTo>
                  <a:lnTo>
                    <a:pt x="176" y="376"/>
                  </a:lnTo>
                  <a:lnTo>
                    <a:pt x="178" y="372"/>
                  </a:lnTo>
                  <a:lnTo>
                    <a:pt x="180" y="370"/>
                  </a:lnTo>
                  <a:lnTo>
                    <a:pt x="184" y="370"/>
                  </a:lnTo>
                  <a:lnTo>
                    <a:pt x="184" y="370"/>
                  </a:lnTo>
                  <a:lnTo>
                    <a:pt x="190" y="372"/>
                  </a:lnTo>
                  <a:lnTo>
                    <a:pt x="192" y="374"/>
                  </a:lnTo>
                  <a:lnTo>
                    <a:pt x="192" y="394"/>
                  </a:lnTo>
                  <a:lnTo>
                    <a:pt x="192" y="394"/>
                  </a:lnTo>
                  <a:lnTo>
                    <a:pt x="190" y="398"/>
                  </a:lnTo>
                  <a:lnTo>
                    <a:pt x="184" y="398"/>
                  </a:lnTo>
                  <a:lnTo>
                    <a:pt x="184" y="398"/>
                  </a:lnTo>
                  <a:close/>
                  <a:moveTo>
                    <a:pt x="456" y="358"/>
                  </a:moveTo>
                  <a:lnTo>
                    <a:pt x="456" y="358"/>
                  </a:lnTo>
                  <a:lnTo>
                    <a:pt x="452" y="360"/>
                  </a:lnTo>
                  <a:lnTo>
                    <a:pt x="446" y="364"/>
                  </a:lnTo>
                  <a:lnTo>
                    <a:pt x="446" y="340"/>
                  </a:lnTo>
                  <a:lnTo>
                    <a:pt x="434" y="346"/>
                  </a:lnTo>
                  <a:lnTo>
                    <a:pt x="434" y="410"/>
                  </a:lnTo>
                  <a:lnTo>
                    <a:pt x="446" y="410"/>
                  </a:lnTo>
                  <a:lnTo>
                    <a:pt x="446" y="406"/>
                  </a:lnTo>
                  <a:lnTo>
                    <a:pt x="446" y="406"/>
                  </a:lnTo>
                  <a:lnTo>
                    <a:pt x="450" y="408"/>
                  </a:lnTo>
                  <a:lnTo>
                    <a:pt x="458" y="410"/>
                  </a:lnTo>
                  <a:lnTo>
                    <a:pt x="458" y="410"/>
                  </a:lnTo>
                  <a:lnTo>
                    <a:pt x="466" y="408"/>
                  </a:lnTo>
                  <a:lnTo>
                    <a:pt x="472" y="404"/>
                  </a:lnTo>
                  <a:lnTo>
                    <a:pt x="474" y="396"/>
                  </a:lnTo>
                  <a:lnTo>
                    <a:pt x="476" y="384"/>
                  </a:lnTo>
                  <a:lnTo>
                    <a:pt x="476" y="384"/>
                  </a:lnTo>
                  <a:lnTo>
                    <a:pt x="474" y="374"/>
                  </a:lnTo>
                  <a:lnTo>
                    <a:pt x="470" y="366"/>
                  </a:lnTo>
                  <a:lnTo>
                    <a:pt x="464" y="360"/>
                  </a:lnTo>
                  <a:lnTo>
                    <a:pt x="456" y="358"/>
                  </a:lnTo>
                  <a:lnTo>
                    <a:pt x="456" y="358"/>
                  </a:lnTo>
                  <a:close/>
                  <a:moveTo>
                    <a:pt x="454" y="370"/>
                  </a:moveTo>
                  <a:lnTo>
                    <a:pt x="454" y="370"/>
                  </a:lnTo>
                  <a:lnTo>
                    <a:pt x="458" y="370"/>
                  </a:lnTo>
                  <a:lnTo>
                    <a:pt x="460" y="374"/>
                  </a:lnTo>
                  <a:lnTo>
                    <a:pt x="462" y="378"/>
                  </a:lnTo>
                  <a:lnTo>
                    <a:pt x="464" y="384"/>
                  </a:lnTo>
                  <a:lnTo>
                    <a:pt x="464" y="384"/>
                  </a:lnTo>
                  <a:lnTo>
                    <a:pt x="464" y="390"/>
                  </a:lnTo>
                  <a:lnTo>
                    <a:pt x="462" y="396"/>
                  </a:lnTo>
                  <a:lnTo>
                    <a:pt x="458" y="398"/>
                  </a:lnTo>
                  <a:lnTo>
                    <a:pt x="454" y="398"/>
                  </a:lnTo>
                  <a:lnTo>
                    <a:pt x="454" y="398"/>
                  </a:lnTo>
                  <a:lnTo>
                    <a:pt x="450" y="398"/>
                  </a:lnTo>
                  <a:lnTo>
                    <a:pt x="446" y="394"/>
                  </a:lnTo>
                  <a:lnTo>
                    <a:pt x="446" y="376"/>
                  </a:lnTo>
                  <a:lnTo>
                    <a:pt x="446" y="376"/>
                  </a:lnTo>
                  <a:lnTo>
                    <a:pt x="450" y="372"/>
                  </a:lnTo>
                  <a:lnTo>
                    <a:pt x="454" y="370"/>
                  </a:lnTo>
                  <a:lnTo>
                    <a:pt x="454" y="370"/>
                  </a:lnTo>
                  <a:close/>
                  <a:moveTo>
                    <a:pt x="320" y="364"/>
                  </a:moveTo>
                  <a:lnTo>
                    <a:pt x="320" y="364"/>
                  </a:lnTo>
                  <a:lnTo>
                    <a:pt x="314" y="360"/>
                  </a:lnTo>
                  <a:lnTo>
                    <a:pt x="308" y="358"/>
                  </a:lnTo>
                  <a:lnTo>
                    <a:pt x="308" y="358"/>
                  </a:lnTo>
                  <a:lnTo>
                    <a:pt x="300" y="360"/>
                  </a:lnTo>
                  <a:lnTo>
                    <a:pt x="294" y="366"/>
                  </a:lnTo>
                  <a:lnTo>
                    <a:pt x="290" y="374"/>
                  </a:lnTo>
                  <a:lnTo>
                    <a:pt x="290" y="384"/>
                  </a:lnTo>
                  <a:lnTo>
                    <a:pt x="290" y="384"/>
                  </a:lnTo>
                  <a:lnTo>
                    <a:pt x="290" y="394"/>
                  </a:lnTo>
                  <a:lnTo>
                    <a:pt x="294" y="404"/>
                  </a:lnTo>
                  <a:lnTo>
                    <a:pt x="300" y="408"/>
                  </a:lnTo>
                  <a:lnTo>
                    <a:pt x="308" y="410"/>
                  </a:lnTo>
                  <a:lnTo>
                    <a:pt x="308" y="410"/>
                  </a:lnTo>
                  <a:lnTo>
                    <a:pt x="314" y="408"/>
                  </a:lnTo>
                  <a:lnTo>
                    <a:pt x="320" y="406"/>
                  </a:lnTo>
                  <a:lnTo>
                    <a:pt x="320" y="406"/>
                  </a:lnTo>
                  <a:lnTo>
                    <a:pt x="320" y="406"/>
                  </a:lnTo>
                  <a:lnTo>
                    <a:pt x="318" y="410"/>
                  </a:lnTo>
                  <a:lnTo>
                    <a:pt x="318" y="414"/>
                  </a:lnTo>
                  <a:lnTo>
                    <a:pt x="312" y="418"/>
                  </a:lnTo>
                  <a:lnTo>
                    <a:pt x="304" y="420"/>
                  </a:lnTo>
                  <a:lnTo>
                    <a:pt x="302" y="420"/>
                  </a:lnTo>
                  <a:lnTo>
                    <a:pt x="308" y="428"/>
                  </a:lnTo>
                  <a:lnTo>
                    <a:pt x="308" y="428"/>
                  </a:lnTo>
                  <a:lnTo>
                    <a:pt x="308" y="428"/>
                  </a:lnTo>
                  <a:lnTo>
                    <a:pt x="318" y="428"/>
                  </a:lnTo>
                  <a:lnTo>
                    <a:pt x="326" y="422"/>
                  </a:lnTo>
                  <a:lnTo>
                    <a:pt x="330" y="416"/>
                  </a:lnTo>
                  <a:lnTo>
                    <a:pt x="332" y="404"/>
                  </a:lnTo>
                  <a:lnTo>
                    <a:pt x="332" y="360"/>
                  </a:lnTo>
                  <a:lnTo>
                    <a:pt x="320" y="360"/>
                  </a:lnTo>
                  <a:lnTo>
                    <a:pt x="320" y="364"/>
                  </a:lnTo>
                  <a:close/>
                  <a:moveTo>
                    <a:pt x="320" y="374"/>
                  </a:moveTo>
                  <a:lnTo>
                    <a:pt x="320" y="394"/>
                  </a:lnTo>
                  <a:lnTo>
                    <a:pt x="320" y="394"/>
                  </a:lnTo>
                  <a:lnTo>
                    <a:pt x="316" y="398"/>
                  </a:lnTo>
                  <a:lnTo>
                    <a:pt x="310" y="398"/>
                  </a:lnTo>
                  <a:lnTo>
                    <a:pt x="310" y="398"/>
                  </a:lnTo>
                  <a:lnTo>
                    <a:pt x="308" y="398"/>
                  </a:lnTo>
                  <a:lnTo>
                    <a:pt x="304" y="396"/>
                  </a:lnTo>
                  <a:lnTo>
                    <a:pt x="302" y="392"/>
                  </a:lnTo>
                  <a:lnTo>
                    <a:pt x="302" y="384"/>
                  </a:lnTo>
                  <a:lnTo>
                    <a:pt x="302" y="384"/>
                  </a:lnTo>
                  <a:lnTo>
                    <a:pt x="302" y="376"/>
                  </a:lnTo>
                  <a:lnTo>
                    <a:pt x="304" y="372"/>
                  </a:lnTo>
                  <a:lnTo>
                    <a:pt x="308" y="370"/>
                  </a:lnTo>
                  <a:lnTo>
                    <a:pt x="310" y="370"/>
                  </a:lnTo>
                  <a:lnTo>
                    <a:pt x="310" y="370"/>
                  </a:lnTo>
                  <a:lnTo>
                    <a:pt x="316" y="372"/>
                  </a:lnTo>
                  <a:lnTo>
                    <a:pt x="320" y="374"/>
                  </a:lnTo>
                  <a:lnTo>
                    <a:pt x="320" y="374"/>
                  </a:lnTo>
                  <a:close/>
                  <a:moveTo>
                    <a:pt x="368" y="372"/>
                  </a:moveTo>
                  <a:lnTo>
                    <a:pt x="368" y="372"/>
                  </a:lnTo>
                  <a:lnTo>
                    <a:pt x="374" y="370"/>
                  </a:lnTo>
                  <a:lnTo>
                    <a:pt x="382" y="368"/>
                  </a:lnTo>
                  <a:lnTo>
                    <a:pt x="382" y="368"/>
                  </a:lnTo>
                  <a:lnTo>
                    <a:pt x="388" y="370"/>
                  </a:lnTo>
                  <a:lnTo>
                    <a:pt x="390" y="372"/>
                  </a:lnTo>
                  <a:lnTo>
                    <a:pt x="390" y="376"/>
                  </a:lnTo>
                  <a:lnTo>
                    <a:pt x="390" y="380"/>
                  </a:lnTo>
                  <a:lnTo>
                    <a:pt x="390" y="380"/>
                  </a:lnTo>
                  <a:lnTo>
                    <a:pt x="380" y="376"/>
                  </a:lnTo>
                  <a:lnTo>
                    <a:pt x="380" y="376"/>
                  </a:lnTo>
                  <a:lnTo>
                    <a:pt x="372" y="378"/>
                  </a:lnTo>
                  <a:lnTo>
                    <a:pt x="366" y="380"/>
                  </a:lnTo>
                  <a:lnTo>
                    <a:pt x="362" y="386"/>
                  </a:lnTo>
                  <a:lnTo>
                    <a:pt x="360" y="392"/>
                  </a:lnTo>
                  <a:lnTo>
                    <a:pt x="360" y="392"/>
                  </a:lnTo>
                  <a:lnTo>
                    <a:pt x="362" y="400"/>
                  </a:lnTo>
                  <a:lnTo>
                    <a:pt x="366" y="406"/>
                  </a:lnTo>
                  <a:lnTo>
                    <a:pt x="372" y="410"/>
                  </a:lnTo>
                  <a:lnTo>
                    <a:pt x="378" y="410"/>
                  </a:lnTo>
                  <a:lnTo>
                    <a:pt x="378" y="410"/>
                  </a:lnTo>
                  <a:lnTo>
                    <a:pt x="384" y="408"/>
                  </a:lnTo>
                  <a:lnTo>
                    <a:pt x="390" y="406"/>
                  </a:lnTo>
                  <a:lnTo>
                    <a:pt x="390" y="410"/>
                  </a:lnTo>
                  <a:lnTo>
                    <a:pt x="402" y="410"/>
                  </a:lnTo>
                  <a:lnTo>
                    <a:pt x="402" y="376"/>
                  </a:lnTo>
                  <a:lnTo>
                    <a:pt x="402" y="376"/>
                  </a:lnTo>
                  <a:lnTo>
                    <a:pt x="400" y="368"/>
                  </a:lnTo>
                  <a:lnTo>
                    <a:pt x="398" y="364"/>
                  </a:lnTo>
                  <a:lnTo>
                    <a:pt x="390" y="360"/>
                  </a:lnTo>
                  <a:lnTo>
                    <a:pt x="382" y="358"/>
                  </a:lnTo>
                  <a:lnTo>
                    <a:pt x="382" y="358"/>
                  </a:lnTo>
                  <a:lnTo>
                    <a:pt x="372" y="360"/>
                  </a:lnTo>
                  <a:lnTo>
                    <a:pt x="364" y="364"/>
                  </a:lnTo>
                  <a:lnTo>
                    <a:pt x="368" y="372"/>
                  </a:lnTo>
                  <a:close/>
                  <a:moveTo>
                    <a:pt x="372" y="392"/>
                  </a:moveTo>
                  <a:lnTo>
                    <a:pt x="372" y="392"/>
                  </a:lnTo>
                  <a:lnTo>
                    <a:pt x="372" y="390"/>
                  </a:lnTo>
                  <a:lnTo>
                    <a:pt x="374" y="388"/>
                  </a:lnTo>
                  <a:lnTo>
                    <a:pt x="380" y="386"/>
                  </a:lnTo>
                  <a:lnTo>
                    <a:pt x="380" y="386"/>
                  </a:lnTo>
                  <a:lnTo>
                    <a:pt x="386" y="386"/>
                  </a:lnTo>
                  <a:lnTo>
                    <a:pt x="390" y="388"/>
                  </a:lnTo>
                  <a:lnTo>
                    <a:pt x="390" y="394"/>
                  </a:lnTo>
                  <a:lnTo>
                    <a:pt x="390" y="394"/>
                  </a:lnTo>
                  <a:lnTo>
                    <a:pt x="386" y="398"/>
                  </a:lnTo>
                  <a:lnTo>
                    <a:pt x="380" y="400"/>
                  </a:lnTo>
                  <a:lnTo>
                    <a:pt x="380" y="400"/>
                  </a:lnTo>
                  <a:lnTo>
                    <a:pt x="374" y="398"/>
                  </a:lnTo>
                  <a:lnTo>
                    <a:pt x="372" y="396"/>
                  </a:lnTo>
                  <a:lnTo>
                    <a:pt x="372" y="392"/>
                  </a:lnTo>
                  <a:lnTo>
                    <a:pt x="372" y="392"/>
                  </a:lnTo>
                  <a:close/>
                  <a:moveTo>
                    <a:pt x="514" y="394"/>
                  </a:moveTo>
                  <a:lnTo>
                    <a:pt x="514" y="394"/>
                  </a:lnTo>
                  <a:lnTo>
                    <a:pt x="510" y="398"/>
                  </a:lnTo>
                  <a:lnTo>
                    <a:pt x="506" y="398"/>
                  </a:lnTo>
                  <a:lnTo>
                    <a:pt x="506" y="398"/>
                  </a:lnTo>
                  <a:lnTo>
                    <a:pt x="500" y="398"/>
                  </a:lnTo>
                  <a:lnTo>
                    <a:pt x="496" y="394"/>
                  </a:lnTo>
                  <a:lnTo>
                    <a:pt x="494" y="388"/>
                  </a:lnTo>
                  <a:lnTo>
                    <a:pt x="524" y="388"/>
                  </a:lnTo>
                  <a:lnTo>
                    <a:pt x="524" y="388"/>
                  </a:lnTo>
                  <a:lnTo>
                    <a:pt x="524" y="384"/>
                  </a:lnTo>
                  <a:lnTo>
                    <a:pt x="524" y="384"/>
                  </a:lnTo>
                  <a:lnTo>
                    <a:pt x="524" y="374"/>
                  </a:lnTo>
                  <a:lnTo>
                    <a:pt x="518" y="366"/>
                  </a:lnTo>
                  <a:lnTo>
                    <a:pt x="512" y="360"/>
                  </a:lnTo>
                  <a:lnTo>
                    <a:pt x="504" y="358"/>
                  </a:lnTo>
                  <a:lnTo>
                    <a:pt x="504" y="358"/>
                  </a:lnTo>
                  <a:lnTo>
                    <a:pt x="496" y="360"/>
                  </a:lnTo>
                  <a:lnTo>
                    <a:pt x="488" y="366"/>
                  </a:lnTo>
                  <a:lnTo>
                    <a:pt x="484" y="374"/>
                  </a:lnTo>
                  <a:lnTo>
                    <a:pt x="482" y="384"/>
                  </a:lnTo>
                  <a:lnTo>
                    <a:pt x="482" y="384"/>
                  </a:lnTo>
                  <a:lnTo>
                    <a:pt x="484" y="396"/>
                  </a:lnTo>
                  <a:lnTo>
                    <a:pt x="488" y="404"/>
                  </a:lnTo>
                  <a:lnTo>
                    <a:pt x="496" y="408"/>
                  </a:lnTo>
                  <a:lnTo>
                    <a:pt x="506" y="410"/>
                  </a:lnTo>
                  <a:lnTo>
                    <a:pt x="506" y="410"/>
                  </a:lnTo>
                  <a:lnTo>
                    <a:pt x="514" y="408"/>
                  </a:lnTo>
                  <a:lnTo>
                    <a:pt x="522" y="402"/>
                  </a:lnTo>
                  <a:lnTo>
                    <a:pt x="514" y="394"/>
                  </a:lnTo>
                  <a:close/>
                  <a:moveTo>
                    <a:pt x="494" y="380"/>
                  </a:moveTo>
                  <a:lnTo>
                    <a:pt x="494" y="380"/>
                  </a:lnTo>
                  <a:lnTo>
                    <a:pt x="496" y="376"/>
                  </a:lnTo>
                  <a:lnTo>
                    <a:pt x="498" y="372"/>
                  </a:lnTo>
                  <a:lnTo>
                    <a:pt x="500" y="370"/>
                  </a:lnTo>
                  <a:lnTo>
                    <a:pt x="504" y="370"/>
                  </a:lnTo>
                  <a:lnTo>
                    <a:pt x="504" y="370"/>
                  </a:lnTo>
                  <a:lnTo>
                    <a:pt x="508" y="370"/>
                  </a:lnTo>
                  <a:lnTo>
                    <a:pt x="510" y="372"/>
                  </a:lnTo>
                  <a:lnTo>
                    <a:pt x="512" y="380"/>
                  </a:lnTo>
                  <a:lnTo>
                    <a:pt x="494" y="380"/>
                  </a:lnTo>
                  <a:close/>
                  <a:moveTo>
                    <a:pt x="632" y="394"/>
                  </a:moveTo>
                  <a:lnTo>
                    <a:pt x="632" y="394"/>
                  </a:lnTo>
                  <a:lnTo>
                    <a:pt x="628" y="398"/>
                  </a:lnTo>
                  <a:lnTo>
                    <a:pt x="622" y="398"/>
                  </a:lnTo>
                  <a:lnTo>
                    <a:pt x="622" y="398"/>
                  </a:lnTo>
                  <a:lnTo>
                    <a:pt x="616" y="398"/>
                  </a:lnTo>
                  <a:lnTo>
                    <a:pt x="612" y="394"/>
                  </a:lnTo>
                  <a:lnTo>
                    <a:pt x="612" y="388"/>
                  </a:lnTo>
                  <a:lnTo>
                    <a:pt x="642" y="388"/>
                  </a:lnTo>
                  <a:lnTo>
                    <a:pt x="642" y="388"/>
                  </a:lnTo>
                  <a:lnTo>
                    <a:pt x="642" y="384"/>
                  </a:lnTo>
                  <a:lnTo>
                    <a:pt x="642" y="384"/>
                  </a:lnTo>
                  <a:lnTo>
                    <a:pt x="640" y="374"/>
                  </a:lnTo>
                  <a:lnTo>
                    <a:pt x="636" y="366"/>
                  </a:lnTo>
                  <a:lnTo>
                    <a:pt x="630" y="360"/>
                  </a:lnTo>
                  <a:lnTo>
                    <a:pt x="620" y="358"/>
                  </a:lnTo>
                  <a:lnTo>
                    <a:pt x="620" y="358"/>
                  </a:lnTo>
                  <a:lnTo>
                    <a:pt x="612" y="360"/>
                  </a:lnTo>
                  <a:lnTo>
                    <a:pt x="606" y="366"/>
                  </a:lnTo>
                  <a:lnTo>
                    <a:pt x="600" y="374"/>
                  </a:lnTo>
                  <a:lnTo>
                    <a:pt x="598" y="384"/>
                  </a:lnTo>
                  <a:lnTo>
                    <a:pt x="598" y="384"/>
                  </a:lnTo>
                  <a:lnTo>
                    <a:pt x="600" y="396"/>
                  </a:lnTo>
                  <a:lnTo>
                    <a:pt x="606" y="404"/>
                  </a:lnTo>
                  <a:lnTo>
                    <a:pt x="612" y="408"/>
                  </a:lnTo>
                  <a:lnTo>
                    <a:pt x="622" y="410"/>
                  </a:lnTo>
                  <a:lnTo>
                    <a:pt x="622" y="410"/>
                  </a:lnTo>
                  <a:lnTo>
                    <a:pt x="632" y="408"/>
                  </a:lnTo>
                  <a:lnTo>
                    <a:pt x="640" y="402"/>
                  </a:lnTo>
                  <a:lnTo>
                    <a:pt x="632" y="394"/>
                  </a:lnTo>
                  <a:close/>
                  <a:moveTo>
                    <a:pt x="612" y="380"/>
                  </a:moveTo>
                  <a:lnTo>
                    <a:pt x="612" y="380"/>
                  </a:lnTo>
                  <a:lnTo>
                    <a:pt x="612" y="376"/>
                  </a:lnTo>
                  <a:lnTo>
                    <a:pt x="614" y="372"/>
                  </a:lnTo>
                  <a:lnTo>
                    <a:pt x="616" y="370"/>
                  </a:lnTo>
                  <a:lnTo>
                    <a:pt x="620" y="370"/>
                  </a:lnTo>
                  <a:lnTo>
                    <a:pt x="620" y="370"/>
                  </a:lnTo>
                  <a:lnTo>
                    <a:pt x="624" y="370"/>
                  </a:lnTo>
                  <a:lnTo>
                    <a:pt x="628" y="372"/>
                  </a:lnTo>
                  <a:lnTo>
                    <a:pt x="630" y="380"/>
                  </a:lnTo>
                  <a:lnTo>
                    <a:pt x="612" y="380"/>
                  </a:lnTo>
                  <a:close/>
                  <a:moveTo>
                    <a:pt x="582" y="392"/>
                  </a:moveTo>
                  <a:lnTo>
                    <a:pt x="582" y="392"/>
                  </a:lnTo>
                  <a:lnTo>
                    <a:pt x="584" y="396"/>
                  </a:lnTo>
                  <a:lnTo>
                    <a:pt x="588" y="398"/>
                  </a:lnTo>
                  <a:lnTo>
                    <a:pt x="588" y="398"/>
                  </a:lnTo>
                  <a:lnTo>
                    <a:pt x="594" y="396"/>
                  </a:lnTo>
                  <a:lnTo>
                    <a:pt x="594" y="408"/>
                  </a:lnTo>
                  <a:lnTo>
                    <a:pt x="594" y="408"/>
                  </a:lnTo>
                  <a:lnTo>
                    <a:pt x="588" y="410"/>
                  </a:lnTo>
                  <a:lnTo>
                    <a:pt x="584" y="410"/>
                  </a:lnTo>
                  <a:lnTo>
                    <a:pt x="584" y="410"/>
                  </a:lnTo>
                  <a:lnTo>
                    <a:pt x="578" y="408"/>
                  </a:lnTo>
                  <a:lnTo>
                    <a:pt x="572" y="406"/>
                  </a:lnTo>
                  <a:lnTo>
                    <a:pt x="570" y="400"/>
                  </a:lnTo>
                  <a:lnTo>
                    <a:pt x="570" y="396"/>
                  </a:lnTo>
                  <a:lnTo>
                    <a:pt x="570" y="372"/>
                  </a:lnTo>
                  <a:lnTo>
                    <a:pt x="562" y="372"/>
                  </a:lnTo>
                  <a:lnTo>
                    <a:pt x="562" y="360"/>
                  </a:lnTo>
                  <a:lnTo>
                    <a:pt x="570" y="360"/>
                  </a:lnTo>
                  <a:lnTo>
                    <a:pt x="570" y="348"/>
                  </a:lnTo>
                  <a:lnTo>
                    <a:pt x="582" y="342"/>
                  </a:lnTo>
                  <a:lnTo>
                    <a:pt x="582" y="360"/>
                  </a:lnTo>
                  <a:lnTo>
                    <a:pt x="594" y="360"/>
                  </a:lnTo>
                  <a:lnTo>
                    <a:pt x="594" y="372"/>
                  </a:lnTo>
                  <a:lnTo>
                    <a:pt x="582" y="372"/>
                  </a:lnTo>
                  <a:lnTo>
                    <a:pt x="582" y="392"/>
                  </a:lnTo>
                  <a:close/>
                  <a:moveTo>
                    <a:pt x="558" y="408"/>
                  </a:moveTo>
                  <a:lnTo>
                    <a:pt x="558" y="408"/>
                  </a:lnTo>
                  <a:lnTo>
                    <a:pt x="554" y="410"/>
                  </a:lnTo>
                  <a:lnTo>
                    <a:pt x="548" y="410"/>
                  </a:lnTo>
                  <a:lnTo>
                    <a:pt x="548" y="410"/>
                  </a:lnTo>
                  <a:lnTo>
                    <a:pt x="542" y="408"/>
                  </a:lnTo>
                  <a:lnTo>
                    <a:pt x="538" y="406"/>
                  </a:lnTo>
                  <a:lnTo>
                    <a:pt x="536" y="400"/>
                  </a:lnTo>
                  <a:lnTo>
                    <a:pt x="536" y="396"/>
                  </a:lnTo>
                  <a:lnTo>
                    <a:pt x="536" y="372"/>
                  </a:lnTo>
                  <a:lnTo>
                    <a:pt x="528" y="372"/>
                  </a:lnTo>
                  <a:lnTo>
                    <a:pt x="528" y="360"/>
                  </a:lnTo>
                  <a:lnTo>
                    <a:pt x="536" y="360"/>
                  </a:lnTo>
                  <a:lnTo>
                    <a:pt x="536" y="348"/>
                  </a:lnTo>
                  <a:lnTo>
                    <a:pt x="548" y="342"/>
                  </a:lnTo>
                  <a:lnTo>
                    <a:pt x="548" y="360"/>
                  </a:lnTo>
                  <a:lnTo>
                    <a:pt x="558" y="360"/>
                  </a:lnTo>
                  <a:lnTo>
                    <a:pt x="558" y="372"/>
                  </a:lnTo>
                  <a:lnTo>
                    <a:pt x="548" y="372"/>
                  </a:lnTo>
                  <a:lnTo>
                    <a:pt x="548" y="392"/>
                  </a:lnTo>
                  <a:lnTo>
                    <a:pt x="548" y="392"/>
                  </a:lnTo>
                  <a:lnTo>
                    <a:pt x="548" y="396"/>
                  </a:lnTo>
                  <a:lnTo>
                    <a:pt x="552" y="398"/>
                  </a:lnTo>
                  <a:lnTo>
                    <a:pt x="552" y="398"/>
                  </a:lnTo>
                  <a:lnTo>
                    <a:pt x="560" y="396"/>
                  </a:lnTo>
                  <a:lnTo>
                    <a:pt x="558" y="408"/>
                  </a:lnTo>
                  <a:close/>
                  <a:moveTo>
                    <a:pt x="678" y="374"/>
                  </a:moveTo>
                  <a:lnTo>
                    <a:pt x="678" y="374"/>
                  </a:lnTo>
                  <a:lnTo>
                    <a:pt x="674" y="372"/>
                  </a:lnTo>
                  <a:lnTo>
                    <a:pt x="670" y="372"/>
                  </a:lnTo>
                  <a:lnTo>
                    <a:pt x="670" y="372"/>
                  </a:lnTo>
                  <a:lnTo>
                    <a:pt x="666" y="372"/>
                  </a:lnTo>
                  <a:lnTo>
                    <a:pt x="664" y="374"/>
                  </a:lnTo>
                  <a:lnTo>
                    <a:pt x="662" y="378"/>
                  </a:lnTo>
                  <a:lnTo>
                    <a:pt x="662" y="382"/>
                  </a:lnTo>
                  <a:lnTo>
                    <a:pt x="662" y="410"/>
                  </a:lnTo>
                  <a:lnTo>
                    <a:pt x="650" y="410"/>
                  </a:lnTo>
                  <a:lnTo>
                    <a:pt x="650" y="360"/>
                  </a:lnTo>
                  <a:lnTo>
                    <a:pt x="662" y="360"/>
                  </a:lnTo>
                  <a:lnTo>
                    <a:pt x="662" y="364"/>
                  </a:lnTo>
                  <a:lnTo>
                    <a:pt x="662" y="364"/>
                  </a:lnTo>
                  <a:lnTo>
                    <a:pt x="666" y="360"/>
                  </a:lnTo>
                  <a:lnTo>
                    <a:pt x="672" y="358"/>
                  </a:lnTo>
                  <a:lnTo>
                    <a:pt x="672" y="358"/>
                  </a:lnTo>
                  <a:lnTo>
                    <a:pt x="678" y="360"/>
                  </a:lnTo>
                  <a:lnTo>
                    <a:pt x="682" y="362"/>
                  </a:lnTo>
                  <a:lnTo>
                    <a:pt x="678" y="374"/>
                  </a:lnTo>
                  <a:close/>
                  <a:moveTo>
                    <a:pt x="132" y="346"/>
                  </a:moveTo>
                  <a:lnTo>
                    <a:pt x="132" y="354"/>
                  </a:lnTo>
                  <a:lnTo>
                    <a:pt x="120" y="354"/>
                  </a:lnTo>
                  <a:lnTo>
                    <a:pt x="120" y="340"/>
                  </a:lnTo>
                  <a:lnTo>
                    <a:pt x="132" y="340"/>
                  </a:lnTo>
                  <a:lnTo>
                    <a:pt x="132" y="346"/>
                  </a:lnTo>
                  <a:close/>
                  <a:moveTo>
                    <a:pt x="216" y="360"/>
                  </a:moveTo>
                  <a:lnTo>
                    <a:pt x="228" y="360"/>
                  </a:lnTo>
                  <a:lnTo>
                    <a:pt x="228" y="382"/>
                  </a:lnTo>
                  <a:lnTo>
                    <a:pt x="228" y="410"/>
                  </a:lnTo>
                  <a:lnTo>
                    <a:pt x="216" y="410"/>
                  </a:lnTo>
                  <a:lnTo>
                    <a:pt x="216" y="360"/>
                  </a:lnTo>
                  <a:close/>
                  <a:moveTo>
                    <a:pt x="228" y="346"/>
                  </a:moveTo>
                  <a:lnTo>
                    <a:pt x="228" y="354"/>
                  </a:lnTo>
                  <a:lnTo>
                    <a:pt x="216" y="354"/>
                  </a:lnTo>
                  <a:lnTo>
                    <a:pt x="216" y="340"/>
                  </a:lnTo>
                  <a:lnTo>
                    <a:pt x="228" y="340"/>
                  </a:lnTo>
                  <a:lnTo>
                    <a:pt x="228" y="346"/>
                  </a:lnTo>
                  <a:close/>
                  <a:moveTo>
                    <a:pt x="560" y="450"/>
                  </a:moveTo>
                  <a:lnTo>
                    <a:pt x="560" y="450"/>
                  </a:lnTo>
                  <a:lnTo>
                    <a:pt x="556" y="446"/>
                  </a:lnTo>
                  <a:lnTo>
                    <a:pt x="550" y="444"/>
                  </a:lnTo>
                  <a:lnTo>
                    <a:pt x="550" y="444"/>
                  </a:lnTo>
                  <a:lnTo>
                    <a:pt x="542" y="446"/>
                  </a:lnTo>
                  <a:lnTo>
                    <a:pt x="536" y="452"/>
                  </a:lnTo>
                  <a:lnTo>
                    <a:pt x="532" y="460"/>
                  </a:lnTo>
                  <a:lnTo>
                    <a:pt x="530" y="470"/>
                  </a:lnTo>
                  <a:lnTo>
                    <a:pt x="530" y="470"/>
                  </a:lnTo>
                  <a:lnTo>
                    <a:pt x="532" y="480"/>
                  </a:lnTo>
                  <a:lnTo>
                    <a:pt x="536" y="488"/>
                  </a:lnTo>
                  <a:lnTo>
                    <a:pt x="542" y="494"/>
                  </a:lnTo>
                  <a:lnTo>
                    <a:pt x="550" y="496"/>
                  </a:lnTo>
                  <a:lnTo>
                    <a:pt x="550" y="496"/>
                  </a:lnTo>
                  <a:lnTo>
                    <a:pt x="556" y="494"/>
                  </a:lnTo>
                  <a:lnTo>
                    <a:pt x="560" y="490"/>
                  </a:lnTo>
                  <a:lnTo>
                    <a:pt x="560" y="494"/>
                  </a:lnTo>
                  <a:lnTo>
                    <a:pt x="572" y="494"/>
                  </a:lnTo>
                  <a:lnTo>
                    <a:pt x="572" y="426"/>
                  </a:lnTo>
                  <a:lnTo>
                    <a:pt x="560" y="432"/>
                  </a:lnTo>
                  <a:lnTo>
                    <a:pt x="560" y="450"/>
                  </a:lnTo>
                  <a:close/>
                  <a:moveTo>
                    <a:pt x="552" y="484"/>
                  </a:moveTo>
                  <a:lnTo>
                    <a:pt x="552" y="484"/>
                  </a:lnTo>
                  <a:lnTo>
                    <a:pt x="548" y="484"/>
                  </a:lnTo>
                  <a:lnTo>
                    <a:pt x="546" y="482"/>
                  </a:lnTo>
                  <a:lnTo>
                    <a:pt x="544" y="478"/>
                  </a:lnTo>
                  <a:lnTo>
                    <a:pt x="542" y="470"/>
                  </a:lnTo>
                  <a:lnTo>
                    <a:pt x="542" y="470"/>
                  </a:lnTo>
                  <a:lnTo>
                    <a:pt x="544" y="462"/>
                  </a:lnTo>
                  <a:lnTo>
                    <a:pt x="546" y="458"/>
                  </a:lnTo>
                  <a:lnTo>
                    <a:pt x="548" y="456"/>
                  </a:lnTo>
                  <a:lnTo>
                    <a:pt x="552" y="456"/>
                  </a:lnTo>
                  <a:lnTo>
                    <a:pt x="552" y="456"/>
                  </a:lnTo>
                  <a:lnTo>
                    <a:pt x="558" y="458"/>
                  </a:lnTo>
                  <a:lnTo>
                    <a:pt x="560" y="460"/>
                  </a:lnTo>
                  <a:lnTo>
                    <a:pt x="560" y="480"/>
                  </a:lnTo>
                  <a:lnTo>
                    <a:pt x="560" y="480"/>
                  </a:lnTo>
                  <a:lnTo>
                    <a:pt x="558" y="484"/>
                  </a:lnTo>
                  <a:lnTo>
                    <a:pt x="552" y="484"/>
                  </a:lnTo>
                  <a:lnTo>
                    <a:pt x="552" y="484"/>
                  </a:lnTo>
                  <a:close/>
                  <a:moveTo>
                    <a:pt x="148" y="460"/>
                  </a:moveTo>
                  <a:lnTo>
                    <a:pt x="148" y="460"/>
                  </a:lnTo>
                  <a:lnTo>
                    <a:pt x="146" y="458"/>
                  </a:lnTo>
                  <a:lnTo>
                    <a:pt x="140" y="456"/>
                  </a:lnTo>
                  <a:lnTo>
                    <a:pt x="140" y="456"/>
                  </a:lnTo>
                  <a:lnTo>
                    <a:pt x="138" y="458"/>
                  </a:lnTo>
                  <a:lnTo>
                    <a:pt x="134" y="460"/>
                  </a:lnTo>
                  <a:lnTo>
                    <a:pt x="132" y="464"/>
                  </a:lnTo>
                  <a:lnTo>
                    <a:pt x="132" y="468"/>
                  </a:lnTo>
                  <a:lnTo>
                    <a:pt x="132" y="494"/>
                  </a:lnTo>
                  <a:lnTo>
                    <a:pt x="120" y="494"/>
                  </a:lnTo>
                  <a:lnTo>
                    <a:pt x="120" y="446"/>
                  </a:lnTo>
                  <a:lnTo>
                    <a:pt x="132" y="446"/>
                  </a:lnTo>
                  <a:lnTo>
                    <a:pt x="132" y="450"/>
                  </a:lnTo>
                  <a:lnTo>
                    <a:pt x="132" y="450"/>
                  </a:lnTo>
                  <a:lnTo>
                    <a:pt x="138" y="446"/>
                  </a:lnTo>
                  <a:lnTo>
                    <a:pt x="144" y="444"/>
                  </a:lnTo>
                  <a:lnTo>
                    <a:pt x="144" y="444"/>
                  </a:lnTo>
                  <a:lnTo>
                    <a:pt x="148" y="446"/>
                  </a:lnTo>
                  <a:lnTo>
                    <a:pt x="152" y="448"/>
                  </a:lnTo>
                  <a:lnTo>
                    <a:pt x="148" y="460"/>
                  </a:lnTo>
                  <a:close/>
                  <a:moveTo>
                    <a:pt x="54" y="446"/>
                  </a:moveTo>
                  <a:lnTo>
                    <a:pt x="66" y="446"/>
                  </a:lnTo>
                  <a:lnTo>
                    <a:pt x="52" y="494"/>
                  </a:lnTo>
                  <a:lnTo>
                    <a:pt x="42" y="494"/>
                  </a:lnTo>
                  <a:lnTo>
                    <a:pt x="36" y="474"/>
                  </a:lnTo>
                  <a:lnTo>
                    <a:pt x="36" y="474"/>
                  </a:lnTo>
                  <a:lnTo>
                    <a:pt x="34" y="464"/>
                  </a:lnTo>
                  <a:lnTo>
                    <a:pt x="34" y="464"/>
                  </a:lnTo>
                  <a:lnTo>
                    <a:pt x="30" y="474"/>
                  </a:lnTo>
                  <a:lnTo>
                    <a:pt x="26" y="494"/>
                  </a:lnTo>
                  <a:lnTo>
                    <a:pt x="14" y="494"/>
                  </a:lnTo>
                  <a:lnTo>
                    <a:pt x="14" y="494"/>
                  </a:lnTo>
                  <a:lnTo>
                    <a:pt x="0" y="446"/>
                  </a:lnTo>
                  <a:lnTo>
                    <a:pt x="14" y="446"/>
                  </a:lnTo>
                  <a:lnTo>
                    <a:pt x="18" y="464"/>
                  </a:lnTo>
                  <a:lnTo>
                    <a:pt x="18" y="464"/>
                  </a:lnTo>
                  <a:lnTo>
                    <a:pt x="20" y="476"/>
                  </a:lnTo>
                  <a:lnTo>
                    <a:pt x="20" y="476"/>
                  </a:lnTo>
                  <a:lnTo>
                    <a:pt x="24" y="464"/>
                  </a:lnTo>
                  <a:lnTo>
                    <a:pt x="28" y="446"/>
                  </a:lnTo>
                  <a:lnTo>
                    <a:pt x="38" y="446"/>
                  </a:lnTo>
                  <a:lnTo>
                    <a:pt x="44" y="464"/>
                  </a:lnTo>
                  <a:lnTo>
                    <a:pt x="44" y="464"/>
                  </a:lnTo>
                  <a:lnTo>
                    <a:pt x="46" y="476"/>
                  </a:lnTo>
                  <a:lnTo>
                    <a:pt x="46" y="476"/>
                  </a:lnTo>
                  <a:lnTo>
                    <a:pt x="50" y="464"/>
                  </a:lnTo>
                  <a:lnTo>
                    <a:pt x="54" y="446"/>
                  </a:lnTo>
                  <a:close/>
                  <a:moveTo>
                    <a:pt x="90" y="444"/>
                  </a:moveTo>
                  <a:lnTo>
                    <a:pt x="90" y="444"/>
                  </a:lnTo>
                  <a:lnTo>
                    <a:pt x="82" y="446"/>
                  </a:lnTo>
                  <a:lnTo>
                    <a:pt x="74" y="452"/>
                  </a:lnTo>
                  <a:lnTo>
                    <a:pt x="70" y="460"/>
                  </a:lnTo>
                  <a:lnTo>
                    <a:pt x="68" y="470"/>
                  </a:lnTo>
                  <a:lnTo>
                    <a:pt x="68" y="470"/>
                  </a:lnTo>
                  <a:lnTo>
                    <a:pt x="70" y="480"/>
                  </a:lnTo>
                  <a:lnTo>
                    <a:pt x="74" y="488"/>
                  </a:lnTo>
                  <a:lnTo>
                    <a:pt x="82" y="494"/>
                  </a:lnTo>
                  <a:lnTo>
                    <a:pt x="90" y="496"/>
                  </a:lnTo>
                  <a:lnTo>
                    <a:pt x="90" y="496"/>
                  </a:lnTo>
                  <a:lnTo>
                    <a:pt x="100" y="494"/>
                  </a:lnTo>
                  <a:lnTo>
                    <a:pt x="106" y="488"/>
                  </a:lnTo>
                  <a:lnTo>
                    <a:pt x="110" y="480"/>
                  </a:lnTo>
                  <a:lnTo>
                    <a:pt x="112" y="470"/>
                  </a:lnTo>
                  <a:lnTo>
                    <a:pt x="112" y="470"/>
                  </a:lnTo>
                  <a:lnTo>
                    <a:pt x="110" y="460"/>
                  </a:lnTo>
                  <a:lnTo>
                    <a:pt x="106" y="452"/>
                  </a:lnTo>
                  <a:lnTo>
                    <a:pt x="100" y="446"/>
                  </a:lnTo>
                  <a:lnTo>
                    <a:pt x="90" y="444"/>
                  </a:lnTo>
                  <a:lnTo>
                    <a:pt x="90" y="444"/>
                  </a:lnTo>
                  <a:close/>
                  <a:moveTo>
                    <a:pt x="90" y="484"/>
                  </a:moveTo>
                  <a:lnTo>
                    <a:pt x="90" y="484"/>
                  </a:lnTo>
                  <a:lnTo>
                    <a:pt x="86" y="484"/>
                  </a:lnTo>
                  <a:lnTo>
                    <a:pt x="84" y="480"/>
                  </a:lnTo>
                  <a:lnTo>
                    <a:pt x="82" y="476"/>
                  </a:lnTo>
                  <a:lnTo>
                    <a:pt x="80" y="470"/>
                  </a:lnTo>
                  <a:lnTo>
                    <a:pt x="80" y="470"/>
                  </a:lnTo>
                  <a:lnTo>
                    <a:pt x="82" y="464"/>
                  </a:lnTo>
                  <a:lnTo>
                    <a:pt x="84" y="460"/>
                  </a:lnTo>
                  <a:lnTo>
                    <a:pt x="86" y="456"/>
                  </a:lnTo>
                  <a:lnTo>
                    <a:pt x="90" y="456"/>
                  </a:lnTo>
                  <a:lnTo>
                    <a:pt x="90" y="456"/>
                  </a:lnTo>
                  <a:lnTo>
                    <a:pt x="94" y="456"/>
                  </a:lnTo>
                  <a:lnTo>
                    <a:pt x="98" y="460"/>
                  </a:lnTo>
                  <a:lnTo>
                    <a:pt x="100" y="464"/>
                  </a:lnTo>
                  <a:lnTo>
                    <a:pt x="100" y="470"/>
                  </a:lnTo>
                  <a:lnTo>
                    <a:pt x="100" y="470"/>
                  </a:lnTo>
                  <a:lnTo>
                    <a:pt x="100" y="476"/>
                  </a:lnTo>
                  <a:lnTo>
                    <a:pt x="98" y="480"/>
                  </a:lnTo>
                  <a:lnTo>
                    <a:pt x="94" y="484"/>
                  </a:lnTo>
                  <a:lnTo>
                    <a:pt x="90" y="484"/>
                  </a:lnTo>
                  <a:lnTo>
                    <a:pt x="90" y="484"/>
                  </a:lnTo>
                  <a:close/>
                  <a:moveTo>
                    <a:pt x="500" y="460"/>
                  </a:moveTo>
                  <a:lnTo>
                    <a:pt x="500" y="460"/>
                  </a:lnTo>
                  <a:lnTo>
                    <a:pt x="496" y="458"/>
                  </a:lnTo>
                  <a:lnTo>
                    <a:pt x="492" y="456"/>
                  </a:lnTo>
                  <a:lnTo>
                    <a:pt x="492" y="456"/>
                  </a:lnTo>
                  <a:lnTo>
                    <a:pt x="488" y="458"/>
                  </a:lnTo>
                  <a:lnTo>
                    <a:pt x="486" y="460"/>
                  </a:lnTo>
                  <a:lnTo>
                    <a:pt x="484" y="464"/>
                  </a:lnTo>
                  <a:lnTo>
                    <a:pt x="484" y="468"/>
                  </a:lnTo>
                  <a:lnTo>
                    <a:pt x="484" y="494"/>
                  </a:lnTo>
                  <a:lnTo>
                    <a:pt x="472" y="494"/>
                  </a:lnTo>
                  <a:lnTo>
                    <a:pt x="472" y="446"/>
                  </a:lnTo>
                  <a:lnTo>
                    <a:pt x="484" y="446"/>
                  </a:lnTo>
                  <a:lnTo>
                    <a:pt x="484" y="450"/>
                  </a:lnTo>
                  <a:lnTo>
                    <a:pt x="484" y="450"/>
                  </a:lnTo>
                  <a:lnTo>
                    <a:pt x="488" y="446"/>
                  </a:lnTo>
                  <a:lnTo>
                    <a:pt x="494" y="444"/>
                  </a:lnTo>
                  <a:lnTo>
                    <a:pt x="494" y="444"/>
                  </a:lnTo>
                  <a:lnTo>
                    <a:pt x="500" y="446"/>
                  </a:lnTo>
                  <a:lnTo>
                    <a:pt x="504" y="448"/>
                  </a:lnTo>
                  <a:lnTo>
                    <a:pt x="500" y="460"/>
                  </a:lnTo>
                  <a:close/>
                  <a:moveTo>
                    <a:pt x="406" y="446"/>
                  </a:moveTo>
                  <a:lnTo>
                    <a:pt x="418" y="446"/>
                  </a:lnTo>
                  <a:lnTo>
                    <a:pt x="404" y="494"/>
                  </a:lnTo>
                  <a:lnTo>
                    <a:pt x="394" y="494"/>
                  </a:lnTo>
                  <a:lnTo>
                    <a:pt x="388" y="474"/>
                  </a:lnTo>
                  <a:lnTo>
                    <a:pt x="388" y="474"/>
                  </a:lnTo>
                  <a:lnTo>
                    <a:pt x="384" y="464"/>
                  </a:lnTo>
                  <a:lnTo>
                    <a:pt x="384" y="464"/>
                  </a:lnTo>
                  <a:lnTo>
                    <a:pt x="382" y="474"/>
                  </a:lnTo>
                  <a:lnTo>
                    <a:pt x="376" y="494"/>
                  </a:lnTo>
                  <a:lnTo>
                    <a:pt x="366" y="494"/>
                  </a:lnTo>
                  <a:lnTo>
                    <a:pt x="366" y="494"/>
                  </a:lnTo>
                  <a:lnTo>
                    <a:pt x="352" y="446"/>
                  </a:lnTo>
                  <a:lnTo>
                    <a:pt x="366" y="446"/>
                  </a:lnTo>
                  <a:lnTo>
                    <a:pt x="370" y="464"/>
                  </a:lnTo>
                  <a:lnTo>
                    <a:pt x="370" y="464"/>
                  </a:lnTo>
                  <a:lnTo>
                    <a:pt x="372" y="476"/>
                  </a:lnTo>
                  <a:lnTo>
                    <a:pt x="372" y="476"/>
                  </a:lnTo>
                  <a:lnTo>
                    <a:pt x="374" y="464"/>
                  </a:lnTo>
                  <a:lnTo>
                    <a:pt x="380" y="446"/>
                  </a:lnTo>
                  <a:lnTo>
                    <a:pt x="390" y="446"/>
                  </a:lnTo>
                  <a:lnTo>
                    <a:pt x="396" y="464"/>
                  </a:lnTo>
                  <a:lnTo>
                    <a:pt x="396" y="464"/>
                  </a:lnTo>
                  <a:lnTo>
                    <a:pt x="398" y="476"/>
                  </a:lnTo>
                  <a:lnTo>
                    <a:pt x="398" y="476"/>
                  </a:lnTo>
                  <a:lnTo>
                    <a:pt x="400" y="464"/>
                  </a:lnTo>
                  <a:lnTo>
                    <a:pt x="406" y="446"/>
                  </a:lnTo>
                  <a:close/>
                  <a:moveTo>
                    <a:pt x="442" y="444"/>
                  </a:moveTo>
                  <a:lnTo>
                    <a:pt x="442" y="444"/>
                  </a:lnTo>
                  <a:lnTo>
                    <a:pt x="434" y="446"/>
                  </a:lnTo>
                  <a:lnTo>
                    <a:pt x="426" y="452"/>
                  </a:lnTo>
                  <a:lnTo>
                    <a:pt x="422" y="460"/>
                  </a:lnTo>
                  <a:lnTo>
                    <a:pt x="420" y="470"/>
                  </a:lnTo>
                  <a:lnTo>
                    <a:pt x="420" y="470"/>
                  </a:lnTo>
                  <a:lnTo>
                    <a:pt x="422" y="480"/>
                  </a:lnTo>
                  <a:lnTo>
                    <a:pt x="426" y="488"/>
                  </a:lnTo>
                  <a:lnTo>
                    <a:pt x="434" y="494"/>
                  </a:lnTo>
                  <a:lnTo>
                    <a:pt x="442" y="496"/>
                  </a:lnTo>
                  <a:lnTo>
                    <a:pt x="442" y="496"/>
                  </a:lnTo>
                  <a:lnTo>
                    <a:pt x="450" y="494"/>
                  </a:lnTo>
                  <a:lnTo>
                    <a:pt x="458" y="488"/>
                  </a:lnTo>
                  <a:lnTo>
                    <a:pt x="462" y="480"/>
                  </a:lnTo>
                  <a:lnTo>
                    <a:pt x="464" y="470"/>
                  </a:lnTo>
                  <a:lnTo>
                    <a:pt x="464" y="470"/>
                  </a:lnTo>
                  <a:lnTo>
                    <a:pt x="462" y="460"/>
                  </a:lnTo>
                  <a:lnTo>
                    <a:pt x="458" y="452"/>
                  </a:lnTo>
                  <a:lnTo>
                    <a:pt x="450" y="446"/>
                  </a:lnTo>
                  <a:lnTo>
                    <a:pt x="442" y="444"/>
                  </a:lnTo>
                  <a:lnTo>
                    <a:pt x="442" y="444"/>
                  </a:lnTo>
                  <a:close/>
                  <a:moveTo>
                    <a:pt x="442" y="484"/>
                  </a:moveTo>
                  <a:lnTo>
                    <a:pt x="442" y="484"/>
                  </a:lnTo>
                  <a:lnTo>
                    <a:pt x="438" y="484"/>
                  </a:lnTo>
                  <a:lnTo>
                    <a:pt x="434" y="480"/>
                  </a:lnTo>
                  <a:lnTo>
                    <a:pt x="432" y="476"/>
                  </a:lnTo>
                  <a:lnTo>
                    <a:pt x="432" y="470"/>
                  </a:lnTo>
                  <a:lnTo>
                    <a:pt x="432" y="470"/>
                  </a:lnTo>
                  <a:lnTo>
                    <a:pt x="432" y="464"/>
                  </a:lnTo>
                  <a:lnTo>
                    <a:pt x="434" y="460"/>
                  </a:lnTo>
                  <a:lnTo>
                    <a:pt x="438" y="456"/>
                  </a:lnTo>
                  <a:lnTo>
                    <a:pt x="442" y="456"/>
                  </a:lnTo>
                  <a:lnTo>
                    <a:pt x="442" y="456"/>
                  </a:lnTo>
                  <a:lnTo>
                    <a:pt x="446" y="456"/>
                  </a:lnTo>
                  <a:lnTo>
                    <a:pt x="450" y="460"/>
                  </a:lnTo>
                  <a:lnTo>
                    <a:pt x="452" y="464"/>
                  </a:lnTo>
                  <a:lnTo>
                    <a:pt x="452" y="470"/>
                  </a:lnTo>
                  <a:lnTo>
                    <a:pt x="452" y="470"/>
                  </a:lnTo>
                  <a:lnTo>
                    <a:pt x="452" y="476"/>
                  </a:lnTo>
                  <a:lnTo>
                    <a:pt x="450" y="480"/>
                  </a:lnTo>
                  <a:lnTo>
                    <a:pt x="446" y="484"/>
                  </a:lnTo>
                  <a:lnTo>
                    <a:pt x="442" y="484"/>
                  </a:lnTo>
                  <a:lnTo>
                    <a:pt x="442" y="484"/>
                  </a:lnTo>
                  <a:close/>
                  <a:moveTo>
                    <a:pt x="186" y="462"/>
                  </a:moveTo>
                  <a:lnTo>
                    <a:pt x="200" y="494"/>
                  </a:lnTo>
                  <a:lnTo>
                    <a:pt x="186" y="494"/>
                  </a:lnTo>
                  <a:lnTo>
                    <a:pt x="176" y="472"/>
                  </a:lnTo>
                  <a:lnTo>
                    <a:pt x="170" y="480"/>
                  </a:lnTo>
                  <a:lnTo>
                    <a:pt x="170" y="494"/>
                  </a:lnTo>
                  <a:lnTo>
                    <a:pt x="158" y="494"/>
                  </a:lnTo>
                  <a:lnTo>
                    <a:pt x="158" y="432"/>
                  </a:lnTo>
                  <a:lnTo>
                    <a:pt x="170" y="426"/>
                  </a:lnTo>
                  <a:lnTo>
                    <a:pt x="170" y="464"/>
                  </a:lnTo>
                  <a:lnTo>
                    <a:pt x="170" y="464"/>
                  </a:lnTo>
                  <a:lnTo>
                    <a:pt x="174" y="458"/>
                  </a:lnTo>
                  <a:lnTo>
                    <a:pt x="184" y="446"/>
                  </a:lnTo>
                  <a:lnTo>
                    <a:pt x="198" y="446"/>
                  </a:lnTo>
                  <a:lnTo>
                    <a:pt x="186" y="462"/>
                  </a:lnTo>
                  <a:close/>
                  <a:moveTo>
                    <a:pt x="242" y="494"/>
                  </a:moveTo>
                  <a:lnTo>
                    <a:pt x="230" y="494"/>
                  </a:lnTo>
                  <a:lnTo>
                    <a:pt x="230" y="446"/>
                  </a:lnTo>
                  <a:lnTo>
                    <a:pt x="242" y="446"/>
                  </a:lnTo>
                  <a:lnTo>
                    <a:pt x="242" y="450"/>
                  </a:lnTo>
                  <a:lnTo>
                    <a:pt x="242" y="450"/>
                  </a:lnTo>
                  <a:lnTo>
                    <a:pt x="248" y="446"/>
                  </a:lnTo>
                  <a:lnTo>
                    <a:pt x="254" y="444"/>
                  </a:lnTo>
                  <a:lnTo>
                    <a:pt x="254" y="444"/>
                  </a:lnTo>
                  <a:lnTo>
                    <a:pt x="262" y="446"/>
                  </a:lnTo>
                  <a:lnTo>
                    <a:pt x="268" y="450"/>
                  </a:lnTo>
                  <a:lnTo>
                    <a:pt x="272" y="458"/>
                  </a:lnTo>
                  <a:lnTo>
                    <a:pt x="272" y="466"/>
                  </a:lnTo>
                  <a:lnTo>
                    <a:pt x="272" y="494"/>
                  </a:lnTo>
                  <a:lnTo>
                    <a:pt x="260" y="494"/>
                  </a:lnTo>
                  <a:lnTo>
                    <a:pt x="260" y="468"/>
                  </a:lnTo>
                  <a:lnTo>
                    <a:pt x="260" y="468"/>
                  </a:lnTo>
                  <a:lnTo>
                    <a:pt x="260" y="462"/>
                  </a:lnTo>
                  <a:lnTo>
                    <a:pt x="258" y="458"/>
                  </a:lnTo>
                  <a:lnTo>
                    <a:pt x="256" y="456"/>
                  </a:lnTo>
                  <a:lnTo>
                    <a:pt x="252" y="456"/>
                  </a:lnTo>
                  <a:lnTo>
                    <a:pt x="252" y="456"/>
                  </a:lnTo>
                  <a:lnTo>
                    <a:pt x="248" y="456"/>
                  </a:lnTo>
                  <a:lnTo>
                    <a:pt x="244" y="458"/>
                  </a:lnTo>
                  <a:lnTo>
                    <a:pt x="244" y="462"/>
                  </a:lnTo>
                  <a:lnTo>
                    <a:pt x="242" y="468"/>
                  </a:lnTo>
                  <a:lnTo>
                    <a:pt x="242" y="494"/>
                  </a:lnTo>
                  <a:close/>
                  <a:moveTo>
                    <a:pt x="310" y="450"/>
                  </a:moveTo>
                  <a:lnTo>
                    <a:pt x="310" y="450"/>
                  </a:lnTo>
                  <a:lnTo>
                    <a:pt x="306" y="446"/>
                  </a:lnTo>
                  <a:lnTo>
                    <a:pt x="300" y="444"/>
                  </a:lnTo>
                  <a:lnTo>
                    <a:pt x="300" y="444"/>
                  </a:lnTo>
                  <a:lnTo>
                    <a:pt x="292" y="446"/>
                  </a:lnTo>
                  <a:lnTo>
                    <a:pt x="286" y="452"/>
                  </a:lnTo>
                  <a:lnTo>
                    <a:pt x="282" y="460"/>
                  </a:lnTo>
                  <a:lnTo>
                    <a:pt x="280" y="470"/>
                  </a:lnTo>
                  <a:lnTo>
                    <a:pt x="280" y="470"/>
                  </a:lnTo>
                  <a:lnTo>
                    <a:pt x="282" y="480"/>
                  </a:lnTo>
                  <a:lnTo>
                    <a:pt x="286" y="488"/>
                  </a:lnTo>
                  <a:lnTo>
                    <a:pt x="292" y="494"/>
                  </a:lnTo>
                  <a:lnTo>
                    <a:pt x="300" y="496"/>
                  </a:lnTo>
                  <a:lnTo>
                    <a:pt x="300" y="496"/>
                  </a:lnTo>
                  <a:lnTo>
                    <a:pt x="306" y="494"/>
                  </a:lnTo>
                  <a:lnTo>
                    <a:pt x="310" y="490"/>
                  </a:lnTo>
                  <a:lnTo>
                    <a:pt x="310" y="492"/>
                  </a:lnTo>
                  <a:lnTo>
                    <a:pt x="310" y="492"/>
                  </a:lnTo>
                  <a:lnTo>
                    <a:pt x="310" y="496"/>
                  </a:lnTo>
                  <a:lnTo>
                    <a:pt x="310" y="500"/>
                  </a:lnTo>
                  <a:lnTo>
                    <a:pt x="304" y="504"/>
                  </a:lnTo>
                  <a:lnTo>
                    <a:pt x="296" y="506"/>
                  </a:lnTo>
                  <a:lnTo>
                    <a:pt x="294" y="506"/>
                  </a:lnTo>
                  <a:lnTo>
                    <a:pt x="300" y="514"/>
                  </a:lnTo>
                  <a:lnTo>
                    <a:pt x="300" y="514"/>
                  </a:lnTo>
                  <a:lnTo>
                    <a:pt x="300" y="514"/>
                  </a:lnTo>
                  <a:lnTo>
                    <a:pt x="310" y="512"/>
                  </a:lnTo>
                  <a:lnTo>
                    <a:pt x="318" y="508"/>
                  </a:lnTo>
                  <a:lnTo>
                    <a:pt x="322" y="500"/>
                  </a:lnTo>
                  <a:lnTo>
                    <a:pt x="324" y="490"/>
                  </a:lnTo>
                  <a:lnTo>
                    <a:pt x="324" y="446"/>
                  </a:lnTo>
                  <a:lnTo>
                    <a:pt x="310" y="446"/>
                  </a:lnTo>
                  <a:lnTo>
                    <a:pt x="310" y="450"/>
                  </a:lnTo>
                  <a:close/>
                  <a:moveTo>
                    <a:pt x="310" y="460"/>
                  </a:moveTo>
                  <a:lnTo>
                    <a:pt x="310" y="480"/>
                  </a:lnTo>
                  <a:lnTo>
                    <a:pt x="310" y="480"/>
                  </a:lnTo>
                  <a:lnTo>
                    <a:pt x="308" y="484"/>
                  </a:lnTo>
                  <a:lnTo>
                    <a:pt x="302" y="484"/>
                  </a:lnTo>
                  <a:lnTo>
                    <a:pt x="302" y="484"/>
                  </a:lnTo>
                  <a:lnTo>
                    <a:pt x="300" y="484"/>
                  </a:lnTo>
                  <a:lnTo>
                    <a:pt x="296" y="482"/>
                  </a:lnTo>
                  <a:lnTo>
                    <a:pt x="294" y="478"/>
                  </a:lnTo>
                  <a:lnTo>
                    <a:pt x="294" y="470"/>
                  </a:lnTo>
                  <a:lnTo>
                    <a:pt x="294" y="470"/>
                  </a:lnTo>
                  <a:lnTo>
                    <a:pt x="294" y="462"/>
                  </a:lnTo>
                  <a:lnTo>
                    <a:pt x="296" y="458"/>
                  </a:lnTo>
                  <a:lnTo>
                    <a:pt x="300" y="456"/>
                  </a:lnTo>
                  <a:lnTo>
                    <a:pt x="302" y="456"/>
                  </a:lnTo>
                  <a:lnTo>
                    <a:pt x="302" y="456"/>
                  </a:lnTo>
                  <a:lnTo>
                    <a:pt x="308" y="458"/>
                  </a:lnTo>
                  <a:lnTo>
                    <a:pt x="310" y="460"/>
                  </a:lnTo>
                  <a:lnTo>
                    <a:pt x="310" y="460"/>
                  </a:lnTo>
                  <a:close/>
                  <a:moveTo>
                    <a:pt x="208" y="446"/>
                  </a:moveTo>
                  <a:lnTo>
                    <a:pt x="220" y="446"/>
                  </a:lnTo>
                  <a:lnTo>
                    <a:pt x="220" y="468"/>
                  </a:lnTo>
                  <a:lnTo>
                    <a:pt x="220" y="494"/>
                  </a:lnTo>
                  <a:lnTo>
                    <a:pt x="208" y="494"/>
                  </a:lnTo>
                  <a:lnTo>
                    <a:pt x="208" y="446"/>
                  </a:lnTo>
                  <a:close/>
                  <a:moveTo>
                    <a:pt x="220" y="432"/>
                  </a:moveTo>
                  <a:lnTo>
                    <a:pt x="220" y="438"/>
                  </a:lnTo>
                  <a:lnTo>
                    <a:pt x="208" y="438"/>
                  </a:lnTo>
                  <a:lnTo>
                    <a:pt x="208" y="426"/>
                  </a:lnTo>
                  <a:lnTo>
                    <a:pt x="220" y="426"/>
                  </a:lnTo>
                  <a:lnTo>
                    <a:pt x="220" y="432"/>
                  </a:lnTo>
                  <a:close/>
                  <a:moveTo>
                    <a:pt x="510" y="432"/>
                  </a:moveTo>
                  <a:lnTo>
                    <a:pt x="522" y="426"/>
                  </a:lnTo>
                  <a:lnTo>
                    <a:pt x="522" y="470"/>
                  </a:lnTo>
                  <a:lnTo>
                    <a:pt x="522" y="494"/>
                  </a:lnTo>
                  <a:lnTo>
                    <a:pt x="510" y="494"/>
                  </a:lnTo>
                  <a:lnTo>
                    <a:pt x="510" y="432"/>
                  </a:lnTo>
                  <a:close/>
                  <a:moveTo>
                    <a:pt x="88" y="166"/>
                  </a:moveTo>
                  <a:lnTo>
                    <a:pt x="188" y="166"/>
                  </a:lnTo>
                  <a:lnTo>
                    <a:pt x="188" y="108"/>
                  </a:lnTo>
                  <a:lnTo>
                    <a:pt x="88" y="108"/>
                  </a:lnTo>
                  <a:lnTo>
                    <a:pt x="88" y="62"/>
                  </a:lnTo>
                  <a:lnTo>
                    <a:pt x="198" y="62"/>
                  </a:lnTo>
                  <a:lnTo>
                    <a:pt x="162" y="0"/>
                  </a:lnTo>
                  <a:lnTo>
                    <a:pt x="6" y="0"/>
                  </a:lnTo>
                  <a:lnTo>
                    <a:pt x="6" y="274"/>
                  </a:lnTo>
                  <a:lnTo>
                    <a:pt x="226" y="274"/>
                  </a:lnTo>
                  <a:lnTo>
                    <a:pt x="226" y="212"/>
                  </a:lnTo>
                  <a:lnTo>
                    <a:pt x="88" y="212"/>
                  </a:lnTo>
                  <a:lnTo>
                    <a:pt x="88" y="166"/>
                  </a:lnTo>
                  <a:close/>
                  <a:moveTo>
                    <a:pt x="374" y="0"/>
                  </a:moveTo>
                  <a:lnTo>
                    <a:pt x="326" y="90"/>
                  </a:lnTo>
                  <a:lnTo>
                    <a:pt x="280" y="0"/>
                  </a:lnTo>
                  <a:lnTo>
                    <a:pt x="188" y="0"/>
                  </a:lnTo>
                  <a:lnTo>
                    <a:pt x="284" y="166"/>
                  </a:lnTo>
                  <a:lnTo>
                    <a:pt x="284" y="274"/>
                  </a:lnTo>
                  <a:lnTo>
                    <a:pt x="366" y="274"/>
                  </a:lnTo>
                  <a:lnTo>
                    <a:pt x="366" y="166"/>
                  </a:lnTo>
                  <a:lnTo>
                    <a:pt x="464" y="0"/>
                  </a:lnTo>
                  <a:lnTo>
                    <a:pt x="374" y="0"/>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3486" eaLnBrk="1" fontAlgn="base" latinLnBrk="0" hangingPunct="1">
                <a:lnSpc>
                  <a:spcPct val="100000"/>
                </a:lnSpc>
                <a:spcBef>
                  <a:spcPct val="0"/>
                </a:spcBef>
                <a:spcAft>
                  <a:spcPct val="50000"/>
                </a:spcAft>
                <a:buClr>
                  <a:srgbClr val="FFE600"/>
                </a:buClr>
                <a:buSzPct val="80000"/>
                <a:buFont typeface="Arial" charset="0"/>
                <a:buNone/>
                <a:tabLst/>
                <a:defRPr/>
              </a:pPr>
              <a:endParaRPr kumimoji="0" lang="en-GB" sz="900" b="0" i="0" u="none" strike="noStrike" kern="0" cap="none" spc="0" normalizeH="0" baseline="0" noProof="0">
                <a:ln>
                  <a:noFill/>
                </a:ln>
                <a:solidFill>
                  <a:srgbClr val="333333"/>
                </a:solidFill>
                <a:effectLst/>
                <a:uLnTx/>
                <a:uFillTx/>
              </a:endParaRPr>
            </a:p>
          </p:txBody>
        </p:sp>
      </p:grpSp>
      <p:sp>
        <p:nvSpPr>
          <p:cNvPr id="75" name="Freeform: Shape 74">
            <a:extLst>
              <a:ext uri="{FF2B5EF4-FFF2-40B4-BE49-F238E27FC236}">
                <a16:creationId xmlns:a16="http://schemas.microsoft.com/office/drawing/2014/main" id="{D150938E-0B68-12D4-3211-9969B1BAC182}"/>
              </a:ext>
            </a:extLst>
          </p:cNvPr>
          <p:cNvSpPr/>
          <p:nvPr userDrawn="1"/>
        </p:nvSpPr>
        <p:spPr>
          <a:xfrm rot="21385068">
            <a:off x="21264" y="2267494"/>
            <a:ext cx="12120898" cy="2251395"/>
          </a:xfrm>
          <a:custGeom>
            <a:avLst/>
            <a:gdLst>
              <a:gd name="connsiteX0" fmla="*/ 5978280 w 12127211"/>
              <a:gd name="connsiteY0" fmla="*/ 0 h 2251395"/>
              <a:gd name="connsiteX1" fmla="*/ 5954744 w 12127211"/>
              <a:gd name="connsiteY1" fmla="*/ 140215 h 2251395"/>
              <a:gd name="connsiteX2" fmla="*/ 5952473 w 12127211"/>
              <a:gd name="connsiteY2" fmla="*/ 140388 h 2251395"/>
              <a:gd name="connsiteX3" fmla="*/ 5629619 w 12127211"/>
              <a:gd name="connsiteY3" fmla="*/ 2113383 h 2251395"/>
              <a:gd name="connsiteX4" fmla="*/ 12127211 w 12127211"/>
              <a:gd name="connsiteY4" fmla="*/ 2113383 h 2251395"/>
              <a:gd name="connsiteX5" fmla="*/ 12118572 w 12127211"/>
              <a:gd name="connsiteY5" fmla="*/ 2251395 h 2251395"/>
              <a:gd name="connsiteX6" fmla="*/ 5465672 w 12127211"/>
              <a:gd name="connsiteY6" fmla="*/ 2251395 h 2251395"/>
              <a:gd name="connsiteX7" fmla="*/ 5487909 w 12127211"/>
              <a:gd name="connsiteY7" fmla="*/ 2113383 h 2251395"/>
              <a:gd name="connsiteX8" fmla="*/ 5489771 w 12127211"/>
              <a:gd name="connsiteY8" fmla="*/ 2113383 h 2251395"/>
              <a:gd name="connsiteX9" fmla="*/ 5810854 w 12127211"/>
              <a:gd name="connsiteY9" fmla="*/ 151219 h 2251395"/>
              <a:gd name="connsiteX10" fmla="*/ 0 w 12127211"/>
              <a:gd name="connsiteY10" fmla="*/ 595580 h 2251395"/>
              <a:gd name="connsiteX11" fmla="*/ 8707 w 12127211"/>
              <a:gd name="connsiteY11" fmla="*/ 456499 h 2251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27211" h="2251395">
                <a:moveTo>
                  <a:pt x="5978280" y="0"/>
                </a:moveTo>
                <a:lnTo>
                  <a:pt x="5954744" y="140215"/>
                </a:lnTo>
                <a:lnTo>
                  <a:pt x="5952473" y="140388"/>
                </a:lnTo>
                <a:lnTo>
                  <a:pt x="5629619" y="2113383"/>
                </a:lnTo>
                <a:lnTo>
                  <a:pt x="12127211" y="2113383"/>
                </a:lnTo>
                <a:lnTo>
                  <a:pt x="12118572" y="2251395"/>
                </a:lnTo>
                <a:lnTo>
                  <a:pt x="5465672" y="2251395"/>
                </a:lnTo>
                <a:lnTo>
                  <a:pt x="5487909" y="2113383"/>
                </a:lnTo>
                <a:lnTo>
                  <a:pt x="5489771" y="2113383"/>
                </a:lnTo>
                <a:lnTo>
                  <a:pt x="5810854" y="151219"/>
                </a:lnTo>
                <a:lnTo>
                  <a:pt x="0" y="595580"/>
                </a:lnTo>
                <a:lnTo>
                  <a:pt x="8707" y="456499"/>
                </a:lnTo>
                <a:close/>
              </a:path>
            </a:pathLst>
          </a:custGeom>
          <a:gradFill flip="none" rotWithShape="1">
            <a:gsLst>
              <a:gs pos="50000">
                <a:srgbClr val="1E3B59"/>
              </a:gs>
              <a:gs pos="0">
                <a:srgbClr val="1E3B59"/>
              </a:gs>
              <a:gs pos="100000">
                <a:srgbClr val="E31A4E"/>
              </a:gs>
            </a:gsLst>
            <a:lin ang="0" scaled="1"/>
            <a:tileRect/>
          </a:gradFill>
          <a:ln w="1270" cap="flat" cmpd="sng" algn="ctr">
            <a:noFill/>
            <a:prstDash val="solid"/>
            <a:round/>
            <a:headEnd type="none" w="med" len="med"/>
            <a:tailEnd type="none" w="med" len="med"/>
          </a:ln>
          <a:effectLst>
            <a:outerShdw blurRad="50800" dist="38100" dir="8100000" algn="tr" rotWithShape="0">
              <a:prstClr val="black">
                <a:alpha val="40000"/>
              </a:prstClr>
            </a:outerShdw>
          </a:effectLst>
        </p:spPr>
        <p:txBody>
          <a:bodyPr vert="horz" wrap="square" lIns="91344" tIns="45672" rIns="91344" bIns="45672" numCol="1" rtlCol="0" anchor="ctr" anchorCtr="0" compatLnSpc="1">
            <a:prstTxWarp prst="textNoShape">
              <a:avLst/>
            </a:prstTxWarp>
            <a:noAutofit/>
          </a:bodyPr>
          <a:lstStyle/>
          <a:p>
            <a:pPr algn="ctr" defTabSz="994368">
              <a:lnSpc>
                <a:spcPts val="1398"/>
              </a:lnSpc>
              <a:spcAft>
                <a:spcPct val="0"/>
              </a:spcAft>
            </a:pPr>
            <a:endParaRPr lang="en-IN" sz="1098" kern="0">
              <a:solidFill>
                <a:srgbClr val="010024"/>
              </a:solidFill>
              <a:latin typeface="EYInterstate Regular" pitchFamily="1" charset="0"/>
            </a:endParaRPr>
          </a:p>
        </p:txBody>
      </p:sp>
      <p:grpSp>
        <p:nvGrpSpPr>
          <p:cNvPr id="11" name="Group 10">
            <a:extLst>
              <a:ext uri="{FF2B5EF4-FFF2-40B4-BE49-F238E27FC236}">
                <a16:creationId xmlns:a16="http://schemas.microsoft.com/office/drawing/2014/main" id="{8876474B-A569-F1F0-6E4F-434075A8FACE}"/>
              </a:ext>
            </a:extLst>
          </p:cNvPr>
          <p:cNvGrpSpPr/>
          <p:nvPr userDrawn="1"/>
        </p:nvGrpSpPr>
        <p:grpSpPr>
          <a:xfrm>
            <a:off x="8257679" y="5127845"/>
            <a:ext cx="1877992" cy="1426994"/>
            <a:chOff x="5764029" y="4730054"/>
            <a:chExt cx="2433637" cy="1848239"/>
          </a:xfrm>
        </p:grpSpPr>
        <p:pic>
          <p:nvPicPr>
            <p:cNvPr id="10" name="Picture 9" descr="EMA | Who We Are">
              <a:extLst>
                <a:ext uri="{FF2B5EF4-FFF2-40B4-BE49-F238E27FC236}">
                  <a16:creationId xmlns:a16="http://schemas.microsoft.com/office/drawing/2014/main" id="{EC6E09E4-CA4D-8B48-51E1-56B3EC759A17}"/>
                </a:ext>
              </a:extLst>
            </p:cNvPr>
            <p:cNvPicPr>
              <a:picLocks noChangeAspect="1" noChangeArrowheads="1"/>
            </p:cNvPicPr>
            <p:nvPr userDrawn="1"/>
          </p:nvPicPr>
          <p:blipFill>
            <a:blip r:embed="rId3" cstate="screen">
              <a:biLevel thresh="25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a:stretch>
              <a:fillRect/>
            </a:stretch>
          </p:blipFill>
          <p:spPr bwMode="auto">
            <a:xfrm>
              <a:off x="5764029" y="4730054"/>
              <a:ext cx="2433637" cy="1848239"/>
            </a:xfrm>
            <a:custGeom>
              <a:avLst/>
              <a:gdLst>
                <a:gd name="connsiteX0" fmla="*/ 1483554 w 2433637"/>
                <a:gd name="connsiteY0" fmla="*/ 0 h 1848239"/>
                <a:gd name="connsiteX1" fmla="*/ 2433637 w 2433637"/>
                <a:gd name="connsiteY1" fmla="*/ 0 h 1848239"/>
                <a:gd name="connsiteX2" fmla="*/ 2433637 w 2433637"/>
                <a:gd name="connsiteY2" fmla="*/ 1848239 h 1848239"/>
                <a:gd name="connsiteX3" fmla="*/ 0 w 2433637"/>
                <a:gd name="connsiteY3" fmla="*/ 1848239 h 1848239"/>
                <a:gd name="connsiteX4" fmla="*/ 0 w 2433637"/>
                <a:gd name="connsiteY4" fmla="*/ 1532838 h 1848239"/>
                <a:gd name="connsiteX5" fmla="*/ 611371 w 2433637"/>
                <a:gd name="connsiteY5" fmla="*/ 851596 h 1848239"/>
                <a:gd name="connsiteX6" fmla="*/ 928871 w 2433637"/>
                <a:gd name="connsiteY6" fmla="*/ 527746 h 1848239"/>
                <a:gd name="connsiteX7" fmla="*/ 1709921 w 2433637"/>
                <a:gd name="connsiteY7" fmla="*/ 273746 h 1848239"/>
                <a:gd name="connsiteX8" fmla="*/ 0 w 2433637"/>
                <a:gd name="connsiteY8" fmla="*/ 0 h 1848239"/>
                <a:gd name="connsiteX9" fmla="*/ 445291 w 2433637"/>
                <a:gd name="connsiteY9" fmla="*/ 0 h 1848239"/>
                <a:gd name="connsiteX10" fmla="*/ 0 w 2433637"/>
                <a:gd name="connsiteY10" fmla="*/ 790141 h 1848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33637" h="1848239">
                  <a:moveTo>
                    <a:pt x="1483554" y="0"/>
                  </a:moveTo>
                  <a:lnTo>
                    <a:pt x="2433637" y="0"/>
                  </a:lnTo>
                  <a:lnTo>
                    <a:pt x="2433637" y="1848239"/>
                  </a:lnTo>
                  <a:lnTo>
                    <a:pt x="0" y="1848239"/>
                  </a:lnTo>
                  <a:lnTo>
                    <a:pt x="0" y="1532838"/>
                  </a:lnTo>
                  <a:lnTo>
                    <a:pt x="611371" y="851596"/>
                  </a:lnTo>
                  <a:lnTo>
                    <a:pt x="928871" y="527746"/>
                  </a:lnTo>
                  <a:lnTo>
                    <a:pt x="1709921" y="273746"/>
                  </a:lnTo>
                  <a:close/>
                  <a:moveTo>
                    <a:pt x="0" y="0"/>
                  </a:moveTo>
                  <a:lnTo>
                    <a:pt x="445291" y="0"/>
                  </a:lnTo>
                  <a:lnTo>
                    <a:pt x="0" y="790141"/>
                  </a:lnTo>
                  <a:close/>
                </a:path>
              </a:pathLst>
            </a:custGeom>
            <a:noFill/>
            <a:extLst>
              <a:ext uri="{909E8E84-426E-40DD-AFC4-6F175D3DCCD1}">
                <a14:hiddenFill xmlns:a14="http://schemas.microsoft.com/office/drawing/2010/main">
                  <a:solidFill>
                    <a:srgbClr val="FFFFFF"/>
                  </a:solidFill>
                </a14:hiddenFill>
              </a:ext>
            </a:extLst>
          </p:spPr>
        </p:pic>
        <p:pic>
          <p:nvPicPr>
            <p:cNvPr id="7" name="Picture 6" descr="EMA | Who We Are">
              <a:extLst>
                <a:ext uri="{FF2B5EF4-FFF2-40B4-BE49-F238E27FC236}">
                  <a16:creationId xmlns:a16="http://schemas.microsoft.com/office/drawing/2014/main" id="{F9D65177-EBA9-C6CF-2250-4E4A84452D59}"/>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b="4212"/>
            <a:stretch>
              <a:fillRect/>
            </a:stretch>
          </p:blipFill>
          <p:spPr bwMode="auto">
            <a:xfrm>
              <a:off x="5764029" y="4730054"/>
              <a:ext cx="2433637" cy="1770390"/>
            </a:xfrm>
            <a:custGeom>
              <a:avLst/>
              <a:gdLst>
                <a:gd name="connsiteX0" fmla="*/ 0 w 2433637"/>
                <a:gd name="connsiteY0" fmla="*/ 0 h 1770390"/>
                <a:gd name="connsiteX1" fmla="*/ 2433637 w 2433637"/>
                <a:gd name="connsiteY1" fmla="*/ 0 h 1770390"/>
                <a:gd name="connsiteX2" fmla="*/ 2433637 w 2433637"/>
                <a:gd name="connsiteY2" fmla="*/ 570676 h 1770390"/>
                <a:gd name="connsiteX3" fmla="*/ 2071871 w 2433637"/>
                <a:gd name="connsiteY3" fmla="*/ 356296 h 1770390"/>
                <a:gd name="connsiteX4" fmla="*/ 1100321 w 2433637"/>
                <a:gd name="connsiteY4" fmla="*/ 445196 h 1770390"/>
                <a:gd name="connsiteX5" fmla="*/ 757421 w 2433637"/>
                <a:gd name="connsiteY5" fmla="*/ 718246 h 1770390"/>
                <a:gd name="connsiteX6" fmla="*/ 725671 w 2433637"/>
                <a:gd name="connsiteY6" fmla="*/ 800796 h 1770390"/>
                <a:gd name="connsiteX7" fmla="*/ 0 w 2433637"/>
                <a:gd name="connsiteY7" fmla="*/ 1770390 h 1770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3637" h="1770390">
                  <a:moveTo>
                    <a:pt x="0" y="0"/>
                  </a:moveTo>
                  <a:lnTo>
                    <a:pt x="2433637" y="0"/>
                  </a:lnTo>
                  <a:lnTo>
                    <a:pt x="2433637" y="570676"/>
                  </a:lnTo>
                  <a:lnTo>
                    <a:pt x="2071871" y="356296"/>
                  </a:lnTo>
                  <a:lnTo>
                    <a:pt x="1100321" y="445196"/>
                  </a:lnTo>
                  <a:lnTo>
                    <a:pt x="757421" y="718246"/>
                  </a:lnTo>
                  <a:lnTo>
                    <a:pt x="725671" y="800796"/>
                  </a:lnTo>
                  <a:lnTo>
                    <a:pt x="0" y="1770390"/>
                  </a:lnTo>
                  <a:close/>
                </a:path>
              </a:pathLst>
            </a:cu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02479161"/>
      </p:ext>
    </p:extLst>
  </p:cSld>
  <p:clrMapOvr>
    <a:masterClrMapping/>
  </p:clrMapOvr>
  <p:extLst>
    <p:ext uri="{DCECCB84-F9BA-43D5-87BE-67443E8EF086}">
      <p15:sldGuideLst xmlns:p15="http://schemas.microsoft.com/office/powerpoint/2012/main">
        <p15:guide id="2" pos="384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genda ">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5D191EE-FEB3-E6A4-D875-324997AA5166}"/>
              </a:ext>
            </a:extLst>
          </p:cNvPr>
          <p:cNvSpPr/>
          <p:nvPr userDrawn="1"/>
        </p:nvSpPr>
        <p:spPr>
          <a:xfrm>
            <a:off x="0" y="1"/>
            <a:ext cx="12192000" cy="6858000"/>
          </a:xfrm>
          <a:prstGeom prst="rect">
            <a:avLst/>
          </a:prstGeom>
          <a:solidFill>
            <a:srgbClr val="042546"/>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ctr"/>
            <a:endParaRPr lang="en-IN" sz="1198">
              <a:solidFill>
                <a:schemeClr val="tx1"/>
              </a:solidFill>
            </a:endParaRPr>
          </a:p>
        </p:txBody>
      </p:sp>
      <p:pic>
        <p:nvPicPr>
          <p:cNvPr id="20" name="Picture 19">
            <a:extLst>
              <a:ext uri="{FF2B5EF4-FFF2-40B4-BE49-F238E27FC236}">
                <a16:creationId xmlns:a16="http://schemas.microsoft.com/office/drawing/2014/main" id="{4339642D-AEDC-BA56-8785-10B252C9810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flipH="1">
            <a:off x="7143587" y="0"/>
            <a:ext cx="5042066" cy="4821314"/>
          </a:xfrm>
          <a:custGeom>
            <a:avLst/>
            <a:gdLst>
              <a:gd name="connsiteX0" fmla="*/ 5044692 w 5044692"/>
              <a:gd name="connsiteY0" fmla="*/ 0 h 4821314"/>
              <a:gd name="connsiteX1" fmla="*/ 0 w 5044692"/>
              <a:gd name="connsiteY1" fmla="*/ 0 h 4821314"/>
              <a:gd name="connsiteX2" fmla="*/ 0 w 5044692"/>
              <a:gd name="connsiteY2" fmla="*/ 3566982 h 4821314"/>
              <a:gd name="connsiteX3" fmla="*/ 7780 w 5044692"/>
              <a:gd name="connsiteY3" fmla="*/ 3559002 h 4821314"/>
              <a:gd name="connsiteX4" fmla="*/ 1302511 w 5044692"/>
              <a:gd name="connsiteY4" fmla="*/ 4821314 h 4821314"/>
              <a:gd name="connsiteX5" fmla="*/ 5044692 w 5044692"/>
              <a:gd name="connsiteY5" fmla="*/ 976608 h 4821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4692" h="4821314">
                <a:moveTo>
                  <a:pt x="5044692" y="0"/>
                </a:moveTo>
                <a:lnTo>
                  <a:pt x="0" y="0"/>
                </a:lnTo>
                <a:lnTo>
                  <a:pt x="0" y="3566982"/>
                </a:lnTo>
                <a:lnTo>
                  <a:pt x="7780" y="3559002"/>
                </a:lnTo>
                <a:lnTo>
                  <a:pt x="1302511" y="4821314"/>
                </a:lnTo>
                <a:lnTo>
                  <a:pt x="5044692" y="976608"/>
                </a:lnTo>
                <a:close/>
              </a:path>
            </a:pathLst>
          </a:custGeom>
          <a:noFill/>
        </p:spPr>
      </p:pic>
      <p:pic>
        <p:nvPicPr>
          <p:cNvPr id="5" name="Picture 214">
            <a:extLst>
              <a:ext uri="{FF2B5EF4-FFF2-40B4-BE49-F238E27FC236}">
                <a16:creationId xmlns:a16="http://schemas.microsoft.com/office/drawing/2014/main" id="{F45FF6B3-C31B-9DA8-8F75-84E9F14E4F94}"/>
              </a:ext>
            </a:extLst>
          </p:cNvPr>
          <p:cNvPicPr>
            <a:picLocks noChangeArrowheads="1"/>
          </p:cNvPicPr>
          <p:nvPr userDrawn="1"/>
        </p:nvPicPr>
        <p:blipFill>
          <a:blip r:embed="rId3">
            <a:extLst>
              <a:ext uri="{28A0092B-C50C-407E-A947-70E740481C1C}">
                <a14:useLocalDpi xmlns:a14="http://schemas.microsoft.com/office/drawing/2010/main"/>
              </a:ext>
            </a:extLst>
          </a:blip>
          <a:srcRect/>
          <a:stretch>
            <a:fillRect/>
          </a:stretch>
        </p:blipFill>
        <p:spPr>
          <a:xfrm>
            <a:off x="6082306" y="-23615"/>
            <a:ext cx="6112997" cy="5360671"/>
          </a:xfrm>
          <a:prstGeom prst="rect">
            <a:avLst/>
          </a:prstGeom>
          <a:noFill/>
        </p:spPr>
      </p:pic>
      <p:pic>
        <p:nvPicPr>
          <p:cNvPr id="7" name="Picture 216">
            <a:extLst>
              <a:ext uri="{FF2B5EF4-FFF2-40B4-BE49-F238E27FC236}">
                <a16:creationId xmlns:a16="http://schemas.microsoft.com/office/drawing/2014/main" id="{996C45CC-4BE2-D5AF-B2E7-C5319EF60E7A}"/>
              </a:ext>
            </a:extLst>
          </p:cNvPr>
          <p:cNvPicPr>
            <a:picLocks noChangeArrowheads="1"/>
          </p:cNvPicPr>
          <p:nvPr userDrawn="1"/>
        </p:nvPicPr>
        <p:blipFill>
          <a:blip r:embed="rId4">
            <a:extLst>
              <a:ext uri="{28A0092B-C50C-407E-A947-70E740481C1C}">
                <a14:useLocalDpi xmlns:a14="http://schemas.microsoft.com/office/drawing/2010/main"/>
              </a:ext>
            </a:extLst>
          </a:blip>
          <a:srcRect/>
          <a:stretch>
            <a:fillRect/>
          </a:stretch>
        </p:blipFill>
        <p:spPr>
          <a:xfrm>
            <a:off x="6412667" y="-23615"/>
            <a:ext cx="5782634" cy="5165702"/>
          </a:xfrm>
          <a:prstGeom prst="rect">
            <a:avLst/>
          </a:prstGeom>
          <a:noFill/>
        </p:spPr>
      </p:pic>
      <p:grpSp>
        <p:nvGrpSpPr>
          <p:cNvPr id="21" name="Group 20">
            <a:extLst>
              <a:ext uri="{FF2B5EF4-FFF2-40B4-BE49-F238E27FC236}">
                <a16:creationId xmlns:a16="http://schemas.microsoft.com/office/drawing/2014/main" id="{6F4BF621-FC2B-A60F-3346-2E39228397F2}"/>
              </a:ext>
            </a:extLst>
          </p:cNvPr>
          <p:cNvGrpSpPr/>
          <p:nvPr userDrawn="1"/>
        </p:nvGrpSpPr>
        <p:grpSpPr>
          <a:xfrm>
            <a:off x="6172919" y="-23615"/>
            <a:ext cx="6022383" cy="5348567"/>
            <a:chOff x="6176134" y="-23615"/>
            <a:chExt cx="6025520" cy="5348567"/>
          </a:xfrm>
        </p:grpSpPr>
        <p:pic>
          <p:nvPicPr>
            <p:cNvPr id="6" name="Picture 215">
              <a:extLst>
                <a:ext uri="{FF2B5EF4-FFF2-40B4-BE49-F238E27FC236}">
                  <a16:creationId xmlns:a16="http://schemas.microsoft.com/office/drawing/2014/main" id="{34F11E96-DFA0-6627-89CA-AE288BC068F1}"/>
                </a:ext>
              </a:extLst>
            </p:cNvPr>
            <p:cNvPicPr>
              <a:picLocks noChangeArrowheads="1"/>
            </p:cNvPicPr>
            <p:nvPr userDrawn="1"/>
          </p:nvPicPr>
          <p:blipFill>
            <a:blip r:embed="rId5">
              <a:duotone>
                <a:schemeClr val="accent3">
                  <a:shade val="45000"/>
                  <a:satMod val="135000"/>
                </a:schemeClr>
                <a:prstClr val="white"/>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a:ext>
              </a:extLst>
            </a:blip>
            <a:srcRect/>
            <a:stretch>
              <a:fillRect/>
            </a:stretch>
          </p:blipFill>
          <p:spPr>
            <a:xfrm>
              <a:off x="6176134" y="-23614"/>
              <a:ext cx="6025519" cy="5312214"/>
            </a:xfrm>
            <a:prstGeom prst="rect">
              <a:avLst/>
            </a:prstGeom>
            <a:noFill/>
            <a:effectLst>
              <a:outerShdw blurRad="50800" dist="38100" dir="2700000" algn="tl" rotWithShape="0">
                <a:prstClr val="black">
                  <a:alpha val="40000"/>
                </a:prstClr>
              </a:outerShdw>
            </a:effectLst>
          </p:spPr>
        </p:pic>
        <p:pic>
          <p:nvPicPr>
            <p:cNvPr id="9" name="Picture 217">
              <a:extLst>
                <a:ext uri="{FF2B5EF4-FFF2-40B4-BE49-F238E27FC236}">
                  <a16:creationId xmlns:a16="http://schemas.microsoft.com/office/drawing/2014/main" id="{940134FA-03DC-48E0-EDD6-86D40DD4B15E}"/>
                </a:ext>
              </a:extLst>
            </p:cNvPr>
            <p:cNvPicPr>
              <a:picLocks noChangeArrowheads="1"/>
            </p:cNvPicPr>
            <p:nvPr userDrawn="1"/>
          </p:nvPicPr>
          <p:blipFill>
            <a:blip r:embed="rId7">
              <a:extLst>
                <a:ext uri="{28A0092B-C50C-407E-A947-70E740481C1C}">
                  <a14:useLocalDpi xmlns:a14="http://schemas.microsoft.com/office/drawing/2010/main"/>
                </a:ext>
              </a:extLst>
            </a:blip>
            <a:srcRect/>
            <a:stretch>
              <a:fillRect/>
            </a:stretch>
          </p:blipFill>
          <p:spPr>
            <a:xfrm>
              <a:off x="6431478" y="-23615"/>
              <a:ext cx="5770176" cy="5117101"/>
            </a:xfrm>
            <a:prstGeom prst="rect">
              <a:avLst/>
            </a:prstGeom>
            <a:noFill/>
          </p:spPr>
        </p:pic>
        <p:pic>
          <p:nvPicPr>
            <p:cNvPr id="10" name="Picture 218">
              <a:extLst>
                <a:ext uri="{FF2B5EF4-FFF2-40B4-BE49-F238E27FC236}">
                  <a16:creationId xmlns:a16="http://schemas.microsoft.com/office/drawing/2014/main" id="{647C1BD4-F191-79E7-9858-E830E1F4EEA0}"/>
                </a:ext>
              </a:extLst>
            </p:cNvPr>
            <p:cNvPicPr>
              <a:picLocks noChangeArrowheads="1"/>
            </p:cNvPicPr>
            <p:nvPr userDrawn="1"/>
          </p:nvPicPr>
          <p:blipFill>
            <a:blip r:embed="rId8">
              <a:extLst>
                <a:ext uri="{28A0092B-C50C-407E-A947-70E740481C1C}">
                  <a14:useLocalDpi xmlns:a14="http://schemas.microsoft.com/office/drawing/2010/main"/>
                </a:ext>
              </a:extLst>
            </a:blip>
            <a:srcRect/>
            <a:stretch>
              <a:fillRect/>
            </a:stretch>
          </p:blipFill>
          <p:spPr>
            <a:xfrm>
              <a:off x="6221844" y="2222067"/>
              <a:ext cx="3048557" cy="2941298"/>
            </a:xfrm>
            <a:prstGeom prst="rect">
              <a:avLst/>
            </a:prstGeom>
            <a:noFill/>
          </p:spPr>
        </p:pic>
        <p:pic>
          <p:nvPicPr>
            <p:cNvPr id="11" name="Picture 219">
              <a:extLst>
                <a:ext uri="{FF2B5EF4-FFF2-40B4-BE49-F238E27FC236}">
                  <a16:creationId xmlns:a16="http://schemas.microsoft.com/office/drawing/2014/main" id="{F7154093-C1F9-3811-6B4E-7219D6E924E8}"/>
                </a:ext>
              </a:extLst>
            </p:cNvPr>
            <p:cNvPicPr>
              <a:picLocks noChangeArrowheads="1"/>
            </p:cNvPicPr>
            <p:nvPr userDrawn="1"/>
          </p:nvPicPr>
          <p:blipFill>
            <a:blip r:embed="rId9">
              <a:extLst>
                <a:ext uri="{28A0092B-C50C-407E-A947-70E740481C1C}">
                  <a14:useLocalDpi xmlns:a14="http://schemas.microsoft.com/office/drawing/2010/main"/>
                </a:ext>
              </a:extLst>
            </a:blip>
            <a:srcRect/>
            <a:stretch>
              <a:fillRect/>
            </a:stretch>
          </p:blipFill>
          <p:spPr>
            <a:xfrm>
              <a:off x="6221844" y="2383654"/>
              <a:ext cx="3048557" cy="2941298"/>
            </a:xfrm>
            <a:prstGeom prst="rect">
              <a:avLst/>
            </a:prstGeom>
            <a:noFill/>
          </p:spPr>
        </p:pic>
      </p:grpSp>
      <p:grpSp>
        <p:nvGrpSpPr>
          <p:cNvPr id="12" name="Group 4">
            <a:extLst>
              <a:ext uri="{FF2B5EF4-FFF2-40B4-BE49-F238E27FC236}">
                <a16:creationId xmlns:a16="http://schemas.microsoft.com/office/drawing/2014/main" id="{7628C44B-638A-303E-49B9-36544672C054}"/>
              </a:ext>
            </a:extLst>
          </p:cNvPr>
          <p:cNvGrpSpPr>
            <a:grpSpLocks noChangeAspect="1"/>
          </p:cNvGrpSpPr>
          <p:nvPr userDrawn="1"/>
        </p:nvGrpSpPr>
        <p:grpSpPr bwMode="auto">
          <a:xfrm>
            <a:off x="11154920" y="5787376"/>
            <a:ext cx="717495" cy="840613"/>
            <a:chOff x="6529" y="3125"/>
            <a:chExt cx="772" cy="904"/>
          </a:xfrm>
        </p:grpSpPr>
        <p:sp>
          <p:nvSpPr>
            <p:cNvPr id="13" name="Freeform 5">
              <a:extLst>
                <a:ext uri="{FF2B5EF4-FFF2-40B4-BE49-F238E27FC236}">
                  <a16:creationId xmlns:a16="http://schemas.microsoft.com/office/drawing/2014/main" id="{EE5E9D1F-35C8-F427-DB38-54B1DB21CCC6}"/>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14" name="Freeform 6">
              <a:extLst>
                <a:ext uri="{FF2B5EF4-FFF2-40B4-BE49-F238E27FC236}">
                  <a16:creationId xmlns:a16="http://schemas.microsoft.com/office/drawing/2014/main" id="{2B84D413-E804-08EA-4501-13894904EE3A}"/>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grpSp>
      <p:sp>
        <p:nvSpPr>
          <p:cNvPr id="2" name="Title 1"/>
          <p:cNvSpPr>
            <a:spLocks noGrp="1"/>
          </p:cNvSpPr>
          <p:nvPr>
            <p:ph type="title"/>
          </p:nvPr>
        </p:nvSpPr>
        <p:spPr>
          <a:xfrm>
            <a:off x="609602" y="294200"/>
            <a:ext cx="10972800" cy="590400"/>
          </a:xfrm>
        </p:spPr>
        <p:txBody>
          <a:bodyPr/>
          <a:lstStyle>
            <a:lvl1pPr>
              <a:defRPr sz="2398">
                <a:solidFill>
                  <a:schemeClr val="tx1"/>
                </a:solidFill>
              </a:defRPr>
            </a:lvl1pPr>
          </a:lstStyle>
          <a:p>
            <a:r>
              <a:rPr lang="en-US"/>
              <a:t>Click to edit Master title style</a:t>
            </a:r>
            <a:endParaRPr lang="en-GB"/>
          </a:p>
        </p:txBody>
      </p:sp>
      <p:sp>
        <p:nvSpPr>
          <p:cNvPr id="15" name="Freeform: Shape 14">
            <a:extLst>
              <a:ext uri="{FF2B5EF4-FFF2-40B4-BE49-F238E27FC236}">
                <a16:creationId xmlns:a16="http://schemas.microsoft.com/office/drawing/2014/main" id="{253F5104-1D4C-447B-C8DA-0FDBD8E2846D}"/>
              </a:ext>
            </a:extLst>
          </p:cNvPr>
          <p:cNvSpPr/>
          <p:nvPr userDrawn="1"/>
        </p:nvSpPr>
        <p:spPr>
          <a:xfrm rot="5400000">
            <a:off x="-8447" y="302649"/>
            <a:ext cx="296786" cy="279891"/>
          </a:xfrm>
          <a:custGeom>
            <a:avLst/>
            <a:gdLst>
              <a:gd name="connsiteX0" fmla="*/ 0 w 296786"/>
              <a:gd name="connsiteY0" fmla="*/ 280037 h 280037"/>
              <a:gd name="connsiteX1" fmla="*/ 0 w 296786"/>
              <a:gd name="connsiteY1" fmla="*/ 72181 h 280037"/>
              <a:gd name="connsiteX2" fmla="*/ 72181 w 296786"/>
              <a:gd name="connsiteY2" fmla="*/ 0 h 280037"/>
              <a:gd name="connsiteX3" fmla="*/ 224605 w 296786"/>
              <a:gd name="connsiteY3" fmla="*/ 0 h 280037"/>
              <a:gd name="connsiteX4" fmla="*/ 296786 w 296786"/>
              <a:gd name="connsiteY4" fmla="*/ 72181 h 280037"/>
              <a:gd name="connsiteX5" fmla="*/ 296786 w 296786"/>
              <a:gd name="connsiteY5" fmla="*/ 280037 h 28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786" h="280037">
                <a:moveTo>
                  <a:pt x="0" y="280037"/>
                </a:moveTo>
                <a:lnTo>
                  <a:pt x="0" y="72181"/>
                </a:lnTo>
                <a:cubicBezTo>
                  <a:pt x="0" y="32317"/>
                  <a:pt x="32317" y="0"/>
                  <a:pt x="72181" y="0"/>
                </a:cubicBezTo>
                <a:lnTo>
                  <a:pt x="224605" y="0"/>
                </a:lnTo>
                <a:cubicBezTo>
                  <a:pt x="264469" y="0"/>
                  <a:pt x="296786" y="32317"/>
                  <a:pt x="296786" y="72181"/>
                </a:cubicBezTo>
                <a:lnTo>
                  <a:pt x="296786" y="280037"/>
                </a:lnTo>
                <a:close/>
              </a:path>
            </a:pathLst>
          </a:custGeom>
          <a:solidFill>
            <a:srgbClr val="1E3B59"/>
          </a:solidFill>
          <a:ln w="19050">
            <a:no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ctr"/>
            <a:endParaRPr lang="en-IN" sz="1198">
              <a:solidFill>
                <a:schemeClr val="tx1"/>
              </a:solidFill>
            </a:endParaRPr>
          </a:p>
        </p:txBody>
      </p:sp>
    </p:spTree>
    <p:extLst>
      <p:ext uri="{BB962C8B-B14F-4D97-AF65-F5344CB8AC3E}">
        <p14:creationId xmlns:p14="http://schemas.microsoft.com/office/powerpoint/2010/main" val="15894776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02363B10-3467-165A-1C0C-1506CBF82FC6}"/>
              </a:ext>
            </a:extLst>
          </p:cNvPr>
          <p:cNvSpPr/>
          <p:nvPr userDrawn="1"/>
        </p:nvSpPr>
        <p:spPr>
          <a:xfrm>
            <a:off x="0" y="1"/>
            <a:ext cx="12192000" cy="6858000"/>
          </a:xfrm>
          <a:prstGeom prst="rect">
            <a:avLst/>
          </a:prstGeom>
          <a:solidFill>
            <a:srgbClr val="042546"/>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ctr"/>
            <a:endParaRPr lang="en-IN" sz="1198">
              <a:solidFill>
                <a:schemeClr val="tx1"/>
              </a:solidFill>
            </a:endParaRPr>
          </a:p>
        </p:txBody>
      </p:sp>
      <p:pic>
        <p:nvPicPr>
          <p:cNvPr id="58" name="Graphic 57">
            <a:extLst>
              <a:ext uri="{FF2B5EF4-FFF2-40B4-BE49-F238E27FC236}">
                <a16:creationId xmlns:a16="http://schemas.microsoft.com/office/drawing/2014/main" id="{AD44A0C2-D2F0-5913-D8A7-21B398576D6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44970" t="35375"/>
          <a:stretch>
            <a:fillRect/>
          </a:stretch>
        </p:blipFill>
        <p:spPr>
          <a:xfrm flipH="1">
            <a:off x="5303116" y="0"/>
            <a:ext cx="6888884" cy="6878642"/>
          </a:xfrm>
          <a:custGeom>
            <a:avLst/>
            <a:gdLst>
              <a:gd name="connsiteX0" fmla="*/ 6892472 w 6892472"/>
              <a:gd name="connsiteY0" fmla="*/ 0 h 6878642"/>
              <a:gd name="connsiteX1" fmla="*/ 0 w 6892472"/>
              <a:gd name="connsiteY1" fmla="*/ 0 h 6878642"/>
              <a:gd name="connsiteX2" fmla="*/ 0 w 6892472"/>
              <a:gd name="connsiteY2" fmla="*/ 6878642 h 6878642"/>
              <a:gd name="connsiteX3" fmla="*/ 6892472 w 6892472"/>
              <a:gd name="connsiteY3" fmla="*/ 6878642 h 6878642"/>
            </a:gdLst>
            <a:ahLst/>
            <a:cxnLst>
              <a:cxn ang="0">
                <a:pos x="connsiteX0" y="connsiteY0"/>
              </a:cxn>
              <a:cxn ang="0">
                <a:pos x="connsiteX1" y="connsiteY1"/>
              </a:cxn>
              <a:cxn ang="0">
                <a:pos x="connsiteX2" y="connsiteY2"/>
              </a:cxn>
              <a:cxn ang="0">
                <a:pos x="connsiteX3" y="connsiteY3"/>
              </a:cxn>
            </a:cxnLst>
            <a:rect l="l" t="t" r="r" b="b"/>
            <a:pathLst>
              <a:path w="6892472" h="6878642">
                <a:moveTo>
                  <a:pt x="6892472" y="0"/>
                </a:moveTo>
                <a:lnTo>
                  <a:pt x="0" y="0"/>
                </a:lnTo>
                <a:lnTo>
                  <a:pt x="0" y="6878642"/>
                </a:lnTo>
                <a:lnTo>
                  <a:pt x="6892472" y="6878642"/>
                </a:lnTo>
                <a:close/>
              </a:path>
            </a:pathLst>
          </a:custGeom>
        </p:spPr>
      </p:pic>
      <p:grpSp>
        <p:nvGrpSpPr>
          <p:cNvPr id="59" name="Group 58">
            <a:extLst>
              <a:ext uri="{FF2B5EF4-FFF2-40B4-BE49-F238E27FC236}">
                <a16:creationId xmlns:a16="http://schemas.microsoft.com/office/drawing/2014/main" id="{E2AB376B-7C38-7269-48AF-F5EDE8968909}"/>
              </a:ext>
            </a:extLst>
          </p:cNvPr>
          <p:cNvGrpSpPr/>
          <p:nvPr userDrawn="1"/>
        </p:nvGrpSpPr>
        <p:grpSpPr>
          <a:xfrm>
            <a:off x="2293202" y="4181015"/>
            <a:ext cx="2265540" cy="2165654"/>
            <a:chOff x="1453698" y="3767477"/>
            <a:chExt cx="747713" cy="714375"/>
          </a:xfrm>
          <a:solidFill>
            <a:srgbClr val="FFFFFF">
              <a:alpha val="10000"/>
            </a:srgbClr>
          </a:solidFill>
        </p:grpSpPr>
        <p:sp>
          <p:nvSpPr>
            <p:cNvPr id="60" name="Freeform 6">
              <a:extLst>
                <a:ext uri="{FF2B5EF4-FFF2-40B4-BE49-F238E27FC236}">
                  <a16:creationId xmlns:a16="http://schemas.microsoft.com/office/drawing/2014/main" id="{BC83AEAD-90F6-28C4-4427-FA0C6CF842DC}"/>
                </a:ext>
              </a:extLst>
            </p:cNvPr>
            <p:cNvSpPr>
              <a:spLocks/>
            </p:cNvSpPr>
            <p:nvPr/>
          </p:nvSpPr>
          <p:spPr bwMode="auto">
            <a:xfrm>
              <a:off x="1453698" y="3840502"/>
              <a:ext cx="747713" cy="641350"/>
            </a:xfrm>
            <a:custGeom>
              <a:avLst/>
              <a:gdLst>
                <a:gd name="T0" fmla="*/ 2 w 1468"/>
                <a:gd name="T1" fmla="*/ 1239 h 1255"/>
                <a:gd name="T2" fmla="*/ 47 w 1468"/>
                <a:gd name="T3" fmla="*/ 1086 h 1255"/>
                <a:gd name="T4" fmla="*/ 317 w 1468"/>
                <a:gd name="T5" fmla="*/ 614 h 1255"/>
                <a:gd name="T6" fmla="*/ 570 w 1468"/>
                <a:gd name="T7" fmla="*/ 325 h 1255"/>
                <a:gd name="T8" fmla="*/ 596 w 1468"/>
                <a:gd name="T9" fmla="*/ 303 h 1255"/>
                <a:gd name="T10" fmla="*/ 611 w 1468"/>
                <a:gd name="T11" fmla="*/ 300 h 1255"/>
                <a:gd name="T12" fmla="*/ 608 w 1468"/>
                <a:gd name="T13" fmla="*/ 314 h 1255"/>
                <a:gd name="T14" fmla="*/ 542 w 1468"/>
                <a:gd name="T15" fmla="*/ 428 h 1255"/>
                <a:gd name="T16" fmla="*/ 526 w 1468"/>
                <a:gd name="T17" fmla="*/ 469 h 1255"/>
                <a:gd name="T18" fmla="*/ 530 w 1468"/>
                <a:gd name="T19" fmla="*/ 491 h 1255"/>
                <a:gd name="T20" fmla="*/ 553 w 1468"/>
                <a:gd name="T21" fmla="*/ 491 h 1255"/>
                <a:gd name="T22" fmla="*/ 599 w 1468"/>
                <a:gd name="T23" fmla="*/ 460 h 1255"/>
                <a:gd name="T24" fmla="*/ 861 w 1468"/>
                <a:gd name="T25" fmla="*/ 270 h 1255"/>
                <a:gd name="T26" fmla="*/ 1198 w 1468"/>
                <a:gd name="T27" fmla="*/ 93 h 1255"/>
                <a:gd name="T28" fmla="*/ 1426 w 1468"/>
                <a:gd name="T29" fmla="*/ 8 h 1255"/>
                <a:gd name="T30" fmla="*/ 1447 w 1468"/>
                <a:gd name="T31" fmla="*/ 4 h 1255"/>
                <a:gd name="T32" fmla="*/ 1465 w 1468"/>
                <a:gd name="T33" fmla="*/ 9 h 1255"/>
                <a:gd name="T34" fmla="*/ 1453 w 1468"/>
                <a:gd name="T35" fmla="*/ 25 h 1255"/>
                <a:gd name="T36" fmla="*/ 1402 w 1468"/>
                <a:gd name="T37" fmla="*/ 51 h 1255"/>
                <a:gd name="T38" fmla="*/ 878 w 1468"/>
                <a:gd name="T39" fmla="*/ 368 h 1255"/>
                <a:gd name="T40" fmla="*/ 302 w 1468"/>
                <a:gd name="T41" fmla="*/ 881 h 1255"/>
                <a:gd name="T42" fmla="*/ 74 w 1468"/>
                <a:gd name="T43" fmla="*/ 1171 h 1255"/>
                <a:gd name="T44" fmla="*/ 19 w 1468"/>
                <a:gd name="T45" fmla="*/ 1247 h 1255"/>
                <a:gd name="T46" fmla="*/ 5 w 1468"/>
                <a:gd name="T47" fmla="*/ 1253 h 1255"/>
                <a:gd name="T48" fmla="*/ 2 w 1468"/>
                <a:gd name="T49" fmla="*/ 1239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68" h="1255">
                  <a:moveTo>
                    <a:pt x="2" y="1239"/>
                  </a:moveTo>
                  <a:cubicBezTo>
                    <a:pt x="12" y="1188"/>
                    <a:pt x="28" y="1137"/>
                    <a:pt x="47" y="1086"/>
                  </a:cubicBezTo>
                  <a:cubicBezTo>
                    <a:pt x="112" y="914"/>
                    <a:pt x="208" y="761"/>
                    <a:pt x="317" y="614"/>
                  </a:cubicBezTo>
                  <a:cubicBezTo>
                    <a:pt x="394" y="511"/>
                    <a:pt x="478" y="415"/>
                    <a:pt x="570" y="325"/>
                  </a:cubicBezTo>
                  <a:cubicBezTo>
                    <a:pt x="578" y="317"/>
                    <a:pt x="587" y="310"/>
                    <a:pt x="596" y="303"/>
                  </a:cubicBezTo>
                  <a:cubicBezTo>
                    <a:pt x="600" y="299"/>
                    <a:pt x="606" y="294"/>
                    <a:pt x="611" y="300"/>
                  </a:cubicBezTo>
                  <a:cubicBezTo>
                    <a:pt x="616" y="305"/>
                    <a:pt x="611" y="310"/>
                    <a:pt x="608" y="314"/>
                  </a:cubicBezTo>
                  <a:cubicBezTo>
                    <a:pt x="587" y="353"/>
                    <a:pt x="561" y="388"/>
                    <a:pt x="542" y="428"/>
                  </a:cubicBezTo>
                  <a:cubicBezTo>
                    <a:pt x="536" y="441"/>
                    <a:pt x="530" y="455"/>
                    <a:pt x="526" y="469"/>
                  </a:cubicBezTo>
                  <a:cubicBezTo>
                    <a:pt x="524" y="477"/>
                    <a:pt x="523" y="485"/>
                    <a:pt x="530" y="491"/>
                  </a:cubicBezTo>
                  <a:cubicBezTo>
                    <a:pt x="538" y="498"/>
                    <a:pt x="546" y="494"/>
                    <a:pt x="553" y="491"/>
                  </a:cubicBezTo>
                  <a:cubicBezTo>
                    <a:pt x="570" y="484"/>
                    <a:pt x="585" y="472"/>
                    <a:pt x="599" y="460"/>
                  </a:cubicBezTo>
                  <a:cubicBezTo>
                    <a:pt x="683" y="392"/>
                    <a:pt x="770" y="329"/>
                    <a:pt x="861" y="270"/>
                  </a:cubicBezTo>
                  <a:cubicBezTo>
                    <a:pt x="968" y="202"/>
                    <a:pt x="1081" y="143"/>
                    <a:pt x="1198" y="93"/>
                  </a:cubicBezTo>
                  <a:cubicBezTo>
                    <a:pt x="1272" y="60"/>
                    <a:pt x="1349" y="34"/>
                    <a:pt x="1426" y="8"/>
                  </a:cubicBezTo>
                  <a:cubicBezTo>
                    <a:pt x="1433" y="6"/>
                    <a:pt x="1440" y="5"/>
                    <a:pt x="1447" y="4"/>
                  </a:cubicBezTo>
                  <a:cubicBezTo>
                    <a:pt x="1454" y="3"/>
                    <a:pt x="1462" y="0"/>
                    <a:pt x="1465" y="9"/>
                  </a:cubicBezTo>
                  <a:cubicBezTo>
                    <a:pt x="1468" y="18"/>
                    <a:pt x="1459" y="21"/>
                    <a:pt x="1453" y="25"/>
                  </a:cubicBezTo>
                  <a:cubicBezTo>
                    <a:pt x="1436" y="34"/>
                    <a:pt x="1419" y="42"/>
                    <a:pt x="1402" y="51"/>
                  </a:cubicBezTo>
                  <a:cubicBezTo>
                    <a:pt x="1218" y="141"/>
                    <a:pt x="1044" y="249"/>
                    <a:pt x="878" y="368"/>
                  </a:cubicBezTo>
                  <a:cubicBezTo>
                    <a:pt x="669" y="520"/>
                    <a:pt x="476" y="690"/>
                    <a:pt x="302" y="881"/>
                  </a:cubicBezTo>
                  <a:cubicBezTo>
                    <a:pt x="220" y="972"/>
                    <a:pt x="143" y="1069"/>
                    <a:pt x="74" y="1171"/>
                  </a:cubicBezTo>
                  <a:cubicBezTo>
                    <a:pt x="56" y="1197"/>
                    <a:pt x="37" y="1221"/>
                    <a:pt x="19" y="1247"/>
                  </a:cubicBezTo>
                  <a:cubicBezTo>
                    <a:pt x="15" y="1251"/>
                    <a:pt x="12" y="1255"/>
                    <a:pt x="5" y="1253"/>
                  </a:cubicBezTo>
                  <a:cubicBezTo>
                    <a:pt x="0" y="1251"/>
                    <a:pt x="1" y="1245"/>
                    <a:pt x="2" y="12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3486" eaLnBrk="1" fontAlgn="base" latinLnBrk="0" hangingPunct="1">
                <a:lnSpc>
                  <a:spcPct val="100000"/>
                </a:lnSpc>
                <a:spcBef>
                  <a:spcPct val="0"/>
                </a:spcBef>
                <a:spcAft>
                  <a:spcPct val="50000"/>
                </a:spcAft>
                <a:buClr>
                  <a:srgbClr val="FFE600"/>
                </a:buClr>
                <a:buSzPct val="80000"/>
                <a:buFont typeface="Arial" charset="0"/>
                <a:buNone/>
                <a:tabLst/>
                <a:defRPr/>
              </a:pPr>
              <a:endParaRPr kumimoji="0" lang="en-IN" sz="900" b="0" i="0" u="none" strike="noStrike" kern="0" cap="none" spc="0" normalizeH="0" baseline="0" noProof="0">
                <a:ln>
                  <a:noFill/>
                </a:ln>
                <a:solidFill>
                  <a:srgbClr val="333333"/>
                </a:solidFill>
                <a:effectLst/>
                <a:uLnTx/>
                <a:uFillTx/>
              </a:endParaRPr>
            </a:p>
          </p:txBody>
        </p:sp>
        <p:sp>
          <p:nvSpPr>
            <p:cNvPr id="61" name="Freeform 7">
              <a:extLst>
                <a:ext uri="{FF2B5EF4-FFF2-40B4-BE49-F238E27FC236}">
                  <a16:creationId xmlns:a16="http://schemas.microsoft.com/office/drawing/2014/main" id="{92912E59-0F5D-4B5D-EDA9-00021B41C773}"/>
                </a:ext>
              </a:extLst>
            </p:cNvPr>
            <p:cNvSpPr>
              <a:spLocks/>
            </p:cNvSpPr>
            <p:nvPr/>
          </p:nvSpPr>
          <p:spPr bwMode="auto">
            <a:xfrm>
              <a:off x="1512436" y="3799227"/>
              <a:ext cx="608013" cy="374650"/>
            </a:xfrm>
            <a:custGeom>
              <a:avLst/>
              <a:gdLst>
                <a:gd name="T0" fmla="*/ 1192 w 1192"/>
                <a:gd name="T1" fmla="*/ 15 h 736"/>
                <a:gd name="T2" fmla="*/ 1173 w 1192"/>
                <a:gd name="T3" fmla="*/ 32 h 736"/>
                <a:gd name="T4" fmla="*/ 1038 w 1192"/>
                <a:gd name="T5" fmla="*/ 92 h 736"/>
                <a:gd name="T6" fmla="*/ 581 w 1192"/>
                <a:gd name="T7" fmla="*/ 403 h 736"/>
                <a:gd name="T8" fmla="*/ 514 w 1192"/>
                <a:gd name="T9" fmla="*/ 467 h 736"/>
                <a:gd name="T10" fmla="*/ 496 w 1192"/>
                <a:gd name="T11" fmla="*/ 474 h 736"/>
                <a:gd name="T12" fmla="*/ 499 w 1192"/>
                <a:gd name="T13" fmla="*/ 455 h 736"/>
                <a:gd name="T14" fmla="*/ 573 w 1192"/>
                <a:gd name="T15" fmla="*/ 329 h 736"/>
                <a:gd name="T16" fmla="*/ 585 w 1192"/>
                <a:gd name="T17" fmla="*/ 300 h 736"/>
                <a:gd name="T18" fmla="*/ 582 w 1192"/>
                <a:gd name="T19" fmla="*/ 280 h 736"/>
                <a:gd name="T20" fmla="*/ 564 w 1192"/>
                <a:gd name="T21" fmla="*/ 279 h 736"/>
                <a:gd name="T22" fmla="*/ 488 w 1192"/>
                <a:gd name="T23" fmla="*/ 320 h 736"/>
                <a:gd name="T24" fmla="*/ 278 w 1192"/>
                <a:gd name="T25" fmla="*/ 479 h 736"/>
                <a:gd name="T26" fmla="*/ 30 w 1192"/>
                <a:gd name="T27" fmla="*/ 719 h 736"/>
                <a:gd name="T28" fmla="*/ 22 w 1192"/>
                <a:gd name="T29" fmla="*/ 727 h 736"/>
                <a:gd name="T30" fmla="*/ 6 w 1192"/>
                <a:gd name="T31" fmla="*/ 732 h 736"/>
                <a:gd name="T32" fmla="*/ 7 w 1192"/>
                <a:gd name="T33" fmla="*/ 715 h 736"/>
                <a:gd name="T34" fmla="*/ 60 w 1192"/>
                <a:gd name="T35" fmla="*/ 638 h 736"/>
                <a:gd name="T36" fmla="*/ 238 w 1192"/>
                <a:gd name="T37" fmla="*/ 436 h 736"/>
                <a:gd name="T38" fmla="*/ 645 w 1192"/>
                <a:gd name="T39" fmla="*/ 144 h 736"/>
                <a:gd name="T40" fmla="*/ 1043 w 1192"/>
                <a:gd name="T41" fmla="*/ 12 h 736"/>
                <a:gd name="T42" fmla="*/ 1170 w 1192"/>
                <a:gd name="T43" fmla="*/ 3 h 736"/>
                <a:gd name="T44" fmla="*/ 1192 w 1192"/>
                <a:gd name="T45" fmla="*/ 15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92" h="736">
                  <a:moveTo>
                    <a:pt x="1192" y="15"/>
                  </a:moveTo>
                  <a:cubicBezTo>
                    <a:pt x="1189" y="26"/>
                    <a:pt x="1180" y="29"/>
                    <a:pt x="1173" y="32"/>
                  </a:cubicBezTo>
                  <a:cubicBezTo>
                    <a:pt x="1127" y="51"/>
                    <a:pt x="1082" y="70"/>
                    <a:pt x="1038" y="92"/>
                  </a:cubicBezTo>
                  <a:cubicBezTo>
                    <a:pt x="871" y="175"/>
                    <a:pt x="718" y="278"/>
                    <a:pt x="581" y="403"/>
                  </a:cubicBezTo>
                  <a:cubicBezTo>
                    <a:pt x="558" y="424"/>
                    <a:pt x="536" y="445"/>
                    <a:pt x="514" y="467"/>
                  </a:cubicBezTo>
                  <a:cubicBezTo>
                    <a:pt x="509" y="471"/>
                    <a:pt x="504" y="480"/>
                    <a:pt x="496" y="474"/>
                  </a:cubicBezTo>
                  <a:cubicBezTo>
                    <a:pt x="488" y="468"/>
                    <a:pt x="495" y="461"/>
                    <a:pt x="499" y="455"/>
                  </a:cubicBezTo>
                  <a:cubicBezTo>
                    <a:pt x="525" y="414"/>
                    <a:pt x="552" y="374"/>
                    <a:pt x="573" y="329"/>
                  </a:cubicBezTo>
                  <a:cubicBezTo>
                    <a:pt x="577" y="320"/>
                    <a:pt x="581" y="310"/>
                    <a:pt x="585" y="300"/>
                  </a:cubicBezTo>
                  <a:cubicBezTo>
                    <a:pt x="587" y="293"/>
                    <a:pt x="589" y="285"/>
                    <a:pt x="582" y="280"/>
                  </a:cubicBezTo>
                  <a:cubicBezTo>
                    <a:pt x="577" y="274"/>
                    <a:pt x="570" y="277"/>
                    <a:pt x="564" y="279"/>
                  </a:cubicBezTo>
                  <a:cubicBezTo>
                    <a:pt x="536" y="288"/>
                    <a:pt x="512" y="304"/>
                    <a:pt x="488" y="320"/>
                  </a:cubicBezTo>
                  <a:cubicBezTo>
                    <a:pt x="414" y="367"/>
                    <a:pt x="345" y="421"/>
                    <a:pt x="278" y="479"/>
                  </a:cubicBezTo>
                  <a:cubicBezTo>
                    <a:pt x="191" y="554"/>
                    <a:pt x="108" y="633"/>
                    <a:pt x="30" y="719"/>
                  </a:cubicBezTo>
                  <a:cubicBezTo>
                    <a:pt x="28" y="722"/>
                    <a:pt x="25" y="724"/>
                    <a:pt x="22" y="727"/>
                  </a:cubicBezTo>
                  <a:cubicBezTo>
                    <a:pt x="18" y="731"/>
                    <a:pt x="13" y="736"/>
                    <a:pt x="6" y="732"/>
                  </a:cubicBezTo>
                  <a:cubicBezTo>
                    <a:pt x="0" y="727"/>
                    <a:pt x="4" y="720"/>
                    <a:pt x="7" y="715"/>
                  </a:cubicBezTo>
                  <a:cubicBezTo>
                    <a:pt x="24" y="689"/>
                    <a:pt x="41" y="663"/>
                    <a:pt x="60" y="638"/>
                  </a:cubicBezTo>
                  <a:cubicBezTo>
                    <a:pt x="113" y="566"/>
                    <a:pt x="173" y="498"/>
                    <a:pt x="238" y="436"/>
                  </a:cubicBezTo>
                  <a:cubicBezTo>
                    <a:pt x="359" y="319"/>
                    <a:pt x="491" y="215"/>
                    <a:pt x="645" y="144"/>
                  </a:cubicBezTo>
                  <a:cubicBezTo>
                    <a:pt x="772" y="85"/>
                    <a:pt x="905" y="38"/>
                    <a:pt x="1043" y="12"/>
                  </a:cubicBezTo>
                  <a:cubicBezTo>
                    <a:pt x="1085" y="5"/>
                    <a:pt x="1128" y="0"/>
                    <a:pt x="1170" y="3"/>
                  </a:cubicBezTo>
                  <a:cubicBezTo>
                    <a:pt x="1180" y="3"/>
                    <a:pt x="1189" y="4"/>
                    <a:pt x="1192"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3486" eaLnBrk="1" fontAlgn="base" latinLnBrk="0" hangingPunct="1">
                <a:lnSpc>
                  <a:spcPct val="100000"/>
                </a:lnSpc>
                <a:spcBef>
                  <a:spcPct val="0"/>
                </a:spcBef>
                <a:spcAft>
                  <a:spcPct val="50000"/>
                </a:spcAft>
                <a:buClr>
                  <a:srgbClr val="FFE600"/>
                </a:buClr>
                <a:buSzPct val="80000"/>
                <a:buFont typeface="Arial" charset="0"/>
                <a:buNone/>
                <a:tabLst/>
                <a:defRPr/>
              </a:pPr>
              <a:endParaRPr kumimoji="0" lang="en-IN" sz="900" b="0" i="0" u="none" strike="noStrike" kern="0" cap="none" spc="0" normalizeH="0" baseline="0" noProof="0">
                <a:ln>
                  <a:noFill/>
                </a:ln>
                <a:solidFill>
                  <a:srgbClr val="333333"/>
                </a:solidFill>
                <a:effectLst/>
                <a:uLnTx/>
                <a:uFillTx/>
              </a:endParaRPr>
            </a:p>
          </p:txBody>
        </p:sp>
        <p:sp>
          <p:nvSpPr>
            <p:cNvPr id="62" name="Freeform 9">
              <a:extLst>
                <a:ext uri="{FF2B5EF4-FFF2-40B4-BE49-F238E27FC236}">
                  <a16:creationId xmlns:a16="http://schemas.microsoft.com/office/drawing/2014/main" id="{67AF5100-652A-5522-F53A-3B5094377BD5}"/>
                </a:ext>
              </a:extLst>
            </p:cNvPr>
            <p:cNvSpPr>
              <a:spLocks/>
            </p:cNvSpPr>
            <p:nvPr/>
          </p:nvSpPr>
          <p:spPr bwMode="auto">
            <a:xfrm>
              <a:off x="1680711" y="3767477"/>
              <a:ext cx="312738" cy="149225"/>
            </a:xfrm>
            <a:custGeom>
              <a:avLst/>
              <a:gdLst>
                <a:gd name="T0" fmla="*/ 519 w 614"/>
                <a:gd name="T1" fmla="*/ 1 h 294"/>
                <a:gd name="T2" fmla="*/ 602 w 614"/>
                <a:gd name="T3" fmla="*/ 14 h 294"/>
                <a:gd name="T4" fmla="*/ 614 w 614"/>
                <a:gd name="T5" fmla="*/ 22 h 294"/>
                <a:gd name="T6" fmla="*/ 601 w 614"/>
                <a:gd name="T7" fmla="*/ 33 h 294"/>
                <a:gd name="T8" fmla="*/ 358 w 614"/>
                <a:gd name="T9" fmla="*/ 115 h 294"/>
                <a:gd name="T10" fmla="*/ 21 w 614"/>
                <a:gd name="T11" fmla="*/ 284 h 294"/>
                <a:gd name="T12" fmla="*/ 5 w 614"/>
                <a:gd name="T13" fmla="*/ 288 h 294"/>
                <a:gd name="T14" fmla="*/ 11 w 614"/>
                <a:gd name="T15" fmla="*/ 271 h 294"/>
                <a:gd name="T16" fmla="*/ 196 w 614"/>
                <a:gd name="T17" fmla="*/ 123 h 294"/>
                <a:gd name="T18" fmla="*/ 440 w 614"/>
                <a:gd name="T19" fmla="*/ 12 h 294"/>
                <a:gd name="T20" fmla="*/ 519 w 614"/>
                <a:gd name="T21" fmla="*/ 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4" h="294">
                  <a:moveTo>
                    <a:pt x="519" y="1"/>
                  </a:moveTo>
                  <a:cubicBezTo>
                    <a:pt x="547" y="0"/>
                    <a:pt x="574" y="8"/>
                    <a:pt x="602" y="14"/>
                  </a:cubicBezTo>
                  <a:cubicBezTo>
                    <a:pt x="607" y="15"/>
                    <a:pt x="613" y="15"/>
                    <a:pt x="614" y="22"/>
                  </a:cubicBezTo>
                  <a:cubicBezTo>
                    <a:pt x="614" y="30"/>
                    <a:pt x="607" y="31"/>
                    <a:pt x="601" y="33"/>
                  </a:cubicBezTo>
                  <a:cubicBezTo>
                    <a:pt x="517" y="51"/>
                    <a:pt x="437" y="82"/>
                    <a:pt x="358" y="115"/>
                  </a:cubicBezTo>
                  <a:cubicBezTo>
                    <a:pt x="242" y="164"/>
                    <a:pt x="130" y="221"/>
                    <a:pt x="21" y="284"/>
                  </a:cubicBezTo>
                  <a:cubicBezTo>
                    <a:pt x="16" y="287"/>
                    <a:pt x="10" y="294"/>
                    <a:pt x="5" y="288"/>
                  </a:cubicBezTo>
                  <a:cubicBezTo>
                    <a:pt x="0" y="281"/>
                    <a:pt x="7" y="276"/>
                    <a:pt x="11" y="271"/>
                  </a:cubicBezTo>
                  <a:cubicBezTo>
                    <a:pt x="66" y="213"/>
                    <a:pt x="129" y="166"/>
                    <a:pt x="196" y="123"/>
                  </a:cubicBezTo>
                  <a:cubicBezTo>
                    <a:pt x="272" y="74"/>
                    <a:pt x="351" y="32"/>
                    <a:pt x="440" y="12"/>
                  </a:cubicBezTo>
                  <a:cubicBezTo>
                    <a:pt x="466" y="6"/>
                    <a:pt x="492" y="0"/>
                    <a:pt x="519" y="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3486" eaLnBrk="1" fontAlgn="base" latinLnBrk="0" hangingPunct="1">
                <a:lnSpc>
                  <a:spcPct val="100000"/>
                </a:lnSpc>
                <a:spcBef>
                  <a:spcPct val="0"/>
                </a:spcBef>
                <a:spcAft>
                  <a:spcPct val="50000"/>
                </a:spcAft>
                <a:buClr>
                  <a:srgbClr val="FFE600"/>
                </a:buClr>
                <a:buSzPct val="80000"/>
                <a:buFont typeface="Arial" charset="0"/>
                <a:buNone/>
                <a:tabLst/>
                <a:defRPr/>
              </a:pPr>
              <a:endParaRPr kumimoji="0" lang="en-IN" sz="900" b="0" i="0" u="none" strike="noStrike" kern="0" cap="none" spc="0" normalizeH="0" baseline="0" noProof="0">
                <a:ln>
                  <a:noFill/>
                </a:ln>
                <a:solidFill>
                  <a:srgbClr val="333333"/>
                </a:solidFill>
                <a:effectLst/>
                <a:uLnTx/>
                <a:uFillTx/>
              </a:endParaRPr>
            </a:p>
          </p:txBody>
        </p:sp>
      </p:grpSp>
      <p:sp>
        <p:nvSpPr>
          <p:cNvPr id="67" name="Rectangle 13">
            <a:extLst>
              <a:ext uri="{FF2B5EF4-FFF2-40B4-BE49-F238E27FC236}">
                <a16:creationId xmlns:a16="http://schemas.microsoft.com/office/drawing/2014/main" id="{2399EF80-BE6B-6E9D-6B94-FBD596EA33A6}"/>
              </a:ext>
            </a:extLst>
          </p:cNvPr>
          <p:cNvSpPr>
            <a:spLocks noChangeArrowheads="1"/>
          </p:cNvSpPr>
          <p:nvPr userDrawn="1"/>
        </p:nvSpPr>
        <p:spPr bwMode="auto">
          <a:xfrm flipH="1">
            <a:off x="666726" y="615312"/>
            <a:ext cx="4268465" cy="734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eaLnBrk="0" hangingPunct="0">
              <a:lnSpc>
                <a:spcPts val="2998"/>
              </a:lnSpc>
              <a:spcAft>
                <a:spcPct val="0"/>
              </a:spcAft>
              <a:defRPr/>
            </a:pPr>
            <a:r>
              <a:rPr lang="en-IN" altLang="en-US" sz="2798" b="1" kern="0" spc="-80">
                <a:solidFill>
                  <a:schemeClr val="tx1"/>
                </a:solidFill>
                <a:cs typeface="Segoe UI" panose="020B0502040204020203" pitchFamily="34" charset="0"/>
              </a:rPr>
              <a:t>Energy Market Authority</a:t>
            </a:r>
          </a:p>
          <a:p>
            <a:pPr eaLnBrk="0" hangingPunct="0">
              <a:lnSpc>
                <a:spcPts val="2998"/>
              </a:lnSpc>
              <a:spcAft>
                <a:spcPct val="0"/>
              </a:spcAft>
              <a:defRPr/>
            </a:pPr>
            <a:r>
              <a:rPr lang="en-IN" altLang="en-US" sz="1798" kern="0" spc="-80">
                <a:solidFill>
                  <a:schemeClr val="tx1"/>
                </a:solidFill>
                <a:cs typeface="Segoe UI" panose="020B0502040204020203" pitchFamily="34" charset="0"/>
              </a:rPr>
              <a:t>Proposal</a:t>
            </a:r>
          </a:p>
        </p:txBody>
      </p:sp>
    </p:spTree>
    <p:extLst>
      <p:ext uri="{BB962C8B-B14F-4D97-AF65-F5344CB8AC3E}">
        <p14:creationId xmlns:p14="http://schemas.microsoft.com/office/powerpoint/2010/main" val="322292278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Divider Slide">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02363B10-3467-165A-1C0C-1506CBF82FC6}"/>
              </a:ext>
            </a:extLst>
          </p:cNvPr>
          <p:cNvSpPr/>
          <p:nvPr userDrawn="1"/>
        </p:nvSpPr>
        <p:spPr>
          <a:xfrm>
            <a:off x="0" y="1"/>
            <a:ext cx="12192000" cy="6858000"/>
          </a:xfrm>
          <a:prstGeom prst="rect">
            <a:avLst/>
          </a:prstGeom>
          <a:solidFill>
            <a:srgbClr val="042546"/>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ctr"/>
            <a:endParaRPr lang="en-IN" sz="1198">
              <a:solidFill>
                <a:schemeClr val="tx1"/>
              </a:solidFill>
            </a:endParaRPr>
          </a:p>
        </p:txBody>
      </p:sp>
      <p:pic>
        <p:nvPicPr>
          <p:cNvPr id="58" name="Graphic 57">
            <a:extLst>
              <a:ext uri="{FF2B5EF4-FFF2-40B4-BE49-F238E27FC236}">
                <a16:creationId xmlns:a16="http://schemas.microsoft.com/office/drawing/2014/main" id="{AD44A0C2-D2F0-5913-D8A7-21B398576D6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44970" t="35375"/>
          <a:stretch>
            <a:fillRect/>
          </a:stretch>
        </p:blipFill>
        <p:spPr>
          <a:xfrm flipH="1">
            <a:off x="5303116" y="0"/>
            <a:ext cx="6888884" cy="6878642"/>
          </a:xfrm>
          <a:custGeom>
            <a:avLst/>
            <a:gdLst>
              <a:gd name="connsiteX0" fmla="*/ 6892472 w 6892472"/>
              <a:gd name="connsiteY0" fmla="*/ 0 h 6878642"/>
              <a:gd name="connsiteX1" fmla="*/ 0 w 6892472"/>
              <a:gd name="connsiteY1" fmla="*/ 0 h 6878642"/>
              <a:gd name="connsiteX2" fmla="*/ 0 w 6892472"/>
              <a:gd name="connsiteY2" fmla="*/ 6878642 h 6878642"/>
              <a:gd name="connsiteX3" fmla="*/ 6892472 w 6892472"/>
              <a:gd name="connsiteY3" fmla="*/ 6878642 h 6878642"/>
            </a:gdLst>
            <a:ahLst/>
            <a:cxnLst>
              <a:cxn ang="0">
                <a:pos x="connsiteX0" y="connsiteY0"/>
              </a:cxn>
              <a:cxn ang="0">
                <a:pos x="connsiteX1" y="connsiteY1"/>
              </a:cxn>
              <a:cxn ang="0">
                <a:pos x="connsiteX2" y="connsiteY2"/>
              </a:cxn>
              <a:cxn ang="0">
                <a:pos x="connsiteX3" y="connsiteY3"/>
              </a:cxn>
            </a:cxnLst>
            <a:rect l="l" t="t" r="r" b="b"/>
            <a:pathLst>
              <a:path w="6892472" h="6878642">
                <a:moveTo>
                  <a:pt x="6892472" y="0"/>
                </a:moveTo>
                <a:lnTo>
                  <a:pt x="0" y="0"/>
                </a:lnTo>
                <a:lnTo>
                  <a:pt x="0" y="6878642"/>
                </a:lnTo>
                <a:lnTo>
                  <a:pt x="6892472" y="6878642"/>
                </a:lnTo>
                <a:close/>
              </a:path>
            </a:pathLst>
          </a:custGeom>
        </p:spPr>
      </p:pic>
      <p:grpSp>
        <p:nvGrpSpPr>
          <p:cNvPr id="59" name="Group 58">
            <a:extLst>
              <a:ext uri="{FF2B5EF4-FFF2-40B4-BE49-F238E27FC236}">
                <a16:creationId xmlns:a16="http://schemas.microsoft.com/office/drawing/2014/main" id="{E2AB376B-7C38-7269-48AF-F5EDE8968909}"/>
              </a:ext>
            </a:extLst>
          </p:cNvPr>
          <p:cNvGrpSpPr/>
          <p:nvPr userDrawn="1"/>
        </p:nvGrpSpPr>
        <p:grpSpPr>
          <a:xfrm>
            <a:off x="2293202" y="4181015"/>
            <a:ext cx="2265540" cy="2165654"/>
            <a:chOff x="1453698" y="3767477"/>
            <a:chExt cx="747713" cy="714375"/>
          </a:xfrm>
          <a:solidFill>
            <a:srgbClr val="FFFFFF">
              <a:alpha val="10000"/>
            </a:srgbClr>
          </a:solidFill>
        </p:grpSpPr>
        <p:sp>
          <p:nvSpPr>
            <p:cNvPr id="60" name="Freeform 6">
              <a:extLst>
                <a:ext uri="{FF2B5EF4-FFF2-40B4-BE49-F238E27FC236}">
                  <a16:creationId xmlns:a16="http://schemas.microsoft.com/office/drawing/2014/main" id="{BC83AEAD-90F6-28C4-4427-FA0C6CF842DC}"/>
                </a:ext>
              </a:extLst>
            </p:cNvPr>
            <p:cNvSpPr>
              <a:spLocks/>
            </p:cNvSpPr>
            <p:nvPr/>
          </p:nvSpPr>
          <p:spPr bwMode="auto">
            <a:xfrm>
              <a:off x="1453698" y="3840502"/>
              <a:ext cx="747713" cy="641350"/>
            </a:xfrm>
            <a:custGeom>
              <a:avLst/>
              <a:gdLst>
                <a:gd name="T0" fmla="*/ 2 w 1468"/>
                <a:gd name="T1" fmla="*/ 1239 h 1255"/>
                <a:gd name="T2" fmla="*/ 47 w 1468"/>
                <a:gd name="T3" fmla="*/ 1086 h 1255"/>
                <a:gd name="T4" fmla="*/ 317 w 1468"/>
                <a:gd name="T5" fmla="*/ 614 h 1255"/>
                <a:gd name="T6" fmla="*/ 570 w 1468"/>
                <a:gd name="T7" fmla="*/ 325 h 1255"/>
                <a:gd name="T8" fmla="*/ 596 w 1468"/>
                <a:gd name="T9" fmla="*/ 303 h 1255"/>
                <a:gd name="T10" fmla="*/ 611 w 1468"/>
                <a:gd name="T11" fmla="*/ 300 h 1255"/>
                <a:gd name="T12" fmla="*/ 608 w 1468"/>
                <a:gd name="T13" fmla="*/ 314 h 1255"/>
                <a:gd name="T14" fmla="*/ 542 w 1468"/>
                <a:gd name="T15" fmla="*/ 428 h 1255"/>
                <a:gd name="T16" fmla="*/ 526 w 1468"/>
                <a:gd name="T17" fmla="*/ 469 h 1255"/>
                <a:gd name="T18" fmla="*/ 530 w 1468"/>
                <a:gd name="T19" fmla="*/ 491 h 1255"/>
                <a:gd name="T20" fmla="*/ 553 w 1468"/>
                <a:gd name="T21" fmla="*/ 491 h 1255"/>
                <a:gd name="T22" fmla="*/ 599 w 1468"/>
                <a:gd name="T23" fmla="*/ 460 h 1255"/>
                <a:gd name="T24" fmla="*/ 861 w 1468"/>
                <a:gd name="T25" fmla="*/ 270 h 1255"/>
                <a:gd name="T26" fmla="*/ 1198 w 1468"/>
                <a:gd name="T27" fmla="*/ 93 h 1255"/>
                <a:gd name="T28" fmla="*/ 1426 w 1468"/>
                <a:gd name="T29" fmla="*/ 8 h 1255"/>
                <a:gd name="T30" fmla="*/ 1447 w 1468"/>
                <a:gd name="T31" fmla="*/ 4 h 1255"/>
                <a:gd name="T32" fmla="*/ 1465 w 1468"/>
                <a:gd name="T33" fmla="*/ 9 h 1255"/>
                <a:gd name="T34" fmla="*/ 1453 w 1468"/>
                <a:gd name="T35" fmla="*/ 25 h 1255"/>
                <a:gd name="T36" fmla="*/ 1402 w 1468"/>
                <a:gd name="T37" fmla="*/ 51 h 1255"/>
                <a:gd name="T38" fmla="*/ 878 w 1468"/>
                <a:gd name="T39" fmla="*/ 368 h 1255"/>
                <a:gd name="T40" fmla="*/ 302 w 1468"/>
                <a:gd name="T41" fmla="*/ 881 h 1255"/>
                <a:gd name="T42" fmla="*/ 74 w 1468"/>
                <a:gd name="T43" fmla="*/ 1171 h 1255"/>
                <a:gd name="T44" fmla="*/ 19 w 1468"/>
                <a:gd name="T45" fmla="*/ 1247 h 1255"/>
                <a:gd name="T46" fmla="*/ 5 w 1468"/>
                <a:gd name="T47" fmla="*/ 1253 h 1255"/>
                <a:gd name="T48" fmla="*/ 2 w 1468"/>
                <a:gd name="T49" fmla="*/ 1239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68" h="1255">
                  <a:moveTo>
                    <a:pt x="2" y="1239"/>
                  </a:moveTo>
                  <a:cubicBezTo>
                    <a:pt x="12" y="1188"/>
                    <a:pt x="28" y="1137"/>
                    <a:pt x="47" y="1086"/>
                  </a:cubicBezTo>
                  <a:cubicBezTo>
                    <a:pt x="112" y="914"/>
                    <a:pt x="208" y="761"/>
                    <a:pt x="317" y="614"/>
                  </a:cubicBezTo>
                  <a:cubicBezTo>
                    <a:pt x="394" y="511"/>
                    <a:pt x="478" y="415"/>
                    <a:pt x="570" y="325"/>
                  </a:cubicBezTo>
                  <a:cubicBezTo>
                    <a:pt x="578" y="317"/>
                    <a:pt x="587" y="310"/>
                    <a:pt x="596" y="303"/>
                  </a:cubicBezTo>
                  <a:cubicBezTo>
                    <a:pt x="600" y="299"/>
                    <a:pt x="606" y="294"/>
                    <a:pt x="611" y="300"/>
                  </a:cubicBezTo>
                  <a:cubicBezTo>
                    <a:pt x="616" y="305"/>
                    <a:pt x="611" y="310"/>
                    <a:pt x="608" y="314"/>
                  </a:cubicBezTo>
                  <a:cubicBezTo>
                    <a:pt x="587" y="353"/>
                    <a:pt x="561" y="388"/>
                    <a:pt x="542" y="428"/>
                  </a:cubicBezTo>
                  <a:cubicBezTo>
                    <a:pt x="536" y="441"/>
                    <a:pt x="530" y="455"/>
                    <a:pt x="526" y="469"/>
                  </a:cubicBezTo>
                  <a:cubicBezTo>
                    <a:pt x="524" y="477"/>
                    <a:pt x="523" y="485"/>
                    <a:pt x="530" y="491"/>
                  </a:cubicBezTo>
                  <a:cubicBezTo>
                    <a:pt x="538" y="498"/>
                    <a:pt x="546" y="494"/>
                    <a:pt x="553" y="491"/>
                  </a:cubicBezTo>
                  <a:cubicBezTo>
                    <a:pt x="570" y="484"/>
                    <a:pt x="585" y="472"/>
                    <a:pt x="599" y="460"/>
                  </a:cubicBezTo>
                  <a:cubicBezTo>
                    <a:pt x="683" y="392"/>
                    <a:pt x="770" y="329"/>
                    <a:pt x="861" y="270"/>
                  </a:cubicBezTo>
                  <a:cubicBezTo>
                    <a:pt x="968" y="202"/>
                    <a:pt x="1081" y="143"/>
                    <a:pt x="1198" y="93"/>
                  </a:cubicBezTo>
                  <a:cubicBezTo>
                    <a:pt x="1272" y="60"/>
                    <a:pt x="1349" y="34"/>
                    <a:pt x="1426" y="8"/>
                  </a:cubicBezTo>
                  <a:cubicBezTo>
                    <a:pt x="1433" y="6"/>
                    <a:pt x="1440" y="5"/>
                    <a:pt x="1447" y="4"/>
                  </a:cubicBezTo>
                  <a:cubicBezTo>
                    <a:pt x="1454" y="3"/>
                    <a:pt x="1462" y="0"/>
                    <a:pt x="1465" y="9"/>
                  </a:cubicBezTo>
                  <a:cubicBezTo>
                    <a:pt x="1468" y="18"/>
                    <a:pt x="1459" y="21"/>
                    <a:pt x="1453" y="25"/>
                  </a:cubicBezTo>
                  <a:cubicBezTo>
                    <a:pt x="1436" y="34"/>
                    <a:pt x="1419" y="42"/>
                    <a:pt x="1402" y="51"/>
                  </a:cubicBezTo>
                  <a:cubicBezTo>
                    <a:pt x="1218" y="141"/>
                    <a:pt x="1044" y="249"/>
                    <a:pt x="878" y="368"/>
                  </a:cubicBezTo>
                  <a:cubicBezTo>
                    <a:pt x="669" y="520"/>
                    <a:pt x="476" y="690"/>
                    <a:pt x="302" y="881"/>
                  </a:cubicBezTo>
                  <a:cubicBezTo>
                    <a:pt x="220" y="972"/>
                    <a:pt x="143" y="1069"/>
                    <a:pt x="74" y="1171"/>
                  </a:cubicBezTo>
                  <a:cubicBezTo>
                    <a:pt x="56" y="1197"/>
                    <a:pt x="37" y="1221"/>
                    <a:pt x="19" y="1247"/>
                  </a:cubicBezTo>
                  <a:cubicBezTo>
                    <a:pt x="15" y="1251"/>
                    <a:pt x="12" y="1255"/>
                    <a:pt x="5" y="1253"/>
                  </a:cubicBezTo>
                  <a:cubicBezTo>
                    <a:pt x="0" y="1251"/>
                    <a:pt x="1" y="1245"/>
                    <a:pt x="2" y="12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3486" eaLnBrk="1" fontAlgn="base" latinLnBrk="0" hangingPunct="1">
                <a:lnSpc>
                  <a:spcPct val="100000"/>
                </a:lnSpc>
                <a:spcBef>
                  <a:spcPct val="0"/>
                </a:spcBef>
                <a:spcAft>
                  <a:spcPct val="50000"/>
                </a:spcAft>
                <a:buClr>
                  <a:srgbClr val="FFE600"/>
                </a:buClr>
                <a:buSzPct val="80000"/>
                <a:buFont typeface="Arial" charset="0"/>
                <a:buNone/>
                <a:tabLst/>
                <a:defRPr/>
              </a:pPr>
              <a:endParaRPr kumimoji="0" lang="en-IN" sz="900" b="0" i="0" u="none" strike="noStrike" kern="0" cap="none" spc="0" normalizeH="0" baseline="0" noProof="0">
                <a:ln>
                  <a:noFill/>
                </a:ln>
                <a:solidFill>
                  <a:srgbClr val="333333"/>
                </a:solidFill>
                <a:effectLst/>
                <a:uLnTx/>
                <a:uFillTx/>
              </a:endParaRPr>
            </a:p>
          </p:txBody>
        </p:sp>
        <p:sp>
          <p:nvSpPr>
            <p:cNvPr id="61" name="Freeform 7">
              <a:extLst>
                <a:ext uri="{FF2B5EF4-FFF2-40B4-BE49-F238E27FC236}">
                  <a16:creationId xmlns:a16="http://schemas.microsoft.com/office/drawing/2014/main" id="{92912E59-0F5D-4B5D-EDA9-00021B41C773}"/>
                </a:ext>
              </a:extLst>
            </p:cNvPr>
            <p:cNvSpPr>
              <a:spLocks/>
            </p:cNvSpPr>
            <p:nvPr/>
          </p:nvSpPr>
          <p:spPr bwMode="auto">
            <a:xfrm>
              <a:off x="1512436" y="3799227"/>
              <a:ext cx="608013" cy="374650"/>
            </a:xfrm>
            <a:custGeom>
              <a:avLst/>
              <a:gdLst>
                <a:gd name="T0" fmla="*/ 1192 w 1192"/>
                <a:gd name="T1" fmla="*/ 15 h 736"/>
                <a:gd name="T2" fmla="*/ 1173 w 1192"/>
                <a:gd name="T3" fmla="*/ 32 h 736"/>
                <a:gd name="T4" fmla="*/ 1038 w 1192"/>
                <a:gd name="T5" fmla="*/ 92 h 736"/>
                <a:gd name="T6" fmla="*/ 581 w 1192"/>
                <a:gd name="T7" fmla="*/ 403 h 736"/>
                <a:gd name="T8" fmla="*/ 514 w 1192"/>
                <a:gd name="T9" fmla="*/ 467 h 736"/>
                <a:gd name="T10" fmla="*/ 496 w 1192"/>
                <a:gd name="T11" fmla="*/ 474 h 736"/>
                <a:gd name="T12" fmla="*/ 499 w 1192"/>
                <a:gd name="T13" fmla="*/ 455 h 736"/>
                <a:gd name="T14" fmla="*/ 573 w 1192"/>
                <a:gd name="T15" fmla="*/ 329 h 736"/>
                <a:gd name="T16" fmla="*/ 585 w 1192"/>
                <a:gd name="T17" fmla="*/ 300 h 736"/>
                <a:gd name="T18" fmla="*/ 582 w 1192"/>
                <a:gd name="T19" fmla="*/ 280 h 736"/>
                <a:gd name="T20" fmla="*/ 564 w 1192"/>
                <a:gd name="T21" fmla="*/ 279 h 736"/>
                <a:gd name="T22" fmla="*/ 488 w 1192"/>
                <a:gd name="T23" fmla="*/ 320 h 736"/>
                <a:gd name="T24" fmla="*/ 278 w 1192"/>
                <a:gd name="T25" fmla="*/ 479 h 736"/>
                <a:gd name="T26" fmla="*/ 30 w 1192"/>
                <a:gd name="T27" fmla="*/ 719 h 736"/>
                <a:gd name="T28" fmla="*/ 22 w 1192"/>
                <a:gd name="T29" fmla="*/ 727 h 736"/>
                <a:gd name="T30" fmla="*/ 6 w 1192"/>
                <a:gd name="T31" fmla="*/ 732 h 736"/>
                <a:gd name="T32" fmla="*/ 7 w 1192"/>
                <a:gd name="T33" fmla="*/ 715 h 736"/>
                <a:gd name="T34" fmla="*/ 60 w 1192"/>
                <a:gd name="T35" fmla="*/ 638 h 736"/>
                <a:gd name="T36" fmla="*/ 238 w 1192"/>
                <a:gd name="T37" fmla="*/ 436 h 736"/>
                <a:gd name="T38" fmla="*/ 645 w 1192"/>
                <a:gd name="T39" fmla="*/ 144 h 736"/>
                <a:gd name="T40" fmla="*/ 1043 w 1192"/>
                <a:gd name="T41" fmla="*/ 12 h 736"/>
                <a:gd name="T42" fmla="*/ 1170 w 1192"/>
                <a:gd name="T43" fmla="*/ 3 h 736"/>
                <a:gd name="T44" fmla="*/ 1192 w 1192"/>
                <a:gd name="T45" fmla="*/ 15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92" h="736">
                  <a:moveTo>
                    <a:pt x="1192" y="15"/>
                  </a:moveTo>
                  <a:cubicBezTo>
                    <a:pt x="1189" y="26"/>
                    <a:pt x="1180" y="29"/>
                    <a:pt x="1173" y="32"/>
                  </a:cubicBezTo>
                  <a:cubicBezTo>
                    <a:pt x="1127" y="51"/>
                    <a:pt x="1082" y="70"/>
                    <a:pt x="1038" y="92"/>
                  </a:cubicBezTo>
                  <a:cubicBezTo>
                    <a:pt x="871" y="175"/>
                    <a:pt x="718" y="278"/>
                    <a:pt x="581" y="403"/>
                  </a:cubicBezTo>
                  <a:cubicBezTo>
                    <a:pt x="558" y="424"/>
                    <a:pt x="536" y="445"/>
                    <a:pt x="514" y="467"/>
                  </a:cubicBezTo>
                  <a:cubicBezTo>
                    <a:pt x="509" y="471"/>
                    <a:pt x="504" y="480"/>
                    <a:pt x="496" y="474"/>
                  </a:cubicBezTo>
                  <a:cubicBezTo>
                    <a:pt x="488" y="468"/>
                    <a:pt x="495" y="461"/>
                    <a:pt x="499" y="455"/>
                  </a:cubicBezTo>
                  <a:cubicBezTo>
                    <a:pt x="525" y="414"/>
                    <a:pt x="552" y="374"/>
                    <a:pt x="573" y="329"/>
                  </a:cubicBezTo>
                  <a:cubicBezTo>
                    <a:pt x="577" y="320"/>
                    <a:pt x="581" y="310"/>
                    <a:pt x="585" y="300"/>
                  </a:cubicBezTo>
                  <a:cubicBezTo>
                    <a:pt x="587" y="293"/>
                    <a:pt x="589" y="285"/>
                    <a:pt x="582" y="280"/>
                  </a:cubicBezTo>
                  <a:cubicBezTo>
                    <a:pt x="577" y="274"/>
                    <a:pt x="570" y="277"/>
                    <a:pt x="564" y="279"/>
                  </a:cubicBezTo>
                  <a:cubicBezTo>
                    <a:pt x="536" y="288"/>
                    <a:pt x="512" y="304"/>
                    <a:pt x="488" y="320"/>
                  </a:cubicBezTo>
                  <a:cubicBezTo>
                    <a:pt x="414" y="367"/>
                    <a:pt x="345" y="421"/>
                    <a:pt x="278" y="479"/>
                  </a:cubicBezTo>
                  <a:cubicBezTo>
                    <a:pt x="191" y="554"/>
                    <a:pt x="108" y="633"/>
                    <a:pt x="30" y="719"/>
                  </a:cubicBezTo>
                  <a:cubicBezTo>
                    <a:pt x="28" y="722"/>
                    <a:pt x="25" y="724"/>
                    <a:pt x="22" y="727"/>
                  </a:cubicBezTo>
                  <a:cubicBezTo>
                    <a:pt x="18" y="731"/>
                    <a:pt x="13" y="736"/>
                    <a:pt x="6" y="732"/>
                  </a:cubicBezTo>
                  <a:cubicBezTo>
                    <a:pt x="0" y="727"/>
                    <a:pt x="4" y="720"/>
                    <a:pt x="7" y="715"/>
                  </a:cubicBezTo>
                  <a:cubicBezTo>
                    <a:pt x="24" y="689"/>
                    <a:pt x="41" y="663"/>
                    <a:pt x="60" y="638"/>
                  </a:cubicBezTo>
                  <a:cubicBezTo>
                    <a:pt x="113" y="566"/>
                    <a:pt x="173" y="498"/>
                    <a:pt x="238" y="436"/>
                  </a:cubicBezTo>
                  <a:cubicBezTo>
                    <a:pt x="359" y="319"/>
                    <a:pt x="491" y="215"/>
                    <a:pt x="645" y="144"/>
                  </a:cubicBezTo>
                  <a:cubicBezTo>
                    <a:pt x="772" y="85"/>
                    <a:pt x="905" y="38"/>
                    <a:pt x="1043" y="12"/>
                  </a:cubicBezTo>
                  <a:cubicBezTo>
                    <a:pt x="1085" y="5"/>
                    <a:pt x="1128" y="0"/>
                    <a:pt x="1170" y="3"/>
                  </a:cubicBezTo>
                  <a:cubicBezTo>
                    <a:pt x="1180" y="3"/>
                    <a:pt x="1189" y="4"/>
                    <a:pt x="1192"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3486" eaLnBrk="1" fontAlgn="base" latinLnBrk="0" hangingPunct="1">
                <a:lnSpc>
                  <a:spcPct val="100000"/>
                </a:lnSpc>
                <a:spcBef>
                  <a:spcPct val="0"/>
                </a:spcBef>
                <a:spcAft>
                  <a:spcPct val="50000"/>
                </a:spcAft>
                <a:buClr>
                  <a:srgbClr val="FFE600"/>
                </a:buClr>
                <a:buSzPct val="80000"/>
                <a:buFont typeface="Arial" charset="0"/>
                <a:buNone/>
                <a:tabLst/>
                <a:defRPr/>
              </a:pPr>
              <a:endParaRPr kumimoji="0" lang="en-IN" sz="900" b="0" i="0" u="none" strike="noStrike" kern="0" cap="none" spc="0" normalizeH="0" baseline="0" noProof="0">
                <a:ln>
                  <a:noFill/>
                </a:ln>
                <a:solidFill>
                  <a:srgbClr val="333333"/>
                </a:solidFill>
                <a:effectLst/>
                <a:uLnTx/>
                <a:uFillTx/>
              </a:endParaRPr>
            </a:p>
          </p:txBody>
        </p:sp>
        <p:sp>
          <p:nvSpPr>
            <p:cNvPr id="62" name="Freeform 9">
              <a:extLst>
                <a:ext uri="{FF2B5EF4-FFF2-40B4-BE49-F238E27FC236}">
                  <a16:creationId xmlns:a16="http://schemas.microsoft.com/office/drawing/2014/main" id="{67AF5100-652A-5522-F53A-3B5094377BD5}"/>
                </a:ext>
              </a:extLst>
            </p:cNvPr>
            <p:cNvSpPr>
              <a:spLocks/>
            </p:cNvSpPr>
            <p:nvPr/>
          </p:nvSpPr>
          <p:spPr bwMode="auto">
            <a:xfrm>
              <a:off x="1680711" y="3767477"/>
              <a:ext cx="312738" cy="149225"/>
            </a:xfrm>
            <a:custGeom>
              <a:avLst/>
              <a:gdLst>
                <a:gd name="T0" fmla="*/ 519 w 614"/>
                <a:gd name="T1" fmla="*/ 1 h 294"/>
                <a:gd name="T2" fmla="*/ 602 w 614"/>
                <a:gd name="T3" fmla="*/ 14 h 294"/>
                <a:gd name="T4" fmla="*/ 614 w 614"/>
                <a:gd name="T5" fmla="*/ 22 h 294"/>
                <a:gd name="T6" fmla="*/ 601 w 614"/>
                <a:gd name="T7" fmla="*/ 33 h 294"/>
                <a:gd name="T8" fmla="*/ 358 w 614"/>
                <a:gd name="T9" fmla="*/ 115 h 294"/>
                <a:gd name="T10" fmla="*/ 21 w 614"/>
                <a:gd name="T11" fmla="*/ 284 h 294"/>
                <a:gd name="T12" fmla="*/ 5 w 614"/>
                <a:gd name="T13" fmla="*/ 288 h 294"/>
                <a:gd name="T14" fmla="*/ 11 w 614"/>
                <a:gd name="T15" fmla="*/ 271 h 294"/>
                <a:gd name="T16" fmla="*/ 196 w 614"/>
                <a:gd name="T17" fmla="*/ 123 h 294"/>
                <a:gd name="T18" fmla="*/ 440 w 614"/>
                <a:gd name="T19" fmla="*/ 12 h 294"/>
                <a:gd name="T20" fmla="*/ 519 w 614"/>
                <a:gd name="T21" fmla="*/ 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4" h="294">
                  <a:moveTo>
                    <a:pt x="519" y="1"/>
                  </a:moveTo>
                  <a:cubicBezTo>
                    <a:pt x="547" y="0"/>
                    <a:pt x="574" y="8"/>
                    <a:pt x="602" y="14"/>
                  </a:cubicBezTo>
                  <a:cubicBezTo>
                    <a:pt x="607" y="15"/>
                    <a:pt x="613" y="15"/>
                    <a:pt x="614" y="22"/>
                  </a:cubicBezTo>
                  <a:cubicBezTo>
                    <a:pt x="614" y="30"/>
                    <a:pt x="607" y="31"/>
                    <a:pt x="601" y="33"/>
                  </a:cubicBezTo>
                  <a:cubicBezTo>
                    <a:pt x="517" y="51"/>
                    <a:pt x="437" y="82"/>
                    <a:pt x="358" y="115"/>
                  </a:cubicBezTo>
                  <a:cubicBezTo>
                    <a:pt x="242" y="164"/>
                    <a:pt x="130" y="221"/>
                    <a:pt x="21" y="284"/>
                  </a:cubicBezTo>
                  <a:cubicBezTo>
                    <a:pt x="16" y="287"/>
                    <a:pt x="10" y="294"/>
                    <a:pt x="5" y="288"/>
                  </a:cubicBezTo>
                  <a:cubicBezTo>
                    <a:pt x="0" y="281"/>
                    <a:pt x="7" y="276"/>
                    <a:pt x="11" y="271"/>
                  </a:cubicBezTo>
                  <a:cubicBezTo>
                    <a:pt x="66" y="213"/>
                    <a:pt x="129" y="166"/>
                    <a:pt x="196" y="123"/>
                  </a:cubicBezTo>
                  <a:cubicBezTo>
                    <a:pt x="272" y="74"/>
                    <a:pt x="351" y="32"/>
                    <a:pt x="440" y="12"/>
                  </a:cubicBezTo>
                  <a:cubicBezTo>
                    <a:pt x="466" y="6"/>
                    <a:pt x="492" y="0"/>
                    <a:pt x="519" y="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3486" eaLnBrk="1" fontAlgn="base" latinLnBrk="0" hangingPunct="1">
                <a:lnSpc>
                  <a:spcPct val="100000"/>
                </a:lnSpc>
                <a:spcBef>
                  <a:spcPct val="0"/>
                </a:spcBef>
                <a:spcAft>
                  <a:spcPct val="50000"/>
                </a:spcAft>
                <a:buClr>
                  <a:srgbClr val="FFE600"/>
                </a:buClr>
                <a:buSzPct val="80000"/>
                <a:buFont typeface="Arial" charset="0"/>
                <a:buNone/>
                <a:tabLst/>
                <a:defRPr/>
              </a:pPr>
              <a:endParaRPr kumimoji="0" lang="en-IN" sz="900" b="0" i="0" u="none" strike="noStrike" kern="0" cap="none" spc="0" normalizeH="0" baseline="0" noProof="0">
                <a:ln>
                  <a:noFill/>
                </a:ln>
                <a:solidFill>
                  <a:srgbClr val="333333"/>
                </a:solidFill>
                <a:effectLst/>
                <a:uLnTx/>
                <a:uFillTx/>
              </a:endParaRPr>
            </a:p>
          </p:txBody>
        </p:sp>
      </p:grpSp>
      <p:sp>
        <p:nvSpPr>
          <p:cNvPr id="67" name="Rectangle 13">
            <a:extLst>
              <a:ext uri="{FF2B5EF4-FFF2-40B4-BE49-F238E27FC236}">
                <a16:creationId xmlns:a16="http://schemas.microsoft.com/office/drawing/2014/main" id="{2399EF80-BE6B-6E9D-6B94-FBD596EA33A6}"/>
              </a:ext>
            </a:extLst>
          </p:cNvPr>
          <p:cNvSpPr>
            <a:spLocks noChangeArrowheads="1"/>
          </p:cNvSpPr>
          <p:nvPr userDrawn="1"/>
        </p:nvSpPr>
        <p:spPr bwMode="auto">
          <a:xfrm flipH="1">
            <a:off x="666726" y="615312"/>
            <a:ext cx="4268465" cy="734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eaLnBrk="0" hangingPunct="0">
              <a:lnSpc>
                <a:spcPts val="2998"/>
              </a:lnSpc>
              <a:spcAft>
                <a:spcPct val="0"/>
              </a:spcAft>
              <a:defRPr/>
            </a:pPr>
            <a:r>
              <a:rPr lang="en-IN" altLang="en-US" sz="2798" b="1" kern="0" spc="-80">
                <a:solidFill>
                  <a:srgbClr val="02459E"/>
                </a:solidFill>
                <a:cs typeface="Segoe UI" panose="020B0502040204020203" pitchFamily="34" charset="0"/>
              </a:rPr>
              <a:t>Energy Market Authority</a:t>
            </a:r>
          </a:p>
          <a:p>
            <a:pPr eaLnBrk="0" hangingPunct="0">
              <a:lnSpc>
                <a:spcPts val="2998"/>
              </a:lnSpc>
              <a:spcAft>
                <a:spcPct val="0"/>
              </a:spcAft>
              <a:defRPr/>
            </a:pPr>
            <a:r>
              <a:rPr lang="en-IN" altLang="en-US" sz="1798" kern="0" spc="-80">
                <a:solidFill>
                  <a:srgbClr val="2E2E38">
                    <a:lumMod val="60000"/>
                    <a:lumOff val="40000"/>
                  </a:srgbClr>
                </a:solidFill>
                <a:cs typeface="Segoe UI" panose="020B0502040204020203" pitchFamily="34" charset="0"/>
              </a:rPr>
              <a:t>Proposal</a:t>
            </a:r>
          </a:p>
        </p:txBody>
      </p:sp>
    </p:spTree>
    <p:extLst>
      <p:ext uri="{BB962C8B-B14F-4D97-AF65-F5344CB8AC3E}">
        <p14:creationId xmlns:p14="http://schemas.microsoft.com/office/powerpoint/2010/main" val="19768419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371445-9A73-BFE0-FDC0-20DE5AF1D01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566364" y="0"/>
            <a:ext cx="2549437" cy="1041400"/>
          </a:xfrm>
          <a:prstGeom prst="rect">
            <a:avLst/>
          </a:prstGeom>
        </p:spPr>
      </p:pic>
      <p:sp>
        <p:nvSpPr>
          <p:cNvPr id="5" name="Rectangle 4">
            <a:extLst>
              <a:ext uri="{FF2B5EF4-FFF2-40B4-BE49-F238E27FC236}">
                <a16:creationId xmlns:a16="http://schemas.microsoft.com/office/drawing/2014/main" id="{93B28E7A-E85D-3311-2417-0C632047BDEB}"/>
              </a:ext>
            </a:extLst>
          </p:cNvPr>
          <p:cNvSpPr>
            <a:spLocks/>
          </p:cNvSpPr>
          <p:nvPr userDrawn="1"/>
        </p:nvSpPr>
        <p:spPr>
          <a:xfrm>
            <a:off x="2" y="1"/>
            <a:ext cx="12039600" cy="1041400"/>
          </a:xfrm>
          <a:prstGeom prst="rect">
            <a:avLst/>
          </a:prstGeom>
          <a:gradFill>
            <a:gsLst>
              <a:gs pos="79000">
                <a:srgbClr val="042546"/>
              </a:gs>
              <a:gs pos="0">
                <a:srgbClr val="042546"/>
              </a:gs>
              <a:gs pos="100000">
                <a:srgbClr val="042546">
                  <a:alpha val="0"/>
                </a:srgbClr>
              </a:gs>
            </a:gsLst>
            <a:lin ang="0" scaled="1"/>
          </a:gradFill>
          <a:ln w="9525" cap="flat" cmpd="sng" algn="ctr">
            <a:noFill/>
            <a:prstDash val="solid"/>
          </a:ln>
          <a:effectLst/>
        </p:spPr>
        <p:txBody>
          <a:bodyPr rtlCol="0" anchor="t" anchorCtr="0"/>
          <a:lstStyle/>
          <a:p>
            <a:pPr marL="0" marR="0" lvl="0" indent="0" algn="ctr" defTabSz="913486" eaLnBrk="1" fontAlgn="auto" latinLnBrk="0" hangingPunct="1">
              <a:lnSpc>
                <a:spcPct val="100000"/>
              </a:lnSpc>
              <a:spcBef>
                <a:spcPts val="0"/>
              </a:spcBef>
              <a:spcAft>
                <a:spcPts val="0"/>
              </a:spcAft>
              <a:buClrTx/>
              <a:buSzTx/>
              <a:buFontTx/>
              <a:buNone/>
              <a:tabLst/>
              <a:defRPr/>
            </a:pPr>
            <a:endParaRPr kumimoji="0" lang="en-IN" sz="1197" b="0" i="0" u="none" strike="noStrike" kern="0" cap="none" spc="0" normalizeH="0" baseline="0" noProof="0">
              <a:ln>
                <a:noFill/>
              </a:ln>
              <a:solidFill>
                <a:srgbClr val="2E2E38"/>
              </a:solidFill>
              <a:effectLst/>
              <a:uLnTx/>
              <a:uFillTx/>
              <a:latin typeface="EYInterstate Light"/>
              <a:ea typeface="+mn-ea"/>
              <a:cs typeface="+mn-cs"/>
            </a:endParaRPr>
          </a:p>
        </p:txBody>
      </p:sp>
      <p:sp>
        <p:nvSpPr>
          <p:cNvPr id="2" name="Title 1"/>
          <p:cNvSpPr>
            <a:spLocks noGrp="1"/>
          </p:cNvSpPr>
          <p:nvPr>
            <p:ph type="title"/>
          </p:nvPr>
        </p:nvSpPr>
        <p:spPr>
          <a:xfrm>
            <a:off x="609602" y="294200"/>
            <a:ext cx="10972800" cy="590400"/>
          </a:xfrm>
        </p:spPr>
        <p:txBody>
          <a:bodyPr/>
          <a:lstStyle>
            <a:lvl1pPr>
              <a:defRPr sz="2398">
                <a:solidFill>
                  <a:schemeClr val="tx1"/>
                </a:solidFill>
              </a:defRPr>
            </a:lvl1pPr>
          </a:lstStyle>
          <a:p>
            <a:r>
              <a:rPr lang="en-US"/>
              <a:t>Click to edit Master title style</a:t>
            </a:r>
            <a:endParaRPr lang="en-GB"/>
          </a:p>
        </p:txBody>
      </p:sp>
      <p:sp>
        <p:nvSpPr>
          <p:cNvPr id="8" name="Text Placeholder 2">
            <a:extLst>
              <a:ext uri="{FF2B5EF4-FFF2-40B4-BE49-F238E27FC236}">
                <a16:creationId xmlns:a16="http://schemas.microsoft.com/office/drawing/2014/main" id="{90356C28-34FC-48BD-943E-82B485EB0C49}"/>
              </a:ext>
            </a:extLst>
          </p:cNvPr>
          <p:cNvSpPr>
            <a:spLocks noGrp="1"/>
          </p:cNvSpPr>
          <p:nvPr>
            <p:ph idx="1"/>
          </p:nvPr>
        </p:nvSpPr>
        <p:spPr>
          <a:xfrm>
            <a:off x="609602"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reeform: Shape 6">
            <a:extLst>
              <a:ext uri="{FF2B5EF4-FFF2-40B4-BE49-F238E27FC236}">
                <a16:creationId xmlns:a16="http://schemas.microsoft.com/office/drawing/2014/main" id="{BE6DFF3E-520D-B7FE-EA29-1727305D2B64}"/>
              </a:ext>
            </a:extLst>
          </p:cNvPr>
          <p:cNvSpPr/>
          <p:nvPr userDrawn="1"/>
        </p:nvSpPr>
        <p:spPr>
          <a:xfrm rot="5400000">
            <a:off x="-8447" y="302649"/>
            <a:ext cx="296786" cy="279891"/>
          </a:xfrm>
          <a:custGeom>
            <a:avLst/>
            <a:gdLst>
              <a:gd name="connsiteX0" fmla="*/ 0 w 296786"/>
              <a:gd name="connsiteY0" fmla="*/ 280037 h 280037"/>
              <a:gd name="connsiteX1" fmla="*/ 0 w 296786"/>
              <a:gd name="connsiteY1" fmla="*/ 72181 h 280037"/>
              <a:gd name="connsiteX2" fmla="*/ 72181 w 296786"/>
              <a:gd name="connsiteY2" fmla="*/ 0 h 280037"/>
              <a:gd name="connsiteX3" fmla="*/ 224605 w 296786"/>
              <a:gd name="connsiteY3" fmla="*/ 0 h 280037"/>
              <a:gd name="connsiteX4" fmla="*/ 296786 w 296786"/>
              <a:gd name="connsiteY4" fmla="*/ 72181 h 280037"/>
              <a:gd name="connsiteX5" fmla="*/ 296786 w 296786"/>
              <a:gd name="connsiteY5" fmla="*/ 280037 h 28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786" h="280037">
                <a:moveTo>
                  <a:pt x="0" y="280037"/>
                </a:moveTo>
                <a:lnTo>
                  <a:pt x="0" y="72181"/>
                </a:lnTo>
                <a:cubicBezTo>
                  <a:pt x="0" y="32317"/>
                  <a:pt x="32317" y="0"/>
                  <a:pt x="72181" y="0"/>
                </a:cubicBezTo>
                <a:lnTo>
                  <a:pt x="224605" y="0"/>
                </a:lnTo>
                <a:cubicBezTo>
                  <a:pt x="264469" y="0"/>
                  <a:pt x="296786" y="32317"/>
                  <a:pt x="296786" y="72181"/>
                </a:cubicBezTo>
                <a:lnTo>
                  <a:pt x="296786" y="280037"/>
                </a:lnTo>
                <a:close/>
              </a:path>
            </a:pathLst>
          </a:custGeom>
          <a:solidFill>
            <a:srgbClr val="1E3B59"/>
          </a:solidFill>
          <a:ln w="19050">
            <a:noFill/>
            <a:prstDash val="sysDot"/>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lgn="ctr"/>
            <a:endParaRPr lang="en-IN" sz="1198">
              <a:solidFill>
                <a:schemeClr val="tx1"/>
              </a:solidFill>
            </a:endParaRPr>
          </a:p>
        </p:txBody>
      </p:sp>
      <p:sp>
        <p:nvSpPr>
          <p:cNvPr id="10" name="Text Box 4">
            <a:extLst>
              <a:ext uri="{FF2B5EF4-FFF2-40B4-BE49-F238E27FC236}">
                <a16:creationId xmlns:a16="http://schemas.microsoft.com/office/drawing/2014/main" id="{5F816BF0-DC96-E1A0-4D6F-3EC34ED9F7AC}"/>
              </a:ext>
            </a:extLst>
          </p:cNvPr>
          <p:cNvSpPr txBox="1">
            <a:spLocks noChangeArrowheads="1"/>
          </p:cNvSpPr>
          <p:nvPr userDrawn="1"/>
        </p:nvSpPr>
        <p:spPr bwMode="auto">
          <a:xfrm>
            <a:off x="609602" y="120973"/>
            <a:ext cx="4650683" cy="107722"/>
          </a:xfrm>
          <a:prstGeom prst="rect">
            <a:avLst/>
          </a:prstGeom>
          <a:noFill/>
          <a:ln w="12700">
            <a:noFill/>
            <a:miter lim="800000"/>
            <a:headEnd type="none" w="sm" len="sm"/>
            <a:tailEnd type="none" w="sm" len="sm"/>
          </a:ln>
          <a:effectLst/>
        </p:spPr>
        <p:txBody>
          <a:bodyPr wrap="square" lIns="0" tIns="0" rIns="0" bIns="0" anchor="b">
            <a:spAutoFit/>
          </a:bodyPr>
          <a:lstStyle/>
          <a:p>
            <a:pPr defTabSz="993517"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
        <p:nvSpPr>
          <p:cNvPr id="3" name="Text Box 4">
            <a:extLst>
              <a:ext uri="{FF2B5EF4-FFF2-40B4-BE49-F238E27FC236}">
                <a16:creationId xmlns:a16="http://schemas.microsoft.com/office/drawing/2014/main" id="{6820B9E2-E0AD-1D97-CFEB-0E9CE29EA7A9}"/>
              </a:ext>
            </a:extLst>
          </p:cNvPr>
          <p:cNvSpPr txBox="1">
            <a:spLocks noChangeArrowheads="1"/>
          </p:cNvSpPr>
          <p:nvPr userDrawn="1"/>
        </p:nvSpPr>
        <p:spPr bwMode="auto">
          <a:xfrm>
            <a:off x="9142874" y="6509799"/>
            <a:ext cx="1769741" cy="107721"/>
          </a:xfrm>
          <a:prstGeom prst="rect">
            <a:avLst/>
          </a:prstGeom>
          <a:noFill/>
          <a:ln w="12700">
            <a:noFill/>
            <a:miter lim="800000"/>
            <a:headEnd type="none" w="sm" len="sm"/>
            <a:tailEnd type="none" w="sm" len="sm"/>
          </a:ln>
          <a:effectLst/>
        </p:spPr>
        <p:txBody>
          <a:bodyPr wrap="square" lIns="0" tIns="0" rIns="0" bIns="0" anchor="b">
            <a:spAutoFit/>
          </a:bodyPr>
          <a:lstStyle/>
          <a:p>
            <a:pPr defTabSz="993517"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Tree>
    <p:extLst>
      <p:ext uri="{BB962C8B-B14F-4D97-AF65-F5344CB8AC3E}">
        <p14:creationId xmlns:p14="http://schemas.microsoft.com/office/powerpoint/2010/main" val="121005687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Boiler plat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A5033F-6B58-4D17-B6AF-511A209D0DC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C77B58DA-C741-4F1C-9834-41B7C149DAEB}"/>
              </a:ext>
            </a:extLst>
          </p:cNvPr>
          <p:cNvSpPr txBox="1"/>
          <p:nvPr userDrawn="1"/>
        </p:nvSpPr>
        <p:spPr>
          <a:xfrm>
            <a:off x="567500" y="408825"/>
            <a:ext cx="4196826" cy="3414544"/>
          </a:xfrm>
          <a:prstGeom prst="rect">
            <a:avLst/>
          </a:prstGeom>
          <a:noFill/>
        </p:spPr>
        <p:txBody>
          <a:bodyPr wrap="square" lIns="0" tIns="28110" rIns="0" bIns="28110" rtlCol="0">
            <a:spAutoFit/>
          </a:bodyPr>
          <a:lstStyle/>
          <a:p>
            <a:pPr defTabSz="536876" fontAlgn="auto">
              <a:spcBef>
                <a:spcPts val="0"/>
              </a:spcBef>
              <a:spcAft>
                <a:spcPts val="987"/>
              </a:spcAft>
              <a:buClrTx/>
              <a:buSzTx/>
              <a:buFontTx/>
              <a:buNone/>
            </a:pPr>
            <a:r>
              <a:rPr lang="en-IN" sz="907" b="1">
                <a:solidFill>
                  <a:srgbClr val="FFFFFF"/>
                </a:solidFill>
                <a:latin typeface="EYInterstate Light"/>
                <a:cs typeface="Arial" charset="0"/>
              </a:rPr>
              <a:t>EY | Building a better working world</a:t>
            </a:r>
            <a:endParaRPr lang="en-IN" sz="907">
              <a:solidFill>
                <a:srgbClr val="FFFFFF"/>
              </a:solidFill>
              <a:latin typeface="EYInterstate Light"/>
              <a:cs typeface="Arial" charset="0"/>
            </a:endParaRPr>
          </a:p>
          <a:p>
            <a:pPr defTabSz="536876" fontAlgn="auto">
              <a:spcBef>
                <a:spcPts val="272"/>
              </a:spcBef>
              <a:spcAft>
                <a:spcPts val="272"/>
              </a:spcAft>
              <a:buClrTx/>
              <a:buSzTx/>
              <a:buFontTx/>
              <a:buNone/>
            </a:pPr>
            <a:r>
              <a:rPr lang="en-IN" sz="726" b="1">
                <a:solidFill>
                  <a:srgbClr val="FFFFFF"/>
                </a:solidFill>
                <a:latin typeface="EYInterstate Light"/>
                <a:cs typeface="Arial" charset="0"/>
              </a:rPr>
              <a:t>EY exists to build a better working world, helping to create long-term value for clients, people and society and build trust in the capital markets.</a:t>
            </a:r>
          </a:p>
          <a:p>
            <a:pPr defTabSz="536876" fontAlgn="auto">
              <a:spcBef>
                <a:spcPts val="272"/>
              </a:spcBef>
              <a:spcAft>
                <a:spcPts val="272"/>
              </a:spcAft>
              <a:buClrTx/>
              <a:buSzTx/>
              <a:buFontTx/>
              <a:buNone/>
            </a:pPr>
            <a:r>
              <a:rPr lang="en-IN" sz="726" b="1">
                <a:solidFill>
                  <a:srgbClr val="FFFFFF"/>
                </a:solidFill>
                <a:latin typeface="EYInterstate Light"/>
                <a:cs typeface="Arial" charset="0"/>
              </a:rPr>
              <a:t>Enabled by data and technology, diverse EY teams in over 150 countries provide trust through assurance and help clients grow, transform </a:t>
            </a:r>
            <a:br>
              <a:rPr lang="en-IN" sz="726" b="1">
                <a:solidFill>
                  <a:srgbClr val="FFFFFF"/>
                </a:solidFill>
                <a:latin typeface="EYInterstate Light"/>
                <a:cs typeface="Arial" charset="0"/>
              </a:rPr>
            </a:br>
            <a:r>
              <a:rPr lang="en-IN" sz="726" b="1">
                <a:solidFill>
                  <a:srgbClr val="FFFFFF"/>
                </a:solidFill>
                <a:latin typeface="EYInterstate Light"/>
                <a:cs typeface="Arial" charset="0"/>
              </a:rPr>
              <a:t>and operate.</a:t>
            </a:r>
          </a:p>
          <a:p>
            <a:pPr defTabSz="536876" fontAlgn="auto">
              <a:spcBef>
                <a:spcPts val="272"/>
              </a:spcBef>
              <a:spcAft>
                <a:spcPts val="272"/>
              </a:spcAft>
              <a:buClrTx/>
              <a:buSzTx/>
              <a:buFontTx/>
              <a:buNone/>
            </a:pPr>
            <a:r>
              <a:rPr lang="en-IN" sz="726" b="1">
                <a:solidFill>
                  <a:srgbClr val="FFFFFF"/>
                </a:solidFill>
                <a:latin typeface="EYInterstate Light"/>
                <a:cs typeface="Arial" charset="0"/>
              </a:rPr>
              <a:t>Working across assurance, consulting, law, strategy, tax and transactions, </a:t>
            </a:r>
            <a:br>
              <a:rPr lang="en-IN" sz="726" b="1">
                <a:solidFill>
                  <a:srgbClr val="FFFFFF"/>
                </a:solidFill>
                <a:latin typeface="EYInterstate Light"/>
                <a:cs typeface="Arial" charset="0"/>
              </a:rPr>
            </a:br>
            <a:r>
              <a:rPr lang="en-IN" sz="726" b="1">
                <a:solidFill>
                  <a:srgbClr val="FFFFFF"/>
                </a:solidFill>
                <a:latin typeface="EYInterstate Light"/>
                <a:cs typeface="Arial" charset="0"/>
              </a:rPr>
              <a:t>EY teams ask better questions to find new answers for the complex issues facing our world today.</a:t>
            </a:r>
          </a:p>
          <a:p>
            <a:pPr defTabSz="536876" fontAlgn="auto">
              <a:spcBef>
                <a:spcPts val="0"/>
              </a:spcBef>
              <a:spcAft>
                <a:spcPts val="0"/>
              </a:spcAft>
              <a:buClrTx/>
              <a:buSzTx/>
              <a:buFontTx/>
              <a:buNone/>
            </a:pPr>
            <a:endParaRPr lang="en-IN" sz="726" b="1">
              <a:solidFill>
                <a:srgbClr val="FFFFFF"/>
              </a:solidFill>
              <a:latin typeface="EYInterstate Light"/>
              <a:cs typeface="Arial" charset="0"/>
            </a:endParaRPr>
          </a:p>
          <a:p>
            <a:pPr defTabSz="536876" fontAlgn="auto">
              <a:spcBef>
                <a:spcPts val="0"/>
              </a:spcBef>
              <a:spcAft>
                <a:spcPts val="0"/>
              </a:spcAft>
              <a:buClrTx/>
              <a:buSzTx/>
              <a:buFontTx/>
              <a:buNone/>
            </a:pPr>
            <a:r>
              <a:rPr lang="en-IN" sz="726">
                <a:solidFill>
                  <a:srgbClr val="FFFFFF"/>
                </a:solidFill>
                <a:latin typeface="EYInterstate Light"/>
                <a:cs typeface="Arial" charset="0"/>
              </a:rPr>
              <a:t>EY refers to the global organization, and may refer to one or more, of the member firms of Ernst &amp; Young Global Limited, each of which is a separate legal entity. Ernst &amp; Young Global Limited, a UK company limited by guarantee, does not provide services to clients. Information about how EY collects and uses personal data and a description of the rights individuals have under data protection legislation are available via ey.com/privacy. EY member firms do </a:t>
            </a:r>
            <a:br>
              <a:rPr lang="en-IN" sz="726">
                <a:solidFill>
                  <a:srgbClr val="FFFFFF"/>
                </a:solidFill>
                <a:latin typeface="EYInterstate Light"/>
                <a:cs typeface="Arial" charset="0"/>
              </a:rPr>
            </a:br>
            <a:r>
              <a:rPr lang="en-IN" sz="726">
                <a:solidFill>
                  <a:srgbClr val="FFFFFF"/>
                </a:solidFill>
                <a:latin typeface="EYInterstate Light"/>
                <a:cs typeface="Arial" charset="0"/>
              </a:rPr>
              <a:t>not practice law where prohibited by local laws. For more information about </a:t>
            </a:r>
            <a:br>
              <a:rPr lang="en-IN" sz="726">
                <a:solidFill>
                  <a:srgbClr val="FFFFFF"/>
                </a:solidFill>
                <a:latin typeface="EYInterstate Light"/>
                <a:cs typeface="Arial" charset="0"/>
              </a:rPr>
            </a:br>
            <a:r>
              <a:rPr lang="en-IN" sz="726">
                <a:solidFill>
                  <a:srgbClr val="FFFFFF"/>
                </a:solidFill>
                <a:latin typeface="EYInterstate Light"/>
                <a:cs typeface="Arial" charset="0"/>
              </a:rPr>
              <a:t>our organization, please visit ey.com.</a:t>
            </a:r>
          </a:p>
          <a:p>
            <a:pPr defTabSz="536876" fontAlgn="auto">
              <a:spcBef>
                <a:spcPts val="0"/>
              </a:spcBef>
              <a:spcAft>
                <a:spcPts val="0"/>
              </a:spcAft>
              <a:buClrTx/>
              <a:buSzTx/>
              <a:buFontTx/>
              <a:buNone/>
            </a:pPr>
            <a:endParaRPr lang="en-IN" sz="726">
              <a:solidFill>
                <a:srgbClr val="FFFFFF"/>
              </a:solidFill>
              <a:latin typeface="EYInterstate Light"/>
              <a:cs typeface="Arial" charset="0"/>
            </a:endParaRPr>
          </a:p>
          <a:p>
            <a:pPr defTabSz="536876" fontAlgn="auto">
              <a:spcBef>
                <a:spcPts val="0"/>
              </a:spcBef>
              <a:spcAft>
                <a:spcPts val="493"/>
              </a:spcAft>
              <a:buClrTx/>
              <a:buSzTx/>
              <a:buFontTx/>
              <a:buNone/>
            </a:pPr>
            <a:r>
              <a:rPr lang="en-IN" sz="726">
                <a:solidFill>
                  <a:srgbClr val="FFFFFF"/>
                </a:solidFill>
                <a:latin typeface="EYInterstate Light"/>
                <a:cs typeface="Arial" charset="0"/>
              </a:rPr>
              <a:t>© 2021 EYGM Limited.</a:t>
            </a:r>
            <a:br>
              <a:rPr lang="en-IN" sz="726">
                <a:solidFill>
                  <a:srgbClr val="FFFFFF"/>
                </a:solidFill>
                <a:latin typeface="EYInterstate Light"/>
                <a:cs typeface="Arial" charset="0"/>
              </a:rPr>
            </a:br>
            <a:r>
              <a:rPr lang="en-IN" sz="726">
                <a:solidFill>
                  <a:srgbClr val="FFFFFF"/>
                </a:solidFill>
                <a:latin typeface="EYInterstate Light"/>
                <a:cs typeface="Arial" charset="0"/>
              </a:rPr>
              <a:t>All Rights Reserved.</a:t>
            </a:r>
          </a:p>
          <a:p>
            <a:pPr defTabSz="536876" fontAlgn="auto">
              <a:spcBef>
                <a:spcPts val="0"/>
              </a:spcBef>
              <a:spcAft>
                <a:spcPts val="493"/>
              </a:spcAft>
              <a:buClrTx/>
              <a:buSzTx/>
              <a:buFontTx/>
              <a:buNone/>
            </a:pPr>
            <a:r>
              <a:rPr lang="en-IN" sz="726">
                <a:solidFill>
                  <a:srgbClr val="FFFFFF"/>
                </a:solidFill>
                <a:latin typeface="EYInterstate Light"/>
                <a:cs typeface="Arial" charset="0"/>
              </a:rPr>
              <a:t>XXXXX-</a:t>
            </a:r>
            <a:r>
              <a:rPr lang="en-IN" sz="726" err="1">
                <a:solidFill>
                  <a:srgbClr val="FFFFFF"/>
                </a:solidFill>
                <a:latin typeface="EYInterstate Light"/>
                <a:cs typeface="Arial" charset="0"/>
              </a:rPr>
              <a:t>XXXGbl</a:t>
            </a:r>
            <a:br>
              <a:rPr lang="en-IN" sz="726">
                <a:solidFill>
                  <a:srgbClr val="FFFFFF"/>
                </a:solidFill>
                <a:latin typeface="EYInterstate Light"/>
                <a:cs typeface="Arial" charset="0"/>
              </a:rPr>
            </a:br>
            <a:r>
              <a:rPr lang="en-IN" sz="726">
                <a:solidFill>
                  <a:srgbClr val="FFFFFF"/>
                </a:solidFill>
                <a:latin typeface="EYInterstate Light"/>
                <a:cs typeface="Arial" charset="0"/>
              </a:rPr>
              <a:t>ED MMYY</a:t>
            </a:r>
          </a:p>
          <a:p>
            <a:pPr defTabSz="536876" fontAlgn="auto">
              <a:spcBef>
                <a:spcPts val="0"/>
              </a:spcBef>
              <a:spcAft>
                <a:spcPts val="493"/>
              </a:spcAft>
              <a:buClrTx/>
              <a:buSzTx/>
              <a:buFontTx/>
              <a:buNone/>
            </a:pPr>
            <a:r>
              <a:rPr lang="en-IN" sz="635">
                <a:solidFill>
                  <a:srgbClr val="FFFFFF"/>
                </a:solidFill>
                <a:latin typeface="EYInterstate Light"/>
                <a:cs typeface="Arial" charset="0"/>
              </a:rPr>
              <a:t>This material has been prepared for general informational purposes only and is not intended to be relied upon as accounting, tax, legal or other professional advice. </a:t>
            </a:r>
            <a:br>
              <a:rPr lang="en-IN" sz="635">
                <a:solidFill>
                  <a:srgbClr val="FFFFFF"/>
                </a:solidFill>
                <a:latin typeface="EYInterstate Light"/>
                <a:cs typeface="Arial" charset="0"/>
              </a:rPr>
            </a:br>
            <a:r>
              <a:rPr lang="en-IN" sz="635">
                <a:solidFill>
                  <a:srgbClr val="FFFFFF"/>
                </a:solidFill>
                <a:latin typeface="EYInterstate Light"/>
                <a:cs typeface="Arial" charset="0"/>
              </a:rPr>
              <a:t>Please refer to your advisors for specific advice.</a:t>
            </a:r>
          </a:p>
          <a:p>
            <a:pPr defTabSz="536876" fontAlgn="auto">
              <a:spcBef>
                <a:spcPts val="0"/>
              </a:spcBef>
              <a:spcAft>
                <a:spcPts val="493"/>
              </a:spcAft>
              <a:buClrTx/>
              <a:buSzTx/>
              <a:buFontTx/>
              <a:buNone/>
            </a:pPr>
            <a:r>
              <a:rPr lang="en-IN" sz="907" b="1">
                <a:solidFill>
                  <a:srgbClr val="FFFFFF"/>
                </a:solidFill>
                <a:latin typeface="EYInterstate Light"/>
                <a:cs typeface="Arial" charset="0"/>
              </a:rPr>
              <a:t>ey.com</a:t>
            </a:r>
          </a:p>
        </p:txBody>
      </p:sp>
    </p:spTree>
    <p:extLst>
      <p:ext uri="{BB962C8B-B14F-4D97-AF65-F5344CB8AC3E}">
        <p14:creationId xmlns:p14="http://schemas.microsoft.com/office/powerpoint/2010/main" val="933268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7_Divider 2">
    <p:spTree>
      <p:nvGrpSpPr>
        <p:cNvPr id="1" name=""/>
        <p:cNvGrpSpPr/>
        <p:nvPr/>
      </p:nvGrpSpPr>
      <p:grpSpPr>
        <a:xfrm>
          <a:off x="0" y="0"/>
          <a:ext cx="0" cy="0"/>
          <a:chOff x="0" y="0"/>
          <a:chExt cx="0" cy="0"/>
        </a:xfrm>
      </p:grpSpPr>
      <p:pic>
        <p:nvPicPr>
          <p:cNvPr id="3" name="Picture 2" descr="A group of men standing in front of solar panels&#10;&#10;Description automatically generated">
            <a:extLst>
              <a:ext uri="{FF2B5EF4-FFF2-40B4-BE49-F238E27FC236}">
                <a16:creationId xmlns:a16="http://schemas.microsoft.com/office/drawing/2014/main" id="{E6C3D476-ACB3-597D-7B11-C998CA8461F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7" name="Rectangle 6">
            <a:extLst>
              <a:ext uri="{FF2B5EF4-FFF2-40B4-BE49-F238E27FC236}">
                <a16:creationId xmlns:a16="http://schemas.microsoft.com/office/drawing/2014/main" id="{8D22BF0F-9C25-5A7E-A01F-A62818554D28}"/>
              </a:ext>
            </a:extLst>
          </p:cNvPr>
          <p:cNvSpPr/>
          <p:nvPr userDrawn="1"/>
        </p:nvSpPr>
        <p:spPr>
          <a:xfrm>
            <a:off x="0" y="0"/>
            <a:ext cx="12192000" cy="6858000"/>
          </a:xfrm>
          <a:prstGeom prst="rect">
            <a:avLst/>
          </a:prstGeom>
          <a:gradFill flip="none" rotWithShape="1">
            <a:gsLst>
              <a:gs pos="100000">
                <a:schemeClr val="bg1">
                  <a:lumMod val="50000"/>
                  <a:alpha val="41000"/>
                </a:schemeClr>
              </a:gs>
              <a:gs pos="0">
                <a:schemeClr val="bg1">
                  <a:lumMod val="50000"/>
                  <a:alpha val="0"/>
                </a:schemeClr>
              </a:gs>
            </a:gsLst>
            <a:path path="circle">
              <a:fillToRect l="50000" t="50000" r="50000" b="50000"/>
            </a:path>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8" name="Rectangle 7">
            <a:extLst>
              <a:ext uri="{FF2B5EF4-FFF2-40B4-BE49-F238E27FC236}">
                <a16:creationId xmlns:a16="http://schemas.microsoft.com/office/drawing/2014/main" id="{EED7A9F9-8C57-D578-B8D1-E2A557AB18CC}"/>
              </a:ext>
            </a:extLst>
          </p:cNvPr>
          <p:cNvSpPr/>
          <p:nvPr userDrawn="1"/>
        </p:nvSpPr>
        <p:spPr>
          <a:xfrm>
            <a:off x="1" y="0"/>
            <a:ext cx="3715475" cy="6858000"/>
          </a:xfrm>
          <a:prstGeom prst="rect">
            <a:avLst/>
          </a:prstGeom>
          <a:solidFill>
            <a:srgbClr val="032444"/>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a:ln>
                <a:noFill/>
              </a:ln>
              <a:solidFill>
                <a:srgbClr val="2E2E38"/>
              </a:solidFill>
              <a:effectLst/>
              <a:uLnTx/>
              <a:uFillTx/>
              <a:latin typeface="EYInterstate Light"/>
              <a:ea typeface="+mn-ea"/>
              <a:cs typeface="+mn-cs"/>
            </a:endParaRPr>
          </a:p>
        </p:txBody>
      </p:sp>
      <p:sp>
        <p:nvSpPr>
          <p:cNvPr id="9" name="Rectangle: Rounded Corners 8">
            <a:extLst>
              <a:ext uri="{FF2B5EF4-FFF2-40B4-BE49-F238E27FC236}">
                <a16:creationId xmlns:a16="http://schemas.microsoft.com/office/drawing/2014/main" id="{AFD7D9F4-A54C-464D-6CBB-712B8007067D}"/>
              </a:ext>
            </a:extLst>
          </p:cNvPr>
          <p:cNvSpPr/>
          <p:nvPr userDrawn="1"/>
        </p:nvSpPr>
        <p:spPr>
          <a:xfrm>
            <a:off x="324092" y="2794484"/>
            <a:ext cx="206979" cy="954107"/>
          </a:xfrm>
          <a:prstGeom prst="roundRect">
            <a:avLst>
              <a:gd name="adj" fmla="val 50000"/>
            </a:avLst>
          </a:prstGeom>
          <a:solidFill>
            <a:srgbClr val="FFE600"/>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a:ln>
                <a:noFill/>
              </a:ln>
              <a:solidFill>
                <a:srgbClr val="2E2E38"/>
              </a:solidFill>
              <a:effectLst/>
              <a:uLnTx/>
              <a:uFillTx/>
              <a:latin typeface="EYInterstate Light"/>
              <a:ea typeface="+mn-ea"/>
              <a:cs typeface="+mn-cs"/>
            </a:endParaRPr>
          </a:p>
        </p:txBody>
      </p:sp>
      <p:cxnSp>
        <p:nvCxnSpPr>
          <p:cNvPr id="10" name="Straight Connector 9">
            <a:extLst>
              <a:ext uri="{FF2B5EF4-FFF2-40B4-BE49-F238E27FC236}">
                <a16:creationId xmlns:a16="http://schemas.microsoft.com/office/drawing/2014/main" id="{281C0700-C78C-1AFB-B30F-AD05898EA7CC}"/>
              </a:ext>
            </a:extLst>
          </p:cNvPr>
          <p:cNvCxnSpPr>
            <a:cxnSpLocks/>
          </p:cNvCxnSpPr>
          <p:nvPr userDrawn="1"/>
        </p:nvCxnSpPr>
        <p:spPr>
          <a:xfrm>
            <a:off x="426898" y="2"/>
            <a:ext cx="0" cy="2782907"/>
          </a:xfrm>
          <a:prstGeom prst="line">
            <a:avLst/>
          </a:prstGeom>
          <a:noFill/>
          <a:ln w="9525" cap="flat" cmpd="sng" algn="ctr">
            <a:solidFill>
              <a:srgbClr val="FFE600"/>
            </a:solidFill>
            <a:prstDash val="solid"/>
            <a:tailEnd type="none"/>
          </a:ln>
          <a:effectLst/>
        </p:spPr>
      </p:cxnSp>
      <p:sp>
        <p:nvSpPr>
          <p:cNvPr id="11" name="Rectangle 10">
            <a:extLst>
              <a:ext uri="{FF2B5EF4-FFF2-40B4-BE49-F238E27FC236}">
                <a16:creationId xmlns:a16="http://schemas.microsoft.com/office/drawing/2014/main" id="{057C0710-C863-6F45-9774-436784973397}"/>
              </a:ext>
            </a:extLst>
          </p:cNvPr>
          <p:cNvSpPr/>
          <p:nvPr userDrawn="1"/>
        </p:nvSpPr>
        <p:spPr>
          <a:xfrm flipH="1">
            <a:off x="3782418" y="0"/>
            <a:ext cx="125779" cy="6858000"/>
          </a:xfrm>
          <a:prstGeom prst="rect">
            <a:avLst/>
          </a:prstGeom>
          <a:solidFill>
            <a:schemeClr val="bg2">
              <a:alpha val="19000"/>
            </a:schemeClr>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a:ln>
                <a:noFill/>
              </a:ln>
              <a:solidFill>
                <a:srgbClr val="2E2E38"/>
              </a:solidFill>
              <a:effectLst/>
              <a:uLnTx/>
              <a:uFillTx/>
              <a:latin typeface="EYInterstate Light"/>
              <a:ea typeface="+mn-ea"/>
              <a:cs typeface="+mn-cs"/>
            </a:endParaRPr>
          </a:p>
        </p:txBody>
      </p:sp>
    </p:spTree>
    <p:extLst>
      <p:ext uri="{BB962C8B-B14F-4D97-AF65-F5344CB8AC3E}">
        <p14:creationId xmlns:p14="http://schemas.microsoft.com/office/powerpoint/2010/main" val="16887393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Common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C488DB39-476D-81DA-A185-FE0D28F985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331470"/>
          </a:xfrm>
          <a:prstGeom prst="rect">
            <a:avLst/>
          </a:prstGeom>
        </p:spPr>
      </p:pic>
      <p:pic>
        <p:nvPicPr>
          <p:cNvPr id="11" name="Picture 10" descr="A blue and black background with circles and lines&#10;&#10;Description automatically generated">
            <a:extLst>
              <a:ext uri="{FF2B5EF4-FFF2-40B4-BE49-F238E27FC236}">
                <a16:creationId xmlns:a16="http://schemas.microsoft.com/office/drawing/2014/main" id="{46DB32AB-2076-D009-FAC8-A1E5A86E2FC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747202" y="731520"/>
            <a:ext cx="1444798" cy="4682490"/>
          </a:xfrm>
          <a:prstGeom prst="rect">
            <a:avLst/>
          </a:prstGeom>
        </p:spPr>
      </p:pic>
      <p:sp>
        <p:nvSpPr>
          <p:cNvPr id="13" name="Rectangle: Rounded Corners 12">
            <a:extLst>
              <a:ext uri="{FF2B5EF4-FFF2-40B4-BE49-F238E27FC236}">
                <a16:creationId xmlns:a16="http://schemas.microsoft.com/office/drawing/2014/main" id="{612A8B9D-D61F-2A62-DA40-9B6BDCB70C00}"/>
              </a:ext>
            </a:extLst>
          </p:cNvPr>
          <p:cNvSpPr/>
          <p:nvPr userDrawn="1"/>
        </p:nvSpPr>
        <p:spPr>
          <a:xfrm>
            <a:off x="352426" y="444500"/>
            <a:ext cx="45719" cy="280470"/>
          </a:xfrm>
          <a:prstGeom prst="roundRect">
            <a:avLst/>
          </a:prstGeom>
          <a:solidFill>
            <a:srgbClr val="0067C2">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p>
        </p:txBody>
      </p:sp>
      <p:sp>
        <p:nvSpPr>
          <p:cNvPr id="2" name="Text Box 4">
            <a:extLst>
              <a:ext uri="{FF2B5EF4-FFF2-40B4-BE49-F238E27FC236}">
                <a16:creationId xmlns:a16="http://schemas.microsoft.com/office/drawing/2014/main" id="{F2A972FE-2E55-8F84-162F-CF53CD41A642}"/>
              </a:ext>
            </a:extLst>
          </p:cNvPr>
          <p:cNvSpPr txBox="1">
            <a:spLocks noChangeArrowheads="1"/>
          </p:cNvSpPr>
          <p:nvPr userDrawn="1"/>
        </p:nvSpPr>
        <p:spPr bwMode="auto">
          <a:xfrm>
            <a:off x="9142874" y="6509799"/>
            <a:ext cx="1769741" cy="107721"/>
          </a:xfrm>
          <a:prstGeom prst="rect">
            <a:avLst/>
          </a:prstGeom>
          <a:noFill/>
          <a:ln w="12700">
            <a:noFill/>
            <a:miter lim="800000"/>
            <a:headEnd type="none" w="sm" len="sm"/>
            <a:tailEnd type="none" w="sm" len="sm"/>
          </a:ln>
          <a:effectLst/>
        </p:spPr>
        <p:txBody>
          <a:bodyPr wrap="square" lIns="0" tIns="0" rIns="0" bIns="0" anchor="b">
            <a:spAutoFit/>
          </a:bodyPr>
          <a:lstStyle/>
          <a:p>
            <a:pPr defTabSz="993517"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Tree>
    <p:extLst>
      <p:ext uri="{BB962C8B-B14F-4D97-AF65-F5344CB8AC3E}">
        <p14:creationId xmlns:p14="http://schemas.microsoft.com/office/powerpoint/2010/main" val="43824129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1_Cover Page">
    <p:bg>
      <p:bgPr>
        <a:gradFill>
          <a:gsLst>
            <a:gs pos="43000">
              <a:srgbClr val="000000">
                <a:alpha val="0"/>
              </a:srgbClr>
            </a:gs>
            <a:gs pos="58000">
              <a:srgbClr val="000000">
                <a:alpha val="43000"/>
              </a:srgbClr>
            </a:gs>
            <a:gs pos="81000">
              <a:srgbClr val="000000">
                <a:alpha val="52000"/>
              </a:srgbClr>
            </a:gs>
          </a:gsLst>
          <a:lin ang="10800000" scaled="1"/>
        </a:gradFill>
        <a:effectLst/>
      </p:bgPr>
    </p:bg>
    <p:spTree>
      <p:nvGrpSpPr>
        <p:cNvPr id="1" name=""/>
        <p:cNvGrpSpPr/>
        <p:nvPr/>
      </p:nvGrpSpPr>
      <p:grpSpPr>
        <a:xfrm>
          <a:off x="0" y="0"/>
          <a:ext cx="0" cy="0"/>
          <a:chOff x="0" y="0"/>
          <a:chExt cx="0" cy="0"/>
        </a:xfrm>
      </p:grpSpPr>
      <p:pic>
        <p:nvPicPr>
          <p:cNvPr id="3" name="Picture 2" descr="A person holding a globe&#10;&#10;Description automatically generated">
            <a:extLst>
              <a:ext uri="{FF2B5EF4-FFF2-40B4-BE49-F238E27FC236}">
                <a16:creationId xmlns:a16="http://schemas.microsoft.com/office/drawing/2014/main" id="{7A4C8203-00C3-2C0F-C127-8829C74180B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6420" y="9238"/>
            <a:ext cx="12192000" cy="6858001"/>
          </a:xfrm>
          <a:prstGeom prst="rect">
            <a:avLst/>
          </a:prstGeom>
        </p:spPr>
      </p:pic>
      <p:sp>
        <p:nvSpPr>
          <p:cNvPr id="18" name="Rectangle 17">
            <a:extLst>
              <a:ext uri="{FF2B5EF4-FFF2-40B4-BE49-F238E27FC236}">
                <a16:creationId xmlns:a16="http://schemas.microsoft.com/office/drawing/2014/main" id="{E602B779-61A3-9821-C1CF-45026D8211E1}"/>
              </a:ext>
            </a:extLst>
          </p:cNvPr>
          <p:cNvSpPr/>
          <p:nvPr userDrawn="1"/>
        </p:nvSpPr>
        <p:spPr>
          <a:xfrm rot="16200000">
            <a:off x="4422459" y="-911545"/>
            <a:ext cx="3347089" cy="12191999"/>
          </a:xfrm>
          <a:prstGeom prst="rect">
            <a:avLst/>
          </a:prstGeom>
          <a:gradFill flip="none" rotWithShape="1">
            <a:gsLst>
              <a:gs pos="47000">
                <a:srgbClr val="000000">
                  <a:alpha val="0"/>
                </a:srgbClr>
              </a:gs>
              <a:gs pos="70000">
                <a:srgbClr val="000000">
                  <a:alpha val="43000"/>
                </a:srgbClr>
              </a:gs>
              <a:gs pos="91000">
                <a:srgbClr val="000000">
                  <a:alpha val="52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4" name="Freeform: Shape 3">
            <a:extLst>
              <a:ext uri="{FF2B5EF4-FFF2-40B4-BE49-F238E27FC236}">
                <a16:creationId xmlns:a16="http://schemas.microsoft.com/office/drawing/2014/main" id="{0749CC8D-D606-E961-435A-3D72099AA1D9}"/>
              </a:ext>
            </a:extLst>
          </p:cNvPr>
          <p:cNvSpPr>
            <a:spLocks noChangeAspect="1"/>
          </p:cNvSpPr>
          <p:nvPr userDrawn="1"/>
        </p:nvSpPr>
        <p:spPr bwMode="gray">
          <a:xfrm rot="10800000">
            <a:off x="505147" y="594866"/>
            <a:ext cx="4159451" cy="3347087"/>
          </a:xfrm>
          <a:custGeom>
            <a:avLst/>
            <a:gdLst>
              <a:gd name="connsiteX0" fmla="*/ 0 w 4159451"/>
              <a:gd name="connsiteY0" fmla="*/ 3347087 h 3347087"/>
              <a:gd name="connsiteX1" fmla="*/ 468 w 4159451"/>
              <a:gd name="connsiteY1" fmla="*/ 2910523 h 3347087"/>
              <a:gd name="connsiteX2" fmla="*/ 555 w 4159451"/>
              <a:gd name="connsiteY2" fmla="*/ 2811553 h 3347087"/>
              <a:gd name="connsiteX3" fmla="*/ 0 w 4159451"/>
              <a:gd name="connsiteY3" fmla="*/ 2811650 h 3347087"/>
              <a:gd name="connsiteX4" fmla="*/ 2496 w 4159451"/>
              <a:gd name="connsiteY4" fmla="*/ 0 h 3347087"/>
              <a:gd name="connsiteX5" fmla="*/ 4159451 w 4159451"/>
              <a:gd name="connsiteY5" fmla="*/ 1842 h 3347087"/>
              <a:gd name="connsiteX6" fmla="*/ 4159451 w 4159451"/>
              <a:gd name="connsiteY6" fmla="*/ 537279 h 3347087"/>
              <a:gd name="connsiteX7" fmla="*/ 4159451 w 4159451"/>
              <a:gd name="connsiteY7" fmla="*/ 2081116 h 3347087"/>
              <a:gd name="connsiteX8" fmla="*/ 4159451 w 4159451"/>
              <a:gd name="connsiteY8" fmla="*/ 2616553 h 3347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59451" h="3347087">
                <a:moveTo>
                  <a:pt x="0" y="3347087"/>
                </a:moveTo>
                <a:cubicBezTo>
                  <a:pt x="156" y="3230828"/>
                  <a:pt x="312" y="3081127"/>
                  <a:pt x="468" y="2910523"/>
                </a:cubicBezTo>
                <a:lnTo>
                  <a:pt x="555" y="2811553"/>
                </a:lnTo>
                <a:lnTo>
                  <a:pt x="0" y="2811650"/>
                </a:lnTo>
                <a:cubicBezTo>
                  <a:pt x="832" y="2191603"/>
                  <a:pt x="1664" y="620310"/>
                  <a:pt x="2496" y="0"/>
                </a:cubicBezTo>
                <a:lnTo>
                  <a:pt x="4159451" y="1842"/>
                </a:lnTo>
                <a:lnTo>
                  <a:pt x="4159451" y="537279"/>
                </a:lnTo>
                <a:lnTo>
                  <a:pt x="4159451" y="2081116"/>
                </a:lnTo>
                <a:lnTo>
                  <a:pt x="4159451" y="2616553"/>
                </a:lnTo>
                <a:close/>
              </a:path>
            </a:pathLst>
          </a:custGeom>
          <a:solidFill>
            <a:srgbClr val="FFE600"/>
          </a:solidFill>
          <a:ln w="9525">
            <a:noFill/>
            <a:round/>
            <a:headEnd/>
            <a:tailEnd/>
          </a:ln>
        </p:spPr>
        <p:txBody>
          <a:bodyPr vert="horz" wrap="square" lIns="91392" tIns="45696" rIns="91392" bIns="45696" numCol="1" anchor="t" anchorCtr="0" compatLnSpc="1">
            <a:prstTxWarp prst="textNoShape">
              <a:avLst/>
            </a:prstTxWarp>
            <a:noAutofit/>
          </a:bodyPr>
          <a:lstStyle/>
          <a:p>
            <a:endParaRPr lang="en-GB" sz="1799"/>
          </a:p>
        </p:txBody>
      </p:sp>
      <p:sp>
        <p:nvSpPr>
          <p:cNvPr id="5" name="Title 1">
            <a:extLst>
              <a:ext uri="{FF2B5EF4-FFF2-40B4-BE49-F238E27FC236}">
                <a16:creationId xmlns:a16="http://schemas.microsoft.com/office/drawing/2014/main" id="{C0030D9A-5672-FD04-AD41-70C00C750FA4}"/>
              </a:ext>
            </a:extLst>
          </p:cNvPr>
          <p:cNvSpPr>
            <a:spLocks noGrp="1"/>
          </p:cNvSpPr>
          <p:nvPr>
            <p:ph type="ctrTitle" hasCustomPrompt="1"/>
          </p:nvPr>
        </p:nvSpPr>
        <p:spPr>
          <a:xfrm>
            <a:off x="701062" y="1539873"/>
            <a:ext cx="3755192" cy="860400"/>
          </a:xfrm>
        </p:spPr>
        <p:txBody>
          <a:bodyPr/>
          <a:lstStyle>
            <a:lvl1pPr>
              <a:defRPr sz="2999" b="0">
                <a:solidFill>
                  <a:srgbClr val="404040"/>
                </a:solidFill>
                <a:latin typeface="EYInterstate Light" panose="02000506000000020004" pitchFamily="2" charset="0"/>
                <a:cs typeface="Arial" pitchFamily="34" charset="0"/>
              </a:defRPr>
            </a:lvl1pPr>
          </a:lstStyle>
          <a:p>
            <a:r>
              <a:rPr lang="en-GB"/>
              <a:t>Title (EY Interstate Light 30 point)</a:t>
            </a:r>
          </a:p>
        </p:txBody>
      </p:sp>
      <p:sp>
        <p:nvSpPr>
          <p:cNvPr id="9" name="Subtitle 2">
            <a:extLst>
              <a:ext uri="{FF2B5EF4-FFF2-40B4-BE49-F238E27FC236}">
                <a16:creationId xmlns:a16="http://schemas.microsoft.com/office/drawing/2014/main" id="{8FD27C99-0D5A-5F2F-C1CC-6F9CE630B81F}"/>
              </a:ext>
            </a:extLst>
          </p:cNvPr>
          <p:cNvSpPr>
            <a:spLocks noGrp="1"/>
          </p:cNvSpPr>
          <p:nvPr>
            <p:ph type="subTitle" idx="1" hasCustomPrompt="1"/>
          </p:nvPr>
        </p:nvSpPr>
        <p:spPr>
          <a:xfrm>
            <a:off x="701063" y="2854218"/>
            <a:ext cx="3755192" cy="391225"/>
          </a:xfrm>
        </p:spPr>
        <p:txBody>
          <a:bodyPr/>
          <a:lstStyle>
            <a:lvl1pPr marL="0" marR="0" indent="0" algn="l" defTabSz="913943" rtl="0" eaLnBrk="1" fontAlgn="auto" latinLnBrk="0" hangingPunct="1">
              <a:lnSpc>
                <a:spcPct val="100000"/>
              </a:lnSpc>
              <a:spcBef>
                <a:spcPct val="20000"/>
              </a:spcBef>
              <a:spcAft>
                <a:spcPts val="1199"/>
              </a:spcAft>
              <a:buClr>
                <a:schemeClr val="accent2"/>
              </a:buClr>
              <a:buSzPct val="70000"/>
              <a:buFont typeface="Arial" pitchFamily="34" charset="0"/>
              <a:buNone/>
              <a:tabLst/>
              <a:defRPr sz="1599" b="0">
                <a:solidFill>
                  <a:srgbClr val="404040"/>
                </a:solidFill>
                <a:latin typeface="EYInterstate Regular" panose="02000503020000020004" pitchFamily="2" charset="0"/>
                <a:cs typeface="Arial" pitchFamily="34" charset="0"/>
              </a:defRPr>
            </a:lvl1pPr>
            <a:lvl2pPr marL="0" indent="0" algn="l">
              <a:buNone/>
              <a:defRPr sz="1599">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r>
              <a:rPr lang="en-GB" sz="1599"/>
              <a:t>Subtitle (EY Interstate 16 point)</a:t>
            </a:r>
          </a:p>
          <a:p>
            <a:pPr marL="0" marR="0" lvl="0" indent="0" algn="l" defTabSz="913943" rtl="0" eaLnBrk="1" fontAlgn="auto" latinLnBrk="0" hangingPunct="1">
              <a:lnSpc>
                <a:spcPct val="100000"/>
              </a:lnSpc>
              <a:spcBef>
                <a:spcPct val="20000"/>
              </a:spcBef>
              <a:spcAft>
                <a:spcPts val="1199"/>
              </a:spcAft>
              <a:buClr>
                <a:schemeClr val="accent2"/>
              </a:buClr>
              <a:buSzPct val="70000"/>
              <a:buFont typeface="Arial" pitchFamily="34" charset="0"/>
              <a:buNone/>
              <a:tabLst/>
              <a:defRPr/>
            </a:pPr>
            <a:r>
              <a:rPr lang="en-IN" b="1"/>
              <a:t>XX Month 200X (EY Interstate bold 16 point)</a:t>
            </a:r>
          </a:p>
        </p:txBody>
      </p:sp>
      <p:grpSp>
        <p:nvGrpSpPr>
          <p:cNvPr id="12" name="Group 4">
            <a:extLst>
              <a:ext uri="{FF2B5EF4-FFF2-40B4-BE49-F238E27FC236}">
                <a16:creationId xmlns:a16="http://schemas.microsoft.com/office/drawing/2014/main" id="{D9888165-F55E-E692-D2DD-93767C54BA2D}"/>
              </a:ext>
            </a:extLst>
          </p:cNvPr>
          <p:cNvGrpSpPr>
            <a:grpSpLocks noChangeAspect="1"/>
          </p:cNvGrpSpPr>
          <p:nvPr userDrawn="1"/>
        </p:nvGrpSpPr>
        <p:grpSpPr bwMode="auto">
          <a:xfrm>
            <a:off x="10376383" y="5034987"/>
            <a:ext cx="1162312" cy="1361050"/>
            <a:chOff x="6529" y="3125"/>
            <a:chExt cx="772" cy="904"/>
          </a:xfrm>
        </p:grpSpPr>
        <p:sp>
          <p:nvSpPr>
            <p:cNvPr id="13" name="Freeform 5">
              <a:extLst>
                <a:ext uri="{FF2B5EF4-FFF2-40B4-BE49-F238E27FC236}">
                  <a16:creationId xmlns:a16="http://schemas.microsoft.com/office/drawing/2014/main" id="{CAFA6FA2-1E04-AFFA-C606-163121E8AF6D}"/>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 name="Freeform 6">
              <a:extLst>
                <a:ext uri="{FF2B5EF4-FFF2-40B4-BE49-F238E27FC236}">
                  <a16:creationId xmlns:a16="http://schemas.microsoft.com/office/drawing/2014/main" id="{2F02126A-BA36-238E-910E-6907B55A569F}"/>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
        <p:nvSpPr>
          <p:cNvPr id="2" name="Text Box 4">
            <a:extLst>
              <a:ext uri="{FF2B5EF4-FFF2-40B4-BE49-F238E27FC236}">
                <a16:creationId xmlns:a16="http://schemas.microsoft.com/office/drawing/2014/main" id="{E3CCA5D3-9F36-21D6-CBC3-AC39B2E4A8D1}"/>
              </a:ext>
            </a:extLst>
          </p:cNvPr>
          <p:cNvSpPr txBox="1">
            <a:spLocks noChangeArrowheads="1"/>
          </p:cNvSpPr>
          <p:nvPr userDrawn="1"/>
        </p:nvSpPr>
        <p:spPr bwMode="auto">
          <a:xfrm>
            <a:off x="9142874" y="6509799"/>
            <a:ext cx="1769741" cy="107721"/>
          </a:xfrm>
          <a:prstGeom prst="rect">
            <a:avLst/>
          </a:prstGeom>
          <a:noFill/>
          <a:ln w="12700">
            <a:noFill/>
            <a:miter lim="800000"/>
            <a:headEnd type="none" w="sm" len="sm"/>
            <a:tailEnd type="none" w="sm" len="sm"/>
          </a:ln>
          <a:effectLst/>
        </p:spPr>
        <p:txBody>
          <a:bodyPr wrap="square" lIns="0" tIns="0" rIns="0" bIns="0" anchor="b">
            <a:spAutoFit/>
          </a:bodyPr>
          <a:lstStyle/>
          <a:p>
            <a:pPr defTabSz="993517"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Tree>
    <p:extLst>
      <p:ext uri="{BB962C8B-B14F-4D97-AF65-F5344CB8AC3E}">
        <p14:creationId xmlns:p14="http://schemas.microsoft.com/office/powerpoint/2010/main" val="3021753841"/>
      </p:ext>
    </p:extLst>
  </p:cSld>
  <p:clrMapOvr>
    <a:masterClrMapping/>
  </p:clrMapOvr>
  <p:extLst>
    <p:ext uri="{DCECCB84-F9BA-43D5-87BE-67443E8EF086}">
      <p15:sldGuideLst xmlns:p15="http://schemas.microsoft.com/office/powerpoint/2012/main">
        <p15:guide id="2" pos="3842">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Agenda 2">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F43AEEBC-8DB5-E790-DACD-B1A7810A1EAB}"/>
              </a:ext>
            </a:extLst>
          </p:cNvPr>
          <p:cNvSpPr/>
          <p:nvPr userDrawn="1"/>
        </p:nvSpPr>
        <p:spPr>
          <a:xfrm>
            <a:off x="0" y="0"/>
            <a:ext cx="12198351"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2" name="Rectangle 1">
            <a:extLst>
              <a:ext uri="{FF2B5EF4-FFF2-40B4-BE49-F238E27FC236}">
                <a16:creationId xmlns:a16="http://schemas.microsoft.com/office/drawing/2014/main" id="{60A9668B-FE34-5B23-2120-7C66F58FDAAF}"/>
              </a:ext>
            </a:extLst>
          </p:cNvPr>
          <p:cNvSpPr/>
          <p:nvPr userDrawn="1"/>
        </p:nvSpPr>
        <p:spPr>
          <a:xfrm>
            <a:off x="3492065" y="729954"/>
            <a:ext cx="5364302" cy="948911"/>
          </a:xfrm>
          <a:prstGeom prst="rect">
            <a:avLst/>
          </a:prstGeom>
          <a:solidFill>
            <a:srgbClr val="FFE6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90" name="TextBox 89">
            <a:extLst>
              <a:ext uri="{FF2B5EF4-FFF2-40B4-BE49-F238E27FC236}">
                <a16:creationId xmlns:a16="http://schemas.microsoft.com/office/drawing/2014/main" id="{EAB72EC5-6160-9911-46F0-803ECE426632}"/>
              </a:ext>
            </a:extLst>
          </p:cNvPr>
          <p:cNvSpPr txBox="1"/>
          <p:nvPr userDrawn="1"/>
        </p:nvSpPr>
        <p:spPr>
          <a:xfrm>
            <a:off x="4781484" y="713180"/>
            <a:ext cx="3512456" cy="923330"/>
          </a:xfrm>
          <a:prstGeom prst="rect">
            <a:avLst/>
          </a:prstGeom>
          <a:noFill/>
        </p:spPr>
        <p:txBody>
          <a:bodyPr wrap="square">
            <a:spAutoFit/>
          </a:bodyPr>
          <a:lstStyle/>
          <a:p>
            <a:pPr marL="0" marR="0" lvl="0" indent="0" defTabSz="913943" eaLnBrk="1" fontAlgn="auto" latinLnBrk="0" hangingPunct="1">
              <a:lnSpc>
                <a:spcPct val="100000"/>
              </a:lnSpc>
              <a:spcBef>
                <a:spcPts val="0"/>
              </a:spcBef>
              <a:spcAft>
                <a:spcPts val="0"/>
              </a:spcAft>
              <a:buClrTx/>
              <a:buSzTx/>
              <a:buFontTx/>
              <a:buNone/>
              <a:tabLst/>
              <a:defRPr/>
            </a:pPr>
            <a:r>
              <a:rPr kumimoji="0" lang="en-US" sz="5397" b="1" i="0" u="none" strike="noStrike" kern="0" cap="none" spc="0" normalizeH="0" baseline="0" noProof="0">
                <a:ln>
                  <a:noFill/>
                </a:ln>
                <a:solidFill>
                  <a:srgbClr val="2E2E38"/>
                </a:solidFill>
                <a:effectLst/>
                <a:uLnTx/>
                <a:uFillTx/>
              </a:rPr>
              <a:t>Contents</a:t>
            </a:r>
            <a:endParaRPr kumimoji="0" lang="en-IN" sz="4798" b="1" i="0" u="none" strike="noStrike" kern="0" cap="none" spc="0" normalizeH="0" baseline="0" noProof="0">
              <a:ln>
                <a:noFill/>
              </a:ln>
              <a:solidFill>
                <a:srgbClr val="2E2E38"/>
              </a:solidFill>
              <a:effectLst/>
              <a:uLnTx/>
              <a:uFillTx/>
            </a:endParaRPr>
          </a:p>
        </p:txBody>
      </p:sp>
      <p:pic>
        <p:nvPicPr>
          <p:cNvPr id="96" name="Picture 95" descr="A light bulb with leaves inside&#10;&#10;Description automatically generated">
            <a:extLst>
              <a:ext uri="{FF2B5EF4-FFF2-40B4-BE49-F238E27FC236}">
                <a16:creationId xmlns:a16="http://schemas.microsoft.com/office/drawing/2014/main" id="{40B160B3-9C09-751E-0CCB-BB92B947DD5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198627" y="-87116"/>
            <a:ext cx="6401672" cy="7168852"/>
          </a:xfrm>
          <a:prstGeom prst="rect">
            <a:avLst/>
          </a:prstGeom>
        </p:spPr>
      </p:pic>
      <p:sp>
        <p:nvSpPr>
          <p:cNvPr id="12" name="Title 16">
            <a:extLst>
              <a:ext uri="{FF2B5EF4-FFF2-40B4-BE49-F238E27FC236}">
                <a16:creationId xmlns:a16="http://schemas.microsoft.com/office/drawing/2014/main" id="{1CA1B206-F0EC-F917-48FD-930D1F95559F}"/>
              </a:ext>
            </a:extLst>
          </p:cNvPr>
          <p:cNvSpPr txBox="1">
            <a:spLocks/>
          </p:cNvSpPr>
          <p:nvPr userDrawn="1"/>
        </p:nvSpPr>
        <p:spPr>
          <a:xfrm flipH="1">
            <a:off x="517774" y="6498389"/>
            <a:ext cx="1483608" cy="183896"/>
          </a:xfrm>
          <a:prstGeom prst="rect">
            <a:avLst/>
          </a:prstGeom>
        </p:spPr>
        <p:txBody>
          <a:bodyPr wrap="none" lIns="0" rIns="0" anchor="t">
            <a:spAutoFit/>
          </a:bodyPr>
          <a:lstStyle>
            <a:lvl1pPr marL="0" marR="0" indent="0" algn="l" defTabSz="1042342" rtl="0" eaLnBrk="1" fontAlgn="auto" latinLnBrk="0" hangingPunct="1">
              <a:lnSpc>
                <a:spcPts val="2700"/>
              </a:lnSpc>
              <a:spcBef>
                <a:spcPct val="0"/>
              </a:spcBef>
              <a:spcAft>
                <a:spcPts val="0"/>
              </a:spcAft>
              <a:buClrTx/>
              <a:buSzTx/>
              <a:buFontTx/>
              <a:buNone/>
              <a:tabLst/>
              <a:defRPr kumimoji="0" lang="en-IN" sz="2800" b="1" i="0" u="none" strike="noStrike" kern="1200" cap="none" spc="0" normalizeH="0" baseline="0" noProof="0" dirty="0">
                <a:ln>
                  <a:noFill/>
                </a:ln>
                <a:solidFill>
                  <a:srgbClr val="333333"/>
                </a:solidFill>
                <a:effectLst/>
                <a:uLnTx/>
                <a:uFillTx/>
                <a:latin typeface="+mj-lt"/>
                <a:ea typeface="+mj-ea"/>
                <a:cs typeface="+mj-cs"/>
              </a:defRPr>
            </a:lvl1pPr>
          </a:lstStyle>
          <a:p>
            <a:pPr algn="l">
              <a:lnSpc>
                <a:spcPct val="85000"/>
              </a:lnSpc>
            </a:pPr>
            <a:r>
              <a:rPr lang="en-IN" sz="700" b="1">
                <a:solidFill>
                  <a:schemeClr val="tx1"/>
                </a:solidFill>
              </a:rPr>
              <a:t>Energy Market Authority – </a:t>
            </a:r>
            <a:r>
              <a:rPr lang="en-IN" sz="700" b="0">
                <a:solidFill>
                  <a:schemeClr val="tx1"/>
                </a:solidFill>
                <a:latin typeface="+mn-lt"/>
              </a:rPr>
              <a:t>Proposal</a:t>
            </a:r>
          </a:p>
        </p:txBody>
      </p:sp>
      <p:cxnSp>
        <p:nvCxnSpPr>
          <p:cNvPr id="13" name="Straight Connector 12">
            <a:extLst>
              <a:ext uri="{FF2B5EF4-FFF2-40B4-BE49-F238E27FC236}">
                <a16:creationId xmlns:a16="http://schemas.microsoft.com/office/drawing/2014/main" id="{A2677B15-6EC5-0BC5-1275-85F9412CD44C}"/>
              </a:ext>
            </a:extLst>
          </p:cNvPr>
          <p:cNvCxnSpPr>
            <a:cxnSpLocks/>
          </p:cNvCxnSpPr>
          <p:nvPr userDrawn="1"/>
        </p:nvCxnSpPr>
        <p:spPr>
          <a:xfrm>
            <a:off x="413518" y="6667501"/>
            <a:ext cx="10705756" cy="0"/>
          </a:xfrm>
          <a:prstGeom prst="line">
            <a:avLst/>
          </a:prstGeom>
          <a:ln w="9525">
            <a:gradFill flip="none" rotWithShape="1">
              <a:gsLst>
                <a:gs pos="66000">
                  <a:srgbClr val="EF4130"/>
                </a:gs>
                <a:gs pos="33000">
                  <a:srgbClr val="58595B"/>
                </a:gs>
                <a:gs pos="0">
                  <a:srgbClr val="005BAA"/>
                </a:gs>
                <a:gs pos="100000">
                  <a:srgbClr val="EF4130">
                    <a:alpha val="0"/>
                  </a:srgbClr>
                </a:gs>
              </a:gsLst>
              <a:lin ang="0" scaled="1"/>
              <a:tileRect/>
            </a:gradFill>
            <a:tailEnd type="none"/>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CEF8938-989A-4329-CC8A-25D4E80AE925}"/>
              </a:ext>
            </a:extLst>
          </p:cNvPr>
          <p:cNvGrpSpPr/>
          <p:nvPr userDrawn="1"/>
        </p:nvGrpSpPr>
        <p:grpSpPr>
          <a:xfrm>
            <a:off x="224763" y="6236922"/>
            <a:ext cx="303056" cy="435243"/>
            <a:chOff x="435008" y="7098505"/>
            <a:chExt cx="384368" cy="551735"/>
          </a:xfrm>
          <a:solidFill>
            <a:srgbClr val="005BAA"/>
          </a:solidFill>
        </p:grpSpPr>
        <p:sp>
          <p:nvSpPr>
            <p:cNvPr id="15" name="Freeform 5">
              <a:extLst>
                <a:ext uri="{FF2B5EF4-FFF2-40B4-BE49-F238E27FC236}">
                  <a16:creationId xmlns:a16="http://schemas.microsoft.com/office/drawing/2014/main" id="{08D9AD29-2557-89BA-1BC8-5309285DD810}"/>
                </a:ext>
              </a:extLst>
            </p:cNvPr>
            <p:cNvSpPr>
              <a:spLocks/>
            </p:cNvSpPr>
            <p:nvPr/>
          </p:nvSpPr>
          <p:spPr bwMode="auto">
            <a:xfrm flipH="1">
              <a:off x="463864" y="7125053"/>
              <a:ext cx="326655" cy="258554"/>
            </a:xfrm>
            <a:custGeom>
              <a:avLst/>
              <a:gdLst>
                <a:gd name="T0" fmla="*/ 50 w 566"/>
                <a:gd name="T1" fmla="*/ 440 h 448"/>
                <a:gd name="T2" fmla="*/ 38 w 566"/>
                <a:gd name="T3" fmla="*/ 422 h 448"/>
                <a:gd name="T4" fmla="*/ 20 w 566"/>
                <a:gd name="T5" fmla="*/ 384 h 448"/>
                <a:gd name="T6" fmla="*/ 8 w 566"/>
                <a:gd name="T7" fmla="*/ 346 h 448"/>
                <a:gd name="T8" fmla="*/ 2 w 566"/>
                <a:gd name="T9" fmla="*/ 304 h 448"/>
                <a:gd name="T10" fmla="*/ 0 w 566"/>
                <a:gd name="T11" fmla="*/ 282 h 448"/>
                <a:gd name="T12" fmla="*/ 6 w 566"/>
                <a:gd name="T13" fmla="*/ 226 h 448"/>
                <a:gd name="T14" fmla="*/ 24 w 566"/>
                <a:gd name="T15" fmla="*/ 172 h 448"/>
                <a:gd name="T16" fmla="*/ 50 w 566"/>
                <a:gd name="T17" fmla="*/ 124 h 448"/>
                <a:gd name="T18" fmla="*/ 84 w 566"/>
                <a:gd name="T19" fmla="*/ 82 h 448"/>
                <a:gd name="T20" fmla="*/ 126 w 566"/>
                <a:gd name="T21" fmla="*/ 48 h 448"/>
                <a:gd name="T22" fmla="*/ 174 w 566"/>
                <a:gd name="T23" fmla="*/ 22 h 448"/>
                <a:gd name="T24" fmla="*/ 226 w 566"/>
                <a:gd name="T25" fmla="*/ 6 h 448"/>
                <a:gd name="T26" fmla="*/ 284 w 566"/>
                <a:gd name="T27" fmla="*/ 0 h 448"/>
                <a:gd name="T28" fmla="*/ 312 w 566"/>
                <a:gd name="T29" fmla="*/ 2 h 448"/>
                <a:gd name="T30" fmla="*/ 368 w 566"/>
                <a:gd name="T31" fmla="*/ 12 h 448"/>
                <a:gd name="T32" fmla="*/ 418 w 566"/>
                <a:gd name="T33" fmla="*/ 34 h 448"/>
                <a:gd name="T34" fmla="*/ 462 w 566"/>
                <a:gd name="T35" fmla="*/ 64 h 448"/>
                <a:gd name="T36" fmla="*/ 502 w 566"/>
                <a:gd name="T37" fmla="*/ 104 h 448"/>
                <a:gd name="T38" fmla="*/ 532 w 566"/>
                <a:gd name="T39" fmla="*/ 148 h 448"/>
                <a:gd name="T40" fmla="*/ 554 w 566"/>
                <a:gd name="T41" fmla="*/ 198 h 448"/>
                <a:gd name="T42" fmla="*/ 564 w 566"/>
                <a:gd name="T43" fmla="*/ 254 h 448"/>
                <a:gd name="T44" fmla="*/ 566 w 566"/>
                <a:gd name="T45" fmla="*/ 292 h 448"/>
                <a:gd name="T46" fmla="*/ 548 w 566"/>
                <a:gd name="T47" fmla="*/ 282 h 448"/>
                <a:gd name="T48" fmla="*/ 546 w 566"/>
                <a:gd name="T49" fmla="*/ 256 h 448"/>
                <a:gd name="T50" fmla="*/ 536 w 566"/>
                <a:gd name="T51" fmla="*/ 204 h 448"/>
                <a:gd name="T52" fmla="*/ 516 w 566"/>
                <a:gd name="T53" fmla="*/ 156 h 448"/>
                <a:gd name="T54" fmla="*/ 488 w 566"/>
                <a:gd name="T55" fmla="*/ 114 h 448"/>
                <a:gd name="T56" fmla="*/ 452 w 566"/>
                <a:gd name="T57" fmla="*/ 78 h 448"/>
                <a:gd name="T58" fmla="*/ 410 w 566"/>
                <a:gd name="T59" fmla="*/ 50 h 448"/>
                <a:gd name="T60" fmla="*/ 362 w 566"/>
                <a:gd name="T61" fmla="*/ 30 h 448"/>
                <a:gd name="T62" fmla="*/ 310 w 566"/>
                <a:gd name="T63" fmla="*/ 20 h 448"/>
                <a:gd name="T64" fmla="*/ 284 w 566"/>
                <a:gd name="T65" fmla="*/ 18 h 448"/>
                <a:gd name="T66" fmla="*/ 230 w 566"/>
                <a:gd name="T67" fmla="*/ 24 h 448"/>
                <a:gd name="T68" fmla="*/ 180 w 566"/>
                <a:gd name="T69" fmla="*/ 38 h 448"/>
                <a:gd name="T70" fmla="*/ 136 w 566"/>
                <a:gd name="T71" fmla="*/ 64 h 448"/>
                <a:gd name="T72" fmla="*/ 96 w 566"/>
                <a:gd name="T73" fmla="*/ 96 h 448"/>
                <a:gd name="T74" fmla="*/ 64 w 566"/>
                <a:gd name="T75" fmla="*/ 134 h 448"/>
                <a:gd name="T76" fmla="*/ 40 w 566"/>
                <a:gd name="T77" fmla="*/ 180 h 448"/>
                <a:gd name="T78" fmla="*/ 24 w 566"/>
                <a:gd name="T79" fmla="*/ 230 h 448"/>
                <a:gd name="T80" fmla="*/ 18 w 566"/>
                <a:gd name="T81" fmla="*/ 282 h 448"/>
                <a:gd name="T82" fmla="*/ 20 w 566"/>
                <a:gd name="T83" fmla="*/ 302 h 448"/>
                <a:gd name="T84" fmla="*/ 26 w 566"/>
                <a:gd name="T85" fmla="*/ 342 h 448"/>
                <a:gd name="T86" fmla="*/ 36 w 566"/>
                <a:gd name="T87" fmla="*/ 378 h 448"/>
                <a:gd name="T88" fmla="*/ 54 w 566"/>
                <a:gd name="T89" fmla="*/ 414 h 448"/>
                <a:gd name="T90" fmla="*/ 68 w 566"/>
                <a:gd name="T91" fmla="*/ 438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6" h="448">
                  <a:moveTo>
                    <a:pt x="54" y="448"/>
                  </a:moveTo>
                  <a:lnTo>
                    <a:pt x="50" y="440"/>
                  </a:lnTo>
                  <a:lnTo>
                    <a:pt x="50" y="440"/>
                  </a:lnTo>
                  <a:lnTo>
                    <a:pt x="38" y="422"/>
                  </a:lnTo>
                  <a:lnTo>
                    <a:pt x="28" y="404"/>
                  </a:lnTo>
                  <a:lnTo>
                    <a:pt x="20" y="384"/>
                  </a:lnTo>
                  <a:lnTo>
                    <a:pt x="14" y="366"/>
                  </a:lnTo>
                  <a:lnTo>
                    <a:pt x="8" y="346"/>
                  </a:lnTo>
                  <a:lnTo>
                    <a:pt x="4" y="324"/>
                  </a:lnTo>
                  <a:lnTo>
                    <a:pt x="2" y="304"/>
                  </a:lnTo>
                  <a:lnTo>
                    <a:pt x="0" y="282"/>
                  </a:lnTo>
                  <a:lnTo>
                    <a:pt x="0" y="282"/>
                  </a:lnTo>
                  <a:lnTo>
                    <a:pt x="2" y="254"/>
                  </a:lnTo>
                  <a:lnTo>
                    <a:pt x="6" y="226"/>
                  </a:lnTo>
                  <a:lnTo>
                    <a:pt x="14" y="198"/>
                  </a:lnTo>
                  <a:lnTo>
                    <a:pt x="24" y="172"/>
                  </a:lnTo>
                  <a:lnTo>
                    <a:pt x="34" y="148"/>
                  </a:lnTo>
                  <a:lnTo>
                    <a:pt x="50" y="124"/>
                  </a:lnTo>
                  <a:lnTo>
                    <a:pt x="66" y="104"/>
                  </a:lnTo>
                  <a:lnTo>
                    <a:pt x="84" y="82"/>
                  </a:lnTo>
                  <a:lnTo>
                    <a:pt x="104" y="64"/>
                  </a:lnTo>
                  <a:lnTo>
                    <a:pt x="126" y="48"/>
                  </a:lnTo>
                  <a:lnTo>
                    <a:pt x="148" y="34"/>
                  </a:lnTo>
                  <a:lnTo>
                    <a:pt x="174" y="22"/>
                  </a:lnTo>
                  <a:lnTo>
                    <a:pt x="200" y="12"/>
                  </a:lnTo>
                  <a:lnTo>
                    <a:pt x="226" y="6"/>
                  </a:lnTo>
                  <a:lnTo>
                    <a:pt x="254" y="2"/>
                  </a:lnTo>
                  <a:lnTo>
                    <a:pt x="284" y="0"/>
                  </a:lnTo>
                  <a:lnTo>
                    <a:pt x="284" y="0"/>
                  </a:lnTo>
                  <a:lnTo>
                    <a:pt x="312" y="2"/>
                  </a:lnTo>
                  <a:lnTo>
                    <a:pt x="340" y="6"/>
                  </a:lnTo>
                  <a:lnTo>
                    <a:pt x="368" y="12"/>
                  </a:lnTo>
                  <a:lnTo>
                    <a:pt x="394" y="22"/>
                  </a:lnTo>
                  <a:lnTo>
                    <a:pt x="418" y="34"/>
                  </a:lnTo>
                  <a:lnTo>
                    <a:pt x="442" y="48"/>
                  </a:lnTo>
                  <a:lnTo>
                    <a:pt x="462" y="64"/>
                  </a:lnTo>
                  <a:lnTo>
                    <a:pt x="484" y="82"/>
                  </a:lnTo>
                  <a:lnTo>
                    <a:pt x="502" y="104"/>
                  </a:lnTo>
                  <a:lnTo>
                    <a:pt x="518" y="124"/>
                  </a:lnTo>
                  <a:lnTo>
                    <a:pt x="532" y="148"/>
                  </a:lnTo>
                  <a:lnTo>
                    <a:pt x="544" y="172"/>
                  </a:lnTo>
                  <a:lnTo>
                    <a:pt x="554" y="198"/>
                  </a:lnTo>
                  <a:lnTo>
                    <a:pt x="560" y="226"/>
                  </a:lnTo>
                  <a:lnTo>
                    <a:pt x="564" y="254"/>
                  </a:lnTo>
                  <a:lnTo>
                    <a:pt x="566" y="282"/>
                  </a:lnTo>
                  <a:lnTo>
                    <a:pt x="566" y="292"/>
                  </a:lnTo>
                  <a:lnTo>
                    <a:pt x="548" y="292"/>
                  </a:lnTo>
                  <a:lnTo>
                    <a:pt x="548" y="282"/>
                  </a:lnTo>
                  <a:lnTo>
                    <a:pt x="548" y="282"/>
                  </a:lnTo>
                  <a:lnTo>
                    <a:pt x="546" y="256"/>
                  </a:lnTo>
                  <a:lnTo>
                    <a:pt x="542" y="230"/>
                  </a:lnTo>
                  <a:lnTo>
                    <a:pt x="536" y="204"/>
                  </a:lnTo>
                  <a:lnTo>
                    <a:pt x="528" y="180"/>
                  </a:lnTo>
                  <a:lnTo>
                    <a:pt x="516" y="156"/>
                  </a:lnTo>
                  <a:lnTo>
                    <a:pt x="502" y="134"/>
                  </a:lnTo>
                  <a:lnTo>
                    <a:pt x="488" y="114"/>
                  </a:lnTo>
                  <a:lnTo>
                    <a:pt x="470" y="96"/>
                  </a:lnTo>
                  <a:lnTo>
                    <a:pt x="452" y="78"/>
                  </a:lnTo>
                  <a:lnTo>
                    <a:pt x="432" y="64"/>
                  </a:lnTo>
                  <a:lnTo>
                    <a:pt x="410" y="50"/>
                  </a:lnTo>
                  <a:lnTo>
                    <a:pt x="386" y="38"/>
                  </a:lnTo>
                  <a:lnTo>
                    <a:pt x="362" y="30"/>
                  </a:lnTo>
                  <a:lnTo>
                    <a:pt x="336" y="24"/>
                  </a:lnTo>
                  <a:lnTo>
                    <a:pt x="310" y="20"/>
                  </a:lnTo>
                  <a:lnTo>
                    <a:pt x="284" y="18"/>
                  </a:lnTo>
                  <a:lnTo>
                    <a:pt x="284" y="18"/>
                  </a:lnTo>
                  <a:lnTo>
                    <a:pt x="256" y="20"/>
                  </a:lnTo>
                  <a:lnTo>
                    <a:pt x="230" y="24"/>
                  </a:lnTo>
                  <a:lnTo>
                    <a:pt x="204" y="30"/>
                  </a:lnTo>
                  <a:lnTo>
                    <a:pt x="180" y="38"/>
                  </a:lnTo>
                  <a:lnTo>
                    <a:pt x="158" y="50"/>
                  </a:lnTo>
                  <a:lnTo>
                    <a:pt x="136" y="64"/>
                  </a:lnTo>
                  <a:lnTo>
                    <a:pt x="116" y="78"/>
                  </a:lnTo>
                  <a:lnTo>
                    <a:pt x="96" y="96"/>
                  </a:lnTo>
                  <a:lnTo>
                    <a:pt x="80" y="114"/>
                  </a:lnTo>
                  <a:lnTo>
                    <a:pt x="64" y="134"/>
                  </a:lnTo>
                  <a:lnTo>
                    <a:pt x="50" y="156"/>
                  </a:lnTo>
                  <a:lnTo>
                    <a:pt x="40" y="180"/>
                  </a:lnTo>
                  <a:lnTo>
                    <a:pt x="30" y="204"/>
                  </a:lnTo>
                  <a:lnTo>
                    <a:pt x="24" y="230"/>
                  </a:lnTo>
                  <a:lnTo>
                    <a:pt x="20" y="256"/>
                  </a:lnTo>
                  <a:lnTo>
                    <a:pt x="18" y="282"/>
                  </a:lnTo>
                  <a:lnTo>
                    <a:pt x="18" y="282"/>
                  </a:lnTo>
                  <a:lnTo>
                    <a:pt x="20" y="302"/>
                  </a:lnTo>
                  <a:lnTo>
                    <a:pt x="22" y="322"/>
                  </a:lnTo>
                  <a:lnTo>
                    <a:pt x="26" y="342"/>
                  </a:lnTo>
                  <a:lnTo>
                    <a:pt x="30" y="360"/>
                  </a:lnTo>
                  <a:lnTo>
                    <a:pt x="36" y="378"/>
                  </a:lnTo>
                  <a:lnTo>
                    <a:pt x="44" y="396"/>
                  </a:lnTo>
                  <a:lnTo>
                    <a:pt x="54" y="414"/>
                  </a:lnTo>
                  <a:lnTo>
                    <a:pt x="64" y="430"/>
                  </a:lnTo>
                  <a:lnTo>
                    <a:pt x="68" y="438"/>
                  </a:lnTo>
                  <a:lnTo>
                    <a:pt x="54" y="4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16" name="Freeform 6">
              <a:extLst>
                <a:ext uri="{FF2B5EF4-FFF2-40B4-BE49-F238E27FC236}">
                  <a16:creationId xmlns:a16="http://schemas.microsoft.com/office/drawing/2014/main" id="{754D3402-831C-F0BD-7F4E-F756D16988C8}"/>
                </a:ext>
              </a:extLst>
            </p:cNvPr>
            <p:cNvSpPr>
              <a:spLocks noEditPoints="1"/>
            </p:cNvSpPr>
            <p:nvPr/>
          </p:nvSpPr>
          <p:spPr bwMode="auto">
            <a:xfrm flipH="1">
              <a:off x="469636" y="7329357"/>
              <a:ext cx="98112" cy="109655"/>
            </a:xfrm>
            <a:custGeom>
              <a:avLst/>
              <a:gdLst>
                <a:gd name="T0" fmla="*/ 8 w 170"/>
                <a:gd name="T1" fmla="*/ 190 h 190"/>
                <a:gd name="T2" fmla="*/ 0 w 170"/>
                <a:gd name="T3" fmla="*/ 172 h 190"/>
                <a:gd name="T4" fmla="*/ 8 w 170"/>
                <a:gd name="T5" fmla="*/ 168 h 190"/>
                <a:gd name="T6" fmla="*/ 8 w 170"/>
                <a:gd name="T7" fmla="*/ 168 h 190"/>
                <a:gd name="T8" fmla="*/ 18 w 170"/>
                <a:gd name="T9" fmla="*/ 164 h 190"/>
                <a:gd name="T10" fmla="*/ 26 w 170"/>
                <a:gd name="T11" fmla="*/ 160 h 190"/>
                <a:gd name="T12" fmla="*/ 34 w 170"/>
                <a:gd name="T13" fmla="*/ 176 h 190"/>
                <a:gd name="T14" fmla="*/ 26 w 170"/>
                <a:gd name="T15" fmla="*/ 180 h 190"/>
                <a:gd name="T16" fmla="*/ 26 w 170"/>
                <a:gd name="T17" fmla="*/ 180 h 190"/>
                <a:gd name="T18" fmla="*/ 16 w 170"/>
                <a:gd name="T19" fmla="*/ 186 h 190"/>
                <a:gd name="T20" fmla="*/ 8 w 170"/>
                <a:gd name="T21" fmla="*/ 190 h 190"/>
                <a:gd name="T22" fmla="*/ 52 w 170"/>
                <a:gd name="T23" fmla="*/ 166 h 190"/>
                <a:gd name="T24" fmla="*/ 40 w 170"/>
                <a:gd name="T25" fmla="*/ 152 h 190"/>
                <a:gd name="T26" fmla="*/ 48 w 170"/>
                <a:gd name="T27" fmla="*/ 146 h 190"/>
                <a:gd name="T28" fmla="*/ 48 w 170"/>
                <a:gd name="T29" fmla="*/ 146 h 190"/>
                <a:gd name="T30" fmla="*/ 76 w 170"/>
                <a:gd name="T31" fmla="*/ 124 h 190"/>
                <a:gd name="T32" fmla="*/ 82 w 170"/>
                <a:gd name="T33" fmla="*/ 118 h 190"/>
                <a:gd name="T34" fmla="*/ 94 w 170"/>
                <a:gd name="T35" fmla="*/ 132 h 190"/>
                <a:gd name="T36" fmla="*/ 88 w 170"/>
                <a:gd name="T37" fmla="*/ 138 h 190"/>
                <a:gd name="T38" fmla="*/ 88 w 170"/>
                <a:gd name="T39" fmla="*/ 138 h 190"/>
                <a:gd name="T40" fmla="*/ 74 w 170"/>
                <a:gd name="T41" fmla="*/ 150 h 190"/>
                <a:gd name="T42" fmla="*/ 58 w 170"/>
                <a:gd name="T43" fmla="*/ 160 h 190"/>
                <a:gd name="T44" fmla="*/ 52 w 170"/>
                <a:gd name="T45" fmla="*/ 166 h 190"/>
                <a:gd name="T46" fmla="*/ 108 w 170"/>
                <a:gd name="T47" fmla="*/ 118 h 190"/>
                <a:gd name="T48" fmla="*/ 94 w 170"/>
                <a:gd name="T49" fmla="*/ 106 h 190"/>
                <a:gd name="T50" fmla="*/ 100 w 170"/>
                <a:gd name="T51" fmla="*/ 100 h 190"/>
                <a:gd name="T52" fmla="*/ 100 w 170"/>
                <a:gd name="T53" fmla="*/ 100 h 190"/>
                <a:gd name="T54" fmla="*/ 120 w 170"/>
                <a:gd name="T55" fmla="*/ 72 h 190"/>
                <a:gd name="T56" fmla="*/ 126 w 170"/>
                <a:gd name="T57" fmla="*/ 64 h 190"/>
                <a:gd name="T58" fmla="*/ 140 w 170"/>
                <a:gd name="T59" fmla="*/ 74 h 190"/>
                <a:gd name="T60" fmla="*/ 136 w 170"/>
                <a:gd name="T61" fmla="*/ 80 h 190"/>
                <a:gd name="T62" fmla="*/ 136 w 170"/>
                <a:gd name="T63" fmla="*/ 80 h 190"/>
                <a:gd name="T64" fmla="*/ 124 w 170"/>
                <a:gd name="T65" fmla="*/ 96 h 190"/>
                <a:gd name="T66" fmla="*/ 114 w 170"/>
                <a:gd name="T67" fmla="*/ 110 h 190"/>
                <a:gd name="T68" fmla="*/ 108 w 170"/>
                <a:gd name="T69" fmla="*/ 118 h 190"/>
                <a:gd name="T70" fmla="*/ 150 w 170"/>
                <a:gd name="T71" fmla="*/ 56 h 190"/>
                <a:gd name="T72" fmla="*/ 134 w 170"/>
                <a:gd name="T73" fmla="*/ 48 h 190"/>
                <a:gd name="T74" fmla="*/ 138 w 170"/>
                <a:gd name="T75" fmla="*/ 40 h 190"/>
                <a:gd name="T76" fmla="*/ 138 w 170"/>
                <a:gd name="T77" fmla="*/ 40 h 190"/>
                <a:gd name="T78" fmla="*/ 150 w 170"/>
                <a:gd name="T79" fmla="*/ 8 h 190"/>
                <a:gd name="T80" fmla="*/ 152 w 170"/>
                <a:gd name="T81" fmla="*/ 0 h 190"/>
                <a:gd name="T82" fmla="*/ 170 w 170"/>
                <a:gd name="T83" fmla="*/ 6 h 190"/>
                <a:gd name="T84" fmla="*/ 166 w 170"/>
                <a:gd name="T85" fmla="*/ 14 h 190"/>
                <a:gd name="T86" fmla="*/ 166 w 170"/>
                <a:gd name="T87" fmla="*/ 14 h 190"/>
                <a:gd name="T88" fmla="*/ 160 w 170"/>
                <a:gd name="T89" fmla="*/ 32 h 190"/>
                <a:gd name="T90" fmla="*/ 154 w 170"/>
                <a:gd name="T91" fmla="*/ 48 h 190"/>
                <a:gd name="T92" fmla="*/ 150 w 170"/>
                <a:gd name="T93" fmla="*/ 56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0" h="190">
                  <a:moveTo>
                    <a:pt x="8" y="190"/>
                  </a:moveTo>
                  <a:lnTo>
                    <a:pt x="0" y="172"/>
                  </a:lnTo>
                  <a:lnTo>
                    <a:pt x="8" y="168"/>
                  </a:lnTo>
                  <a:lnTo>
                    <a:pt x="8" y="168"/>
                  </a:lnTo>
                  <a:lnTo>
                    <a:pt x="18" y="164"/>
                  </a:lnTo>
                  <a:lnTo>
                    <a:pt x="26" y="160"/>
                  </a:lnTo>
                  <a:lnTo>
                    <a:pt x="34" y="176"/>
                  </a:lnTo>
                  <a:lnTo>
                    <a:pt x="26" y="180"/>
                  </a:lnTo>
                  <a:lnTo>
                    <a:pt x="26" y="180"/>
                  </a:lnTo>
                  <a:lnTo>
                    <a:pt x="16" y="186"/>
                  </a:lnTo>
                  <a:lnTo>
                    <a:pt x="8" y="190"/>
                  </a:lnTo>
                  <a:close/>
                  <a:moveTo>
                    <a:pt x="52" y="166"/>
                  </a:moveTo>
                  <a:lnTo>
                    <a:pt x="40" y="152"/>
                  </a:lnTo>
                  <a:lnTo>
                    <a:pt x="48" y="146"/>
                  </a:lnTo>
                  <a:lnTo>
                    <a:pt x="48" y="146"/>
                  </a:lnTo>
                  <a:lnTo>
                    <a:pt x="76" y="124"/>
                  </a:lnTo>
                  <a:lnTo>
                    <a:pt x="82" y="118"/>
                  </a:lnTo>
                  <a:lnTo>
                    <a:pt x="94" y="132"/>
                  </a:lnTo>
                  <a:lnTo>
                    <a:pt x="88" y="138"/>
                  </a:lnTo>
                  <a:lnTo>
                    <a:pt x="88" y="138"/>
                  </a:lnTo>
                  <a:lnTo>
                    <a:pt x="74" y="150"/>
                  </a:lnTo>
                  <a:lnTo>
                    <a:pt x="58" y="160"/>
                  </a:lnTo>
                  <a:lnTo>
                    <a:pt x="52" y="166"/>
                  </a:lnTo>
                  <a:close/>
                  <a:moveTo>
                    <a:pt x="108" y="118"/>
                  </a:moveTo>
                  <a:lnTo>
                    <a:pt x="94" y="106"/>
                  </a:lnTo>
                  <a:lnTo>
                    <a:pt x="100" y="100"/>
                  </a:lnTo>
                  <a:lnTo>
                    <a:pt x="100" y="100"/>
                  </a:lnTo>
                  <a:lnTo>
                    <a:pt x="120" y="72"/>
                  </a:lnTo>
                  <a:lnTo>
                    <a:pt x="126" y="64"/>
                  </a:lnTo>
                  <a:lnTo>
                    <a:pt x="140" y="74"/>
                  </a:lnTo>
                  <a:lnTo>
                    <a:pt x="136" y="80"/>
                  </a:lnTo>
                  <a:lnTo>
                    <a:pt x="136" y="80"/>
                  </a:lnTo>
                  <a:lnTo>
                    <a:pt x="124" y="96"/>
                  </a:lnTo>
                  <a:lnTo>
                    <a:pt x="114" y="110"/>
                  </a:lnTo>
                  <a:lnTo>
                    <a:pt x="108" y="118"/>
                  </a:lnTo>
                  <a:close/>
                  <a:moveTo>
                    <a:pt x="150" y="56"/>
                  </a:moveTo>
                  <a:lnTo>
                    <a:pt x="134" y="48"/>
                  </a:lnTo>
                  <a:lnTo>
                    <a:pt x="138" y="40"/>
                  </a:lnTo>
                  <a:lnTo>
                    <a:pt x="138" y="40"/>
                  </a:lnTo>
                  <a:lnTo>
                    <a:pt x="150" y="8"/>
                  </a:lnTo>
                  <a:lnTo>
                    <a:pt x="152" y="0"/>
                  </a:lnTo>
                  <a:lnTo>
                    <a:pt x="170" y="6"/>
                  </a:lnTo>
                  <a:lnTo>
                    <a:pt x="166" y="14"/>
                  </a:lnTo>
                  <a:lnTo>
                    <a:pt x="166" y="14"/>
                  </a:lnTo>
                  <a:lnTo>
                    <a:pt x="160" y="32"/>
                  </a:lnTo>
                  <a:lnTo>
                    <a:pt x="154" y="48"/>
                  </a:lnTo>
                  <a:lnTo>
                    <a:pt x="15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17" name="Freeform 7">
              <a:extLst>
                <a:ext uri="{FF2B5EF4-FFF2-40B4-BE49-F238E27FC236}">
                  <a16:creationId xmlns:a16="http://schemas.microsoft.com/office/drawing/2014/main" id="{3BE45F2F-049D-0A10-DE98-A49B211C1EA7}"/>
                </a:ext>
              </a:extLst>
            </p:cNvPr>
            <p:cNvSpPr>
              <a:spLocks noEditPoints="1"/>
            </p:cNvSpPr>
            <p:nvPr/>
          </p:nvSpPr>
          <p:spPr bwMode="auto">
            <a:xfrm flipH="1">
              <a:off x="560822" y="7316660"/>
              <a:ext cx="126968" cy="109655"/>
            </a:xfrm>
            <a:custGeom>
              <a:avLst/>
              <a:gdLst>
                <a:gd name="T0" fmla="*/ 110 w 220"/>
                <a:gd name="T1" fmla="*/ 190 h 190"/>
                <a:gd name="T2" fmla="*/ 110 w 220"/>
                <a:gd name="T3" fmla="*/ 190 h 190"/>
                <a:gd name="T4" fmla="*/ 88 w 220"/>
                <a:gd name="T5" fmla="*/ 188 h 190"/>
                <a:gd name="T6" fmla="*/ 66 w 220"/>
                <a:gd name="T7" fmla="*/ 180 h 190"/>
                <a:gd name="T8" fmla="*/ 48 w 220"/>
                <a:gd name="T9" fmla="*/ 170 h 190"/>
                <a:gd name="T10" fmla="*/ 32 w 220"/>
                <a:gd name="T11" fmla="*/ 158 h 190"/>
                <a:gd name="T12" fmla="*/ 18 w 220"/>
                <a:gd name="T13" fmla="*/ 140 h 190"/>
                <a:gd name="T14" fmla="*/ 8 w 220"/>
                <a:gd name="T15" fmla="*/ 122 h 190"/>
                <a:gd name="T16" fmla="*/ 2 w 220"/>
                <a:gd name="T17" fmla="*/ 102 h 190"/>
                <a:gd name="T18" fmla="*/ 0 w 220"/>
                <a:gd name="T19" fmla="*/ 80 h 190"/>
                <a:gd name="T20" fmla="*/ 0 w 220"/>
                <a:gd name="T21" fmla="*/ 0 h 190"/>
                <a:gd name="T22" fmla="*/ 220 w 220"/>
                <a:gd name="T23" fmla="*/ 0 h 190"/>
                <a:gd name="T24" fmla="*/ 220 w 220"/>
                <a:gd name="T25" fmla="*/ 80 h 190"/>
                <a:gd name="T26" fmla="*/ 220 w 220"/>
                <a:gd name="T27" fmla="*/ 80 h 190"/>
                <a:gd name="T28" fmla="*/ 218 w 220"/>
                <a:gd name="T29" fmla="*/ 102 h 190"/>
                <a:gd name="T30" fmla="*/ 212 w 220"/>
                <a:gd name="T31" fmla="*/ 122 h 190"/>
                <a:gd name="T32" fmla="*/ 202 w 220"/>
                <a:gd name="T33" fmla="*/ 140 h 190"/>
                <a:gd name="T34" fmla="*/ 188 w 220"/>
                <a:gd name="T35" fmla="*/ 158 h 190"/>
                <a:gd name="T36" fmla="*/ 172 w 220"/>
                <a:gd name="T37" fmla="*/ 170 h 190"/>
                <a:gd name="T38" fmla="*/ 152 w 220"/>
                <a:gd name="T39" fmla="*/ 180 h 190"/>
                <a:gd name="T40" fmla="*/ 132 w 220"/>
                <a:gd name="T41" fmla="*/ 188 h 190"/>
                <a:gd name="T42" fmla="*/ 110 w 220"/>
                <a:gd name="T43" fmla="*/ 190 h 190"/>
                <a:gd name="T44" fmla="*/ 110 w 220"/>
                <a:gd name="T45" fmla="*/ 190 h 190"/>
                <a:gd name="T46" fmla="*/ 18 w 220"/>
                <a:gd name="T47" fmla="*/ 18 h 190"/>
                <a:gd name="T48" fmla="*/ 18 w 220"/>
                <a:gd name="T49" fmla="*/ 80 h 190"/>
                <a:gd name="T50" fmla="*/ 18 w 220"/>
                <a:gd name="T51" fmla="*/ 80 h 190"/>
                <a:gd name="T52" fmla="*/ 20 w 220"/>
                <a:gd name="T53" fmla="*/ 98 h 190"/>
                <a:gd name="T54" fmla="*/ 24 w 220"/>
                <a:gd name="T55" fmla="*/ 116 h 190"/>
                <a:gd name="T56" fmla="*/ 34 w 220"/>
                <a:gd name="T57" fmla="*/ 130 h 190"/>
                <a:gd name="T58" fmla="*/ 44 w 220"/>
                <a:gd name="T59" fmla="*/ 144 h 190"/>
                <a:gd name="T60" fmla="*/ 58 w 220"/>
                <a:gd name="T61" fmla="*/ 156 h 190"/>
                <a:gd name="T62" fmla="*/ 74 w 220"/>
                <a:gd name="T63" fmla="*/ 164 h 190"/>
                <a:gd name="T64" fmla="*/ 92 w 220"/>
                <a:gd name="T65" fmla="*/ 170 h 190"/>
                <a:gd name="T66" fmla="*/ 110 w 220"/>
                <a:gd name="T67" fmla="*/ 172 h 190"/>
                <a:gd name="T68" fmla="*/ 110 w 220"/>
                <a:gd name="T69" fmla="*/ 172 h 190"/>
                <a:gd name="T70" fmla="*/ 128 w 220"/>
                <a:gd name="T71" fmla="*/ 170 h 190"/>
                <a:gd name="T72" fmla="*/ 146 w 220"/>
                <a:gd name="T73" fmla="*/ 164 h 190"/>
                <a:gd name="T74" fmla="*/ 162 w 220"/>
                <a:gd name="T75" fmla="*/ 156 h 190"/>
                <a:gd name="T76" fmla="*/ 174 w 220"/>
                <a:gd name="T77" fmla="*/ 144 h 190"/>
                <a:gd name="T78" fmla="*/ 186 w 220"/>
                <a:gd name="T79" fmla="*/ 130 h 190"/>
                <a:gd name="T80" fmla="*/ 194 w 220"/>
                <a:gd name="T81" fmla="*/ 116 h 190"/>
                <a:gd name="T82" fmla="*/ 200 w 220"/>
                <a:gd name="T83" fmla="*/ 98 h 190"/>
                <a:gd name="T84" fmla="*/ 202 w 220"/>
                <a:gd name="T85" fmla="*/ 80 h 190"/>
                <a:gd name="T86" fmla="*/ 202 w 220"/>
                <a:gd name="T87" fmla="*/ 18 h 190"/>
                <a:gd name="T88" fmla="*/ 18 w 220"/>
                <a:gd name="T89" fmla="*/ 18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20" h="190">
                  <a:moveTo>
                    <a:pt x="110" y="190"/>
                  </a:moveTo>
                  <a:lnTo>
                    <a:pt x="110" y="190"/>
                  </a:lnTo>
                  <a:lnTo>
                    <a:pt x="88" y="188"/>
                  </a:lnTo>
                  <a:lnTo>
                    <a:pt x="66" y="180"/>
                  </a:lnTo>
                  <a:lnTo>
                    <a:pt x="48" y="170"/>
                  </a:lnTo>
                  <a:lnTo>
                    <a:pt x="32" y="158"/>
                  </a:lnTo>
                  <a:lnTo>
                    <a:pt x="18" y="140"/>
                  </a:lnTo>
                  <a:lnTo>
                    <a:pt x="8" y="122"/>
                  </a:lnTo>
                  <a:lnTo>
                    <a:pt x="2" y="102"/>
                  </a:lnTo>
                  <a:lnTo>
                    <a:pt x="0" y="80"/>
                  </a:lnTo>
                  <a:lnTo>
                    <a:pt x="0" y="0"/>
                  </a:lnTo>
                  <a:lnTo>
                    <a:pt x="220" y="0"/>
                  </a:lnTo>
                  <a:lnTo>
                    <a:pt x="220" y="80"/>
                  </a:lnTo>
                  <a:lnTo>
                    <a:pt x="220" y="80"/>
                  </a:lnTo>
                  <a:lnTo>
                    <a:pt x="218" y="102"/>
                  </a:lnTo>
                  <a:lnTo>
                    <a:pt x="212" y="122"/>
                  </a:lnTo>
                  <a:lnTo>
                    <a:pt x="202" y="140"/>
                  </a:lnTo>
                  <a:lnTo>
                    <a:pt x="188" y="158"/>
                  </a:lnTo>
                  <a:lnTo>
                    <a:pt x="172" y="170"/>
                  </a:lnTo>
                  <a:lnTo>
                    <a:pt x="152" y="180"/>
                  </a:lnTo>
                  <a:lnTo>
                    <a:pt x="132" y="188"/>
                  </a:lnTo>
                  <a:lnTo>
                    <a:pt x="110" y="190"/>
                  </a:lnTo>
                  <a:lnTo>
                    <a:pt x="110" y="190"/>
                  </a:lnTo>
                  <a:close/>
                  <a:moveTo>
                    <a:pt x="18" y="18"/>
                  </a:moveTo>
                  <a:lnTo>
                    <a:pt x="18" y="80"/>
                  </a:lnTo>
                  <a:lnTo>
                    <a:pt x="18" y="80"/>
                  </a:lnTo>
                  <a:lnTo>
                    <a:pt x="20" y="98"/>
                  </a:lnTo>
                  <a:lnTo>
                    <a:pt x="24" y="116"/>
                  </a:lnTo>
                  <a:lnTo>
                    <a:pt x="34" y="130"/>
                  </a:lnTo>
                  <a:lnTo>
                    <a:pt x="44" y="144"/>
                  </a:lnTo>
                  <a:lnTo>
                    <a:pt x="58" y="156"/>
                  </a:lnTo>
                  <a:lnTo>
                    <a:pt x="74" y="164"/>
                  </a:lnTo>
                  <a:lnTo>
                    <a:pt x="92" y="170"/>
                  </a:lnTo>
                  <a:lnTo>
                    <a:pt x="110" y="172"/>
                  </a:lnTo>
                  <a:lnTo>
                    <a:pt x="110" y="172"/>
                  </a:lnTo>
                  <a:lnTo>
                    <a:pt x="128" y="170"/>
                  </a:lnTo>
                  <a:lnTo>
                    <a:pt x="146" y="164"/>
                  </a:lnTo>
                  <a:lnTo>
                    <a:pt x="162" y="156"/>
                  </a:lnTo>
                  <a:lnTo>
                    <a:pt x="174" y="144"/>
                  </a:lnTo>
                  <a:lnTo>
                    <a:pt x="186" y="130"/>
                  </a:lnTo>
                  <a:lnTo>
                    <a:pt x="194" y="116"/>
                  </a:lnTo>
                  <a:lnTo>
                    <a:pt x="200" y="98"/>
                  </a:lnTo>
                  <a:lnTo>
                    <a:pt x="202" y="80"/>
                  </a:lnTo>
                  <a:lnTo>
                    <a:pt x="202" y="18"/>
                  </a:lnTo>
                  <a:lnTo>
                    <a:pt x="18"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18" name="Freeform 8">
              <a:extLst>
                <a:ext uri="{FF2B5EF4-FFF2-40B4-BE49-F238E27FC236}">
                  <a16:creationId xmlns:a16="http://schemas.microsoft.com/office/drawing/2014/main" id="{F7692D7C-FDAF-6B55-9087-BCCDA2AC2950}"/>
                </a:ext>
              </a:extLst>
            </p:cNvPr>
            <p:cNvSpPr>
              <a:spLocks noEditPoints="1"/>
            </p:cNvSpPr>
            <p:nvPr/>
          </p:nvSpPr>
          <p:spPr bwMode="auto">
            <a:xfrm flipH="1">
              <a:off x="550434" y="7297037"/>
              <a:ext cx="147745" cy="30011"/>
            </a:xfrm>
            <a:custGeom>
              <a:avLst/>
              <a:gdLst>
                <a:gd name="T0" fmla="*/ 256 w 256"/>
                <a:gd name="T1" fmla="*/ 52 h 52"/>
                <a:gd name="T2" fmla="*/ 0 w 256"/>
                <a:gd name="T3" fmla="*/ 52 h 52"/>
                <a:gd name="T4" fmla="*/ 0 w 256"/>
                <a:gd name="T5" fmla="*/ 0 h 52"/>
                <a:gd name="T6" fmla="*/ 256 w 256"/>
                <a:gd name="T7" fmla="*/ 0 h 52"/>
                <a:gd name="T8" fmla="*/ 256 w 256"/>
                <a:gd name="T9" fmla="*/ 52 h 52"/>
                <a:gd name="T10" fmla="*/ 18 w 256"/>
                <a:gd name="T11" fmla="*/ 34 h 52"/>
                <a:gd name="T12" fmla="*/ 238 w 256"/>
                <a:gd name="T13" fmla="*/ 34 h 52"/>
                <a:gd name="T14" fmla="*/ 238 w 256"/>
                <a:gd name="T15" fmla="*/ 18 h 52"/>
                <a:gd name="T16" fmla="*/ 18 w 256"/>
                <a:gd name="T17" fmla="*/ 18 h 52"/>
                <a:gd name="T18" fmla="*/ 18 w 256"/>
                <a:gd name="T19" fmla="*/ 3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6" h="52">
                  <a:moveTo>
                    <a:pt x="256" y="52"/>
                  </a:moveTo>
                  <a:lnTo>
                    <a:pt x="0" y="52"/>
                  </a:lnTo>
                  <a:lnTo>
                    <a:pt x="0" y="0"/>
                  </a:lnTo>
                  <a:lnTo>
                    <a:pt x="256" y="0"/>
                  </a:lnTo>
                  <a:lnTo>
                    <a:pt x="256" y="52"/>
                  </a:lnTo>
                  <a:close/>
                  <a:moveTo>
                    <a:pt x="18" y="34"/>
                  </a:moveTo>
                  <a:lnTo>
                    <a:pt x="238" y="34"/>
                  </a:lnTo>
                  <a:lnTo>
                    <a:pt x="238" y="18"/>
                  </a:lnTo>
                  <a:lnTo>
                    <a:pt x="18" y="18"/>
                  </a:lnTo>
                  <a:lnTo>
                    <a:pt x="18"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19" name="Freeform 9">
              <a:extLst>
                <a:ext uri="{FF2B5EF4-FFF2-40B4-BE49-F238E27FC236}">
                  <a16:creationId xmlns:a16="http://schemas.microsoft.com/office/drawing/2014/main" id="{B6D4A811-09CD-0B29-84CA-E0F3F2D7788F}"/>
                </a:ext>
              </a:extLst>
            </p:cNvPr>
            <p:cNvSpPr>
              <a:spLocks noEditPoints="1"/>
            </p:cNvSpPr>
            <p:nvPr/>
          </p:nvSpPr>
          <p:spPr bwMode="auto">
            <a:xfrm flipH="1">
              <a:off x="637003" y="7233553"/>
              <a:ext cx="32319" cy="73873"/>
            </a:xfrm>
            <a:custGeom>
              <a:avLst/>
              <a:gdLst>
                <a:gd name="T0" fmla="*/ 56 w 56"/>
                <a:gd name="T1" fmla="*/ 128 h 128"/>
                <a:gd name="T2" fmla="*/ 0 w 56"/>
                <a:gd name="T3" fmla="*/ 128 h 128"/>
                <a:gd name="T4" fmla="*/ 0 w 56"/>
                <a:gd name="T5" fmla="*/ 28 h 128"/>
                <a:gd name="T6" fmla="*/ 0 w 56"/>
                <a:gd name="T7" fmla="*/ 28 h 128"/>
                <a:gd name="T8" fmla="*/ 2 w 56"/>
                <a:gd name="T9" fmla="*/ 18 h 128"/>
                <a:gd name="T10" fmla="*/ 8 w 56"/>
                <a:gd name="T11" fmla="*/ 8 h 128"/>
                <a:gd name="T12" fmla="*/ 16 w 56"/>
                <a:gd name="T13" fmla="*/ 2 h 128"/>
                <a:gd name="T14" fmla="*/ 28 w 56"/>
                <a:gd name="T15" fmla="*/ 0 h 128"/>
                <a:gd name="T16" fmla="*/ 28 w 56"/>
                <a:gd name="T17" fmla="*/ 0 h 128"/>
                <a:gd name="T18" fmla="*/ 38 w 56"/>
                <a:gd name="T19" fmla="*/ 2 h 128"/>
                <a:gd name="T20" fmla="*/ 48 w 56"/>
                <a:gd name="T21" fmla="*/ 8 h 128"/>
                <a:gd name="T22" fmla="*/ 54 w 56"/>
                <a:gd name="T23" fmla="*/ 18 h 128"/>
                <a:gd name="T24" fmla="*/ 56 w 56"/>
                <a:gd name="T25" fmla="*/ 28 h 128"/>
                <a:gd name="T26" fmla="*/ 56 w 56"/>
                <a:gd name="T27" fmla="*/ 128 h 128"/>
                <a:gd name="T28" fmla="*/ 18 w 56"/>
                <a:gd name="T29" fmla="*/ 110 h 128"/>
                <a:gd name="T30" fmla="*/ 38 w 56"/>
                <a:gd name="T31" fmla="*/ 110 h 128"/>
                <a:gd name="T32" fmla="*/ 38 w 56"/>
                <a:gd name="T33" fmla="*/ 28 h 128"/>
                <a:gd name="T34" fmla="*/ 38 w 56"/>
                <a:gd name="T35" fmla="*/ 28 h 128"/>
                <a:gd name="T36" fmla="*/ 38 w 56"/>
                <a:gd name="T37" fmla="*/ 24 h 128"/>
                <a:gd name="T38" fmla="*/ 36 w 56"/>
                <a:gd name="T39" fmla="*/ 20 h 128"/>
                <a:gd name="T40" fmla="*/ 32 w 56"/>
                <a:gd name="T41" fmla="*/ 18 h 128"/>
                <a:gd name="T42" fmla="*/ 28 w 56"/>
                <a:gd name="T43" fmla="*/ 18 h 128"/>
                <a:gd name="T44" fmla="*/ 28 w 56"/>
                <a:gd name="T45" fmla="*/ 18 h 128"/>
                <a:gd name="T46" fmla="*/ 24 w 56"/>
                <a:gd name="T47" fmla="*/ 18 h 128"/>
                <a:gd name="T48" fmla="*/ 20 w 56"/>
                <a:gd name="T49" fmla="*/ 20 h 128"/>
                <a:gd name="T50" fmla="*/ 18 w 56"/>
                <a:gd name="T51" fmla="*/ 24 h 128"/>
                <a:gd name="T52" fmla="*/ 18 w 56"/>
                <a:gd name="T53" fmla="*/ 28 h 128"/>
                <a:gd name="T54" fmla="*/ 18 w 56"/>
                <a:gd name="T55" fmla="*/ 11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128">
                  <a:moveTo>
                    <a:pt x="56" y="128"/>
                  </a:moveTo>
                  <a:lnTo>
                    <a:pt x="0" y="128"/>
                  </a:lnTo>
                  <a:lnTo>
                    <a:pt x="0" y="28"/>
                  </a:lnTo>
                  <a:lnTo>
                    <a:pt x="0" y="28"/>
                  </a:lnTo>
                  <a:lnTo>
                    <a:pt x="2" y="18"/>
                  </a:lnTo>
                  <a:lnTo>
                    <a:pt x="8" y="8"/>
                  </a:lnTo>
                  <a:lnTo>
                    <a:pt x="16" y="2"/>
                  </a:lnTo>
                  <a:lnTo>
                    <a:pt x="28" y="0"/>
                  </a:lnTo>
                  <a:lnTo>
                    <a:pt x="28" y="0"/>
                  </a:lnTo>
                  <a:lnTo>
                    <a:pt x="38" y="2"/>
                  </a:lnTo>
                  <a:lnTo>
                    <a:pt x="48" y="8"/>
                  </a:lnTo>
                  <a:lnTo>
                    <a:pt x="54" y="18"/>
                  </a:lnTo>
                  <a:lnTo>
                    <a:pt x="56" y="28"/>
                  </a:lnTo>
                  <a:lnTo>
                    <a:pt x="56" y="128"/>
                  </a:lnTo>
                  <a:close/>
                  <a:moveTo>
                    <a:pt x="18" y="110"/>
                  </a:moveTo>
                  <a:lnTo>
                    <a:pt x="38" y="110"/>
                  </a:lnTo>
                  <a:lnTo>
                    <a:pt x="38" y="28"/>
                  </a:lnTo>
                  <a:lnTo>
                    <a:pt x="38" y="28"/>
                  </a:lnTo>
                  <a:lnTo>
                    <a:pt x="38" y="24"/>
                  </a:lnTo>
                  <a:lnTo>
                    <a:pt x="36" y="20"/>
                  </a:lnTo>
                  <a:lnTo>
                    <a:pt x="32" y="18"/>
                  </a:lnTo>
                  <a:lnTo>
                    <a:pt x="28" y="18"/>
                  </a:lnTo>
                  <a:lnTo>
                    <a:pt x="28" y="18"/>
                  </a:lnTo>
                  <a:lnTo>
                    <a:pt x="24" y="18"/>
                  </a:lnTo>
                  <a:lnTo>
                    <a:pt x="20" y="20"/>
                  </a:lnTo>
                  <a:lnTo>
                    <a:pt x="18" y="24"/>
                  </a:lnTo>
                  <a:lnTo>
                    <a:pt x="18" y="28"/>
                  </a:lnTo>
                  <a:lnTo>
                    <a:pt x="18" y="1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20" name="Freeform 10">
              <a:extLst>
                <a:ext uri="{FF2B5EF4-FFF2-40B4-BE49-F238E27FC236}">
                  <a16:creationId xmlns:a16="http://schemas.microsoft.com/office/drawing/2014/main" id="{3AC8D8A8-F97C-C77D-755C-5FCF36ECA547}"/>
                </a:ext>
              </a:extLst>
            </p:cNvPr>
            <p:cNvSpPr>
              <a:spLocks noEditPoints="1"/>
            </p:cNvSpPr>
            <p:nvPr/>
          </p:nvSpPr>
          <p:spPr bwMode="auto">
            <a:xfrm flipH="1">
              <a:off x="579290" y="7233553"/>
              <a:ext cx="32319" cy="73873"/>
            </a:xfrm>
            <a:custGeom>
              <a:avLst/>
              <a:gdLst>
                <a:gd name="T0" fmla="*/ 56 w 56"/>
                <a:gd name="T1" fmla="*/ 128 h 128"/>
                <a:gd name="T2" fmla="*/ 0 w 56"/>
                <a:gd name="T3" fmla="*/ 128 h 128"/>
                <a:gd name="T4" fmla="*/ 0 w 56"/>
                <a:gd name="T5" fmla="*/ 28 h 128"/>
                <a:gd name="T6" fmla="*/ 0 w 56"/>
                <a:gd name="T7" fmla="*/ 28 h 128"/>
                <a:gd name="T8" fmla="*/ 2 w 56"/>
                <a:gd name="T9" fmla="*/ 18 h 128"/>
                <a:gd name="T10" fmla="*/ 8 w 56"/>
                <a:gd name="T11" fmla="*/ 8 h 128"/>
                <a:gd name="T12" fmla="*/ 16 w 56"/>
                <a:gd name="T13" fmla="*/ 2 h 128"/>
                <a:gd name="T14" fmla="*/ 28 w 56"/>
                <a:gd name="T15" fmla="*/ 0 h 128"/>
                <a:gd name="T16" fmla="*/ 28 w 56"/>
                <a:gd name="T17" fmla="*/ 0 h 128"/>
                <a:gd name="T18" fmla="*/ 38 w 56"/>
                <a:gd name="T19" fmla="*/ 2 h 128"/>
                <a:gd name="T20" fmla="*/ 48 w 56"/>
                <a:gd name="T21" fmla="*/ 8 h 128"/>
                <a:gd name="T22" fmla="*/ 54 w 56"/>
                <a:gd name="T23" fmla="*/ 18 h 128"/>
                <a:gd name="T24" fmla="*/ 56 w 56"/>
                <a:gd name="T25" fmla="*/ 28 h 128"/>
                <a:gd name="T26" fmla="*/ 56 w 56"/>
                <a:gd name="T27" fmla="*/ 128 h 128"/>
                <a:gd name="T28" fmla="*/ 18 w 56"/>
                <a:gd name="T29" fmla="*/ 110 h 128"/>
                <a:gd name="T30" fmla="*/ 38 w 56"/>
                <a:gd name="T31" fmla="*/ 110 h 128"/>
                <a:gd name="T32" fmla="*/ 38 w 56"/>
                <a:gd name="T33" fmla="*/ 28 h 128"/>
                <a:gd name="T34" fmla="*/ 38 w 56"/>
                <a:gd name="T35" fmla="*/ 28 h 128"/>
                <a:gd name="T36" fmla="*/ 38 w 56"/>
                <a:gd name="T37" fmla="*/ 24 h 128"/>
                <a:gd name="T38" fmla="*/ 36 w 56"/>
                <a:gd name="T39" fmla="*/ 20 h 128"/>
                <a:gd name="T40" fmla="*/ 32 w 56"/>
                <a:gd name="T41" fmla="*/ 18 h 128"/>
                <a:gd name="T42" fmla="*/ 28 w 56"/>
                <a:gd name="T43" fmla="*/ 18 h 128"/>
                <a:gd name="T44" fmla="*/ 28 w 56"/>
                <a:gd name="T45" fmla="*/ 18 h 128"/>
                <a:gd name="T46" fmla="*/ 24 w 56"/>
                <a:gd name="T47" fmla="*/ 18 h 128"/>
                <a:gd name="T48" fmla="*/ 20 w 56"/>
                <a:gd name="T49" fmla="*/ 20 h 128"/>
                <a:gd name="T50" fmla="*/ 18 w 56"/>
                <a:gd name="T51" fmla="*/ 24 h 128"/>
                <a:gd name="T52" fmla="*/ 18 w 56"/>
                <a:gd name="T53" fmla="*/ 28 h 128"/>
                <a:gd name="T54" fmla="*/ 18 w 56"/>
                <a:gd name="T55" fmla="*/ 11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128">
                  <a:moveTo>
                    <a:pt x="56" y="128"/>
                  </a:moveTo>
                  <a:lnTo>
                    <a:pt x="0" y="128"/>
                  </a:lnTo>
                  <a:lnTo>
                    <a:pt x="0" y="28"/>
                  </a:lnTo>
                  <a:lnTo>
                    <a:pt x="0" y="28"/>
                  </a:lnTo>
                  <a:lnTo>
                    <a:pt x="2" y="18"/>
                  </a:lnTo>
                  <a:lnTo>
                    <a:pt x="8" y="8"/>
                  </a:lnTo>
                  <a:lnTo>
                    <a:pt x="16" y="2"/>
                  </a:lnTo>
                  <a:lnTo>
                    <a:pt x="28" y="0"/>
                  </a:lnTo>
                  <a:lnTo>
                    <a:pt x="28" y="0"/>
                  </a:lnTo>
                  <a:lnTo>
                    <a:pt x="38" y="2"/>
                  </a:lnTo>
                  <a:lnTo>
                    <a:pt x="48" y="8"/>
                  </a:lnTo>
                  <a:lnTo>
                    <a:pt x="54" y="18"/>
                  </a:lnTo>
                  <a:lnTo>
                    <a:pt x="56" y="28"/>
                  </a:lnTo>
                  <a:lnTo>
                    <a:pt x="56" y="128"/>
                  </a:lnTo>
                  <a:close/>
                  <a:moveTo>
                    <a:pt x="18" y="110"/>
                  </a:moveTo>
                  <a:lnTo>
                    <a:pt x="38" y="110"/>
                  </a:lnTo>
                  <a:lnTo>
                    <a:pt x="38" y="28"/>
                  </a:lnTo>
                  <a:lnTo>
                    <a:pt x="38" y="28"/>
                  </a:lnTo>
                  <a:lnTo>
                    <a:pt x="38" y="24"/>
                  </a:lnTo>
                  <a:lnTo>
                    <a:pt x="36" y="20"/>
                  </a:lnTo>
                  <a:lnTo>
                    <a:pt x="32" y="18"/>
                  </a:lnTo>
                  <a:lnTo>
                    <a:pt x="28" y="18"/>
                  </a:lnTo>
                  <a:lnTo>
                    <a:pt x="28" y="18"/>
                  </a:lnTo>
                  <a:lnTo>
                    <a:pt x="24" y="18"/>
                  </a:lnTo>
                  <a:lnTo>
                    <a:pt x="20" y="20"/>
                  </a:lnTo>
                  <a:lnTo>
                    <a:pt x="18" y="24"/>
                  </a:lnTo>
                  <a:lnTo>
                    <a:pt x="18" y="28"/>
                  </a:lnTo>
                  <a:lnTo>
                    <a:pt x="18" y="1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21" name="Freeform 11">
              <a:extLst>
                <a:ext uri="{FF2B5EF4-FFF2-40B4-BE49-F238E27FC236}">
                  <a16:creationId xmlns:a16="http://schemas.microsoft.com/office/drawing/2014/main" id="{FAC88925-BB85-ED2E-D3E8-F947F7A20775}"/>
                </a:ext>
              </a:extLst>
            </p:cNvPr>
            <p:cNvSpPr>
              <a:spLocks/>
            </p:cNvSpPr>
            <p:nvPr/>
          </p:nvSpPr>
          <p:spPr bwMode="auto">
            <a:xfrm flipH="1">
              <a:off x="568902" y="7415926"/>
              <a:ext cx="61176" cy="60021"/>
            </a:xfrm>
            <a:custGeom>
              <a:avLst/>
              <a:gdLst>
                <a:gd name="T0" fmla="*/ 90 w 106"/>
                <a:gd name="T1" fmla="*/ 104 h 104"/>
                <a:gd name="T2" fmla="*/ 90 w 106"/>
                <a:gd name="T3" fmla="*/ 104 h 104"/>
                <a:gd name="T4" fmla="*/ 76 w 106"/>
                <a:gd name="T5" fmla="*/ 102 h 104"/>
                <a:gd name="T6" fmla="*/ 60 w 106"/>
                <a:gd name="T7" fmla="*/ 96 h 104"/>
                <a:gd name="T8" fmla="*/ 46 w 106"/>
                <a:gd name="T9" fmla="*/ 90 h 104"/>
                <a:gd name="T10" fmla="*/ 32 w 106"/>
                <a:gd name="T11" fmla="*/ 80 h 104"/>
                <a:gd name="T12" fmla="*/ 32 w 106"/>
                <a:gd name="T13" fmla="*/ 80 h 104"/>
                <a:gd name="T14" fmla="*/ 20 w 106"/>
                <a:gd name="T15" fmla="*/ 64 h 104"/>
                <a:gd name="T16" fmla="*/ 10 w 106"/>
                <a:gd name="T17" fmla="*/ 46 h 104"/>
                <a:gd name="T18" fmla="*/ 2 w 106"/>
                <a:gd name="T19" fmla="*/ 28 h 104"/>
                <a:gd name="T20" fmla="*/ 0 w 106"/>
                <a:gd name="T21" fmla="*/ 8 h 104"/>
                <a:gd name="T22" fmla="*/ 0 w 106"/>
                <a:gd name="T23" fmla="*/ 0 h 104"/>
                <a:gd name="T24" fmla="*/ 18 w 106"/>
                <a:gd name="T25" fmla="*/ 0 h 104"/>
                <a:gd name="T26" fmla="*/ 18 w 106"/>
                <a:gd name="T27" fmla="*/ 8 h 104"/>
                <a:gd name="T28" fmla="*/ 18 w 106"/>
                <a:gd name="T29" fmla="*/ 8 h 104"/>
                <a:gd name="T30" fmla="*/ 20 w 106"/>
                <a:gd name="T31" fmla="*/ 24 h 104"/>
                <a:gd name="T32" fmla="*/ 26 w 106"/>
                <a:gd name="T33" fmla="*/ 40 h 104"/>
                <a:gd name="T34" fmla="*/ 34 w 106"/>
                <a:gd name="T35" fmla="*/ 54 h 104"/>
                <a:gd name="T36" fmla="*/ 46 w 106"/>
                <a:gd name="T37" fmla="*/ 66 h 104"/>
                <a:gd name="T38" fmla="*/ 46 w 106"/>
                <a:gd name="T39" fmla="*/ 66 h 104"/>
                <a:gd name="T40" fmla="*/ 56 w 106"/>
                <a:gd name="T41" fmla="*/ 74 h 104"/>
                <a:gd name="T42" fmla="*/ 70 w 106"/>
                <a:gd name="T43" fmla="*/ 82 h 104"/>
                <a:gd name="T44" fmla="*/ 82 w 106"/>
                <a:gd name="T45" fmla="*/ 84 h 104"/>
                <a:gd name="T46" fmla="*/ 94 w 106"/>
                <a:gd name="T47" fmla="*/ 84 h 104"/>
                <a:gd name="T48" fmla="*/ 104 w 106"/>
                <a:gd name="T49" fmla="*/ 84 h 104"/>
                <a:gd name="T50" fmla="*/ 106 w 106"/>
                <a:gd name="T51" fmla="*/ 102 h 104"/>
                <a:gd name="T52" fmla="*/ 96 w 106"/>
                <a:gd name="T53" fmla="*/ 102 h 104"/>
                <a:gd name="T54" fmla="*/ 96 w 106"/>
                <a:gd name="T55" fmla="*/ 102 h 104"/>
                <a:gd name="T56" fmla="*/ 90 w 106"/>
                <a:gd name="T57" fmla="*/ 104 h 104"/>
                <a:gd name="T58" fmla="*/ 90 w 106"/>
                <a:gd name="T59" fmla="*/ 10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6" h="104">
                  <a:moveTo>
                    <a:pt x="90" y="104"/>
                  </a:moveTo>
                  <a:lnTo>
                    <a:pt x="90" y="104"/>
                  </a:lnTo>
                  <a:lnTo>
                    <a:pt x="76" y="102"/>
                  </a:lnTo>
                  <a:lnTo>
                    <a:pt x="60" y="96"/>
                  </a:lnTo>
                  <a:lnTo>
                    <a:pt x="46" y="90"/>
                  </a:lnTo>
                  <a:lnTo>
                    <a:pt x="32" y="80"/>
                  </a:lnTo>
                  <a:lnTo>
                    <a:pt x="32" y="80"/>
                  </a:lnTo>
                  <a:lnTo>
                    <a:pt x="20" y="64"/>
                  </a:lnTo>
                  <a:lnTo>
                    <a:pt x="10" y="46"/>
                  </a:lnTo>
                  <a:lnTo>
                    <a:pt x="2" y="28"/>
                  </a:lnTo>
                  <a:lnTo>
                    <a:pt x="0" y="8"/>
                  </a:lnTo>
                  <a:lnTo>
                    <a:pt x="0" y="0"/>
                  </a:lnTo>
                  <a:lnTo>
                    <a:pt x="18" y="0"/>
                  </a:lnTo>
                  <a:lnTo>
                    <a:pt x="18" y="8"/>
                  </a:lnTo>
                  <a:lnTo>
                    <a:pt x="18" y="8"/>
                  </a:lnTo>
                  <a:lnTo>
                    <a:pt x="20" y="24"/>
                  </a:lnTo>
                  <a:lnTo>
                    <a:pt x="26" y="40"/>
                  </a:lnTo>
                  <a:lnTo>
                    <a:pt x="34" y="54"/>
                  </a:lnTo>
                  <a:lnTo>
                    <a:pt x="46" y="66"/>
                  </a:lnTo>
                  <a:lnTo>
                    <a:pt x="46" y="66"/>
                  </a:lnTo>
                  <a:lnTo>
                    <a:pt x="56" y="74"/>
                  </a:lnTo>
                  <a:lnTo>
                    <a:pt x="70" y="82"/>
                  </a:lnTo>
                  <a:lnTo>
                    <a:pt x="82" y="84"/>
                  </a:lnTo>
                  <a:lnTo>
                    <a:pt x="94" y="84"/>
                  </a:lnTo>
                  <a:lnTo>
                    <a:pt x="104" y="84"/>
                  </a:lnTo>
                  <a:lnTo>
                    <a:pt x="106" y="102"/>
                  </a:lnTo>
                  <a:lnTo>
                    <a:pt x="96" y="102"/>
                  </a:lnTo>
                  <a:lnTo>
                    <a:pt x="96" y="102"/>
                  </a:lnTo>
                  <a:lnTo>
                    <a:pt x="90" y="104"/>
                  </a:lnTo>
                  <a:lnTo>
                    <a:pt x="90"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22" name="Freeform 12">
              <a:extLst>
                <a:ext uri="{FF2B5EF4-FFF2-40B4-BE49-F238E27FC236}">
                  <a16:creationId xmlns:a16="http://schemas.microsoft.com/office/drawing/2014/main" id="{A0362D4C-4D08-417A-F2DA-A2FE2A7ED853}"/>
                </a:ext>
              </a:extLst>
            </p:cNvPr>
            <p:cNvSpPr>
              <a:spLocks/>
            </p:cNvSpPr>
            <p:nvPr/>
          </p:nvSpPr>
          <p:spPr bwMode="auto">
            <a:xfrm flipH="1">
              <a:off x="435008" y="7098505"/>
              <a:ext cx="384368" cy="379751"/>
            </a:xfrm>
            <a:custGeom>
              <a:avLst/>
              <a:gdLst>
                <a:gd name="T0" fmla="*/ 250 w 666"/>
                <a:gd name="T1" fmla="*/ 656 h 658"/>
                <a:gd name="T2" fmla="*/ 172 w 666"/>
                <a:gd name="T3" fmla="*/ 626 h 658"/>
                <a:gd name="T4" fmla="*/ 106 w 666"/>
                <a:gd name="T5" fmla="*/ 578 h 658"/>
                <a:gd name="T6" fmla="*/ 54 w 666"/>
                <a:gd name="T7" fmla="*/ 516 h 658"/>
                <a:gd name="T8" fmla="*/ 18 w 666"/>
                <a:gd name="T9" fmla="*/ 442 h 658"/>
                <a:gd name="T10" fmla="*/ 2 w 666"/>
                <a:gd name="T11" fmla="*/ 362 h 658"/>
                <a:gd name="T12" fmla="*/ 2 w 666"/>
                <a:gd name="T13" fmla="*/ 300 h 658"/>
                <a:gd name="T14" fmla="*/ 26 w 666"/>
                <a:gd name="T15" fmla="*/ 204 h 658"/>
                <a:gd name="T16" fmla="*/ 76 w 666"/>
                <a:gd name="T17" fmla="*/ 122 h 658"/>
                <a:gd name="T18" fmla="*/ 148 w 666"/>
                <a:gd name="T19" fmla="*/ 58 h 658"/>
                <a:gd name="T20" fmla="*/ 234 w 666"/>
                <a:gd name="T21" fmla="*/ 16 h 658"/>
                <a:gd name="T22" fmla="*/ 334 w 666"/>
                <a:gd name="T23" fmla="*/ 0 h 658"/>
                <a:gd name="T24" fmla="*/ 400 w 666"/>
                <a:gd name="T25" fmla="*/ 8 h 658"/>
                <a:gd name="T26" fmla="*/ 492 w 666"/>
                <a:gd name="T27" fmla="*/ 42 h 658"/>
                <a:gd name="T28" fmla="*/ 568 w 666"/>
                <a:gd name="T29" fmla="*/ 98 h 658"/>
                <a:gd name="T30" fmla="*/ 626 w 666"/>
                <a:gd name="T31" fmla="*/ 176 h 658"/>
                <a:gd name="T32" fmla="*/ 660 w 666"/>
                <a:gd name="T33" fmla="*/ 266 h 658"/>
                <a:gd name="T34" fmla="*/ 666 w 666"/>
                <a:gd name="T35" fmla="*/ 334 h 658"/>
                <a:gd name="T36" fmla="*/ 658 w 666"/>
                <a:gd name="T37" fmla="*/ 412 h 658"/>
                <a:gd name="T38" fmla="*/ 630 w 666"/>
                <a:gd name="T39" fmla="*/ 486 h 658"/>
                <a:gd name="T40" fmla="*/ 588 w 666"/>
                <a:gd name="T41" fmla="*/ 550 h 658"/>
                <a:gd name="T42" fmla="*/ 532 w 666"/>
                <a:gd name="T43" fmla="*/ 602 h 658"/>
                <a:gd name="T44" fmla="*/ 462 w 666"/>
                <a:gd name="T45" fmla="*/ 640 h 658"/>
                <a:gd name="T46" fmla="*/ 424 w 666"/>
                <a:gd name="T47" fmla="*/ 636 h 658"/>
                <a:gd name="T48" fmla="*/ 456 w 666"/>
                <a:gd name="T49" fmla="*/ 624 h 658"/>
                <a:gd name="T50" fmla="*/ 520 w 666"/>
                <a:gd name="T51" fmla="*/ 588 h 658"/>
                <a:gd name="T52" fmla="*/ 574 w 666"/>
                <a:gd name="T53" fmla="*/ 538 h 658"/>
                <a:gd name="T54" fmla="*/ 614 w 666"/>
                <a:gd name="T55" fmla="*/ 478 h 658"/>
                <a:gd name="T56" fmla="*/ 640 w 666"/>
                <a:gd name="T57" fmla="*/ 408 h 658"/>
                <a:gd name="T58" fmla="*/ 648 w 666"/>
                <a:gd name="T59" fmla="*/ 334 h 658"/>
                <a:gd name="T60" fmla="*/ 642 w 666"/>
                <a:gd name="T61" fmla="*/ 270 h 658"/>
                <a:gd name="T62" fmla="*/ 610 w 666"/>
                <a:gd name="T63" fmla="*/ 184 h 658"/>
                <a:gd name="T64" fmla="*/ 556 w 666"/>
                <a:gd name="T65" fmla="*/ 112 h 658"/>
                <a:gd name="T66" fmla="*/ 484 w 666"/>
                <a:gd name="T67" fmla="*/ 56 h 658"/>
                <a:gd name="T68" fmla="*/ 396 w 666"/>
                <a:gd name="T69" fmla="*/ 26 h 658"/>
                <a:gd name="T70" fmla="*/ 334 w 666"/>
                <a:gd name="T71" fmla="*/ 18 h 658"/>
                <a:gd name="T72" fmla="*/ 240 w 666"/>
                <a:gd name="T73" fmla="*/ 32 h 658"/>
                <a:gd name="T74" fmla="*/ 158 w 666"/>
                <a:gd name="T75" fmla="*/ 72 h 658"/>
                <a:gd name="T76" fmla="*/ 90 w 666"/>
                <a:gd name="T77" fmla="*/ 134 h 658"/>
                <a:gd name="T78" fmla="*/ 44 w 666"/>
                <a:gd name="T79" fmla="*/ 212 h 658"/>
                <a:gd name="T80" fmla="*/ 20 w 666"/>
                <a:gd name="T81" fmla="*/ 302 h 658"/>
                <a:gd name="T82" fmla="*/ 20 w 666"/>
                <a:gd name="T83" fmla="*/ 360 h 658"/>
                <a:gd name="T84" fmla="*/ 36 w 666"/>
                <a:gd name="T85" fmla="*/ 436 h 658"/>
                <a:gd name="T86" fmla="*/ 70 w 666"/>
                <a:gd name="T87" fmla="*/ 506 h 658"/>
                <a:gd name="T88" fmla="*/ 118 w 666"/>
                <a:gd name="T89" fmla="*/ 564 h 658"/>
                <a:gd name="T90" fmla="*/ 180 w 666"/>
                <a:gd name="T91" fmla="*/ 610 h 658"/>
                <a:gd name="T92" fmla="*/ 254 w 666"/>
                <a:gd name="T93" fmla="*/ 6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66" h="658">
                  <a:moveTo>
                    <a:pt x="258" y="658"/>
                  </a:moveTo>
                  <a:lnTo>
                    <a:pt x="250" y="656"/>
                  </a:lnTo>
                  <a:lnTo>
                    <a:pt x="250" y="656"/>
                  </a:lnTo>
                  <a:lnTo>
                    <a:pt x="222" y="648"/>
                  </a:lnTo>
                  <a:lnTo>
                    <a:pt x="196" y="638"/>
                  </a:lnTo>
                  <a:lnTo>
                    <a:pt x="172" y="626"/>
                  </a:lnTo>
                  <a:lnTo>
                    <a:pt x="148" y="612"/>
                  </a:lnTo>
                  <a:lnTo>
                    <a:pt x="126" y="596"/>
                  </a:lnTo>
                  <a:lnTo>
                    <a:pt x="106" y="578"/>
                  </a:lnTo>
                  <a:lnTo>
                    <a:pt x="88" y="558"/>
                  </a:lnTo>
                  <a:lnTo>
                    <a:pt x="70" y="538"/>
                  </a:lnTo>
                  <a:lnTo>
                    <a:pt x="54" y="516"/>
                  </a:lnTo>
                  <a:lnTo>
                    <a:pt x="40" y="492"/>
                  </a:lnTo>
                  <a:lnTo>
                    <a:pt x="28" y="468"/>
                  </a:lnTo>
                  <a:lnTo>
                    <a:pt x="18" y="442"/>
                  </a:lnTo>
                  <a:lnTo>
                    <a:pt x="10" y="416"/>
                  </a:lnTo>
                  <a:lnTo>
                    <a:pt x="4" y="390"/>
                  </a:lnTo>
                  <a:lnTo>
                    <a:pt x="2" y="362"/>
                  </a:lnTo>
                  <a:lnTo>
                    <a:pt x="0" y="334"/>
                  </a:lnTo>
                  <a:lnTo>
                    <a:pt x="0" y="334"/>
                  </a:lnTo>
                  <a:lnTo>
                    <a:pt x="2" y="300"/>
                  </a:lnTo>
                  <a:lnTo>
                    <a:pt x="8" y="266"/>
                  </a:lnTo>
                  <a:lnTo>
                    <a:pt x="16" y="234"/>
                  </a:lnTo>
                  <a:lnTo>
                    <a:pt x="26" y="204"/>
                  </a:lnTo>
                  <a:lnTo>
                    <a:pt x="40" y="176"/>
                  </a:lnTo>
                  <a:lnTo>
                    <a:pt x="58" y="148"/>
                  </a:lnTo>
                  <a:lnTo>
                    <a:pt x="76" y="122"/>
                  </a:lnTo>
                  <a:lnTo>
                    <a:pt x="98" y="98"/>
                  </a:lnTo>
                  <a:lnTo>
                    <a:pt x="122" y="76"/>
                  </a:lnTo>
                  <a:lnTo>
                    <a:pt x="148" y="58"/>
                  </a:lnTo>
                  <a:lnTo>
                    <a:pt x="174" y="42"/>
                  </a:lnTo>
                  <a:lnTo>
                    <a:pt x="204" y="28"/>
                  </a:lnTo>
                  <a:lnTo>
                    <a:pt x="234" y="16"/>
                  </a:lnTo>
                  <a:lnTo>
                    <a:pt x="266" y="8"/>
                  </a:lnTo>
                  <a:lnTo>
                    <a:pt x="300" y="2"/>
                  </a:lnTo>
                  <a:lnTo>
                    <a:pt x="334" y="0"/>
                  </a:lnTo>
                  <a:lnTo>
                    <a:pt x="334" y="0"/>
                  </a:lnTo>
                  <a:lnTo>
                    <a:pt x="368" y="2"/>
                  </a:lnTo>
                  <a:lnTo>
                    <a:pt x="400" y="8"/>
                  </a:lnTo>
                  <a:lnTo>
                    <a:pt x="432" y="16"/>
                  </a:lnTo>
                  <a:lnTo>
                    <a:pt x="462" y="28"/>
                  </a:lnTo>
                  <a:lnTo>
                    <a:pt x="492" y="42"/>
                  </a:lnTo>
                  <a:lnTo>
                    <a:pt x="520" y="58"/>
                  </a:lnTo>
                  <a:lnTo>
                    <a:pt x="546" y="76"/>
                  </a:lnTo>
                  <a:lnTo>
                    <a:pt x="568" y="98"/>
                  </a:lnTo>
                  <a:lnTo>
                    <a:pt x="590" y="122"/>
                  </a:lnTo>
                  <a:lnTo>
                    <a:pt x="610" y="148"/>
                  </a:lnTo>
                  <a:lnTo>
                    <a:pt x="626" y="176"/>
                  </a:lnTo>
                  <a:lnTo>
                    <a:pt x="640" y="204"/>
                  </a:lnTo>
                  <a:lnTo>
                    <a:pt x="652" y="234"/>
                  </a:lnTo>
                  <a:lnTo>
                    <a:pt x="660" y="266"/>
                  </a:lnTo>
                  <a:lnTo>
                    <a:pt x="664" y="300"/>
                  </a:lnTo>
                  <a:lnTo>
                    <a:pt x="666" y="334"/>
                  </a:lnTo>
                  <a:lnTo>
                    <a:pt x="666" y="334"/>
                  </a:lnTo>
                  <a:lnTo>
                    <a:pt x="666" y="360"/>
                  </a:lnTo>
                  <a:lnTo>
                    <a:pt x="662" y="388"/>
                  </a:lnTo>
                  <a:lnTo>
                    <a:pt x="658" y="412"/>
                  </a:lnTo>
                  <a:lnTo>
                    <a:pt x="650" y="438"/>
                  </a:lnTo>
                  <a:lnTo>
                    <a:pt x="640" y="462"/>
                  </a:lnTo>
                  <a:lnTo>
                    <a:pt x="630" y="486"/>
                  </a:lnTo>
                  <a:lnTo>
                    <a:pt x="618" y="508"/>
                  </a:lnTo>
                  <a:lnTo>
                    <a:pt x="604" y="530"/>
                  </a:lnTo>
                  <a:lnTo>
                    <a:pt x="588" y="550"/>
                  </a:lnTo>
                  <a:lnTo>
                    <a:pt x="570" y="568"/>
                  </a:lnTo>
                  <a:lnTo>
                    <a:pt x="552" y="586"/>
                  </a:lnTo>
                  <a:lnTo>
                    <a:pt x="532" y="602"/>
                  </a:lnTo>
                  <a:lnTo>
                    <a:pt x="510" y="616"/>
                  </a:lnTo>
                  <a:lnTo>
                    <a:pt x="486" y="630"/>
                  </a:lnTo>
                  <a:lnTo>
                    <a:pt x="462" y="640"/>
                  </a:lnTo>
                  <a:lnTo>
                    <a:pt x="438" y="650"/>
                  </a:lnTo>
                  <a:lnTo>
                    <a:pt x="430" y="654"/>
                  </a:lnTo>
                  <a:lnTo>
                    <a:pt x="424" y="636"/>
                  </a:lnTo>
                  <a:lnTo>
                    <a:pt x="432" y="634"/>
                  </a:lnTo>
                  <a:lnTo>
                    <a:pt x="432" y="634"/>
                  </a:lnTo>
                  <a:lnTo>
                    <a:pt x="456" y="624"/>
                  </a:lnTo>
                  <a:lnTo>
                    <a:pt x="478" y="614"/>
                  </a:lnTo>
                  <a:lnTo>
                    <a:pt x="500" y="602"/>
                  </a:lnTo>
                  <a:lnTo>
                    <a:pt x="520" y="588"/>
                  </a:lnTo>
                  <a:lnTo>
                    <a:pt x="540" y="572"/>
                  </a:lnTo>
                  <a:lnTo>
                    <a:pt x="558" y="556"/>
                  </a:lnTo>
                  <a:lnTo>
                    <a:pt x="574" y="538"/>
                  </a:lnTo>
                  <a:lnTo>
                    <a:pt x="588" y="518"/>
                  </a:lnTo>
                  <a:lnTo>
                    <a:pt x="602" y="498"/>
                  </a:lnTo>
                  <a:lnTo>
                    <a:pt x="614" y="478"/>
                  </a:lnTo>
                  <a:lnTo>
                    <a:pt x="624" y="456"/>
                  </a:lnTo>
                  <a:lnTo>
                    <a:pt x="632" y="432"/>
                  </a:lnTo>
                  <a:lnTo>
                    <a:pt x="640" y="408"/>
                  </a:lnTo>
                  <a:lnTo>
                    <a:pt x="644" y="384"/>
                  </a:lnTo>
                  <a:lnTo>
                    <a:pt x="648" y="360"/>
                  </a:lnTo>
                  <a:lnTo>
                    <a:pt x="648" y="334"/>
                  </a:lnTo>
                  <a:lnTo>
                    <a:pt x="648" y="334"/>
                  </a:lnTo>
                  <a:lnTo>
                    <a:pt x="646" y="302"/>
                  </a:lnTo>
                  <a:lnTo>
                    <a:pt x="642" y="270"/>
                  </a:lnTo>
                  <a:lnTo>
                    <a:pt x="634" y="240"/>
                  </a:lnTo>
                  <a:lnTo>
                    <a:pt x="624" y="212"/>
                  </a:lnTo>
                  <a:lnTo>
                    <a:pt x="610" y="184"/>
                  </a:lnTo>
                  <a:lnTo>
                    <a:pt x="594" y="158"/>
                  </a:lnTo>
                  <a:lnTo>
                    <a:pt x="576" y="134"/>
                  </a:lnTo>
                  <a:lnTo>
                    <a:pt x="556" y="112"/>
                  </a:lnTo>
                  <a:lnTo>
                    <a:pt x="534" y="90"/>
                  </a:lnTo>
                  <a:lnTo>
                    <a:pt x="510" y="72"/>
                  </a:lnTo>
                  <a:lnTo>
                    <a:pt x="484" y="56"/>
                  </a:lnTo>
                  <a:lnTo>
                    <a:pt x="456" y="44"/>
                  </a:lnTo>
                  <a:lnTo>
                    <a:pt x="426" y="32"/>
                  </a:lnTo>
                  <a:lnTo>
                    <a:pt x="396" y="26"/>
                  </a:lnTo>
                  <a:lnTo>
                    <a:pt x="366" y="20"/>
                  </a:lnTo>
                  <a:lnTo>
                    <a:pt x="334" y="18"/>
                  </a:lnTo>
                  <a:lnTo>
                    <a:pt x="334" y="18"/>
                  </a:lnTo>
                  <a:lnTo>
                    <a:pt x="302" y="20"/>
                  </a:lnTo>
                  <a:lnTo>
                    <a:pt x="270" y="26"/>
                  </a:lnTo>
                  <a:lnTo>
                    <a:pt x="240" y="32"/>
                  </a:lnTo>
                  <a:lnTo>
                    <a:pt x="210" y="44"/>
                  </a:lnTo>
                  <a:lnTo>
                    <a:pt x="184" y="56"/>
                  </a:lnTo>
                  <a:lnTo>
                    <a:pt x="158" y="72"/>
                  </a:lnTo>
                  <a:lnTo>
                    <a:pt x="134" y="90"/>
                  </a:lnTo>
                  <a:lnTo>
                    <a:pt x="110" y="112"/>
                  </a:lnTo>
                  <a:lnTo>
                    <a:pt x="90" y="134"/>
                  </a:lnTo>
                  <a:lnTo>
                    <a:pt x="72" y="158"/>
                  </a:lnTo>
                  <a:lnTo>
                    <a:pt x="56" y="184"/>
                  </a:lnTo>
                  <a:lnTo>
                    <a:pt x="44" y="212"/>
                  </a:lnTo>
                  <a:lnTo>
                    <a:pt x="32" y="240"/>
                  </a:lnTo>
                  <a:lnTo>
                    <a:pt x="24" y="270"/>
                  </a:lnTo>
                  <a:lnTo>
                    <a:pt x="20" y="302"/>
                  </a:lnTo>
                  <a:lnTo>
                    <a:pt x="18" y="334"/>
                  </a:lnTo>
                  <a:lnTo>
                    <a:pt x="18" y="334"/>
                  </a:lnTo>
                  <a:lnTo>
                    <a:pt x="20" y="360"/>
                  </a:lnTo>
                  <a:lnTo>
                    <a:pt x="22" y="386"/>
                  </a:lnTo>
                  <a:lnTo>
                    <a:pt x="28" y="412"/>
                  </a:lnTo>
                  <a:lnTo>
                    <a:pt x="36" y="436"/>
                  </a:lnTo>
                  <a:lnTo>
                    <a:pt x="44" y="460"/>
                  </a:lnTo>
                  <a:lnTo>
                    <a:pt x="56" y="484"/>
                  </a:lnTo>
                  <a:lnTo>
                    <a:pt x="70" y="506"/>
                  </a:lnTo>
                  <a:lnTo>
                    <a:pt x="84" y="526"/>
                  </a:lnTo>
                  <a:lnTo>
                    <a:pt x="100" y="546"/>
                  </a:lnTo>
                  <a:lnTo>
                    <a:pt x="118" y="564"/>
                  </a:lnTo>
                  <a:lnTo>
                    <a:pt x="138" y="580"/>
                  </a:lnTo>
                  <a:lnTo>
                    <a:pt x="158" y="596"/>
                  </a:lnTo>
                  <a:lnTo>
                    <a:pt x="180" y="610"/>
                  </a:lnTo>
                  <a:lnTo>
                    <a:pt x="204" y="622"/>
                  </a:lnTo>
                  <a:lnTo>
                    <a:pt x="228" y="632"/>
                  </a:lnTo>
                  <a:lnTo>
                    <a:pt x="254" y="638"/>
                  </a:lnTo>
                  <a:lnTo>
                    <a:pt x="262" y="642"/>
                  </a:lnTo>
                  <a:lnTo>
                    <a:pt x="258" y="6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23" name="Rectangle 13">
              <a:extLst>
                <a:ext uri="{FF2B5EF4-FFF2-40B4-BE49-F238E27FC236}">
                  <a16:creationId xmlns:a16="http://schemas.microsoft.com/office/drawing/2014/main" id="{A7BECE03-2649-4F90-80DF-0E0F1E9BF1FA}"/>
                </a:ext>
              </a:extLst>
            </p:cNvPr>
            <p:cNvSpPr>
              <a:spLocks noChangeArrowheads="1"/>
            </p:cNvSpPr>
            <p:nvPr/>
          </p:nvSpPr>
          <p:spPr bwMode="auto">
            <a:xfrm flipH="1">
              <a:off x="619689" y="7316660"/>
              <a:ext cx="10388" cy="3809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24" name="Freeform 14">
              <a:extLst>
                <a:ext uri="{FF2B5EF4-FFF2-40B4-BE49-F238E27FC236}">
                  <a16:creationId xmlns:a16="http://schemas.microsoft.com/office/drawing/2014/main" id="{8A40B740-665F-B8FD-B833-256922456842}"/>
                </a:ext>
              </a:extLst>
            </p:cNvPr>
            <p:cNvSpPr>
              <a:spLocks noEditPoints="1"/>
            </p:cNvSpPr>
            <p:nvPr/>
          </p:nvSpPr>
          <p:spPr bwMode="auto">
            <a:xfrm flipH="1">
              <a:off x="609301" y="7344362"/>
              <a:ext cx="31165" cy="31165"/>
            </a:xfrm>
            <a:custGeom>
              <a:avLst/>
              <a:gdLst>
                <a:gd name="T0" fmla="*/ 28 w 54"/>
                <a:gd name="T1" fmla="*/ 54 h 54"/>
                <a:gd name="T2" fmla="*/ 28 w 54"/>
                <a:gd name="T3" fmla="*/ 54 h 54"/>
                <a:gd name="T4" fmla="*/ 18 w 54"/>
                <a:gd name="T5" fmla="*/ 52 h 54"/>
                <a:gd name="T6" fmla="*/ 8 w 54"/>
                <a:gd name="T7" fmla="*/ 46 h 54"/>
                <a:gd name="T8" fmla="*/ 2 w 54"/>
                <a:gd name="T9" fmla="*/ 38 h 54"/>
                <a:gd name="T10" fmla="*/ 0 w 54"/>
                <a:gd name="T11" fmla="*/ 26 h 54"/>
                <a:gd name="T12" fmla="*/ 0 w 54"/>
                <a:gd name="T13" fmla="*/ 26 h 54"/>
                <a:gd name="T14" fmla="*/ 2 w 54"/>
                <a:gd name="T15" fmla="*/ 16 h 54"/>
                <a:gd name="T16" fmla="*/ 8 w 54"/>
                <a:gd name="T17" fmla="*/ 8 h 54"/>
                <a:gd name="T18" fmla="*/ 18 w 54"/>
                <a:gd name="T19" fmla="*/ 2 h 54"/>
                <a:gd name="T20" fmla="*/ 28 w 54"/>
                <a:gd name="T21" fmla="*/ 0 h 54"/>
                <a:gd name="T22" fmla="*/ 28 w 54"/>
                <a:gd name="T23" fmla="*/ 0 h 54"/>
                <a:gd name="T24" fmla="*/ 38 w 54"/>
                <a:gd name="T25" fmla="*/ 2 h 54"/>
                <a:gd name="T26" fmla="*/ 46 w 54"/>
                <a:gd name="T27" fmla="*/ 8 h 54"/>
                <a:gd name="T28" fmla="*/ 52 w 54"/>
                <a:gd name="T29" fmla="*/ 16 h 54"/>
                <a:gd name="T30" fmla="*/ 54 w 54"/>
                <a:gd name="T31" fmla="*/ 26 h 54"/>
                <a:gd name="T32" fmla="*/ 54 w 54"/>
                <a:gd name="T33" fmla="*/ 26 h 54"/>
                <a:gd name="T34" fmla="*/ 52 w 54"/>
                <a:gd name="T35" fmla="*/ 38 h 54"/>
                <a:gd name="T36" fmla="*/ 46 w 54"/>
                <a:gd name="T37" fmla="*/ 46 h 54"/>
                <a:gd name="T38" fmla="*/ 38 w 54"/>
                <a:gd name="T39" fmla="*/ 52 h 54"/>
                <a:gd name="T40" fmla="*/ 28 w 54"/>
                <a:gd name="T41" fmla="*/ 54 h 54"/>
                <a:gd name="T42" fmla="*/ 28 w 54"/>
                <a:gd name="T43" fmla="*/ 54 h 54"/>
                <a:gd name="T44" fmla="*/ 28 w 54"/>
                <a:gd name="T45" fmla="*/ 18 h 54"/>
                <a:gd name="T46" fmla="*/ 28 w 54"/>
                <a:gd name="T47" fmla="*/ 18 h 54"/>
                <a:gd name="T48" fmla="*/ 24 w 54"/>
                <a:gd name="T49" fmla="*/ 18 h 54"/>
                <a:gd name="T50" fmla="*/ 22 w 54"/>
                <a:gd name="T51" fmla="*/ 20 h 54"/>
                <a:gd name="T52" fmla="*/ 20 w 54"/>
                <a:gd name="T53" fmla="*/ 22 h 54"/>
                <a:gd name="T54" fmla="*/ 18 w 54"/>
                <a:gd name="T55" fmla="*/ 26 h 54"/>
                <a:gd name="T56" fmla="*/ 18 w 54"/>
                <a:gd name="T57" fmla="*/ 26 h 54"/>
                <a:gd name="T58" fmla="*/ 20 w 54"/>
                <a:gd name="T59" fmla="*/ 30 h 54"/>
                <a:gd name="T60" fmla="*/ 22 w 54"/>
                <a:gd name="T61" fmla="*/ 34 h 54"/>
                <a:gd name="T62" fmla="*/ 24 w 54"/>
                <a:gd name="T63" fmla="*/ 36 h 54"/>
                <a:gd name="T64" fmla="*/ 28 w 54"/>
                <a:gd name="T65" fmla="*/ 36 h 54"/>
                <a:gd name="T66" fmla="*/ 28 w 54"/>
                <a:gd name="T67" fmla="*/ 36 h 54"/>
                <a:gd name="T68" fmla="*/ 32 w 54"/>
                <a:gd name="T69" fmla="*/ 36 h 54"/>
                <a:gd name="T70" fmla="*/ 34 w 54"/>
                <a:gd name="T71" fmla="*/ 34 h 54"/>
                <a:gd name="T72" fmla="*/ 36 w 54"/>
                <a:gd name="T73" fmla="*/ 30 h 54"/>
                <a:gd name="T74" fmla="*/ 36 w 54"/>
                <a:gd name="T75" fmla="*/ 26 h 54"/>
                <a:gd name="T76" fmla="*/ 36 w 54"/>
                <a:gd name="T77" fmla="*/ 26 h 54"/>
                <a:gd name="T78" fmla="*/ 36 w 54"/>
                <a:gd name="T79" fmla="*/ 22 h 54"/>
                <a:gd name="T80" fmla="*/ 34 w 54"/>
                <a:gd name="T81" fmla="*/ 20 h 54"/>
                <a:gd name="T82" fmla="*/ 32 w 54"/>
                <a:gd name="T83" fmla="*/ 18 h 54"/>
                <a:gd name="T84" fmla="*/ 28 w 54"/>
                <a:gd name="T85" fmla="*/ 18 h 54"/>
                <a:gd name="T86" fmla="*/ 28 w 54"/>
                <a:gd name="T87" fmla="*/ 18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4" h="54">
                  <a:moveTo>
                    <a:pt x="28" y="54"/>
                  </a:moveTo>
                  <a:lnTo>
                    <a:pt x="28" y="54"/>
                  </a:lnTo>
                  <a:lnTo>
                    <a:pt x="18" y="52"/>
                  </a:lnTo>
                  <a:lnTo>
                    <a:pt x="8" y="46"/>
                  </a:lnTo>
                  <a:lnTo>
                    <a:pt x="2" y="38"/>
                  </a:lnTo>
                  <a:lnTo>
                    <a:pt x="0" y="26"/>
                  </a:lnTo>
                  <a:lnTo>
                    <a:pt x="0" y="26"/>
                  </a:lnTo>
                  <a:lnTo>
                    <a:pt x="2" y="16"/>
                  </a:lnTo>
                  <a:lnTo>
                    <a:pt x="8" y="8"/>
                  </a:lnTo>
                  <a:lnTo>
                    <a:pt x="18" y="2"/>
                  </a:lnTo>
                  <a:lnTo>
                    <a:pt x="28" y="0"/>
                  </a:lnTo>
                  <a:lnTo>
                    <a:pt x="28" y="0"/>
                  </a:lnTo>
                  <a:lnTo>
                    <a:pt x="38" y="2"/>
                  </a:lnTo>
                  <a:lnTo>
                    <a:pt x="46" y="8"/>
                  </a:lnTo>
                  <a:lnTo>
                    <a:pt x="52" y="16"/>
                  </a:lnTo>
                  <a:lnTo>
                    <a:pt x="54" y="26"/>
                  </a:lnTo>
                  <a:lnTo>
                    <a:pt x="54" y="26"/>
                  </a:lnTo>
                  <a:lnTo>
                    <a:pt x="52" y="38"/>
                  </a:lnTo>
                  <a:lnTo>
                    <a:pt x="46" y="46"/>
                  </a:lnTo>
                  <a:lnTo>
                    <a:pt x="38" y="52"/>
                  </a:lnTo>
                  <a:lnTo>
                    <a:pt x="28" y="54"/>
                  </a:lnTo>
                  <a:lnTo>
                    <a:pt x="28" y="54"/>
                  </a:lnTo>
                  <a:close/>
                  <a:moveTo>
                    <a:pt x="28" y="18"/>
                  </a:moveTo>
                  <a:lnTo>
                    <a:pt x="28" y="18"/>
                  </a:lnTo>
                  <a:lnTo>
                    <a:pt x="24" y="18"/>
                  </a:lnTo>
                  <a:lnTo>
                    <a:pt x="22" y="20"/>
                  </a:lnTo>
                  <a:lnTo>
                    <a:pt x="20" y="22"/>
                  </a:lnTo>
                  <a:lnTo>
                    <a:pt x="18" y="26"/>
                  </a:lnTo>
                  <a:lnTo>
                    <a:pt x="18" y="26"/>
                  </a:lnTo>
                  <a:lnTo>
                    <a:pt x="20" y="30"/>
                  </a:lnTo>
                  <a:lnTo>
                    <a:pt x="22" y="34"/>
                  </a:lnTo>
                  <a:lnTo>
                    <a:pt x="24" y="36"/>
                  </a:lnTo>
                  <a:lnTo>
                    <a:pt x="28" y="36"/>
                  </a:lnTo>
                  <a:lnTo>
                    <a:pt x="28" y="36"/>
                  </a:lnTo>
                  <a:lnTo>
                    <a:pt x="32" y="36"/>
                  </a:lnTo>
                  <a:lnTo>
                    <a:pt x="34" y="34"/>
                  </a:lnTo>
                  <a:lnTo>
                    <a:pt x="36" y="30"/>
                  </a:lnTo>
                  <a:lnTo>
                    <a:pt x="36" y="26"/>
                  </a:lnTo>
                  <a:lnTo>
                    <a:pt x="36" y="26"/>
                  </a:lnTo>
                  <a:lnTo>
                    <a:pt x="36" y="22"/>
                  </a:lnTo>
                  <a:lnTo>
                    <a:pt x="34" y="20"/>
                  </a:lnTo>
                  <a:lnTo>
                    <a:pt x="32" y="18"/>
                  </a:lnTo>
                  <a:lnTo>
                    <a:pt x="28" y="18"/>
                  </a:lnTo>
                  <a:lnTo>
                    <a:pt x="28"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25" name="Freeform: Shape 24">
              <a:extLst>
                <a:ext uri="{FF2B5EF4-FFF2-40B4-BE49-F238E27FC236}">
                  <a16:creationId xmlns:a16="http://schemas.microsoft.com/office/drawing/2014/main" id="{E9F74393-1D45-1847-106D-A6FD7DC19F02}"/>
                </a:ext>
              </a:extLst>
            </p:cNvPr>
            <p:cNvSpPr/>
            <p:nvPr userDrawn="1"/>
          </p:nvSpPr>
          <p:spPr>
            <a:xfrm>
              <a:off x="673893" y="7467600"/>
              <a:ext cx="57956" cy="182640"/>
            </a:xfrm>
            <a:custGeom>
              <a:avLst/>
              <a:gdLst>
                <a:gd name="connsiteX0" fmla="*/ 0 w 0"/>
                <a:gd name="connsiteY0" fmla="*/ 0 h 90488"/>
                <a:gd name="connsiteX1" fmla="*/ 0 w 0"/>
                <a:gd name="connsiteY1" fmla="*/ 90488 h 90488"/>
              </a:gdLst>
              <a:ahLst/>
              <a:cxnLst>
                <a:cxn ang="0">
                  <a:pos x="connsiteX0" y="connsiteY0"/>
                </a:cxn>
                <a:cxn ang="0">
                  <a:pos x="connsiteX1" y="connsiteY1"/>
                </a:cxn>
              </a:cxnLst>
              <a:rect l="l" t="t" r="r" b="b"/>
              <a:pathLst>
                <a:path h="90488">
                  <a:moveTo>
                    <a:pt x="0" y="0"/>
                  </a:moveTo>
                  <a:lnTo>
                    <a:pt x="0" y="90488"/>
                  </a:lnTo>
                </a:path>
              </a:pathLst>
            </a:custGeom>
            <a:grpFill/>
            <a:ln w="9525">
              <a:solidFill>
                <a:srgbClr val="005BAA"/>
              </a:solidFill>
              <a:round/>
              <a:headEnd/>
              <a:tailEnd/>
            </a:ln>
          </p:spPr>
          <p:txBody>
            <a:bodyPr vert="horz" wrap="square" lIns="91440" tIns="45720" rIns="91440" bIns="45720" numCol="1" anchor="t" anchorCtr="0" compatLnSpc="1">
              <a:prstTxWarp prst="textNoShape">
                <a:avLst/>
              </a:prstTxWarp>
            </a:bodyPr>
            <a:lstStyle/>
            <a:p>
              <a:pPr lvl="0"/>
              <a:endParaRPr lang="en-IN" sz="1798">
                <a:solidFill>
                  <a:schemeClr val="tx1"/>
                </a:solidFill>
                <a:latin typeface="EYInterstate Light" pitchFamily="2" charset="0"/>
              </a:endParaRPr>
            </a:p>
          </p:txBody>
        </p:sp>
      </p:grpSp>
      <p:sp>
        <p:nvSpPr>
          <p:cNvPr id="26" name="Text Box 4">
            <a:extLst>
              <a:ext uri="{FF2B5EF4-FFF2-40B4-BE49-F238E27FC236}">
                <a16:creationId xmlns:a16="http://schemas.microsoft.com/office/drawing/2014/main" id="{08B513B9-625F-D1AE-BCB8-B04371B71B73}"/>
              </a:ext>
            </a:extLst>
          </p:cNvPr>
          <p:cNvSpPr txBox="1">
            <a:spLocks noChangeArrowheads="1"/>
          </p:cNvSpPr>
          <p:nvPr userDrawn="1"/>
        </p:nvSpPr>
        <p:spPr bwMode="auto">
          <a:xfrm>
            <a:off x="10533018" y="6492401"/>
            <a:ext cx="445358" cy="107722"/>
          </a:xfrm>
          <a:prstGeom prst="rect">
            <a:avLst/>
          </a:prstGeom>
          <a:noFill/>
          <a:ln w="12700">
            <a:noFill/>
            <a:miter lim="800000"/>
            <a:headEnd type="none" w="sm" len="sm"/>
            <a:tailEnd type="none" w="sm" len="sm"/>
          </a:ln>
          <a:effectLst/>
        </p:spPr>
        <p:txBody>
          <a:bodyPr wrap="square" lIns="0" tIns="0" rIns="0" bIns="0" anchor="t">
            <a:spAutoFit/>
          </a:bodyPr>
          <a:lstStyle/>
          <a:p>
            <a:pPr algn="r" defTabSz="993517" fontAlgn="auto">
              <a:spcBef>
                <a:spcPts val="0"/>
              </a:spcBef>
              <a:spcAft>
                <a:spcPct val="0"/>
              </a:spcAft>
              <a:buClrTx/>
              <a:buSzTx/>
              <a:buFontTx/>
              <a:buNone/>
              <a:defRPr/>
            </a:pPr>
            <a:fld id="{338E2486-ABCB-4F88-99C8-16EAEFE383A4}" type="slidenum">
              <a:rPr lang="en-IN" sz="700" smtClean="0">
                <a:solidFill>
                  <a:schemeClr val="tx1"/>
                </a:solidFill>
                <a:latin typeface="EYInterstate Light"/>
              </a:rPr>
              <a:pPr algn="r" defTabSz="993517" fontAlgn="auto">
                <a:spcBef>
                  <a:spcPts val="0"/>
                </a:spcBef>
                <a:spcAft>
                  <a:spcPct val="0"/>
                </a:spcAft>
                <a:buClrTx/>
                <a:buSzTx/>
                <a:buFontTx/>
                <a:buNone/>
                <a:defRPr/>
              </a:pPr>
              <a:t>‹#›</a:t>
            </a:fld>
            <a:endParaRPr lang="en-IN" sz="700">
              <a:solidFill>
                <a:schemeClr val="tx1"/>
              </a:solidFill>
              <a:latin typeface="EYInterstate Light"/>
            </a:endParaRPr>
          </a:p>
        </p:txBody>
      </p:sp>
      <p:grpSp>
        <p:nvGrpSpPr>
          <p:cNvPr id="27" name="Group 4">
            <a:extLst>
              <a:ext uri="{FF2B5EF4-FFF2-40B4-BE49-F238E27FC236}">
                <a16:creationId xmlns:a16="http://schemas.microsoft.com/office/drawing/2014/main" id="{8CA06E90-4BDB-2944-894D-A10A414FD3DD}"/>
              </a:ext>
            </a:extLst>
          </p:cNvPr>
          <p:cNvGrpSpPr>
            <a:grpSpLocks noChangeAspect="1"/>
          </p:cNvGrpSpPr>
          <p:nvPr userDrawn="1"/>
        </p:nvGrpSpPr>
        <p:grpSpPr bwMode="auto">
          <a:xfrm>
            <a:off x="11154920" y="5787376"/>
            <a:ext cx="717495" cy="840613"/>
            <a:chOff x="6529" y="3125"/>
            <a:chExt cx="772" cy="904"/>
          </a:xfrm>
        </p:grpSpPr>
        <p:sp>
          <p:nvSpPr>
            <p:cNvPr id="28" name="Freeform 5">
              <a:extLst>
                <a:ext uri="{FF2B5EF4-FFF2-40B4-BE49-F238E27FC236}">
                  <a16:creationId xmlns:a16="http://schemas.microsoft.com/office/drawing/2014/main" id="{A5EA0AE6-6EE7-E6A6-DFD8-E95ACA45E83F}"/>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29" name="Freeform 6">
              <a:extLst>
                <a:ext uri="{FF2B5EF4-FFF2-40B4-BE49-F238E27FC236}">
                  <a16:creationId xmlns:a16="http://schemas.microsoft.com/office/drawing/2014/main" id="{F4251614-A121-FC5B-E921-6F21FC40E687}"/>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grpSp>
      <p:sp>
        <p:nvSpPr>
          <p:cNvPr id="3" name="Text Box 4">
            <a:extLst>
              <a:ext uri="{FF2B5EF4-FFF2-40B4-BE49-F238E27FC236}">
                <a16:creationId xmlns:a16="http://schemas.microsoft.com/office/drawing/2014/main" id="{5252A7AC-6E1E-49B2-2B03-1AB0321D911A}"/>
              </a:ext>
            </a:extLst>
          </p:cNvPr>
          <p:cNvSpPr txBox="1">
            <a:spLocks noChangeArrowheads="1"/>
          </p:cNvSpPr>
          <p:nvPr userDrawn="1"/>
        </p:nvSpPr>
        <p:spPr bwMode="auto">
          <a:xfrm>
            <a:off x="9142874" y="6509799"/>
            <a:ext cx="1769741" cy="107721"/>
          </a:xfrm>
          <a:prstGeom prst="rect">
            <a:avLst/>
          </a:prstGeom>
          <a:noFill/>
          <a:ln w="12700">
            <a:noFill/>
            <a:miter lim="800000"/>
            <a:headEnd type="none" w="sm" len="sm"/>
            <a:tailEnd type="none" w="sm" len="sm"/>
          </a:ln>
          <a:effectLst/>
        </p:spPr>
        <p:txBody>
          <a:bodyPr wrap="square" lIns="0" tIns="0" rIns="0" bIns="0" anchor="b">
            <a:spAutoFit/>
          </a:bodyPr>
          <a:lstStyle/>
          <a:p>
            <a:pPr defTabSz="993517"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Tree>
    <p:extLst>
      <p:ext uri="{BB962C8B-B14F-4D97-AF65-F5344CB8AC3E}">
        <p14:creationId xmlns:p14="http://schemas.microsoft.com/office/powerpoint/2010/main" val="26914640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68B9C9F-F851-8CA2-5164-F7A9B15758C3}"/>
              </a:ext>
            </a:extLst>
          </p:cNvPr>
          <p:cNvSpPr/>
          <p:nvPr userDrawn="1"/>
        </p:nvSpPr>
        <p:spPr>
          <a:xfrm>
            <a:off x="-12700" y="-12700"/>
            <a:ext cx="12204700" cy="6870700"/>
          </a:xfrm>
          <a:prstGeom prst="rect">
            <a:avLst/>
          </a:prstGeom>
          <a:solidFill>
            <a:schemeClr val="bg1">
              <a:lumMod val="7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2" name="Text Box 4">
            <a:extLst>
              <a:ext uri="{FF2B5EF4-FFF2-40B4-BE49-F238E27FC236}">
                <a16:creationId xmlns:a16="http://schemas.microsoft.com/office/drawing/2014/main" id="{E7F1A9F9-EA30-95CE-C2E6-C53CEA9AB02B}"/>
              </a:ext>
            </a:extLst>
          </p:cNvPr>
          <p:cNvSpPr txBox="1">
            <a:spLocks noChangeArrowheads="1"/>
          </p:cNvSpPr>
          <p:nvPr userDrawn="1"/>
        </p:nvSpPr>
        <p:spPr bwMode="auto">
          <a:xfrm>
            <a:off x="9142874" y="6509799"/>
            <a:ext cx="1769741" cy="107721"/>
          </a:xfrm>
          <a:prstGeom prst="rect">
            <a:avLst/>
          </a:prstGeom>
          <a:noFill/>
          <a:ln w="12700">
            <a:noFill/>
            <a:miter lim="800000"/>
            <a:headEnd type="none" w="sm" len="sm"/>
            <a:tailEnd type="none" w="sm" len="sm"/>
          </a:ln>
          <a:effectLst/>
        </p:spPr>
        <p:txBody>
          <a:bodyPr wrap="square" lIns="0" tIns="0" rIns="0" bIns="0" anchor="b">
            <a:spAutoFit/>
          </a:bodyPr>
          <a:lstStyle/>
          <a:p>
            <a:pPr defTabSz="993517"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Tree>
    <p:extLst>
      <p:ext uri="{BB962C8B-B14F-4D97-AF65-F5344CB8AC3E}">
        <p14:creationId xmlns:p14="http://schemas.microsoft.com/office/powerpoint/2010/main" val="5138215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1_Final legal text">
    <p:spTree>
      <p:nvGrpSpPr>
        <p:cNvPr id="1" name=""/>
        <p:cNvGrpSpPr/>
        <p:nvPr/>
      </p:nvGrpSpPr>
      <p:grpSpPr>
        <a:xfrm>
          <a:off x="0" y="0"/>
          <a:ext cx="0" cy="0"/>
          <a:chOff x="0" y="0"/>
          <a:chExt cx="0" cy="0"/>
        </a:xfrm>
      </p:grpSpPr>
      <p:pic>
        <p:nvPicPr>
          <p:cNvPr id="5" name="Content Placeholder 3">
            <a:extLst>
              <a:ext uri="{FF2B5EF4-FFF2-40B4-BE49-F238E27FC236}">
                <a16:creationId xmlns:a16="http://schemas.microsoft.com/office/drawing/2014/main" id="{501A2F11-32A0-4526-A5F7-F4382DA5B47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 y="0"/>
            <a:ext cx="12195203" cy="6858000"/>
          </a:xfrm>
          <a:prstGeom prst="rect">
            <a:avLst/>
          </a:prstGeom>
        </p:spPr>
      </p:pic>
      <p:sp>
        <p:nvSpPr>
          <p:cNvPr id="8" name="Content Placeholder 2"/>
          <p:cNvSpPr>
            <a:spLocks noGrp="1"/>
          </p:cNvSpPr>
          <p:nvPr>
            <p:ph idx="1"/>
          </p:nvPr>
        </p:nvSpPr>
        <p:spPr>
          <a:xfrm>
            <a:off x="607483" y="719139"/>
            <a:ext cx="4675200" cy="5210062"/>
          </a:xfrm>
        </p:spPr>
        <p:txBody>
          <a:bodyPr/>
          <a:lstStyle>
            <a:lvl1pPr marL="0" indent="0" algn="l" defTabSz="994368" rtl="0" fontAlgn="base">
              <a:lnSpc>
                <a:spcPct val="100000"/>
              </a:lnSpc>
              <a:spcBef>
                <a:spcPct val="70000"/>
              </a:spcBef>
              <a:spcAft>
                <a:spcPct val="0"/>
              </a:spcAft>
              <a:buSzPct val="100000"/>
              <a:buNone/>
              <a:defRPr lang="en-US" sz="1198" kern="1200" noProof="0" dirty="0" smtClean="0">
                <a:solidFill>
                  <a:schemeClr val="bg1"/>
                </a:solidFill>
                <a:latin typeface="EYInterstate Light" panose="02000506000000020004" pitchFamily="2" charset="0"/>
                <a:ea typeface="+mn-ea"/>
                <a:cs typeface="Arial" pitchFamily="34" charset="0"/>
              </a:defRPr>
            </a:lvl1pPr>
            <a:lvl2pPr marL="0" indent="0" algn="l" defTabSz="994368"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037" indent="-176037" algn="l" defTabSz="994368"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4368"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725" indent="-188725" algn="l" defTabSz="994368"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ext Box 4">
            <a:extLst>
              <a:ext uri="{FF2B5EF4-FFF2-40B4-BE49-F238E27FC236}">
                <a16:creationId xmlns:a16="http://schemas.microsoft.com/office/drawing/2014/main" id="{DC404FD5-CD8E-E8D9-F922-DDC9480787DF}"/>
              </a:ext>
            </a:extLst>
          </p:cNvPr>
          <p:cNvSpPr txBox="1">
            <a:spLocks noChangeArrowheads="1"/>
          </p:cNvSpPr>
          <p:nvPr userDrawn="1"/>
        </p:nvSpPr>
        <p:spPr bwMode="auto">
          <a:xfrm>
            <a:off x="9142874" y="6509799"/>
            <a:ext cx="1769741" cy="107721"/>
          </a:xfrm>
          <a:prstGeom prst="rect">
            <a:avLst/>
          </a:prstGeom>
          <a:noFill/>
          <a:ln w="12700">
            <a:noFill/>
            <a:miter lim="800000"/>
            <a:headEnd type="none" w="sm" len="sm"/>
            <a:tailEnd type="none" w="sm" len="sm"/>
          </a:ln>
          <a:effectLst/>
        </p:spPr>
        <p:txBody>
          <a:bodyPr wrap="square" lIns="0" tIns="0" rIns="0" bIns="0" anchor="b">
            <a:spAutoFit/>
          </a:bodyPr>
          <a:lstStyle/>
          <a:p>
            <a:pPr defTabSz="993517"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Tree>
    <p:extLst>
      <p:ext uri="{BB962C8B-B14F-4D97-AF65-F5344CB8AC3E}">
        <p14:creationId xmlns:p14="http://schemas.microsoft.com/office/powerpoint/2010/main" val="17406105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Header and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B8D2B-CD30-5247-BDA6-1F8DC42EED2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06817CB-3915-0C47-A81C-980498D3DEBD}"/>
              </a:ext>
            </a:extLst>
          </p:cNvPr>
          <p:cNvSpPr>
            <a:spLocks noGrp="1"/>
          </p:cNvSpPr>
          <p:nvPr>
            <p:ph type="dt" sz="half" idx="10"/>
          </p:nvPr>
        </p:nvSpPr>
        <p:spPr/>
        <p:txBody>
          <a:bodyPr/>
          <a:lstStyle/>
          <a:p>
            <a:r>
              <a:rPr lang="en-SG"/>
              <a:t>Ernst &amp; Young © 2020 </a:t>
            </a:r>
          </a:p>
        </p:txBody>
      </p:sp>
      <p:sp>
        <p:nvSpPr>
          <p:cNvPr id="4" name="Slide Number Placeholder 3">
            <a:extLst>
              <a:ext uri="{FF2B5EF4-FFF2-40B4-BE49-F238E27FC236}">
                <a16:creationId xmlns:a16="http://schemas.microsoft.com/office/drawing/2014/main" id="{E22DF9EF-EF48-5846-904F-2CF0CA0AFBC0}"/>
              </a:ext>
            </a:extLst>
          </p:cNvPr>
          <p:cNvSpPr>
            <a:spLocks noGrp="1"/>
          </p:cNvSpPr>
          <p:nvPr>
            <p:ph type="sldNum" sz="quarter" idx="11"/>
          </p:nvPr>
        </p:nvSpPr>
        <p:spPr/>
        <p:txBody>
          <a:bodyPr/>
          <a:lstStyle/>
          <a:p>
            <a:pPr algn="ctr"/>
            <a:fld id="{D2EE0E4E-EDA8-FB44-A30A-D3DED79F727A}" type="slidenum">
              <a:rPr lang="en-GB" smtClean="0"/>
              <a:pPr algn="ctr"/>
              <a:t>‹#›</a:t>
            </a:fld>
            <a:endParaRPr lang="en-GB"/>
          </a:p>
        </p:txBody>
      </p:sp>
      <p:sp>
        <p:nvSpPr>
          <p:cNvPr id="8" name="Text Placeholder 2">
            <a:extLst>
              <a:ext uri="{FF2B5EF4-FFF2-40B4-BE49-F238E27FC236}">
                <a16:creationId xmlns:a16="http://schemas.microsoft.com/office/drawing/2014/main" id="{112C4F17-4696-AB40-BFDA-D1F9E0FC199F}"/>
              </a:ext>
            </a:extLst>
          </p:cNvPr>
          <p:cNvSpPr>
            <a:spLocks noGrp="1"/>
          </p:cNvSpPr>
          <p:nvPr>
            <p:ph idx="1"/>
          </p:nvPr>
        </p:nvSpPr>
        <p:spPr>
          <a:xfrm>
            <a:off x="611683" y="1368000"/>
            <a:ext cx="10972800" cy="48600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object 8">
            <a:extLst>
              <a:ext uri="{FF2B5EF4-FFF2-40B4-BE49-F238E27FC236}">
                <a16:creationId xmlns:a16="http://schemas.microsoft.com/office/drawing/2014/main" id="{B135D658-14A1-7C4F-B7E2-CB47135D6080}"/>
              </a:ext>
            </a:extLst>
          </p:cNvPr>
          <p:cNvSpPr/>
          <p:nvPr userDrawn="1"/>
        </p:nvSpPr>
        <p:spPr>
          <a:xfrm>
            <a:off x="575702" y="360000"/>
            <a:ext cx="1322016" cy="0"/>
          </a:xfrm>
          <a:custGeom>
            <a:avLst/>
            <a:gdLst/>
            <a:ahLst/>
            <a:cxnLst/>
            <a:rect l="l" t="t" r="r" b="b"/>
            <a:pathLst>
              <a:path w="1322705">
                <a:moveTo>
                  <a:pt x="0" y="0"/>
                </a:moveTo>
                <a:lnTo>
                  <a:pt x="1322114" y="1"/>
                </a:lnTo>
              </a:path>
            </a:pathLst>
          </a:custGeom>
          <a:ln w="57150">
            <a:solidFill>
              <a:srgbClr val="FFE600"/>
            </a:solidFill>
          </a:ln>
        </p:spPr>
        <p:txBody>
          <a:bodyPr wrap="square" lIns="0" tIns="0" rIns="0" bIns="0" rtlCol="0"/>
          <a:lstStyle/>
          <a:p>
            <a:endParaRPr sz="1798"/>
          </a:p>
        </p:txBody>
      </p:sp>
      <p:sp>
        <p:nvSpPr>
          <p:cNvPr id="11" name="Content Placeholder 2">
            <a:extLst>
              <a:ext uri="{FF2B5EF4-FFF2-40B4-BE49-F238E27FC236}">
                <a16:creationId xmlns:a16="http://schemas.microsoft.com/office/drawing/2014/main" id="{8D2C318C-7310-614D-8BB4-DFDF87C39853}"/>
              </a:ext>
            </a:extLst>
          </p:cNvPr>
          <p:cNvSpPr>
            <a:spLocks noGrp="1"/>
          </p:cNvSpPr>
          <p:nvPr>
            <p:ph idx="14" hasCustomPrompt="1"/>
          </p:nvPr>
        </p:nvSpPr>
        <p:spPr>
          <a:xfrm>
            <a:off x="611683" y="468000"/>
            <a:ext cx="3910894" cy="153888"/>
          </a:xfrm>
          <a:prstGeom prst="rect">
            <a:avLst/>
          </a:prstGeom>
        </p:spPr>
        <p:txBody>
          <a:bodyPr wrap="square" lIns="0" tIns="0" rIns="0" bIns="0" anchor="t" anchorCtr="0">
            <a:spAutoFit/>
          </a:bodyPr>
          <a:lstStyle>
            <a:lvl1pPr marL="0" indent="0" algn="l">
              <a:buNone/>
              <a:defRPr sz="999" spc="300" baseline="0">
                <a:solidFill>
                  <a:schemeClr val="bg1"/>
                </a:solidFill>
              </a:defRPr>
            </a:lvl1pPr>
            <a:lvl2pPr marL="356260" indent="0">
              <a:buNone/>
              <a:defRPr sz="1798">
                <a:solidFill>
                  <a:schemeClr val="bg1"/>
                </a:solidFill>
              </a:defRPr>
            </a:lvl2pPr>
            <a:lvl3pPr marL="712519" indent="0">
              <a:buNone/>
              <a:defRPr sz="1598">
                <a:solidFill>
                  <a:schemeClr val="bg1"/>
                </a:solidFill>
              </a:defRPr>
            </a:lvl3pPr>
            <a:lvl4pPr marL="1068778" indent="0">
              <a:buNone/>
              <a:defRPr sz="1398">
                <a:solidFill>
                  <a:schemeClr val="bg1"/>
                </a:solidFill>
              </a:defRPr>
            </a:lvl4pPr>
            <a:lvl5pPr marL="1425038" indent="0">
              <a:buNone/>
              <a:defRPr sz="1198">
                <a:solidFill>
                  <a:schemeClr val="bg1"/>
                </a:solidFill>
              </a:defRPr>
            </a:lvl5pPr>
          </a:lstStyle>
          <a:p>
            <a:pPr lvl="0"/>
            <a:r>
              <a:rPr lang="en-US"/>
              <a:t>ADD CONTENT SECTION DESCRIPTOR HERE</a:t>
            </a:r>
          </a:p>
        </p:txBody>
      </p:sp>
    </p:spTree>
    <p:extLst>
      <p:ext uri="{BB962C8B-B14F-4D97-AF65-F5344CB8AC3E}">
        <p14:creationId xmlns:p14="http://schemas.microsoft.com/office/powerpoint/2010/main" val="397721983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userDrawn="1">
  <p:cSld name="Title Slide Frame 2">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A8D6BAB6-A68E-C404-5D92-6E11D325CFFA}"/>
              </a:ext>
            </a:extLst>
          </p:cNvPr>
          <p:cNvGrpSpPr/>
          <p:nvPr userDrawn="1"/>
        </p:nvGrpSpPr>
        <p:grpSpPr bwMode="black">
          <a:xfrm>
            <a:off x="10563226" y="5167683"/>
            <a:ext cx="1219200" cy="1284606"/>
            <a:chOff x="10563224" y="5158158"/>
            <a:chExt cx="1219200" cy="1284606"/>
          </a:xfrm>
        </p:grpSpPr>
        <p:sp>
          <p:nvSpPr>
            <p:cNvPr id="22" name="Freeform 21">
              <a:extLst>
                <a:ext uri="{FF2B5EF4-FFF2-40B4-BE49-F238E27FC236}">
                  <a16:creationId xmlns:a16="http://schemas.microsoft.com/office/drawing/2014/main" id="{BEE0067F-78DC-1ABA-D072-D13444B14ED9}"/>
                </a:ext>
              </a:extLst>
            </p:cNvPr>
            <p:cNvSpPr/>
            <p:nvPr/>
          </p:nvSpPr>
          <p:spPr bwMode="black">
            <a:xfrm>
              <a:off x="10826115" y="5158158"/>
              <a:ext cx="805814" cy="294004"/>
            </a:xfrm>
            <a:custGeom>
              <a:avLst/>
              <a:gdLst>
                <a:gd name="connsiteX0" fmla="*/ 805814 w 805814"/>
                <a:gd name="connsiteY0" fmla="*/ 0 h 294004"/>
                <a:gd name="connsiteX1" fmla="*/ 0 w 805814"/>
                <a:gd name="connsiteY1" fmla="*/ 294005 h 294004"/>
                <a:gd name="connsiteX2" fmla="*/ 805814 w 805814"/>
                <a:gd name="connsiteY2" fmla="*/ 151765 h 294004"/>
                <a:gd name="connsiteX3" fmla="*/ 805814 w 805814"/>
                <a:gd name="connsiteY3" fmla="*/ 0 h 294004"/>
              </a:gdLst>
              <a:ahLst/>
              <a:cxnLst>
                <a:cxn ang="0">
                  <a:pos x="connsiteX0" y="connsiteY0"/>
                </a:cxn>
                <a:cxn ang="0">
                  <a:pos x="connsiteX1" y="connsiteY1"/>
                </a:cxn>
                <a:cxn ang="0">
                  <a:pos x="connsiteX2" y="connsiteY2"/>
                </a:cxn>
                <a:cxn ang="0">
                  <a:pos x="connsiteX3" y="connsiteY3"/>
                </a:cxn>
              </a:cxnLst>
              <a:rect l="l" t="t" r="r" b="b"/>
              <a:pathLst>
                <a:path w="805814" h="294004">
                  <a:moveTo>
                    <a:pt x="805814" y="0"/>
                  </a:moveTo>
                  <a:lnTo>
                    <a:pt x="0" y="294005"/>
                  </a:lnTo>
                  <a:lnTo>
                    <a:pt x="805814" y="151765"/>
                  </a:lnTo>
                  <a:lnTo>
                    <a:pt x="805814" y="0"/>
                  </a:lnTo>
                  <a:close/>
                </a:path>
              </a:pathLst>
            </a:custGeom>
            <a:solidFill>
              <a:srgbClr val="FFE600"/>
            </a:solidFill>
            <a:ln w="63500" cap="flat">
              <a:noFill/>
              <a:prstDash val="solid"/>
              <a:miter/>
            </a:ln>
          </p:spPr>
          <p:txBody>
            <a:bodyPr rtlCol="0" anchor="ctr"/>
            <a:lstStyle/>
            <a:p>
              <a:endParaRPr lang="en-US" sz="1798"/>
            </a:p>
          </p:txBody>
        </p:sp>
        <p:sp>
          <p:nvSpPr>
            <p:cNvPr id="23" name="Freeform 22">
              <a:extLst>
                <a:ext uri="{FF2B5EF4-FFF2-40B4-BE49-F238E27FC236}">
                  <a16:creationId xmlns:a16="http://schemas.microsoft.com/office/drawing/2014/main" id="{51F51328-AAA1-9C6C-5EE4-05350DF6D22E}"/>
                </a:ext>
              </a:extLst>
            </p:cNvPr>
            <p:cNvSpPr/>
            <p:nvPr/>
          </p:nvSpPr>
          <p:spPr bwMode="black">
            <a:xfrm>
              <a:off x="10563224" y="5574083"/>
              <a:ext cx="1219200" cy="868681"/>
            </a:xfrm>
            <a:custGeom>
              <a:avLst/>
              <a:gdLst>
                <a:gd name="connsiteX0" fmla="*/ 245110 w 1219200"/>
                <a:gd name="connsiteY0" fmla="*/ 839471 h 868681"/>
                <a:gd name="connsiteX1" fmla="*/ 246379 w 1219200"/>
                <a:gd name="connsiteY1" fmla="*/ 839471 h 868681"/>
                <a:gd name="connsiteX2" fmla="*/ 245041 w 1219200"/>
                <a:gd name="connsiteY2" fmla="*/ 839979 h 868681"/>
                <a:gd name="connsiteX3" fmla="*/ 522605 w 1219200"/>
                <a:gd name="connsiteY3" fmla="*/ 796926 h 868681"/>
                <a:gd name="connsiteX4" fmla="*/ 504189 w 1219200"/>
                <a:gd name="connsiteY4" fmla="*/ 821691 h 868681"/>
                <a:gd name="connsiteX5" fmla="*/ 522605 w 1219200"/>
                <a:gd name="connsiteY5" fmla="*/ 845821 h 868681"/>
                <a:gd name="connsiteX6" fmla="*/ 541019 w 1219200"/>
                <a:gd name="connsiteY6" fmla="*/ 821691 h 868681"/>
                <a:gd name="connsiteX7" fmla="*/ 522605 w 1219200"/>
                <a:gd name="connsiteY7" fmla="*/ 796926 h 868681"/>
                <a:gd name="connsiteX8" fmla="*/ 817245 w 1219200"/>
                <a:gd name="connsiteY8" fmla="*/ 796291 h 868681"/>
                <a:gd name="connsiteX9" fmla="*/ 800735 w 1219200"/>
                <a:gd name="connsiteY9" fmla="*/ 819786 h 868681"/>
                <a:gd name="connsiteX10" fmla="*/ 817879 w 1219200"/>
                <a:gd name="connsiteY10" fmla="*/ 846456 h 868681"/>
                <a:gd name="connsiteX11" fmla="*/ 833754 w 1219200"/>
                <a:gd name="connsiteY11" fmla="*/ 838836 h 868681"/>
                <a:gd name="connsiteX12" fmla="*/ 833754 w 1219200"/>
                <a:gd name="connsiteY12" fmla="*/ 838201 h 868681"/>
                <a:gd name="connsiteX13" fmla="*/ 833754 w 1219200"/>
                <a:gd name="connsiteY13" fmla="*/ 803911 h 868681"/>
                <a:gd name="connsiteX14" fmla="*/ 817245 w 1219200"/>
                <a:gd name="connsiteY14" fmla="*/ 796291 h 868681"/>
                <a:gd name="connsiteX15" fmla="*/ 1179195 w 1219200"/>
                <a:gd name="connsiteY15" fmla="*/ 794386 h 868681"/>
                <a:gd name="connsiteX16" fmla="*/ 1163320 w 1219200"/>
                <a:gd name="connsiteY16" fmla="*/ 811531 h 868681"/>
                <a:gd name="connsiteX17" fmla="*/ 1163954 w 1219200"/>
                <a:gd name="connsiteY17" fmla="*/ 811531 h 868681"/>
                <a:gd name="connsiteX18" fmla="*/ 1195704 w 1219200"/>
                <a:gd name="connsiteY18" fmla="*/ 811531 h 868681"/>
                <a:gd name="connsiteX19" fmla="*/ 1179195 w 1219200"/>
                <a:gd name="connsiteY19" fmla="*/ 794386 h 868681"/>
                <a:gd name="connsiteX20" fmla="*/ 909320 w 1219200"/>
                <a:gd name="connsiteY20" fmla="*/ 794386 h 868681"/>
                <a:gd name="connsiteX21" fmla="*/ 893445 w 1219200"/>
                <a:gd name="connsiteY21" fmla="*/ 811531 h 868681"/>
                <a:gd name="connsiteX22" fmla="*/ 894079 w 1219200"/>
                <a:gd name="connsiteY22" fmla="*/ 811531 h 868681"/>
                <a:gd name="connsiteX23" fmla="*/ 925829 w 1219200"/>
                <a:gd name="connsiteY23" fmla="*/ 811531 h 868681"/>
                <a:gd name="connsiteX24" fmla="*/ 909320 w 1219200"/>
                <a:gd name="connsiteY24" fmla="*/ 794386 h 868681"/>
                <a:gd name="connsiteX25" fmla="*/ 737870 w 1219200"/>
                <a:gd name="connsiteY25" fmla="*/ 775971 h 868681"/>
                <a:gd name="connsiteX26" fmla="*/ 761364 w 1219200"/>
                <a:gd name="connsiteY26" fmla="*/ 775971 h 868681"/>
                <a:gd name="connsiteX27" fmla="*/ 761364 w 1219200"/>
                <a:gd name="connsiteY27" fmla="*/ 866141 h 868681"/>
                <a:gd name="connsiteX28" fmla="*/ 737870 w 1219200"/>
                <a:gd name="connsiteY28" fmla="*/ 866141 h 868681"/>
                <a:gd name="connsiteX29" fmla="*/ 143510 w 1219200"/>
                <a:gd name="connsiteY29" fmla="*/ 775971 h 868681"/>
                <a:gd name="connsiteX30" fmla="*/ 167004 w 1219200"/>
                <a:gd name="connsiteY30" fmla="*/ 775971 h 868681"/>
                <a:gd name="connsiteX31" fmla="*/ 167004 w 1219200"/>
                <a:gd name="connsiteY31" fmla="*/ 866141 h 868681"/>
                <a:gd name="connsiteX32" fmla="*/ 143510 w 1219200"/>
                <a:gd name="connsiteY32" fmla="*/ 866141 h 868681"/>
                <a:gd name="connsiteX33" fmla="*/ 635 w 1219200"/>
                <a:gd name="connsiteY33" fmla="*/ 775971 h 868681"/>
                <a:gd name="connsiteX34" fmla="*/ 26670 w 1219200"/>
                <a:gd name="connsiteY34" fmla="*/ 775971 h 868681"/>
                <a:gd name="connsiteX35" fmla="*/ 40004 w 1219200"/>
                <a:gd name="connsiteY35" fmla="*/ 828041 h 868681"/>
                <a:gd name="connsiteX36" fmla="*/ 55245 w 1219200"/>
                <a:gd name="connsiteY36" fmla="*/ 775971 h 868681"/>
                <a:gd name="connsiteX37" fmla="*/ 76200 w 1219200"/>
                <a:gd name="connsiteY37" fmla="*/ 775971 h 868681"/>
                <a:gd name="connsiteX38" fmla="*/ 91439 w 1219200"/>
                <a:gd name="connsiteY38" fmla="*/ 828041 h 868681"/>
                <a:gd name="connsiteX39" fmla="*/ 105409 w 1219200"/>
                <a:gd name="connsiteY39" fmla="*/ 775971 h 868681"/>
                <a:gd name="connsiteX40" fmla="*/ 130810 w 1219200"/>
                <a:gd name="connsiteY40" fmla="*/ 775971 h 868681"/>
                <a:gd name="connsiteX41" fmla="*/ 102235 w 1219200"/>
                <a:gd name="connsiteY41" fmla="*/ 866141 h 868681"/>
                <a:gd name="connsiteX42" fmla="*/ 80644 w 1219200"/>
                <a:gd name="connsiteY42" fmla="*/ 866141 h 868681"/>
                <a:gd name="connsiteX43" fmla="*/ 65405 w 1219200"/>
                <a:gd name="connsiteY43" fmla="*/ 811531 h 868681"/>
                <a:gd name="connsiteX44" fmla="*/ 50165 w 1219200"/>
                <a:gd name="connsiteY44" fmla="*/ 866141 h 868681"/>
                <a:gd name="connsiteX45" fmla="*/ 28575 w 1219200"/>
                <a:gd name="connsiteY45" fmla="*/ 866141 h 868681"/>
                <a:gd name="connsiteX46" fmla="*/ 1181099 w 1219200"/>
                <a:gd name="connsiteY46" fmla="*/ 774066 h 868681"/>
                <a:gd name="connsiteX47" fmla="*/ 1219200 w 1219200"/>
                <a:gd name="connsiteY47" fmla="*/ 821056 h 868681"/>
                <a:gd name="connsiteX48" fmla="*/ 1218564 w 1219200"/>
                <a:gd name="connsiteY48" fmla="*/ 821056 h 868681"/>
                <a:gd name="connsiteX49" fmla="*/ 1218564 w 1219200"/>
                <a:gd name="connsiteY49" fmla="*/ 828676 h 868681"/>
                <a:gd name="connsiteX50" fmla="*/ 1163954 w 1219200"/>
                <a:gd name="connsiteY50" fmla="*/ 828676 h 868681"/>
                <a:gd name="connsiteX51" fmla="*/ 1183004 w 1219200"/>
                <a:gd name="connsiteY51" fmla="*/ 846456 h 868681"/>
                <a:gd name="connsiteX52" fmla="*/ 1198879 w 1219200"/>
                <a:gd name="connsiteY52" fmla="*/ 840106 h 868681"/>
                <a:gd name="connsiteX53" fmla="*/ 1214754 w 1219200"/>
                <a:gd name="connsiteY53" fmla="*/ 853441 h 868681"/>
                <a:gd name="connsiteX54" fmla="*/ 1182370 w 1219200"/>
                <a:gd name="connsiteY54" fmla="*/ 868046 h 868681"/>
                <a:gd name="connsiteX55" fmla="*/ 1141095 w 1219200"/>
                <a:gd name="connsiteY55" fmla="*/ 821056 h 868681"/>
                <a:gd name="connsiteX56" fmla="*/ 1181099 w 1219200"/>
                <a:gd name="connsiteY56" fmla="*/ 774066 h 868681"/>
                <a:gd name="connsiteX57" fmla="*/ 1097915 w 1219200"/>
                <a:gd name="connsiteY57" fmla="*/ 774066 h 868681"/>
                <a:gd name="connsiteX58" fmla="*/ 1133474 w 1219200"/>
                <a:gd name="connsiteY58" fmla="*/ 793751 h 868681"/>
                <a:gd name="connsiteX59" fmla="*/ 1118235 w 1219200"/>
                <a:gd name="connsiteY59" fmla="*/ 808991 h 868681"/>
                <a:gd name="connsiteX60" fmla="*/ 1097915 w 1219200"/>
                <a:gd name="connsiteY60" fmla="*/ 796291 h 868681"/>
                <a:gd name="connsiteX61" fmla="*/ 1078864 w 1219200"/>
                <a:gd name="connsiteY61" fmla="*/ 820421 h 868681"/>
                <a:gd name="connsiteX62" fmla="*/ 1097915 w 1219200"/>
                <a:gd name="connsiteY62" fmla="*/ 845186 h 868681"/>
                <a:gd name="connsiteX63" fmla="*/ 1118235 w 1219200"/>
                <a:gd name="connsiteY63" fmla="*/ 833756 h 868681"/>
                <a:gd name="connsiteX64" fmla="*/ 1118870 w 1219200"/>
                <a:gd name="connsiteY64" fmla="*/ 834391 h 868681"/>
                <a:gd name="connsiteX65" fmla="*/ 1133474 w 1219200"/>
                <a:gd name="connsiteY65" fmla="*/ 848361 h 868681"/>
                <a:gd name="connsiteX66" fmla="*/ 1097280 w 1219200"/>
                <a:gd name="connsiteY66" fmla="*/ 868046 h 868681"/>
                <a:gd name="connsiteX67" fmla="*/ 1054735 w 1219200"/>
                <a:gd name="connsiteY67" fmla="*/ 821056 h 868681"/>
                <a:gd name="connsiteX68" fmla="*/ 1097915 w 1219200"/>
                <a:gd name="connsiteY68" fmla="*/ 774066 h 868681"/>
                <a:gd name="connsiteX69" fmla="*/ 1009015 w 1219200"/>
                <a:gd name="connsiteY69" fmla="*/ 774066 h 868681"/>
                <a:gd name="connsiteX70" fmla="*/ 1041400 w 1219200"/>
                <a:gd name="connsiteY70" fmla="*/ 815341 h 868681"/>
                <a:gd name="connsiteX71" fmla="*/ 1041400 w 1219200"/>
                <a:gd name="connsiteY71" fmla="*/ 866141 h 868681"/>
                <a:gd name="connsiteX72" fmla="*/ 1017905 w 1219200"/>
                <a:gd name="connsiteY72" fmla="*/ 866141 h 868681"/>
                <a:gd name="connsiteX73" fmla="*/ 1017905 w 1219200"/>
                <a:gd name="connsiteY73" fmla="*/ 817246 h 868681"/>
                <a:gd name="connsiteX74" fmla="*/ 1002665 w 1219200"/>
                <a:gd name="connsiteY74" fmla="*/ 796291 h 868681"/>
                <a:gd name="connsiteX75" fmla="*/ 986790 w 1219200"/>
                <a:gd name="connsiteY75" fmla="*/ 816611 h 868681"/>
                <a:gd name="connsiteX76" fmla="*/ 986790 w 1219200"/>
                <a:gd name="connsiteY76" fmla="*/ 866141 h 868681"/>
                <a:gd name="connsiteX77" fmla="*/ 963295 w 1219200"/>
                <a:gd name="connsiteY77" fmla="*/ 866141 h 868681"/>
                <a:gd name="connsiteX78" fmla="*/ 963295 w 1219200"/>
                <a:gd name="connsiteY78" fmla="*/ 775971 h 868681"/>
                <a:gd name="connsiteX79" fmla="*/ 986790 w 1219200"/>
                <a:gd name="connsiteY79" fmla="*/ 775971 h 868681"/>
                <a:gd name="connsiteX80" fmla="*/ 986790 w 1219200"/>
                <a:gd name="connsiteY80" fmla="*/ 782321 h 868681"/>
                <a:gd name="connsiteX81" fmla="*/ 1009015 w 1219200"/>
                <a:gd name="connsiteY81" fmla="*/ 774066 h 868681"/>
                <a:gd name="connsiteX82" fmla="*/ 911224 w 1219200"/>
                <a:gd name="connsiteY82" fmla="*/ 774066 h 868681"/>
                <a:gd name="connsiteX83" fmla="*/ 949325 w 1219200"/>
                <a:gd name="connsiteY83" fmla="*/ 821056 h 868681"/>
                <a:gd name="connsiteX84" fmla="*/ 948689 w 1219200"/>
                <a:gd name="connsiteY84" fmla="*/ 821056 h 868681"/>
                <a:gd name="connsiteX85" fmla="*/ 948689 w 1219200"/>
                <a:gd name="connsiteY85" fmla="*/ 828676 h 868681"/>
                <a:gd name="connsiteX86" fmla="*/ 894079 w 1219200"/>
                <a:gd name="connsiteY86" fmla="*/ 828676 h 868681"/>
                <a:gd name="connsiteX87" fmla="*/ 913129 w 1219200"/>
                <a:gd name="connsiteY87" fmla="*/ 846456 h 868681"/>
                <a:gd name="connsiteX88" fmla="*/ 929004 w 1219200"/>
                <a:gd name="connsiteY88" fmla="*/ 840106 h 868681"/>
                <a:gd name="connsiteX89" fmla="*/ 944879 w 1219200"/>
                <a:gd name="connsiteY89" fmla="*/ 853441 h 868681"/>
                <a:gd name="connsiteX90" fmla="*/ 912495 w 1219200"/>
                <a:gd name="connsiteY90" fmla="*/ 868046 h 868681"/>
                <a:gd name="connsiteX91" fmla="*/ 871220 w 1219200"/>
                <a:gd name="connsiteY91" fmla="*/ 821056 h 868681"/>
                <a:gd name="connsiteX92" fmla="*/ 911224 w 1219200"/>
                <a:gd name="connsiteY92" fmla="*/ 774066 h 868681"/>
                <a:gd name="connsiteX93" fmla="*/ 623570 w 1219200"/>
                <a:gd name="connsiteY93" fmla="*/ 774066 h 868681"/>
                <a:gd name="connsiteX94" fmla="*/ 655954 w 1219200"/>
                <a:gd name="connsiteY94" fmla="*/ 815341 h 868681"/>
                <a:gd name="connsiteX95" fmla="*/ 655954 w 1219200"/>
                <a:gd name="connsiteY95" fmla="*/ 866141 h 868681"/>
                <a:gd name="connsiteX96" fmla="*/ 632459 w 1219200"/>
                <a:gd name="connsiteY96" fmla="*/ 866141 h 868681"/>
                <a:gd name="connsiteX97" fmla="*/ 632459 w 1219200"/>
                <a:gd name="connsiteY97" fmla="*/ 817246 h 868681"/>
                <a:gd name="connsiteX98" fmla="*/ 617220 w 1219200"/>
                <a:gd name="connsiteY98" fmla="*/ 796291 h 868681"/>
                <a:gd name="connsiteX99" fmla="*/ 601345 w 1219200"/>
                <a:gd name="connsiteY99" fmla="*/ 816611 h 868681"/>
                <a:gd name="connsiteX100" fmla="*/ 601345 w 1219200"/>
                <a:gd name="connsiteY100" fmla="*/ 866141 h 868681"/>
                <a:gd name="connsiteX101" fmla="*/ 577849 w 1219200"/>
                <a:gd name="connsiteY101" fmla="*/ 866141 h 868681"/>
                <a:gd name="connsiteX102" fmla="*/ 577849 w 1219200"/>
                <a:gd name="connsiteY102" fmla="*/ 775971 h 868681"/>
                <a:gd name="connsiteX103" fmla="*/ 601345 w 1219200"/>
                <a:gd name="connsiteY103" fmla="*/ 775971 h 868681"/>
                <a:gd name="connsiteX104" fmla="*/ 601345 w 1219200"/>
                <a:gd name="connsiteY104" fmla="*/ 782321 h 868681"/>
                <a:gd name="connsiteX105" fmla="*/ 623570 w 1219200"/>
                <a:gd name="connsiteY105" fmla="*/ 774066 h 868681"/>
                <a:gd name="connsiteX106" fmla="*/ 522605 w 1219200"/>
                <a:gd name="connsiteY106" fmla="*/ 774066 h 868681"/>
                <a:gd name="connsiteX107" fmla="*/ 564515 w 1219200"/>
                <a:gd name="connsiteY107" fmla="*/ 821056 h 868681"/>
                <a:gd name="connsiteX108" fmla="*/ 522605 w 1219200"/>
                <a:gd name="connsiteY108" fmla="*/ 868046 h 868681"/>
                <a:gd name="connsiteX109" fmla="*/ 480695 w 1219200"/>
                <a:gd name="connsiteY109" fmla="*/ 821056 h 868681"/>
                <a:gd name="connsiteX110" fmla="*/ 522605 w 1219200"/>
                <a:gd name="connsiteY110" fmla="*/ 774066 h 868681"/>
                <a:gd name="connsiteX111" fmla="*/ 436879 w 1219200"/>
                <a:gd name="connsiteY111" fmla="*/ 774066 h 868681"/>
                <a:gd name="connsiteX112" fmla="*/ 472439 w 1219200"/>
                <a:gd name="connsiteY112" fmla="*/ 793751 h 868681"/>
                <a:gd name="connsiteX113" fmla="*/ 457200 w 1219200"/>
                <a:gd name="connsiteY113" fmla="*/ 808991 h 868681"/>
                <a:gd name="connsiteX114" fmla="*/ 436879 w 1219200"/>
                <a:gd name="connsiteY114" fmla="*/ 796291 h 868681"/>
                <a:gd name="connsiteX115" fmla="*/ 417829 w 1219200"/>
                <a:gd name="connsiteY115" fmla="*/ 820421 h 868681"/>
                <a:gd name="connsiteX116" fmla="*/ 436879 w 1219200"/>
                <a:gd name="connsiteY116" fmla="*/ 845186 h 868681"/>
                <a:gd name="connsiteX117" fmla="*/ 457200 w 1219200"/>
                <a:gd name="connsiteY117" fmla="*/ 833756 h 868681"/>
                <a:gd name="connsiteX118" fmla="*/ 457834 w 1219200"/>
                <a:gd name="connsiteY118" fmla="*/ 834391 h 868681"/>
                <a:gd name="connsiteX119" fmla="*/ 472439 w 1219200"/>
                <a:gd name="connsiteY119" fmla="*/ 848361 h 868681"/>
                <a:gd name="connsiteX120" fmla="*/ 436245 w 1219200"/>
                <a:gd name="connsiteY120" fmla="*/ 868046 h 868681"/>
                <a:gd name="connsiteX121" fmla="*/ 393700 w 1219200"/>
                <a:gd name="connsiteY121" fmla="*/ 821056 h 868681"/>
                <a:gd name="connsiteX122" fmla="*/ 436879 w 1219200"/>
                <a:gd name="connsiteY122" fmla="*/ 774066 h 868681"/>
                <a:gd name="connsiteX123" fmla="*/ 219075 w 1219200"/>
                <a:gd name="connsiteY123" fmla="*/ 742316 h 868681"/>
                <a:gd name="connsiteX124" fmla="*/ 219075 w 1219200"/>
                <a:gd name="connsiteY124" fmla="*/ 777241 h 868681"/>
                <a:gd name="connsiteX125" fmla="*/ 245110 w 1219200"/>
                <a:gd name="connsiteY125" fmla="*/ 777241 h 868681"/>
                <a:gd name="connsiteX126" fmla="*/ 245110 w 1219200"/>
                <a:gd name="connsiteY126" fmla="*/ 798831 h 868681"/>
                <a:gd name="connsiteX127" fmla="*/ 219075 w 1219200"/>
                <a:gd name="connsiteY127" fmla="*/ 798831 h 868681"/>
                <a:gd name="connsiteX128" fmla="*/ 219075 w 1219200"/>
                <a:gd name="connsiteY128" fmla="*/ 835661 h 868681"/>
                <a:gd name="connsiteX129" fmla="*/ 227965 w 1219200"/>
                <a:gd name="connsiteY129" fmla="*/ 846456 h 868681"/>
                <a:gd name="connsiteX130" fmla="*/ 245041 w 1219200"/>
                <a:gd name="connsiteY130" fmla="*/ 839979 h 868681"/>
                <a:gd name="connsiteX131" fmla="*/ 241935 w 1219200"/>
                <a:gd name="connsiteY131" fmla="*/ 862966 h 868681"/>
                <a:gd name="connsiteX132" fmla="*/ 219709 w 1219200"/>
                <a:gd name="connsiteY132" fmla="*/ 868681 h 868681"/>
                <a:gd name="connsiteX133" fmla="*/ 195579 w 1219200"/>
                <a:gd name="connsiteY133" fmla="*/ 842011 h 868681"/>
                <a:gd name="connsiteX134" fmla="*/ 195579 w 1219200"/>
                <a:gd name="connsiteY134" fmla="*/ 798831 h 868681"/>
                <a:gd name="connsiteX135" fmla="*/ 179704 w 1219200"/>
                <a:gd name="connsiteY135" fmla="*/ 798831 h 868681"/>
                <a:gd name="connsiteX136" fmla="*/ 179704 w 1219200"/>
                <a:gd name="connsiteY136" fmla="*/ 777241 h 868681"/>
                <a:gd name="connsiteX137" fmla="*/ 195579 w 1219200"/>
                <a:gd name="connsiteY137" fmla="*/ 777241 h 868681"/>
                <a:gd name="connsiteX138" fmla="*/ 195579 w 1219200"/>
                <a:gd name="connsiteY138" fmla="*/ 753746 h 868681"/>
                <a:gd name="connsiteX139" fmla="*/ 749935 w 1219200"/>
                <a:gd name="connsiteY139" fmla="*/ 741681 h 868681"/>
                <a:gd name="connsiteX140" fmla="*/ 763269 w 1219200"/>
                <a:gd name="connsiteY140" fmla="*/ 755016 h 868681"/>
                <a:gd name="connsiteX141" fmla="*/ 749935 w 1219200"/>
                <a:gd name="connsiteY141" fmla="*/ 768351 h 868681"/>
                <a:gd name="connsiteX142" fmla="*/ 736599 w 1219200"/>
                <a:gd name="connsiteY142" fmla="*/ 755016 h 868681"/>
                <a:gd name="connsiteX143" fmla="*/ 749935 w 1219200"/>
                <a:gd name="connsiteY143" fmla="*/ 741681 h 868681"/>
                <a:gd name="connsiteX144" fmla="*/ 154939 w 1219200"/>
                <a:gd name="connsiteY144" fmla="*/ 741681 h 868681"/>
                <a:gd name="connsiteX145" fmla="*/ 168275 w 1219200"/>
                <a:gd name="connsiteY145" fmla="*/ 755016 h 868681"/>
                <a:gd name="connsiteX146" fmla="*/ 154939 w 1219200"/>
                <a:gd name="connsiteY146" fmla="*/ 768351 h 868681"/>
                <a:gd name="connsiteX147" fmla="*/ 141605 w 1219200"/>
                <a:gd name="connsiteY147" fmla="*/ 755016 h 868681"/>
                <a:gd name="connsiteX148" fmla="*/ 154939 w 1219200"/>
                <a:gd name="connsiteY148" fmla="*/ 741681 h 868681"/>
                <a:gd name="connsiteX149" fmla="*/ 856614 w 1219200"/>
                <a:gd name="connsiteY149" fmla="*/ 741046 h 868681"/>
                <a:gd name="connsiteX150" fmla="*/ 856614 w 1219200"/>
                <a:gd name="connsiteY150" fmla="*/ 866141 h 868681"/>
                <a:gd name="connsiteX151" fmla="*/ 833120 w 1219200"/>
                <a:gd name="connsiteY151" fmla="*/ 866141 h 868681"/>
                <a:gd name="connsiteX152" fmla="*/ 833120 w 1219200"/>
                <a:gd name="connsiteY152" fmla="*/ 860426 h 868681"/>
                <a:gd name="connsiteX153" fmla="*/ 812799 w 1219200"/>
                <a:gd name="connsiteY153" fmla="*/ 868046 h 868681"/>
                <a:gd name="connsiteX154" fmla="*/ 775970 w 1219200"/>
                <a:gd name="connsiteY154" fmla="*/ 820421 h 868681"/>
                <a:gd name="connsiteX155" fmla="*/ 812165 w 1219200"/>
                <a:gd name="connsiteY155" fmla="*/ 774066 h 868681"/>
                <a:gd name="connsiteX156" fmla="*/ 833120 w 1219200"/>
                <a:gd name="connsiteY156" fmla="*/ 781051 h 868681"/>
                <a:gd name="connsiteX157" fmla="*/ 833120 w 1219200"/>
                <a:gd name="connsiteY157" fmla="*/ 752476 h 868681"/>
                <a:gd name="connsiteX158" fmla="*/ 707390 w 1219200"/>
                <a:gd name="connsiteY158" fmla="*/ 741046 h 868681"/>
                <a:gd name="connsiteX159" fmla="*/ 724534 w 1219200"/>
                <a:gd name="connsiteY159" fmla="*/ 743586 h 868681"/>
                <a:gd name="connsiteX160" fmla="*/ 724534 w 1219200"/>
                <a:gd name="connsiteY160" fmla="*/ 744221 h 868681"/>
                <a:gd name="connsiteX161" fmla="*/ 724534 w 1219200"/>
                <a:gd name="connsiteY161" fmla="*/ 762636 h 868681"/>
                <a:gd name="connsiteX162" fmla="*/ 713105 w 1219200"/>
                <a:gd name="connsiteY162" fmla="*/ 760731 h 868681"/>
                <a:gd name="connsiteX163" fmla="*/ 703579 w 1219200"/>
                <a:gd name="connsiteY163" fmla="*/ 768351 h 868681"/>
                <a:gd name="connsiteX164" fmla="*/ 703579 w 1219200"/>
                <a:gd name="connsiteY164" fmla="*/ 775336 h 868681"/>
                <a:gd name="connsiteX165" fmla="*/ 722629 w 1219200"/>
                <a:gd name="connsiteY165" fmla="*/ 775336 h 868681"/>
                <a:gd name="connsiteX166" fmla="*/ 722629 w 1219200"/>
                <a:gd name="connsiteY166" fmla="*/ 796926 h 868681"/>
                <a:gd name="connsiteX167" fmla="*/ 703579 w 1219200"/>
                <a:gd name="connsiteY167" fmla="*/ 796926 h 868681"/>
                <a:gd name="connsiteX168" fmla="*/ 703579 w 1219200"/>
                <a:gd name="connsiteY168" fmla="*/ 865506 h 868681"/>
                <a:gd name="connsiteX169" fmla="*/ 680084 w 1219200"/>
                <a:gd name="connsiteY169" fmla="*/ 865506 h 868681"/>
                <a:gd name="connsiteX170" fmla="*/ 680084 w 1219200"/>
                <a:gd name="connsiteY170" fmla="*/ 796926 h 868681"/>
                <a:gd name="connsiteX171" fmla="*/ 667385 w 1219200"/>
                <a:gd name="connsiteY171" fmla="*/ 796926 h 868681"/>
                <a:gd name="connsiteX172" fmla="*/ 667385 w 1219200"/>
                <a:gd name="connsiteY172" fmla="*/ 775336 h 868681"/>
                <a:gd name="connsiteX173" fmla="*/ 680084 w 1219200"/>
                <a:gd name="connsiteY173" fmla="*/ 775336 h 868681"/>
                <a:gd name="connsiteX174" fmla="*/ 680084 w 1219200"/>
                <a:gd name="connsiteY174" fmla="*/ 764541 h 868681"/>
                <a:gd name="connsiteX175" fmla="*/ 707390 w 1219200"/>
                <a:gd name="connsiteY175" fmla="*/ 741046 h 868681"/>
                <a:gd name="connsiteX176" fmla="*/ 282575 w 1219200"/>
                <a:gd name="connsiteY176" fmla="*/ 741046 h 868681"/>
                <a:gd name="connsiteX177" fmla="*/ 282575 w 1219200"/>
                <a:gd name="connsiteY177" fmla="*/ 782321 h 868681"/>
                <a:gd name="connsiteX178" fmla="*/ 304799 w 1219200"/>
                <a:gd name="connsiteY178" fmla="*/ 774066 h 868681"/>
                <a:gd name="connsiteX179" fmla="*/ 336549 w 1219200"/>
                <a:gd name="connsiteY179" fmla="*/ 815341 h 868681"/>
                <a:gd name="connsiteX180" fmla="*/ 336549 w 1219200"/>
                <a:gd name="connsiteY180" fmla="*/ 866141 h 868681"/>
                <a:gd name="connsiteX181" fmla="*/ 313689 w 1219200"/>
                <a:gd name="connsiteY181" fmla="*/ 866141 h 868681"/>
                <a:gd name="connsiteX182" fmla="*/ 313689 w 1219200"/>
                <a:gd name="connsiteY182" fmla="*/ 817246 h 868681"/>
                <a:gd name="connsiteX183" fmla="*/ 298450 w 1219200"/>
                <a:gd name="connsiteY183" fmla="*/ 796291 h 868681"/>
                <a:gd name="connsiteX184" fmla="*/ 282575 w 1219200"/>
                <a:gd name="connsiteY184" fmla="*/ 816611 h 868681"/>
                <a:gd name="connsiteX185" fmla="*/ 282575 w 1219200"/>
                <a:gd name="connsiteY185" fmla="*/ 866141 h 868681"/>
                <a:gd name="connsiteX186" fmla="*/ 259079 w 1219200"/>
                <a:gd name="connsiteY186" fmla="*/ 866141 h 868681"/>
                <a:gd name="connsiteX187" fmla="*/ 259079 w 1219200"/>
                <a:gd name="connsiteY187" fmla="*/ 752476 h 868681"/>
                <a:gd name="connsiteX188" fmla="*/ 92709 w 1219200"/>
                <a:gd name="connsiteY188" fmla="*/ 648336 h 868681"/>
                <a:gd name="connsiteX189" fmla="*/ 92709 w 1219200"/>
                <a:gd name="connsiteY189" fmla="*/ 649606 h 868681"/>
                <a:gd name="connsiteX190" fmla="*/ 92427 w 1219200"/>
                <a:gd name="connsiteY190" fmla="*/ 648959 h 868681"/>
                <a:gd name="connsiteX191" fmla="*/ 230504 w 1219200"/>
                <a:gd name="connsiteY191" fmla="*/ 643256 h 868681"/>
                <a:gd name="connsiteX192" fmla="*/ 215900 w 1219200"/>
                <a:gd name="connsiteY192" fmla="*/ 654686 h 868681"/>
                <a:gd name="connsiteX193" fmla="*/ 228599 w 1219200"/>
                <a:gd name="connsiteY193" fmla="*/ 667386 h 868681"/>
                <a:gd name="connsiteX194" fmla="*/ 245745 w 1219200"/>
                <a:gd name="connsiteY194" fmla="*/ 658496 h 868681"/>
                <a:gd name="connsiteX195" fmla="*/ 245745 w 1219200"/>
                <a:gd name="connsiteY195" fmla="*/ 647066 h 868681"/>
                <a:gd name="connsiteX196" fmla="*/ 230504 w 1219200"/>
                <a:gd name="connsiteY196" fmla="*/ 643256 h 868681"/>
                <a:gd name="connsiteX197" fmla="*/ 321310 w 1219200"/>
                <a:gd name="connsiteY197" fmla="*/ 614046 h 868681"/>
                <a:gd name="connsiteX198" fmla="*/ 306704 w 1219200"/>
                <a:gd name="connsiteY198" fmla="*/ 622301 h 868681"/>
                <a:gd name="connsiteX199" fmla="*/ 306704 w 1219200"/>
                <a:gd name="connsiteY199" fmla="*/ 656591 h 868681"/>
                <a:gd name="connsiteX200" fmla="*/ 323215 w 1219200"/>
                <a:gd name="connsiteY200" fmla="*/ 664846 h 868681"/>
                <a:gd name="connsiteX201" fmla="*/ 339090 w 1219200"/>
                <a:gd name="connsiteY201" fmla="*/ 640716 h 868681"/>
                <a:gd name="connsiteX202" fmla="*/ 338454 w 1219200"/>
                <a:gd name="connsiteY202" fmla="*/ 640716 h 868681"/>
                <a:gd name="connsiteX203" fmla="*/ 321310 w 1219200"/>
                <a:gd name="connsiteY203" fmla="*/ 614046 h 868681"/>
                <a:gd name="connsiteX204" fmla="*/ 1179195 w 1219200"/>
                <a:gd name="connsiteY204" fmla="*/ 612776 h 868681"/>
                <a:gd name="connsiteX205" fmla="*/ 1163320 w 1219200"/>
                <a:gd name="connsiteY205" fmla="*/ 629921 h 868681"/>
                <a:gd name="connsiteX206" fmla="*/ 1163954 w 1219200"/>
                <a:gd name="connsiteY206" fmla="*/ 629921 h 868681"/>
                <a:gd name="connsiteX207" fmla="*/ 1195704 w 1219200"/>
                <a:gd name="connsiteY207" fmla="*/ 629921 h 868681"/>
                <a:gd name="connsiteX208" fmla="*/ 1179195 w 1219200"/>
                <a:gd name="connsiteY208" fmla="*/ 612776 h 868681"/>
                <a:gd name="connsiteX209" fmla="*/ 689610 w 1219200"/>
                <a:gd name="connsiteY209" fmla="*/ 612776 h 868681"/>
                <a:gd name="connsiteX210" fmla="*/ 673735 w 1219200"/>
                <a:gd name="connsiteY210" fmla="*/ 629921 h 868681"/>
                <a:gd name="connsiteX211" fmla="*/ 674370 w 1219200"/>
                <a:gd name="connsiteY211" fmla="*/ 629921 h 868681"/>
                <a:gd name="connsiteX212" fmla="*/ 706120 w 1219200"/>
                <a:gd name="connsiteY212" fmla="*/ 629921 h 868681"/>
                <a:gd name="connsiteX213" fmla="*/ 689610 w 1219200"/>
                <a:gd name="connsiteY213" fmla="*/ 612776 h 868681"/>
                <a:gd name="connsiteX214" fmla="*/ 410845 w 1219200"/>
                <a:gd name="connsiteY214" fmla="*/ 612776 h 868681"/>
                <a:gd name="connsiteX215" fmla="*/ 395605 w 1219200"/>
                <a:gd name="connsiteY215" fmla="*/ 629921 h 868681"/>
                <a:gd name="connsiteX216" fmla="*/ 427355 w 1219200"/>
                <a:gd name="connsiteY216" fmla="*/ 629921 h 868681"/>
                <a:gd name="connsiteX217" fmla="*/ 410845 w 1219200"/>
                <a:gd name="connsiteY217" fmla="*/ 612776 h 868681"/>
                <a:gd name="connsiteX218" fmla="*/ 991870 w 1219200"/>
                <a:gd name="connsiteY218" fmla="*/ 594361 h 868681"/>
                <a:gd name="connsiteX219" fmla="*/ 1014095 w 1219200"/>
                <a:gd name="connsiteY219" fmla="*/ 594361 h 868681"/>
                <a:gd name="connsiteX220" fmla="*/ 1014095 w 1219200"/>
                <a:gd name="connsiteY220" fmla="*/ 643256 h 868681"/>
                <a:gd name="connsiteX221" fmla="*/ 1029334 w 1219200"/>
                <a:gd name="connsiteY221" fmla="*/ 664846 h 868681"/>
                <a:gd name="connsiteX222" fmla="*/ 1044575 w 1219200"/>
                <a:gd name="connsiteY222" fmla="*/ 644526 h 868681"/>
                <a:gd name="connsiteX223" fmla="*/ 1044575 w 1219200"/>
                <a:gd name="connsiteY223" fmla="*/ 594996 h 868681"/>
                <a:gd name="connsiteX224" fmla="*/ 1066799 w 1219200"/>
                <a:gd name="connsiteY224" fmla="*/ 594996 h 868681"/>
                <a:gd name="connsiteX225" fmla="*/ 1066799 w 1219200"/>
                <a:gd name="connsiteY225" fmla="*/ 684531 h 868681"/>
                <a:gd name="connsiteX226" fmla="*/ 1044575 w 1219200"/>
                <a:gd name="connsiteY226" fmla="*/ 684531 h 868681"/>
                <a:gd name="connsiteX227" fmla="*/ 1044575 w 1219200"/>
                <a:gd name="connsiteY227" fmla="*/ 678181 h 868681"/>
                <a:gd name="connsiteX228" fmla="*/ 1023620 w 1219200"/>
                <a:gd name="connsiteY228" fmla="*/ 686436 h 868681"/>
                <a:gd name="connsiteX229" fmla="*/ 991870 w 1219200"/>
                <a:gd name="connsiteY229" fmla="*/ 645161 h 868681"/>
                <a:gd name="connsiteX230" fmla="*/ 836295 w 1219200"/>
                <a:gd name="connsiteY230" fmla="*/ 594361 h 868681"/>
                <a:gd name="connsiteX231" fmla="*/ 858519 w 1219200"/>
                <a:gd name="connsiteY231" fmla="*/ 594361 h 868681"/>
                <a:gd name="connsiteX232" fmla="*/ 858519 w 1219200"/>
                <a:gd name="connsiteY232" fmla="*/ 643256 h 868681"/>
                <a:gd name="connsiteX233" fmla="*/ 873760 w 1219200"/>
                <a:gd name="connsiteY233" fmla="*/ 664846 h 868681"/>
                <a:gd name="connsiteX234" fmla="*/ 889000 w 1219200"/>
                <a:gd name="connsiteY234" fmla="*/ 644526 h 868681"/>
                <a:gd name="connsiteX235" fmla="*/ 889000 w 1219200"/>
                <a:gd name="connsiteY235" fmla="*/ 594996 h 868681"/>
                <a:gd name="connsiteX236" fmla="*/ 911224 w 1219200"/>
                <a:gd name="connsiteY236" fmla="*/ 594996 h 868681"/>
                <a:gd name="connsiteX237" fmla="*/ 911224 w 1219200"/>
                <a:gd name="connsiteY237" fmla="*/ 684531 h 868681"/>
                <a:gd name="connsiteX238" fmla="*/ 889000 w 1219200"/>
                <a:gd name="connsiteY238" fmla="*/ 684531 h 868681"/>
                <a:gd name="connsiteX239" fmla="*/ 889000 w 1219200"/>
                <a:gd name="connsiteY239" fmla="*/ 678181 h 868681"/>
                <a:gd name="connsiteX240" fmla="*/ 868045 w 1219200"/>
                <a:gd name="connsiteY240" fmla="*/ 686436 h 868681"/>
                <a:gd name="connsiteX241" fmla="*/ 836295 w 1219200"/>
                <a:gd name="connsiteY241" fmla="*/ 645161 h 868681"/>
                <a:gd name="connsiteX242" fmla="*/ 1181099 w 1219200"/>
                <a:gd name="connsiteY242" fmla="*/ 592456 h 868681"/>
                <a:gd name="connsiteX243" fmla="*/ 1219200 w 1219200"/>
                <a:gd name="connsiteY243" fmla="*/ 639446 h 868681"/>
                <a:gd name="connsiteX244" fmla="*/ 1218564 w 1219200"/>
                <a:gd name="connsiteY244" fmla="*/ 639446 h 868681"/>
                <a:gd name="connsiteX245" fmla="*/ 1218564 w 1219200"/>
                <a:gd name="connsiteY245" fmla="*/ 647066 h 868681"/>
                <a:gd name="connsiteX246" fmla="*/ 1163954 w 1219200"/>
                <a:gd name="connsiteY246" fmla="*/ 647066 h 868681"/>
                <a:gd name="connsiteX247" fmla="*/ 1183004 w 1219200"/>
                <a:gd name="connsiteY247" fmla="*/ 664846 h 868681"/>
                <a:gd name="connsiteX248" fmla="*/ 1198879 w 1219200"/>
                <a:gd name="connsiteY248" fmla="*/ 658496 h 868681"/>
                <a:gd name="connsiteX249" fmla="*/ 1214754 w 1219200"/>
                <a:gd name="connsiteY249" fmla="*/ 671831 h 868681"/>
                <a:gd name="connsiteX250" fmla="*/ 1182370 w 1219200"/>
                <a:gd name="connsiteY250" fmla="*/ 686436 h 868681"/>
                <a:gd name="connsiteX251" fmla="*/ 1141095 w 1219200"/>
                <a:gd name="connsiteY251" fmla="*/ 639446 h 868681"/>
                <a:gd name="connsiteX252" fmla="*/ 1181099 w 1219200"/>
                <a:gd name="connsiteY252" fmla="*/ 592456 h 868681"/>
                <a:gd name="connsiteX253" fmla="*/ 691515 w 1219200"/>
                <a:gd name="connsiteY253" fmla="*/ 592456 h 868681"/>
                <a:gd name="connsiteX254" fmla="*/ 729614 w 1219200"/>
                <a:gd name="connsiteY254" fmla="*/ 639446 h 868681"/>
                <a:gd name="connsiteX255" fmla="*/ 728980 w 1219200"/>
                <a:gd name="connsiteY255" fmla="*/ 639446 h 868681"/>
                <a:gd name="connsiteX256" fmla="*/ 728980 w 1219200"/>
                <a:gd name="connsiteY256" fmla="*/ 647066 h 868681"/>
                <a:gd name="connsiteX257" fmla="*/ 674370 w 1219200"/>
                <a:gd name="connsiteY257" fmla="*/ 647066 h 868681"/>
                <a:gd name="connsiteX258" fmla="*/ 693420 w 1219200"/>
                <a:gd name="connsiteY258" fmla="*/ 664846 h 868681"/>
                <a:gd name="connsiteX259" fmla="*/ 709295 w 1219200"/>
                <a:gd name="connsiteY259" fmla="*/ 658496 h 868681"/>
                <a:gd name="connsiteX260" fmla="*/ 725170 w 1219200"/>
                <a:gd name="connsiteY260" fmla="*/ 671831 h 868681"/>
                <a:gd name="connsiteX261" fmla="*/ 692784 w 1219200"/>
                <a:gd name="connsiteY261" fmla="*/ 686436 h 868681"/>
                <a:gd name="connsiteX262" fmla="*/ 651510 w 1219200"/>
                <a:gd name="connsiteY262" fmla="*/ 639446 h 868681"/>
                <a:gd name="connsiteX263" fmla="*/ 691515 w 1219200"/>
                <a:gd name="connsiteY263" fmla="*/ 592456 h 868681"/>
                <a:gd name="connsiteX264" fmla="*/ 412114 w 1219200"/>
                <a:gd name="connsiteY264" fmla="*/ 592456 h 868681"/>
                <a:gd name="connsiteX265" fmla="*/ 448310 w 1219200"/>
                <a:gd name="connsiteY265" fmla="*/ 639446 h 868681"/>
                <a:gd name="connsiteX266" fmla="*/ 448310 w 1219200"/>
                <a:gd name="connsiteY266" fmla="*/ 647066 h 868681"/>
                <a:gd name="connsiteX267" fmla="*/ 395605 w 1219200"/>
                <a:gd name="connsiteY267" fmla="*/ 647066 h 868681"/>
                <a:gd name="connsiteX268" fmla="*/ 415290 w 1219200"/>
                <a:gd name="connsiteY268" fmla="*/ 664846 h 868681"/>
                <a:gd name="connsiteX269" fmla="*/ 430530 w 1219200"/>
                <a:gd name="connsiteY269" fmla="*/ 658496 h 868681"/>
                <a:gd name="connsiteX270" fmla="*/ 446405 w 1219200"/>
                <a:gd name="connsiteY270" fmla="*/ 671831 h 868681"/>
                <a:gd name="connsiteX271" fmla="*/ 413385 w 1219200"/>
                <a:gd name="connsiteY271" fmla="*/ 686436 h 868681"/>
                <a:gd name="connsiteX272" fmla="*/ 372110 w 1219200"/>
                <a:gd name="connsiteY272" fmla="*/ 640081 h 868681"/>
                <a:gd name="connsiteX273" fmla="*/ 412114 w 1219200"/>
                <a:gd name="connsiteY273" fmla="*/ 592456 h 868681"/>
                <a:gd name="connsiteX274" fmla="*/ 326390 w 1219200"/>
                <a:gd name="connsiteY274" fmla="*/ 592456 h 868681"/>
                <a:gd name="connsiteX275" fmla="*/ 361314 w 1219200"/>
                <a:gd name="connsiteY275" fmla="*/ 639446 h 868681"/>
                <a:gd name="connsiteX276" fmla="*/ 326390 w 1219200"/>
                <a:gd name="connsiteY276" fmla="*/ 686436 h 868681"/>
                <a:gd name="connsiteX277" fmla="*/ 306070 w 1219200"/>
                <a:gd name="connsiteY277" fmla="*/ 678816 h 868681"/>
                <a:gd name="connsiteX278" fmla="*/ 306070 w 1219200"/>
                <a:gd name="connsiteY278" fmla="*/ 706121 h 868681"/>
                <a:gd name="connsiteX279" fmla="*/ 283845 w 1219200"/>
                <a:gd name="connsiteY279" fmla="*/ 717551 h 868681"/>
                <a:gd name="connsiteX280" fmla="*/ 283845 w 1219200"/>
                <a:gd name="connsiteY280" fmla="*/ 594361 h 868681"/>
                <a:gd name="connsiteX281" fmla="*/ 306070 w 1219200"/>
                <a:gd name="connsiteY281" fmla="*/ 594361 h 868681"/>
                <a:gd name="connsiteX282" fmla="*/ 306070 w 1219200"/>
                <a:gd name="connsiteY282" fmla="*/ 600711 h 868681"/>
                <a:gd name="connsiteX283" fmla="*/ 326390 w 1219200"/>
                <a:gd name="connsiteY283" fmla="*/ 592456 h 868681"/>
                <a:gd name="connsiteX284" fmla="*/ 231775 w 1219200"/>
                <a:gd name="connsiteY284" fmla="*/ 592456 h 868681"/>
                <a:gd name="connsiteX285" fmla="*/ 268605 w 1219200"/>
                <a:gd name="connsiteY285" fmla="*/ 624206 h 868681"/>
                <a:gd name="connsiteX286" fmla="*/ 268605 w 1219200"/>
                <a:gd name="connsiteY286" fmla="*/ 684531 h 868681"/>
                <a:gd name="connsiteX287" fmla="*/ 267970 w 1219200"/>
                <a:gd name="connsiteY287" fmla="*/ 684531 h 868681"/>
                <a:gd name="connsiteX288" fmla="*/ 245745 w 1219200"/>
                <a:gd name="connsiteY288" fmla="*/ 684531 h 868681"/>
                <a:gd name="connsiteX289" fmla="*/ 245745 w 1219200"/>
                <a:gd name="connsiteY289" fmla="*/ 678181 h 868681"/>
                <a:gd name="connsiteX290" fmla="*/ 224790 w 1219200"/>
                <a:gd name="connsiteY290" fmla="*/ 686436 h 868681"/>
                <a:gd name="connsiteX291" fmla="*/ 193040 w 1219200"/>
                <a:gd name="connsiteY291" fmla="*/ 655321 h 868681"/>
                <a:gd name="connsiteX292" fmla="*/ 227965 w 1219200"/>
                <a:gd name="connsiteY292" fmla="*/ 624841 h 868681"/>
                <a:gd name="connsiteX293" fmla="*/ 245745 w 1219200"/>
                <a:gd name="connsiteY293" fmla="*/ 628651 h 868681"/>
                <a:gd name="connsiteX294" fmla="*/ 245745 w 1219200"/>
                <a:gd name="connsiteY294" fmla="*/ 623571 h 868681"/>
                <a:gd name="connsiteX295" fmla="*/ 230504 w 1219200"/>
                <a:gd name="connsiteY295" fmla="*/ 611506 h 868681"/>
                <a:gd name="connsiteX296" fmla="*/ 209549 w 1219200"/>
                <a:gd name="connsiteY296" fmla="*/ 617221 h 868681"/>
                <a:gd name="connsiteX297" fmla="*/ 200659 w 1219200"/>
                <a:gd name="connsiteY297" fmla="*/ 601346 h 868681"/>
                <a:gd name="connsiteX298" fmla="*/ 231775 w 1219200"/>
                <a:gd name="connsiteY298" fmla="*/ 592456 h 868681"/>
                <a:gd name="connsiteX299" fmla="*/ 1125855 w 1219200"/>
                <a:gd name="connsiteY299" fmla="*/ 591821 h 868681"/>
                <a:gd name="connsiteX300" fmla="*/ 1142364 w 1219200"/>
                <a:gd name="connsiteY300" fmla="*/ 598171 h 868681"/>
                <a:gd name="connsiteX301" fmla="*/ 1141730 w 1219200"/>
                <a:gd name="connsiteY301" fmla="*/ 598806 h 868681"/>
                <a:gd name="connsiteX302" fmla="*/ 1132840 w 1219200"/>
                <a:gd name="connsiteY302" fmla="*/ 621031 h 868681"/>
                <a:gd name="connsiteX303" fmla="*/ 1120140 w 1219200"/>
                <a:gd name="connsiteY303" fmla="*/ 615316 h 868681"/>
                <a:gd name="connsiteX304" fmla="*/ 1106805 w 1219200"/>
                <a:gd name="connsiteY304" fmla="*/ 635001 h 868681"/>
                <a:gd name="connsiteX305" fmla="*/ 1106805 w 1219200"/>
                <a:gd name="connsiteY305" fmla="*/ 683896 h 868681"/>
                <a:gd name="connsiteX306" fmla="*/ 1084579 w 1219200"/>
                <a:gd name="connsiteY306" fmla="*/ 683896 h 868681"/>
                <a:gd name="connsiteX307" fmla="*/ 1084579 w 1219200"/>
                <a:gd name="connsiteY307" fmla="*/ 593726 h 868681"/>
                <a:gd name="connsiteX308" fmla="*/ 1106805 w 1219200"/>
                <a:gd name="connsiteY308" fmla="*/ 593726 h 868681"/>
                <a:gd name="connsiteX309" fmla="*/ 1106805 w 1219200"/>
                <a:gd name="connsiteY309" fmla="*/ 600076 h 868681"/>
                <a:gd name="connsiteX310" fmla="*/ 1125855 w 1219200"/>
                <a:gd name="connsiteY310" fmla="*/ 591821 h 868681"/>
                <a:gd name="connsiteX311" fmla="*/ 47625 w 1219200"/>
                <a:gd name="connsiteY311" fmla="*/ 563881 h 868681"/>
                <a:gd name="connsiteX312" fmla="*/ 90170 w 1219200"/>
                <a:gd name="connsiteY312" fmla="*/ 582296 h 868681"/>
                <a:gd name="connsiteX313" fmla="*/ 73659 w 1219200"/>
                <a:gd name="connsiteY313" fmla="*/ 598806 h 868681"/>
                <a:gd name="connsiteX314" fmla="*/ 46355 w 1219200"/>
                <a:gd name="connsiteY314" fmla="*/ 586741 h 868681"/>
                <a:gd name="connsiteX315" fmla="*/ 28575 w 1219200"/>
                <a:gd name="connsiteY315" fmla="*/ 598171 h 868681"/>
                <a:gd name="connsiteX316" fmla="*/ 33655 w 1219200"/>
                <a:gd name="connsiteY316" fmla="*/ 606426 h 868681"/>
                <a:gd name="connsiteX317" fmla="*/ 52704 w 1219200"/>
                <a:gd name="connsiteY317" fmla="*/ 612776 h 868681"/>
                <a:gd name="connsiteX318" fmla="*/ 81915 w 1219200"/>
                <a:gd name="connsiteY318" fmla="*/ 624841 h 868681"/>
                <a:gd name="connsiteX319" fmla="*/ 92427 w 1219200"/>
                <a:gd name="connsiteY319" fmla="*/ 648959 h 868681"/>
                <a:gd name="connsiteX320" fmla="*/ 79454 w 1219200"/>
                <a:gd name="connsiteY320" fmla="*/ 677626 h 868681"/>
                <a:gd name="connsiteX321" fmla="*/ 47625 w 1219200"/>
                <a:gd name="connsiteY321" fmla="*/ 686436 h 868681"/>
                <a:gd name="connsiteX322" fmla="*/ 0 w 1219200"/>
                <a:gd name="connsiteY322" fmla="*/ 664846 h 868681"/>
                <a:gd name="connsiteX323" fmla="*/ 16510 w 1219200"/>
                <a:gd name="connsiteY323" fmla="*/ 650241 h 868681"/>
                <a:gd name="connsiteX324" fmla="*/ 46989 w 1219200"/>
                <a:gd name="connsiteY324" fmla="*/ 664211 h 868681"/>
                <a:gd name="connsiteX325" fmla="*/ 68579 w 1219200"/>
                <a:gd name="connsiteY325" fmla="*/ 649606 h 868681"/>
                <a:gd name="connsiteX326" fmla="*/ 61595 w 1219200"/>
                <a:gd name="connsiteY326" fmla="*/ 640081 h 868681"/>
                <a:gd name="connsiteX327" fmla="*/ 41909 w 1219200"/>
                <a:gd name="connsiteY327" fmla="*/ 634366 h 868681"/>
                <a:gd name="connsiteX328" fmla="*/ 14605 w 1219200"/>
                <a:gd name="connsiteY328" fmla="*/ 623571 h 868681"/>
                <a:gd name="connsiteX329" fmla="*/ 4444 w 1219200"/>
                <a:gd name="connsiteY329" fmla="*/ 599441 h 868681"/>
                <a:gd name="connsiteX330" fmla="*/ 47625 w 1219200"/>
                <a:gd name="connsiteY330" fmla="*/ 563881 h 868681"/>
                <a:gd name="connsiteX331" fmla="*/ 814070 w 1219200"/>
                <a:gd name="connsiteY331" fmla="*/ 560071 h 868681"/>
                <a:gd name="connsiteX332" fmla="*/ 830579 w 1219200"/>
                <a:gd name="connsiteY332" fmla="*/ 562611 h 868681"/>
                <a:gd name="connsiteX333" fmla="*/ 829945 w 1219200"/>
                <a:gd name="connsiteY333" fmla="*/ 562611 h 868681"/>
                <a:gd name="connsiteX334" fmla="*/ 829945 w 1219200"/>
                <a:gd name="connsiteY334" fmla="*/ 581026 h 868681"/>
                <a:gd name="connsiteX335" fmla="*/ 818515 w 1219200"/>
                <a:gd name="connsiteY335" fmla="*/ 579121 h 868681"/>
                <a:gd name="connsiteX336" fmla="*/ 808989 w 1219200"/>
                <a:gd name="connsiteY336" fmla="*/ 586741 h 868681"/>
                <a:gd name="connsiteX337" fmla="*/ 808989 w 1219200"/>
                <a:gd name="connsiteY337" fmla="*/ 594361 h 868681"/>
                <a:gd name="connsiteX338" fmla="*/ 824230 w 1219200"/>
                <a:gd name="connsiteY338" fmla="*/ 594361 h 868681"/>
                <a:gd name="connsiteX339" fmla="*/ 824230 w 1219200"/>
                <a:gd name="connsiteY339" fmla="*/ 615951 h 868681"/>
                <a:gd name="connsiteX340" fmla="*/ 808989 w 1219200"/>
                <a:gd name="connsiteY340" fmla="*/ 615951 h 868681"/>
                <a:gd name="connsiteX341" fmla="*/ 808989 w 1219200"/>
                <a:gd name="connsiteY341" fmla="*/ 684531 h 868681"/>
                <a:gd name="connsiteX342" fmla="*/ 786765 w 1219200"/>
                <a:gd name="connsiteY342" fmla="*/ 684531 h 868681"/>
                <a:gd name="connsiteX343" fmla="*/ 786765 w 1219200"/>
                <a:gd name="connsiteY343" fmla="*/ 615951 h 868681"/>
                <a:gd name="connsiteX344" fmla="*/ 775970 w 1219200"/>
                <a:gd name="connsiteY344" fmla="*/ 615951 h 868681"/>
                <a:gd name="connsiteX345" fmla="*/ 775970 w 1219200"/>
                <a:gd name="connsiteY345" fmla="*/ 594361 h 868681"/>
                <a:gd name="connsiteX346" fmla="*/ 786765 w 1219200"/>
                <a:gd name="connsiteY346" fmla="*/ 594361 h 868681"/>
                <a:gd name="connsiteX347" fmla="*/ 786765 w 1219200"/>
                <a:gd name="connsiteY347" fmla="*/ 583566 h 868681"/>
                <a:gd name="connsiteX348" fmla="*/ 814070 w 1219200"/>
                <a:gd name="connsiteY348" fmla="*/ 560071 h 868681"/>
                <a:gd name="connsiteX349" fmla="*/ 957579 w 1219200"/>
                <a:gd name="connsiteY349" fmla="*/ 559436 h 868681"/>
                <a:gd name="connsiteX350" fmla="*/ 957579 w 1219200"/>
                <a:gd name="connsiteY350" fmla="*/ 594361 h 868681"/>
                <a:gd name="connsiteX351" fmla="*/ 979170 w 1219200"/>
                <a:gd name="connsiteY351" fmla="*/ 594361 h 868681"/>
                <a:gd name="connsiteX352" fmla="*/ 979170 w 1219200"/>
                <a:gd name="connsiteY352" fmla="*/ 615951 h 868681"/>
                <a:gd name="connsiteX353" fmla="*/ 957579 w 1219200"/>
                <a:gd name="connsiteY353" fmla="*/ 615951 h 868681"/>
                <a:gd name="connsiteX354" fmla="*/ 957579 w 1219200"/>
                <a:gd name="connsiteY354" fmla="*/ 654051 h 868681"/>
                <a:gd name="connsiteX355" fmla="*/ 966470 w 1219200"/>
                <a:gd name="connsiteY355" fmla="*/ 664846 h 868681"/>
                <a:gd name="connsiteX356" fmla="*/ 981075 w 1219200"/>
                <a:gd name="connsiteY356" fmla="*/ 658496 h 868681"/>
                <a:gd name="connsiteX357" fmla="*/ 977900 w 1219200"/>
                <a:gd name="connsiteY357" fmla="*/ 681356 h 868681"/>
                <a:gd name="connsiteX358" fmla="*/ 959485 w 1219200"/>
                <a:gd name="connsiteY358" fmla="*/ 686436 h 868681"/>
                <a:gd name="connsiteX359" fmla="*/ 935355 w 1219200"/>
                <a:gd name="connsiteY359" fmla="*/ 659766 h 868681"/>
                <a:gd name="connsiteX360" fmla="*/ 935355 w 1219200"/>
                <a:gd name="connsiteY360" fmla="*/ 615951 h 868681"/>
                <a:gd name="connsiteX361" fmla="*/ 922655 w 1219200"/>
                <a:gd name="connsiteY361" fmla="*/ 615951 h 868681"/>
                <a:gd name="connsiteX362" fmla="*/ 922655 w 1219200"/>
                <a:gd name="connsiteY362" fmla="*/ 594361 h 868681"/>
                <a:gd name="connsiteX363" fmla="*/ 935355 w 1219200"/>
                <a:gd name="connsiteY363" fmla="*/ 594361 h 868681"/>
                <a:gd name="connsiteX364" fmla="*/ 935355 w 1219200"/>
                <a:gd name="connsiteY364" fmla="*/ 570866 h 868681"/>
                <a:gd name="connsiteX365" fmla="*/ 586739 w 1219200"/>
                <a:gd name="connsiteY365" fmla="*/ 559436 h 868681"/>
                <a:gd name="connsiteX366" fmla="*/ 586739 w 1219200"/>
                <a:gd name="connsiteY366" fmla="*/ 600711 h 868681"/>
                <a:gd name="connsiteX367" fmla="*/ 607695 w 1219200"/>
                <a:gd name="connsiteY367" fmla="*/ 592456 h 868681"/>
                <a:gd name="connsiteX368" fmla="*/ 639445 w 1219200"/>
                <a:gd name="connsiteY368" fmla="*/ 633731 h 868681"/>
                <a:gd name="connsiteX369" fmla="*/ 639445 w 1219200"/>
                <a:gd name="connsiteY369" fmla="*/ 684531 h 868681"/>
                <a:gd name="connsiteX370" fmla="*/ 617220 w 1219200"/>
                <a:gd name="connsiteY370" fmla="*/ 684531 h 868681"/>
                <a:gd name="connsiteX371" fmla="*/ 617220 w 1219200"/>
                <a:gd name="connsiteY371" fmla="*/ 635636 h 868681"/>
                <a:gd name="connsiteX372" fmla="*/ 601980 w 1219200"/>
                <a:gd name="connsiteY372" fmla="*/ 614681 h 868681"/>
                <a:gd name="connsiteX373" fmla="*/ 586739 w 1219200"/>
                <a:gd name="connsiteY373" fmla="*/ 635001 h 868681"/>
                <a:gd name="connsiteX374" fmla="*/ 586739 w 1219200"/>
                <a:gd name="connsiteY374" fmla="*/ 684531 h 868681"/>
                <a:gd name="connsiteX375" fmla="*/ 564515 w 1219200"/>
                <a:gd name="connsiteY375" fmla="*/ 684531 h 868681"/>
                <a:gd name="connsiteX376" fmla="*/ 564515 w 1219200"/>
                <a:gd name="connsiteY376" fmla="*/ 570866 h 868681"/>
                <a:gd name="connsiteX377" fmla="*/ 529590 w 1219200"/>
                <a:gd name="connsiteY377" fmla="*/ 559436 h 868681"/>
                <a:gd name="connsiteX378" fmla="*/ 529590 w 1219200"/>
                <a:gd name="connsiteY378" fmla="*/ 594361 h 868681"/>
                <a:gd name="connsiteX379" fmla="*/ 550545 w 1219200"/>
                <a:gd name="connsiteY379" fmla="*/ 594361 h 868681"/>
                <a:gd name="connsiteX380" fmla="*/ 550545 w 1219200"/>
                <a:gd name="connsiteY380" fmla="*/ 615951 h 868681"/>
                <a:gd name="connsiteX381" fmla="*/ 529590 w 1219200"/>
                <a:gd name="connsiteY381" fmla="*/ 615951 h 868681"/>
                <a:gd name="connsiteX382" fmla="*/ 529590 w 1219200"/>
                <a:gd name="connsiteY382" fmla="*/ 654051 h 868681"/>
                <a:gd name="connsiteX383" fmla="*/ 538480 w 1219200"/>
                <a:gd name="connsiteY383" fmla="*/ 664846 h 868681"/>
                <a:gd name="connsiteX384" fmla="*/ 553084 w 1219200"/>
                <a:gd name="connsiteY384" fmla="*/ 658496 h 868681"/>
                <a:gd name="connsiteX385" fmla="*/ 549909 w 1219200"/>
                <a:gd name="connsiteY385" fmla="*/ 681356 h 868681"/>
                <a:gd name="connsiteX386" fmla="*/ 531495 w 1219200"/>
                <a:gd name="connsiteY386" fmla="*/ 686436 h 868681"/>
                <a:gd name="connsiteX387" fmla="*/ 507364 w 1219200"/>
                <a:gd name="connsiteY387" fmla="*/ 659766 h 868681"/>
                <a:gd name="connsiteX388" fmla="*/ 507364 w 1219200"/>
                <a:gd name="connsiteY388" fmla="*/ 615951 h 868681"/>
                <a:gd name="connsiteX389" fmla="*/ 491489 w 1219200"/>
                <a:gd name="connsiteY389" fmla="*/ 615951 h 868681"/>
                <a:gd name="connsiteX390" fmla="*/ 491489 w 1219200"/>
                <a:gd name="connsiteY390" fmla="*/ 594361 h 868681"/>
                <a:gd name="connsiteX391" fmla="*/ 507364 w 1219200"/>
                <a:gd name="connsiteY391" fmla="*/ 594361 h 868681"/>
                <a:gd name="connsiteX392" fmla="*/ 507364 w 1219200"/>
                <a:gd name="connsiteY392" fmla="*/ 570866 h 868681"/>
                <a:gd name="connsiteX393" fmla="*/ 128269 w 1219200"/>
                <a:gd name="connsiteY393" fmla="*/ 559436 h 868681"/>
                <a:gd name="connsiteX394" fmla="*/ 128269 w 1219200"/>
                <a:gd name="connsiteY394" fmla="*/ 600711 h 868681"/>
                <a:gd name="connsiteX395" fmla="*/ 149224 w 1219200"/>
                <a:gd name="connsiteY395" fmla="*/ 592456 h 868681"/>
                <a:gd name="connsiteX396" fmla="*/ 180974 w 1219200"/>
                <a:gd name="connsiteY396" fmla="*/ 633731 h 868681"/>
                <a:gd name="connsiteX397" fmla="*/ 180974 w 1219200"/>
                <a:gd name="connsiteY397" fmla="*/ 684531 h 868681"/>
                <a:gd name="connsiteX398" fmla="*/ 158750 w 1219200"/>
                <a:gd name="connsiteY398" fmla="*/ 684531 h 868681"/>
                <a:gd name="connsiteX399" fmla="*/ 158750 w 1219200"/>
                <a:gd name="connsiteY399" fmla="*/ 635636 h 868681"/>
                <a:gd name="connsiteX400" fmla="*/ 143510 w 1219200"/>
                <a:gd name="connsiteY400" fmla="*/ 614681 h 868681"/>
                <a:gd name="connsiteX401" fmla="*/ 128269 w 1219200"/>
                <a:gd name="connsiteY401" fmla="*/ 635001 h 868681"/>
                <a:gd name="connsiteX402" fmla="*/ 128269 w 1219200"/>
                <a:gd name="connsiteY402" fmla="*/ 684531 h 868681"/>
                <a:gd name="connsiteX403" fmla="*/ 106045 w 1219200"/>
                <a:gd name="connsiteY403" fmla="*/ 684531 h 868681"/>
                <a:gd name="connsiteX404" fmla="*/ 106045 w 1219200"/>
                <a:gd name="connsiteY404" fmla="*/ 570866 h 868681"/>
                <a:gd name="connsiteX405" fmla="*/ 269875 w 1219200"/>
                <a:gd name="connsiteY405" fmla="*/ 635 h 868681"/>
                <a:gd name="connsiteX406" fmla="*/ 501015 w 1219200"/>
                <a:gd name="connsiteY406" fmla="*/ 635 h 868681"/>
                <a:gd name="connsiteX407" fmla="*/ 554989 w 1219200"/>
                <a:gd name="connsiteY407" fmla="*/ 94615 h 868681"/>
                <a:gd name="connsiteX408" fmla="*/ 391795 w 1219200"/>
                <a:gd name="connsiteY408" fmla="*/ 94615 h 868681"/>
                <a:gd name="connsiteX409" fmla="*/ 391795 w 1219200"/>
                <a:gd name="connsiteY409" fmla="*/ 161925 h 868681"/>
                <a:gd name="connsiteX410" fmla="*/ 539114 w 1219200"/>
                <a:gd name="connsiteY410" fmla="*/ 161925 h 868681"/>
                <a:gd name="connsiteX411" fmla="*/ 539114 w 1219200"/>
                <a:gd name="connsiteY411" fmla="*/ 247650 h 868681"/>
                <a:gd name="connsiteX412" fmla="*/ 391795 w 1219200"/>
                <a:gd name="connsiteY412" fmla="*/ 247650 h 868681"/>
                <a:gd name="connsiteX413" fmla="*/ 391795 w 1219200"/>
                <a:gd name="connsiteY413" fmla="*/ 314325 h 868681"/>
                <a:gd name="connsiteX414" fmla="*/ 595629 w 1219200"/>
                <a:gd name="connsiteY414" fmla="*/ 314325 h 868681"/>
                <a:gd name="connsiteX415" fmla="*/ 595629 w 1219200"/>
                <a:gd name="connsiteY415" fmla="*/ 408305 h 868681"/>
                <a:gd name="connsiteX416" fmla="*/ 269875 w 1219200"/>
                <a:gd name="connsiteY416" fmla="*/ 408305 h 868681"/>
                <a:gd name="connsiteX417" fmla="*/ 539114 w 1219200"/>
                <a:gd name="connsiteY417" fmla="*/ 0 h 868681"/>
                <a:gd name="connsiteX418" fmla="*/ 674370 w 1219200"/>
                <a:gd name="connsiteY418" fmla="*/ 0 h 868681"/>
                <a:gd name="connsiteX419" fmla="*/ 743584 w 1219200"/>
                <a:gd name="connsiteY419" fmla="*/ 132715 h 868681"/>
                <a:gd name="connsiteX420" fmla="*/ 812799 w 1219200"/>
                <a:gd name="connsiteY420" fmla="*/ 0 h 868681"/>
                <a:gd name="connsiteX421" fmla="*/ 946150 w 1219200"/>
                <a:gd name="connsiteY421" fmla="*/ 0 h 868681"/>
                <a:gd name="connsiteX422" fmla="*/ 803275 w 1219200"/>
                <a:gd name="connsiteY422" fmla="*/ 246380 h 868681"/>
                <a:gd name="connsiteX423" fmla="*/ 803275 w 1219200"/>
                <a:gd name="connsiteY423" fmla="*/ 407670 h 868681"/>
                <a:gd name="connsiteX424" fmla="*/ 681355 w 1219200"/>
                <a:gd name="connsiteY424" fmla="*/ 407670 h 868681"/>
                <a:gd name="connsiteX425" fmla="*/ 681355 w 1219200"/>
                <a:gd name="connsiteY425" fmla="*/ 246380 h 868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219200" h="868681">
                  <a:moveTo>
                    <a:pt x="245110" y="839471"/>
                  </a:moveTo>
                  <a:lnTo>
                    <a:pt x="246379" y="839471"/>
                  </a:lnTo>
                  <a:lnTo>
                    <a:pt x="245041" y="839979"/>
                  </a:lnTo>
                  <a:close/>
                  <a:moveTo>
                    <a:pt x="522605" y="796926"/>
                  </a:moveTo>
                  <a:cubicBezTo>
                    <a:pt x="509905" y="796926"/>
                    <a:pt x="504189" y="807721"/>
                    <a:pt x="504189" y="821691"/>
                  </a:cubicBezTo>
                  <a:cubicBezTo>
                    <a:pt x="504189" y="831216"/>
                    <a:pt x="508000" y="845821"/>
                    <a:pt x="522605" y="845821"/>
                  </a:cubicBezTo>
                  <a:cubicBezTo>
                    <a:pt x="537845" y="845821"/>
                    <a:pt x="541019" y="831851"/>
                    <a:pt x="541019" y="821691"/>
                  </a:cubicBezTo>
                  <a:cubicBezTo>
                    <a:pt x="541019" y="807721"/>
                    <a:pt x="535305" y="796926"/>
                    <a:pt x="522605" y="796926"/>
                  </a:cubicBezTo>
                  <a:close/>
                  <a:moveTo>
                    <a:pt x="817245" y="796291"/>
                  </a:moveTo>
                  <a:cubicBezTo>
                    <a:pt x="803909" y="796291"/>
                    <a:pt x="800735" y="807086"/>
                    <a:pt x="800735" y="819786"/>
                  </a:cubicBezTo>
                  <a:cubicBezTo>
                    <a:pt x="800735" y="834391"/>
                    <a:pt x="805180" y="846456"/>
                    <a:pt x="817879" y="846456"/>
                  </a:cubicBezTo>
                  <a:cubicBezTo>
                    <a:pt x="824230" y="846456"/>
                    <a:pt x="828674" y="843281"/>
                    <a:pt x="833754" y="838836"/>
                  </a:cubicBezTo>
                  <a:lnTo>
                    <a:pt x="833754" y="838201"/>
                  </a:lnTo>
                  <a:lnTo>
                    <a:pt x="833754" y="803911"/>
                  </a:lnTo>
                  <a:cubicBezTo>
                    <a:pt x="828674" y="798831"/>
                    <a:pt x="824230" y="796291"/>
                    <a:pt x="817245" y="796291"/>
                  </a:cubicBezTo>
                  <a:close/>
                  <a:moveTo>
                    <a:pt x="1179195" y="794386"/>
                  </a:moveTo>
                  <a:cubicBezTo>
                    <a:pt x="1168400" y="794386"/>
                    <a:pt x="1163954" y="803911"/>
                    <a:pt x="1163320" y="811531"/>
                  </a:cubicBezTo>
                  <a:lnTo>
                    <a:pt x="1163954" y="811531"/>
                  </a:lnTo>
                  <a:lnTo>
                    <a:pt x="1195704" y="811531"/>
                  </a:lnTo>
                  <a:cubicBezTo>
                    <a:pt x="1195070" y="801371"/>
                    <a:pt x="1188720" y="794386"/>
                    <a:pt x="1179195" y="794386"/>
                  </a:cubicBezTo>
                  <a:close/>
                  <a:moveTo>
                    <a:pt x="909320" y="794386"/>
                  </a:moveTo>
                  <a:cubicBezTo>
                    <a:pt x="898525" y="794386"/>
                    <a:pt x="894079" y="803911"/>
                    <a:pt x="893445" y="811531"/>
                  </a:cubicBezTo>
                  <a:lnTo>
                    <a:pt x="894079" y="811531"/>
                  </a:lnTo>
                  <a:lnTo>
                    <a:pt x="925829" y="811531"/>
                  </a:lnTo>
                  <a:cubicBezTo>
                    <a:pt x="925195" y="801371"/>
                    <a:pt x="918845" y="794386"/>
                    <a:pt x="909320" y="794386"/>
                  </a:cubicBezTo>
                  <a:close/>
                  <a:moveTo>
                    <a:pt x="737870" y="775971"/>
                  </a:moveTo>
                  <a:lnTo>
                    <a:pt x="761364" y="775971"/>
                  </a:lnTo>
                  <a:lnTo>
                    <a:pt x="761364" y="866141"/>
                  </a:lnTo>
                  <a:lnTo>
                    <a:pt x="737870" y="866141"/>
                  </a:lnTo>
                  <a:close/>
                  <a:moveTo>
                    <a:pt x="143510" y="775971"/>
                  </a:moveTo>
                  <a:lnTo>
                    <a:pt x="167004" y="775971"/>
                  </a:lnTo>
                  <a:lnTo>
                    <a:pt x="167004" y="866141"/>
                  </a:lnTo>
                  <a:lnTo>
                    <a:pt x="143510" y="866141"/>
                  </a:lnTo>
                  <a:close/>
                  <a:moveTo>
                    <a:pt x="635" y="775971"/>
                  </a:moveTo>
                  <a:lnTo>
                    <a:pt x="26670" y="775971"/>
                  </a:lnTo>
                  <a:lnTo>
                    <a:pt x="40004" y="828041"/>
                  </a:lnTo>
                  <a:lnTo>
                    <a:pt x="55245" y="775971"/>
                  </a:lnTo>
                  <a:lnTo>
                    <a:pt x="76200" y="775971"/>
                  </a:lnTo>
                  <a:lnTo>
                    <a:pt x="91439" y="828041"/>
                  </a:lnTo>
                  <a:lnTo>
                    <a:pt x="105409" y="775971"/>
                  </a:lnTo>
                  <a:lnTo>
                    <a:pt x="130810" y="775971"/>
                  </a:lnTo>
                  <a:lnTo>
                    <a:pt x="102235" y="866141"/>
                  </a:lnTo>
                  <a:lnTo>
                    <a:pt x="80644" y="866141"/>
                  </a:lnTo>
                  <a:lnTo>
                    <a:pt x="65405" y="811531"/>
                  </a:lnTo>
                  <a:lnTo>
                    <a:pt x="50165" y="866141"/>
                  </a:lnTo>
                  <a:lnTo>
                    <a:pt x="28575" y="866141"/>
                  </a:lnTo>
                  <a:close/>
                  <a:moveTo>
                    <a:pt x="1181099" y="774066"/>
                  </a:moveTo>
                  <a:cubicBezTo>
                    <a:pt x="1204595" y="774066"/>
                    <a:pt x="1219200" y="795021"/>
                    <a:pt x="1219200" y="821056"/>
                  </a:cubicBezTo>
                  <a:lnTo>
                    <a:pt x="1218564" y="821056"/>
                  </a:lnTo>
                  <a:cubicBezTo>
                    <a:pt x="1218564" y="821056"/>
                    <a:pt x="1218564" y="827406"/>
                    <a:pt x="1218564" y="828676"/>
                  </a:cubicBezTo>
                  <a:lnTo>
                    <a:pt x="1163954" y="828676"/>
                  </a:lnTo>
                  <a:cubicBezTo>
                    <a:pt x="1165224" y="841376"/>
                    <a:pt x="1173480" y="846456"/>
                    <a:pt x="1183004" y="846456"/>
                  </a:cubicBezTo>
                  <a:cubicBezTo>
                    <a:pt x="1188720" y="846456"/>
                    <a:pt x="1193799" y="844551"/>
                    <a:pt x="1198879" y="840106"/>
                  </a:cubicBezTo>
                  <a:lnTo>
                    <a:pt x="1214754" y="853441"/>
                  </a:lnTo>
                  <a:cubicBezTo>
                    <a:pt x="1206500" y="864236"/>
                    <a:pt x="1193799" y="868046"/>
                    <a:pt x="1182370" y="868046"/>
                  </a:cubicBezTo>
                  <a:cubicBezTo>
                    <a:pt x="1156335" y="868046"/>
                    <a:pt x="1141095" y="847726"/>
                    <a:pt x="1141095" y="821056"/>
                  </a:cubicBezTo>
                  <a:cubicBezTo>
                    <a:pt x="1141095" y="792481"/>
                    <a:pt x="1158875" y="774066"/>
                    <a:pt x="1181099" y="774066"/>
                  </a:cubicBezTo>
                  <a:close/>
                  <a:moveTo>
                    <a:pt x="1097915" y="774066"/>
                  </a:moveTo>
                  <a:cubicBezTo>
                    <a:pt x="1113790" y="774066"/>
                    <a:pt x="1125220" y="781051"/>
                    <a:pt x="1133474" y="793751"/>
                  </a:cubicBezTo>
                  <a:lnTo>
                    <a:pt x="1118235" y="808991"/>
                  </a:lnTo>
                  <a:cubicBezTo>
                    <a:pt x="1113155" y="802006"/>
                    <a:pt x="1107439" y="796291"/>
                    <a:pt x="1097915" y="796291"/>
                  </a:cubicBezTo>
                  <a:cubicBezTo>
                    <a:pt x="1085215" y="796291"/>
                    <a:pt x="1078864" y="807086"/>
                    <a:pt x="1078864" y="820421"/>
                  </a:cubicBezTo>
                  <a:cubicBezTo>
                    <a:pt x="1078864" y="833121"/>
                    <a:pt x="1084579" y="845186"/>
                    <a:pt x="1097915" y="845186"/>
                  </a:cubicBezTo>
                  <a:cubicBezTo>
                    <a:pt x="1106170" y="845186"/>
                    <a:pt x="1113155" y="840741"/>
                    <a:pt x="1118235" y="833756"/>
                  </a:cubicBezTo>
                  <a:lnTo>
                    <a:pt x="1118870" y="834391"/>
                  </a:lnTo>
                  <a:lnTo>
                    <a:pt x="1133474" y="848361"/>
                  </a:lnTo>
                  <a:cubicBezTo>
                    <a:pt x="1125855" y="857886"/>
                    <a:pt x="1115060" y="868046"/>
                    <a:pt x="1097280" y="868046"/>
                  </a:cubicBezTo>
                  <a:cubicBezTo>
                    <a:pt x="1072515" y="868046"/>
                    <a:pt x="1054735" y="848361"/>
                    <a:pt x="1054735" y="821056"/>
                  </a:cubicBezTo>
                  <a:cubicBezTo>
                    <a:pt x="1054735" y="796291"/>
                    <a:pt x="1069974" y="774066"/>
                    <a:pt x="1097915" y="774066"/>
                  </a:cubicBezTo>
                  <a:close/>
                  <a:moveTo>
                    <a:pt x="1009015" y="774066"/>
                  </a:moveTo>
                  <a:cubicBezTo>
                    <a:pt x="1033144" y="774066"/>
                    <a:pt x="1041400" y="793116"/>
                    <a:pt x="1041400" y="815341"/>
                  </a:cubicBezTo>
                  <a:lnTo>
                    <a:pt x="1041400" y="866141"/>
                  </a:lnTo>
                  <a:lnTo>
                    <a:pt x="1017905" y="866141"/>
                  </a:lnTo>
                  <a:lnTo>
                    <a:pt x="1017905" y="817246"/>
                  </a:lnTo>
                  <a:cubicBezTo>
                    <a:pt x="1017905" y="804546"/>
                    <a:pt x="1014730" y="796291"/>
                    <a:pt x="1002665" y="796291"/>
                  </a:cubicBezTo>
                  <a:cubicBezTo>
                    <a:pt x="990599" y="796291"/>
                    <a:pt x="986790" y="803276"/>
                    <a:pt x="986790" y="816611"/>
                  </a:cubicBezTo>
                  <a:lnTo>
                    <a:pt x="986790" y="866141"/>
                  </a:lnTo>
                  <a:lnTo>
                    <a:pt x="963295" y="866141"/>
                  </a:lnTo>
                  <a:lnTo>
                    <a:pt x="963295" y="775971"/>
                  </a:lnTo>
                  <a:lnTo>
                    <a:pt x="986790" y="775971"/>
                  </a:lnTo>
                  <a:lnTo>
                    <a:pt x="986790" y="782321"/>
                  </a:lnTo>
                  <a:cubicBezTo>
                    <a:pt x="991870" y="777241"/>
                    <a:pt x="998855" y="774066"/>
                    <a:pt x="1009015" y="774066"/>
                  </a:cubicBezTo>
                  <a:close/>
                  <a:moveTo>
                    <a:pt x="911224" y="774066"/>
                  </a:moveTo>
                  <a:cubicBezTo>
                    <a:pt x="934720" y="774066"/>
                    <a:pt x="949325" y="795021"/>
                    <a:pt x="949325" y="821056"/>
                  </a:cubicBezTo>
                  <a:lnTo>
                    <a:pt x="948689" y="821056"/>
                  </a:lnTo>
                  <a:cubicBezTo>
                    <a:pt x="948689" y="821056"/>
                    <a:pt x="948689" y="827406"/>
                    <a:pt x="948689" y="828676"/>
                  </a:cubicBezTo>
                  <a:lnTo>
                    <a:pt x="894079" y="828676"/>
                  </a:lnTo>
                  <a:cubicBezTo>
                    <a:pt x="895349" y="841376"/>
                    <a:pt x="903605" y="846456"/>
                    <a:pt x="913129" y="846456"/>
                  </a:cubicBezTo>
                  <a:cubicBezTo>
                    <a:pt x="918845" y="846456"/>
                    <a:pt x="923924" y="844551"/>
                    <a:pt x="929004" y="840106"/>
                  </a:cubicBezTo>
                  <a:lnTo>
                    <a:pt x="944879" y="853441"/>
                  </a:lnTo>
                  <a:cubicBezTo>
                    <a:pt x="936625" y="864236"/>
                    <a:pt x="923924" y="868046"/>
                    <a:pt x="912495" y="868046"/>
                  </a:cubicBezTo>
                  <a:cubicBezTo>
                    <a:pt x="886459" y="868046"/>
                    <a:pt x="871220" y="847726"/>
                    <a:pt x="871220" y="821056"/>
                  </a:cubicBezTo>
                  <a:cubicBezTo>
                    <a:pt x="871220" y="792481"/>
                    <a:pt x="889000" y="774066"/>
                    <a:pt x="911224" y="774066"/>
                  </a:cubicBezTo>
                  <a:close/>
                  <a:moveTo>
                    <a:pt x="623570" y="774066"/>
                  </a:moveTo>
                  <a:cubicBezTo>
                    <a:pt x="647700" y="774066"/>
                    <a:pt x="655954" y="793116"/>
                    <a:pt x="655954" y="815341"/>
                  </a:cubicBezTo>
                  <a:lnTo>
                    <a:pt x="655954" y="866141"/>
                  </a:lnTo>
                  <a:lnTo>
                    <a:pt x="632459" y="866141"/>
                  </a:lnTo>
                  <a:lnTo>
                    <a:pt x="632459" y="817246"/>
                  </a:lnTo>
                  <a:cubicBezTo>
                    <a:pt x="632459" y="804546"/>
                    <a:pt x="629284" y="796291"/>
                    <a:pt x="617220" y="796291"/>
                  </a:cubicBezTo>
                  <a:cubicBezTo>
                    <a:pt x="605155" y="796291"/>
                    <a:pt x="601345" y="803276"/>
                    <a:pt x="601345" y="816611"/>
                  </a:cubicBezTo>
                  <a:lnTo>
                    <a:pt x="601345" y="866141"/>
                  </a:lnTo>
                  <a:lnTo>
                    <a:pt x="577849" y="866141"/>
                  </a:lnTo>
                  <a:lnTo>
                    <a:pt x="577849" y="775971"/>
                  </a:lnTo>
                  <a:lnTo>
                    <a:pt x="601345" y="775971"/>
                  </a:lnTo>
                  <a:lnTo>
                    <a:pt x="601345" y="782321"/>
                  </a:lnTo>
                  <a:cubicBezTo>
                    <a:pt x="606424" y="777241"/>
                    <a:pt x="613409" y="774066"/>
                    <a:pt x="623570" y="774066"/>
                  </a:cubicBezTo>
                  <a:close/>
                  <a:moveTo>
                    <a:pt x="522605" y="774066"/>
                  </a:moveTo>
                  <a:cubicBezTo>
                    <a:pt x="548004" y="774066"/>
                    <a:pt x="564515" y="793116"/>
                    <a:pt x="564515" y="821056"/>
                  </a:cubicBezTo>
                  <a:cubicBezTo>
                    <a:pt x="564515" y="848996"/>
                    <a:pt x="546735" y="868046"/>
                    <a:pt x="522605" y="868046"/>
                  </a:cubicBezTo>
                  <a:cubicBezTo>
                    <a:pt x="498474" y="868046"/>
                    <a:pt x="480695" y="848996"/>
                    <a:pt x="480695" y="821056"/>
                  </a:cubicBezTo>
                  <a:cubicBezTo>
                    <a:pt x="480695" y="794386"/>
                    <a:pt x="496570" y="774066"/>
                    <a:pt x="522605" y="774066"/>
                  </a:cubicBezTo>
                  <a:close/>
                  <a:moveTo>
                    <a:pt x="436879" y="774066"/>
                  </a:moveTo>
                  <a:cubicBezTo>
                    <a:pt x="452754" y="774066"/>
                    <a:pt x="464185" y="781051"/>
                    <a:pt x="472439" y="793751"/>
                  </a:cubicBezTo>
                  <a:lnTo>
                    <a:pt x="457200" y="808991"/>
                  </a:lnTo>
                  <a:cubicBezTo>
                    <a:pt x="452120" y="802006"/>
                    <a:pt x="446405" y="796291"/>
                    <a:pt x="436879" y="796291"/>
                  </a:cubicBezTo>
                  <a:cubicBezTo>
                    <a:pt x="424180" y="796291"/>
                    <a:pt x="417829" y="807086"/>
                    <a:pt x="417829" y="820421"/>
                  </a:cubicBezTo>
                  <a:cubicBezTo>
                    <a:pt x="417829" y="833121"/>
                    <a:pt x="423545" y="845186"/>
                    <a:pt x="436879" y="845186"/>
                  </a:cubicBezTo>
                  <a:cubicBezTo>
                    <a:pt x="445135" y="845186"/>
                    <a:pt x="452120" y="840741"/>
                    <a:pt x="457200" y="833756"/>
                  </a:cubicBezTo>
                  <a:lnTo>
                    <a:pt x="457834" y="834391"/>
                  </a:lnTo>
                  <a:lnTo>
                    <a:pt x="472439" y="848361"/>
                  </a:lnTo>
                  <a:cubicBezTo>
                    <a:pt x="464820" y="857886"/>
                    <a:pt x="454025" y="868046"/>
                    <a:pt x="436245" y="868046"/>
                  </a:cubicBezTo>
                  <a:cubicBezTo>
                    <a:pt x="411480" y="868046"/>
                    <a:pt x="393700" y="848361"/>
                    <a:pt x="393700" y="821056"/>
                  </a:cubicBezTo>
                  <a:cubicBezTo>
                    <a:pt x="393700" y="796291"/>
                    <a:pt x="408939" y="774066"/>
                    <a:pt x="436879" y="774066"/>
                  </a:cubicBezTo>
                  <a:close/>
                  <a:moveTo>
                    <a:pt x="219075" y="742316"/>
                  </a:moveTo>
                  <a:lnTo>
                    <a:pt x="219075" y="777241"/>
                  </a:lnTo>
                  <a:lnTo>
                    <a:pt x="245110" y="777241"/>
                  </a:lnTo>
                  <a:lnTo>
                    <a:pt x="245110" y="798831"/>
                  </a:lnTo>
                  <a:lnTo>
                    <a:pt x="219075" y="798831"/>
                  </a:lnTo>
                  <a:lnTo>
                    <a:pt x="219075" y="835661"/>
                  </a:lnTo>
                  <a:cubicBezTo>
                    <a:pt x="219075" y="843916"/>
                    <a:pt x="222250" y="846456"/>
                    <a:pt x="227965" y="846456"/>
                  </a:cubicBezTo>
                  <a:lnTo>
                    <a:pt x="245041" y="839979"/>
                  </a:lnTo>
                  <a:lnTo>
                    <a:pt x="241935" y="862966"/>
                  </a:lnTo>
                  <a:cubicBezTo>
                    <a:pt x="236855" y="866776"/>
                    <a:pt x="225424" y="868681"/>
                    <a:pt x="219709" y="868681"/>
                  </a:cubicBezTo>
                  <a:cubicBezTo>
                    <a:pt x="205739" y="868681"/>
                    <a:pt x="195579" y="857251"/>
                    <a:pt x="195579" y="842011"/>
                  </a:cubicBezTo>
                  <a:lnTo>
                    <a:pt x="195579" y="798831"/>
                  </a:lnTo>
                  <a:lnTo>
                    <a:pt x="179704" y="798831"/>
                  </a:lnTo>
                  <a:lnTo>
                    <a:pt x="179704" y="777241"/>
                  </a:lnTo>
                  <a:lnTo>
                    <a:pt x="195579" y="777241"/>
                  </a:lnTo>
                  <a:lnTo>
                    <a:pt x="195579" y="753746"/>
                  </a:lnTo>
                  <a:close/>
                  <a:moveTo>
                    <a:pt x="749935" y="741681"/>
                  </a:moveTo>
                  <a:cubicBezTo>
                    <a:pt x="757555" y="741681"/>
                    <a:pt x="763269" y="747396"/>
                    <a:pt x="763269" y="755016"/>
                  </a:cubicBezTo>
                  <a:cubicBezTo>
                    <a:pt x="763269" y="762636"/>
                    <a:pt x="757555" y="768351"/>
                    <a:pt x="749935" y="768351"/>
                  </a:cubicBezTo>
                  <a:cubicBezTo>
                    <a:pt x="742314" y="768351"/>
                    <a:pt x="736599" y="762636"/>
                    <a:pt x="736599" y="755016"/>
                  </a:cubicBezTo>
                  <a:cubicBezTo>
                    <a:pt x="736599" y="747396"/>
                    <a:pt x="742314" y="741681"/>
                    <a:pt x="749935" y="741681"/>
                  </a:cubicBezTo>
                  <a:close/>
                  <a:moveTo>
                    <a:pt x="154939" y="741681"/>
                  </a:moveTo>
                  <a:cubicBezTo>
                    <a:pt x="162560" y="741681"/>
                    <a:pt x="168275" y="747396"/>
                    <a:pt x="168275" y="755016"/>
                  </a:cubicBezTo>
                  <a:cubicBezTo>
                    <a:pt x="168275" y="762636"/>
                    <a:pt x="162560" y="768351"/>
                    <a:pt x="154939" y="768351"/>
                  </a:cubicBezTo>
                  <a:cubicBezTo>
                    <a:pt x="147320" y="768351"/>
                    <a:pt x="141605" y="762636"/>
                    <a:pt x="141605" y="755016"/>
                  </a:cubicBezTo>
                  <a:cubicBezTo>
                    <a:pt x="141605" y="747396"/>
                    <a:pt x="147320" y="741681"/>
                    <a:pt x="154939" y="741681"/>
                  </a:cubicBezTo>
                  <a:close/>
                  <a:moveTo>
                    <a:pt x="856614" y="741046"/>
                  </a:moveTo>
                  <a:lnTo>
                    <a:pt x="856614" y="866141"/>
                  </a:lnTo>
                  <a:lnTo>
                    <a:pt x="833120" y="866141"/>
                  </a:lnTo>
                  <a:lnTo>
                    <a:pt x="833120" y="860426"/>
                  </a:lnTo>
                  <a:cubicBezTo>
                    <a:pt x="825500" y="866141"/>
                    <a:pt x="821055" y="868046"/>
                    <a:pt x="812799" y="868046"/>
                  </a:cubicBezTo>
                  <a:cubicBezTo>
                    <a:pt x="786765" y="868046"/>
                    <a:pt x="775970" y="845821"/>
                    <a:pt x="775970" y="820421"/>
                  </a:cubicBezTo>
                  <a:cubicBezTo>
                    <a:pt x="775970" y="793116"/>
                    <a:pt x="788670" y="774066"/>
                    <a:pt x="812165" y="774066"/>
                  </a:cubicBezTo>
                  <a:cubicBezTo>
                    <a:pt x="819784" y="774066"/>
                    <a:pt x="827405" y="775971"/>
                    <a:pt x="833120" y="781051"/>
                  </a:cubicBezTo>
                  <a:lnTo>
                    <a:pt x="833120" y="752476"/>
                  </a:lnTo>
                  <a:close/>
                  <a:moveTo>
                    <a:pt x="707390" y="741046"/>
                  </a:moveTo>
                  <a:cubicBezTo>
                    <a:pt x="712470" y="741046"/>
                    <a:pt x="719454" y="741046"/>
                    <a:pt x="724534" y="743586"/>
                  </a:cubicBezTo>
                  <a:lnTo>
                    <a:pt x="724534" y="744221"/>
                  </a:lnTo>
                  <a:lnTo>
                    <a:pt x="724534" y="762636"/>
                  </a:lnTo>
                  <a:cubicBezTo>
                    <a:pt x="721360" y="761366"/>
                    <a:pt x="716280" y="760731"/>
                    <a:pt x="713105" y="760731"/>
                  </a:cubicBezTo>
                  <a:cubicBezTo>
                    <a:pt x="706120" y="760731"/>
                    <a:pt x="703579" y="762636"/>
                    <a:pt x="703579" y="768351"/>
                  </a:cubicBezTo>
                  <a:lnTo>
                    <a:pt x="703579" y="775336"/>
                  </a:lnTo>
                  <a:lnTo>
                    <a:pt x="722629" y="775336"/>
                  </a:lnTo>
                  <a:lnTo>
                    <a:pt x="722629" y="796926"/>
                  </a:lnTo>
                  <a:lnTo>
                    <a:pt x="703579" y="796926"/>
                  </a:lnTo>
                  <a:lnTo>
                    <a:pt x="703579" y="865506"/>
                  </a:lnTo>
                  <a:lnTo>
                    <a:pt x="680084" y="865506"/>
                  </a:lnTo>
                  <a:lnTo>
                    <a:pt x="680084" y="796926"/>
                  </a:lnTo>
                  <a:lnTo>
                    <a:pt x="667385" y="796926"/>
                  </a:lnTo>
                  <a:lnTo>
                    <a:pt x="667385" y="775336"/>
                  </a:lnTo>
                  <a:lnTo>
                    <a:pt x="680084" y="775336"/>
                  </a:lnTo>
                  <a:lnTo>
                    <a:pt x="680084" y="764541"/>
                  </a:lnTo>
                  <a:cubicBezTo>
                    <a:pt x="680084" y="748031"/>
                    <a:pt x="690879" y="741046"/>
                    <a:pt x="707390" y="741046"/>
                  </a:cubicBezTo>
                  <a:close/>
                  <a:moveTo>
                    <a:pt x="282575" y="741046"/>
                  </a:moveTo>
                  <a:lnTo>
                    <a:pt x="282575" y="782321"/>
                  </a:lnTo>
                  <a:cubicBezTo>
                    <a:pt x="287019" y="777241"/>
                    <a:pt x="295909" y="774066"/>
                    <a:pt x="304799" y="774066"/>
                  </a:cubicBezTo>
                  <a:cubicBezTo>
                    <a:pt x="328295" y="774066"/>
                    <a:pt x="336549" y="792481"/>
                    <a:pt x="336549" y="815341"/>
                  </a:cubicBezTo>
                  <a:lnTo>
                    <a:pt x="336549" y="866141"/>
                  </a:lnTo>
                  <a:lnTo>
                    <a:pt x="313689" y="866141"/>
                  </a:lnTo>
                  <a:lnTo>
                    <a:pt x="313689" y="817246"/>
                  </a:lnTo>
                  <a:cubicBezTo>
                    <a:pt x="313689" y="804546"/>
                    <a:pt x="310515" y="796291"/>
                    <a:pt x="298450" y="796291"/>
                  </a:cubicBezTo>
                  <a:cubicBezTo>
                    <a:pt x="286385" y="796291"/>
                    <a:pt x="282575" y="803276"/>
                    <a:pt x="282575" y="816611"/>
                  </a:cubicBezTo>
                  <a:lnTo>
                    <a:pt x="282575" y="866141"/>
                  </a:lnTo>
                  <a:lnTo>
                    <a:pt x="259079" y="866141"/>
                  </a:lnTo>
                  <a:lnTo>
                    <a:pt x="259079" y="752476"/>
                  </a:lnTo>
                  <a:close/>
                  <a:moveTo>
                    <a:pt x="92709" y="648336"/>
                  </a:moveTo>
                  <a:lnTo>
                    <a:pt x="92709" y="649606"/>
                  </a:lnTo>
                  <a:lnTo>
                    <a:pt x="92427" y="648959"/>
                  </a:lnTo>
                  <a:close/>
                  <a:moveTo>
                    <a:pt x="230504" y="643256"/>
                  </a:moveTo>
                  <a:cubicBezTo>
                    <a:pt x="220345" y="643256"/>
                    <a:pt x="215900" y="647701"/>
                    <a:pt x="215900" y="654686"/>
                  </a:cubicBezTo>
                  <a:cubicBezTo>
                    <a:pt x="215900" y="661671"/>
                    <a:pt x="220345" y="667386"/>
                    <a:pt x="228599" y="667386"/>
                  </a:cubicBezTo>
                  <a:cubicBezTo>
                    <a:pt x="233045" y="667386"/>
                    <a:pt x="240665" y="666116"/>
                    <a:pt x="245745" y="658496"/>
                  </a:cubicBezTo>
                  <a:lnTo>
                    <a:pt x="245745" y="647066"/>
                  </a:lnTo>
                  <a:cubicBezTo>
                    <a:pt x="241299" y="643891"/>
                    <a:pt x="234950" y="643256"/>
                    <a:pt x="230504" y="643256"/>
                  </a:cubicBezTo>
                  <a:close/>
                  <a:moveTo>
                    <a:pt x="321310" y="614046"/>
                  </a:moveTo>
                  <a:cubicBezTo>
                    <a:pt x="314959" y="614046"/>
                    <a:pt x="309879" y="617221"/>
                    <a:pt x="306704" y="622301"/>
                  </a:cubicBezTo>
                  <a:lnTo>
                    <a:pt x="306704" y="656591"/>
                  </a:lnTo>
                  <a:cubicBezTo>
                    <a:pt x="310515" y="661671"/>
                    <a:pt x="316230" y="664846"/>
                    <a:pt x="323215" y="664846"/>
                  </a:cubicBezTo>
                  <a:cubicBezTo>
                    <a:pt x="335915" y="664846"/>
                    <a:pt x="339090" y="653416"/>
                    <a:pt x="339090" y="640716"/>
                  </a:cubicBezTo>
                  <a:lnTo>
                    <a:pt x="338454" y="640716"/>
                  </a:lnTo>
                  <a:cubicBezTo>
                    <a:pt x="338454" y="627381"/>
                    <a:pt x="335280" y="614046"/>
                    <a:pt x="321310" y="614046"/>
                  </a:cubicBezTo>
                  <a:close/>
                  <a:moveTo>
                    <a:pt x="1179195" y="612776"/>
                  </a:moveTo>
                  <a:cubicBezTo>
                    <a:pt x="1168400" y="612776"/>
                    <a:pt x="1163954" y="622301"/>
                    <a:pt x="1163320" y="629921"/>
                  </a:cubicBezTo>
                  <a:lnTo>
                    <a:pt x="1163954" y="629921"/>
                  </a:lnTo>
                  <a:lnTo>
                    <a:pt x="1195704" y="629921"/>
                  </a:lnTo>
                  <a:cubicBezTo>
                    <a:pt x="1195070" y="619761"/>
                    <a:pt x="1188720" y="612776"/>
                    <a:pt x="1179195" y="612776"/>
                  </a:cubicBezTo>
                  <a:close/>
                  <a:moveTo>
                    <a:pt x="689610" y="612776"/>
                  </a:moveTo>
                  <a:cubicBezTo>
                    <a:pt x="678814" y="612776"/>
                    <a:pt x="674370" y="622301"/>
                    <a:pt x="673735" y="629921"/>
                  </a:cubicBezTo>
                  <a:lnTo>
                    <a:pt x="674370" y="629921"/>
                  </a:lnTo>
                  <a:lnTo>
                    <a:pt x="706120" y="629921"/>
                  </a:lnTo>
                  <a:cubicBezTo>
                    <a:pt x="705485" y="619761"/>
                    <a:pt x="699135" y="612776"/>
                    <a:pt x="689610" y="612776"/>
                  </a:cubicBezTo>
                  <a:close/>
                  <a:moveTo>
                    <a:pt x="410845" y="612776"/>
                  </a:moveTo>
                  <a:cubicBezTo>
                    <a:pt x="400685" y="612776"/>
                    <a:pt x="396239" y="622301"/>
                    <a:pt x="395605" y="629921"/>
                  </a:cubicBezTo>
                  <a:lnTo>
                    <a:pt x="427355" y="629921"/>
                  </a:lnTo>
                  <a:cubicBezTo>
                    <a:pt x="426084" y="619761"/>
                    <a:pt x="420370" y="612776"/>
                    <a:pt x="410845" y="612776"/>
                  </a:cubicBezTo>
                  <a:close/>
                  <a:moveTo>
                    <a:pt x="991870" y="594361"/>
                  </a:moveTo>
                  <a:lnTo>
                    <a:pt x="1014095" y="594361"/>
                  </a:lnTo>
                  <a:lnTo>
                    <a:pt x="1014095" y="643256"/>
                  </a:lnTo>
                  <a:cubicBezTo>
                    <a:pt x="1014095" y="655321"/>
                    <a:pt x="1016635" y="664846"/>
                    <a:pt x="1029334" y="664846"/>
                  </a:cubicBezTo>
                  <a:cubicBezTo>
                    <a:pt x="1042034" y="664846"/>
                    <a:pt x="1044575" y="655321"/>
                    <a:pt x="1044575" y="644526"/>
                  </a:cubicBezTo>
                  <a:lnTo>
                    <a:pt x="1044575" y="594996"/>
                  </a:lnTo>
                  <a:lnTo>
                    <a:pt x="1066799" y="594996"/>
                  </a:lnTo>
                  <a:lnTo>
                    <a:pt x="1066799" y="684531"/>
                  </a:lnTo>
                  <a:lnTo>
                    <a:pt x="1044575" y="684531"/>
                  </a:lnTo>
                  <a:lnTo>
                    <a:pt x="1044575" y="678181"/>
                  </a:lnTo>
                  <a:cubicBezTo>
                    <a:pt x="1039495" y="683896"/>
                    <a:pt x="1031875" y="686436"/>
                    <a:pt x="1023620" y="686436"/>
                  </a:cubicBezTo>
                  <a:cubicBezTo>
                    <a:pt x="1000125" y="686436"/>
                    <a:pt x="991870" y="669926"/>
                    <a:pt x="991870" y="645161"/>
                  </a:cubicBezTo>
                  <a:close/>
                  <a:moveTo>
                    <a:pt x="836295" y="594361"/>
                  </a:moveTo>
                  <a:lnTo>
                    <a:pt x="858519" y="594361"/>
                  </a:lnTo>
                  <a:lnTo>
                    <a:pt x="858519" y="643256"/>
                  </a:lnTo>
                  <a:cubicBezTo>
                    <a:pt x="858519" y="655321"/>
                    <a:pt x="861060" y="664846"/>
                    <a:pt x="873760" y="664846"/>
                  </a:cubicBezTo>
                  <a:cubicBezTo>
                    <a:pt x="886459" y="664846"/>
                    <a:pt x="889000" y="655321"/>
                    <a:pt x="889000" y="644526"/>
                  </a:cubicBezTo>
                  <a:lnTo>
                    <a:pt x="889000" y="594996"/>
                  </a:lnTo>
                  <a:lnTo>
                    <a:pt x="911224" y="594996"/>
                  </a:lnTo>
                  <a:lnTo>
                    <a:pt x="911224" y="684531"/>
                  </a:lnTo>
                  <a:lnTo>
                    <a:pt x="889000" y="684531"/>
                  </a:lnTo>
                  <a:lnTo>
                    <a:pt x="889000" y="678181"/>
                  </a:lnTo>
                  <a:cubicBezTo>
                    <a:pt x="883920" y="683896"/>
                    <a:pt x="876299" y="686436"/>
                    <a:pt x="868045" y="686436"/>
                  </a:cubicBezTo>
                  <a:cubicBezTo>
                    <a:pt x="844549" y="686436"/>
                    <a:pt x="836295" y="669926"/>
                    <a:pt x="836295" y="645161"/>
                  </a:cubicBezTo>
                  <a:close/>
                  <a:moveTo>
                    <a:pt x="1181099" y="592456"/>
                  </a:moveTo>
                  <a:cubicBezTo>
                    <a:pt x="1204595" y="592456"/>
                    <a:pt x="1219200" y="613411"/>
                    <a:pt x="1219200" y="639446"/>
                  </a:cubicBezTo>
                  <a:lnTo>
                    <a:pt x="1218564" y="639446"/>
                  </a:lnTo>
                  <a:cubicBezTo>
                    <a:pt x="1218564" y="639446"/>
                    <a:pt x="1218564" y="645796"/>
                    <a:pt x="1218564" y="647066"/>
                  </a:cubicBezTo>
                  <a:lnTo>
                    <a:pt x="1163954" y="647066"/>
                  </a:lnTo>
                  <a:cubicBezTo>
                    <a:pt x="1165224" y="659766"/>
                    <a:pt x="1173480" y="664846"/>
                    <a:pt x="1183004" y="664846"/>
                  </a:cubicBezTo>
                  <a:cubicBezTo>
                    <a:pt x="1188720" y="664846"/>
                    <a:pt x="1193799" y="662941"/>
                    <a:pt x="1198879" y="658496"/>
                  </a:cubicBezTo>
                  <a:lnTo>
                    <a:pt x="1214754" y="671831"/>
                  </a:lnTo>
                  <a:cubicBezTo>
                    <a:pt x="1206500" y="682626"/>
                    <a:pt x="1193799" y="686436"/>
                    <a:pt x="1182370" y="686436"/>
                  </a:cubicBezTo>
                  <a:cubicBezTo>
                    <a:pt x="1156335" y="686436"/>
                    <a:pt x="1141095" y="666116"/>
                    <a:pt x="1141095" y="639446"/>
                  </a:cubicBezTo>
                  <a:cubicBezTo>
                    <a:pt x="1141095" y="610871"/>
                    <a:pt x="1158875" y="592456"/>
                    <a:pt x="1181099" y="592456"/>
                  </a:cubicBezTo>
                  <a:close/>
                  <a:moveTo>
                    <a:pt x="691515" y="592456"/>
                  </a:moveTo>
                  <a:cubicBezTo>
                    <a:pt x="715010" y="592456"/>
                    <a:pt x="729614" y="613411"/>
                    <a:pt x="729614" y="639446"/>
                  </a:cubicBezTo>
                  <a:lnTo>
                    <a:pt x="728980" y="639446"/>
                  </a:lnTo>
                  <a:cubicBezTo>
                    <a:pt x="728980" y="639446"/>
                    <a:pt x="728980" y="645796"/>
                    <a:pt x="728980" y="647066"/>
                  </a:cubicBezTo>
                  <a:lnTo>
                    <a:pt x="674370" y="647066"/>
                  </a:lnTo>
                  <a:cubicBezTo>
                    <a:pt x="675640" y="659766"/>
                    <a:pt x="683894" y="664846"/>
                    <a:pt x="693420" y="664846"/>
                  </a:cubicBezTo>
                  <a:cubicBezTo>
                    <a:pt x="699135" y="664846"/>
                    <a:pt x="704215" y="662941"/>
                    <a:pt x="709295" y="658496"/>
                  </a:cubicBezTo>
                  <a:lnTo>
                    <a:pt x="725170" y="671831"/>
                  </a:lnTo>
                  <a:cubicBezTo>
                    <a:pt x="716915" y="682626"/>
                    <a:pt x="704215" y="686436"/>
                    <a:pt x="692784" y="686436"/>
                  </a:cubicBezTo>
                  <a:cubicBezTo>
                    <a:pt x="666750" y="686436"/>
                    <a:pt x="651510" y="666116"/>
                    <a:pt x="651510" y="639446"/>
                  </a:cubicBezTo>
                  <a:cubicBezTo>
                    <a:pt x="651510" y="610871"/>
                    <a:pt x="669290" y="592456"/>
                    <a:pt x="691515" y="592456"/>
                  </a:cubicBezTo>
                  <a:close/>
                  <a:moveTo>
                    <a:pt x="412114" y="592456"/>
                  </a:moveTo>
                  <a:cubicBezTo>
                    <a:pt x="437515" y="592456"/>
                    <a:pt x="448310" y="615316"/>
                    <a:pt x="448310" y="639446"/>
                  </a:cubicBezTo>
                  <a:cubicBezTo>
                    <a:pt x="448310" y="639446"/>
                    <a:pt x="448310" y="645796"/>
                    <a:pt x="448310" y="647066"/>
                  </a:cubicBezTo>
                  <a:lnTo>
                    <a:pt x="395605" y="647066"/>
                  </a:lnTo>
                  <a:cubicBezTo>
                    <a:pt x="396875" y="659766"/>
                    <a:pt x="405129" y="664846"/>
                    <a:pt x="415290" y="664846"/>
                  </a:cubicBezTo>
                  <a:cubicBezTo>
                    <a:pt x="421004" y="664846"/>
                    <a:pt x="426084" y="662941"/>
                    <a:pt x="430530" y="658496"/>
                  </a:cubicBezTo>
                  <a:lnTo>
                    <a:pt x="446405" y="671831"/>
                  </a:lnTo>
                  <a:cubicBezTo>
                    <a:pt x="438784" y="681991"/>
                    <a:pt x="425450" y="686436"/>
                    <a:pt x="413385" y="686436"/>
                  </a:cubicBezTo>
                  <a:cubicBezTo>
                    <a:pt x="387349" y="686436"/>
                    <a:pt x="372110" y="666116"/>
                    <a:pt x="372110" y="640081"/>
                  </a:cubicBezTo>
                  <a:cubicBezTo>
                    <a:pt x="372110" y="614046"/>
                    <a:pt x="388620" y="592456"/>
                    <a:pt x="412114" y="592456"/>
                  </a:cubicBezTo>
                  <a:close/>
                  <a:moveTo>
                    <a:pt x="326390" y="592456"/>
                  </a:moveTo>
                  <a:cubicBezTo>
                    <a:pt x="350519" y="592456"/>
                    <a:pt x="361314" y="615316"/>
                    <a:pt x="361314" y="639446"/>
                  </a:cubicBezTo>
                  <a:cubicBezTo>
                    <a:pt x="361314" y="662306"/>
                    <a:pt x="351790" y="686436"/>
                    <a:pt x="326390" y="686436"/>
                  </a:cubicBezTo>
                  <a:cubicBezTo>
                    <a:pt x="316230" y="686436"/>
                    <a:pt x="310515" y="682626"/>
                    <a:pt x="306070" y="678816"/>
                  </a:cubicBezTo>
                  <a:lnTo>
                    <a:pt x="306070" y="706121"/>
                  </a:lnTo>
                  <a:lnTo>
                    <a:pt x="283845" y="717551"/>
                  </a:lnTo>
                  <a:lnTo>
                    <a:pt x="283845" y="594361"/>
                  </a:lnTo>
                  <a:lnTo>
                    <a:pt x="306070" y="594361"/>
                  </a:lnTo>
                  <a:lnTo>
                    <a:pt x="306070" y="600711"/>
                  </a:lnTo>
                  <a:cubicBezTo>
                    <a:pt x="311784" y="595631"/>
                    <a:pt x="318135" y="592456"/>
                    <a:pt x="326390" y="592456"/>
                  </a:cubicBezTo>
                  <a:close/>
                  <a:moveTo>
                    <a:pt x="231775" y="592456"/>
                  </a:moveTo>
                  <a:cubicBezTo>
                    <a:pt x="254635" y="592456"/>
                    <a:pt x="268605" y="603251"/>
                    <a:pt x="268605" y="624206"/>
                  </a:cubicBezTo>
                  <a:lnTo>
                    <a:pt x="268605" y="684531"/>
                  </a:lnTo>
                  <a:lnTo>
                    <a:pt x="267970" y="684531"/>
                  </a:lnTo>
                  <a:lnTo>
                    <a:pt x="245745" y="684531"/>
                  </a:lnTo>
                  <a:lnTo>
                    <a:pt x="245745" y="678181"/>
                  </a:lnTo>
                  <a:cubicBezTo>
                    <a:pt x="240665" y="683261"/>
                    <a:pt x="233680" y="686436"/>
                    <a:pt x="224790" y="686436"/>
                  </a:cubicBezTo>
                  <a:cubicBezTo>
                    <a:pt x="207010" y="686436"/>
                    <a:pt x="193040" y="675006"/>
                    <a:pt x="193040" y="655321"/>
                  </a:cubicBezTo>
                  <a:cubicBezTo>
                    <a:pt x="193040" y="635636"/>
                    <a:pt x="206375" y="624841"/>
                    <a:pt x="227965" y="624841"/>
                  </a:cubicBezTo>
                  <a:cubicBezTo>
                    <a:pt x="233680" y="624841"/>
                    <a:pt x="239394" y="625476"/>
                    <a:pt x="245745" y="628651"/>
                  </a:cubicBezTo>
                  <a:lnTo>
                    <a:pt x="245745" y="623571"/>
                  </a:lnTo>
                  <a:cubicBezTo>
                    <a:pt x="245745" y="615316"/>
                    <a:pt x="240030" y="611506"/>
                    <a:pt x="230504" y="611506"/>
                  </a:cubicBezTo>
                  <a:cubicBezTo>
                    <a:pt x="223519" y="611506"/>
                    <a:pt x="216534" y="613411"/>
                    <a:pt x="209549" y="617221"/>
                  </a:cubicBezTo>
                  <a:lnTo>
                    <a:pt x="200659" y="601346"/>
                  </a:lnTo>
                  <a:cubicBezTo>
                    <a:pt x="210185" y="594996"/>
                    <a:pt x="219709" y="592456"/>
                    <a:pt x="231775" y="592456"/>
                  </a:cubicBezTo>
                  <a:close/>
                  <a:moveTo>
                    <a:pt x="1125855" y="591821"/>
                  </a:moveTo>
                  <a:cubicBezTo>
                    <a:pt x="1132204" y="591821"/>
                    <a:pt x="1137920" y="593726"/>
                    <a:pt x="1142364" y="598171"/>
                  </a:cubicBezTo>
                  <a:lnTo>
                    <a:pt x="1141730" y="598806"/>
                  </a:lnTo>
                  <a:lnTo>
                    <a:pt x="1132840" y="621031"/>
                  </a:lnTo>
                  <a:cubicBezTo>
                    <a:pt x="1129665" y="617856"/>
                    <a:pt x="1125220" y="615316"/>
                    <a:pt x="1120140" y="615316"/>
                  </a:cubicBezTo>
                  <a:cubicBezTo>
                    <a:pt x="1109345" y="615316"/>
                    <a:pt x="1106805" y="624206"/>
                    <a:pt x="1106805" y="635001"/>
                  </a:cubicBezTo>
                  <a:lnTo>
                    <a:pt x="1106805" y="683896"/>
                  </a:lnTo>
                  <a:lnTo>
                    <a:pt x="1084579" y="683896"/>
                  </a:lnTo>
                  <a:lnTo>
                    <a:pt x="1084579" y="593726"/>
                  </a:lnTo>
                  <a:lnTo>
                    <a:pt x="1106805" y="593726"/>
                  </a:lnTo>
                  <a:lnTo>
                    <a:pt x="1106805" y="600076"/>
                  </a:lnTo>
                  <a:cubicBezTo>
                    <a:pt x="1111885" y="594996"/>
                    <a:pt x="1118235" y="591821"/>
                    <a:pt x="1125855" y="591821"/>
                  </a:cubicBezTo>
                  <a:close/>
                  <a:moveTo>
                    <a:pt x="47625" y="563881"/>
                  </a:moveTo>
                  <a:cubicBezTo>
                    <a:pt x="66040" y="563881"/>
                    <a:pt x="79375" y="571501"/>
                    <a:pt x="90170" y="582296"/>
                  </a:cubicBezTo>
                  <a:lnTo>
                    <a:pt x="73659" y="598806"/>
                  </a:lnTo>
                  <a:cubicBezTo>
                    <a:pt x="66040" y="591186"/>
                    <a:pt x="58420" y="586741"/>
                    <a:pt x="46355" y="586741"/>
                  </a:cubicBezTo>
                  <a:cubicBezTo>
                    <a:pt x="36194" y="586741"/>
                    <a:pt x="28575" y="589916"/>
                    <a:pt x="28575" y="598171"/>
                  </a:cubicBezTo>
                  <a:cubicBezTo>
                    <a:pt x="28575" y="601981"/>
                    <a:pt x="29845" y="604521"/>
                    <a:pt x="33655" y="606426"/>
                  </a:cubicBezTo>
                  <a:cubicBezTo>
                    <a:pt x="38099" y="608966"/>
                    <a:pt x="43814" y="610236"/>
                    <a:pt x="52704" y="612776"/>
                  </a:cubicBezTo>
                  <a:cubicBezTo>
                    <a:pt x="63500" y="615951"/>
                    <a:pt x="73659" y="617856"/>
                    <a:pt x="81915" y="624841"/>
                  </a:cubicBezTo>
                  <a:lnTo>
                    <a:pt x="92427" y="648959"/>
                  </a:lnTo>
                  <a:lnTo>
                    <a:pt x="79454" y="677626"/>
                  </a:lnTo>
                  <a:cubicBezTo>
                    <a:pt x="71279" y="683738"/>
                    <a:pt x="60008" y="686436"/>
                    <a:pt x="47625" y="686436"/>
                  </a:cubicBezTo>
                  <a:cubicBezTo>
                    <a:pt x="29845" y="686436"/>
                    <a:pt x="10795" y="680721"/>
                    <a:pt x="0" y="664846"/>
                  </a:cubicBezTo>
                  <a:lnTo>
                    <a:pt x="16510" y="650241"/>
                  </a:lnTo>
                  <a:cubicBezTo>
                    <a:pt x="24129" y="659766"/>
                    <a:pt x="35560" y="664211"/>
                    <a:pt x="46989" y="664211"/>
                  </a:cubicBezTo>
                  <a:cubicBezTo>
                    <a:pt x="60325" y="664211"/>
                    <a:pt x="68579" y="657861"/>
                    <a:pt x="68579" y="649606"/>
                  </a:cubicBezTo>
                  <a:cubicBezTo>
                    <a:pt x="68579" y="646431"/>
                    <a:pt x="67310" y="642621"/>
                    <a:pt x="61595" y="640081"/>
                  </a:cubicBezTo>
                  <a:cubicBezTo>
                    <a:pt x="57150" y="638176"/>
                    <a:pt x="52069" y="636906"/>
                    <a:pt x="41909" y="634366"/>
                  </a:cubicBezTo>
                  <a:cubicBezTo>
                    <a:pt x="35560" y="633096"/>
                    <a:pt x="22860" y="629921"/>
                    <a:pt x="14605" y="623571"/>
                  </a:cubicBezTo>
                  <a:cubicBezTo>
                    <a:pt x="6349" y="617221"/>
                    <a:pt x="4444" y="607696"/>
                    <a:pt x="4444" y="599441"/>
                  </a:cubicBezTo>
                  <a:cubicBezTo>
                    <a:pt x="4444" y="574041"/>
                    <a:pt x="26034" y="563881"/>
                    <a:pt x="47625" y="563881"/>
                  </a:cubicBezTo>
                  <a:close/>
                  <a:moveTo>
                    <a:pt x="814070" y="560071"/>
                  </a:moveTo>
                  <a:cubicBezTo>
                    <a:pt x="820420" y="560071"/>
                    <a:pt x="824864" y="561341"/>
                    <a:pt x="830579" y="562611"/>
                  </a:cubicBezTo>
                  <a:lnTo>
                    <a:pt x="829945" y="562611"/>
                  </a:lnTo>
                  <a:lnTo>
                    <a:pt x="829945" y="581026"/>
                  </a:lnTo>
                  <a:cubicBezTo>
                    <a:pt x="824864" y="579756"/>
                    <a:pt x="821055" y="579121"/>
                    <a:pt x="818515" y="579121"/>
                  </a:cubicBezTo>
                  <a:cubicBezTo>
                    <a:pt x="810260" y="579121"/>
                    <a:pt x="808989" y="582296"/>
                    <a:pt x="808989" y="586741"/>
                  </a:cubicBezTo>
                  <a:lnTo>
                    <a:pt x="808989" y="594361"/>
                  </a:lnTo>
                  <a:lnTo>
                    <a:pt x="824230" y="594361"/>
                  </a:lnTo>
                  <a:lnTo>
                    <a:pt x="824230" y="615951"/>
                  </a:lnTo>
                  <a:lnTo>
                    <a:pt x="808989" y="615951"/>
                  </a:lnTo>
                  <a:lnTo>
                    <a:pt x="808989" y="684531"/>
                  </a:lnTo>
                  <a:lnTo>
                    <a:pt x="786765" y="684531"/>
                  </a:lnTo>
                  <a:lnTo>
                    <a:pt x="786765" y="615951"/>
                  </a:lnTo>
                  <a:lnTo>
                    <a:pt x="775970" y="615951"/>
                  </a:lnTo>
                  <a:lnTo>
                    <a:pt x="775970" y="594361"/>
                  </a:lnTo>
                  <a:lnTo>
                    <a:pt x="786765" y="594361"/>
                  </a:lnTo>
                  <a:lnTo>
                    <a:pt x="786765" y="583566"/>
                  </a:lnTo>
                  <a:cubicBezTo>
                    <a:pt x="786765" y="567691"/>
                    <a:pt x="795019" y="560071"/>
                    <a:pt x="814070" y="560071"/>
                  </a:cubicBezTo>
                  <a:close/>
                  <a:moveTo>
                    <a:pt x="957579" y="559436"/>
                  </a:moveTo>
                  <a:lnTo>
                    <a:pt x="957579" y="594361"/>
                  </a:lnTo>
                  <a:lnTo>
                    <a:pt x="979170" y="594361"/>
                  </a:lnTo>
                  <a:lnTo>
                    <a:pt x="979170" y="615951"/>
                  </a:lnTo>
                  <a:lnTo>
                    <a:pt x="957579" y="615951"/>
                  </a:lnTo>
                  <a:lnTo>
                    <a:pt x="957579" y="654051"/>
                  </a:lnTo>
                  <a:cubicBezTo>
                    <a:pt x="957579" y="661671"/>
                    <a:pt x="960754" y="664846"/>
                    <a:pt x="966470" y="664846"/>
                  </a:cubicBezTo>
                  <a:cubicBezTo>
                    <a:pt x="972185" y="664846"/>
                    <a:pt x="977900" y="661671"/>
                    <a:pt x="981075" y="658496"/>
                  </a:cubicBezTo>
                  <a:lnTo>
                    <a:pt x="977900" y="681356"/>
                  </a:lnTo>
                  <a:cubicBezTo>
                    <a:pt x="973454" y="685166"/>
                    <a:pt x="965200" y="686436"/>
                    <a:pt x="959485" y="686436"/>
                  </a:cubicBezTo>
                  <a:cubicBezTo>
                    <a:pt x="945515" y="686436"/>
                    <a:pt x="935355" y="676276"/>
                    <a:pt x="935355" y="659766"/>
                  </a:cubicBezTo>
                  <a:lnTo>
                    <a:pt x="935355" y="615951"/>
                  </a:lnTo>
                  <a:lnTo>
                    <a:pt x="922655" y="615951"/>
                  </a:lnTo>
                  <a:lnTo>
                    <a:pt x="922655" y="594361"/>
                  </a:lnTo>
                  <a:lnTo>
                    <a:pt x="935355" y="594361"/>
                  </a:lnTo>
                  <a:lnTo>
                    <a:pt x="935355" y="570866"/>
                  </a:lnTo>
                  <a:close/>
                  <a:moveTo>
                    <a:pt x="586739" y="559436"/>
                  </a:moveTo>
                  <a:lnTo>
                    <a:pt x="586739" y="600711"/>
                  </a:lnTo>
                  <a:cubicBezTo>
                    <a:pt x="591820" y="595631"/>
                    <a:pt x="597534" y="592456"/>
                    <a:pt x="607695" y="592456"/>
                  </a:cubicBezTo>
                  <a:cubicBezTo>
                    <a:pt x="631825" y="592456"/>
                    <a:pt x="639445" y="610871"/>
                    <a:pt x="639445" y="633731"/>
                  </a:cubicBezTo>
                  <a:lnTo>
                    <a:pt x="639445" y="684531"/>
                  </a:lnTo>
                  <a:lnTo>
                    <a:pt x="617220" y="684531"/>
                  </a:lnTo>
                  <a:lnTo>
                    <a:pt x="617220" y="635636"/>
                  </a:lnTo>
                  <a:cubicBezTo>
                    <a:pt x="617220" y="623571"/>
                    <a:pt x="614680" y="614681"/>
                    <a:pt x="601980" y="614681"/>
                  </a:cubicBezTo>
                  <a:cubicBezTo>
                    <a:pt x="589280" y="614681"/>
                    <a:pt x="586739" y="622936"/>
                    <a:pt x="586739" y="635001"/>
                  </a:cubicBezTo>
                  <a:lnTo>
                    <a:pt x="586739" y="684531"/>
                  </a:lnTo>
                  <a:lnTo>
                    <a:pt x="564515" y="684531"/>
                  </a:lnTo>
                  <a:lnTo>
                    <a:pt x="564515" y="570866"/>
                  </a:lnTo>
                  <a:close/>
                  <a:moveTo>
                    <a:pt x="529590" y="559436"/>
                  </a:moveTo>
                  <a:lnTo>
                    <a:pt x="529590" y="594361"/>
                  </a:lnTo>
                  <a:lnTo>
                    <a:pt x="550545" y="594361"/>
                  </a:lnTo>
                  <a:lnTo>
                    <a:pt x="550545" y="615951"/>
                  </a:lnTo>
                  <a:lnTo>
                    <a:pt x="529590" y="615951"/>
                  </a:lnTo>
                  <a:lnTo>
                    <a:pt x="529590" y="654051"/>
                  </a:lnTo>
                  <a:cubicBezTo>
                    <a:pt x="529590" y="661671"/>
                    <a:pt x="532765" y="664846"/>
                    <a:pt x="538480" y="664846"/>
                  </a:cubicBezTo>
                  <a:cubicBezTo>
                    <a:pt x="544195" y="664846"/>
                    <a:pt x="549275" y="661671"/>
                    <a:pt x="553084" y="658496"/>
                  </a:cubicBezTo>
                  <a:lnTo>
                    <a:pt x="549909" y="681356"/>
                  </a:lnTo>
                  <a:cubicBezTo>
                    <a:pt x="545465" y="685166"/>
                    <a:pt x="537209" y="686436"/>
                    <a:pt x="531495" y="686436"/>
                  </a:cubicBezTo>
                  <a:cubicBezTo>
                    <a:pt x="517525" y="686436"/>
                    <a:pt x="507364" y="676276"/>
                    <a:pt x="507364" y="659766"/>
                  </a:cubicBezTo>
                  <a:lnTo>
                    <a:pt x="507364" y="615951"/>
                  </a:lnTo>
                  <a:lnTo>
                    <a:pt x="491489" y="615951"/>
                  </a:lnTo>
                  <a:lnTo>
                    <a:pt x="491489" y="594361"/>
                  </a:lnTo>
                  <a:lnTo>
                    <a:pt x="507364" y="594361"/>
                  </a:lnTo>
                  <a:lnTo>
                    <a:pt x="507364" y="570866"/>
                  </a:lnTo>
                  <a:close/>
                  <a:moveTo>
                    <a:pt x="128269" y="559436"/>
                  </a:moveTo>
                  <a:lnTo>
                    <a:pt x="128269" y="600711"/>
                  </a:lnTo>
                  <a:cubicBezTo>
                    <a:pt x="133349" y="595631"/>
                    <a:pt x="139064" y="592456"/>
                    <a:pt x="149224" y="592456"/>
                  </a:cubicBezTo>
                  <a:cubicBezTo>
                    <a:pt x="173355" y="592456"/>
                    <a:pt x="180974" y="610871"/>
                    <a:pt x="180974" y="633731"/>
                  </a:cubicBezTo>
                  <a:lnTo>
                    <a:pt x="180974" y="684531"/>
                  </a:lnTo>
                  <a:lnTo>
                    <a:pt x="158750" y="684531"/>
                  </a:lnTo>
                  <a:lnTo>
                    <a:pt x="158750" y="635636"/>
                  </a:lnTo>
                  <a:cubicBezTo>
                    <a:pt x="158750" y="623571"/>
                    <a:pt x="156209" y="614681"/>
                    <a:pt x="143510" y="614681"/>
                  </a:cubicBezTo>
                  <a:cubicBezTo>
                    <a:pt x="130810" y="614681"/>
                    <a:pt x="128269" y="622936"/>
                    <a:pt x="128269" y="635001"/>
                  </a:cubicBezTo>
                  <a:lnTo>
                    <a:pt x="128269" y="684531"/>
                  </a:lnTo>
                  <a:lnTo>
                    <a:pt x="106045" y="684531"/>
                  </a:lnTo>
                  <a:lnTo>
                    <a:pt x="106045" y="570866"/>
                  </a:lnTo>
                  <a:close/>
                  <a:moveTo>
                    <a:pt x="269875" y="635"/>
                  </a:moveTo>
                  <a:lnTo>
                    <a:pt x="501015" y="635"/>
                  </a:lnTo>
                  <a:lnTo>
                    <a:pt x="554989" y="94615"/>
                  </a:lnTo>
                  <a:lnTo>
                    <a:pt x="391795" y="94615"/>
                  </a:lnTo>
                  <a:lnTo>
                    <a:pt x="391795" y="161925"/>
                  </a:lnTo>
                  <a:lnTo>
                    <a:pt x="539114" y="161925"/>
                  </a:lnTo>
                  <a:lnTo>
                    <a:pt x="539114" y="247650"/>
                  </a:lnTo>
                  <a:lnTo>
                    <a:pt x="391795" y="247650"/>
                  </a:lnTo>
                  <a:lnTo>
                    <a:pt x="391795" y="314325"/>
                  </a:lnTo>
                  <a:lnTo>
                    <a:pt x="595629" y="314325"/>
                  </a:lnTo>
                  <a:lnTo>
                    <a:pt x="595629" y="408305"/>
                  </a:lnTo>
                  <a:lnTo>
                    <a:pt x="269875" y="408305"/>
                  </a:lnTo>
                  <a:close/>
                  <a:moveTo>
                    <a:pt x="539114" y="0"/>
                  </a:moveTo>
                  <a:lnTo>
                    <a:pt x="674370" y="0"/>
                  </a:lnTo>
                  <a:lnTo>
                    <a:pt x="743584" y="132715"/>
                  </a:lnTo>
                  <a:lnTo>
                    <a:pt x="812799" y="0"/>
                  </a:lnTo>
                  <a:lnTo>
                    <a:pt x="946150" y="0"/>
                  </a:lnTo>
                  <a:lnTo>
                    <a:pt x="803275" y="246380"/>
                  </a:lnTo>
                  <a:lnTo>
                    <a:pt x="803275" y="407670"/>
                  </a:lnTo>
                  <a:lnTo>
                    <a:pt x="681355" y="407670"/>
                  </a:lnTo>
                  <a:lnTo>
                    <a:pt x="681355" y="246380"/>
                  </a:lnTo>
                  <a:close/>
                </a:path>
              </a:pathLst>
            </a:custGeom>
            <a:solidFill>
              <a:srgbClr val="FFFFFF"/>
            </a:solidFill>
            <a:ln w="63500" cap="flat">
              <a:noFill/>
              <a:prstDash val="solid"/>
              <a:miter/>
            </a:ln>
          </p:spPr>
          <p:txBody>
            <a:bodyPr rtlCol="0" anchor="ctr"/>
            <a:lstStyle/>
            <a:p>
              <a:endParaRPr lang="en-US" sz="1798"/>
            </a:p>
          </p:txBody>
        </p:sp>
      </p:grpSp>
      <p:grpSp>
        <p:nvGrpSpPr>
          <p:cNvPr id="2" name="Group 1">
            <a:extLst>
              <a:ext uri="{FF2B5EF4-FFF2-40B4-BE49-F238E27FC236}">
                <a16:creationId xmlns:a16="http://schemas.microsoft.com/office/drawing/2014/main" id="{7E7E8938-439A-DB5B-B3DF-7EF202013D57}"/>
              </a:ext>
            </a:extLst>
          </p:cNvPr>
          <p:cNvGrpSpPr/>
          <p:nvPr userDrawn="1"/>
        </p:nvGrpSpPr>
        <p:grpSpPr>
          <a:xfrm>
            <a:off x="485777"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sz="1798"/>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sz="1798"/>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9"/>
            <a:ext cx="4907628" cy="511939"/>
          </a:xfrm>
          <a:prstGeom prst="rect">
            <a:avLst/>
          </a:prstGeom>
        </p:spPr>
        <p:txBody>
          <a:bodyPr wrap="square">
            <a:noAutofit/>
          </a:bodyPr>
          <a:lstStyle>
            <a:lvl1pPr marL="0" indent="0" algn="l">
              <a:buNone/>
              <a:defRPr lang="en-GB" sz="1598" kern="1200" dirty="0">
                <a:solidFill>
                  <a:schemeClr val="tx1"/>
                </a:solidFill>
                <a:latin typeface="+mj-lt"/>
                <a:ea typeface="+mn-ea"/>
                <a:cs typeface="+mn-cs"/>
              </a:defRPr>
            </a:lvl1pPr>
            <a:lvl2pPr marL="456743" indent="0" algn="ctr">
              <a:buNone/>
              <a:defRPr sz="1998"/>
            </a:lvl2pPr>
            <a:lvl3pPr marL="913486" indent="0" algn="ctr">
              <a:buNone/>
              <a:defRPr sz="1798"/>
            </a:lvl3pPr>
            <a:lvl4pPr marL="1370229" indent="0" algn="ctr">
              <a:buNone/>
              <a:defRPr sz="1598"/>
            </a:lvl4pPr>
            <a:lvl5pPr marL="1826972" indent="0" algn="ctr">
              <a:buNone/>
              <a:defRPr sz="1598"/>
            </a:lvl5pPr>
            <a:lvl6pPr marL="2283715" indent="0" algn="ctr">
              <a:buNone/>
              <a:defRPr sz="1598"/>
            </a:lvl6pPr>
            <a:lvl7pPr marL="2740457" indent="0" algn="ctr">
              <a:buNone/>
              <a:defRPr sz="1598"/>
            </a:lvl7pPr>
            <a:lvl8pPr marL="3197201" indent="0" algn="ctr">
              <a:buNone/>
              <a:defRPr sz="1598"/>
            </a:lvl8pPr>
            <a:lvl9pPr marL="3653943" indent="0" algn="ctr">
              <a:buNone/>
              <a:defRPr sz="1598"/>
            </a:lvl9pPr>
          </a:lstStyle>
          <a:p>
            <a:r>
              <a:rPr lang="en-IN"/>
              <a:t>Proposal to provide </a:t>
            </a:r>
            <a:br>
              <a:rPr lang="en-IN"/>
            </a:br>
            <a:r>
              <a:rPr lang="en-IN"/>
              <a:t>audit services</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hasCustomPrompt="1"/>
          </p:nvPr>
        </p:nvSpPr>
        <p:spPr>
          <a:xfrm>
            <a:off x="889762" y="2698752"/>
            <a:ext cx="4906009" cy="1654043"/>
          </a:xfrm>
        </p:spPr>
        <p:txBody>
          <a:bodyPr anchor="t">
            <a:noAutofit/>
          </a:bodyPr>
          <a:lstStyle>
            <a:lvl1pPr>
              <a:defRPr sz="4196" b="1" i="0">
                <a:solidFill>
                  <a:schemeClr val="tx1"/>
                </a:solidFill>
                <a:latin typeface="EYInterstate Regular" panose="02000503020000020004" pitchFamily="2" charset="0"/>
              </a:defRPr>
            </a:lvl1pPr>
          </a:lstStyle>
          <a:p>
            <a:r>
              <a:rPr lang="en-GB"/>
              <a:t>National Research Foundation, Singapore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hasCustomPrompt="1"/>
          </p:nvPr>
        </p:nvSpPr>
        <p:spPr>
          <a:xfrm>
            <a:off x="889764" y="5047487"/>
            <a:ext cx="4906010" cy="338426"/>
          </a:xfrm>
          <a:prstGeom prst="rect">
            <a:avLst/>
          </a:prstGeom>
        </p:spPr>
        <p:txBody>
          <a:bodyPr wrap="square">
            <a:spAutoFit/>
          </a:bodyPr>
          <a:lstStyle>
            <a:lvl1pPr marL="0" indent="0">
              <a:buNone/>
              <a:defRPr sz="1598" b="1">
                <a:solidFill>
                  <a:schemeClr val="tx1"/>
                </a:solidFill>
                <a:latin typeface="+mj-lt"/>
              </a:defRPr>
            </a:lvl1pPr>
            <a:lvl2pPr marL="251748" indent="0">
              <a:buNone/>
              <a:defRPr sz="1598" b="1">
                <a:latin typeface="+mj-lt"/>
              </a:defRPr>
            </a:lvl2pPr>
            <a:lvl3pPr marL="503496" indent="0">
              <a:buNone/>
              <a:defRPr sz="1598" b="1">
                <a:latin typeface="+mj-lt"/>
              </a:defRPr>
            </a:lvl3pPr>
            <a:lvl4pPr marL="755244" indent="0">
              <a:buNone/>
              <a:defRPr sz="1598" b="1">
                <a:latin typeface="+mj-lt"/>
              </a:defRPr>
            </a:lvl4pPr>
            <a:lvl5pPr marL="1006992" indent="0">
              <a:buNone/>
              <a:defRPr sz="1598" b="1">
                <a:latin typeface="+mj-lt"/>
              </a:defRPr>
            </a:lvl5pPr>
          </a:lstStyle>
          <a:p>
            <a:pPr lvl="0"/>
            <a:r>
              <a:rPr lang="en-GB"/>
              <a:t>9 December, 2024</a:t>
            </a:r>
          </a:p>
        </p:txBody>
      </p:sp>
      <p:grpSp>
        <p:nvGrpSpPr>
          <p:cNvPr id="5" name="Group 4">
            <a:extLst>
              <a:ext uri="{FF2B5EF4-FFF2-40B4-BE49-F238E27FC236}">
                <a16:creationId xmlns:a16="http://schemas.microsoft.com/office/drawing/2014/main" id="{EFDFD624-ABC7-16CB-2121-0206B09686AF}"/>
              </a:ext>
            </a:extLst>
          </p:cNvPr>
          <p:cNvGrpSpPr/>
          <p:nvPr userDrawn="1"/>
        </p:nvGrpSpPr>
        <p:grpSpPr>
          <a:xfrm>
            <a:off x="485521" y="1291011"/>
            <a:ext cx="5703140" cy="4360545"/>
            <a:chOff x="485774" y="1291008"/>
            <a:chExt cx="5706110" cy="4360545"/>
          </a:xfrm>
        </p:grpSpPr>
        <p:sp>
          <p:nvSpPr>
            <p:cNvPr id="8" name="Freeform 25">
              <a:extLst>
                <a:ext uri="{FF2B5EF4-FFF2-40B4-BE49-F238E27FC236}">
                  <a16:creationId xmlns:a16="http://schemas.microsoft.com/office/drawing/2014/main" id="{D786720D-4321-57A7-7170-C630C1D4DEE7}"/>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sz="1798"/>
            </a:p>
          </p:txBody>
        </p:sp>
        <p:sp>
          <p:nvSpPr>
            <p:cNvPr id="9" name="Freeform 3">
              <a:extLst>
                <a:ext uri="{FF2B5EF4-FFF2-40B4-BE49-F238E27FC236}">
                  <a16:creationId xmlns:a16="http://schemas.microsoft.com/office/drawing/2014/main" id="{04AD9603-C6AC-198D-5649-C31F6250A7A1}"/>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00C864"/>
                </a:gs>
                <a:gs pos="100000">
                  <a:srgbClr val="4696FF"/>
                </a:gs>
              </a:gsLst>
              <a:lin ang="18600000" scaled="0"/>
              <a:tileRect/>
            </a:gradFill>
            <a:ln w="8181" cap="flat">
              <a:noFill/>
              <a:prstDash val="solid"/>
              <a:miter/>
            </a:ln>
          </p:spPr>
          <p:txBody>
            <a:bodyPr rtlCol="0" anchor="ctr"/>
            <a:lstStyle/>
            <a:p>
              <a:pPr lvl="0"/>
              <a:endParaRPr lang="en-US" sz="1798"/>
            </a:p>
          </p:txBody>
        </p:sp>
      </p:grpSp>
    </p:spTree>
    <p:extLst>
      <p:ext uri="{BB962C8B-B14F-4D97-AF65-F5344CB8AC3E}">
        <p14:creationId xmlns:p14="http://schemas.microsoft.com/office/powerpoint/2010/main" val="11925634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817720" y="369888"/>
            <a:ext cx="10890905" cy="470898"/>
          </a:xfrm>
        </p:spPr>
        <p:txBody>
          <a:bodyPr/>
          <a:lstStyle>
            <a:lvl1pPr>
              <a:defRPr sz="1999" b="1">
                <a:solidFill>
                  <a:schemeClr val="bg1"/>
                </a:solidFill>
                <a:latin typeface="+mn-lt"/>
              </a:defRPr>
            </a:lvl1pPr>
          </a:lstStyle>
          <a:p>
            <a:r>
              <a:rPr lang="en-US"/>
              <a:t>Click to edit Master title style</a:t>
            </a:r>
          </a:p>
        </p:txBody>
      </p:sp>
    </p:spTree>
    <p:extLst>
      <p:ext uri="{BB962C8B-B14F-4D97-AF65-F5344CB8AC3E}">
        <p14:creationId xmlns:p14="http://schemas.microsoft.com/office/powerpoint/2010/main" val="38796457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58765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cSld name="Cover Let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25072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Boiler plat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A5033F-6B58-4D17-B6AF-511A209D0DC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C77B58DA-C741-4F1C-9834-41B7C149DAEB}"/>
              </a:ext>
            </a:extLst>
          </p:cNvPr>
          <p:cNvSpPr txBox="1"/>
          <p:nvPr userDrawn="1"/>
        </p:nvSpPr>
        <p:spPr>
          <a:xfrm>
            <a:off x="567500" y="408825"/>
            <a:ext cx="4196826" cy="3414544"/>
          </a:xfrm>
          <a:prstGeom prst="rect">
            <a:avLst/>
          </a:prstGeom>
          <a:noFill/>
        </p:spPr>
        <p:txBody>
          <a:bodyPr wrap="square" lIns="0" tIns="28080" rIns="0" bIns="28080" rtlCol="0">
            <a:spAutoFit/>
          </a:bodyPr>
          <a:lstStyle/>
          <a:p>
            <a:pPr defTabSz="536340" fontAlgn="auto">
              <a:spcBef>
                <a:spcPts val="0"/>
              </a:spcBef>
              <a:spcAft>
                <a:spcPts val="987"/>
              </a:spcAft>
              <a:buClrTx/>
              <a:buSzTx/>
              <a:buFontTx/>
              <a:buNone/>
            </a:pPr>
            <a:r>
              <a:rPr lang="en-IN" sz="907" b="1">
                <a:solidFill>
                  <a:srgbClr val="FFFFFF"/>
                </a:solidFill>
                <a:latin typeface="EYInterstate Light"/>
                <a:cs typeface="Arial" charset="0"/>
              </a:rPr>
              <a:t>EY | Building a better working world</a:t>
            </a:r>
            <a:endParaRPr lang="en-IN" sz="907">
              <a:solidFill>
                <a:srgbClr val="FFFFFF"/>
              </a:solidFill>
              <a:latin typeface="EYInterstate Light"/>
              <a:cs typeface="Arial" charset="0"/>
            </a:endParaRPr>
          </a:p>
          <a:p>
            <a:pPr defTabSz="536340" fontAlgn="auto">
              <a:spcBef>
                <a:spcPts val="272"/>
              </a:spcBef>
              <a:spcAft>
                <a:spcPts val="272"/>
              </a:spcAft>
              <a:buClrTx/>
              <a:buSzTx/>
              <a:buFontTx/>
              <a:buNone/>
            </a:pPr>
            <a:r>
              <a:rPr lang="en-IN" sz="726" b="1">
                <a:solidFill>
                  <a:srgbClr val="FFFFFF"/>
                </a:solidFill>
                <a:latin typeface="EYInterstate Light"/>
                <a:cs typeface="Arial" charset="0"/>
              </a:rPr>
              <a:t>EY exists to build a better working world, helping to create long-term value for clients, people and society and build trust in the capital markets.</a:t>
            </a:r>
          </a:p>
          <a:p>
            <a:pPr defTabSz="536340" fontAlgn="auto">
              <a:spcBef>
                <a:spcPts val="272"/>
              </a:spcBef>
              <a:spcAft>
                <a:spcPts val="272"/>
              </a:spcAft>
              <a:buClrTx/>
              <a:buSzTx/>
              <a:buFontTx/>
              <a:buNone/>
            </a:pPr>
            <a:r>
              <a:rPr lang="en-IN" sz="726" b="1">
                <a:solidFill>
                  <a:srgbClr val="FFFFFF"/>
                </a:solidFill>
                <a:latin typeface="EYInterstate Light"/>
                <a:cs typeface="Arial" charset="0"/>
              </a:rPr>
              <a:t>Enabled by data and technology, diverse EY teams in over 150 countries provide trust through assurance and help clients grow, transform </a:t>
            </a:r>
            <a:br>
              <a:rPr lang="en-IN" sz="726" b="1">
                <a:solidFill>
                  <a:srgbClr val="FFFFFF"/>
                </a:solidFill>
                <a:latin typeface="EYInterstate Light"/>
                <a:cs typeface="Arial" charset="0"/>
              </a:rPr>
            </a:br>
            <a:r>
              <a:rPr lang="en-IN" sz="726" b="1">
                <a:solidFill>
                  <a:srgbClr val="FFFFFF"/>
                </a:solidFill>
                <a:latin typeface="EYInterstate Light"/>
                <a:cs typeface="Arial" charset="0"/>
              </a:rPr>
              <a:t>and operate.</a:t>
            </a:r>
          </a:p>
          <a:p>
            <a:pPr defTabSz="536340" fontAlgn="auto">
              <a:spcBef>
                <a:spcPts val="272"/>
              </a:spcBef>
              <a:spcAft>
                <a:spcPts val="272"/>
              </a:spcAft>
              <a:buClrTx/>
              <a:buSzTx/>
              <a:buFontTx/>
              <a:buNone/>
            </a:pPr>
            <a:r>
              <a:rPr lang="en-IN" sz="726" b="1">
                <a:solidFill>
                  <a:srgbClr val="FFFFFF"/>
                </a:solidFill>
                <a:latin typeface="EYInterstate Light"/>
                <a:cs typeface="Arial" charset="0"/>
              </a:rPr>
              <a:t>Working across assurance, consulting, law, strategy, tax and transactions, </a:t>
            </a:r>
            <a:br>
              <a:rPr lang="en-IN" sz="726" b="1">
                <a:solidFill>
                  <a:srgbClr val="FFFFFF"/>
                </a:solidFill>
                <a:latin typeface="EYInterstate Light"/>
                <a:cs typeface="Arial" charset="0"/>
              </a:rPr>
            </a:br>
            <a:r>
              <a:rPr lang="en-IN" sz="726" b="1">
                <a:solidFill>
                  <a:srgbClr val="FFFFFF"/>
                </a:solidFill>
                <a:latin typeface="EYInterstate Light"/>
                <a:cs typeface="Arial" charset="0"/>
              </a:rPr>
              <a:t>EY teams ask better questions to find new answers for the complex issues facing our world today.</a:t>
            </a:r>
          </a:p>
          <a:p>
            <a:pPr defTabSz="536340" fontAlgn="auto">
              <a:spcBef>
                <a:spcPts val="0"/>
              </a:spcBef>
              <a:spcAft>
                <a:spcPts val="0"/>
              </a:spcAft>
              <a:buClrTx/>
              <a:buSzTx/>
              <a:buFontTx/>
              <a:buNone/>
            </a:pPr>
            <a:endParaRPr lang="en-IN" sz="726" b="1">
              <a:solidFill>
                <a:srgbClr val="FFFFFF"/>
              </a:solidFill>
              <a:latin typeface="EYInterstate Light"/>
              <a:cs typeface="Arial" charset="0"/>
            </a:endParaRPr>
          </a:p>
          <a:p>
            <a:pPr defTabSz="536340" fontAlgn="auto">
              <a:spcBef>
                <a:spcPts val="0"/>
              </a:spcBef>
              <a:spcAft>
                <a:spcPts val="0"/>
              </a:spcAft>
              <a:buClrTx/>
              <a:buSzTx/>
              <a:buFontTx/>
              <a:buNone/>
            </a:pPr>
            <a:r>
              <a:rPr lang="en-IN" sz="726">
                <a:solidFill>
                  <a:srgbClr val="FFFFFF"/>
                </a:solidFill>
                <a:latin typeface="EYInterstate Light"/>
                <a:cs typeface="Arial" charset="0"/>
              </a:rPr>
              <a:t>EY refers to the global organisation, and may refer to one or more, of the member firms of Ernst &amp; Young Global Limited, each of which is a separate legal entity. Ernst &amp; Young Global Limited, a UK company limited by guarantee, does not provide services to clients. Information about how EY collects and uses personal data and a description of the rights individuals have under data protection legislation are available via ey.com/privacy. EY member firms do </a:t>
            </a:r>
            <a:br>
              <a:rPr lang="en-IN" sz="726">
                <a:solidFill>
                  <a:srgbClr val="FFFFFF"/>
                </a:solidFill>
                <a:latin typeface="EYInterstate Light"/>
                <a:cs typeface="Arial" charset="0"/>
              </a:rPr>
            </a:br>
            <a:r>
              <a:rPr lang="en-IN" sz="726">
                <a:solidFill>
                  <a:srgbClr val="FFFFFF"/>
                </a:solidFill>
                <a:latin typeface="EYInterstate Light"/>
                <a:cs typeface="Arial" charset="0"/>
              </a:rPr>
              <a:t>not practice law where prohibited by local laws. For more information about </a:t>
            </a:r>
            <a:br>
              <a:rPr lang="en-IN" sz="726">
                <a:solidFill>
                  <a:srgbClr val="FFFFFF"/>
                </a:solidFill>
                <a:latin typeface="EYInterstate Light"/>
                <a:cs typeface="Arial" charset="0"/>
              </a:rPr>
            </a:br>
            <a:r>
              <a:rPr lang="en-IN" sz="726">
                <a:solidFill>
                  <a:srgbClr val="FFFFFF"/>
                </a:solidFill>
                <a:latin typeface="EYInterstate Light"/>
                <a:cs typeface="Arial" charset="0"/>
              </a:rPr>
              <a:t>our organisation, please visit ey.com.</a:t>
            </a:r>
          </a:p>
          <a:p>
            <a:pPr defTabSz="536340" fontAlgn="auto">
              <a:spcBef>
                <a:spcPts val="0"/>
              </a:spcBef>
              <a:spcAft>
                <a:spcPts val="0"/>
              </a:spcAft>
              <a:buClrTx/>
              <a:buSzTx/>
              <a:buFontTx/>
              <a:buNone/>
            </a:pPr>
            <a:endParaRPr lang="en-IN" sz="726">
              <a:solidFill>
                <a:srgbClr val="FFFFFF"/>
              </a:solidFill>
              <a:latin typeface="EYInterstate Light"/>
              <a:cs typeface="Arial" charset="0"/>
            </a:endParaRPr>
          </a:p>
          <a:p>
            <a:pPr defTabSz="536340" fontAlgn="auto">
              <a:spcBef>
                <a:spcPts val="0"/>
              </a:spcBef>
              <a:spcAft>
                <a:spcPts val="493"/>
              </a:spcAft>
              <a:buClrTx/>
              <a:buSzTx/>
              <a:buFontTx/>
              <a:buNone/>
            </a:pPr>
            <a:r>
              <a:rPr lang="en-IN" sz="726">
                <a:solidFill>
                  <a:srgbClr val="FFFFFF"/>
                </a:solidFill>
                <a:latin typeface="EYInterstate Light"/>
                <a:cs typeface="Arial" charset="0"/>
              </a:rPr>
              <a:t>© 2021 EYGM Limited.</a:t>
            </a:r>
            <a:br>
              <a:rPr lang="en-IN" sz="726">
                <a:solidFill>
                  <a:srgbClr val="FFFFFF"/>
                </a:solidFill>
                <a:latin typeface="EYInterstate Light"/>
                <a:cs typeface="Arial" charset="0"/>
              </a:rPr>
            </a:br>
            <a:r>
              <a:rPr lang="en-IN" sz="726">
                <a:solidFill>
                  <a:srgbClr val="FFFFFF"/>
                </a:solidFill>
                <a:latin typeface="EYInterstate Light"/>
                <a:cs typeface="Arial" charset="0"/>
              </a:rPr>
              <a:t>All Rights Reserved.</a:t>
            </a:r>
          </a:p>
          <a:p>
            <a:pPr defTabSz="536340" fontAlgn="auto">
              <a:spcBef>
                <a:spcPts val="0"/>
              </a:spcBef>
              <a:spcAft>
                <a:spcPts val="493"/>
              </a:spcAft>
              <a:buClrTx/>
              <a:buSzTx/>
              <a:buFontTx/>
              <a:buNone/>
            </a:pPr>
            <a:r>
              <a:rPr lang="en-IN" sz="726">
                <a:solidFill>
                  <a:srgbClr val="FFFFFF"/>
                </a:solidFill>
                <a:latin typeface="EYInterstate Light"/>
                <a:cs typeface="Arial" charset="0"/>
              </a:rPr>
              <a:t>XXXXX-XXXGbl</a:t>
            </a:r>
            <a:br>
              <a:rPr lang="en-IN" sz="726">
                <a:solidFill>
                  <a:srgbClr val="FFFFFF"/>
                </a:solidFill>
                <a:latin typeface="EYInterstate Light"/>
                <a:cs typeface="Arial" charset="0"/>
              </a:rPr>
            </a:br>
            <a:r>
              <a:rPr lang="en-IN" sz="726">
                <a:solidFill>
                  <a:srgbClr val="FFFFFF"/>
                </a:solidFill>
                <a:latin typeface="EYInterstate Light"/>
                <a:cs typeface="Arial" charset="0"/>
              </a:rPr>
              <a:t>ED MMYY</a:t>
            </a:r>
          </a:p>
          <a:p>
            <a:pPr defTabSz="536340" fontAlgn="auto">
              <a:spcBef>
                <a:spcPts val="0"/>
              </a:spcBef>
              <a:spcAft>
                <a:spcPts val="493"/>
              </a:spcAft>
              <a:buClrTx/>
              <a:buSzTx/>
              <a:buFontTx/>
              <a:buNone/>
            </a:pPr>
            <a:r>
              <a:rPr lang="en-IN" sz="635">
                <a:solidFill>
                  <a:srgbClr val="FFFFFF"/>
                </a:solidFill>
                <a:latin typeface="EYInterstate Light"/>
                <a:cs typeface="Arial" charset="0"/>
              </a:rPr>
              <a:t>This material has been prepared for general informational purposes only and is not intended to be relied upon as accounting, tax, legal or other professional advice. </a:t>
            </a:r>
            <a:br>
              <a:rPr lang="en-IN" sz="635">
                <a:solidFill>
                  <a:srgbClr val="FFFFFF"/>
                </a:solidFill>
                <a:latin typeface="EYInterstate Light"/>
                <a:cs typeface="Arial" charset="0"/>
              </a:rPr>
            </a:br>
            <a:r>
              <a:rPr lang="en-IN" sz="635">
                <a:solidFill>
                  <a:srgbClr val="FFFFFF"/>
                </a:solidFill>
                <a:latin typeface="EYInterstate Light"/>
                <a:cs typeface="Arial" charset="0"/>
              </a:rPr>
              <a:t>Please refer to your advisors for specific advice.</a:t>
            </a:r>
          </a:p>
          <a:p>
            <a:pPr defTabSz="536340" fontAlgn="auto">
              <a:spcBef>
                <a:spcPts val="0"/>
              </a:spcBef>
              <a:spcAft>
                <a:spcPts val="493"/>
              </a:spcAft>
              <a:buClrTx/>
              <a:buSzTx/>
              <a:buFontTx/>
              <a:buNone/>
            </a:pPr>
            <a:r>
              <a:rPr lang="en-IN" sz="907" b="1">
                <a:solidFill>
                  <a:srgbClr val="FFFFFF"/>
                </a:solidFill>
                <a:latin typeface="EYInterstate Light"/>
                <a:cs typeface="Arial" charset="0"/>
              </a:rPr>
              <a:t>ey.com</a:t>
            </a:r>
          </a:p>
        </p:txBody>
      </p:sp>
    </p:spTree>
    <p:extLst>
      <p:ext uri="{BB962C8B-B14F-4D97-AF65-F5344CB8AC3E}">
        <p14:creationId xmlns:p14="http://schemas.microsoft.com/office/powerpoint/2010/main" val="89024468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052166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1_Final legal text">
    <p:spTree>
      <p:nvGrpSpPr>
        <p:cNvPr id="1" name=""/>
        <p:cNvGrpSpPr/>
        <p:nvPr/>
      </p:nvGrpSpPr>
      <p:grpSpPr>
        <a:xfrm>
          <a:off x="0" y="0"/>
          <a:ext cx="0" cy="0"/>
          <a:chOff x="0" y="0"/>
          <a:chExt cx="0" cy="0"/>
        </a:xfrm>
      </p:grpSpPr>
      <p:pic>
        <p:nvPicPr>
          <p:cNvPr id="5" name="Content Placeholder 3">
            <a:extLst>
              <a:ext uri="{FF2B5EF4-FFF2-40B4-BE49-F238E27FC236}">
                <a16:creationId xmlns:a16="http://schemas.microsoft.com/office/drawing/2014/main" id="{501A2F11-32A0-4526-A5F7-F4382DA5B47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 y="0"/>
            <a:ext cx="12195203" cy="6858000"/>
          </a:xfrm>
          <a:prstGeom prst="rect">
            <a:avLst/>
          </a:prstGeom>
        </p:spPr>
      </p:pic>
      <p:sp>
        <p:nvSpPr>
          <p:cNvPr id="8" name="Content Placeholder 2"/>
          <p:cNvSpPr>
            <a:spLocks noGrp="1"/>
          </p:cNvSpPr>
          <p:nvPr>
            <p:ph idx="1"/>
          </p:nvPr>
        </p:nvSpPr>
        <p:spPr>
          <a:xfrm>
            <a:off x="607483" y="719139"/>
            <a:ext cx="4675200" cy="5210062"/>
          </a:xfrm>
        </p:spPr>
        <p:txBody>
          <a:bodyPr/>
          <a:lstStyle>
            <a:lvl1pPr marL="0" indent="0" algn="l" defTabSz="993374" rtl="0" fontAlgn="base">
              <a:lnSpc>
                <a:spcPct val="100000"/>
              </a:lnSpc>
              <a:spcBef>
                <a:spcPct val="70000"/>
              </a:spcBef>
              <a:spcAft>
                <a:spcPct val="0"/>
              </a:spcAft>
              <a:buSzPct val="100000"/>
              <a:buNone/>
              <a:defRPr lang="en-US" sz="1196" kern="1200" noProof="0" dirty="0" smtClean="0">
                <a:solidFill>
                  <a:schemeClr val="bg1"/>
                </a:solidFill>
                <a:latin typeface="EYInterstate Light" panose="02000506000000020004" pitchFamily="2" charset="0"/>
                <a:ea typeface="+mn-ea"/>
                <a:cs typeface="Arial" pitchFamily="34" charset="0"/>
              </a:defRPr>
            </a:lvl1pPr>
            <a:lvl2pPr marL="0" indent="0" algn="l" defTabSz="993374"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5861" indent="-175861" algn="l" defTabSz="993374"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3374"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537" indent="-188537" algn="l" defTabSz="993374"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ext Box 4">
            <a:extLst>
              <a:ext uri="{FF2B5EF4-FFF2-40B4-BE49-F238E27FC236}">
                <a16:creationId xmlns:a16="http://schemas.microsoft.com/office/drawing/2014/main" id="{DC404FD5-CD8E-E8D9-F922-DDC9480787DF}"/>
              </a:ext>
            </a:extLst>
          </p:cNvPr>
          <p:cNvSpPr txBox="1">
            <a:spLocks noChangeArrowheads="1"/>
          </p:cNvSpPr>
          <p:nvPr userDrawn="1"/>
        </p:nvSpPr>
        <p:spPr bwMode="auto">
          <a:xfrm>
            <a:off x="9142876" y="6509803"/>
            <a:ext cx="1769741" cy="107721"/>
          </a:xfrm>
          <a:prstGeom prst="rect">
            <a:avLst/>
          </a:prstGeom>
          <a:noFill/>
          <a:ln w="12700">
            <a:noFill/>
            <a:miter lim="800000"/>
            <a:headEnd type="none" w="sm" len="sm"/>
            <a:tailEnd type="none" w="sm" len="sm"/>
          </a:ln>
          <a:effectLst/>
        </p:spPr>
        <p:txBody>
          <a:bodyPr wrap="square" lIns="0" tIns="0" rIns="0" bIns="0" anchor="b">
            <a:spAutoFit/>
          </a:bodyPr>
          <a:lstStyle/>
          <a:p>
            <a:pPr defTabSz="992523"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Tree>
    <p:extLst>
      <p:ext uri="{BB962C8B-B14F-4D97-AF65-F5344CB8AC3E}">
        <p14:creationId xmlns:p14="http://schemas.microsoft.com/office/powerpoint/2010/main" val="26245855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tags" Target="../tags/tag2.xml"/><Relationship Id="rId9" Type="http://schemas.openxmlformats.org/officeDocument/2006/relationships/oleObject" Target="../embeddings/oleObject1.bin"/><Relationship Id="rId10"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 Id="rId9" Type="http://schemas.openxmlformats.org/officeDocument/2006/relationships/slideLayout" Target="../slideLayouts/slideLayout15.xml"/><Relationship Id="rId10" Type="http://schemas.openxmlformats.org/officeDocument/2006/relationships/slideLayout" Target="../slideLayouts/slideLayout16.xml"/><Relationship Id="rId11" Type="http://schemas.openxmlformats.org/officeDocument/2006/relationships/slideLayout" Target="../slideLayouts/slideLayout17.xml"/><Relationship Id="rId12" Type="http://schemas.openxmlformats.org/officeDocument/2006/relationships/slideLayout" Target="../slideLayouts/slideLayout18.xml"/><Relationship Id="rId13" Type="http://schemas.openxmlformats.org/officeDocument/2006/relationships/slideLayout" Target="../slideLayouts/slideLayout19.xml"/><Relationship Id="rId14" Type="http://schemas.openxmlformats.org/officeDocument/2006/relationships/slideLayout" Target="../slideLayouts/slideLayout20.xml"/><Relationship Id="rId15" Type="http://schemas.openxmlformats.org/officeDocument/2006/relationships/slideLayout" Target="../slideLayouts/slideLayout21.xml"/><Relationship Id="rId16" Type="http://schemas.openxmlformats.org/officeDocument/2006/relationships/slideLayout" Target="../slideLayouts/slideLayout22.xml"/><Relationship Id="rId17" Type="http://schemas.openxmlformats.org/officeDocument/2006/relationships/slideLayout" Target="../slideLayouts/slideLayout23.xml"/><Relationship Id="rId18" Type="http://schemas.openxmlformats.org/officeDocument/2006/relationships/slideLayout" Target="../slideLayouts/slideLayout24.xml"/><Relationship Id="rId1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theme" Target="../theme/theme5.xml"/><Relationship Id="rId9" Type="http://schemas.openxmlformats.org/officeDocument/2006/relationships/tags" Target="../tags/tag3.xml"/><Relationship Id="rId10" Type="http://schemas.openxmlformats.org/officeDocument/2006/relationships/oleObject" Target="../embeddings/oleObject1.bin"/><Relationship Id="rId11"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91D256C-3726-8384-9A69-AB87C58AF7E9}"/>
              </a:ext>
            </a:extLst>
          </p:cNvPr>
          <p:cNvGraphicFramePr>
            <a:graphicFrameLocks noChangeAspect="1"/>
          </p:cNvGraphicFramePr>
          <p:nvPr userDrawn="1">
            <p:custDataLst>
              <p:tags r:id="rId8"/>
            </p:custDataLst>
            <p:extLst>
              <p:ext uri="{D42A27DB-BD31-4B8C-83A1-F6EECF244321}">
                <p14:modId xmlns:p14="http://schemas.microsoft.com/office/powerpoint/2010/main" val="1581422397"/>
              </p:ext>
            </p:extLst>
          </p:nvPr>
        </p:nvGraphicFramePr>
        <p:xfrm>
          <a:off x="1587" y="1588"/>
          <a:ext cx="1587"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4" name="think-cell data - do not delete" hidden="1">
                        <a:extLst>
                          <a:ext uri="{FF2B5EF4-FFF2-40B4-BE49-F238E27FC236}">
                            <a16:creationId xmlns:a16="http://schemas.microsoft.com/office/drawing/2014/main" id="{F91D256C-3726-8384-9A69-AB87C58AF7E9}"/>
                          </a:ext>
                        </a:extLst>
                      </p:cNvPr>
                      <p:cNvPicPr/>
                      <p:nvPr/>
                    </p:nvPicPr>
                    <p:blipFill>
                      <a:blip r:embed="rId10"/>
                      <a:stretch>
                        <a:fillRect/>
                      </a:stretch>
                    </p:blipFill>
                    <p:spPr>
                      <a:xfrm>
                        <a:off x="1587" y="1588"/>
                        <a:ext cx="1587" cy="1588"/>
                      </a:xfrm>
                      <a:prstGeom prst="rect">
                        <a:avLst/>
                      </a:prstGeom>
                    </p:spPr>
                  </p:pic>
                </p:oleObj>
              </mc:Fallback>
            </mc:AlternateContent>
          </a:graphicData>
        </a:graphic>
      </p:graphicFrame>
      <p:sp>
        <p:nvSpPr>
          <p:cNvPr id="2" name="Title Placeholder"/>
          <p:cNvSpPr>
            <a:spLocks noGrp="1"/>
          </p:cNvSpPr>
          <p:nvPr>
            <p:ph type="title"/>
          </p:nvPr>
        </p:nvSpPr>
        <p:spPr>
          <a:xfrm>
            <a:off x="723550" y="369888"/>
            <a:ext cx="10984626" cy="470898"/>
          </a:xfrm>
          <a:prstGeom prst="rect">
            <a:avLst/>
          </a:prstGeom>
        </p:spPr>
        <p:txBody>
          <a:bodyPr vert="horz" lIns="0" tIns="0" rIns="0" bIns="0" rtlCol="0" anchor="t" anchorCtr="0">
            <a:noAutofit/>
          </a:bodyPr>
          <a:lstStyle/>
          <a:p>
            <a:r>
              <a:rPr lang="en-US"/>
              <a:t>Click to edit Master title style</a:t>
            </a:r>
            <a:endParaRPr lang="en-GB"/>
          </a:p>
        </p:txBody>
      </p:sp>
      <p:grpSp>
        <p:nvGrpSpPr>
          <p:cNvPr id="6" name="Logo">
            <a:extLst>
              <a:ext uri="{FF2B5EF4-FFF2-40B4-BE49-F238E27FC236}">
                <a16:creationId xmlns:a16="http://schemas.microsoft.com/office/drawing/2014/main" id="{84D8E7BF-2CB9-F661-3559-99D90AE0A4E5}"/>
              </a:ext>
            </a:extLst>
          </p:cNvPr>
          <p:cNvGrpSpPr>
            <a:grpSpLocks noChangeAspect="1"/>
          </p:cNvGrpSpPr>
          <p:nvPr userDrawn="1"/>
        </p:nvGrpSpPr>
        <p:grpSpPr bwMode="black">
          <a:xfrm>
            <a:off x="11362016" y="6355419"/>
            <a:ext cx="346158" cy="355219"/>
            <a:chOff x="7110" y="4004"/>
            <a:chExt cx="191" cy="196"/>
          </a:xfrm>
        </p:grpSpPr>
        <p:sp>
          <p:nvSpPr>
            <p:cNvPr id="7" name="Freeform 5">
              <a:extLst>
                <a:ext uri="{FF2B5EF4-FFF2-40B4-BE49-F238E27FC236}">
                  <a16:creationId xmlns:a16="http://schemas.microsoft.com/office/drawing/2014/main" id="{B6AA6DF4-2FEA-00BD-9BF9-6CDE40EF389F}"/>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solidFill>
                  <a:schemeClr val="tx1"/>
                </a:solidFill>
                <a:latin typeface="+mn-lt"/>
              </a:endParaRPr>
            </a:p>
          </p:txBody>
        </p:sp>
        <p:sp>
          <p:nvSpPr>
            <p:cNvPr id="8" name="Freeform 6">
              <a:extLst>
                <a:ext uri="{FF2B5EF4-FFF2-40B4-BE49-F238E27FC236}">
                  <a16:creationId xmlns:a16="http://schemas.microsoft.com/office/drawing/2014/main" id="{9F5D8B0B-D61C-3D77-A3C6-C71B65E66459}"/>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solidFill>
                  <a:schemeClr val="tx1"/>
                </a:solidFill>
                <a:latin typeface="+mn-lt"/>
              </a:endParaRPr>
            </a:p>
          </p:txBody>
        </p:sp>
        <p:sp>
          <p:nvSpPr>
            <p:cNvPr id="13" name="Freeform 7">
              <a:extLst>
                <a:ext uri="{FF2B5EF4-FFF2-40B4-BE49-F238E27FC236}">
                  <a16:creationId xmlns:a16="http://schemas.microsoft.com/office/drawing/2014/main" id="{66939EE2-541D-2E43-8858-BD44D3A0144C}"/>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solidFill>
                  <a:schemeClr val="tx1"/>
                </a:solidFill>
                <a:latin typeface="+mn-lt"/>
              </a:endParaRPr>
            </a:p>
          </p:txBody>
        </p:sp>
      </p:grpSp>
      <p:sp>
        <p:nvSpPr>
          <p:cNvPr id="5" name="Flowchart: Manual Input 4">
            <a:extLst>
              <a:ext uri="{FF2B5EF4-FFF2-40B4-BE49-F238E27FC236}">
                <a16:creationId xmlns:a16="http://schemas.microsoft.com/office/drawing/2014/main" id="{402CB463-A7D5-AD9B-605E-FFBEB1AF5595}"/>
              </a:ext>
            </a:extLst>
          </p:cNvPr>
          <p:cNvSpPr/>
          <p:nvPr userDrawn="1"/>
        </p:nvSpPr>
        <p:spPr>
          <a:xfrm rot="10800000">
            <a:off x="479176" y="0"/>
            <a:ext cx="187464" cy="890933"/>
          </a:xfrm>
          <a:prstGeom prst="flowChartManualInput">
            <a:avLst/>
          </a:prstGeom>
          <a:solidFill>
            <a:srgbClr val="2D7BB9"/>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7944" tIns="107944" rIns="107944" bIns="107944"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grpSp>
        <p:nvGrpSpPr>
          <p:cNvPr id="29" name="Group 28">
            <a:extLst>
              <a:ext uri="{FF2B5EF4-FFF2-40B4-BE49-F238E27FC236}">
                <a16:creationId xmlns:a16="http://schemas.microsoft.com/office/drawing/2014/main" id="{214C8141-DCBE-A644-9C01-1E1BDD1FAAC5}"/>
              </a:ext>
            </a:extLst>
          </p:cNvPr>
          <p:cNvGrpSpPr/>
          <p:nvPr userDrawn="1"/>
        </p:nvGrpSpPr>
        <p:grpSpPr>
          <a:xfrm>
            <a:off x="0" y="-319314"/>
            <a:ext cx="857126" cy="177800"/>
            <a:chOff x="63500" y="46567"/>
            <a:chExt cx="857572" cy="177800"/>
          </a:xfrm>
        </p:grpSpPr>
        <p:sp>
          <p:nvSpPr>
            <p:cNvPr id="23" name="Rectangle 22">
              <a:extLst>
                <a:ext uri="{FF2B5EF4-FFF2-40B4-BE49-F238E27FC236}">
                  <a16:creationId xmlns:a16="http://schemas.microsoft.com/office/drawing/2014/main" id="{13BC1ECE-D0F9-D9D8-B425-30EE291BFCB5}"/>
                </a:ext>
              </a:extLst>
            </p:cNvPr>
            <p:cNvSpPr/>
            <p:nvPr/>
          </p:nvSpPr>
          <p:spPr>
            <a:xfrm>
              <a:off x="63500" y="46567"/>
              <a:ext cx="177800" cy="177800"/>
            </a:xfrm>
            <a:prstGeom prst="rect">
              <a:avLst/>
            </a:prstGeom>
            <a:solidFill>
              <a:srgbClr val="70C6F6"/>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sp>
          <p:nvSpPr>
            <p:cNvPr id="24" name="Rectangle 23">
              <a:extLst>
                <a:ext uri="{FF2B5EF4-FFF2-40B4-BE49-F238E27FC236}">
                  <a16:creationId xmlns:a16="http://schemas.microsoft.com/office/drawing/2014/main" id="{1815D5A9-D0BF-11CB-24CF-86DE8CB62E4B}"/>
                </a:ext>
              </a:extLst>
            </p:cNvPr>
            <p:cNvSpPr/>
            <p:nvPr/>
          </p:nvSpPr>
          <p:spPr>
            <a:xfrm>
              <a:off x="277108" y="46567"/>
              <a:ext cx="177800" cy="177800"/>
            </a:xfrm>
            <a:prstGeom prst="rect">
              <a:avLst/>
            </a:prstGeom>
            <a:solidFill>
              <a:srgbClr val="A4A4A4"/>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sp>
          <p:nvSpPr>
            <p:cNvPr id="25" name="Rectangle 24">
              <a:extLst>
                <a:ext uri="{FF2B5EF4-FFF2-40B4-BE49-F238E27FC236}">
                  <a16:creationId xmlns:a16="http://schemas.microsoft.com/office/drawing/2014/main" id="{79865790-ED88-5677-5561-15C4382692AA}"/>
                </a:ext>
              </a:extLst>
            </p:cNvPr>
            <p:cNvSpPr/>
            <p:nvPr/>
          </p:nvSpPr>
          <p:spPr>
            <a:xfrm>
              <a:off x="510190" y="46567"/>
              <a:ext cx="177800" cy="177800"/>
            </a:xfrm>
            <a:prstGeom prst="rect">
              <a:avLst/>
            </a:prstGeom>
            <a:solidFill>
              <a:srgbClr val="2D7BB9"/>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sp>
          <p:nvSpPr>
            <p:cNvPr id="28" name="Rectangle 27">
              <a:extLst>
                <a:ext uri="{FF2B5EF4-FFF2-40B4-BE49-F238E27FC236}">
                  <a16:creationId xmlns:a16="http://schemas.microsoft.com/office/drawing/2014/main" id="{1F2FB72C-562D-EAD4-6966-8D2751DE4365}"/>
                </a:ext>
              </a:extLst>
            </p:cNvPr>
            <p:cNvSpPr/>
            <p:nvPr/>
          </p:nvSpPr>
          <p:spPr>
            <a:xfrm>
              <a:off x="743272" y="46567"/>
              <a:ext cx="177800" cy="177800"/>
            </a:xfrm>
            <a:prstGeom prst="rect">
              <a:avLst/>
            </a:prstGeom>
            <a:solidFill>
              <a:srgbClr val="3A3C41"/>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grpSp>
      <p:sp>
        <p:nvSpPr>
          <p:cNvPr id="9" name="TextBox 8">
            <a:extLst>
              <a:ext uri="{FF2B5EF4-FFF2-40B4-BE49-F238E27FC236}">
                <a16:creationId xmlns:a16="http://schemas.microsoft.com/office/drawing/2014/main" id="{D49886FA-3CF9-81EA-3B32-59F671CAF01C}"/>
              </a:ext>
            </a:extLst>
          </p:cNvPr>
          <p:cNvSpPr txBox="1"/>
          <p:nvPr userDrawn="1"/>
        </p:nvSpPr>
        <p:spPr>
          <a:xfrm flipH="1">
            <a:off x="10782560" y="6569061"/>
            <a:ext cx="402144" cy="141577"/>
          </a:xfrm>
          <a:prstGeom prst="rect">
            <a:avLst/>
          </a:prstGeom>
          <a:noFill/>
        </p:spPr>
        <p:txBody>
          <a:bodyPr wrap="none" lIns="0" tIns="36557" rIns="0" bIns="0" rtlCol="0">
            <a:spAutoFit/>
          </a:bodyPr>
          <a:lstStyle/>
          <a:p>
            <a:pPr marL="0" indent="0" algn="r">
              <a:lnSpc>
                <a:spcPct val="85000"/>
              </a:lnSpc>
              <a:spcAft>
                <a:spcPts val="600"/>
              </a:spcAft>
              <a:buClr>
                <a:schemeClr val="accent2"/>
              </a:buClr>
              <a:buSzPct val="70000"/>
              <a:buFont typeface="Arial" pitchFamily="34" charset="0"/>
              <a:buNone/>
            </a:pPr>
            <a:r>
              <a:rPr lang="en-IN" sz="800" b="1">
                <a:solidFill>
                  <a:schemeClr val="bg1"/>
                </a:solidFill>
              </a:rPr>
              <a:t>Page </a:t>
            </a:r>
            <a:fld id="{1657A19E-924F-40AF-AB05-022E8F444213}" type="slidenum">
              <a:rPr lang="en-IN" sz="800" b="1" smtClean="0">
                <a:solidFill>
                  <a:schemeClr val="bg1"/>
                </a:solidFill>
              </a:rPr>
              <a:pPr marL="0" indent="0" algn="r">
                <a:lnSpc>
                  <a:spcPct val="85000"/>
                </a:lnSpc>
                <a:spcAft>
                  <a:spcPts val="600"/>
                </a:spcAft>
                <a:buClr>
                  <a:schemeClr val="accent2"/>
                </a:buClr>
                <a:buSzPct val="70000"/>
                <a:buFont typeface="Arial" pitchFamily="34" charset="0"/>
                <a:buNone/>
              </a:pPr>
              <a:t>‹#›</a:t>
            </a:fld>
            <a:endParaRPr lang="en-IN" sz="800" b="1">
              <a:solidFill>
                <a:schemeClr val="bg1"/>
              </a:solidFill>
            </a:endParaRPr>
          </a:p>
        </p:txBody>
      </p:sp>
      <p:sp>
        <p:nvSpPr>
          <p:cNvPr id="10" name="TextBox 9">
            <a:extLst>
              <a:ext uri="{FF2B5EF4-FFF2-40B4-BE49-F238E27FC236}">
                <a16:creationId xmlns:a16="http://schemas.microsoft.com/office/drawing/2014/main" id="{471CE5EA-75A2-5CAF-BCD1-DF359DC41676}"/>
              </a:ext>
            </a:extLst>
          </p:cNvPr>
          <p:cNvSpPr txBox="1"/>
          <p:nvPr userDrawn="1"/>
        </p:nvSpPr>
        <p:spPr>
          <a:xfrm rot="5400000" flipH="1">
            <a:off x="11009870" y="3358250"/>
            <a:ext cx="1862689" cy="141503"/>
          </a:xfrm>
          <a:prstGeom prst="rect">
            <a:avLst/>
          </a:prstGeom>
          <a:noFill/>
        </p:spPr>
        <p:txBody>
          <a:bodyPr wrap="none" lIns="0" tIns="36557" rIns="0" bIns="0" rtlCol="0">
            <a:spAutoFit/>
          </a:bodyPr>
          <a:lstStyle/>
          <a:p>
            <a:pPr marL="0" indent="0" algn="r">
              <a:lnSpc>
                <a:spcPct val="85000"/>
              </a:lnSpc>
              <a:spcAft>
                <a:spcPts val="600"/>
              </a:spcAft>
              <a:buClr>
                <a:schemeClr val="accent2"/>
              </a:buClr>
              <a:buSzPct val="70000"/>
              <a:buFont typeface="Arial" pitchFamily="34" charset="0"/>
              <a:buNone/>
            </a:pPr>
            <a:r>
              <a:rPr lang="en-IN" sz="800" b="0">
                <a:solidFill>
                  <a:schemeClr val="bg2"/>
                </a:solidFill>
              </a:rPr>
              <a:t>Confidential – All Rights Reserved — EY </a:t>
            </a:r>
            <a:endParaRPr lang="en-IN" sz="800" b="1">
              <a:solidFill>
                <a:srgbClr val="2D7BB9"/>
              </a:solidFill>
            </a:endParaRPr>
          </a:p>
        </p:txBody>
      </p:sp>
    </p:spTree>
    <p:extLst>
      <p:ext uri="{BB962C8B-B14F-4D97-AF65-F5344CB8AC3E}">
        <p14:creationId xmlns:p14="http://schemas.microsoft.com/office/powerpoint/2010/main" val="24535880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7" r:id="rId5"/>
    <p:sldLayoutId id="2147483689" r:id="rId6"/>
  </p:sldLayoutIdLst>
  <p:hf hdr="0"/>
  <p:txStyles>
    <p:titleStyle>
      <a:lvl1pPr marL="0" indent="0" algn="l" defTabSz="913943" rtl="0" eaLnBrk="1" latinLnBrk="0" hangingPunct="1">
        <a:lnSpc>
          <a:spcPct val="85000"/>
        </a:lnSpc>
        <a:spcBef>
          <a:spcPts val="400"/>
        </a:spcBef>
        <a:spcAft>
          <a:spcPts val="400"/>
        </a:spcAft>
        <a:buClr>
          <a:schemeClr val="tx2"/>
        </a:buClr>
        <a:buSzPct val="100000"/>
        <a:buFont typeface="Wingdings" pitchFamily="2" charset="2"/>
        <a:buNone/>
        <a:defRPr lang="en-GB" sz="2399" b="0" i="0" kern="1200" dirty="0">
          <a:solidFill>
            <a:schemeClr val="bg1"/>
          </a:solidFill>
          <a:latin typeface="+mj-lt"/>
          <a:ea typeface="+mj-ea"/>
          <a:cs typeface="Arial" pitchFamily="34" charset="0"/>
        </a:defRPr>
      </a:lvl1pPr>
    </p:titleStyle>
    <p:bodyStyle>
      <a:lvl1pPr marL="251874" indent="-251874" algn="l" defTabSz="913943" rtl="0" eaLnBrk="1" latinLnBrk="0" hangingPunct="1">
        <a:spcBef>
          <a:spcPts val="400"/>
        </a:spcBef>
        <a:spcAft>
          <a:spcPts val="400"/>
        </a:spcAft>
        <a:buClr>
          <a:schemeClr val="tx2"/>
        </a:buClr>
        <a:buSzPct val="100000"/>
        <a:buFont typeface="Wingdings" pitchFamily="2" charset="2"/>
        <a:buChar char="§"/>
        <a:defRPr sz="1999" kern="1200">
          <a:solidFill>
            <a:schemeClr val="bg1"/>
          </a:solidFill>
          <a:latin typeface="+mn-lt"/>
          <a:ea typeface="+mn-ea"/>
          <a:cs typeface="+mn-cs"/>
        </a:defRPr>
      </a:lvl1pPr>
      <a:lvl2pPr marL="503748" indent="-251874" algn="l" defTabSz="913943" rtl="0" eaLnBrk="1" latinLnBrk="0" hangingPunct="1">
        <a:spcBef>
          <a:spcPts val="400"/>
        </a:spcBef>
        <a:spcAft>
          <a:spcPts val="400"/>
        </a:spcAft>
        <a:buClr>
          <a:schemeClr val="tx2"/>
        </a:buClr>
        <a:buSzPct val="100000"/>
        <a:buFont typeface="Wingdings" pitchFamily="2" charset="2"/>
        <a:buChar char="§"/>
        <a:defRPr sz="1999" kern="1200">
          <a:solidFill>
            <a:schemeClr val="bg1"/>
          </a:solidFill>
          <a:latin typeface="+mn-lt"/>
          <a:ea typeface="+mn-ea"/>
          <a:cs typeface="+mn-cs"/>
        </a:defRPr>
      </a:lvl2pPr>
      <a:lvl3pPr marL="755622" indent="-251874" algn="l" defTabSz="913943" rtl="0" eaLnBrk="1" latinLnBrk="0" hangingPunct="1">
        <a:spcBef>
          <a:spcPts val="0"/>
        </a:spcBef>
        <a:spcAft>
          <a:spcPts val="600"/>
        </a:spcAft>
        <a:buClr>
          <a:schemeClr val="tx2"/>
        </a:buClr>
        <a:buSzPct val="100000"/>
        <a:buFont typeface="Wingdings" pitchFamily="2" charset="2"/>
        <a:buChar char="§"/>
        <a:defRPr sz="1799" kern="1200">
          <a:solidFill>
            <a:schemeClr val="bg1"/>
          </a:solidFill>
          <a:latin typeface="+mn-lt"/>
          <a:ea typeface="+mn-ea"/>
          <a:cs typeface="+mn-cs"/>
        </a:defRPr>
      </a:lvl3pPr>
      <a:lvl4pPr marL="1007496" indent="-251874" algn="l" defTabSz="913943" rtl="0" eaLnBrk="1" latinLnBrk="0" hangingPunct="1">
        <a:spcBef>
          <a:spcPts val="0"/>
        </a:spcBef>
        <a:spcAft>
          <a:spcPts val="400"/>
        </a:spcAft>
        <a:buClr>
          <a:schemeClr val="tx2"/>
        </a:buClr>
        <a:buSzPct val="100000"/>
        <a:buFont typeface="Wingdings" pitchFamily="2" charset="2"/>
        <a:buChar char="§"/>
        <a:defRPr sz="1599" kern="1200">
          <a:solidFill>
            <a:schemeClr val="bg1"/>
          </a:solidFill>
          <a:latin typeface="+mn-lt"/>
          <a:ea typeface="+mn-ea"/>
          <a:cs typeface="+mn-cs"/>
        </a:defRPr>
      </a:lvl4pPr>
      <a:lvl5pPr marL="1259370" indent="-251874" algn="l" defTabSz="913943" rtl="0" eaLnBrk="1" latinLnBrk="0" hangingPunct="1">
        <a:spcBef>
          <a:spcPts val="0"/>
        </a:spcBef>
        <a:spcAft>
          <a:spcPts val="400"/>
        </a:spcAft>
        <a:buClr>
          <a:schemeClr val="tx2"/>
        </a:buClr>
        <a:buSzPct val="100000"/>
        <a:buFont typeface="Wingdings" pitchFamily="2" charset="2"/>
        <a:buChar char="§"/>
        <a:defRPr sz="1599" kern="1200">
          <a:solidFill>
            <a:schemeClr val="bg1"/>
          </a:solidFill>
          <a:latin typeface="+mn-lt"/>
          <a:ea typeface="+mn-ea"/>
          <a:cs typeface="+mn-cs"/>
        </a:defRPr>
      </a:lvl5pPr>
      <a:lvl6pPr marL="1511244" indent="-251874" algn="l" defTabSz="913943" rtl="0" eaLnBrk="1" latinLnBrk="0" hangingPunct="1">
        <a:spcBef>
          <a:spcPts val="0"/>
        </a:spcBef>
        <a:spcAft>
          <a:spcPts val="400"/>
        </a:spcAft>
        <a:buClr>
          <a:schemeClr val="tx2"/>
        </a:buClr>
        <a:buFont typeface="Wingdings" pitchFamily="2" charset="2"/>
        <a:buChar char="§"/>
        <a:tabLst/>
        <a:defRPr sz="1399" kern="1200">
          <a:solidFill>
            <a:schemeClr val="bg1"/>
          </a:solidFill>
          <a:latin typeface="+mn-lt"/>
          <a:ea typeface="+mn-ea"/>
          <a:cs typeface="+mn-cs"/>
        </a:defRPr>
      </a:lvl6pPr>
      <a:lvl7pPr marL="1763118" indent="-251874" algn="l" defTabSz="913943" rtl="0" eaLnBrk="1" latinLnBrk="0" hangingPunct="1">
        <a:spcBef>
          <a:spcPts val="0"/>
        </a:spcBef>
        <a:spcAft>
          <a:spcPts val="400"/>
        </a:spcAft>
        <a:buClr>
          <a:schemeClr val="tx2"/>
        </a:buClr>
        <a:buFont typeface="Wingdings" pitchFamily="2" charset="2"/>
        <a:buChar char="§"/>
        <a:tabLst/>
        <a:defRPr sz="1399" kern="1200">
          <a:solidFill>
            <a:schemeClr val="bg1"/>
          </a:solidFill>
          <a:latin typeface="+mn-lt"/>
          <a:ea typeface="+mn-ea"/>
          <a:cs typeface="+mn-cs"/>
        </a:defRPr>
      </a:lvl7pPr>
      <a:lvl8pPr marL="2014992" indent="-251874" algn="l" defTabSz="913943" rtl="0" eaLnBrk="1" latinLnBrk="0" hangingPunct="1">
        <a:spcBef>
          <a:spcPts val="0"/>
        </a:spcBef>
        <a:spcAft>
          <a:spcPts val="400"/>
        </a:spcAft>
        <a:buClr>
          <a:schemeClr val="tx2"/>
        </a:buClr>
        <a:buFont typeface="Wingdings" pitchFamily="2" charset="2"/>
        <a:buChar char="§"/>
        <a:tabLst/>
        <a:defRPr sz="1199" kern="1200">
          <a:solidFill>
            <a:schemeClr val="bg1"/>
          </a:solidFill>
          <a:latin typeface="+mn-lt"/>
          <a:ea typeface="+mn-ea"/>
          <a:cs typeface="+mn-cs"/>
        </a:defRPr>
      </a:lvl8pPr>
      <a:lvl9pPr marL="0" indent="0" algn="l" defTabSz="913943" rtl="0" eaLnBrk="1" latinLnBrk="0" hangingPunct="1">
        <a:spcBef>
          <a:spcPts val="1199"/>
        </a:spcBef>
        <a:spcAft>
          <a:spcPts val="1199"/>
        </a:spcAft>
        <a:buClr>
          <a:schemeClr val="tx2"/>
        </a:buClr>
        <a:buFont typeface="Wingdings" pitchFamily="2" charset="2"/>
        <a:buNone/>
        <a:tabLst/>
        <a:defRPr sz="2399" kern="1200">
          <a:solidFill>
            <a:schemeClr val="bg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66" orient="horz" pos="550">
          <p15:clr>
            <a:srgbClr val="F26B43"/>
          </p15:clr>
        </p15:guide>
        <p15:guide id="67" orient="horz" pos="232">
          <p15:clr>
            <a:srgbClr val="F26B43"/>
          </p15:clr>
        </p15:guide>
        <p15:guide id="68" orient="horz" pos="3816">
          <p15:clr>
            <a:srgbClr val="F26B43"/>
          </p15:clr>
        </p15:guide>
        <p15:guide id="69" orient="horz" pos="799">
          <p15:clr>
            <a:srgbClr val="F26B43"/>
          </p15:clr>
        </p15:guide>
        <p15:guide id="70" orient="horz" pos="40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1" y="294200"/>
            <a:ext cx="10972800" cy="59088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11" name="Group 4">
            <a:extLst>
              <a:ext uri="{FF2B5EF4-FFF2-40B4-BE49-F238E27FC236}">
                <a16:creationId xmlns:a16="http://schemas.microsoft.com/office/drawing/2014/main" id="{3CDF1934-D2B2-4AA9-8EA1-1E5186579043}"/>
              </a:ext>
            </a:extLst>
          </p:cNvPr>
          <p:cNvGrpSpPr>
            <a:grpSpLocks noChangeAspect="1"/>
          </p:cNvGrpSpPr>
          <p:nvPr userDrawn="1"/>
        </p:nvGrpSpPr>
        <p:grpSpPr bwMode="auto">
          <a:xfrm>
            <a:off x="11281250" y="6356350"/>
            <a:ext cx="303055" cy="311150"/>
            <a:chOff x="7110" y="4004"/>
            <a:chExt cx="191" cy="196"/>
          </a:xfrm>
        </p:grpSpPr>
        <p:sp>
          <p:nvSpPr>
            <p:cNvPr id="12" name="Freeform 5">
              <a:extLst>
                <a:ext uri="{FF2B5EF4-FFF2-40B4-BE49-F238E27FC236}">
                  <a16:creationId xmlns:a16="http://schemas.microsoft.com/office/drawing/2014/main" id="{CD35872E-4184-4A23-95E6-82765736F9D7}"/>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 name="Freeform 6">
              <a:extLst>
                <a:ext uri="{FF2B5EF4-FFF2-40B4-BE49-F238E27FC236}">
                  <a16:creationId xmlns:a16="http://schemas.microsoft.com/office/drawing/2014/main" id="{9F1107F2-2963-451C-9226-045532588C4E}"/>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 name="Freeform 7">
              <a:extLst>
                <a:ext uri="{FF2B5EF4-FFF2-40B4-BE49-F238E27FC236}">
                  <a16:creationId xmlns:a16="http://schemas.microsoft.com/office/drawing/2014/main" id="{0DA7FBA8-90E2-4391-A0BA-B3AB3437530F}"/>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
        <p:nvSpPr>
          <p:cNvPr id="21" name="Date Placeholder 1">
            <a:extLst>
              <a:ext uri="{FF2B5EF4-FFF2-40B4-BE49-F238E27FC236}">
                <a16:creationId xmlns:a16="http://schemas.microsoft.com/office/drawing/2014/main" id="{A9B702AF-19B6-4F5E-8D83-4C8DC525EA2D}"/>
              </a:ext>
            </a:extLst>
          </p:cNvPr>
          <p:cNvSpPr txBox="1">
            <a:spLocks/>
          </p:cNvSpPr>
          <p:nvPr userDrawn="1"/>
        </p:nvSpPr>
        <p:spPr>
          <a:xfrm>
            <a:off x="1352024" y="6471244"/>
            <a:ext cx="1190638" cy="180000"/>
          </a:xfrm>
          <a:prstGeom prst="rect">
            <a:avLst/>
          </a:prstGeom>
        </p:spPr>
        <p:txBody>
          <a:bodyP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7DBDBB20-DA7B-4EA8-9594-84A1D3A4EA29}" type="datetime3">
              <a:rPr lang="en-US" sz="800" smtClean="0"/>
              <a:t>7 August 2026</a:t>
            </a:fld>
            <a:endParaRPr lang="en-IN" sz="800"/>
          </a:p>
        </p:txBody>
      </p:sp>
      <p:sp>
        <p:nvSpPr>
          <p:cNvPr id="22" name="Footer Placeholder 2">
            <a:extLst>
              <a:ext uri="{FF2B5EF4-FFF2-40B4-BE49-F238E27FC236}">
                <a16:creationId xmlns:a16="http://schemas.microsoft.com/office/drawing/2014/main" id="{F5D667A6-D967-4BCE-95CA-C796E5DCAADD}"/>
              </a:ext>
            </a:extLst>
          </p:cNvPr>
          <p:cNvSpPr txBox="1">
            <a:spLocks/>
          </p:cNvSpPr>
          <p:nvPr userDrawn="1"/>
        </p:nvSpPr>
        <p:spPr>
          <a:xfrm>
            <a:off x="3161342" y="6471244"/>
            <a:ext cx="3084493" cy="180000"/>
          </a:xfrm>
          <a:prstGeom prst="rect">
            <a:avLst/>
          </a:prstGeom>
        </p:spPr>
        <p:txBody>
          <a:bodyP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800"/>
              <a:t>Presentation title</a:t>
            </a:r>
          </a:p>
        </p:txBody>
      </p:sp>
      <p:sp>
        <p:nvSpPr>
          <p:cNvPr id="24" name="Slide Number Placeholder 4">
            <a:extLst>
              <a:ext uri="{FF2B5EF4-FFF2-40B4-BE49-F238E27FC236}">
                <a16:creationId xmlns:a16="http://schemas.microsoft.com/office/drawing/2014/main" id="{E59D4E9C-D280-4A0D-B23D-22954AB0CEC9}"/>
              </a:ext>
            </a:extLst>
          </p:cNvPr>
          <p:cNvSpPr txBox="1">
            <a:spLocks/>
          </p:cNvSpPr>
          <p:nvPr userDrawn="1"/>
        </p:nvSpPr>
        <p:spPr>
          <a:xfrm>
            <a:off x="609283" y="6471244"/>
            <a:ext cx="662721" cy="180000"/>
          </a:xfrm>
          <a:prstGeom prst="rect">
            <a:avLst/>
          </a:prstGeom>
        </p:spPr>
        <p:txBody>
          <a:bodyPr lIns="0"/>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GB" sz="800"/>
              <a:t>Page </a:t>
            </a:r>
            <a:fld id="{D5B76411-544C-4F9A-8EDE-9EEB2BD21F95}" type="slidenum">
              <a:rPr lang="en-IN" sz="800" smtClean="0"/>
              <a:t>‹#›</a:t>
            </a:fld>
            <a:endParaRPr sz="800"/>
          </a:p>
        </p:txBody>
      </p:sp>
    </p:spTree>
    <p:extLst>
      <p:ext uri="{BB962C8B-B14F-4D97-AF65-F5344CB8AC3E}">
        <p14:creationId xmlns:p14="http://schemas.microsoft.com/office/powerpoint/2010/main" val="374449789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hf hdr="0"/>
  <p:txStyles>
    <p:titleStyle>
      <a:lvl1pPr algn="l" defTabSz="913943" rtl="0" eaLnBrk="1" latinLnBrk="0" hangingPunct="1">
        <a:lnSpc>
          <a:spcPct val="85000"/>
        </a:lnSpc>
        <a:spcBef>
          <a:spcPct val="0"/>
        </a:spcBef>
        <a:buNone/>
        <a:defRPr sz="2399" b="0" kern="1200">
          <a:solidFill>
            <a:schemeClr val="bg1"/>
          </a:solidFill>
          <a:latin typeface="EYInterstate Light" panose="02000506000000020004" pitchFamily="2" charset="0"/>
          <a:ea typeface="+mj-ea"/>
          <a:cs typeface="Arial" pitchFamily="34" charset="0"/>
        </a:defRPr>
      </a:lvl1pPr>
    </p:titleStyle>
    <p:bodyStyle>
      <a:lvl1pPr marL="356438" indent="-356438" algn="l" defTabSz="913943" rtl="0" eaLnBrk="1" latinLnBrk="0" hangingPunct="1">
        <a:spcBef>
          <a:spcPct val="20000"/>
        </a:spcBef>
        <a:buClr>
          <a:schemeClr val="tx2"/>
        </a:buClr>
        <a:buSzPct val="70000"/>
        <a:buFont typeface="Arial" pitchFamily="34" charset="0"/>
        <a:buChar char="►"/>
        <a:defRPr sz="1999" kern="1200">
          <a:solidFill>
            <a:schemeClr val="bg1"/>
          </a:solidFill>
          <a:latin typeface="EYInterstate Light" panose="02000506000000020004" pitchFamily="2" charset="0"/>
          <a:ea typeface="+mn-ea"/>
          <a:cs typeface="+mn-cs"/>
        </a:defRPr>
      </a:lvl1pPr>
      <a:lvl2pPr marL="712875" indent="-356438" algn="l" defTabSz="913943" rtl="0" eaLnBrk="1" latinLnBrk="0" hangingPunct="1">
        <a:spcBef>
          <a:spcPct val="20000"/>
        </a:spcBef>
        <a:buClr>
          <a:schemeClr val="tx2"/>
        </a:buClr>
        <a:buSzPct val="70000"/>
        <a:buFont typeface="Arial" pitchFamily="34" charset="0"/>
        <a:buChar char="►"/>
        <a:defRPr sz="1799" kern="1200">
          <a:solidFill>
            <a:schemeClr val="bg1"/>
          </a:solidFill>
          <a:latin typeface="EYInterstate Light" panose="02000506000000020004" pitchFamily="2" charset="0"/>
          <a:ea typeface="+mn-ea"/>
          <a:cs typeface="+mn-cs"/>
        </a:defRPr>
      </a:lvl2pPr>
      <a:lvl3pPr marL="1069313" indent="-356438" algn="l" defTabSz="913943" rtl="0" eaLnBrk="1" latinLnBrk="0" hangingPunct="1">
        <a:spcBef>
          <a:spcPct val="20000"/>
        </a:spcBef>
        <a:buClr>
          <a:schemeClr val="tx2"/>
        </a:buClr>
        <a:buSzPct val="70000"/>
        <a:buFont typeface="Arial" pitchFamily="34" charset="0"/>
        <a:buChar char="►"/>
        <a:defRPr sz="1599" kern="1200">
          <a:solidFill>
            <a:schemeClr val="bg1"/>
          </a:solidFill>
          <a:latin typeface="EYInterstate Light" panose="02000506000000020004" pitchFamily="2" charset="0"/>
          <a:ea typeface="+mn-ea"/>
          <a:cs typeface="+mn-cs"/>
        </a:defRPr>
      </a:lvl3pPr>
      <a:lvl4pPr marL="1425751" indent="-356438" algn="l" defTabSz="913943" rtl="0" eaLnBrk="1" latinLnBrk="0" hangingPunct="1">
        <a:spcBef>
          <a:spcPct val="20000"/>
        </a:spcBef>
        <a:buClr>
          <a:schemeClr val="tx2"/>
        </a:buClr>
        <a:buSzPct val="70000"/>
        <a:buFont typeface="Arial" pitchFamily="34" charset="0"/>
        <a:buChar char="►"/>
        <a:defRPr sz="1399" kern="1200">
          <a:solidFill>
            <a:schemeClr val="bg1"/>
          </a:solidFill>
          <a:latin typeface="EYInterstate Light" panose="02000506000000020004" pitchFamily="2" charset="0"/>
          <a:ea typeface="+mn-ea"/>
          <a:cs typeface="+mn-cs"/>
        </a:defRPr>
      </a:lvl4pPr>
      <a:lvl5pPr marL="1782188" indent="-356438" algn="l" defTabSz="913943" rtl="0" eaLnBrk="1" latinLnBrk="0" hangingPunct="1">
        <a:spcBef>
          <a:spcPct val="20000"/>
        </a:spcBef>
        <a:buClr>
          <a:schemeClr val="tx2"/>
        </a:buClr>
        <a:buSzPct val="70000"/>
        <a:buFont typeface="Arial" pitchFamily="34" charset="0"/>
        <a:buChar char="►"/>
        <a:defRPr sz="1199" kern="1200">
          <a:solidFill>
            <a:schemeClr val="bg1"/>
          </a:solidFill>
          <a:latin typeface="EYInterstate Light" panose="02000506000000020004" pitchFamily="2"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2">
          <p15:clr>
            <a:srgbClr val="F26B43"/>
          </p15:clr>
        </p15:guide>
        <p15:guide id="3" pos="384">
          <p15:clr>
            <a:srgbClr val="F26B43"/>
          </p15:clr>
        </p15:guide>
        <p15:guide id="4" pos="7302">
          <p15:clr>
            <a:srgbClr val="F26B43"/>
          </p15:clr>
        </p15:guide>
        <p15:guide id="5" orient="horz" pos="712">
          <p15:clr>
            <a:srgbClr val="F26B43"/>
          </p15:clr>
        </p15:guide>
        <p15:guide id="6" orient="horz" pos="3840">
          <p15:clr>
            <a:srgbClr val="F26B43"/>
          </p15:clr>
        </p15:guide>
        <p15:guide id="7" orient="horz" pos="4199">
          <p15:clr>
            <a:srgbClr val="F26B43"/>
          </p15:clr>
        </p15:guide>
        <p15:guide id="8" orient="horz" pos="173">
          <p15:clr>
            <a:srgbClr val="F26B43"/>
          </p15:clr>
        </p15:guide>
        <p15:guide id="9" orient="horz" pos="399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gray">
          <a:xfrm>
            <a:off x="4369283" y="338365"/>
            <a:ext cx="7118637" cy="807755"/>
          </a:xfrm>
          <a:prstGeom prst="rect">
            <a:avLst/>
          </a:prstGeom>
          <a:noFill/>
          <a:ln w="9525">
            <a:noFill/>
            <a:miter lim="800000"/>
            <a:headEnd/>
            <a:tailEnd/>
          </a:ln>
          <a:effectLst/>
        </p:spPr>
        <p:txBody>
          <a:bodyPr vert="horz" wrap="square" lIns="0" tIns="0" rIns="0" bIns="0" numCol="1" anchor="ctr" anchorCtr="0" compatLnSpc="1">
            <a:prstTxWarp prst="textNoShape">
              <a:avLst/>
            </a:prstTxWarp>
          </a:bodyPr>
          <a:lstStyle/>
          <a:p>
            <a:pPr lvl="0"/>
            <a:r>
              <a:rPr lang="en-US"/>
              <a:t>Headline 1 (Interstate 24pt)</a:t>
            </a:r>
          </a:p>
        </p:txBody>
      </p:sp>
      <p:sp>
        <p:nvSpPr>
          <p:cNvPr id="20483" name="Rectangle 3"/>
          <p:cNvSpPr>
            <a:spLocks noGrp="1" noChangeArrowheads="1"/>
          </p:cNvSpPr>
          <p:nvPr>
            <p:ph type="body" idx="1"/>
          </p:nvPr>
        </p:nvSpPr>
        <p:spPr bwMode="gray">
          <a:xfrm>
            <a:off x="696842" y="1274267"/>
            <a:ext cx="10791078" cy="4896925"/>
          </a:xfrm>
          <a:prstGeom prst="rect">
            <a:avLst/>
          </a:prstGeom>
          <a:noFill/>
          <a:ln w="9525">
            <a:noFill/>
            <a:miter lim="800000"/>
            <a:headEnd/>
            <a:tailEnd/>
          </a:ln>
          <a:effectLst/>
        </p:spPr>
        <p:txBody>
          <a:bodyPr vert="horz" wrap="square" lIns="0" tIns="0" rIns="72000" bIns="0" numCol="1" anchor="t" anchorCtr="0" compatLnSpc="1">
            <a:prstTxWarp prst="textNoShape">
              <a:avLst/>
            </a:prstTxWarp>
          </a:bodyPr>
          <a:lstStyle/>
          <a:p>
            <a:pPr lvl="0"/>
            <a:r>
              <a:rPr lang="en-US"/>
              <a:t>Body text (Interstate 10pt)</a:t>
            </a:r>
          </a:p>
          <a:p>
            <a:pPr lvl="1"/>
            <a:r>
              <a:rPr lang="en-US"/>
              <a:t>Headline 2 (Interstate bold 14pt)</a:t>
            </a:r>
          </a:p>
          <a:p>
            <a:pPr lvl="3"/>
            <a:r>
              <a:rPr lang="en-US"/>
              <a:t>Bullet 1 (Interstate 10pt)</a:t>
            </a:r>
          </a:p>
          <a:p>
            <a:pPr lvl="4"/>
            <a:r>
              <a:rPr lang="en-US"/>
              <a:t>Bullet 2 (Interstate 10pt)</a:t>
            </a:r>
          </a:p>
          <a:p>
            <a:pPr lvl="2"/>
            <a:r>
              <a:rPr lang="en-US"/>
              <a:t>Headline 3 (Interstate bold 12pt)</a:t>
            </a:r>
          </a:p>
        </p:txBody>
      </p:sp>
      <p:sp>
        <p:nvSpPr>
          <p:cNvPr id="20502" name="Rectangle 22"/>
          <p:cNvSpPr>
            <a:spLocks noGrp="1" noChangeArrowheads="1"/>
          </p:cNvSpPr>
          <p:nvPr>
            <p:ph type="ftr" sz="quarter" idx="3"/>
          </p:nvPr>
        </p:nvSpPr>
        <p:spPr bwMode="gray">
          <a:xfrm>
            <a:off x="4371094" y="6408142"/>
            <a:ext cx="6199168" cy="97719"/>
          </a:xfrm>
          <a:prstGeom prst="rect">
            <a:avLst/>
          </a:prstGeom>
          <a:noFill/>
          <a:ln w="9525" algn="ctr">
            <a:noFill/>
            <a:miter lim="800000"/>
            <a:headEnd/>
            <a:tailEnd/>
          </a:ln>
          <a:effectLst/>
        </p:spPr>
        <p:txBody>
          <a:bodyPr vert="horz" wrap="square" lIns="0" tIns="0" rIns="0" bIns="0" numCol="1" anchor="ctr" anchorCtr="0" compatLnSpc="1">
            <a:prstTxWarp prst="textNoShape">
              <a:avLst/>
            </a:prstTxWarp>
            <a:spAutoFit/>
          </a:bodyPr>
          <a:lstStyle>
            <a:lvl1pPr defTabSz="902794">
              <a:buClr>
                <a:srgbClr val="7F7E82"/>
              </a:buClr>
              <a:buFont typeface="EYInterstate" pitchFamily="2" charset="0"/>
              <a:buNone/>
              <a:defRPr sz="635" b="1">
                <a:solidFill>
                  <a:schemeClr val="accent1"/>
                </a:solidFill>
                <a:latin typeface="+mn-lt"/>
                <a:sym typeface="Arial Unicode MS" pitchFamily="34" charset="-128"/>
              </a:defRPr>
            </a:lvl1pPr>
          </a:lstStyle>
          <a:p>
            <a:endParaRPr lang="en-US"/>
          </a:p>
        </p:txBody>
      </p:sp>
      <p:sp>
        <p:nvSpPr>
          <p:cNvPr id="20503" name="Rectangle 23"/>
          <p:cNvSpPr>
            <a:spLocks noGrp="1" noChangeArrowheads="1"/>
          </p:cNvSpPr>
          <p:nvPr>
            <p:ph type="sldNum" sz="quarter" idx="4"/>
          </p:nvPr>
        </p:nvSpPr>
        <p:spPr bwMode="gray">
          <a:xfrm>
            <a:off x="10720490" y="6408142"/>
            <a:ext cx="767430" cy="97719"/>
          </a:xfrm>
          <a:prstGeom prst="rect">
            <a:avLst/>
          </a:prstGeom>
          <a:noFill/>
          <a:ln w="9525" algn="ctr">
            <a:noFill/>
            <a:miter lim="800000"/>
            <a:headEnd/>
            <a:tailEnd/>
          </a:ln>
          <a:effectLst/>
        </p:spPr>
        <p:txBody>
          <a:bodyPr vert="horz" wrap="square" lIns="0" tIns="0" rIns="0" bIns="0" numCol="1" anchor="ctr" anchorCtr="0" compatLnSpc="1">
            <a:prstTxWarp prst="textNoShape">
              <a:avLst/>
            </a:prstTxWarp>
            <a:spAutoFit/>
          </a:bodyPr>
          <a:lstStyle>
            <a:lvl1pPr algn="r" defTabSz="902794">
              <a:buClr>
                <a:srgbClr val="7F7E82"/>
              </a:buClr>
              <a:buFont typeface="EYInterstate" pitchFamily="2" charset="0"/>
              <a:buNone/>
              <a:defRPr sz="635">
                <a:solidFill>
                  <a:schemeClr val="accent1"/>
                </a:solidFill>
                <a:latin typeface="+mn-lt"/>
                <a:sym typeface="Arial Unicode MS" pitchFamily="34" charset="-128"/>
              </a:defRPr>
            </a:lvl1pPr>
          </a:lstStyle>
          <a:p>
            <a:fld id="{7A386724-B6DD-4885-AFC5-8F23297F527D}" type="slidenum">
              <a:rPr lang="en-US"/>
              <a:pPr/>
              <a:t>‹#›</a:t>
            </a:fld>
            <a:endParaRPr lang="en-US"/>
          </a:p>
        </p:txBody>
      </p:sp>
    </p:spTree>
    <p:extLst>
      <p:ext uri="{BB962C8B-B14F-4D97-AF65-F5344CB8AC3E}">
        <p14:creationId xmlns:p14="http://schemas.microsoft.com/office/powerpoint/2010/main" val="1579550245"/>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txStyles>
    <p:titleStyle>
      <a:lvl1pPr algn="l" defTabSz="902794" rtl="0" fontAlgn="base">
        <a:lnSpc>
          <a:spcPct val="85000"/>
        </a:lnSpc>
        <a:spcBef>
          <a:spcPct val="0"/>
        </a:spcBef>
        <a:spcAft>
          <a:spcPct val="0"/>
        </a:spcAft>
        <a:defRPr sz="2177">
          <a:solidFill>
            <a:schemeClr val="accent1"/>
          </a:solidFill>
          <a:latin typeface="+mj-lt"/>
          <a:ea typeface="+mj-ea"/>
          <a:cs typeface="+mj-cs"/>
        </a:defRPr>
      </a:lvl1pPr>
      <a:lvl2pPr algn="l" defTabSz="902794" rtl="0" fontAlgn="base">
        <a:lnSpc>
          <a:spcPct val="85000"/>
        </a:lnSpc>
        <a:spcBef>
          <a:spcPct val="0"/>
        </a:spcBef>
        <a:spcAft>
          <a:spcPct val="0"/>
        </a:spcAft>
        <a:defRPr sz="2177">
          <a:solidFill>
            <a:schemeClr val="accent1"/>
          </a:solidFill>
          <a:latin typeface="EYInterstate" pitchFamily="2" charset="0"/>
          <a:cs typeface="Arial" charset="0"/>
        </a:defRPr>
      </a:lvl2pPr>
      <a:lvl3pPr algn="l" defTabSz="902794" rtl="0" fontAlgn="base">
        <a:lnSpc>
          <a:spcPct val="85000"/>
        </a:lnSpc>
        <a:spcBef>
          <a:spcPct val="0"/>
        </a:spcBef>
        <a:spcAft>
          <a:spcPct val="0"/>
        </a:spcAft>
        <a:defRPr sz="2177">
          <a:solidFill>
            <a:schemeClr val="accent1"/>
          </a:solidFill>
          <a:latin typeface="EYInterstate" pitchFamily="2" charset="0"/>
          <a:cs typeface="Arial" charset="0"/>
        </a:defRPr>
      </a:lvl3pPr>
      <a:lvl4pPr algn="l" defTabSz="902794" rtl="0" fontAlgn="base">
        <a:lnSpc>
          <a:spcPct val="85000"/>
        </a:lnSpc>
        <a:spcBef>
          <a:spcPct val="0"/>
        </a:spcBef>
        <a:spcAft>
          <a:spcPct val="0"/>
        </a:spcAft>
        <a:defRPr sz="2177">
          <a:solidFill>
            <a:schemeClr val="accent1"/>
          </a:solidFill>
          <a:latin typeface="EYInterstate" pitchFamily="2" charset="0"/>
          <a:cs typeface="Arial" charset="0"/>
        </a:defRPr>
      </a:lvl4pPr>
      <a:lvl5pPr algn="l" defTabSz="902794" rtl="0" fontAlgn="base">
        <a:lnSpc>
          <a:spcPct val="85000"/>
        </a:lnSpc>
        <a:spcBef>
          <a:spcPct val="0"/>
        </a:spcBef>
        <a:spcAft>
          <a:spcPct val="0"/>
        </a:spcAft>
        <a:defRPr sz="2177">
          <a:solidFill>
            <a:schemeClr val="accent1"/>
          </a:solidFill>
          <a:latin typeface="EYInterstate" pitchFamily="2" charset="0"/>
          <a:cs typeface="Arial" charset="0"/>
        </a:defRPr>
      </a:lvl5pPr>
      <a:lvl6pPr marL="414680" algn="l" defTabSz="902794" rtl="0" fontAlgn="base">
        <a:lnSpc>
          <a:spcPct val="85000"/>
        </a:lnSpc>
        <a:spcBef>
          <a:spcPct val="0"/>
        </a:spcBef>
        <a:spcAft>
          <a:spcPct val="0"/>
        </a:spcAft>
        <a:defRPr sz="2177">
          <a:solidFill>
            <a:schemeClr val="accent1"/>
          </a:solidFill>
          <a:latin typeface="EYInterstate" pitchFamily="2" charset="0"/>
          <a:cs typeface="Arial" charset="0"/>
        </a:defRPr>
      </a:lvl6pPr>
      <a:lvl7pPr marL="829361" algn="l" defTabSz="902794" rtl="0" fontAlgn="base">
        <a:lnSpc>
          <a:spcPct val="85000"/>
        </a:lnSpc>
        <a:spcBef>
          <a:spcPct val="0"/>
        </a:spcBef>
        <a:spcAft>
          <a:spcPct val="0"/>
        </a:spcAft>
        <a:defRPr sz="2177">
          <a:solidFill>
            <a:schemeClr val="accent1"/>
          </a:solidFill>
          <a:latin typeface="EYInterstate" pitchFamily="2" charset="0"/>
          <a:cs typeface="Arial" charset="0"/>
        </a:defRPr>
      </a:lvl7pPr>
      <a:lvl8pPr marL="1244041" algn="l" defTabSz="902794" rtl="0" fontAlgn="base">
        <a:lnSpc>
          <a:spcPct val="85000"/>
        </a:lnSpc>
        <a:spcBef>
          <a:spcPct val="0"/>
        </a:spcBef>
        <a:spcAft>
          <a:spcPct val="0"/>
        </a:spcAft>
        <a:defRPr sz="2177">
          <a:solidFill>
            <a:schemeClr val="accent1"/>
          </a:solidFill>
          <a:latin typeface="EYInterstate" pitchFamily="2" charset="0"/>
          <a:cs typeface="Arial" charset="0"/>
        </a:defRPr>
      </a:lvl8pPr>
      <a:lvl9pPr marL="1658722" algn="l" defTabSz="902794" rtl="0" fontAlgn="base">
        <a:lnSpc>
          <a:spcPct val="85000"/>
        </a:lnSpc>
        <a:spcBef>
          <a:spcPct val="0"/>
        </a:spcBef>
        <a:spcAft>
          <a:spcPct val="0"/>
        </a:spcAft>
        <a:defRPr sz="2177">
          <a:solidFill>
            <a:schemeClr val="accent1"/>
          </a:solidFill>
          <a:latin typeface="EYInterstate" pitchFamily="2" charset="0"/>
          <a:cs typeface="Arial" charset="0"/>
        </a:defRPr>
      </a:lvl9pPr>
    </p:titleStyle>
    <p:bodyStyle>
      <a:lvl1pPr algn="l" defTabSz="902794" rtl="0" fontAlgn="base">
        <a:spcBef>
          <a:spcPct val="0"/>
        </a:spcBef>
        <a:spcAft>
          <a:spcPct val="40000"/>
        </a:spcAft>
        <a:buClr>
          <a:srgbClr val="FFD200"/>
        </a:buClr>
        <a:buSzPct val="75000"/>
        <a:buFont typeface="Arial Unicode MS" pitchFamily="34" charset="-128"/>
        <a:tabLst>
          <a:tab pos="1464341" algn="l"/>
          <a:tab pos="2928680" algn="l"/>
          <a:tab pos="4231756" algn="r"/>
        </a:tabLst>
        <a:defRPr sz="998">
          <a:solidFill>
            <a:schemeClr val="tx1"/>
          </a:solidFill>
          <a:latin typeface="+mn-lt"/>
          <a:ea typeface="+mn-ea"/>
          <a:cs typeface="+mn-cs"/>
        </a:defRPr>
      </a:lvl1pPr>
      <a:lvl2pPr marL="1440" algn="l" defTabSz="902794" rtl="0" fontAlgn="base">
        <a:spcBef>
          <a:spcPct val="20000"/>
        </a:spcBef>
        <a:spcAft>
          <a:spcPct val="40000"/>
        </a:spcAft>
        <a:buClr>
          <a:srgbClr val="FFD200"/>
        </a:buClr>
        <a:buSzPct val="75000"/>
        <a:buFont typeface="Arial Unicode MS" pitchFamily="34" charset="-128"/>
        <a:tabLst>
          <a:tab pos="1464341" algn="l"/>
          <a:tab pos="2928680" algn="l"/>
          <a:tab pos="4231756" algn="r"/>
        </a:tabLst>
        <a:defRPr sz="1361" b="1">
          <a:solidFill>
            <a:schemeClr val="tx2"/>
          </a:solidFill>
          <a:latin typeface="+mn-lt"/>
          <a:cs typeface="+mn-cs"/>
        </a:defRPr>
      </a:lvl2pPr>
      <a:lvl3pPr marL="2880" algn="l" defTabSz="902794" rtl="0" fontAlgn="base">
        <a:spcBef>
          <a:spcPct val="20000"/>
        </a:spcBef>
        <a:spcAft>
          <a:spcPct val="40000"/>
        </a:spcAft>
        <a:buClr>
          <a:schemeClr val="tx2"/>
        </a:buClr>
        <a:buSzPct val="75000"/>
        <a:buFont typeface="Arial Unicode MS" pitchFamily="34" charset="-128"/>
        <a:tabLst>
          <a:tab pos="1464341" algn="l"/>
          <a:tab pos="2928680" algn="l"/>
          <a:tab pos="4231756" algn="r"/>
        </a:tabLst>
        <a:defRPr sz="1179" b="1">
          <a:solidFill>
            <a:schemeClr val="accent1"/>
          </a:solidFill>
          <a:latin typeface="+mn-lt"/>
          <a:cs typeface="+mn-cs"/>
        </a:defRPr>
      </a:lvl3pPr>
      <a:lvl4pPr marL="172784" indent="-168464" algn="l" defTabSz="902794" rtl="0" fontAlgn="base">
        <a:spcBef>
          <a:spcPct val="0"/>
        </a:spcBef>
        <a:spcAft>
          <a:spcPct val="40000"/>
        </a:spcAft>
        <a:buClr>
          <a:schemeClr val="tx1"/>
        </a:buClr>
        <a:buSzPct val="75000"/>
        <a:buFont typeface="EYInterstate" pitchFamily="2" charset="0"/>
        <a:buChar char="►"/>
        <a:tabLst>
          <a:tab pos="1464341" algn="l"/>
          <a:tab pos="2928680" algn="l"/>
          <a:tab pos="4231756" algn="r"/>
        </a:tabLst>
        <a:defRPr sz="998">
          <a:solidFill>
            <a:schemeClr val="tx1"/>
          </a:solidFill>
          <a:latin typeface="+mn-lt"/>
          <a:cs typeface="+mn-cs"/>
        </a:defRPr>
      </a:lvl4pPr>
      <a:lvl5pPr marL="319649" indent="-145427" algn="l" defTabSz="902794" rtl="0" fontAlgn="base">
        <a:spcBef>
          <a:spcPct val="0"/>
        </a:spcBef>
        <a:spcAft>
          <a:spcPct val="40000"/>
        </a:spcAft>
        <a:buClr>
          <a:schemeClr val="tx1"/>
        </a:buClr>
        <a:buSzPct val="75000"/>
        <a:buFont typeface="EYInterstate" pitchFamily="2" charset="0"/>
        <a:buChar char="►"/>
        <a:tabLst>
          <a:tab pos="1464341" algn="l"/>
          <a:tab pos="2928680" algn="l"/>
          <a:tab pos="4231756" algn="r"/>
        </a:tabLst>
        <a:defRPr sz="998">
          <a:solidFill>
            <a:schemeClr val="tx1"/>
          </a:solidFill>
          <a:latin typeface="+mn-lt"/>
          <a:cs typeface="+mn-cs"/>
        </a:defRPr>
      </a:lvl5pPr>
      <a:lvl6pPr marL="734330" indent="-145427" algn="l" defTabSz="902794" rtl="0" fontAlgn="base">
        <a:spcBef>
          <a:spcPct val="0"/>
        </a:spcBef>
        <a:spcAft>
          <a:spcPct val="40000"/>
        </a:spcAft>
        <a:buClr>
          <a:schemeClr val="tx1"/>
        </a:buClr>
        <a:buSzPct val="75000"/>
        <a:buFont typeface="EYInterstate" pitchFamily="2" charset="0"/>
        <a:buChar char="►"/>
        <a:tabLst>
          <a:tab pos="1464341" algn="l"/>
          <a:tab pos="2928680" algn="l"/>
          <a:tab pos="4231756" algn="r"/>
        </a:tabLst>
        <a:defRPr sz="998">
          <a:solidFill>
            <a:schemeClr val="tx1"/>
          </a:solidFill>
          <a:latin typeface="+mn-lt"/>
          <a:cs typeface="+mn-cs"/>
        </a:defRPr>
      </a:lvl6pPr>
      <a:lvl7pPr marL="1149010" indent="-145427" algn="l" defTabSz="902794" rtl="0" fontAlgn="base">
        <a:spcBef>
          <a:spcPct val="0"/>
        </a:spcBef>
        <a:spcAft>
          <a:spcPct val="40000"/>
        </a:spcAft>
        <a:buClr>
          <a:schemeClr val="tx1"/>
        </a:buClr>
        <a:buSzPct val="75000"/>
        <a:buFont typeface="EYInterstate" pitchFamily="2" charset="0"/>
        <a:buChar char="►"/>
        <a:tabLst>
          <a:tab pos="1464341" algn="l"/>
          <a:tab pos="2928680" algn="l"/>
          <a:tab pos="4231756" algn="r"/>
        </a:tabLst>
        <a:defRPr sz="998">
          <a:solidFill>
            <a:schemeClr val="tx1"/>
          </a:solidFill>
          <a:latin typeface="+mn-lt"/>
          <a:cs typeface="+mn-cs"/>
        </a:defRPr>
      </a:lvl7pPr>
      <a:lvl8pPr marL="1563691" indent="-145427" algn="l" defTabSz="902794" rtl="0" fontAlgn="base">
        <a:spcBef>
          <a:spcPct val="0"/>
        </a:spcBef>
        <a:spcAft>
          <a:spcPct val="40000"/>
        </a:spcAft>
        <a:buClr>
          <a:schemeClr val="tx1"/>
        </a:buClr>
        <a:buSzPct val="75000"/>
        <a:buFont typeface="EYInterstate" pitchFamily="2" charset="0"/>
        <a:buChar char="►"/>
        <a:tabLst>
          <a:tab pos="1464341" algn="l"/>
          <a:tab pos="2928680" algn="l"/>
          <a:tab pos="4231756" algn="r"/>
        </a:tabLst>
        <a:defRPr sz="998">
          <a:solidFill>
            <a:schemeClr val="tx1"/>
          </a:solidFill>
          <a:latin typeface="+mn-lt"/>
          <a:cs typeface="+mn-cs"/>
        </a:defRPr>
      </a:lvl8pPr>
      <a:lvl9pPr marL="1978371" indent="-145427" algn="l" defTabSz="902794" rtl="0" fontAlgn="base">
        <a:spcBef>
          <a:spcPct val="0"/>
        </a:spcBef>
        <a:spcAft>
          <a:spcPct val="40000"/>
        </a:spcAft>
        <a:buClr>
          <a:schemeClr val="tx1"/>
        </a:buClr>
        <a:buSzPct val="75000"/>
        <a:buFont typeface="EYInterstate" pitchFamily="2" charset="0"/>
        <a:buChar char="►"/>
        <a:tabLst>
          <a:tab pos="1464341" algn="l"/>
          <a:tab pos="2928680" algn="l"/>
          <a:tab pos="4231756" algn="r"/>
        </a:tabLst>
        <a:defRPr sz="998">
          <a:solidFill>
            <a:schemeClr val="tx1"/>
          </a:solidFill>
          <a:latin typeface="+mn-lt"/>
          <a:cs typeface="+mn-cs"/>
        </a:defRPr>
      </a:lvl9pPr>
    </p:bodyStyle>
    <p:otherStyle>
      <a:defPPr>
        <a:defRPr lang="en-US"/>
      </a:defPPr>
      <a:lvl1pPr marL="0" algn="l" defTabSz="829361" rtl="0" eaLnBrk="1" latinLnBrk="0" hangingPunct="1">
        <a:defRPr sz="1633" kern="1200">
          <a:solidFill>
            <a:schemeClr val="tx1"/>
          </a:solidFill>
          <a:latin typeface="+mn-lt"/>
          <a:ea typeface="+mn-ea"/>
          <a:cs typeface="+mn-cs"/>
        </a:defRPr>
      </a:lvl1pPr>
      <a:lvl2pPr marL="414680" algn="l" defTabSz="829361" rtl="0" eaLnBrk="1" latinLnBrk="0" hangingPunct="1">
        <a:defRPr sz="1633" kern="1200">
          <a:solidFill>
            <a:schemeClr val="tx1"/>
          </a:solidFill>
          <a:latin typeface="+mn-lt"/>
          <a:ea typeface="+mn-ea"/>
          <a:cs typeface="+mn-cs"/>
        </a:defRPr>
      </a:lvl2pPr>
      <a:lvl3pPr marL="829361" algn="l" defTabSz="829361" rtl="0" eaLnBrk="1" latinLnBrk="0" hangingPunct="1">
        <a:defRPr sz="1633" kern="1200">
          <a:solidFill>
            <a:schemeClr val="tx1"/>
          </a:solidFill>
          <a:latin typeface="+mn-lt"/>
          <a:ea typeface="+mn-ea"/>
          <a:cs typeface="+mn-cs"/>
        </a:defRPr>
      </a:lvl3pPr>
      <a:lvl4pPr marL="1244041" algn="l" defTabSz="829361" rtl="0" eaLnBrk="1" latinLnBrk="0" hangingPunct="1">
        <a:defRPr sz="1633" kern="1200">
          <a:solidFill>
            <a:schemeClr val="tx1"/>
          </a:solidFill>
          <a:latin typeface="+mn-lt"/>
          <a:ea typeface="+mn-ea"/>
          <a:cs typeface="+mn-cs"/>
        </a:defRPr>
      </a:lvl4pPr>
      <a:lvl5pPr marL="1658722" algn="l" defTabSz="829361" rtl="0" eaLnBrk="1" latinLnBrk="0" hangingPunct="1">
        <a:defRPr sz="1633" kern="1200">
          <a:solidFill>
            <a:schemeClr val="tx1"/>
          </a:solidFill>
          <a:latin typeface="+mn-lt"/>
          <a:ea typeface="+mn-ea"/>
          <a:cs typeface="+mn-cs"/>
        </a:defRPr>
      </a:lvl5pPr>
      <a:lvl6pPr marL="2073402" algn="l" defTabSz="829361" rtl="0" eaLnBrk="1" latinLnBrk="0" hangingPunct="1">
        <a:defRPr sz="1633" kern="1200">
          <a:solidFill>
            <a:schemeClr val="tx1"/>
          </a:solidFill>
          <a:latin typeface="+mn-lt"/>
          <a:ea typeface="+mn-ea"/>
          <a:cs typeface="+mn-cs"/>
        </a:defRPr>
      </a:lvl6pPr>
      <a:lvl7pPr marL="2488082" algn="l" defTabSz="829361" rtl="0" eaLnBrk="1" latinLnBrk="0" hangingPunct="1">
        <a:defRPr sz="1633" kern="1200">
          <a:solidFill>
            <a:schemeClr val="tx1"/>
          </a:solidFill>
          <a:latin typeface="+mn-lt"/>
          <a:ea typeface="+mn-ea"/>
          <a:cs typeface="+mn-cs"/>
        </a:defRPr>
      </a:lvl7pPr>
      <a:lvl8pPr marL="2902763" algn="l" defTabSz="829361" rtl="0" eaLnBrk="1" latinLnBrk="0" hangingPunct="1">
        <a:defRPr sz="1633" kern="1200">
          <a:solidFill>
            <a:schemeClr val="tx1"/>
          </a:solidFill>
          <a:latin typeface="+mn-lt"/>
          <a:ea typeface="+mn-ea"/>
          <a:cs typeface="+mn-cs"/>
        </a:defRPr>
      </a:lvl8pPr>
      <a:lvl9pPr marL="3317443" algn="l" defTabSz="829361" rtl="0" eaLnBrk="1" latinLnBrk="0" hangingPunct="1">
        <a:defRPr sz="163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2" y="294200"/>
            <a:ext cx="10972800" cy="59088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609602"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11" name="Group 4">
            <a:extLst>
              <a:ext uri="{FF2B5EF4-FFF2-40B4-BE49-F238E27FC236}">
                <a16:creationId xmlns:a16="http://schemas.microsoft.com/office/drawing/2014/main" id="{3CDF1934-D2B2-4AA9-8EA1-1E5186579043}"/>
              </a:ext>
            </a:extLst>
          </p:cNvPr>
          <p:cNvGrpSpPr>
            <a:grpSpLocks noChangeAspect="1"/>
          </p:cNvGrpSpPr>
          <p:nvPr userDrawn="1"/>
        </p:nvGrpSpPr>
        <p:grpSpPr bwMode="auto">
          <a:xfrm>
            <a:off x="11281251" y="6356350"/>
            <a:ext cx="303055" cy="311150"/>
            <a:chOff x="7110" y="4004"/>
            <a:chExt cx="191" cy="196"/>
          </a:xfrm>
        </p:grpSpPr>
        <p:sp>
          <p:nvSpPr>
            <p:cNvPr id="12" name="Freeform 5">
              <a:extLst>
                <a:ext uri="{FF2B5EF4-FFF2-40B4-BE49-F238E27FC236}">
                  <a16:creationId xmlns:a16="http://schemas.microsoft.com/office/drawing/2014/main" id="{CD35872E-4184-4A23-95E6-82765736F9D7}"/>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13" name="Freeform 6">
              <a:extLst>
                <a:ext uri="{FF2B5EF4-FFF2-40B4-BE49-F238E27FC236}">
                  <a16:creationId xmlns:a16="http://schemas.microsoft.com/office/drawing/2014/main" id="{9F1107F2-2963-451C-9226-045532588C4E}"/>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20" name="Freeform 7">
              <a:extLst>
                <a:ext uri="{FF2B5EF4-FFF2-40B4-BE49-F238E27FC236}">
                  <a16:creationId xmlns:a16="http://schemas.microsoft.com/office/drawing/2014/main" id="{0DA7FBA8-90E2-4391-A0BA-B3AB3437530F}"/>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grpSp>
      <p:sp>
        <p:nvSpPr>
          <p:cNvPr id="25" name="Title 16">
            <a:extLst>
              <a:ext uri="{FF2B5EF4-FFF2-40B4-BE49-F238E27FC236}">
                <a16:creationId xmlns:a16="http://schemas.microsoft.com/office/drawing/2014/main" id="{3CC5B659-0C38-47E1-BFC0-9A05C0CDF1AA}"/>
              </a:ext>
            </a:extLst>
          </p:cNvPr>
          <p:cNvSpPr txBox="1">
            <a:spLocks/>
          </p:cNvSpPr>
          <p:nvPr userDrawn="1"/>
        </p:nvSpPr>
        <p:spPr>
          <a:xfrm flipH="1">
            <a:off x="517774" y="6498389"/>
            <a:ext cx="1483608" cy="183896"/>
          </a:xfrm>
          <a:prstGeom prst="rect">
            <a:avLst/>
          </a:prstGeom>
        </p:spPr>
        <p:txBody>
          <a:bodyPr wrap="none" lIns="0" rIns="0" anchor="t">
            <a:spAutoFit/>
          </a:bodyPr>
          <a:lstStyle>
            <a:lvl1pPr marL="0" marR="0" indent="0" algn="l" defTabSz="1042342" rtl="0" eaLnBrk="1" fontAlgn="auto" latinLnBrk="0" hangingPunct="1">
              <a:lnSpc>
                <a:spcPts val="2700"/>
              </a:lnSpc>
              <a:spcBef>
                <a:spcPct val="0"/>
              </a:spcBef>
              <a:spcAft>
                <a:spcPts val="0"/>
              </a:spcAft>
              <a:buClrTx/>
              <a:buSzTx/>
              <a:buFontTx/>
              <a:buNone/>
              <a:tabLst/>
              <a:defRPr kumimoji="0" lang="en-IN" sz="2800" b="1" i="0" u="none" strike="noStrike" kern="1200" cap="none" spc="0" normalizeH="0" baseline="0" noProof="0" dirty="0">
                <a:ln>
                  <a:noFill/>
                </a:ln>
                <a:solidFill>
                  <a:srgbClr val="333333"/>
                </a:solidFill>
                <a:effectLst/>
                <a:uLnTx/>
                <a:uFillTx/>
                <a:latin typeface="+mj-lt"/>
                <a:ea typeface="+mj-ea"/>
                <a:cs typeface="+mj-cs"/>
              </a:defRPr>
            </a:lvl1pPr>
          </a:lstStyle>
          <a:p>
            <a:pPr algn="l">
              <a:lnSpc>
                <a:spcPct val="85000"/>
              </a:lnSpc>
            </a:pPr>
            <a:r>
              <a:rPr lang="en-IN" sz="700" b="1">
                <a:solidFill>
                  <a:srgbClr val="005BAA"/>
                </a:solidFill>
              </a:rPr>
              <a:t>Energy Market Authority – </a:t>
            </a:r>
            <a:r>
              <a:rPr lang="en-IN" sz="700" b="0">
                <a:solidFill>
                  <a:schemeClr val="bg1"/>
                </a:solidFill>
                <a:latin typeface="+mn-lt"/>
              </a:rPr>
              <a:t>Proposal</a:t>
            </a:r>
          </a:p>
        </p:txBody>
      </p:sp>
      <p:cxnSp>
        <p:nvCxnSpPr>
          <p:cNvPr id="26" name="Straight Connector 25">
            <a:extLst>
              <a:ext uri="{FF2B5EF4-FFF2-40B4-BE49-F238E27FC236}">
                <a16:creationId xmlns:a16="http://schemas.microsoft.com/office/drawing/2014/main" id="{A6651259-E53B-A2DB-3BA2-46B9A7250000}"/>
              </a:ext>
            </a:extLst>
          </p:cNvPr>
          <p:cNvCxnSpPr>
            <a:cxnSpLocks/>
          </p:cNvCxnSpPr>
          <p:nvPr userDrawn="1"/>
        </p:nvCxnSpPr>
        <p:spPr>
          <a:xfrm>
            <a:off x="413518" y="6667501"/>
            <a:ext cx="10705756" cy="0"/>
          </a:xfrm>
          <a:prstGeom prst="line">
            <a:avLst/>
          </a:prstGeom>
          <a:ln w="9525">
            <a:gradFill flip="none" rotWithShape="1">
              <a:gsLst>
                <a:gs pos="66000">
                  <a:srgbClr val="EF4130"/>
                </a:gs>
                <a:gs pos="33000">
                  <a:srgbClr val="58595B"/>
                </a:gs>
                <a:gs pos="0">
                  <a:srgbClr val="005BAA"/>
                </a:gs>
                <a:gs pos="100000">
                  <a:srgbClr val="EF4130">
                    <a:alpha val="0"/>
                  </a:srgbClr>
                </a:gs>
              </a:gsLst>
              <a:lin ang="0" scaled="1"/>
              <a:tileRect/>
            </a:gradFill>
            <a:tailEnd type="none"/>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C7F5B2F8-0136-FBD2-0682-4D30359783ED}"/>
              </a:ext>
            </a:extLst>
          </p:cNvPr>
          <p:cNvGrpSpPr/>
          <p:nvPr userDrawn="1"/>
        </p:nvGrpSpPr>
        <p:grpSpPr>
          <a:xfrm>
            <a:off x="224763" y="6236922"/>
            <a:ext cx="303056" cy="435243"/>
            <a:chOff x="435008" y="7098505"/>
            <a:chExt cx="384368" cy="551735"/>
          </a:xfrm>
          <a:solidFill>
            <a:srgbClr val="005BAA"/>
          </a:solidFill>
        </p:grpSpPr>
        <p:sp>
          <p:nvSpPr>
            <p:cNvPr id="28" name="Freeform 5">
              <a:extLst>
                <a:ext uri="{FF2B5EF4-FFF2-40B4-BE49-F238E27FC236}">
                  <a16:creationId xmlns:a16="http://schemas.microsoft.com/office/drawing/2014/main" id="{9042A55A-1CD0-0EA5-D3CE-F97DC8AD3AF5}"/>
                </a:ext>
              </a:extLst>
            </p:cNvPr>
            <p:cNvSpPr>
              <a:spLocks/>
            </p:cNvSpPr>
            <p:nvPr/>
          </p:nvSpPr>
          <p:spPr bwMode="auto">
            <a:xfrm flipH="1">
              <a:off x="463864" y="7125053"/>
              <a:ext cx="326655" cy="258554"/>
            </a:xfrm>
            <a:custGeom>
              <a:avLst/>
              <a:gdLst>
                <a:gd name="T0" fmla="*/ 50 w 566"/>
                <a:gd name="T1" fmla="*/ 440 h 448"/>
                <a:gd name="T2" fmla="*/ 38 w 566"/>
                <a:gd name="T3" fmla="*/ 422 h 448"/>
                <a:gd name="T4" fmla="*/ 20 w 566"/>
                <a:gd name="T5" fmla="*/ 384 h 448"/>
                <a:gd name="T6" fmla="*/ 8 w 566"/>
                <a:gd name="T7" fmla="*/ 346 h 448"/>
                <a:gd name="T8" fmla="*/ 2 w 566"/>
                <a:gd name="T9" fmla="*/ 304 h 448"/>
                <a:gd name="T10" fmla="*/ 0 w 566"/>
                <a:gd name="T11" fmla="*/ 282 h 448"/>
                <a:gd name="T12" fmla="*/ 6 w 566"/>
                <a:gd name="T13" fmla="*/ 226 h 448"/>
                <a:gd name="T14" fmla="*/ 24 w 566"/>
                <a:gd name="T15" fmla="*/ 172 h 448"/>
                <a:gd name="T16" fmla="*/ 50 w 566"/>
                <a:gd name="T17" fmla="*/ 124 h 448"/>
                <a:gd name="T18" fmla="*/ 84 w 566"/>
                <a:gd name="T19" fmla="*/ 82 h 448"/>
                <a:gd name="T20" fmla="*/ 126 w 566"/>
                <a:gd name="T21" fmla="*/ 48 h 448"/>
                <a:gd name="T22" fmla="*/ 174 w 566"/>
                <a:gd name="T23" fmla="*/ 22 h 448"/>
                <a:gd name="T24" fmla="*/ 226 w 566"/>
                <a:gd name="T25" fmla="*/ 6 h 448"/>
                <a:gd name="T26" fmla="*/ 284 w 566"/>
                <a:gd name="T27" fmla="*/ 0 h 448"/>
                <a:gd name="T28" fmla="*/ 312 w 566"/>
                <a:gd name="T29" fmla="*/ 2 h 448"/>
                <a:gd name="T30" fmla="*/ 368 w 566"/>
                <a:gd name="T31" fmla="*/ 12 h 448"/>
                <a:gd name="T32" fmla="*/ 418 w 566"/>
                <a:gd name="T33" fmla="*/ 34 h 448"/>
                <a:gd name="T34" fmla="*/ 462 w 566"/>
                <a:gd name="T35" fmla="*/ 64 h 448"/>
                <a:gd name="T36" fmla="*/ 502 w 566"/>
                <a:gd name="T37" fmla="*/ 104 h 448"/>
                <a:gd name="T38" fmla="*/ 532 w 566"/>
                <a:gd name="T39" fmla="*/ 148 h 448"/>
                <a:gd name="T40" fmla="*/ 554 w 566"/>
                <a:gd name="T41" fmla="*/ 198 h 448"/>
                <a:gd name="T42" fmla="*/ 564 w 566"/>
                <a:gd name="T43" fmla="*/ 254 h 448"/>
                <a:gd name="T44" fmla="*/ 566 w 566"/>
                <a:gd name="T45" fmla="*/ 292 h 448"/>
                <a:gd name="T46" fmla="*/ 548 w 566"/>
                <a:gd name="T47" fmla="*/ 282 h 448"/>
                <a:gd name="T48" fmla="*/ 546 w 566"/>
                <a:gd name="T49" fmla="*/ 256 h 448"/>
                <a:gd name="T50" fmla="*/ 536 w 566"/>
                <a:gd name="T51" fmla="*/ 204 h 448"/>
                <a:gd name="T52" fmla="*/ 516 w 566"/>
                <a:gd name="T53" fmla="*/ 156 h 448"/>
                <a:gd name="T54" fmla="*/ 488 w 566"/>
                <a:gd name="T55" fmla="*/ 114 h 448"/>
                <a:gd name="T56" fmla="*/ 452 w 566"/>
                <a:gd name="T57" fmla="*/ 78 h 448"/>
                <a:gd name="T58" fmla="*/ 410 w 566"/>
                <a:gd name="T59" fmla="*/ 50 h 448"/>
                <a:gd name="T60" fmla="*/ 362 w 566"/>
                <a:gd name="T61" fmla="*/ 30 h 448"/>
                <a:gd name="T62" fmla="*/ 310 w 566"/>
                <a:gd name="T63" fmla="*/ 20 h 448"/>
                <a:gd name="T64" fmla="*/ 284 w 566"/>
                <a:gd name="T65" fmla="*/ 18 h 448"/>
                <a:gd name="T66" fmla="*/ 230 w 566"/>
                <a:gd name="T67" fmla="*/ 24 h 448"/>
                <a:gd name="T68" fmla="*/ 180 w 566"/>
                <a:gd name="T69" fmla="*/ 38 h 448"/>
                <a:gd name="T70" fmla="*/ 136 w 566"/>
                <a:gd name="T71" fmla="*/ 64 h 448"/>
                <a:gd name="T72" fmla="*/ 96 w 566"/>
                <a:gd name="T73" fmla="*/ 96 h 448"/>
                <a:gd name="T74" fmla="*/ 64 w 566"/>
                <a:gd name="T75" fmla="*/ 134 h 448"/>
                <a:gd name="T76" fmla="*/ 40 w 566"/>
                <a:gd name="T77" fmla="*/ 180 h 448"/>
                <a:gd name="T78" fmla="*/ 24 w 566"/>
                <a:gd name="T79" fmla="*/ 230 h 448"/>
                <a:gd name="T80" fmla="*/ 18 w 566"/>
                <a:gd name="T81" fmla="*/ 282 h 448"/>
                <a:gd name="T82" fmla="*/ 20 w 566"/>
                <a:gd name="T83" fmla="*/ 302 h 448"/>
                <a:gd name="T84" fmla="*/ 26 w 566"/>
                <a:gd name="T85" fmla="*/ 342 h 448"/>
                <a:gd name="T86" fmla="*/ 36 w 566"/>
                <a:gd name="T87" fmla="*/ 378 h 448"/>
                <a:gd name="T88" fmla="*/ 54 w 566"/>
                <a:gd name="T89" fmla="*/ 414 h 448"/>
                <a:gd name="T90" fmla="*/ 68 w 566"/>
                <a:gd name="T91" fmla="*/ 438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6" h="448">
                  <a:moveTo>
                    <a:pt x="54" y="448"/>
                  </a:moveTo>
                  <a:lnTo>
                    <a:pt x="50" y="440"/>
                  </a:lnTo>
                  <a:lnTo>
                    <a:pt x="50" y="440"/>
                  </a:lnTo>
                  <a:lnTo>
                    <a:pt x="38" y="422"/>
                  </a:lnTo>
                  <a:lnTo>
                    <a:pt x="28" y="404"/>
                  </a:lnTo>
                  <a:lnTo>
                    <a:pt x="20" y="384"/>
                  </a:lnTo>
                  <a:lnTo>
                    <a:pt x="14" y="366"/>
                  </a:lnTo>
                  <a:lnTo>
                    <a:pt x="8" y="346"/>
                  </a:lnTo>
                  <a:lnTo>
                    <a:pt x="4" y="324"/>
                  </a:lnTo>
                  <a:lnTo>
                    <a:pt x="2" y="304"/>
                  </a:lnTo>
                  <a:lnTo>
                    <a:pt x="0" y="282"/>
                  </a:lnTo>
                  <a:lnTo>
                    <a:pt x="0" y="282"/>
                  </a:lnTo>
                  <a:lnTo>
                    <a:pt x="2" y="254"/>
                  </a:lnTo>
                  <a:lnTo>
                    <a:pt x="6" y="226"/>
                  </a:lnTo>
                  <a:lnTo>
                    <a:pt x="14" y="198"/>
                  </a:lnTo>
                  <a:lnTo>
                    <a:pt x="24" y="172"/>
                  </a:lnTo>
                  <a:lnTo>
                    <a:pt x="34" y="148"/>
                  </a:lnTo>
                  <a:lnTo>
                    <a:pt x="50" y="124"/>
                  </a:lnTo>
                  <a:lnTo>
                    <a:pt x="66" y="104"/>
                  </a:lnTo>
                  <a:lnTo>
                    <a:pt x="84" y="82"/>
                  </a:lnTo>
                  <a:lnTo>
                    <a:pt x="104" y="64"/>
                  </a:lnTo>
                  <a:lnTo>
                    <a:pt x="126" y="48"/>
                  </a:lnTo>
                  <a:lnTo>
                    <a:pt x="148" y="34"/>
                  </a:lnTo>
                  <a:lnTo>
                    <a:pt x="174" y="22"/>
                  </a:lnTo>
                  <a:lnTo>
                    <a:pt x="200" y="12"/>
                  </a:lnTo>
                  <a:lnTo>
                    <a:pt x="226" y="6"/>
                  </a:lnTo>
                  <a:lnTo>
                    <a:pt x="254" y="2"/>
                  </a:lnTo>
                  <a:lnTo>
                    <a:pt x="284" y="0"/>
                  </a:lnTo>
                  <a:lnTo>
                    <a:pt x="284" y="0"/>
                  </a:lnTo>
                  <a:lnTo>
                    <a:pt x="312" y="2"/>
                  </a:lnTo>
                  <a:lnTo>
                    <a:pt x="340" y="6"/>
                  </a:lnTo>
                  <a:lnTo>
                    <a:pt x="368" y="12"/>
                  </a:lnTo>
                  <a:lnTo>
                    <a:pt x="394" y="22"/>
                  </a:lnTo>
                  <a:lnTo>
                    <a:pt x="418" y="34"/>
                  </a:lnTo>
                  <a:lnTo>
                    <a:pt x="442" y="48"/>
                  </a:lnTo>
                  <a:lnTo>
                    <a:pt x="462" y="64"/>
                  </a:lnTo>
                  <a:lnTo>
                    <a:pt x="484" y="82"/>
                  </a:lnTo>
                  <a:lnTo>
                    <a:pt x="502" y="104"/>
                  </a:lnTo>
                  <a:lnTo>
                    <a:pt x="518" y="124"/>
                  </a:lnTo>
                  <a:lnTo>
                    <a:pt x="532" y="148"/>
                  </a:lnTo>
                  <a:lnTo>
                    <a:pt x="544" y="172"/>
                  </a:lnTo>
                  <a:lnTo>
                    <a:pt x="554" y="198"/>
                  </a:lnTo>
                  <a:lnTo>
                    <a:pt x="560" y="226"/>
                  </a:lnTo>
                  <a:lnTo>
                    <a:pt x="564" y="254"/>
                  </a:lnTo>
                  <a:lnTo>
                    <a:pt x="566" y="282"/>
                  </a:lnTo>
                  <a:lnTo>
                    <a:pt x="566" y="292"/>
                  </a:lnTo>
                  <a:lnTo>
                    <a:pt x="548" y="292"/>
                  </a:lnTo>
                  <a:lnTo>
                    <a:pt x="548" y="282"/>
                  </a:lnTo>
                  <a:lnTo>
                    <a:pt x="548" y="282"/>
                  </a:lnTo>
                  <a:lnTo>
                    <a:pt x="546" y="256"/>
                  </a:lnTo>
                  <a:lnTo>
                    <a:pt x="542" y="230"/>
                  </a:lnTo>
                  <a:lnTo>
                    <a:pt x="536" y="204"/>
                  </a:lnTo>
                  <a:lnTo>
                    <a:pt x="528" y="180"/>
                  </a:lnTo>
                  <a:lnTo>
                    <a:pt x="516" y="156"/>
                  </a:lnTo>
                  <a:lnTo>
                    <a:pt x="502" y="134"/>
                  </a:lnTo>
                  <a:lnTo>
                    <a:pt x="488" y="114"/>
                  </a:lnTo>
                  <a:lnTo>
                    <a:pt x="470" y="96"/>
                  </a:lnTo>
                  <a:lnTo>
                    <a:pt x="452" y="78"/>
                  </a:lnTo>
                  <a:lnTo>
                    <a:pt x="432" y="64"/>
                  </a:lnTo>
                  <a:lnTo>
                    <a:pt x="410" y="50"/>
                  </a:lnTo>
                  <a:lnTo>
                    <a:pt x="386" y="38"/>
                  </a:lnTo>
                  <a:lnTo>
                    <a:pt x="362" y="30"/>
                  </a:lnTo>
                  <a:lnTo>
                    <a:pt x="336" y="24"/>
                  </a:lnTo>
                  <a:lnTo>
                    <a:pt x="310" y="20"/>
                  </a:lnTo>
                  <a:lnTo>
                    <a:pt x="284" y="18"/>
                  </a:lnTo>
                  <a:lnTo>
                    <a:pt x="284" y="18"/>
                  </a:lnTo>
                  <a:lnTo>
                    <a:pt x="256" y="20"/>
                  </a:lnTo>
                  <a:lnTo>
                    <a:pt x="230" y="24"/>
                  </a:lnTo>
                  <a:lnTo>
                    <a:pt x="204" y="30"/>
                  </a:lnTo>
                  <a:lnTo>
                    <a:pt x="180" y="38"/>
                  </a:lnTo>
                  <a:lnTo>
                    <a:pt x="158" y="50"/>
                  </a:lnTo>
                  <a:lnTo>
                    <a:pt x="136" y="64"/>
                  </a:lnTo>
                  <a:lnTo>
                    <a:pt x="116" y="78"/>
                  </a:lnTo>
                  <a:lnTo>
                    <a:pt x="96" y="96"/>
                  </a:lnTo>
                  <a:lnTo>
                    <a:pt x="80" y="114"/>
                  </a:lnTo>
                  <a:lnTo>
                    <a:pt x="64" y="134"/>
                  </a:lnTo>
                  <a:lnTo>
                    <a:pt x="50" y="156"/>
                  </a:lnTo>
                  <a:lnTo>
                    <a:pt x="40" y="180"/>
                  </a:lnTo>
                  <a:lnTo>
                    <a:pt x="30" y="204"/>
                  </a:lnTo>
                  <a:lnTo>
                    <a:pt x="24" y="230"/>
                  </a:lnTo>
                  <a:lnTo>
                    <a:pt x="20" y="256"/>
                  </a:lnTo>
                  <a:lnTo>
                    <a:pt x="18" y="282"/>
                  </a:lnTo>
                  <a:lnTo>
                    <a:pt x="18" y="282"/>
                  </a:lnTo>
                  <a:lnTo>
                    <a:pt x="20" y="302"/>
                  </a:lnTo>
                  <a:lnTo>
                    <a:pt x="22" y="322"/>
                  </a:lnTo>
                  <a:lnTo>
                    <a:pt x="26" y="342"/>
                  </a:lnTo>
                  <a:lnTo>
                    <a:pt x="30" y="360"/>
                  </a:lnTo>
                  <a:lnTo>
                    <a:pt x="36" y="378"/>
                  </a:lnTo>
                  <a:lnTo>
                    <a:pt x="44" y="396"/>
                  </a:lnTo>
                  <a:lnTo>
                    <a:pt x="54" y="414"/>
                  </a:lnTo>
                  <a:lnTo>
                    <a:pt x="64" y="430"/>
                  </a:lnTo>
                  <a:lnTo>
                    <a:pt x="68" y="438"/>
                  </a:lnTo>
                  <a:lnTo>
                    <a:pt x="54" y="4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29" name="Freeform 6">
              <a:extLst>
                <a:ext uri="{FF2B5EF4-FFF2-40B4-BE49-F238E27FC236}">
                  <a16:creationId xmlns:a16="http://schemas.microsoft.com/office/drawing/2014/main" id="{762219E6-87A6-23DF-630E-86286A03F7FF}"/>
                </a:ext>
              </a:extLst>
            </p:cNvPr>
            <p:cNvSpPr>
              <a:spLocks noEditPoints="1"/>
            </p:cNvSpPr>
            <p:nvPr/>
          </p:nvSpPr>
          <p:spPr bwMode="auto">
            <a:xfrm flipH="1">
              <a:off x="469636" y="7329357"/>
              <a:ext cx="98112" cy="109655"/>
            </a:xfrm>
            <a:custGeom>
              <a:avLst/>
              <a:gdLst>
                <a:gd name="T0" fmla="*/ 8 w 170"/>
                <a:gd name="T1" fmla="*/ 190 h 190"/>
                <a:gd name="T2" fmla="*/ 0 w 170"/>
                <a:gd name="T3" fmla="*/ 172 h 190"/>
                <a:gd name="T4" fmla="*/ 8 w 170"/>
                <a:gd name="T5" fmla="*/ 168 h 190"/>
                <a:gd name="T6" fmla="*/ 8 w 170"/>
                <a:gd name="T7" fmla="*/ 168 h 190"/>
                <a:gd name="T8" fmla="*/ 18 w 170"/>
                <a:gd name="T9" fmla="*/ 164 h 190"/>
                <a:gd name="T10" fmla="*/ 26 w 170"/>
                <a:gd name="T11" fmla="*/ 160 h 190"/>
                <a:gd name="T12" fmla="*/ 34 w 170"/>
                <a:gd name="T13" fmla="*/ 176 h 190"/>
                <a:gd name="T14" fmla="*/ 26 w 170"/>
                <a:gd name="T15" fmla="*/ 180 h 190"/>
                <a:gd name="T16" fmla="*/ 26 w 170"/>
                <a:gd name="T17" fmla="*/ 180 h 190"/>
                <a:gd name="T18" fmla="*/ 16 w 170"/>
                <a:gd name="T19" fmla="*/ 186 h 190"/>
                <a:gd name="T20" fmla="*/ 8 w 170"/>
                <a:gd name="T21" fmla="*/ 190 h 190"/>
                <a:gd name="T22" fmla="*/ 52 w 170"/>
                <a:gd name="T23" fmla="*/ 166 h 190"/>
                <a:gd name="T24" fmla="*/ 40 w 170"/>
                <a:gd name="T25" fmla="*/ 152 h 190"/>
                <a:gd name="T26" fmla="*/ 48 w 170"/>
                <a:gd name="T27" fmla="*/ 146 h 190"/>
                <a:gd name="T28" fmla="*/ 48 w 170"/>
                <a:gd name="T29" fmla="*/ 146 h 190"/>
                <a:gd name="T30" fmla="*/ 76 w 170"/>
                <a:gd name="T31" fmla="*/ 124 h 190"/>
                <a:gd name="T32" fmla="*/ 82 w 170"/>
                <a:gd name="T33" fmla="*/ 118 h 190"/>
                <a:gd name="T34" fmla="*/ 94 w 170"/>
                <a:gd name="T35" fmla="*/ 132 h 190"/>
                <a:gd name="T36" fmla="*/ 88 w 170"/>
                <a:gd name="T37" fmla="*/ 138 h 190"/>
                <a:gd name="T38" fmla="*/ 88 w 170"/>
                <a:gd name="T39" fmla="*/ 138 h 190"/>
                <a:gd name="T40" fmla="*/ 74 w 170"/>
                <a:gd name="T41" fmla="*/ 150 h 190"/>
                <a:gd name="T42" fmla="*/ 58 w 170"/>
                <a:gd name="T43" fmla="*/ 160 h 190"/>
                <a:gd name="T44" fmla="*/ 52 w 170"/>
                <a:gd name="T45" fmla="*/ 166 h 190"/>
                <a:gd name="T46" fmla="*/ 108 w 170"/>
                <a:gd name="T47" fmla="*/ 118 h 190"/>
                <a:gd name="T48" fmla="*/ 94 w 170"/>
                <a:gd name="T49" fmla="*/ 106 h 190"/>
                <a:gd name="T50" fmla="*/ 100 w 170"/>
                <a:gd name="T51" fmla="*/ 100 h 190"/>
                <a:gd name="T52" fmla="*/ 100 w 170"/>
                <a:gd name="T53" fmla="*/ 100 h 190"/>
                <a:gd name="T54" fmla="*/ 120 w 170"/>
                <a:gd name="T55" fmla="*/ 72 h 190"/>
                <a:gd name="T56" fmla="*/ 126 w 170"/>
                <a:gd name="T57" fmla="*/ 64 h 190"/>
                <a:gd name="T58" fmla="*/ 140 w 170"/>
                <a:gd name="T59" fmla="*/ 74 h 190"/>
                <a:gd name="T60" fmla="*/ 136 w 170"/>
                <a:gd name="T61" fmla="*/ 80 h 190"/>
                <a:gd name="T62" fmla="*/ 136 w 170"/>
                <a:gd name="T63" fmla="*/ 80 h 190"/>
                <a:gd name="T64" fmla="*/ 124 w 170"/>
                <a:gd name="T65" fmla="*/ 96 h 190"/>
                <a:gd name="T66" fmla="*/ 114 w 170"/>
                <a:gd name="T67" fmla="*/ 110 h 190"/>
                <a:gd name="T68" fmla="*/ 108 w 170"/>
                <a:gd name="T69" fmla="*/ 118 h 190"/>
                <a:gd name="T70" fmla="*/ 150 w 170"/>
                <a:gd name="T71" fmla="*/ 56 h 190"/>
                <a:gd name="T72" fmla="*/ 134 w 170"/>
                <a:gd name="T73" fmla="*/ 48 h 190"/>
                <a:gd name="T74" fmla="*/ 138 w 170"/>
                <a:gd name="T75" fmla="*/ 40 h 190"/>
                <a:gd name="T76" fmla="*/ 138 w 170"/>
                <a:gd name="T77" fmla="*/ 40 h 190"/>
                <a:gd name="T78" fmla="*/ 150 w 170"/>
                <a:gd name="T79" fmla="*/ 8 h 190"/>
                <a:gd name="T80" fmla="*/ 152 w 170"/>
                <a:gd name="T81" fmla="*/ 0 h 190"/>
                <a:gd name="T82" fmla="*/ 170 w 170"/>
                <a:gd name="T83" fmla="*/ 6 h 190"/>
                <a:gd name="T84" fmla="*/ 166 w 170"/>
                <a:gd name="T85" fmla="*/ 14 h 190"/>
                <a:gd name="T86" fmla="*/ 166 w 170"/>
                <a:gd name="T87" fmla="*/ 14 h 190"/>
                <a:gd name="T88" fmla="*/ 160 w 170"/>
                <a:gd name="T89" fmla="*/ 32 h 190"/>
                <a:gd name="T90" fmla="*/ 154 w 170"/>
                <a:gd name="T91" fmla="*/ 48 h 190"/>
                <a:gd name="T92" fmla="*/ 150 w 170"/>
                <a:gd name="T93" fmla="*/ 56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0" h="190">
                  <a:moveTo>
                    <a:pt x="8" y="190"/>
                  </a:moveTo>
                  <a:lnTo>
                    <a:pt x="0" y="172"/>
                  </a:lnTo>
                  <a:lnTo>
                    <a:pt x="8" y="168"/>
                  </a:lnTo>
                  <a:lnTo>
                    <a:pt x="8" y="168"/>
                  </a:lnTo>
                  <a:lnTo>
                    <a:pt x="18" y="164"/>
                  </a:lnTo>
                  <a:lnTo>
                    <a:pt x="26" y="160"/>
                  </a:lnTo>
                  <a:lnTo>
                    <a:pt x="34" y="176"/>
                  </a:lnTo>
                  <a:lnTo>
                    <a:pt x="26" y="180"/>
                  </a:lnTo>
                  <a:lnTo>
                    <a:pt x="26" y="180"/>
                  </a:lnTo>
                  <a:lnTo>
                    <a:pt x="16" y="186"/>
                  </a:lnTo>
                  <a:lnTo>
                    <a:pt x="8" y="190"/>
                  </a:lnTo>
                  <a:close/>
                  <a:moveTo>
                    <a:pt x="52" y="166"/>
                  </a:moveTo>
                  <a:lnTo>
                    <a:pt x="40" y="152"/>
                  </a:lnTo>
                  <a:lnTo>
                    <a:pt x="48" y="146"/>
                  </a:lnTo>
                  <a:lnTo>
                    <a:pt x="48" y="146"/>
                  </a:lnTo>
                  <a:lnTo>
                    <a:pt x="76" y="124"/>
                  </a:lnTo>
                  <a:lnTo>
                    <a:pt x="82" y="118"/>
                  </a:lnTo>
                  <a:lnTo>
                    <a:pt x="94" y="132"/>
                  </a:lnTo>
                  <a:lnTo>
                    <a:pt x="88" y="138"/>
                  </a:lnTo>
                  <a:lnTo>
                    <a:pt x="88" y="138"/>
                  </a:lnTo>
                  <a:lnTo>
                    <a:pt x="74" y="150"/>
                  </a:lnTo>
                  <a:lnTo>
                    <a:pt x="58" y="160"/>
                  </a:lnTo>
                  <a:lnTo>
                    <a:pt x="52" y="166"/>
                  </a:lnTo>
                  <a:close/>
                  <a:moveTo>
                    <a:pt x="108" y="118"/>
                  </a:moveTo>
                  <a:lnTo>
                    <a:pt x="94" y="106"/>
                  </a:lnTo>
                  <a:lnTo>
                    <a:pt x="100" y="100"/>
                  </a:lnTo>
                  <a:lnTo>
                    <a:pt x="100" y="100"/>
                  </a:lnTo>
                  <a:lnTo>
                    <a:pt x="120" y="72"/>
                  </a:lnTo>
                  <a:lnTo>
                    <a:pt x="126" y="64"/>
                  </a:lnTo>
                  <a:lnTo>
                    <a:pt x="140" y="74"/>
                  </a:lnTo>
                  <a:lnTo>
                    <a:pt x="136" y="80"/>
                  </a:lnTo>
                  <a:lnTo>
                    <a:pt x="136" y="80"/>
                  </a:lnTo>
                  <a:lnTo>
                    <a:pt x="124" y="96"/>
                  </a:lnTo>
                  <a:lnTo>
                    <a:pt x="114" y="110"/>
                  </a:lnTo>
                  <a:lnTo>
                    <a:pt x="108" y="118"/>
                  </a:lnTo>
                  <a:close/>
                  <a:moveTo>
                    <a:pt x="150" y="56"/>
                  </a:moveTo>
                  <a:lnTo>
                    <a:pt x="134" y="48"/>
                  </a:lnTo>
                  <a:lnTo>
                    <a:pt x="138" y="40"/>
                  </a:lnTo>
                  <a:lnTo>
                    <a:pt x="138" y="40"/>
                  </a:lnTo>
                  <a:lnTo>
                    <a:pt x="150" y="8"/>
                  </a:lnTo>
                  <a:lnTo>
                    <a:pt x="152" y="0"/>
                  </a:lnTo>
                  <a:lnTo>
                    <a:pt x="170" y="6"/>
                  </a:lnTo>
                  <a:lnTo>
                    <a:pt x="166" y="14"/>
                  </a:lnTo>
                  <a:lnTo>
                    <a:pt x="166" y="14"/>
                  </a:lnTo>
                  <a:lnTo>
                    <a:pt x="160" y="32"/>
                  </a:lnTo>
                  <a:lnTo>
                    <a:pt x="154" y="48"/>
                  </a:lnTo>
                  <a:lnTo>
                    <a:pt x="15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30" name="Freeform 7">
              <a:extLst>
                <a:ext uri="{FF2B5EF4-FFF2-40B4-BE49-F238E27FC236}">
                  <a16:creationId xmlns:a16="http://schemas.microsoft.com/office/drawing/2014/main" id="{2869A38A-8B31-2E9D-54FB-01D5C7EACFA1}"/>
                </a:ext>
              </a:extLst>
            </p:cNvPr>
            <p:cNvSpPr>
              <a:spLocks noEditPoints="1"/>
            </p:cNvSpPr>
            <p:nvPr/>
          </p:nvSpPr>
          <p:spPr bwMode="auto">
            <a:xfrm flipH="1">
              <a:off x="560822" y="7316660"/>
              <a:ext cx="126968" cy="109655"/>
            </a:xfrm>
            <a:custGeom>
              <a:avLst/>
              <a:gdLst>
                <a:gd name="T0" fmla="*/ 110 w 220"/>
                <a:gd name="T1" fmla="*/ 190 h 190"/>
                <a:gd name="T2" fmla="*/ 110 w 220"/>
                <a:gd name="T3" fmla="*/ 190 h 190"/>
                <a:gd name="T4" fmla="*/ 88 w 220"/>
                <a:gd name="T5" fmla="*/ 188 h 190"/>
                <a:gd name="T6" fmla="*/ 66 w 220"/>
                <a:gd name="T7" fmla="*/ 180 h 190"/>
                <a:gd name="T8" fmla="*/ 48 w 220"/>
                <a:gd name="T9" fmla="*/ 170 h 190"/>
                <a:gd name="T10" fmla="*/ 32 w 220"/>
                <a:gd name="T11" fmla="*/ 158 h 190"/>
                <a:gd name="T12" fmla="*/ 18 w 220"/>
                <a:gd name="T13" fmla="*/ 140 h 190"/>
                <a:gd name="T14" fmla="*/ 8 w 220"/>
                <a:gd name="T15" fmla="*/ 122 h 190"/>
                <a:gd name="T16" fmla="*/ 2 w 220"/>
                <a:gd name="T17" fmla="*/ 102 h 190"/>
                <a:gd name="T18" fmla="*/ 0 w 220"/>
                <a:gd name="T19" fmla="*/ 80 h 190"/>
                <a:gd name="T20" fmla="*/ 0 w 220"/>
                <a:gd name="T21" fmla="*/ 0 h 190"/>
                <a:gd name="T22" fmla="*/ 220 w 220"/>
                <a:gd name="T23" fmla="*/ 0 h 190"/>
                <a:gd name="T24" fmla="*/ 220 w 220"/>
                <a:gd name="T25" fmla="*/ 80 h 190"/>
                <a:gd name="T26" fmla="*/ 220 w 220"/>
                <a:gd name="T27" fmla="*/ 80 h 190"/>
                <a:gd name="T28" fmla="*/ 218 w 220"/>
                <a:gd name="T29" fmla="*/ 102 h 190"/>
                <a:gd name="T30" fmla="*/ 212 w 220"/>
                <a:gd name="T31" fmla="*/ 122 h 190"/>
                <a:gd name="T32" fmla="*/ 202 w 220"/>
                <a:gd name="T33" fmla="*/ 140 h 190"/>
                <a:gd name="T34" fmla="*/ 188 w 220"/>
                <a:gd name="T35" fmla="*/ 158 h 190"/>
                <a:gd name="T36" fmla="*/ 172 w 220"/>
                <a:gd name="T37" fmla="*/ 170 h 190"/>
                <a:gd name="T38" fmla="*/ 152 w 220"/>
                <a:gd name="T39" fmla="*/ 180 h 190"/>
                <a:gd name="T40" fmla="*/ 132 w 220"/>
                <a:gd name="T41" fmla="*/ 188 h 190"/>
                <a:gd name="T42" fmla="*/ 110 w 220"/>
                <a:gd name="T43" fmla="*/ 190 h 190"/>
                <a:gd name="T44" fmla="*/ 110 w 220"/>
                <a:gd name="T45" fmla="*/ 190 h 190"/>
                <a:gd name="T46" fmla="*/ 18 w 220"/>
                <a:gd name="T47" fmla="*/ 18 h 190"/>
                <a:gd name="T48" fmla="*/ 18 w 220"/>
                <a:gd name="T49" fmla="*/ 80 h 190"/>
                <a:gd name="T50" fmla="*/ 18 w 220"/>
                <a:gd name="T51" fmla="*/ 80 h 190"/>
                <a:gd name="T52" fmla="*/ 20 w 220"/>
                <a:gd name="T53" fmla="*/ 98 h 190"/>
                <a:gd name="T54" fmla="*/ 24 w 220"/>
                <a:gd name="T55" fmla="*/ 116 h 190"/>
                <a:gd name="T56" fmla="*/ 34 w 220"/>
                <a:gd name="T57" fmla="*/ 130 h 190"/>
                <a:gd name="T58" fmla="*/ 44 w 220"/>
                <a:gd name="T59" fmla="*/ 144 h 190"/>
                <a:gd name="T60" fmla="*/ 58 w 220"/>
                <a:gd name="T61" fmla="*/ 156 h 190"/>
                <a:gd name="T62" fmla="*/ 74 w 220"/>
                <a:gd name="T63" fmla="*/ 164 h 190"/>
                <a:gd name="T64" fmla="*/ 92 w 220"/>
                <a:gd name="T65" fmla="*/ 170 h 190"/>
                <a:gd name="T66" fmla="*/ 110 w 220"/>
                <a:gd name="T67" fmla="*/ 172 h 190"/>
                <a:gd name="T68" fmla="*/ 110 w 220"/>
                <a:gd name="T69" fmla="*/ 172 h 190"/>
                <a:gd name="T70" fmla="*/ 128 w 220"/>
                <a:gd name="T71" fmla="*/ 170 h 190"/>
                <a:gd name="T72" fmla="*/ 146 w 220"/>
                <a:gd name="T73" fmla="*/ 164 h 190"/>
                <a:gd name="T74" fmla="*/ 162 w 220"/>
                <a:gd name="T75" fmla="*/ 156 h 190"/>
                <a:gd name="T76" fmla="*/ 174 w 220"/>
                <a:gd name="T77" fmla="*/ 144 h 190"/>
                <a:gd name="T78" fmla="*/ 186 w 220"/>
                <a:gd name="T79" fmla="*/ 130 h 190"/>
                <a:gd name="T80" fmla="*/ 194 w 220"/>
                <a:gd name="T81" fmla="*/ 116 h 190"/>
                <a:gd name="T82" fmla="*/ 200 w 220"/>
                <a:gd name="T83" fmla="*/ 98 h 190"/>
                <a:gd name="T84" fmla="*/ 202 w 220"/>
                <a:gd name="T85" fmla="*/ 80 h 190"/>
                <a:gd name="T86" fmla="*/ 202 w 220"/>
                <a:gd name="T87" fmla="*/ 18 h 190"/>
                <a:gd name="T88" fmla="*/ 18 w 220"/>
                <a:gd name="T89" fmla="*/ 18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20" h="190">
                  <a:moveTo>
                    <a:pt x="110" y="190"/>
                  </a:moveTo>
                  <a:lnTo>
                    <a:pt x="110" y="190"/>
                  </a:lnTo>
                  <a:lnTo>
                    <a:pt x="88" y="188"/>
                  </a:lnTo>
                  <a:lnTo>
                    <a:pt x="66" y="180"/>
                  </a:lnTo>
                  <a:lnTo>
                    <a:pt x="48" y="170"/>
                  </a:lnTo>
                  <a:lnTo>
                    <a:pt x="32" y="158"/>
                  </a:lnTo>
                  <a:lnTo>
                    <a:pt x="18" y="140"/>
                  </a:lnTo>
                  <a:lnTo>
                    <a:pt x="8" y="122"/>
                  </a:lnTo>
                  <a:lnTo>
                    <a:pt x="2" y="102"/>
                  </a:lnTo>
                  <a:lnTo>
                    <a:pt x="0" y="80"/>
                  </a:lnTo>
                  <a:lnTo>
                    <a:pt x="0" y="0"/>
                  </a:lnTo>
                  <a:lnTo>
                    <a:pt x="220" y="0"/>
                  </a:lnTo>
                  <a:lnTo>
                    <a:pt x="220" y="80"/>
                  </a:lnTo>
                  <a:lnTo>
                    <a:pt x="220" y="80"/>
                  </a:lnTo>
                  <a:lnTo>
                    <a:pt x="218" y="102"/>
                  </a:lnTo>
                  <a:lnTo>
                    <a:pt x="212" y="122"/>
                  </a:lnTo>
                  <a:lnTo>
                    <a:pt x="202" y="140"/>
                  </a:lnTo>
                  <a:lnTo>
                    <a:pt x="188" y="158"/>
                  </a:lnTo>
                  <a:lnTo>
                    <a:pt x="172" y="170"/>
                  </a:lnTo>
                  <a:lnTo>
                    <a:pt x="152" y="180"/>
                  </a:lnTo>
                  <a:lnTo>
                    <a:pt x="132" y="188"/>
                  </a:lnTo>
                  <a:lnTo>
                    <a:pt x="110" y="190"/>
                  </a:lnTo>
                  <a:lnTo>
                    <a:pt x="110" y="190"/>
                  </a:lnTo>
                  <a:close/>
                  <a:moveTo>
                    <a:pt x="18" y="18"/>
                  </a:moveTo>
                  <a:lnTo>
                    <a:pt x="18" y="80"/>
                  </a:lnTo>
                  <a:lnTo>
                    <a:pt x="18" y="80"/>
                  </a:lnTo>
                  <a:lnTo>
                    <a:pt x="20" y="98"/>
                  </a:lnTo>
                  <a:lnTo>
                    <a:pt x="24" y="116"/>
                  </a:lnTo>
                  <a:lnTo>
                    <a:pt x="34" y="130"/>
                  </a:lnTo>
                  <a:lnTo>
                    <a:pt x="44" y="144"/>
                  </a:lnTo>
                  <a:lnTo>
                    <a:pt x="58" y="156"/>
                  </a:lnTo>
                  <a:lnTo>
                    <a:pt x="74" y="164"/>
                  </a:lnTo>
                  <a:lnTo>
                    <a:pt x="92" y="170"/>
                  </a:lnTo>
                  <a:lnTo>
                    <a:pt x="110" y="172"/>
                  </a:lnTo>
                  <a:lnTo>
                    <a:pt x="110" y="172"/>
                  </a:lnTo>
                  <a:lnTo>
                    <a:pt x="128" y="170"/>
                  </a:lnTo>
                  <a:lnTo>
                    <a:pt x="146" y="164"/>
                  </a:lnTo>
                  <a:lnTo>
                    <a:pt x="162" y="156"/>
                  </a:lnTo>
                  <a:lnTo>
                    <a:pt x="174" y="144"/>
                  </a:lnTo>
                  <a:lnTo>
                    <a:pt x="186" y="130"/>
                  </a:lnTo>
                  <a:lnTo>
                    <a:pt x="194" y="116"/>
                  </a:lnTo>
                  <a:lnTo>
                    <a:pt x="200" y="98"/>
                  </a:lnTo>
                  <a:lnTo>
                    <a:pt x="202" y="80"/>
                  </a:lnTo>
                  <a:lnTo>
                    <a:pt x="202" y="18"/>
                  </a:lnTo>
                  <a:lnTo>
                    <a:pt x="18"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31" name="Freeform 8">
              <a:extLst>
                <a:ext uri="{FF2B5EF4-FFF2-40B4-BE49-F238E27FC236}">
                  <a16:creationId xmlns:a16="http://schemas.microsoft.com/office/drawing/2014/main" id="{BB1EDBD2-A3FA-8A14-09FE-D7CF8D8D740F}"/>
                </a:ext>
              </a:extLst>
            </p:cNvPr>
            <p:cNvSpPr>
              <a:spLocks noEditPoints="1"/>
            </p:cNvSpPr>
            <p:nvPr/>
          </p:nvSpPr>
          <p:spPr bwMode="auto">
            <a:xfrm flipH="1">
              <a:off x="550434" y="7297037"/>
              <a:ext cx="147745" cy="30011"/>
            </a:xfrm>
            <a:custGeom>
              <a:avLst/>
              <a:gdLst>
                <a:gd name="T0" fmla="*/ 256 w 256"/>
                <a:gd name="T1" fmla="*/ 52 h 52"/>
                <a:gd name="T2" fmla="*/ 0 w 256"/>
                <a:gd name="T3" fmla="*/ 52 h 52"/>
                <a:gd name="T4" fmla="*/ 0 w 256"/>
                <a:gd name="T5" fmla="*/ 0 h 52"/>
                <a:gd name="T6" fmla="*/ 256 w 256"/>
                <a:gd name="T7" fmla="*/ 0 h 52"/>
                <a:gd name="T8" fmla="*/ 256 w 256"/>
                <a:gd name="T9" fmla="*/ 52 h 52"/>
                <a:gd name="T10" fmla="*/ 18 w 256"/>
                <a:gd name="T11" fmla="*/ 34 h 52"/>
                <a:gd name="T12" fmla="*/ 238 w 256"/>
                <a:gd name="T13" fmla="*/ 34 h 52"/>
                <a:gd name="T14" fmla="*/ 238 w 256"/>
                <a:gd name="T15" fmla="*/ 18 h 52"/>
                <a:gd name="T16" fmla="*/ 18 w 256"/>
                <a:gd name="T17" fmla="*/ 18 h 52"/>
                <a:gd name="T18" fmla="*/ 18 w 256"/>
                <a:gd name="T19" fmla="*/ 3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6" h="52">
                  <a:moveTo>
                    <a:pt x="256" y="52"/>
                  </a:moveTo>
                  <a:lnTo>
                    <a:pt x="0" y="52"/>
                  </a:lnTo>
                  <a:lnTo>
                    <a:pt x="0" y="0"/>
                  </a:lnTo>
                  <a:lnTo>
                    <a:pt x="256" y="0"/>
                  </a:lnTo>
                  <a:lnTo>
                    <a:pt x="256" y="52"/>
                  </a:lnTo>
                  <a:close/>
                  <a:moveTo>
                    <a:pt x="18" y="34"/>
                  </a:moveTo>
                  <a:lnTo>
                    <a:pt x="238" y="34"/>
                  </a:lnTo>
                  <a:lnTo>
                    <a:pt x="238" y="18"/>
                  </a:lnTo>
                  <a:lnTo>
                    <a:pt x="18" y="18"/>
                  </a:lnTo>
                  <a:lnTo>
                    <a:pt x="18"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32" name="Freeform 9">
              <a:extLst>
                <a:ext uri="{FF2B5EF4-FFF2-40B4-BE49-F238E27FC236}">
                  <a16:creationId xmlns:a16="http://schemas.microsoft.com/office/drawing/2014/main" id="{384BBEA8-2C1F-96C6-152A-903C79A4D4FF}"/>
                </a:ext>
              </a:extLst>
            </p:cNvPr>
            <p:cNvSpPr>
              <a:spLocks noEditPoints="1"/>
            </p:cNvSpPr>
            <p:nvPr/>
          </p:nvSpPr>
          <p:spPr bwMode="auto">
            <a:xfrm flipH="1">
              <a:off x="637003" y="7233553"/>
              <a:ext cx="32319" cy="73873"/>
            </a:xfrm>
            <a:custGeom>
              <a:avLst/>
              <a:gdLst>
                <a:gd name="T0" fmla="*/ 56 w 56"/>
                <a:gd name="T1" fmla="*/ 128 h 128"/>
                <a:gd name="T2" fmla="*/ 0 w 56"/>
                <a:gd name="T3" fmla="*/ 128 h 128"/>
                <a:gd name="T4" fmla="*/ 0 w 56"/>
                <a:gd name="T5" fmla="*/ 28 h 128"/>
                <a:gd name="T6" fmla="*/ 0 w 56"/>
                <a:gd name="T7" fmla="*/ 28 h 128"/>
                <a:gd name="T8" fmla="*/ 2 w 56"/>
                <a:gd name="T9" fmla="*/ 18 h 128"/>
                <a:gd name="T10" fmla="*/ 8 w 56"/>
                <a:gd name="T11" fmla="*/ 8 h 128"/>
                <a:gd name="T12" fmla="*/ 16 w 56"/>
                <a:gd name="T13" fmla="*/ 2 h 128"/>
                <a:gd name="T14" fmla="*/ 28 w 56"/>
                <a:gd name="T15" fmla="*/ 0 h 128"/>
                <a:gd name="T16" fmla="*/ 28 w 56"/>
                <a:gd name="T17" fmla="*/ 0 h 128"/>
                <a:gd name="T18" fmla="*/ 38 w 56"/>
                <a:gd name="T19" fmla="*/ 2 h 128"/>
                <a:gd name="T20" fmla="*/ 48 w 56"/>
                <a:gd name="T21" fmla="*/ 8 h 128"/>
                <a:gd name="T22" fmla="*/ 54 w 56"/>
                <a:gd name="T23" fmla="*/ 18 h 128"/>
                <a:gd name="T24" fmla="*/ 56 w 56"/>
                <a:gd name="T25" fmla="*/ 28 h 128"/>
                <a:gd name="T26" fmla="*/ 56 w 56"/>
                <a:gd name="T27" fmla="*/ 128 h 128"/>
                <a:gd name="T28" fmla="*/ 18 w 56"/>
                <a:gd name="T29" fmla="*/ 110 h 128"/>
                <a:gd name="T30" fmla="*/ 38 w 56"/>
                <a:gd name="T31" fmla="*/ 110 h 128"/>
                <a:gd name="T32" fmla="*/ 38 w 56"/>
                <a:gd name="T33" fmla="*/ 28 h 128"/>
                <a:gd name="T34" fmla="*/ 38 w 56"/>
                <a:gd name="T35" fmla="*/ 28 h 128"/>
                <a:gd name="T36" fmla="*/ 38 w 56"/>
                <a:gd name="T37" fmla="*/ 24 h 128"/>
                <a:gd name="T38" fmla="*/ 36 w 56"/>
                <a:gd name="T39" fmla="*/ 20 h 128"/>
                <a:gd name="T40" fmla="*/ 32 w 56"/>
                <a:gd name="T41" fmla="*/ 18 h 128"/>
                <a:gd name="T42" fmla="*/ 28 w 56"/>
                <a:gd name="T43" fmla="*/ 18 h 128"/>
                <a:gd name="T44" fmla="*/ 28 w 56"/>
                <a:gd name="T45" fmla="*/ 18 h 128"/>
                <a:gd name="T46" fmla="*/ 24 w 56"/>
                <a:gd name="T47" fmla="*/ 18 h 128"/>
                <a:gd name="T48" fmla="*/ 20 w 56"/>
                <a:gd name="T49" fmla="*/ 20 h 128"/>
                <a:gd name="T50" fmla="*/ 18 w 56"/>
                <a:gd name="T51" fmla="*/ 24 h 128"/>
                <a:gd name="T52" fmla="*/ 18 w 56"/>
                <a:gd name="T53" fmla="*/ 28 h 128"/>
                <a:gd name="T54" fmla="*/ 18 w 56"/>
                <a:gd name="T55" fmla="*/ 11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128">
                  <a:moveTo>
                    <a:pt x="56" y="128"/>
                  </a:moveTo>
                  <a:lnTo>
                    <a:pt x="0" y="128"/>
                  </a:lnTo>
                  <a:lnTo>
                    <a:pt x="0" y="28"/>
                  </a:lnTo>
                  <a:lnTo>
                    <a:pt x="0" y="28"/>
                  </a:lnTo>
                  <a:lnTo>
                    <a:pt x="2" y="18"/>
                  </a:lnTo>
                  <a:lnTo>
                    <a:pt x="8" y="8"/>
                  </a:lnTo>
                  <a:lnTo>
                    <a:pt x="16" y="2"/>
                  </a:lnTo>
                  <a:lnTo>
                    <a:pt x="28" y="0"/>
                  </a:lnTo>
                  <a:lnTo>
                    <a:pt x="28" y="0"/>
                  </a:lnTo>
                  <a:lnTo>
                    <a:pt x="38" y="2"/>
                  </a:lnTo>
                  <a:lnTo>
                    <a:pt x="48" y="8"/>
                  </a:lnTo>
                  <a:lnTo>
                    <a:pt x="54" y="18"/>
                  </a:lnTo>
                  <a:lnTo>
                    <a:pt x="56" y="28"/>
                  </a:lnTo>
                  <a:lnTo>
                    <a:pt x="56" y="128"/>
                  </a:lnTo>
                  <a:close/>
                  <a:moveTo>
                    <a:pt x="18" y="110"/>
                  </a:moveTo>
                  <a:lnTo>
                    <a:pt x="38" y="110"/>
                  </a:lnTo>
                  <a:lnTo>
                    <a:pt x="38" y="28"/>
                  </a:lnTo>
                  <a:lnTo>
                    <a:pt x="38" y="28"/>
                  </a:lnTo>
                  <a:lnTo>
                    <a:pt x="38" y="24"/>
                  </a:lnTo>
                  <a:lnTo>
                    <a:pt x="36" y="20"/>
                  </a:lnTo>
                  <a:lnTo>
                    <a:pt x="32" y="18"/>
                  </a:lnTo>
                  <a:lnTo>
                    <a:pt x="28" y="18"/>
                  </a:lnTo>
                  <a:lnTo>
                    <a:pt x="28" y="18"/>
                  </a:lnTo>
                  <a:lnTo>
                    <a:pt x="24" y="18"/>
                  </a:lnTo>
                  <a:lnTo>
                    <a:pt x="20" y="20"/>
                  </a:lnTo>
                  <a:lnTo>
                    <a:pt x="18" y="24"/>
                  </a:lnTo>
                  <a:lnTo>
                    <a:pt x="18" y="28"/>
                  </a:lnTo>
                  <a:lnTo>
                    <a:pt x="18" y="1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33" name="Freeform 10">
              <a:extLst>
                <a:ext uri="{FF2B5EF4-FFF2-40B4-BE49-F238E27FC236}">
                  <a16:creationId xmlns:a16="http://schemas.microsoft.com/office/drawing/2014/main" id="{FD370BD0-7222-04AB-4D56-AFBE5CA5B72B}"/>
                </a:ext>
              </a:extLst>
            </p:cNvPr>
            <p:cNvSpPr>
              <a:spLocks noEditPoints="1"/>
            </p:cNvSpPr>
            <p:nvPr/>
          </p:nvSpPr>
          <p:spPr bwMode="auto">
            <a:xfrm flipH="1">
              <a:off x="579290" y="7233553"/>
              <a:ext cx="32319" cy="73873"/>
            </a:xfrm>
            <a:custGeom>
              <a:avLst/>
              <a:gdLst>
                <a:gd name="T0" fmla="*/ 56 w 56"/>
                <a:gd name="T1" fmla="*/ 128 h 128"/>
                <a:gd name="T2" fmla="*/ 0 w 56"/>
                <a:gd name="T3" fmla="*/ 128 h 128"/>
                <a:gd name="T4" fmla="*/ 0 w 56"/>
                <a:gd name="T5" fmla="*/ 28 h 128"/>
                <a:gd name="T6" fmla="*/ 0 w 56"/>
                <a:gd name="T7" fmla="*/ 28 h 128"/>
                <a:gd name="T8" fmla="*/ 2 w 56"/>
                <a:gd name="T9" fmla="*/ 18 h 128"/>
                <a:gd name="T10" fmla="*/ 8 w 56"/>
                <a:gd name="T11" fmla="*/ 8 h 128"/>
                <a:gd name="T12" fmla="*/ 16 w 56"/>
                <a:gd name="T13" fmla="*/ 2 h 128"/>
                <a:gd name="T14" fmla="*/ 28 w 56"/>
                <a:gd name="T15" fmla="*/ 0 h 128"/>
                <a:gd name="T16" fmla="*/ 28 w 56"/>
                <a:gd name="T17" fmla="*/ 0 h 128"/>
                <a:gd name="T18" fmla="*/ 38 w 56"/>
                <a:gd name="T19" fmla="*/ 2 h 128"/>
                <a:gd name="T20" fmla="*/ 48 w 56"/>
                <a:gd name="T21" fmla="*/ 8 h 128"/>
                <a:gd name="T22" fmla="*/ 54 w 56"/>
                <a:gd name="T23" fmla="*/ 18 h 128"/>
                <a:gd name="T24" fmla="*/ 56 w 56"/>
                <a:gd name="T25" fmla="*/ 28 h 128"/>
                <a:gd name="T26" fmla="*/ 56 w 56"/>
                <a:gd name="T27" fmla="*/ 128 h 128"/>
                <a:gd name="T28" fmla="*/ 18 w 56"/>
                <a:gd name="T29" fmla="*/ 110 h 128"/>
                <a:gd name="T30" fmla="*/ 38 w 56"/>
                <a:gd name="T31" fmla="*/ 110 h 128"/>
                <a:gd name="T32" fmla="*/ 38 w 56"/>
                <a:gd name="T33" fmla="*/ 28 h 128"/>
                <a:gd name="T34" fmla="*/ 38 w 56"/>
                <a:gd name="T35" fmla="*/ 28 h 128"/>
                <a:gd name="T36" fmla="*/ 38 w 56"/>
                <a:gd name="T37" fmla="*/ 24 h 128"/>
                <a:gd name="T38" fmla="*/ 36 w 56"/>
                <a:gd name="T39" fmla="*/ 20 h 128"/>
                <a:gd name="T40" fmla="*/ 32 w 56"/>
                <a:gd name="T41" fmla="*/ 18 h 128"/>
                <a:gd name="T42" fmla="*/ 28 w 56"/>
                <a:gd name="T43" fmla="*/ 18 h 128"/>
                <a:gd name="T44" fmla="*/ 28 w 56"/>
                <a:gd name="T45" fmla="*/ 18 h 128"/>
                <a:gd name="T46" fmla="*/ 24 w 56"/>
                <a:gd name="T47" fmla="*/ 18 h 128"/>
                <a:gd name="T48" fmla="*/ 20 w 56"/>
                <a:gd name="T49" fmla="*/ 20 h 128"/>
                <a:gd name="T50" fmla="*/ 18 w 56"/>
                <a:gd name="T51" fmla="*/ 24 h 128"/>
                <a:gd name="T52" fmla="*/ 18 w 56"/>
                <a:gd name="T53" fmla="*/ 28 h 128"/>
                <a:gd name="T54" fmla="*/ 18 w 56"/>
                <a:gd name="T55" fmla="*/ 11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128">
                  <a:moveTo>
                    <a:pt x="56" y="128"/>
                  </a:moveTo>
                  <a:lnTo>
                    <a:pt x="0" y="128"/>
                  </a:lnTo>
                  <a:lnTo>
                    <a:pt x="0" y="28"/>
                  </a:lnTo>
                  <a:lnTo>
                    <a:pt x="0" y="28"/>
                  </a:lnTo>
                  <a:lnTo>
                    <a:pt x="2" y="18"/>
                  </a:lnTo>
                  <a:lnTo>
                    <a:pt x="8" y="8"/>
                  </a:lnTo>
                  <a:lnTo>
                    <a:pt x="16" y="2"/>
                  </a:lnTo>
                  <a:lnTo>
                    <a:pt x="28" y="0"/>
                  </a:lnTo>
                  <a:lnTo>
                    <a:pt x="28" y="0"/>
                  </a:lnTo>
                  <a:lnTo>
                    <a:pt x="38" y="2"/>
                  </a:lnTo>
                  <a:lnTo>
                    <a:pt x="48" y="8"/>
                  </a:lnTo>
                  <a:lnTo>
                    <a:pt x="54" y="18"/>
                  </a:lnTo>
                  <a:lnTo>
                    <a:pt x="56" y="28"/>
                  </a:lnTo>
                  <a:lnTo>
                    <a:pt x="56" y="128"/>
                  </a:lnTo>
                  <a:close/>
                  <a:moveTo>
                    <a:pt x="18" y="110"/>
                  </a:moveTo>
                  <a:lnTo>
                    <a:pt x="38" y="110"/>
                  </a:lnTo>
                  <a:lnTo>
                    <a:pt x="38" y="28"/>
                  </a:lnTo>
                  <a:lnTo>
                    <a:pt x="38" y="28"/>
                  </a:lnTo>
                  <a:lnTo>
                    <a:pt x="38" y="24"/>
                  </a:lnTo>
                  <a:lnTo>
                    <a:pt x="36" y="20"/>
                  </a:lnTo>
                  <a:lnTo>
                    <a:pt x="32" y="18"/>
                  </a:lnTo>
                  <a:lnTo>
                    <a:pt x="28" y="18"/>
                  </a:lnTo>
                  <a:lnTo>
                    <a:pt x="28" y="18"/>
                  </a:lnTo>
                  <a:lnTo>
                    <a:pt x="24" y="18"/>
                  </a:lnTo>
                  <a:lnTo>
                    <a:pt x="20" y="20"/>
                  </a:lnTo>
                  <a:lnTo>
                    <a:pt x="18" y="24"/>
                  </a:lnTo>
                  <a:lnTo>
                    <a:pt x="18" y="28"/>
                  </a:lnTo>
                  <a:lnTo>
                    <a:pt x="18" y="1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34" name="Freeform 11">
              <a:extLst>
                <a:ext uri="{FF2B5EF4-FFF2-40B4-BE49-F238E27FC236}">
                  <a16:creationId xmlns:a16="http://schemas.microsoft.com/office/drawing/2014/main" id="{D4543354-1016-D1DB-A89B-CB19E91F8B0A}"/>
                </a:ext>
              </a:extLst>
            </p:cNvPr>
            <p:cNvSpPr>
              <a:spLocks/>
            </p:cNvSpPr>
            <p:nvPr/>
          </p:nvSpPr>
          <p:spPr bwMode="auto">
            <a:xfrm flipH="1">
              <a:off x="568902" y="7415926"/>
              <a:ext cx="61176" cy="60021"/>
            </a:xfrm>
            <a:custGeom>
              <a:avLst/>
              <a:gdLst>
                <a:gd name="T0" fmla="*/ 90 w 106"/>
                <a:gd name="T1" fmla="*/ 104 h 104"/>
                <a:gd name="T2" fmla="*/ 90 w 106"/>
                <a:gd name="T3" fmla="*/ 104 h 104"/>
                <a:gd name="T4" fmla="*/ 76 w 106"/>
                <a:gd name="T5" fmla="*/ 102 h 104"/>
                <a:gd name="T6" fmla="*/ 60 w 106"/>
                <a:gd name="T7" fmla="*/ 96 h 104"/>
                <a:gd name="T8" fmla="*/ 46 w 106"/>
                <a:gd name="T9" fmla="*/ 90 h 104"/>
                <a:gd name="T10" fmla="*/ 32 w 106"/>
                <a:gd name="T11" fmla="*/ 80 h 104"/>
                <a:gd name="T12" fmla="*/ 32 w 106"/>
                <a:gd name="T13" fmla="*/ 80 h 104"/>
                <a:gd name="T14" fmla="*/ 20 w 106"/>
                <a:gd name="T15" fmla="*/ 64 h 104"/>
                <a:gd name="T16" fmla="*/ 10 w 106"/>
                <a:gd name="T17" fmla="*/ 46 h 104"/>
                <a:gd name="T18" fmla="*/ 2 w 106"/>
                <a:gd name="T19" fmla="*/ 28 h 104"/>
                <a:gd name="T20" fmla="*/ 0 w 106"/>
                <a:gd name="T21" fmla="*/ 8 h 104"/>
                <a:gd name="T22" fmla="*/ 0 w 106"/>
                <a:gd name="T23" fmla="*/ 0 h 104"/>
                <a:gd name="T24" fmla="*/ 18 w 106"/>
                <a:gd name="T25" fmla="*/ 0 h 104"/>
                <a:gd name="T26" fmla="*/ 18 w 106"/>
                <a:gd name="T27" fmla="*/ 8 h 104"/>
                <a:gd name="T28" fmla="*/ 18 w 106"/>
                <a:gd name="T29" fmla="*/ 8 h 104"/>
                <a:gd name="T30" fmla="*/ 20 w 106"/>
                <a:gd name="T31" fmla="*/ 24 h 104"/>
                <a:gd name="T32" fmla="*/ 26 w 106"/>
                <a:gd name="T33" fmla="*/ 40 h 104"/>
                <a:gd name="T34" fmla="*/ 34 w 106"/>
                <a:gd name="T35" fmla="*/ 54 h 104"/>
                <a:gd name="T36" fmla="*/ 46 w 106"/>
                <a:gd name="T37" fmla="*/ 66 h 104"/>
                <a:gd name="T38" fmla="*/ 46 w 106"/>
                <a:gd name="T39" fmla="*/ 66 h 104"/>
                <a:gd name="T40" fmla="*/ 56 w 106"/>
                <a:gd name="T41" fmla="*/ 74 h 104"/>
                <a:gd name="T42" fmla="*/ 70 w 106"/>
                <a:gd name="T43" fmla="*/ 82 h 104"/>
                <a:gd name="T44" fmla="*/ 82 w 106"/>
                <a:gd name="T45" fmla="*/ 84 h 104"/>
                <a:gd name="T46" fmla="*/ 94 w 106"/>
                <a:gd name="T47" fmla="*/ 84 h 104"/>
                <a:gd name="T48" fmla="*/ 104 w 106"/>
                <a:gd name="T49" fmla="*/ 84 h 104"/>
                <a:gd name="T50" fmla="*/ 106 w 106"/>
                <a:gd name="T51" fmla="*/ 102 h 104"/>
                <a:gd name="T52" fmla="*/ 96 w 106"/>
                <a:gd name="T53" fmla="*/ 102 h 104"/>
                <a:gd name="T54" fmla="*/ 96 w 106"/>
                <a:gd name="T55" fmla="*/ 102 h 104"/>
                <a:gd name="T56" fmla="*/ 90 w 106"/>
                <a:gd name="T57" fmla="*/ 104 h 104"/>
                <a:gd name="T58" fmla="*/ 90 w 106"/>
                <a:gd name="T59" fmla="*/ 10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6" h="104">
                  <a:moveTo>
                    <a:pt x="90" y="104"/>
                  </a:moveTo>
                  <a:lnTo>
                    <a:pt x="90" y="104"/>
                  </a:lnTo>
                  <a:lnTo>
                    <a:pt x="76" y="102"/>
                  </a:lnTo>
                  <a:lnTo>
                    <a:pt x="60" y="96"/>
                  </a:lnTo>
                  <a:lnTo>
                    <a:pt x="46" y="90"/>
                  </a:lnTo>
                  <a:lnTo>
                    <a:pt x="32" y="80"/>
                  </a:lnTo>
                  <a:lnTo>
                    <a:pt x="32" y="80"/>
                  </a:lnTo>
                  <a:lnTo>
                    <a:pt x="20" y="64"/>
                  </a:lnTo>
                  <a:lnTo>
                    <a:pt x="10" y="46"/>
                  </a:lnTo>
                  <a:lnTo>
                    <a:pt x="2" y="28"/>
                  </a:lnTo>
                  <a:lnTo>
                    <a:pt x="0" y="8"/>
                  </a:lnTo>
                  <a:lnTo>
                    <a:pt x="0" y="0"/>
                  </a:lnTo>
                  <a:lnTo>
                    <a:pt x="18" y="0"/>
                  </a:lnTo>
                  <a:lnTo>
                    <a:pt x="18" y="8"/>
                  </a:lnTo>
                  <a:lnTo>
                    <a:pt x="18" y="8"/>
                  </a:lnTo>
                  <a:lnTo>
                    <a:pt x="20" y="24"/>
                  </a:lnTo>
                  <a:lnTo>
                    <a:pt x="26" y="40"/>
                  </a:lnTo>
                  <a:lnTo>
                    <a:pt x="34" y="54"/>
                  </a:lnTo>
                  <a:lnTo>
                    <a:pt x="46" y="66"/>
                  </a:lnTo>
                  <a:lnTo>
                    <a:pt x="46" y="66"/>
                  </a:lnTo>
                  <a:lnTo>
                    <a:pt x="56" y="74"/>
                  </a:lnTo>
                  <a:lnTo>
                    <a:pt x="70" y="82"/>
                  </a:lnTo>
                  <a:lnTo>
                    <a:pt x="82" y="84"/>
                  </a:lnTo>
                  <a:lnTo>
                    <a:pt x="94" y="84"/>
                  </a:lnTo>
                  <a:lnTo>
                    <a:pt x="104" y="84"/>
                  </a:lnTo>
                  <a:lnTo>
                    <a:pt x="106" y="102"/>
                  </a:lnTo>
                  <a:lnTo>
                    <a:pt x="96" y="102"/>
                  </a:lnTo>
                  <a:lnTo>
                    <a:pt x="96" y="102"/>
                  </a:lnTo>
                  <a:lnTo>
                    <a:pt x="90" y="104"/>
                  </a:lnTo>
                  <a:lnTo>
                    <a:pt x="90"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35" name="Freeform 12">
              <a:extLst>
                <a:ext uri="{FF2B5EF4-FFF2-40B4-BE49-F238E27FC236}">
                  <a16:creationId xmlns:a16="http://schemas.microsoft.com/office/drawing/2014/main" id="{29466ACF-73A3-A4BB-BB74-D07472C19AD3}"/>
                </a:ext>
              </a:extLst>
            </p:cNvPr>
            <p:cNvSpPr>
              <a:spLocks/>
            </p:cNvSpPr>
            <p:nvPr/>
          </p:nvSpPr>
          <p:spPr bwMode="auto">
            <a:xfrm flipH="1">
              <a:off x="435008" y="7098505"/>
              <a:ext cx="384368" cy="379751"/>
            </a:xfrm>
            <a:custGeom>
              <a:avLst/>
              <a:gdLst>
                <a:gd name="T0" fmla="*/ 250 w 666"/>
                <a:gd name="T1" fmla="*/ 656 h 658"/>
                <a:gd name="T2" fmla="*/ 172 w 666"/>
                <a:gd name="T3" fmla="*/ 626 h 658"/>
                <a:gd name="T4" fmla="*/ 106 w 666"/>
                <a:gd name="T5" fmla="*/ 578 h 658"/>
                <a:gd name="T6" fmla="*/ 54 w 666"/>
                <a:gd name="T7" fmla="*/ 516 h 658"/>
                <a:gd name="T8" fmla="*/ 18 w 666"/>
                <a:gd name="T9" fmla="*/ 442 h 658"/>
                <a:gd name="T10" fmla="*/ 2 w 666"/>
                <a:gd name="T11" fmla="*/ 362 h 658"/>
                <a:gd name="T12" fmla="*/ 2 w 666"/>
                <a:gd name="T13" fmla="*/ 300 h 658"/>
                <a:gd name="T14" fmla="*/ 26 w 666"/>
                <a:gd name="T15" fmla="*/ 204 h 658"/>
                <a:gd name="T16" fmla="*/ 76 w 666"/>
                <a:gd name="T17" fmla="*/ 122 h 658"/>
                <a:gd name="T18" fmla="*/ 148 w 666"/>
                <a:gd name="T19" fmla="*/ 58 h 658"/>
                <a:gd name="T20" fmla="*/ 234 w 666"/>
                <a:gd name="T21" fmla="*/ 16 h 658"/>
                <a:gd name="T22" fmla="*/ 334 w 666"/>
                <a:gd name="T23" fmla="*/ 0 h 658"/>
                <a:gd name="T24" fmla="*/ 400 w 666"/>
                <a:gd name="T25" fmla="*/ 8 h 658"/>
                <a:gd name="T26" fmla="*/ 492 w 666"/>
                <a:gd name="T27" fmla="*/ 42 h 658"/>
                <a:gd name="T28" fmla="*/ 568 w 666"/>
                <a:gd name="T29" fmla="*/ 98 h 658"/>
                <a:gd name="T30" fmla="*/ 626 w 666"/>
                <a:gd name="T31" fmla="*/ 176 h 658"/>
                <a:gd name="T32" fmla="*/ 660 w 666"/>
                <a:gd name="T33" fmla="*/ 266 h 658"/>
                <a:gd name="T34" fmla="*/ 666 w 666"/>
                <a:gd name="T35" fmla="*/ 334 h 658"/>
                <a:gd name="T36" fmla="*/ 658 w 666"/>
                <a:gd name="T37" fmla="*/ 412 h 658"/>
                <a:gd name="T38" fmla="*/ 630 w 666"/>
                <a:gd name="T39" fmla="*/ 486 h 658"/>
                <a:gd name="T40" fmla="*/ 588 w 666"/>
                <a:gd name="T41" fmla="*/ 550 h 658"/>
                <a:gd name="T42" fmla="*/ 532 w 666"/>
                <a:gd name="T43" fmla="*/ 602 h 658"/>
                <a:gd name="T44" fmla="*/ 462 w 666"/>
                <a:gd name="T45" fmla="*/ 640 h 658"/>
                <a:gd name="T46" fmla="*/ 424 w 666"/>
                <a:gd name="T47" fmla="*/ 636 h 658"/>
                <a:gd name="T48" fmla="*/ 456 w 666"/>
                <a:gd name="T49" fmla="*/ 624 h 658"/>
                <a:gd name="T50" fmla="*/ 520 w 666"/>
                <a:gd name="T51" fmla="*/ 588 h 658"/>
                <a:gd name="T52" fmla="*/ 574 w 666"/>
                <a:gd name="T53" fmla="*/ 538 h 658"/>
                <a:gd name="T54" fmla="*/ 614 w 666"/>
                <a:gd name="T55" fmla="*/ 478 h 658"/>
                <a:gd name="T56" fmla="*/ 640 w 666"/>
                <a:gd name="T57" fmla="*/ 408 h 658"/>
                <a:gd name="T58" fmla="*/ 648 w 666"/>
                <a:gd name="T59" fmla="*/ 334 h 658"/>
                <a:gd name="T60" fmla="*/ 642 w 666"/>
                <a:gd name="T61" fmla="*/ 270 h 658"/>
                <a:gd name="T62" fmla="*/ 610 w 666"/>
                <a:gd name="T63" fmla="*/ 184 h 658"/>
                <a:gd name="T64" fmla="*/ 556 w 666"/>
                <a:gd name="T65" fmla="*/ 112 h 658"/>
                <a:gd name="T66" fmla="*/ 484 w 666"/>
                <a:gd name="T67" fmla="*/ 56 h 658"/>
                <a:gd name="T68" fmla="*/ 396 w 666"/>
                <a:gd name="T69" fmla="*/ 26 h 658"/>
                <a:gd name="T70" fmla="*/ 334 w 666"/>
                <a:gd name="T71" fmla="*/ 18 h 658"/>
                <a:gd name="T72" fmla="*/ 240 w 666"/>
                <a:gd name="T73" fmla="*/ 32 h 658"/>
                <a:gd name="T74" fmla="*/ 158 w 666"/>
                <a:gd name="T75" fmla="*/ 72 h 658"/>
                <a:gd name="T76" fmla="*/ 90 w 666"/>
                <a:gd name="T77" fmla="*/ 134 h 658"/>
                <a:gd name="T78" fmla="*/ 44 w 666"/>
                <a:gd name="T79" fmla="*/ 212 h 658"/>
                <a:gd name="T80" fmla="*/ 20 w 666"/>
                <a:gd name="T81" fmla="*/ 302 h 658"/>
                <a:gd name="T82" fmla="*/ 20 w 666"/>
                <a:gd name="T83" fmla="*/ 360 h 658"/>
                <a:gd name="T84" fmla="*/ 36 w 666"/>
                <a:gd name="T85" fmla="*/ 436 h 658"/>
                <a:gd name="T86" fmla="*/ 70 w 666"/>
                <a:gd name="T87" fmla="*/ 506 h 658"/>
                <a:gd name="T88" fmla="*/ 118 w 666"/>
                <a:gd name="T89" fmla="*/ 564 h 658"/>
                <a:gd name="T90" fmla="*/ 180 w 666"/>
                <a:gd name="T91" fmla="*/ 610 h 658"/>
                <a:gd name="T92" fmla="*/ 254 w 666"/>
                <a:gd name="T93" fmla="*/ 6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66" h="658">
                  <a:moveTo>
                    <a:pt x="258" y="658"/>
                  </a:moveTo>
                  <a:lnTo>
                    <a:pt x="250" y="656"/>
                  </a:lnTo>
                  <a:lnTo>
                    <a:pt x="250" y="656"/>
                  </a:lnTo>
                  <a:lnTo>
                    <a:pt x="222" y="648"/>
                  </a:lnTo>
                  <a:lnTo>
                    <a:pt x="196" y="638"/>
                  </a:lnTo>
                  <a:lnTo>
                    <a:pt x="172" y="626"/>
                  </a:lnTo>
                  <a:lnTo>
                    <a:pt x="148" y="612"/>
                  </a:lnTo>
                  <a:lnTo>
                    <a:pt x="126" y="596"/>
                  </a:lnTo>
                  <a:lnTo>
                    <a:pt x="106" y="578"/>
                  </a:lnTo>
                  <a:lnTo>
                    <a:pt x="88" y="558"/>
                  </a:lnTo>
                  <a:lnTo>
                    <a:pt x="70" y="538"/>
                  </a:lnTo>
                  <a:lnTo>
                    <a:pt x="54" y="516"/>
                  </a:lnTo>
                  <a:lnTo>
                    <a:pt x="40" y="492"/>
                  </a:lnTo>
                  <a:lnTo>
                    <a:pt x="28" y="468"/>
                  </a:lnTo>
                  <a:lnTo>
                    <a:pt x="18" y="442"/>
                  </a:lnTo>
                  <a:lnTo>
                    <a:pt x="10" y="416"/>
                  </a:lnTo>
                  <a:lnTo>
                    <a:pt x="4" y="390"/>
                  </a:lnTo>
                  <a:lnTo>
                    <a:pt x="2" y="362"/>
                  </a:lnTo>
                  <a:lnTo>
                    <a:pt x="0" y="334"/>
                  </a:lnTo>
                  <a:lnTo>
                    <a:pt x="0" y="334"/>
                  </a:lnTo>
                  <a:lnTo>
                    <a:pt x="2" y="300"/>
                  </a:lnTo>
                  <a:lnTo>
                    <a:pt x="8" y="266"/>
                  </a:lnTo>
                  <a:lnTo>
                    <a:pt x="16" y="234"/>
                  </a:lnTo>
                  <a:lnTo>
                    <a:pt x="26" y="204"/>
                  </a:lnTo>
                  <a:lnTo>
                    <a:pt x="40" y="176"/>
                  </a:lnTo>
                  <a:lnTo>
                    <a:pt x="58" y="148"/>
                  </a:lnTo>
                  <a:lnTo>
                    <a:pt x="76" y="122"/>
                  </a:lnTo>
                  <a:lnTo>
                    <a:pt x="98" y="98"/>
                  </a:lnTo>
                  <a:lnTo>
                    <a:pt x="122" y="76"/>
                  </a:lnTo>
                  <a:lnTo>
                    <a:pt x="148" y="58"/>
                  </a:lnTo>
                  <a:lnTo>
                    <a:pt x="174" y="42"/>
                  </a:lnTo>
                  <a:lnTo>
                    <a:pt x="204" y="28"/>
                  </a:lnTo>
                  <a:lnTo>
                    <a:pt x="234" y="16"/>
                  </a:lnTo>
                  <a:lnTo>
                    <a:pt x="266" y="8"/>
                  </a:lnTo>
                  <a:lnTo>
                    <a:pt x="300" y="2"/>
                  </a:lnTo>
                  <a:lnTo>
                    <a:pt x="334" y="0"/>
                  </a:lnTo>
                  <a:lnTo>
                    <a:pt x="334" y="0"/>
                  </a:lnTo>
                  <a:lnTo>
                    <a:pt x="368" y="2"/>
                  </a:lnTo>
                  <a:lnTo>
                    <a:pt x="400" y="8"/>
                  </a:lnTo>
                  <a:lnTo>
                    <a:pt x="432" y="16"/>
                  </a:lnTo>
                  <a:lnTo>
                    <a:pt x="462" y="28"/>
                  </a:lnTo>
                  <a:lnTo>
                    <a:pt x="492" y="42"/>
                  </a:lnTo>
                  <a:lnTo>
                    <a:pt x="520" y="58"/>
                  </a:lnTo>
                  <a:lnTo>
                    <a:pt x="546" y="76"/>
                  </a:lnTo>
                  <a:lnTo>
                    <a:pt x="568" y="98"/>
                  </a:lnTo>
                  <a:lnTo>
                    <a:pt x="590" y="122"/>
                  </a:lnTo>
                  <a:lnTo>
                    <a:pt x="610" y="148"/>
                  </a:lnTo>
                  <a:lnTo>
                    <a:pt x="626" y="176"/>
                  </a:lnTo>
                  <a:lnTo>
                    <a:pt x="640" y="204"/>
                  </a:lnTo>
                  <a:lnTo>
                    <a:pt x="652" y="234"/>
                  </a:lnTo>
                  <a:lnTo>
                    <a:pt x="660" y="266"/>
                  </a:lnTo>
                  <a:lnTo>
                    <a:pt x="664" y="300"/>
                  </a:lnTo>
                  <a:lnTo>
                    <a:pt x="666" y="334"/>
                  </a:lnTo>
                  <a:lnTo>
                    <a:pt x="666" y="334"/>
                  </a:lnTo>
                  <a:lnTo>
                    <a:pt x="666" y="360"/>
                  </a:lnTo>
                  <a:lnTo>
                    <a:pt x="662" y="388"/>
                  </a:lnTo>
                  <a:lnTo>
                    <a:pt x="658" y="412"/>
                  </a:lnTo>
                  <a:lnTo>
                    <a:pt x="650" y="438"/>
                  </a:lnTo>
                  <a:lnTo>
                    <a:pt x="640" y="462"/>
                  </a:lnTo>
                  <a:lnTo>
                    <a:pt x="630" y="486"/>
                  </a:lnTo>
                  <a:lnTo>
                    <a:pt x="618" y="508"/>
                  </a:lnTo>
                  <a:lnTo>
                    <a:pt x="604" y="530"/>
                  </a:lnTo>
                  <a:lnTo>
                    <a:pt x="588" y="550"/>
                  </a:lnTo>
                  <a:lnTo>
                    <a:pt x="570" y="568"/>
                  </a:lnTo>
                  <a:lnTo>
                    <a:pt x="552" y="586"/>
                  </a:lnTo>
                  <a:lnTo>
                    <a:pt x="532" y="602"/>
                  </a:lnTo>
                  <a:lnTo>
                    <a:pt x="510" y="616"/>
                  </a:lnTo>
                  <a:lnTo>
                    <a:pt x="486" y="630"/>
                  </a:lnTo>
                  <a:lnTo>
                    <a:pt x="462" y="640"/>
                  </a:lnTo>
                  <a:lnTo>
                    <a:pt x="438" y="650"/>
                  </a:lnTo>
                  <a:lnTo>
                    <a:pt x="430" y="654"/>
                  </a:lnTo>
                  <a:lnTo>
                    <a:pt x="424" y="636"/>
                  </a:lnTo>
                  <a:lnTo>
                    <a:pt x="432" y="634"/>
                  </a:lnTo>
                  <a:lnTo>
                    <a:pt x="432" y="634"/>
                  </a:lnTo>
                  <a:lnTo>
                    <a:pt x="456" y="624"/>
                  </a:lnTo>
                  <a:lnTo>
                    <a:pt x="478" y="614"/>
                  </a:lnTo>
                  <a:lnTo>
                    <a:pt x="500" y="602"/>
                  </a:lnTo>
                  <a:lnTo>
                    <a:pt x="520" y="588"/>
                  </a:lnTo>
                  <a:lnTo>
                    <a:pt x="540" y="572"/>
                  </a:lnTo>
                  <a:lnTo>
                    <a:pt x="558" y="556"/>
                  </a:lnTo>
                  <a:lnTo>
                    <a:pt x="574" y="538"/>
                  </a:lnTo>
                  <a:lnTo>
                    <a:pt x="588" y="518"/>
                  </a:lnTo>
                  <a:lnTo>
                    <a:pt x="602" y="498"/>
                  </a:lnTo>
                  <a:lnTo>
                    <a:pt x="614" y="478"/>
                  </a:lnTo>
                  <a:lnTo>
                    <a:pt x="624" y="456"/>
                  </a:lnTo>
                  <a:lnTo>
                    <a:pt x="632" y="432"/>
                  </a:lnTo>
                  <a:lnTo>
                    <a:pt x="640" y="408"/>
                  </a:lnTo>
                  <a:lnTo>
                    <a:pt x="644" y="384"/>
                  </a:lnTo>
                  <a:lnTo>
                    <a:pt x="648" y="360"/>
                  </a:lnTo>
                  <a:lnTo>
                    <a:pt x="648" y="334"/>
                  </a:lnTo>
                  <a:lnTo>
                    <a:pt x="648" y="334"/>
                  </a:lnTo>
                  <a:lnTo>
                    <a:pt x="646" y="302"/>
                  </a:lnTo>
                  <a:lnTo>
                    <a:pt x="642" y="270"/>
                  </a:lnTo>
                  <a:lnTo>
                    <a:pt x="634" y="240"/>
                  </a:lnTo>
                  <a:lnTo>
                    <a:pt x="624" y="212"/>
                  </a:lnTo>
                  <a:lnTo>
                    <a:pt x="610" y="184"/>
                  </a:lnTo>
                  <a:lnTo>
                    <a:pt x="594" y="158"/>
                  </a:lnTo>
                  <a:lnTo>
                    <a:pt x="576" y="134"/>
                  </a:lnTo>
                  <a:lnTo>
                    <a:pt x="556" y="112"/>
                  </a:lnTo>
                  <a:lnTo>
                    <a:pt x="534" y="90"/>
                  </a:lnTo>
                  <a:lnTo>
                    <a:pt x="510" y="72"/>
                  </a:lnTo>
                  <a:lnTo>
                    <a:pt x="484" y="56"/>
                  </a:lnTo>
                  <a:lnTo>
                    <a:pt x="456" y="44"/>
                  </a:lnTo>
                  <a:lnTo>
                    <a:pt x="426" y="32"/>
                  </a:lnTo>
                  <a:lnTo>
                    <a:pt x="396" y="26"/>
                  </a:lnTo>
                  <a:lnTo>
                    <a:pt x="366" y="20"/>
                  </a:lnTo>
                  <a:lnTo>
                    <a:pt x="334" y="18"/>
                  </a:lnTo>
                  <a:lnTo>
                    <a:pt x="334" y="18"/>
                  </a:lnTo>
                  <a:lnTo>
                    <a:pt x="302" y="20"/>
                  </a:lnTo>
                  <a:lnTo>
                    <a:pt x="270" y="26"/>
                  </a:lnTo>
                  <a:lnTo>
                    <a:pt x="240" y="32"/>
                  </a:lnTo>
                  <a:lnTo>
                    <a:pt x="210" y="44"/>
                  </a:lnTo>
                  <a:lnTo>
                    <a:pt x="184" y="56"/>
                  </a:lnTo>
                  <a:lnTo>
                    <a:pt x="158" y="72"/>
                  </a:lnTo>
                  <a:lnTo>
                    <a:pt x="134" y="90"/>
                  </a:lnTo>
                  <a:lnTo>
                    <a:pt x="110" y="112"/>
                  </a:lnTo>
                  <a:lnTo>
                    <a:pt x="90" y="134"/>
                  </a:lnTo>
                  <a:lnTo>
                    <a:pt x="72" y="158"/>
                  </a:lnTo>
                  <a:lnTo>
                    <a:pt x="56" y="184"/>
                  </a:lnTo>
                  <a:lnTo>
                    <a:pt x="44" y="212"/>
                  </a:lnTo>
                  <a:lnTo>
                    <a:pt x="32" y="240"/>
                  </a:lnTo>
                  <a:lnTo>
                    <a:pt x="24" y="270"/>
                  </a:lnTo>
                  <a:lnTo>
                    <a:pt x="20" y="302"/>
                  </a:lnTo>
                  <a:lnTo>
                    <a:pt x="18" y="334"/>
                  </a:lnTo>
                  <a:lnTo>
                    <a:pt x="18" y="334"/>
                  </a:lnTo>
                  <a:lnTo>
                    <a:pt x="20" y="360"/>
                  </a:lnTo>
                  <a:lnTo>
                    <a:pt x="22" y="386"/>
                  </a:lnTo>
                  <a:lnTo>
                    <a:pt x="28" y="412"/>
                  </a:lnTo>
                  <a:lnTo>
                    <a:pt x="36" y="436"/>
                  </a:lnTo>
                  <a:lnTo>
                    <a:pt x="44" y="460"/>
                  </a:lnTo>
                  <a:lnTo>
                    <a:pt x="56" y="484"/>
                  </a:lnTo>
                  <a:lnTo>
                    <a:pt x="70" y="506"/>
                  </a:lnTo>
                  <a:lnTo>
                    <a:pt x="84" y="526"/>
                  </a:lnTo>
                  <a:lnTo>
                    <a:pt x="100" y="546"/>
                  </a:lnTo>
                  <a:lnTo>
                    <a:pt x="118" y="564"/>
                  </a:lnTo>
                  <a:lnTo>
                    <a:pt x="138" y="580"/>
                  </a:lnTo>
                  <a:lnTo>
                    <a:pt x="158" y="596"/>
                  </a:lnTo>
                  <a:lnTo>
                    <a:pt x="180" y="610"/>
                  </a:lnTo>
                  <a:lnTo>
                    <a:pt x="204" y="622"/>
                  </a:lnTo>
                  <a:lnTo>
                    <a:pt x="228" y="632"/>
                  </a:lnTo>
                  <a:lnTo>
                    <a:pt x="254" y="638"/>
                  </a:lnTo>
                  <a:lnTo>
                    <a:pt x="262" y="642"/>
                  </a:lnTo>
                  <a:lnTo>
                    <a:pt x="258" y="6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36" name="Rectangle 13">
              <a:extLst>
                <a:ext uri="{FF2B5EF4-FFF2-40B4-BE49-F238E27FC236}">
                  <a16:creationId xmlns:a16="http://schemas.microsoft.com/office/drawing/2014/main" id="{FC59FED2-799B-6338-972B-5AFACD12220C}"/>
                </a:ext>
              </a:extLst>
            </p:cNvPr>
            <p:cNvSpPr>
              <a:spLocks noChangeArrowheads="1"/>
            </p:cNvSpPr>
            <p:nvPr/>
          </p:nvSpPr>
          <p:spPr bwMode="auto">
            <a:xfrm flipH="1">
              <a:off x="619689" y="7316660"/>
              <a:ext cx="10388" cy="3809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37" name="Freeform 14">
              <a:extLst>
                <a:ext uri="{FF2B5EF4-FFF2-40B4-BE49-F238E27FC236}">
                  <a16:creationId xmlns:a16="http://schemas.microsoft.com/office/drawing/2014/main" id="{C638976D-790C-9E4E-4F9E-040D241EF1C3}"/>
                </a:ext>
              </a:extLst>
            </p:cNvPr>
            <p:cNvSpPr>
              <a:spLocks noEditPoints="1"/>
            </p:cNvSpPr>
            <p:nvPr/>
          </p:nvSpPr>
          <p:spPr bwMode="auto">
            <a:xfrm flipH="1">
              <a:off x="609301" y="7344362"/>
              <a:ext cx="31165" cy="31165"/>
            </a:xfrm>
            <a:custGeom>
              <a:avLst/>
              <a:gdLst>
                <a:gd name="T0" fmla="*/ 28 w 54"/>
                <a:gd name="T1" fmla="*/ 54 h 54"/>
                <a:gd name="T2" fmla="*/ 28 w 54"/>
                <a:gd name="T3" fmla="*/ 54 h 54"/>
                <a:gd name="T4" fmla="*/ 18 w 54"/>
                <a:gd name="T5" fmla="*/ 52 h 54"/>
                <a:gd name="T6" fmla="*/ 8 w 54"/>
                <a:gd name="T7" fmla="*/ 46 h 54"/>
                <a:gd name="T8" fmla="*/ 2 w 54"/>
                <a:gd name="T9" fmla="*/ 38 h 54"/>
                <a:gd name="T10" fmla="*/ 0 w 54"/>
                <a:gd name="T11" fmla="*/ 26 h 54"/>
                <a:gd name="T12" fmla="*/ 0 w 54"/>
                <a:gd name="T13" fmla="*/ 26 h 54"/>
                <a:gd name="T14" fmla="*/ 2 w 54"/>
                <a:gd name="T15" fmla="*/ 16 h 54"/>
                <a:gd name="T16" fmla="*/ 8 w 54"/>
                <a:gd name="T17" fmla="*/ 8 h 54"/>
                <a:gd name="T18" fmla="*/ 18 w 54"/>
                <a:gd name="T19" fmla="*/ 2 h 54"/>
                <a:gd name="T20" fmla="*/ 28 w 54"/>
                <a:gd name="T21" fmla="*/ 0 h 54"/>
                <a:gd name="T22" fmla="*/ 28 w 54"/>
                <a:gd name="T23" fmla="*/ 0 h 54"/>
                <a:gd name="T24" fmla="*/ 38 w 54"/>
                <a:gd name="T25" fmla="*/ 2 h 54"/>
                <a:gd name="T26" fmla="*/ 46 w 54"/>
                <a:gd name="T27" fmla="*/ 8 h 54"/>
                <a:gd name="T28" fmla="*/ 52 w 54"/>
                <a:gd name="T29" fmla="*/ 16 h 54"/>
                <a:gd name="T30" fmla="*/ 54 w 54"/>
                <a:gd name="T31" fmla="*/ 26 h 54"/>
                <a:gd name="T32" fmla="*/ 54 w 54"/>
                <a:gd name="T33" fmla="*/ 26 h 54"/>
                <a:gd name="T34" fmla="*/ 52 w 54"/>
                <a:gd name="T35" fmla="*/ 38 h 54"/>
                <a:gd name="T36" fmla="*/ 46 w 54"/>
                <a:gd name="T37" fmla="*/ 46 h 54"/>
                <a:gd name="T38" fmla="*/ 38 w 54"/>
                <a:gd name="T39" fmla="*/ 52 h 54"/>
                <a:gd name="T40" fmla="*/ 28 w 54"/>
                <a:gd name="T41" fmla="*/ 54 h 54"/>
                <a:gd name="T42" fmla="*/ 28 w 54"/>
                <a:gd name="T43" fmla="*/ 54 h 54"/>
                <a:gd name="T44" fmla="*/ 28 w 54"/>
                <a:gd name="T45" fmla="*/ 18 h 54"/>
                <a:gd name="T46" fmla="*/ 28 w 54"/>
                <a:gd name="T47" fmla="*/ 18 h 54"/>
                <a:gd name="T48" fmla="*/ 24 w 54"/>
                <a:gd name="T49" fmla="*/ 18 h 54"/>
                <a:gd name="T50" fmla="*/ 22 w 54"/>
                <a:gd name="T51" fmla="*/ 20 h 54"/>
                <a:gd name="T52" fmla="*/ 20 w 54"/>
                <a:gd name="T53" fmla="*/ 22 h 54"/>
                <a:gd name="T54" fmla="*/ 18 w 54"/>
                <a:gd name="T55" fmla="*/ 26 h 54"/>
                <a:gd name="T56" fmla="*/ 18 w 54"/>
                <a:gd name="T57" fmla="*/ 26 h 54"/>
                <a:gd name="T58" fmla="*/ 20 w 54"/>
                <a:gd name="T59" fmla="*/ 30 h 54"/>
                <a:gd name="T60" fmla="*/ 22 w 54"/>
                <a:gd name="T61" fmla="*/ 34 h 54"/>
                <a:gd name="T62" fmla="*/ 24 w 54"/>
                <a:gd name="T63" fmla="*/ 36 h 54"/>
                <a:gd name="T64" fmla="*/ 28 w 54"/>
                <a:gd name="T65" fmla="*/ 36 h 54"/>
                <a:gd name="T66" fmla="*/ 28 w 54"/>
                <a:gd name="T67" fmla="*/ 36 h 54"/>
                <a:gd name="T68" fmla="*/ 32 w 54"/>
                <a:gd name="T69" fmla="*/ 36 h 54"/>
                <a:gd name="T70" fmla="*/ 34 w 54"/>
                <a:gd name="T71" fmla="*/ 34 h 54"/>
                <a:gd name="T72" fmla="*/ 36 w 54"/>
                <a:gd name="T73" fmla="*/ 30 h 54"/>
                <a:gd name="T74" fmla="*/ 36 w 54"/>
                <a:gd name="T75" fmla="*/ 26 h 54"/>
                <a:gd name="T76" fmla="*/ 36 w 54"/>
                <a:gd name="T77" fmla="*/ 26 h 54"/>
                <a:gd name="T78" fmla="*/ 36 w 54"/>
                <a:gd name="T79" fmla="*/ 22 h 54"/>
                <a:gd name="T80" fmla="*/ 34 w 54"/>
                <a:gd name="T81" fmla="*/ 20 h 54"/>
                <a:gd name="T82" fmla="*/ 32 w 54"/>
                <a:gd name="T83" fmla="*/ 18 h 54"/>
                <a:gd name="T84" fmla="*/ 28 w 54"/>
                <a:gd name="T85" fmla="*/ 18 h 54"/>
                <a:gd name="T86" fmla="*/ 28 w 54"/>
                <a:gd name="T87" fmla="*/ 18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4" h="54">
                  <a:moveTo>
                    <a:pt x="28" y="54"/>
                  </a:moveTo>
                  <a:lnTo>
                    <a:pt x="28" y="54"/>
                  </a:lnTo>
                  <a:lnTo>
                    <a:pt x="18" y="52"/>
                  </a:lnTo>
                  <a:lnTo>
                    <a:pt x="8" y="46"/>
                  </a:lnTo>
                  <a:lnTo>
                    <a:pt x="2" y="38"/>
                  </a:lnTo>
                  <a:lnTo>
                    <a:pt x="0" y="26"/>
                  </a:lnTo>
                  <a:lnTo>
                    <a:pt x="0" y="26"/>
                  </a:lnTo>
                  <a:lnTo>
                    <a:pt x="2" y="16"/>
                  </a:lnTo>
                  <a:lnTo>
                    <a:pt x="8" y="8"/>
                  </a:lnTo>
                  <a:lnTo>
                    <a:pt x="18" y="2"/>
                  </a:lnTo>
                  <a:lnTo>
                    <a:pt x="28" y="0"/>
                  </a:lnTo>
                  <a:lnTo>
                    <a:pt x="28" y="0"/>
                  </a:lnTo>
                  <a:lnTo>
                    <a:pt x="38" y="2"/>
                  </a:lnTo>
                  <a:lnTo>
                    <a:pt x="46" y="8"/>
                  </a:lnTo>
                  <a:lnTo>
                    <a:pt x="52" y="16"/>
                  </a:lnTo>
                  <a:lnTo>
                    <a:pt x="54" y="26"/>
                  </a:lnTo>
                  <a:lnTo>
                    <a:pt x="54" y="26"/>
                  </a:lnTo>
                  <a:lnTo>
                    <a:pt x="52" y="38"/>
                  </a:lnTo>
                  <a:lnTo>
                    <a:pt x="46" y="46"/>
                  </a:lnTo>
                  <a:lnTo>
                    <a:pt x="38" y="52"/>
                  </a:lnTo>
                  <a:lnTo>
                    <a:pt x="28" y="54"/>
                  </a:lnTo>
                  <a:lnTo>
                    <a:pt x="28" y="54"/>
                  </a:lnTo>
                  <a:close/>
                  <a:moveTo>
                    <a:pt x="28" y="18"/>
                  </a:moveTo>
                  <a:lnTo>
                    <a:pt x="28" y="18"/>
                  </a:lnTo>
                  <a:lnTo>
                    <a:pt x="24" y="18"/>
                  </a:lnTo>
                  <a:lnTo>
                    <a:pt x="22" y="20"/>
                  </a:lnTo>
                  <a:lnTo>
                    <a:pt x="20" y="22"/>
                  </a:lnTo>
                  <a:lnTo>
                    <a:pt x="18" y="26"/>
                  </a:lnTo>
                  <a:lnTo>
                    <a:pt x="18" y="26"/>
                  </a:lnTo>
                  <a:lnTo>
                    <a:pt x="20" y="30"/>
                  </a:lnTo>
                  <a:lnTo>
                    <a:pt x="22" y="34"/>
                  </a:lnTo>
                  <a:lnTo>
                    <a:pt x="24" y="36"/>
                  </a:lnTo>
                  <a:lnTo>
                    <a:pt x="28" y="36"/>
                  </a:lnTo>
                  <a:lnTo>
                    <a:pt x="28" y="36"/>
                  </a:lnTo>
                  <a:lnTo>
                    <a:pt x="32" y="36"/>
                  </a:lnTo>
                  <a:lnTo>
                    <a:pt x="34" y="34"/>
                  </a:lnTo>
                  <a:lnTo>
                    <a:pt x="36" y="30"/>
                  </a:lnTo>
                  <a:lnTo>
                    <a:pt x="36" y="26"/>
                  </a:lnTo>
                  <a:lnTo>
                    <a:pt x="36" y="26"/>
                  </a:lnTo>
                  <a:lnTo>
                    <a:pt x="36" y="22"/>
                  </a:lnTo>
                  <a:lnTo>
                    <a:pt x="34" y="20"/>
                  </a:lnTo>
                  <a:lnTo>
                    <a:pt x="32" y="18"/>
                  </a:lnTo>
                  <a:lnTo>
                    <a:pt x="28" y="18"/>
                  </a:lnTo>
                  <a:lnTo>
                    <a:pt x="28"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38" name="Freeform: Shape 37">
              <a:extLst>
                <a:ext uri="{FF2B5EF4-FFF2-40B4-BE49-F238E27FC236}">
                  <a16:creationId xmlns:a16="http://schemas.microsoft.com/office/drawing/2014/main" id="{6442D7EC-37AE-1512-5212-0398E7DE09C3}"/>
                </a:ext>
              </a:extLst>
            </p:cNvPr>
            <p:cNvSpPr/>
            <p:nvPr userDrawn="1"/>
          </p:nvSpPr>
          <p:spPr>
            <a:xfrm>
              <a:off x="673893" y="7467600"/>
              <a:ext cx="57956" cy="182640"/>
            </a:xfrm>
            <a:custGeom>
              <a:avLst/>
              <a:gdLst>
                <a:gd name="connsiteX0" fmla="*/ 0 w 0"/>
                <a:gd name="connsiteY0" fmla="*/ 0 h 90488"/>
                <a:gd name="connsiteX1" fmla="*/ 0 w 0"/>
                <a:gd name="connsiteY1" fmla="*/ 90488 h 90488"/>
              </a:gdLst>
              <a:ahLst/>
              <a:cxnLst>
                <a:cxn ang="0">
                  <a:pos x="connsiteX0" y="connsiteY0"/>
                </a:cxn>
                <a:cxn ang="0">
                  <a:pos x="connsiteX1" y="connsiteY1"/>
                </a:cxn>
              </a:cxnLst>
              <a:rect l="l" t="t" r="r" b="b"/>
              <a:pathLst>
                <a:path h="90488">
                  <a:moveTo>
                    <a:pt x="0" y="0"/>
                  </a:moveTo>
                  <a:lnTo>
                    <a:pt x="0" y="90488"/>
                  </a:lnTo>
                </a:path>
              </a:pathLst>
            </a:custGeom>
            <a:grpFill/>
            <a:ln w="9525">
              <a:solidFill>
                <a:srgbClr val="005BAA"/>
              </a:solidFill>
              <a:round/>
              <a:headEnd/>
              <a:tailEnd/>
            </a:ln>
          </p:spPr>
          <p:txBody>
            <a:bodyPr vert="horz" wrap="square" lIns="91440" tIns="45720" rIns="91440" bIns="45720" numCol="1" anchor="t" anchorCtr="0" compatLnSpc="1">
              <a:prstTxWarp prst="textNoShape">
                <a:avLst/>
              </a:prstTxWarp>
            </a:bodyPr>
            <a:lstStyle/>
            <a:p>
              <a:pPr lvl="0"/>
              <a:endParaRPr lang="en-IN" sz="1798">
                <a:solidFill>
                  <a:schemeClr val="tx1"/>
                </a:solidFill>
                <a:latin typeface="EYInterstate Light" pitchFamily="2" charset="0"/>
              </a:endParaRPr>
            </a:p>
          </p:txBody>
        </p:sp>
      </p:grpSp>
      <p:sp>
        <p:nvSpPr>
          <p:cNvPr id="44" name="Text Box 4">
            <a:extLst>
              <a:ext uri="{FF2B5EF4-FFF2-40B4-BE49-F238E27FC236}">
                <a16:creationId xmlns:a16="http://schemas.microsoft.com/office/drawing/2014/main" id="{E7C53681-FDE0-DAD8-FFFC-63627A717691}"/>
              </a:ext>
            </a:extLst>
          </p:cNvPr>
          <p:cNvSpPr txBox="1">
            <a:spLocks noChangeArrowheads="1"/>
          </p:cNvSpPr>
          <p:nvPr userDrawn="1"/>
        </p:nvSpPr>
        <p:spPr bwMode="auto">
          <a:xfrm>
            <a:off x="609602" y="120973"/>
            <a:ext cx="4650683" cy="107722"/>
          </a:xfrm>
          <a:prstGeom prst="rect">
            <a:avLst/>
          </a:prstGeom>
          <a:noFill/>
          <a:ln w="12700">
            <a:noFill/>
            <a:miter lim="800000"/>
            <a:headEnd type="none" w="sm" len="sm"/>
            <a:tailEnd type="none" w="sm" len="sm"/>
          </a:ln>
          <a:effectLst/>
        </p:spPr>
        <p:txBody>
          <a:bodyPr wrap="square" lIns="0" tIns="0" rIns="0" bIns="0" anchor="b">
            <a:spAutoFit/>
          </a:bodyPr>
          <a:lstStyle/>
          <a:p>
            <a:pPr defTabSz="993517"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
        <p:nvSpPr>
          <p:cNvPr id="4" name="Text Box 4">
            <a:extLst>
              <a:ext uri="{FF2B5EF4-FFF2-40B4-BE49-F238E27FC236}">
                <a16:creationId xmlns:a16="http://schemas.microsoft.com/office/drawing/2014/main" id="{3F98E571-9182-6B40-C9DF-793C0F613038}"/>
              </a:ext>
            </a:extLst>
          </p:cNvPr>
          <p:cNvSpPr txBox="1">
            <a:spLocks noChangeArrowheads="1"/>
          </p:cNvSpPr>
          <p:nvPr userDrawn="1"/>
        </p:nvSpPr>
        <p:spPr bwMode="auto">
          <a:xfrm>
            <a:off x="10533018" y="6492401"/>
            <a:ext cx="445358" cy="107722"/>
          </a:xfrm>
          <a:prstGeom prst="rect">
            <a:avLst/>
          </a:prstGeom>
          <a:noFill/>
          <a:ln w="12700">
            <a:noFill/>
            <a:miter lim="800000"/>
            <a:headEnd type="none" w="sm" len="sm"/>
            <a:tailEnd type="none" w="sm" len="sm"/>
          </a:ln>
          <a:effectLst/>
        </p:spPr>
        <p:txBody>
          <a:bodyPr wrap="square" lIns="0" tIns="0" rIns="0" bIns="0" anchor="t">
            <a:spAutoFit/>
          </a:bodyPr>
          <a:lstStyle/>
          <a:p>
            <a:pPr algn="r" defTabSz="993517" fontAlgn="auto">
              <a:spcBef>
                <a:spcPts val="0"/>
              </a:spcBef>
              <a:spcAft>
                <a:spcPct val="0"/>
              </a:spcAft>
              <a:buClrTx/>
              <a:buSzTx/>
              <a:buFontTx/>
              <a:buNone/>
              <a:defRPr/>
            </a:pPr>
            <a:fld id="{338E2486-ABCB-4F88-99C8-16EAEFE383A4}" type="slidenum">
              <a:rPr lang="en-IN" sz="700" smtClean="0">
                <a:solidFill>
                  <a:srgbClr val="000000"/>
                </a:solidFill>
                <a:latin typeface="EYInterstate Light"/>
              </a:rPr>
              <a:pPr algn="r" defTabSz="993517" fontAlgn="auto">
                <a:spcBef>
                  <a:spcPts val="0"/>
                </a:spcBef>
                <a:spcAft>
                  <a:spcPct val="0"/>
                </a:spcAft>
                <a:buClrTx/>
                <a:buSzTx/>
                <a:buFontTx/>
                <a:buNone/>
                <a:defRPr/>
              </a:pPr>
              <a:t>‹#›</a:t>
            </a:fld>
            <a:endParaRPr lang="en-IN" sz="700">
              <a:solidFill>
                <a:srgbClr val="000000"/>
              </a:solidFill>
              <a:latin typeface="EYInterstate Light"/>
            </a:endParaRPr>
          </a:p>
        </p:txBody>
      </p:sp>
    </p:spTree>
    <p:extLst>
      <p:ext uri="{BB962C8B-B14F-4D97-AF65-F5344CB8AC3E}">
        <p14:creationId xmlns:p14="http://schemas.microsoft.com/office/powerpoint/2010/main" val="1957174291"/>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Lst>
  <p:hf hdr="0"/>
  <p:txStyles>
    <p:titleStyle>
      <a:lvl1pPr algn="l" defTabSz="913486" rtl="0" eaLnBrk="1" latinLnBrk="0" hangingPunct="1">
        <a:lnSpc>
          <a:spcPct val="85000"/>
        </a:lnSpc>
        <a:spcBef>
          <a:spcPct val="0"/>
        </a:spcBef>
        <a:buNone/>
        <a:defRPr sz="2398" b="0" kern="1200">
          <a:solidFill>
            <a:schemeClr val="bg1"/>
          </a:solidFill>
          <a:latin typeface="EYInterstate Light" panose="02000506000000020004" pitchFamily="2" charset="0"/>
          <a:ea typeface="+mj-ea"/>
          <a:cs typeface="Arial" pitchFamily="34" charset="0"/>
        </a:defRPr>
      </a:lvl1pPr>
    </p:titleStyle>
    <p:bodyStyle>
      <a:lvl1pPr marL="356260" indent="-356260" algn="l" defTabSz="913486" rtl="0" eaLnBrk="1" latinLnBrk="0" hangingPunct="1">
        <a:spcBef>
          <a:spcPct val="20000"/>
        </a:spcBef>
        <a:buClr>
          <a:schemeClr val="tx2"/>
        </a:buClr>
        <a:buSzPct val="70000"/>
        <a:buFont typeface="Arial" pitchFamily="34" charset="0"/>
        <a:buChar char="►"/>
        <a:defRPr sz="1998" kern="1200">
          <a:solidFill>
            <a:schemeClr val="bg1"/>
          </a:solidFill>
          <a:latin typeface="EYInterstate Light" panose="02000506000000020004" pitchFamily="2" charset="0"/>
          <a:ea typeface="+mn-ea"/>
          <a:cs typeface="+mn-cs"/>
        </a:defRPr>
      </a:lvl1pPr>
      <a:lvl2pPr marL="712519" indent="-356260" algn="l" defTabSz="913486" rtl="0" eaLnBrk="1" latinLnBrk="0" hangingPunct="1">
        <a:spcBef>
          <a:spcPct val="20000"/>
        </a:spcBef>
        <a:buClr>
          <a:schemeClr val="tx2"/>
        </a:buClr>
        <a:buSzPct val="70000"/>
        <a:buFont typeface="Arial" pitchFamily="34" charset="0"/>
        <a:buChar char="►"/>
        <a:defRPr sz="1798" kern="1200">
          <a:solidFill>
            <a:schemeClr val="bg1"/>
          </a:solidFill>
          <a:latin typeface="EYInterstate Light" panose="02000506000000020004" pitchFamily="2" charset="0"/>
          <a:ea typeface="+mn-ea"/>
          <a:cs typeface="+mn-cs"/>
        </a:defRPr>
      </a:lvl2pPr>
      <a:lvl3pPr marL="1068778" indent="-356260" algn="l" defTabSz="913486" rtl="0" eaLnBrk="1" latinLnBrk="0" hangingPunct="1">
        <a:spcBef>
          <a:spcPct val="20000"/>
        </a:spcBef>
        <a:buClr>
          <a:schemeClr val="tx2"/>
        </a:buClr>
        <a:buSzPct val="70000"/>
        <a:buFont typeface="Arial" pitchFamily="34" charset="0"/>
        <a:buChar char="►"/>
        <a:defRPr sz="1598" kern="1200">
          <a:solidFill>
            <a:schemeClr val="bg1"/>
          </a:solidFill>
          <a:latin typeface="EYInterstate Light" panose="02000506000000020004" pitchFamily="2" charset="0"/>
          <a:ea typeface="+mn-ea"/>
          <a:cs typeface="+mn-cs"/>
        </a:defRPr>
      </a:lvl3pPr>
      <a:lvl4pPr marL="1425038" indent="-356260" algn="l" defTabSz="913486" rtl="0" eaLnBrk="1" latinLnBrk="0" hangingPunct="1">
        <a:spcBef>
          <a:spcPct val="20000"/>
        </a:spcBef>
        <a:buClr>
          <a:schemeClr val="tx2"/>
        </a:buClr>
        <a:buSzPct val="70000"/>
        <a:buFont typeface="Arial" pitchFamily="34" charset="0"/>
        <a:buChar char="►"/>
        <a:defRPr sz="1398" kern="1200">
          <a:solidFill>
            <a:schemeClr val="bg1"/>
          </a:solidFill>
          <a:latin typeface="EYInterstate Light" panose="02000506000000020004" pitchFamily="2" charset="0"/>
          <a:ea typeface="+mn-ea"/>
          <a:cs typeface="+mn-cs"/>
        </a:defRPr>
      </a:lvl4pPr>
      <a:lvl5pPr marL="1781297" indent="-356260" algn="l" defTabSz="913486" rtl="0" eaLnBrk="1" latinLnBrk="0" hangingPunct="1">
        <a:spcBef>
          <a:spcPct val="20000"/>
        </a:spcBef>
        <a:buClr>
          <a:schemeClr val="tx2"/>
        </a:buClr>
        <a:buSzPct val="70000"/>
        <a:buFont typeface="Arial" pitchFamily="34" charset="0"/>
        <a:buChar char="►"/>
        <a:defRPr sz="1198" kern="1200">
          <a:solidFill>
            <a:schemeClr val="bg1"/>
          </a:solidFill>
          <a:latin typeface="EYInterstate Light" panose="02000506000000020004" pitchFamily="2" charset="0"/>
          <a:ea typeface="+mn-ea"/>
          <a:cs typeface="+mn-cs"/>
        </a:defRPr>
      </a:lvl5pPr>
      <a:lvl6pPr marL="2512086" indent="-228372" algn="l" defTabSz="913486" rtl="0" eaLnBrk="1" latinLnBrk="0" hangingPunct="1">
        <a:spcBef>
          <a:spcPct val="20000"/>
        </a:spcBef>
        <a:buFont typeface="Arial" pitchFamily="34" charset="0"/>
        <a:buChar char="•"/>
        <a:defRPr sz="1998" kern="1200">
          <a:solidFill>
            <a:schemeClr val="tx1"/>
          </a:solidFill>
          <a:latin typeface="+mn-lt"/>
          <a:ea typeface="+mn-ea"/>
          <a:cs typeface="+mn-cs"/>
        </a:defRPr>
      </a:lvl6pPr>
      <a:lvl7pPr marL="2968829" indent="-228372" algn="l" defTabSz="913486" rtl="0" eaLnBrk="1" latinLnBrk="0" hangingPunct="1">
        <a:spcBef>
          <a:spcPct val="20000"/>
        </a:spcBef>
        <a:buFont typeface="Arial" pitchFamily="34" charset="0"/>
        <a:buChar char="•"/>
        <a:defRPr sz="1998" kern="1200">
          <a:solidFill>
            <a:schemeClr val="tx1"/>
          </a:solidFill>
          <a:latin typeface="+mn-lt"/>
          <a:ea typeface="+mn-ea"/>
          <a:cs typeface="+mn-cs"/>
        </a:defRPr>
      </a:lvl7pPr>
      <a:lvl8pPr marL="3425572" indent="-228372" algn="l" defTabSz="913486" rtl="0" eaLnBrk="1" latinLnBrk="0" hangingPunct="1">
        <a:spcBef>
          <a:spcPct val="20000"/>
        </a:spcBef>
        <a:buFont typeface="Arial" pitchFamily="34" charset="0"/>
        <a:buChar char="•"/>
        <a:defRPr sz="1998" kern="1200">
          <a:solidFill>
            <a:schemeClr val="tx1"/>
          </a:solidFill>
          <a:latin typeface="+mn-lt"/>
          <a:ea typeface="+mn-ea"/>
          <a:cs typeface="+mn-cs"/>
        </a:defRPr>
      </a:lvl8pPr>
      <a:lvl9pPr marL="3882315" indent="-228372" algn="l" defTabSz="913486" rtl="0" eaLnBrk="1" latinLnBrk="0" hangingPunct="1">
        <a:spcBef>
          <a:spcPct val="20000"/>
        </a:spcBef>
        <a:buFont typeface="Arial" pitchFamily="34" charset="0"/>
        <a:buChar char="•"/>
        <a:defRPr sz="1998" kern="1200">
          <a:solidFill>
            <a:schemeClr val="tx1"/>
          </a:solidFill>
          <a:latin typeface="+mn-lt"/>
          <a:ea typeface="+mn-ea"/>
          <a:cs typeface="+mn-cs"/>
        </a:defRPr>
      </a:lvl9pPr>
    </p:bodyStyle>
    <p:otherStyle>
      <a:defPPr>
        <a:defRPr lang="en-US"/>
      </a:defPPr>
      <a:lvl1pPr marL="0" algn="l" defTabSz="913486" rtl="0" eaLnBrk="1" latinLnBrk="0" hangingPunct="1">
        <a:defRPr sz="1798" kern="1200">
          <a:solidFill>
            <a:schemeClr val="tx1"/>
          </a:solidFill>
          <a:latin typeface="+mn-lt"/>
          <a:ea typeface="+mn-ea"/>
          <a:cs typeface="+mn-cs"/>
        </a:defRPr>
      </a:lvl1pPr>
      <a:lvl2pPr marL="456743" algn="l" defTabSz="913486" rtl="0" eaLnBrk="1" latinLnBrk="0" hangingPunct="1">
        <a:defRPr sz="1798" kern="1200">
          <a:solidFill>
            <a:schemeClr val="tx1"/>
          </a:solidFill>
          <a:latin typeface="+mn-lt"/>
          <a:ea typeface="+mn-ea"/>
          <a:cs typeface="+mn-cs"/>
        </a:defRPr>
      </a:lvl2pPr>
      <a:lvl3pPr marL="913486" algn="l" defTabSz="913486" rtl="0" eaLnBrk="1" latinLnBrk="0" hangingPunct="1">
        <a:defRPr sz="1798" kern="1200">
          <a:solidFill>
            <a:schemeClr val="tx1"/>
          </a:solidFill>
          <a:latin typeface="+mn-lt"/>
          <a:ea typeface="+mn-ea"/>
          <a:cs typeface="+mn-cs"/>
        </a:defRPr>
      </a:lvl3pPr>
      <a:lvl4pPr marL="1370229" algn="l" defTabSz="913486" rtl="0" eaLnBrk="1" latinLnBrk="0" hangingPunct="1">
        <a:defRPr sz="1798" kern="1200">
          <a:solidFill>
            <a:schemeClr val="tx1"/>
          </a:solidFill>
          <a:latin typeface="+mn-lt"/>
          <a:ea typeface="+mn-ea"/>
          <a:cs typeface="+mn-cs"/>
        </a:defRPr>
      </a:lvl4pPr>
      <a:lvl5pPr marL="1826972" algn="l" defTabSz="913486" rtl="0" eaLnBrk="1" latinLnBrk="0" hangingPunct="1">
        <a:defRPr sz="1798" kern="1200">
          <a:solidFill>
            <a:schemeClr val="tx1"/>
          </a:solidFill>
          <a:latin typeface="+mn-lt"/>
          <a:ea typeface="+mn-ea"/>
          <a:cs typeface="+mn-cs"/>
        </a:defRPr>
      </a:lvl5pPr>
      <a:lvl6pPr marL="2283715" algn="l" defTabSz="913486" rtl="0" eaLnBrk="1" latinLnBrk="0" hangingPunct="1">
        <a:defRPr sz="1798" kern="1200">
          <a:solidFill>
            <a:schemeClr val="tx1"/>
          </a:solidFill>
          <a:latin typeface="+mn-lt"/>
          <a:ea typeface="+mn-ea"/>
          <a:cs typeface="+mn-cs"/>
        </a:defRPr>
      </a:lvl6pPr>
      <a:lvl7pPr marL="2740457" algn="l" defTabSz="913486" rtl="0" eaLnBrk="1" latinLnBrk="0" hangingPunct="1">
        <a:defRPr sz="1798" kern="1200">
          <a:solidFill>
            <a:schemeClr val="tx1"/>
          </a:solidFill>
          <a:latin typeface="+mn-lt"/>
          <a:ea typeface="+mn-ea"/>
          <a:cs typeface="+mn-cs"/>
        </a:defRPr>
      </a:lvl7pPr>
      <a:lvl8pPr marL="3197201" algn="l" defTabSz="913486" rtl="0" eaLnBrk="1" latinLnBrk="0" hangingPunct="1">
        <a:defRPr sz="1798" kern="1200">
          <a:solidFill>
            <a:schemeClr val="tx1"/>
          </a:solidFill>
          <a:latin typeface="+mn-lt"/>
          <a:ea typeface="+mn-ea"/>
          <a:cs typeface="+mn-cs"/>
        </a:defRPr>
      </a:lvl8pPr>
      <a:lvl9pPr marL="3653943" algn="l" defTabSz="913486"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2">
          <p15:clr>
            <a:srgbClr val="F26B43"/>
          </p15:clr>
        </p15:guide>
        <p15:guide id="3" pos="384">
          <p15:clr>
            <a:srgbClr val="F26B43"/>
          </p15:clr>
        </p15:guide>
        <p15:guide id="4" pos="7302">
          <p15:clr>
            <a:srgbClr val="F26B43"/>
          </p15:clr>
        </p15:guide>
        <p15:guide id="5" orient="horz" pos="712">
          <p15:clr>
            <a:srgbClr val="F26B43"/>
          </p15:clr>
        </p15:guide>
        <p15:guide id="6" orient="horz" pos="3840">
          <p15:clr>
            <a:srgbClr val="F26B43"/>
          </p15:clr>
        </p15:guide>
        <p15:guide id="7" orient="horz" pos="4199">
          <p15:clr>
            <a:srgbClr val="F26B43"/>
          </p15:clr>
        </p15:guide>
        <p15:guide id="8" orient="horz" pos="173">
          <p15:clr>
            <a:srgbClr val="F26B43"/>
          </p15:clr>
        </p15:guide>
        <p15:guide id="9" orient="horz" pos="3995">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91D256C-3726-8384-9A69-AB87C58AF7E9}"/>
              </a:ext>
            </a:extLst>
          </p:cNvPr>
          <p:cNvGraphicFramePr>
            <a:graphicFrameLocks noChangeAspect="1"/>
          </p:cNvGraphicFramePr>
          <p:nvPr userDrawn="1">
            <p:custDataLst>
              <p:tags r:id="rId9"/>
            </p:custDataLst>
          </p:nvPr>
        </p:nvGraphicFramePr>
        <p:xfrm>
          <a:off x="1587" y="1588"/>
          <a:ext cx="1587" cy="1588"/>
        </p:xfrm>
        <a:graphic>
          <a:graphicData uri="http://schemas.openxmlformats.org/presentationml/2006/ole">
            <mc:AlternateContent xmlns:mc="http://schemas.openxmlformats.org/markup-compatibility/2006">
              <mc:Choice xmlns:v="urn:schemas-microsoft-com:vml" Requires="v">
                <p:oleObj name="think-cell Slide" r:id="rId10" imgW="592" imgH="591" progId="TCLayout.ActiveDocument.1">
                  <p:embed/>
                </p:oleObj>
              </mc:Choice>
              <mc:Fallback>
                <p:oleObj name="think-cell Slide" r:id="rId10" imgW="592" imgH="591" progId="TCLayout.ActiveDocument.1">
                  <p:embed/>
                  <p:pic>
                    <p:nvPicPr>
                      <p:cNvPr id="4" name="think-cell data - do not delete" hidden="1">
                        <a:extLst>
                          <a:ext uri="{FF2B5EF4-FFF2-40B4-BE49-F238E27FC236}">
                            <a16:creationId xmlns:a16="http://schemas.microsoft.com/office/drawing/2014/main" id="{F91D256C-3726-8384-9A69-AB87C58AF7E9}"/>
                          </a:ext>
                        </a:extLst>
                      </p:cNvPr>
                      <p:cNvPicPr/>
                      <p:nvPr/>
                    </p:nvPicPr>
                    <p:blipFill>
                      <a:blip r:embed="rId11"/>
                      <a:stretch>
                        <a:fillRect/>
                      </a:stretch>
                    </p:blipFill>
                    <p:spPr>
                      <a:xfrm>
                        <a:off x="1587" y="1588"/>
                        <a:ext cx="1587" cy="1588"/>
                      </a:xfrm>
                      <a:prstGeom prst="rect">
                        <a:avLst/>
                      </a:prstGeom>
                    </p:spPr>
                  </p:pic>
                </p:oleObj>
              </mc:Fallback>
            </mc:AlternateContent>
          </a:graphicData>
        </a:graphic>
      </p:graphicFrame>
      <p:sp>
        <p:nvSpPr>
          <p:cNvPr id="2" name="Title Placeholder"/>
          <p:cNvSpPr>
            <a:spLocks noGrp="1"/>
          </p:cNvSpPr>
          <p:nvPr>
            <p:ph type="title"/>
          </p:nvPr>
        </p:nvSpPr>
        <p:spPr>
          <a:xfrm>
            <a:off x="723550" y="369888"/>
            <a:ext cx="10984626" cy="470898"/>
          </a:xfrm>
          <a:prstGeom prst="rect">
            <a:avLst/>
          </a:prstGeom>
        </p:spPr>
        <p:txBody>
          <a:bodyPr vert="horz" lIns="0" tIns="0" rIns="0" bIns="0" rtlCol="0" anchor="t" anchorCtr="0">
            <a:noAutofit/>
          </a:bodyPr>
          <a:lstStyle/>
          <a:p>
            <a:r>
              <a:rPr lang="en-US"/>
              <a:t>Click to edit Master title style</a:t>
            </a:r>
            <a:endParaRPr lang="en-GB"/>
          </a:p>
        </p:txBody>
      </p:sp>
      <p:grpSp>
        <p:nvGrpSpPr>
          <p:cNvPr id="6" name="Logo">
            <a:extLst>
              <a:ext uri="{FF2B5EF4-FFF2-40B4-BE49-F238E27FC236}">
                <a16:creationId xmlns:a16="http://schemas.microsoft.com/office/drawing/2014/main" id="{84D8E7BF-2CB9-F661-3559-99D90AE0A4E5}"/>
              </a:ext>
            </a:extLst>
          </p:cNvPr>
          <p:cNvGrpSpPr>
            <a:grpSpLocks noChangeAspect="1"/>
          </p:cNvGrpSpPr>
          <p:nvPr userDrawn="1"/>
        </p:nvGrpSpPr>
        <p:grpSpPr bwMode="black">
          <a:xfrm>
            <a:off x="11362016" y="6355419"/>
            <a:ext cx="346158" cy="355219"/>
            <a:chOff x="7110" y="4004"/>
            <a:chExt cx="191" cy="196"/>
          </a:xfrm>
        </p:grpSpPr>
        <p:sp>
          <p:nvSpPr>
            <p:cNvPr id="7" name="Freeform 5">
              <a:extLst>
                <a:ext uri="{FF2B5EF4-FFF2-40B4-BE49-F238E27FC236}">
                  <a16:creationId xmlns:a16="http://schemas.microsoft.com/office/drawing/2014/main" id="{B6AA6DF4-2FEA-00BD-9BF9-6CDE40EF389F}"/>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solidFill>
                  <a:schemeClr val="tx1"/>
                </a:solidFill>
                <a:latin typeface="+mn-lt"/>
              </a:endParaRPr>
            </a:p>
          </p:txBody>
        </p:sp>
        <p:sp>
          <p:nvSpPr>
            <p:cNvPr id="8" name="Freeform 6">
              <a:extLst>
                <a:ext uri="{FF2B5EF4-FFF2-40B4-BE49-F238E27FC236}">
                  <a16:creationId xmlns:a16="http://schemas.microsoft.com/office/drawing/2014/main" id="{9F5D8B0B-D61C-3D77-A3C6-C71B65E66459}"/>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solidFill>
                  <a:schemeClr val="tx1"/>
                </a:solidFill>
                <a:latin typeface="+mn-lt"/>
              </a:endParaRPr>
            </a:p>
          </p:txBody>
        </p:sp>
        <p:sp>
          <p:nvSpPr>
            <p:cNvPr id="13" name="Freeform 7">
              <a:extLst>
                <a:ext uri="{FF2B5EF4-FFF2-40B4-BE49-F238E27FC236}">
                  <a16:creationId xmlns:a16="http://schemas.microsoft.com/office/drawing/2014/main" id="{66939EE2-541D-2E43-8858-BD44D3A0144C}"/>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solidFill>
                  <a:schemeClr val="tx1"/>
                </a:solidFill>
                <a:latin typeface="+mn-lt"/>
              </a:endParaRPr>
            </a:p>
          </p:txBody>
        </p:sp>
      </p:grpSp>
      <p:sp>
        <p:nvSpPr>
          <p:cNvPr id="5" name="Flowchart: Manual Input 4">
            <a:extLst>
              <a:ext uri="{FF2B5EF4-FFF2-40B4-BE49-F238E27FC236}">
                <a16:creationId xmlns:a16="http://schemas.microsoft.com/office/drawing/2014/main" id="{402CB463-A7D5-AD9B-605E-FFBEB1AF5595}"/>
              </a:ext>
            </a:extLst>
          </p:cNvPr>
          <p:cNvSpPr/>
          <p:nvPr userDrawn="1"/>
        </p:nvSpPr>
        <p:spPr>
          <a:xfrm rot="10800000">
            <a:off x="479176" y="0"/>
            <a:ext cx="187464" cy="890933"/>
          </a:xfrm>
          <a:prstGeom prst="flowChartManualInput">
            <a:avLst/>
          </a:prstGeom>
          <a:solidFill>
            <a:srgbClr val="2D7BB9"/>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7944" tIns="107944" rIns="107944" bIns="107944"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grpSp>
        <p:nvGrpSpPr>
          <p:cNvPr id="29" name="Group 28">
            <a:extLst>
              <a:ext uri="{FF2B5EF4-FFF2-40B4-BE49-F238E27FC236}">
                <a16:creationId xmlns:a16="http://schemas.microsoft.com/office/drawing/2014/main" id="{214C8141-DCBE-A644-9C01-1E1BDD1FAAC5}"/>
              </a:ext>
            </a:extLst>
          </p:cNvPr>
          <p:cNvGrpSpPr/>
          <p:nvPr userDrawn="1"/>
        </p:nvGrpSpPr>
        <p:grpSpPr>
          <a:xfrm>
            <a:off x="0" y="-319314"/>
            <a:ext cx="857126" cy="177800"/>
            <a:chOff x="63500" y="46567"/>
            <a:chExt cx="857572" cy="177800"/>
          </a:xfrm>
        </p:grpSpPr>
        <p:sp>
          <p:nvSpPr>
            <p:cNvPr id="23" name="Rectangle 22">
              <a:extLst>
                <a:ext uri="{FF2B5EF4-FFF2-40B4-BE49-F238E27FC236}">
                  <a16:creationId xmlns:a16="http://schemas.microsoft.com/office/drawing/2014/main" id="{13BC1ECE-D0F9-D9D8-B425-30EE291BFCB5}"/>
                </a:ext>
              </a:extLst>
            </p:cNvPr>
            <p:cNvSpPr/>
            <p:nvPr/>
          </p:nvSpPr>
          <p:spPr>
            <a:xfrm>
              <a:off x="63500" y="46567"/>
              <a:ext cx="177800" cy="177800"/>
            </a:xfrm>
            <a:prstGeom prst="rect">
              <a:avLst/>
            </a:prstGeom>
            <a:solidFill>
              <a:srgbClr val="70C6F6"/>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sp>
          <p:nvSpPr>
            <p:cNvPr id="24" name="Rectangle 23">
              <a:extLst>
                <a:ext uri="{FF2B5EF4-FFF2-40B4-BE49-F238E27FC236}">
                  <a16:creationId xmlns:a16="http://schemas.microsoft.com/office/drawing/2014/main" id="{1815D5A9-D0BF-11CB-24CF-86DE8CB62E4B}"/>
                </a:ext>
              </a:extLst>
            </p:cNvPr>
            <p:cNvSpPr/>
            <p:nvPr/>
          </p:nvSpPr>
          <p:spPr>
            <a:xfrm>
              <a:off x="277108" y="46567"/>
              <a:ext cx="177800" cy="177800"/>
            </a:xfrm>
            <a:prstGeom prst="rect">
              <a:avLst/>
            </a:prstGeom>
            <a:solidFill>
              <a:srgbClr val="A4A4A4"/>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sp>
          <p:nvSpPr>
            <p:cNvPr id="25" name="Rectangle 24">
              <a:extLst>
                <a:ext uri="{FF2B5EF4-FFF2-40B4-BE49-F238E27FC236}">
                  <a16:creationId xmlns:a16="http://schemas.microsoft.com/office/drawing/2014/main" id="{79865790-ED88-5677-5561-15C4382692AA}"/>
                </a:ext>
              </a:extLst>
            </p:cNvPr>
            <p:cNvSpPr/>
            <p:nvPr/>
          </p:nvSpPr>
          <p:spPr>
            <a:xfrm>
              <a:off x="510190" y="46567"/>
              <a:ext cx="177800" cy="177800"/>
            </a:xfrm>
            <a:prstGeom prst="rect">
              <a:avLst/>
            </a:prstGeom>
            <a:solidFill>
              <a:srgbClr val="2D7BB9"/>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sp>
          <p:nvSpPr>
            <p:cNvPr id="28" name="Rectangle 27">
              <a:extLst>
                <a:ext uri="{FF2B5EF4-FFF2-40B4-BE49-F238E27FC236}">
                  <a16:creationId xmlns:a16="http://schemas.microsoft.com/office/drawing/2014/main" id="{1F2FB72C-562D-EAD4-6966-8D2751DE4365}"/>
                </a:ext>
              </a:extLst>
            </p:cNvPr>
            <p:cNvSpPr/>
            <p:nvPr/>
          </p:nvSpPr>
          <p:spPr>
            <a:xfrm>
              <a:off x="743272" y="46567"/>
              <a:ext cx="177800" cy="177800"/>
            </a:xfrm>
            <a:prstGeom prst="rect">
              <a:avLst/>
            </a:prstGeom>
            <a:solidFill>
              <a:srgbClr val="3A3C41"/>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grpSp>
      <p:sp>
        <p:nvSpPr>
          <p:cNvPr id="9" name="TextBox 8">
            <a:extLst>
              <a:ext uri="{FF2B5EF4-FFF2-40B4-BE49-F238E27FC236}">
                <a16:creationId xmlns:a16="http://schemas.microsoft.com/office/drawing/2014/main" id="{D49886FA-3CF9-81EA-3B32-59F671CAF01C}"/>
              </a:ext>
            </a:extLst>
          </p:cNvPr>
          <p:cNvSpPr txBox="1"/>
          <p:nvPr userDrawn="1"/>
        </p:nvSpPr>
        <p:spPr>
          <a:xfrm flipH="1">
            <a:off x="10782560" y="6569061"/>
            <a:ext cx="402144" cy="141577"/>
          </a:xfrm>
          <a:prstGeom prst="rect">
            <a:avLst/>
          </a:prstGeom>
          <a:noFill/>
        </p:spPr>
        <p:txBody>
          <a:bodyPr wrap="none" lIns="0" tIns="36557" rIns="0" bIns="0" rtlCol="0">
            <a:spAutoFit/>
          </a:bodyPr>
          <a:lstStyle/>
          <a:p>
            <a:pPr marL="0" indent="0" algn="r">
              <a:lnSpc>
                <a:spcPct val="85000"/>
              </a:lnSpc>
              <a:spcAft>
                <a:spcPts val="600"/>
              </a:spcAft>
              <a:buClr>
                <a:schemeClr val="accent2"/>
              </a:buClr>
              <a:buSzPct val="70000"/>
              <a:buFont typeface="Arial" pitchFamily="34" charset="0"/>
              <a:buNone/>
            </a:pPr>
            <a:r>
              <a:rPr lang="en-IN" sz="800" b="1">
                <a:solidFill>
                  <a:schemeClr val="bg1"/>
                </a:solidFill>
              </a:rPr>
              <a:t>Page </a:t>
            </a:r>
            <a:fld id="{1657A19E-924F-40AF-AB05-022E8F444213}" type="slidenum">
              <a:rPr lang="en-IN" sz="800" b="1" smtClean="0">
                <a:solidFill>
                  <a:schemeClr val="bg1"/>
                </a:solidFill>
              </a:rPr>
              <a:pPr marL="0" indent="0" algn="r">
                <a:lnSpc>
                  <a:spcPct val="85000"/>
                </a:lnSpc>
                <a:spcAft>
                  <a:spcPts val="600"/>
                </a:spcAft>
                <a:buClr>
                  <a:schemeClr val="accent2"/>
                </a:buClr>
                <a:buSzPct val="70000"/>
                <a:buFont typeface="Arial" pitchFamily="34" charset="0"/>
                <a:buNone/>
              </a:pPr>
              <a:t>‹#›</a:t>
            </a:fld>
            <a:endParaRPr lang="en-IN" sz="800" b="1">
              <a:solidFill>
                <a:schemeClr val="bg1"/>
              </a:solidFill>
            </a:endParaRPr>
          </a:p>
        </p:txBody>
      </p:sp>
      <p:sp>
        <p:nvSpPr>
          <p:cNvPr id="10" name="TextBox 9">
            <a:extLst>
              <a:ext uri="{FF2B5EF4-FFF2-40B4-BE49-F238E27FC236}">
                <a16:creationId xmlns:a16="http://schemas.microsoft.com/office/drawing/2014/main" id="{471CE5EA-75A2-5CAF-BCD1-DF359DC41676}"/>
              </a:ext>
            </a:extLst>
          </p:cNvPr>
          <p:cNvSpPr txBox="1"/>
          <p:nvPr userDrawn="1"/>
        </p:nvSpPr>
        <p:spPr>
          <a:xfrm rot="5400000" flipH="1">
            <a:off x="11009870" y="3358250"/>
            <a:ext cx="1862689" cy="141503"/>
          </a:xfrm>
          <a:prstGeom prst="rect">
            <a:avLst/>
          </a:prstGeom>
          <a:noFill/>
        </p:spPr>
        <p:txBody>
          <a:bodyPr wrap="none" lIns="0" tIns="36557" rIns="0" bIns="0" rtlCol="0">
            <a:spAutoFit/>
          </a:bodyPr>
          <a:lstStyle/>
          <a:p>
            <a:pPr marL="0" indent="0" algn="r">
              <a:lnSpc>
                <a:spcPct val="85000"/>
              </a:lnSpc>
              <a:spcAft>
                <a:spcPts val="600"/>
              </a:spcAft>
              <a:buClr>
                <a:schemeClr val="accent2"/>
              </a:buClr>
              <a:buSzPct val="70000"/>
              <a:buFont typeface="Arial" pitchFamily="34" charset="0"/>
              <a:buNone/>
            </a:pPr>
            <a:r>
              <a:rPr lang="en-IN" sz="800" b="0">
                <a:solidFill>
                  <a:schemeClr val="bg2"/>
                </a:solidFill>
              </a:rPr>
              <a:t>Confidential – All Rights Reserved — EY </a:t>
            </a:r>
            <a:endParaRPr lang="en-IN" sz="800" b="1">
              <a:solidFill>
                <a:srgbClr val="2D7BB9"/>
              </a:solidFill>
            </a:endParaRPr>
          </a:p>
        </p:txBody>
      </p:sp>
    </p:spTree>
    <p:extLst>
      <p:ext uri="{BB962C8B-B14F-4D97-AF65-F5344CB8AC3E}">
        <p14:creationId xmlns:p14="http://schemas.microsoft.com/office/powerpoint/2010/main" val="2635560560"/>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Lst>
  <p:hf hdr="0"/>
  <p:txStyles>
    <p:titleStyle>
      <a:lvl1pPr marL="0" indent="0" algn="l" defTabSz="913943" rtl="0" eaLnBrk="1" latinLnBrk="0" hangingPunct="1">
        <a:lnSpc>
          <a:spcPct val="85000"/>
        </a:lnSpc>
        <a:spcBef>
          <a:spcPts val="400"/>
        </a:spcBef>
        <a:spcAft>
          <a:spcPts val="400"/>
        </a:spcAft>
        <a:buClr>
          <a:schemeClr val="tx2"/>
        </a:buClr>
        <a:buSzPct val="100000"/>
        <a:buFont typeface="Wingdings" pitchFamily="2" charset="2"/>
        <a:buNone/>
        <a:defRPr lang="en-GB" sz="2399" b="0" i="0" kern="1200" dirty="0">
          <a:solidFill>
            <a:schemeClr val="bg1"/>
          </a:solidFill>
          <a:latin typeface="+mj-lt"/>
          <a:ea typeface="+mj-ea"/>
          <a:cs typeface="Arial" pitchFamily="34" charset="0"/>
        </a:defRPr>
      </a:lvl1pPr>
    </p:titleStyle>
    <p:bodyStyle>
      <a:lvl1pPr marL="251874" indent="-251874" algn="l" defTabSz="913943" rtl="0" eaLnBrk="1" latinLnBrk="0" hangingPunct="1">
        <a:spcBef>
          <a:spcPts val="400"/>
        </a:spcBef>
        <a:spcAft>
          <a:spcPts val="400"/>
        </a:spcAft>
        <a:buClr>
          <a:schemeClr val="tx2"/>
        </a:buClr>
        <a:buSzPct val="100000"/>
        <a:buFont typeface="Wingdings" pitchFamily="2" charset="2"/>
        <a:buChar char="§"/>
        <a:defRPr sz="1999" kern="1200">
          <a:solidFill>
            <a:schemeClr val="bg1"/>
          </a:solidFill>
          <a:latin typeface="+mn-lt"/>
          <a:ea typeface="+mn-ea"/>
          <a:cs typeface="+mn-cs"/>
        </a:defRPr>
      </a:lvl1pPr>
      <a:lvl2pPr marL="503748" indent="-251874" algn="l" defTabSz="913943" rtl="0" eaLnBrk="1" latinLnBrk="0" hangingPunct="1">
        <a:spcBef>
          <a:spcPts val="400"/>
        </a:spcBef>
        <a:spcAft>
          <a:spcPts val="400"/>
        </a:spcAft>
        <a:buClr>
          <a:schemeClr val="tx2"/>
        </a:buClr>
        <a:buSzPct val="100000"/>
        <a:buFont typeface="Wingdings" pitchFamily="2" charset="2"/>
        <a:buChar char="§"/>
        <a:defRPr sz="1999" kern="1200">
          <a:solidFill>
            <a:schemeClr val="bg1"/>
          </a:solidFill>
          <a:latin typeface="+mn-lt"/>
          <a:ea typeface="+mn-ea"/>
          <a:cs typeface="+mn-cs"/>
        </a:defRPr>
      </a:lvl2pPr>
      <a:lvl3pPr marL="755622" indent="-251874" algn="l" defTabSz="913943" rtl="0" eaLnBrk="1" latinLnBrk="0" hangingPunct="1">
        <a:spcBef>
          <a:spcPts val="0"/>
        </a:spcBef>
        <a:spcAft>
          <a:spcPts val="600"/>
        </a:spcAft>
        <a:buClr>
          <a:schemeClr val="tx2"/>
        </a:buClr>
        <a:buSzPct val="100000"/>
        <a:buFont typeface="Wingdings" pitchFamily="2" charset="2"/>
        <a:buChar char="§"/>
        <a:defRPr sz="1799" kern="1200">
          <a:solidFill>
            <a:schemeClr val="bg1"/>
          </a:solidFill>
          <a:latin typeface="+mn-lt"/>
          <a:ea typeface="+mn-ea"/>
          <a:cs typeface="+mn-cs"/>
        </a:defRPr>
      </a:lvl3pPr>
      <a:lvl4pPr marL="1007496" indent="-251874" algn="l" defTabSz="913943" rtl="0" eaLnBrk="1" latinLnBrk="0" hangingPunct="1">
        <a:spcBef>
          <a:spcPts val="0"/>
        </a:spcBef>
        <a:spcAft>
          <a:spcPts val="400"/>
        </a:spcAft>
        <a:buClr>
          <a:schemeClr val="tx2"/>
        </a:buClr>
        <a:buSzPct val="100000"/>
        <a:buFont typeface="Wingdings" pitchFamily="2" charset="2"/>
        <a:buChar char="§"/>
        <a:defRPr sz="1599" kern="1200">
          <a:solidFill>
            <a:schemeClr val="bg1"/>
          </a:solidFill>
          <a:latin typeface="+mn-lt"/>
          <a:ea typeface="+mn-ea"/>
          <a:cs typeface="+mn-cs"/>
        </a:defRPr>
      </a:lvl4pPr>
      <a:lvl5pPr marL="1259370" indent="-251874" algn="l" defTabSz="913943" rtl="0" eaLnBrk="1" latinLnBrk="0" hangingPunct="1">
        <a:spcBef>
          <a:spcPts val="0"/>
        </a:spcBef>
        <a:spcAft>
          <a:spcPts val="400"/>
        </a:spcAft>
        <a:buClr>
          <a:schemeClr val="tx2"/>
        </a:buClr>
        <a:buSzPct val="100000"/>
        <a:buFont typeface="Wingdings" pitchFamily="2" charset="2"/>
        <a:buChar char="§"/>
        <a:defRPr sz="1599" kern="1200">
          <a:solidFill>
            <a:schemeClr val="bg1"/>
          </a:solidFill>
          <a:latin typeface="+mn-lt"/>
          <a:ea typeface="+mn-ea"/>
          <a:cs typeface="+mn-cs"/>
        </a:defRPr>
      </a:lvl5pPr>
      <a:lvl6pPr marL="1511244" indent="-251874" algn="l" defTabSz="913943" rtl="0" eaLnBrk="1" latinLnBrk="0" hangingPunct="1">
        <a:spcBef>
          <a:spcPts val="0"/>
        </a:spcBef>
        <a:spcAft>
          <a:spcPts val="400"/>
        </a:spcAft>
        <a:buClr>
          <a:schemeClr val="tx2"/>
        </a:buClr>
        <a:buFont typeface="Wingdings" pitchFamily="2" charset="2"/>
        <a:buChar char="§"/>
        <a:tabLst/>
        <a:defRPr sz="1399" kern="1200">
          <a:solidFill>
            <a:schemeClr val="bg1"/>
          </a:solidFill>
          <a:latin typeface="+mn-lt"/>
          <a:ea typeface="+mn-ea"/>
          <a:cs typeface="+mn-cs"/>
        </a:defRPr>
      </a:lvl6pPr>
      <a:lvl7pPr marL="1763118" indent="-251874" algn="l" defTabSz="913943" rtl="0" eaLnBrk="1" latinLnBrk="0" hangingPunct="1">
        <a:spcBef>
          <a:spcPts val="0"/>
        </a:spcBef>
        <a:spcAft>
          <a:spcPts val="400"/>
        </a:spcAft>
        <a:buClr>
          <a:schemeClr val="tx2"/>
        </a:buClr>
        <a:buFont typeface="Wingdings" pitchFamily="2" charset="2"/>
        <a:buChar char="§"/>
        <a:tabLst/>
        <a:defRPr sz="1399" kern="1200">
          <a:solidFill>
            <a:schemeClr val="bg1"/>
          </a:solidFill>
          <a:latin typeface="+mn-lt"/>
          <a:ea typeface="+mn-ea"/>
          <a:cs typeface="+mn-cs"/>
        </a:defRPr>
      </a:lvl7pPr>
      <a:lvl8pPr marL="2014992" indent="-251874" algn="l" defTabSz="913943" rtl="0" eaLnBrk="1" latinLnBrk="0" hangingPunct="1">
        <a:spcBef>
          <a:spcPts val="0"/>
        </a:spcBef>
        <a:spcAft>
          <a:spcPts val="400"/>
        </a:spcAft>
        <a:buClr>
          <a:schemeClr val="tx2"/>
        </a:buClr>
        <a:buFont typeface="Wingdings" pitchFamily="2" charset="2"/>
        <a:buChar char="§"/>
        <a:tabLst/>
        <a:defRPr sz="1199" kern="1200">
          <a:solidFill>
            <a:schemeClr val="bg1"/>
          </a:solidFill>
          <a:latin typeface="+mn-lt"/>
          <a:ea typeface="+mn-ea"/>
          <a:cs typeface="+mn-cs"/>
        </a:defRPr>
      </a:lvl8pPr>
      <a:lvl9pPr marL="0" indent="0" algn="l" defTabSz="913943" rtl="0" eaLnBrk="1" latinLnBrk="0" hangingPunct="1">
        <a:spcBef>
          <a:spcPts val="1199"/>
        </a:spcBef>
        <a:spcAft>
          <a:spcPts val="1199"/>
        </a:spcAft>
        <a:buClr>
          <a:schemeClr val="tx2"/>
        </a:buClr>
        <a:buFont typeface="Wingdings" pitchFamily="2" charset="2"/>
        <a:buNone/>
        <a:tabLst/>
        <a:defRPr sz="2399" kern="1200">
          <a:solidFill>
            <a:schemeClr val="bg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66" orient="horz" pos="550">
          <p15:clr>
            <a:srgbClr val="F26B43"/>
          </p15:clr>
        </p15:guide>
        <p15:guide id="67" orient="horz" pos="232">
          <p15:clr>
            <a:srgbClr val="F26B43"/>
          </p15:clr>
        </p15:guide>
        <p15:guide id="68" orient="horz" pos="3816">
          <p15:clr>
            <a:srgbClr val="F26B43"/>
          </p15:clr>
        </p15:guide>
        <p15:guide id="69" orient="horz" pos="799">
          <p15:clr>
            <a:srgbClr val="F26B43"/>
          </p15:clr>
        </p15:guide>
        <p15:guide id="70" orient="horz" pos="40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6F95C-03A8-6BE9-CEFB-268C2DDA5E91}"/>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Pokkatea</a:t>
              </a:r>
              <a:r>
                <a:rPr lang="en-IN" sz="1000" b="1" dirty="0">
                  <a:solidFill>
                    <a:srgbClr val="1A1A24"/>
                  </a:solidFill>
                  <a:latin typeface="EYInterstate Regular" panose="02000503020000020004" pitchFamily="2" charset="0"/>
                  <a:ea typeface="Arial Unicode MS" pitchFamily="34" charset="-128"/>
                </a:rPr>
                <a:t>, </a:t>
              </a:r>
              <a:r>
                <a:rPr lang="en-IN" sz="1000" b="1" dirty="0" err="1">
                  <a:solidFill>
                    <a:srgbClr val="1A1A24"/>
                  </a:solidFill>
                  <a:latin typeface="EYInterstate Regular" panose="02000503020000020004" pitchFamily="2" charset="0"/>
                  <a:ea typeface="Arial Unicode MS" pitchFamily="34" charset="-128"/>
                </a:rPr>
                <a:t>Pokkastan</a:t>
              </a:r>
              <a:r>
                <a:rPr lang="en-IN" sz="1000" b="1" dirty="0">
                  <a:solidFill>
                    <a:srgbClr val="1A1A24"/>
                  </a:solidFill>
                  <a:latin typeface="EYInterstate Regular" panose="02000503020000020004" pitchFamily="2" charset="0"/>
                  <a:ea typeface="Arial Unicode MS" pitchFamily="34" charset="-128"/>
                </a:rPr>
                <a:t> – 2021-2023</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a:t>
              </a:r>
              <a:r>
                <a:rPr lang="en-IN" sz="1000" dirty="0">
                  <a:solidFill>
                    <a:srgbClr val="000000"/>
                  </a:solidFill>
                </a:rPr>
                <a:t>Designed and implemented scalable cloud data architectures leveraging Azure Data Lake Storage (ADLS) for centralized data storage, Azure Synapse Analytics for unified analytics, ADF and </a:t>
              </a:r>
              <a:r>
                <a:rPr lang="en-IN" sz="1000" dirty="0" err="1">
                  <a:solidFill>
                    <a:srgbClr val="000000"/>
                  </a:solidFill>
                </a:rPr>
                <a:t>PySpark</a:t>
              </a:r>
              <a:r>
                <a:rPr lang="en-IN" sz="1000" dirty="0">
                  <a:solidFill>
                    <a:srgbClr val="000000"/>
                  </a:solidFill>
                </a:rPr>
                <a:t> for large-scale data transformations enabling faster insights, unify diverse data sources and accelerating AI initiatives.</a:t>
              </a:r>
            </a:p>
            <a:p>
              <a:pPr marL="0" marR="0" lvl="1" algn="l" defTabSz="890511" rtl="0" eaLnBrk="1" fontAlgn="auto" latinLnBrk="0" hangingPunct="1">
                <a:lnSpc>
                  <a:spcPct val="100000"/>
                </a:lnSpc>
                <a:spcBef>
                  <a:spcPts val="0"/>
                </a:spcBef>
                <a:spcAft>
                  <a:spcPts val="200"/>
                </a:spcAft>
                <a:buClrTx/>
                <a:buSzPct val="100000"/>
                <a:tabLst/>
                <a:defRPr/>
              </a:pP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Pokkaclupse</a:t>
              </a:r>
              <a:r>
                <a:rPr lang="en-IN" sz="1000" b="1" dirty="0">
                  <a:solidFill>
                    <a:srgbClr val="000000"/>
                  </a:solidFill>
                  <a:latin typeface="+mj-lt"/>
                </a:rPr>
                <a:t>, </a:t>
              </a:r>
              <a:r>
                <a:rPr lang="en-IN" sz="1000" b="1" dirty="0" err="1">
                  <a:solidFill>
                    <a:srgbClr val="000000"/>
                  </a:solidFill>
                  <a:latin typeface="+mj-lt"/>
                </a:rPr>
                <a:t>Pokkastan</a:t>
              </a:r>
              <a:r>
                <a:rPr lang="en-IN" sz="1000" b="1" dirty="0">
                  <a:solidFill>
                    <a:srgbClr val="000000"/>
                  </a:solidFill>
                  <a:latin typeface="+mj-lt"/>
                </a:rPr>
                <a:t>– 2016-2021</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Delivered Cloud data platform to enable scalable enterprise data warehouse, visualization and data migration from on prem to cloud. Execute design and build S3 data latke, AWS Redshift data warehouse, batch and near real time ingestion, storage and compute built on AWS and Tableau visualization.</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Executed Hadoop Bigdata analytics platform to harness high volume, high throughput heterogenous enterprise data loads and enable data science initiatives. Execute Design &amp; build </a:t>
              </a:r>
              <a:r>
                <a:rPr lang="en-IN" sz="1000" dirty="0">
                  <a:solidFill>
                    <a:srgbClr val="000000"/>
                  </a:solidFill>
                  <a:ea typeface="Times New Roman" panose="02020603050405020304" pitchFamily="18" charset="0"/>
                </a:rPr>
                <a:t>Hadoop data lake built on Hortonworks Data Platform, Hive data warehouse, batch and near real time integrations from Kafka clusters,</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Pokka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Senior </a:t>
            </a:r>
            <a:r>
              <a:rPr lang="en-GB" sz="950" b="1" dirty="0">
                <a:solidFill>
                  <a:schemeClr val="bg1"/>
                </a:solidFill>
                <a:latin typeface="EYInterstate Light"/>
                <a:ea typeface="宋体"/>
                <a:cs typeface="Arial"/>
              </a:rPr>
              <a:t>Manager</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AI and Data, Singapore</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a:t>
            </a:r>
            <a:r>
              <a:rPr lang="it-IT" sz="950" dirty="0">
                <a:solidFill>
                  <a:srgbClr val="000000"/>
                </a:solidFill>
                <a:ea typeface="宋体"/>
                <a:cs typeface="Arial"/>
              </a:rPr>
              <a:t>Pokka@sg.ey.com</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seasoned professional with 20+ yrs of experience in technology with a unique blend of technical expertise and strategic project management to deliver complex solutions that align with business goals and drive measurable impact. </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I have successfully led cross-functional teams to execute large scale Digital transformations, Cloud deployments, Enterprise integrations and Data Analytics initiatives across industries delivering high value solutions. I’m passionate about helping organizations maximize ROI, optimize processes, and drive competitive advantage.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Project Management Professional (PMP)</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Professional Scrum Master (PSM I)</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AWS Certified Solution Architect Associate</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Microsoft certified Azure Fundamental</a:t>
              </a:r>
            </a:p>
            <a:p>
              <a:pPr marL="143856" lvl="1" indent="-143856" defTabSz="890956">
                <a:spcAft>
                  <a:spcPts val="600"/>
                </a:spcAft>
                <a:buSzPct val="100000"/>
                <a:buFont typeface="EYInterstate" panose="02000503020000020004" pitchFamily="2" charset="0"/>
                <a:buChar char="•"/>
                <a:defRPr/>
              </a:pP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rPr lang="en-IN" sz="1000">
                          <a:solidFill>
                            <a:schemeClr val="bg1"/>
                          </a:solidFill>
                        </a:rPr>
                        <a:t>1998-2001</a:t>
                      </a:r>
                    </a:p>
                  </a:txBody>
                  <a:tcPr marL="91392" marR="91392" marT="28373" marB="28373"/>
                </a:tc>
                <a:tc>
                  <a:txBody>
                    <a:bodyPr/>
                    <a:lstStyle/>
                    <a:p>
                      <a:r>
                        <a:rPr lang="en-IN" sz="1000" dirty="0">
                          <a:solidFill>
                            <a:schemeClr val="bg1"/>
                          </a:solidFill>
                        </a:rPr>
                        <a:t>Master’s in Computer Applications</a:t>
                      </a:r>
                      <a:br>
                        <a:rPr lang="en-IN" sz="1000" dirty="0">
                          <a:solidFill>
                            <a:schemeClr val="bg1"/>
                          </a:solidFill>
                        </a:rPr>
                      </a:br>
                      <a:br>
                        <a:rPr lang="en-IN" sz="1000" dirty="0">
                          <a:solidFill>
                            <a:schemeClr val="bg1"/>
                          </a:solidFill>
                        </a:rPr>
                      </a:br>
                      <a:r>
                        <a:rPr lang="en-IN" sz="1000" dirty="0">
                          <a:solidFill>
                            <a:schemeClr val="bg1"/>
                          </a:solidFill>
                        </a:rPr>
                        <a:t>University of </a:t>
                      </a:r>
                      <a:r>
                        <a:rPr lang="en-IN" sz="1000" dirty="0" err="1">
                          <a:solidFill>
                            <a:schemeClr val="bg1"/>
                          </a:solidFill>
                        </a:rPr>
                        <a:t>pokkastan</a:t>
                      </a:r>
                      <a:endParaRPr lang="en-IN" sz="1000" dirty="0">
                        <a:solidFill>
                          <a:schemeClr val="bg1"/>
                        </a:solidFill>
                      </a:endParaRPr>
                    </a:p>
                  </a:txBody>
                  <a:tcPr marL="91392" marR="91392" marT="28373" marB="28373"/>
                </a:tc>
                <a:extLst>
                  <a:ext uri="{0D108BD9-81ED-4DB2-BD59-A6C34878D82A}">
                    <a16:rowId xmlns:a16="http://schemas.microsoft.com/office/drawing/2014/main" val="2160126882"/>
                  </a:ext>
                </a:extLst>
              </a:tr>
            </a:tbl>
          </a:graphicData>
        </a:graphic>
      </p:graphicFrame>
    </p:spTree>
    <p:extLst>
      <p:ext uri="{BB962C8B-B14F-4D97-AF65-F5344CB8AC3E}">
        <p14:creationId xmlns:p14="http://schemas.microsoft.com/office/powerpoint/2010/main" val="620671767"/>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Dummy Gov Agency, Singapura – 2023-2025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Designed and built scalable ingestion and transformation pipelines using Python, Spark, ADF/Airflow and SQL, enabling reliable analytics and AI workloads.</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Dummy Insurer, Malaya – 2021-2024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Delivered cloud data platform capabilities on AWS/Azure, Terraform, Kubernetes and Databricks, covering lakehouse storage, compute, CI/CD and cost governance.</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Kopi, Jia Wei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Consultant,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kopi@sg.ey.com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hands-on consultant with 3+ yrs of experience across Data Engineering, Cloud Data Platforms &amp; Operations.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TensorFlow Developer Certificate</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Microsoft Azure Data Engineer Associate</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Project Management Professional (PMP)</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Databricks Lakehouse Fundamentals</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2012-2016</a:t>
                      </a:r>
                    </a:p>
                  </a:txBody>
                  <a:tcPr marL="91392" marR="91392" marT="28373" marB="28373"/>
                </a:tc>
                <a:tc>
                  <a:txBody>
                    <a:bodyPr/>
                    <a:lstStyle/>
                    <a:p>
                      <a:r>
                        <a:t>Bachelor of Information Systems</a:t>
                      </a:r>
                    </a:p>
                    <a:p/>
                    <a:p>
                      <a:r>
                        <a:t>Singapore Dummy University</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Pokkatea, Pokkastan – 2022-2025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Built and productionised ML/GenAI solutions with Python, Azure OpenAI / LangChain and MLflow, focusing on measurable business outcomes and responsible AI controls.</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Dummy Gov Agency, Singapura – 2023-2024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Designed and built scalable ingestion and transformation pipelines using Python, Spark, ADF/Airflow and SQL, enabling reliable analytics and AI workloads.</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Dummy Energy Co, Batavia – 2020-2023</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Built and productionised ML/GenAI solutions with Python, Azure OpenAI / LangChain and MLflow, focusing on measurable business outcomes and responsible AI controls.</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Teh, Mei Ling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Senior Consultant,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teh@sg.ey.com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seasoned consultant with 6+ yrs of experience across Artificial Intelligence (AI) &amp; Machine Learning, Data Engineering.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Microsoft Azure Data Engineer Associate</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Google Professional Data Engineer</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Professional Scrum Master (PSM I)</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AWS Certified Solutions Architect Associate</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2008-2012</a:t>
                      </a:r>
                    </a:p>
                  </a:txBody>
                  <a:tcPr marL="91392" marR="91392" marT="28373" marB="28373"/>
                </a:tc>
                <a:tc>
                  <a:txBody>
                    <a:bodyPr/>
                    <a:lstStyle/>
                    <a:p>
                      <a:r>
                        <a:t>Master of Technology (Software)</a:t>
                      </a:r>
                    </a:p>
                    <a:p/>
                    <a:p>
                      <a:r>
                        <a:t>Dummy Institute of Technology</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Dummy Gov Agency, Singapura – 2022-2025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Defined target data architecture and integration patterns on Azure Synapse, Databricks and enterprise modelling tools, unifying domains and accelerating downstream use cases.</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Dummy Retailer, Singapura – 2022-2024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Delivered cloud data platform capabilities on AWS/Azure, Terraform, Kubernetes and Databricks, covering lakehouse storage, compute, CI/CD and cost governance.</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Dummy Insurer, Malaya – 2021-2023</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Shaped data strategy, roadmap and value cases; guided delivery teams using cloud analytics platforms and operating-model artefacts platforms to prioritise high-ROI use cases.</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Bandung, Arjun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Manager,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bandung@sg.ey.com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delivery leader with 10+ yrs of experience across Data Architecture, Cloud Data Platforms &amp; Operations.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AWS Certified Solutions Architect Associate</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Databricks Lakehouse Fundamentals</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Microsoft Azure Fundamentals</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Project Management Professional (PMP)</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1998-2001</a:t>
                      </a:r>
                    </a:p>
                  </a:txBody>
                  <a:tcPr marL="91392" marR="91392" marT="28373" marB="28373"/>
                </a:tc>
                <a:tc>
                  <a:txBody>
                    <a:bodyPr/>
                    <a:lstStyle/>
                    <a:p>
                      <a:r>
                        <a:t>Master's in Computer Applications</a:t>
                      </a:r>
                    </a:p>
                    <a:p/>
                    <a:p>
                      <a:r>
                        <a:t>University of pokkastan</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Dummy Bank, Singapura – 2022-2025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Delivered self-serve analytics and executive reporting on Power BI / Tableau, SQL and semantic models, improving decision cycle time for business stakeholders.</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Dummy Insurer, Malaya – 2023-2024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Designed and built scalable ingestion and transformation pipelines using Python, Spark, ADF/Airflow and SQL, enabling reliable analytics and AI workloads.</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Milo, Nurul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Consultant,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milo@sg.ey.com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hands-on consultant with 2+ yrs of experience across Business Intelligence &amp; Analytics, Data Engineering.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Project Management Professional (PMP)</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Microsoft Azure Data Engineer Associate</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TensorFlow Developer Certificate</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Certified Data Management Professional (CDMP)</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2008-2012</a:t>
                      </a:r>
                    </a:p>
                  </a:txBody>
                  <a:tcPr marL="91392" marR="91392" marT="28373" marB="28373"/>
                </a:tc>
                <a:tc>
                  <a:txBody>
                    <a:bodyPr/>
                    <a:lstStyle/>
                    <a:p>
                      <a:r>
                        <a:t>Master of Technology (Software)</a:t>
                      </a:r>
                    </a:p>
                    <a:p/>
                    <a:p>
                      <a:r>
                        <a:t>Dummy Institute of Technology</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Pokkatea, Pokkastan – 2022-2025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Built and productionised ML/GenAI solutions with Python, Azure OpenAI / LangChain and MLflow, focusing on measurable business outcomes and responsible AI controls.</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Dummy Insurer, Malaya – 2022-2024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Delivered cloud data platform capabilities on AWS/Azure, Terraform, Kubernetes and Databricks, covering lakehouse storage, compute, CI/CD and cost governance.</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Dummy Healthcare, Singapura – 2020-2023</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Built and productionised ML/GenAI solutions with Python, Azure OpenAI / LangChain and MLflow, focusing on measurable business outcomes and responsible AI controls.</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Horlicks, Daniel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Senior Consultant,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horlicks@sg.ey.com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seasoned consultant with 7+ yrs of experience across Artificial Intelligence (AI) &amp; Machine Learning, Cloud Data Platforms &amp; Operations.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TensorFlow Developer Certificate</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Microsoft Azure Data Engineer Associate</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Project Management Professional (PMP)</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Professional Scrum Master (PSM I)</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2014-2018</a:t>
                      </a:r>
                    </a:p>
                  </a:txBody>
                  <a:tcPr marL="91392" marR="91392" marT="28373" marB="28373"/>
                </a:tc>
                <a:tc>
                  <a:txBody>
                    <a:bodyPr/>
                    <a:lstStyle/>
                    <a:p>
                      <a:r>
                        <a:t>Bachelor of Engineering (Computer)</a:t>
                      </a:r>
                    </a:p>
                    <a:p/>
                    <a:p>
                      <a:r>
                        <a:t>Nanyang Dummy University</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Dummy Retailer, Singapura – 2023-2025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Stood up data governance operating model and quality controls with Purview/Collibra, SQL and data quality frameworks, improving trust and discoverability of critical data.</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Dummy Healthcare, Singapura – 2021-2024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Implemented data protection and access controls using Purview, Azure AD and classification tooling, aligning with PDPA and enterprise security standards.</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Chrysanthemum, Priya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Consultant,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chrysanthemum@sg.ey.com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hands-on consultant with 4+ yrs of experience across Data Governance &amp; Quality, Data Security &amp; Privacy.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TensorFlow Developer Certificate</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Databricks Lakehouse Fundamentals</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Microsoft Azure Data Engineer Associate</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AWS Certified Solutions Architect Associate</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2012-2016</a:t>
                      </a:r>
                    </a:p>
                  </a:txBody>
                  <a:tcPr marL="91392" marR="91392" marT="28373" marB="28373"/>
                </a:tc>
                <a:tc>
                  <a:txBody>
                    <a:bodyPr/>
                    <a:lstStyle/>
                    <a:p>
                      <a:r>
                        <a:t>Bachelor of Information Systems</a:t>
                      </a:r>
                    </a:p>
                    <a:p/>
                    <a:p>
                      <a:r>
                        <a:t>Singapore Dummy University</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Dummy Insurer, Malaya – 2024-2025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Designed and built scalable ingestion and transformation pipelines using Python, Spark, ADF/Airflow and SQL, enabling reliable analytics and AI workloads.</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Dummy Healthcare, Singapura – 2022-2024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Built and productionised ML/GenAI solutions with Python, Azure OpenAI / LangChain and MLflow, focusing on measurable business outcomes and responsible AI controls.</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Yakult, Marcus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Intern,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yakult@sg.ey.com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An early-career consultant building foundations with 1 yr of experience across Data Engineering, Artificial Intelligence (AI) &amp; Machine Learning.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Professional Scrum Master (PSM I)</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Databricks Lakehouse Fundamentals</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TensorFlow Developer Certificate</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Certified Data Management Professional (CDMP)</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2008-2012</a:t>
                      </a:r>
                    </a:p>
                  </a:txBody>
                  <a:tcPr marL="91392" marR="91392" marT="28373" marB="28373"/>
                </a:tc>
                <a:tc>
                  <a:txBody>
                    <a:bodyPr/>
                    <a:lstStyle/>
                    <a:p>
                      <a:r>
                        <a:t>Master of Technology (Software)</a:t>
                      </a:r>
                    </a:p>
                    <a:p/>
                    <a:p>
                      <a:r>
                        <a:t>Dummy Institute of Technology</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Dummy Gov Agency, Singapura – 2022-2025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Shaped data strategy, roadmap and value cases; guided delivery teams using cloud analytics platforms and operating-model artefacts platforms to prioritise high-ROI use cases.</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Dummy Retailer, Singapura – 2022-2024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Delivered self-serve analytics and executive reporting on Power BI / Tableau, SQL and semantic models, improving decision cycle time for business stakeholders.</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Dummy Insurer, Malaya – 2022-2023</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Stood up data governance operating model and quality controls with Purview/Collibra, SQL and data quality frameworks, improving trust and discoverability of critical data.</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Ribena, Aisha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Manager,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ribena@sg.ey.com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delivery leader with 11+ yrs of experience across Data Strategy &amp; Management, Business Intelligence &amp; Analytics.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Professional Scrum Master (PSM I)</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AWS Certified Solutions Architect Associate</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Microsoft Azure Data Engineer Associate</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Project Management Professional (PMP)</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2012-2016</a:t>
                      </a:r>
                    </a:p>
                  </a:txBody>
                  <a:tcPr marL="91392" marR="91392" marT="28373" marB="28373"/>
                </a:tc>
                <a:tc>
                  <a:txBody>
                    <a:bodyPr/>
                    <a:lstStyle/>
                    <a:p>
                      <a:r>
                        <a:t>Bachelor of Information Systems</a:t>
                      </a:r>
                    </a:p>
                    <a:p/>
                    <a:p>
                      <a:r>
                        <a:t>Singapore Dummy University</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Dummy Energy Co, Batavia – 2023-2025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Delivered cloud data platform capabilities on AWS/Azure, Terraform, Kubernetes and Databricks, covering lakehouse storage, compute, CI/CD and cost governance.</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Dummy Healthcare, Singapura – 2021-2024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Designed and built scalable ingestion and transformation pipelines using Python, Spark, ADF/Airflow and SQL, enabling reliable analytics and AI workloads.</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Fanta, Rahul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Senior Consultant,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fanta@sg.ey.com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seasoned consultant with 5+ yrs of experience across Cloud Data Platforms &amp; Operations, Data Engineering.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Microsoft Azure Fundamentals</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Google Professional Data Engineer</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AWS Certified Solutions Architect Associate</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Professional Scrum Master (PSM I)</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1998-2001</a:t>
                      </a:r>
                    </a:p>
                  </a:txBody>
                  <a:tcPr marL="91392" marR="91392" marT="28373" marB="28373"/>
                </a:tc>
                <a:tc>
                  <a:txBody>
                    <a:bodyPr/>
                    <a:lstStyle/>
                    <a:p>
                      <a:r>
                        <a:t>Master's in Computer Applications</a:t>
                      </a:r>
                    </a:p>
                    <a:p/>
                    <a:p>
                      <a:r>
                        <a:t>University of pokkastan</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Pokkatea, Pokkastan – 2022-2025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Delivered self-serve analytics and executive reporting on Power BI / Tableau, SQL and semantic models, improving decision cycle time for business stakeholders.</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Dummy Energy Co, Batavia – 2022-2024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Delivered self-serve analytics and executive reporting on Power BI / Tableau, SQL and semantic models, improving decision cycle time for business stakeholders.</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Sprite, Hui Ling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Consultant,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sprite@sg.ey.com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hands-on consultant with 3+ yrs of experience across Business Intelligence &amp; Analytics.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Project Management Professional (PMP)</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Professional Scrum Master (PSM I)</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Google Professional Data Engineer</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Databricks Lakehouse Fundamentals</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2010-2014</a:t>
                      </a:r>
                    </a:p>
                  </a:txBody>
                  <a:tcPr marL="91392" marR="91392" marT="28373" marB="28373"/>
                </a:tc>
                <a:tc>
                  <a:txBody>
                    <a:bodyPr/>
                    <a:lstStyle/>
                    <a:p>
                      <a:r>
                        <a:t>Bachelor of Science (Statistics)</a:t>
                      </a:r>
                    </a:p>
                    <a:p/>
                    <a:p>
                      <a:r>
                        <a:t>University of Pokkastan</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Dummy Bank, Singapura – 2024-2025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Built and productionised ML/GenAI solutions with Python, Azure OpenAI / LangChain and MLflow, focusing on measurable business outcomes and responsible AI controls.</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Pokkatea, Pokkastan – 2021-2024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Delivered self-serve analytics and executive reporting on Power BI / Tableau, SQL and semantic models, improving decision cycle time for business stakeholders.</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Dummy Gov Agency, Singapura – 2021-2023</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Built and productionised ML/GenAI solutions with Python, Azure OpenAI / LangChain and MLflow, focusing on measurable business outcomes and responsible AI controls.</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Pocari, Kenji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Senior Consultant,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pocari@sg.ey.com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seasoned consultant with 8+ yrs of experience across Artificial Intelligence (AI) &amp; Machine Learning, Business Intelligence &amp; Analytics.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Certified Data Management Professional (CDMP)</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Professional Scrum Master (PSM I)</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Microsoft Azure Data Engineer Associate</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TensorFlow Developer Certificate</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2005-2009</a:t>
                      </a:r>
                    </a:p>
                  </a:txBody>
                  <a:tcPr marL="91392" marR="91392" marT="28373" marB="28373"/>
                </a:tc>
                <a:tc>
                  <a:txBody>
                    <a:bodyPr/>
                    <a:lstStyle/>
                    <a:p>
                      <a:r>
                        <a:t>Master of Science (Analytics)</a:t>
                      </a:r>
                    </a:p>
                    <a:p/>
                    <a:p>
                      <a:r>
                        <a:t>University of Singapura</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Dummy Bank, Singapura – 2022-2025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Stood up data governance operating model and quality controls with Purview/Collibra, SQL and data quality frameworks, improving trust and discoverability of critical data.</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Dummy Insurer, Malaya – 2023-2024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Stood up data governance operating model and quality controls with Purview/Collibra, SQL and data quality frameworks, improving trust and discoverability of critical data.</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Calpis, Sofia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Consultant,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calpis@sg.ey.com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hands-on consultant with 2+ yrs of experience across Data Governance &amp; Quality.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Databricks Lakehouse Fundamentals</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Professional Scrum Master (PSM I)</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Certified Data Management Professional (CDMP)</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Microsoft Azure Data Engineer Associate</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2008-2012</a:t>
                      </a:r>
                    </a:p>
                  </a:txBody>
                  <a:tcPr marL="91392" marR="91392" marT="28373" marB="28373"/>
                </a:tc>
                <a:tc>
                  <a:txBody>
                    <a:bodyPr/>
                    <a:lstStyle/>
                    <a:p>
                      <a:r>
                        <a:t>Master of Technology (Software)</a:t>
                      </a:r>
                    </a:p>
                    <a:p/>
                    <a:p>
                      <a:r>
                        <a:t>Dummy Institute of Technology</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Pokkatea, Pokkastan – 2023-2025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Shaped data strategy, roadmap and value cases; guided delivery teams using cloud analytics platforms and operating-model artefacts platforms to prioritise high-ROI use cases.</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Dummy Insurer, Malaya – 2022-2024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Delivered cloud data platform capabilities on AWS/Azure, Terraform, Kubernetes and Databricks, covering lakehouse storage, compute, CI/CD and cost governance.</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Dummy Energy Co, Batavia – 2022-2023</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Defined target data architecture and integration patterns on Azure Synapse, Databricks and enterprise modelling tools, unifying domains and accelerating downstream use cases.</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Oolong, Bryan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Manager,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oolong@sg.ey.com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delivery leader with 9+ yrs of experience across Data Strategy &amp; Management, Cloud Data Platforms &amp; Operations.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AWS Certified Solutions Architect Associate</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Databricks Lakehouse Fundamentals</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Google Professional Data Engineer</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Project Management Professional (PMP)</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1998-2001</a:t>
                      </a:r>
                    </a:p>
                  </a:txBody>
                  <a:tcPr marL="91392" marR="91392" marT="28373" marB="28373"/>
                </a:tc>
                <a:tc>
                  <a:txBody>
                    <a:bodyPr/>
                    <a:lstStyle/>
                    <a:p>
                      <a:r>
                        <a:t>Master's in Computer Applications</a:t>
                      </a:r>
                    </a:p>
                    <a:p/>
                    <a:p>
                      <a:r>
                        <a:t>University of pokkastan</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Dummy Gov Agency, Singapura – 2023-2025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Implemented data protection and access controls using Purview, Azure AD and classification tooling, aligning with PDPA and enterprise security standards.</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Dummy Healthcare, Singapura – 2022-2024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Stood up data governance operating model and quality controls with Purview/Collibra, SQL and data quality frameworks, improving trust and discoverability of critical data.</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Dummy Insurer, Malaya – 2020-2023</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Implemented data protection and access controls using Purview, Azure AD and classification tooling, aligning with PDPA and enterprise security standards.</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Matcha, Divya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Senior Consultant,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matcha@sg.ey.com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seasoned consultant with 6+ yrs of experience across Data Security &amp; Privacy, Data Governance &amp; Quality.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Google Professional Data Engineer</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Certified Data Management Professional (CDMP)</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Microsoft Azure Data Engineer Associate</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Professional Scrum Master (PSM I)</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2010-2014</a:t>
                      </a:r>
                    </a:p>
                  </a:txBody>
                  <a:tcPr marL="91392" marR="91392" marT="28373" marB="28373"/>
                </a:tc>
                <a:tc>
                  <a:txBody>
                    <a:bodyPr/>
                    <a:lstStyle/>
                    <a:p>
                      <a:r>
                        <a:t>Bachelor of Science (Statistics)</a:t>
                      </a:r>
                    </a:p>
                    <a:p/>
                    <a:p>
                      <a:r>
                        <a:t>University of Pokkastan</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Dummy Retailer, Singapura – 2023-2025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Delivered cloud data platform capabilities on AWS/Azure, Terraform, Kubernetes and Databricks, covering lakehouse storage, compute, CI/CD and cost governance.</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Dummy Insurer, Malaya – 2021-2024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Designed and built scalable ingestion and transformation pipelines using Python, Spark, ADF/Airflow and SQL, enabling reliable analytics and AI workloads.</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Soybean, Ethan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Consultant,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soybean@sg.ey.com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hands-on consultant with 4+ yrs of experience across Cloud Data Platforms &amp; Operations, Data Engineering.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Project Management Professional (PMP)</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Certified Data Management Professional (CDMP)</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Microsoft Azure Fundamentals</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Databricks Lakehouse Fundamentals</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2008-2012</a:t>
                      </a:r>
                    </a:p>
                  </a:txBody>
                  <a:tcPr marL="91392" marR="91392" marT="28373" marB="28373"/>
                </a:tc>
                <a:tc>
                  <a:txBody>
                    <a:bodyPr/>
                    <a:lstStyle/>
                    <a:p>
                      <a:r>
                        <a:t>Master of Technology (Software)</a:t>
                      </a:r>
                    </a:p>
                    <a:p/>
                    <a:p>
                      <a:r>
                        <a:t>Dummy Institute of Technology</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Dummy Telco, Singapura – 2024-2025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Delivered self-serve analytics and executive reporting on Power BI / Tableau, SQL and semantic models, improving decision cycle time for business stakeholders.</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Dummy Bank, Singapura – 2022-2024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Shaped data strategy, roadmap and value cases; guided delivery teams using cloud analytics platforms and operating-model artefacts platforms to prioritise high-ROI use cases.</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Dummy Gov Agency, Singapura – 2021-2023</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Delivered self-serve analytics and executive reporting on Power BI / Tableau, SQL and semantic models, improving decision cycle time for business stakeholders.</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Ginger, Chloe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Senior Consultant,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ginger@sg.ey.com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seasoned consultant with 7+ yrs of experience across Business Intelligence &amp; Analytics, Data Strategy &amp; Management.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Databricks Lakehouse Fundamentals</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Professional Scrum Master (PSM I)</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TensorFlow Developer Certificate</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Google Professional Data Engineer</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2018-2022</a:t>
                      </a:r>
                    </a:p>
                  </a:txBody>
                  <a:tcPr marL="91392" marR="91392" marT="28373" marB="28373"/>
                </a:tc>
                <a:tc>
                  <a:txBody>
                    <a:bodyPr/>
                    <a:lstStyle/>
                    <a:p>
                      <a:r>
                        <a:t>Bachelor of Computing</a:t>
                      </a:r>
                    </a:p>
                    <a:p/>
                    <a:p>
                      <a:r>
                        <a:t>National University of Pokkastan</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Dummy Insurer, Malaya – 2023-2025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Built and productionised ML/GenAI solutions with Python, Azure OpenAI / LangChain and MLflow, focusing on measurable business outcomes and responsible AI controls.</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Dummy Energy Co, Batavia – 2022-2024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Designed and built scalable ingestion and transformation pipelines using Python, Spark, ADF/Airflow and SQL, enabling reliable analytics and AI workloads.</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Barley, Farhan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Consultant,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barley@sg.ey.com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hands-on consultant with 3+ yrs of experience across Artificial Intelligence (AI) &amp; Machine Learning, Data Engineering.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Project Management Professional (PMP)</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Google Professional Data Engineer</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Certified Data Management Professional (CDMP)</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Microsoft Azure Data Engineer Associate</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1998-2001</a:t>
                      </a:r>
                    </a:p>
                  </a:txBody>
                  <a:tcPr marL="91392" marR="91392" marT="28373" marB="28373"/>
                </a:tc>
                <a:tc>
                  <a:txBody>
                    <a:bodyPr/>
                    <a:lstStyle/>
                    <a:p>
                      <a:r>
                        <a:t>Master's in Computer Applications</a:t>
                      </a:r>
                    </a:p>
                    <a:p/>
                    <a:p>
                      <a:r>
                        <a:t>University of pokkastan</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Dummy Gov Agency, Singapura – 2022-2025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Delivered self-serve analytics and executive reporting on Power BI / Tableau, SQL and semantic models, improving decision cycle time for business stakeholders.</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Dummy Energy Co, Batavia – 2022-2024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Designed and built scalable ingestion and transformation pipelines using Python, Spark, ADF/Airflow and SQL, enabling reliable analytics and AI workloads.</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Coconut, Grace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Intern,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coconut@sg.ey.com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An early-career consultant building foundations with 1 yr of experience across Business Intelligence &amp; Analytics, Data Engineering.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Microsoft Azure Data Engineer Associate</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Google Professional Data Engineer</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TensorFlow Developer Certificate</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Project Management Professional (PMP)</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2008-2012</a:t>
                      </a:r>
                    </a:p>
                  </a:txBody>
                  <a:tcPr marL="91392" marR="91392" marT="28373" marB="28373"/>
                </a:tc>
                <a:tc>
                  <a:txBody>
                    <a:bodyPr/>
                    <a:lstStyle/>
                    <a:p>
                      <a:r>
                        <a:t>Master of Technology (Software)</a:t>
                      </a:r>
                    </a:p>
                    <a:p/>
                    <a:p>
                      <a:r>
                        <a:t>Dummy Institute of Technology</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Dummy Retailer, Singapura – 2022-2025</a:t>
              </a:r>
              <a:r>
                <a:rPr lang="en-IN" sz="1000" b="1" dirty="0">
                  <a:solidFill>
                    <a:srgbClr val="1A1A24"/>
                  </a:solidFill>
                  <a:latin typeface="EYInterstate Regular" panose="02000503020000020004" pitchFamily="2" charset="0"/>
                  <a:ea typeface="Arial Unicode MS" pitchFamily="34" charset="-128"/>
                </a:rPr>
                <a:t/>
              </a:r>
              <a:r>
                <a:rPr lang="en-IN" sz="1000" b="1" dirty="0" err="1">
                  <a:solidFill>
                    <a:srgbClr val="1A1A24"/>
                  </a:solidFill>
                  <a:latin typeface="EYInterstate Regular" panose="02000503020000020004" pitchFamily="2" charset="0"/>
                  <a:ea typeface="Arial Unicode MS" pitchFamily="34" charset="-128"/>
                </a:rPr>
                <a:t/>
              </a:r>
              <a:r>
                <a:rPr lang="en-IN" sz="1000" b="1" dirty="0">
                  <a:solidFill>
                    <a:srgbClr val="1A1A24"/>
                  </a:solidFill>
                  <a:latin typeface="EYInterstate Regular" panose="02000503020000020004" pitchFamily="2" charset="0"/>
                  <a:ea typeface="Arial Unicode MS" pitchFamily="34" charset="-128"/>
                </a:rPr>
                <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Delivered cloud data platform capabilities on AWS/Azure, Terraform, Kubernetes and Databricks, covering lakehouse storage, compute, CI/CD and cost governance.</a:t>
              </a:r>
              <a:r>
                <a:rPr lang="en-IN" sz="1000" dirty="0">
                  <a:solidFill>
                    <a:srgbClr val="000000"/>
                  </a:solidFill>
                </a:rPr>
                <a:t/>
              </a:r>
              <a:r>
                <a:rPr lang="en-IN" sz="1000" dirty="0" err="1">
                  <a:solidFill>
                    <a:srgbClr val="000000"/>
                  </a:solidFill>
                </a:rPr>
                <a:t/>
              </a:r>
              <a:r>
                <a:rPr lang="en-IN" sz="1000" dirty="0">
                  <a:solidFill>
                    <a:srgbClr val="000000"/>
                  </a:solidFill>
                </a:rPr>
                <a:t/>
              </a:r>
            </a:p>
            <a:p>
              <a:pPr marL="0" marR="0" lvl="1" algn="l" defTabSz="890511" rtl="0" eaLnBrk="1" fontAlgn="auto" latinLnBrk="0" hangingPunct="1">
                <a:lnSpc>
                  <a:spcPct val="100000"/>
                </a:lnSpc>
                <a:spcBef>
                  <a:spcPts val="0"/>
                </a:spcBef>
                <a:spcAft>
                  <a:spcPts val="200"/>
                </a:spcAft>
                <a:buClrTx/>
                <a:buSzPct val="100000"/>
                <a:tabLst/>
                <a:defRPr/>
              </a:pPr>
              <a:r>
                <a:t>Dummy Gov Agency, Singapura – 2022-2024</a:t>
              </a: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 Defined target data architecture and integration patterns on Azure Synapse, Databricks and enterprise modelling tools, unifying domains and accelerating downstream use cases.</a:t>
              </a:r>
              <a:r>
                <a:rPr lang="en-IN" sz="1000" b="1" dirty="0">
                  <a:solidFill>
                    <a:srgbClr val="000000"/>
                  </a:solidFill>
                  <a:latin typeface="+mj-lt"/>
                </a:rPr>
                <a:t/>
              </a:r>
              <a:r>
                <a:rPr lang="en-IN" sz="1000" b="1" dirty="0" err="1">
                  <a:solidFill>
                    <a:srgbClr val="000000"/>
                  </a:solidFill>
                  <a:latin typeface="+mj-lt"/>
                </a:rPr>
                <a:t/>
              </a:r>
              <a:r>
                <a:rPr lang="en-IN" sz="1000" b="1" dirty="0">
                  <a:solidFill>
                    <a:srgbClr val="000000"/>
                  </a:solidFill>
                  <a:latin typeface="+mj-lt"/>
                </a:rPr>
                <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Dummy Telco, Singapura – 2020-2023</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 Shaped data strategy, roadmap and value cases; guided delivery teams using cloud analytics platforms and operating-model artefacts platforms to prioritise high-ROI use cases.</a:t>
              </a:r>
              <a:r>
                <a:rPr lang="en-IN" sz="1000" dirty="0">
                  <a:solidFill>
                    <a:srgbClr val="000000"/>
                  </a:solidFill>
                  <a:ea typeface="Times New Roman" panose="02020603050405020304" pitchFamily="18" charset="0"/>
                </a:rPr>
                <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r>
                <a:t/>
              </a: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Lemongrass, Ravi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Manager, AI and Data, Singapore</a:t>
            </a:r>
            <a:r>
              <a:rPr lang="en-GB" sz="950" b="1" dirty="0">
                <a:solidFill>
                  <a:schemeClr val="bg1"/>
                </a:solidFill>
                <a:latin typeface="EYInterstate Light"/>
                <a:ea typeface="宋体"/>
                <a:cs typeface="Arial"/>
              </a:rPr>
              <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lemongrass@sg.ey.com</a:t>
            </a:r>
            <a:r>
              <a:rPr lang="it-IT" sz="950" dirty="0">
                <a:solidFill>
                  <a:srgbClr val="000000"/>
                </a:solidFill>
                <a:ea typeface="宋体"/>
                <a:cs typeface="Arial"/>
              </a:rPr>
              <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delivery leader with 12+ yrs of experience across Cloud Data Platforms &amp; Operations, Data Architecture. Combines technical delivery with stakeholder management to ship practical outcomes for clients in Singapore and the region.
Passionate about helping organisations modernise data platforms, adopt AI responsibly, and turn information into competitive advantage.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Professional Scrum Master (PSM I)</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Google Professional Data Engineer</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TensorFlow Developer Certificate</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Microsoft Azure Data Engineer Associate</a:t>
              </a: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r>
                <a:t/>
              </a: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t>2018-2022</a:t>
                      </a:r>
                    </a:p>
                  </a:txBody>
                  <a:tcPr marL="91392" marR="91392" marT="28373" marB="28373"/>
                </a:tc>
                <a:tc>
                  <a:txBody>
                    <a:bodyPr/>
                    <a:lstStyle/>
                    <a:p>
                      <a:r>
                        <a:t>Bachelor of Computing</a:t>
                      </a:r>
                    </a:p>
                    <a:p/>
                    <a:p>
                      <a:r>
                        <a:t>National University of Pokkastan</a:t>
                      </a:r>
                    </a:p>
                  </a:txBody>
                  <a:tcPr marL="91392" marR="91392" marT="28373" marB="28373"/>
                </a:tc>
                <a:extLst>
                  <a:ext uri="{0D108BD9-81ED-4DB2-BD59-A6C34878D82A}">
                    <a16:rowId xmlns:a16="http://schemas.microsoft.com/office/drawing/2014/main" val="2160126882"/>
                  </a:ext>
                </a:extLst>
              </a:tr>
            </a:tbl>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USTOMLAYOUT" val="F"/>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Main Master Slide for IRAS">
  <a:themeElements>
    <a:clrScheme name="Custom 86">
      <a:dk1>
        <a:srgbClr val="FFFFFF"/>
      </a:dk1>
      <a:lt1>
        <a:srgbClr val="1A1A24"/>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0F69AE"/>
      </a:hlink>
      <a:folHlink>
        <a:srgbClr val="0F69AE"/>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cap="flat" cmpd="sng" algn="ctr">
          <a:solidFill>
            <a:srgbClr val="747480"/>
          </a:solidFill>
          <a:prstDash val="solid"/>
          <a:miter lim="800000"/>
          <a:headEnd type="none" w="med" len="med"/>
          <a:tailEnd type="none" w="med" len="med"/>
        </a:ln>
      </a:spPr>
      <a:bodyPr lIns="108000" tIns="108000" rIns="108000" bIns="108000" rtlCol="0" anchor="t" anchorCtr="0"/>
      <a:lstStyle>
        <a:defPPr marL="252000" indent="-252000" algn="l">
          <a:lnSpc>
            <a:spcPct val="90000"/>
          </a:lnSpc>
          <a:spcBef>
            <a:spcPts val="400"/>
          </a:spcBef>
          <a:spcAft>
            <a:spcPts val="400"/>
          </a:spcAft>
          <a:buClr>
            <a:schemeClr val="tx2"/>
          </a:buClr>
          <a:buFont typeface="Wingdings" pitchFamily="2" charset="2"/>
          <a:buChar char="§"/>
          <a:defRPr sz="20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Presentation7" id="{74771858-A977-49C2-9E64-CE01AF1A8B8F}" vid="{24E9EE1E-161F-4A7E-8A2A-9B9DE38CACC1}"/>
    </a:ext>
  </a:extLst>
</a:theme>
</file>

<file path=ppt/theme/theme2.xml><?xml version="1.0" encoding="utf-8"?>
<a:theme xmlns:a="http://schemas.openxmlformats.org/drawingml/2006/main" name="EY light background">
  <a:themeElements>
    <a:clrScheme name="Custom 8">
      <a:dk1>
        <a:srgbClr val="FFFFFF"/>
      </a:dk1>
      <a:lt1>
        <a:srgbClr val="2E2E38"/>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3.xml><?xml version="1.0" encoding="utf-8"?>
<a:theme xmlns:a="http://schemas.openxmlformats.org/drawingml/2006/main" name="Proposal Template for PP and Loadset">
  <a:themeElements>
    <a:clrScheme name="Proposal Template for PP and Loadset 1">
      <a:dk1>
        <a:srgbClr val="000000"/>
      </a:dk1>
      <a:lt1>
        <a:srgbClr val="FFFFFF"/>
      </a:lt1>
      <a:dk2>
        <a:srgbClr val="000000"/>
      </a:dk2>
      <a:lt2>
        <a:srgbClr val="F2F2F2"/>
      </a:lt2>
      <a:accent1>
        <a:srgbClr val="7F7E82"/>
      </a:accent1>
      <a:accent2>
        <a:srgbClr val="FFE600"/>
      </a:accent2>
      <a:accent3>
        <a:srgbClr val="FFFFFF"/>
      </a:accent3>
      <a:accent4>
        <a:srgbClr val="000000"/>
      </a:accent4>
      <a:accent5>
        <a:srgbClr val="C0C0C1"/>
      </a:accent5>
      <a:accent6>
        <a:srgbClr val="E7D000"/>
      </a:accent6>
      <a:hlink>
        <a:srgbClr val="A5A4A7"/>
      </a:hlink>
      <a:folHlink>
        <a:srgbClr val="CCCBCD"/>
      </a:folHlink>
    </a:clrScheme>
    <a:fontScheme name="Proposal Template for PP and Loadset">
      <a:majorFont>
        <a:latin typeface="EYInterstate"/>
        <a:ea typeface=""/>
        <a:cs typeface="Arial"/>
      </a:majorFont>
      <a:minorFont>
        <a:latin typeface="EYInterstate"/>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posal Template for PP and Loadset 1">
        <a:dk1>
          <a:srgbClr val="000000"/>
        </a:dk1>
        <a:lt1>
          <a:srgbClr val="FFFFFF"/>
        </a:lt1>
        <a:dk2>
          <a:srgbClr val="000000"/>
        </a:dk2>
        <a:lt2>
          <a:srgbClr val="F2F2F2"/>
        </a:lt2>
        <a:accent1>
          <a:srgbClr val="7F7E82"/>
        </a:accent1>
        <a:accent2>
          <a:srgbClr val="FFE600"/>
        </a:accent2>
        <a:accent3>
          <a:srgbClr val="FFFFFF"/>
        </a:accent3>
        <a:accent4>
          <a:srgbClr val="000000"/>
        </a:accent4>
        <a:accent5>
          <a:srgbClr val="C0C0C1"/>
        </a:accent5>
        <a:accent6>
          <a:srgbClr val="E7D000"/>
        </a:accent6>
        <a:hlink>
          <a:srgbClr val="A5A4A7"/>
        </a:hlink>
        <a:folHlink>
          <a:srgbClr val="CCCBC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EY light background">
  <a:themeElements>
    <a:clrScheme name="Custom 1">
      <a:dk1>
        <a:srgbClr val="FFFFFF"/>
      </a:dk1>
      <a:lt1>
        <a:srgbClr val="2E2E38"/>
      </a:lt1>
      <a:dk2>
        <a:srgbClr val="FFE600"/>
      </a:dk2>
      <a:lt2>
        <a:srgbClr val="000000"/>
      </a:lt2>
      <a:accent1>
        <a:srgbClr val="042546"/>
      </a:accent1>
      <a:accent2>
        <a:srgbClr val="2E2E38"/>
      </a:accent2>
      <a:accent3>
        <a:srgbClr val="747480"/>
      </a:accent3>
      <a:accent4>
        <a:srgbClr val="C4C4CD"/>
      </a:accent4>
      <a:accent5>
        <a:srgbClr val="FFE600"/>
      </a:accent5>
      <a:accent6>
        <a:srgbClr val="0000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5.xml><?xml version="1.0" encoding="utf-8"?>
<a:theme xmlns:a="http://schemas.openxmlformats.org/drawingml/2006/main" name="2_Main Master Slide for IRAS">
  <a:themeElements>
    <a:clrScheme name="Custom 86">
      <a:dk1>
        <a:srgbClr val="FFFFFF"/>
      </a:dk1>
      <a:lt1>
        <a:srgbClr val="1A1A24"/>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0F69AE"/>
      </a:hlink>
      <a:folHlink>
        <a:srgbClr val="0F69AE"/>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cap="flat" cmpd="sng" algn="ctr">
          <a:solidFill>
            <a:srgbClr val="747480"/>
          </a:solidFill>
          <a:prstDash val="solid"/>
          <a:miter lim="800000"/>
          <a:headEnd type="none" w="med" len="med"/>
          <a:tailEnd type="none" w="med" len="med"/>
        </a:ln>
      </a:spPr>
      <a:bodyPr lIns="108000" tIns="108000" rIns="108000" bIns="108000" rtlCol="0" anchor="t" anchorCtr="0"/>
      <a:lstStyle>
        <a:defPPr marL="252000" indent="-252000" algn="l">
          <a:lnSpc>
            <a:spcPct val="90000"/>
          </a:lnSpc>
          <a:spcBef>
            <a:spcPts val="400"/>
          </a:spcBef>
          <a:spcAft>
            <a:spcPts val="400"/>
          </a:spcAft>
          <a:buClr>
            <a:schemeClr val="tx2"/>
          </a:buClr>
          <a:buFont typeface="Wingdings" pitchFamily="2" charset="2"/>
          <a:buChar char="§"/>
          <a:defRPr sz="20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Presentation7" id="{74771858-A977-49C2-9E64-CE01AF1A8B8F}" vid="{24E9EE1E-161F-4A7E-8A2A-9B9DE38CACC1}"/>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D720D3B22BC974698E9152116EA6594" ma:contentTypeVersion="6" ma:contentTypeDescription="Create a new document." ma:contentTypeScope="" ma:versionID="81cecafd30ce65fab63b5d135e6887c6">
  <xsd:schema xmlns:xsd="http://www.w3.org/2001/XMLSchema" xmlns:xs="http://www.w3.org/2001/XMLSchema" xmlns:p="http://schemas.microsoft.com/office/2006/metadata/properties" xmlns:ns2="d37b2606-c817-4ffb-b2ff-c788592988e0" xmlns:ns3="73014694-b0c2-445b-9519-c840e3b99f35" targetNamespace="http://schemas.microsoft.com/office/2006/metadata/properties" ma:root="true" ma:fieldsID="bbc3bc4d120de83fdc487e76493818ca" ns2:_="" ns3:_="">
    <xsd:import namespace="d37b2606-c817-4ffb-b2ff-c788592988e0"/>
    <xsd:import namespace="73014694-b0c2-445b-9519-c840e3b99f3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7b2606-c817-4ffb-b2ff-c788592988e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3014694-b0c2-445b-9519-c840e3b99f3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EB72086-52B7-4DD4-894E-521901DBB990}">
  <ds:schemaRefs>
    <ds:schemaRef ds:uri="http://schemas.microsoft.com/sharepoint/v3/contenttype/forms"/>
  </ds:schemaRefs>
</ds:datastoreItem>
</file>

<file path=customXml/itemProps2.xml><?xml version="1.0" encoding="utf-8"?>
<ds:datastoreItem xmlns:ds="http://schemas.openxmlformats.org/officeDocument/2006/customXml" ds:itemID="{83F18D3B-A3F9-4AAF-88F9-F9F322F0A542}">
  <ds:schemaRefs>
    <ds:schemaRef ds:uri="73014694-b0c2-445b-9519-c840e3b99f35"/>
    <ds:schemaRef ds:uri="d37b2606-c817-4ffb-b2ff-c788592988e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477E39A-6433-416D-AE74-7999B4B68777}">
  <ds:schemaRefs>
    <ds:schemaRef ds:uri="73014694-b0c2-445b-9519-c840e3b99f35"/>
    <ds:schemaRef ds:uri="d37b2606-c817-4ffb-b2ff-c788592988e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4</TotalTime>
  <Words>311</Words>
  <Application>Microsoft Office PowerPoint</Application>
  <PresentationFormat>Widescreen</PresentationFormat>
  <Paragraphs>26</Paragraphs>
  <Slides>1</Slides>
  <Notes>1</Notes>
  <HiddenSlides>0</HiddenSlides>
  <MMClips>0</MMClips>
  <ScaleCrop>false</ScaleCrop>
  <HeadingPairs>
    <vt:vector size="8" baseType="variant">
      <vt:variant>
        <vt:lpstr>Fonts Used</vt:lpstr>
      </vt:variant>
      <vt:variant>
        <vt:i4>10</vt:i4>
      </vt:variant>
      <vt:variant>
        <vt:lpstr>Theme</vt:lpstr>
      </vt:variant>
      <vt:variant>
        <vt:i4>5</vt:i4>
      </vt:variant>
      <vt:variant>
        <vt:lpstr>Embedded OLE Servers</vt:lpstr>
      </vt:variant>
      <vt:variant>
        <vt:i4>1</vt:i4>
      </vt:variant>
      <vt:variant>
        <vt:lpstr>Slide Titles</vt:lpstr>
      </vt:variant>
      <vt:variant>
        <vt:i4>1</vt:i4>
      </vt:variant>
    </vt:vector>
  </HeadingPairs>
  <TitlesOfParts>
    <vt:vector size="17" baseType="lpstr">
      <vt:lpstr>宋体</vt:lpstr>
      <vt:lpstr>Aptos</vt:lpstr>
      <vt:lpstr>Arial</vt:lpstr>
      <vt:lpstr>Arial Unicode MS</vt:lpstr>
      <vt:lpstr>EYInterstate</vt:lpstr>
      <vt:lpstr>EYInterstate Light</vt:lpstr>
      <vt:lpstr>EYInterstate Regular</vt:lpstr>
      <vt:lpstr>Segoe UI</vt:lpstr>
      <vt:lpstr>Times New Roman</vt:lpstr>
      <vt:lpstr>Wingdings</vt:lpstr>
      <vt:lpstr>2_Main Master Slide for IRAS</vt:lpstr>
      <vt:lpstr>EY light background</vt:lpstr>
      <vt:lpstr>Proposal Template for PP and Loadset</vt:lpstr>
      <vt:lpstr>1_EY light background</vt:lpstr>
      <vt:lpstr>2_Main Master Slide for IRAS</vt:lpstr>
      <vt:lpstr>think-cell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Debdyuti Datta Gupta</dc:creator>
  <cp:lastModifiedBy>Grayson Sutedjo</cp:lastModifiedBy>
  <cp:revision>3</cp:revision>
  <dcterms:created xsi:type="dcterms:W3CDTF">2025-07-24T01:34:36Z</dcterms:created>
  <dcterms:modified xsi:type="dcterms:W3CDTF">2026-08-07T09:11:03Z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0x0101009D720D3B22BC974698E9152116EA6594</vt:lpwstr>
  </property>
</Properties>
</file>